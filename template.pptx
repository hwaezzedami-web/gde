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1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2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3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4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5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16.xml" ContentType="application/vnd.openxmlformats-officedocument.presentationml.notesSl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6"/>
  </p:notesMasterIdLst>
  <p:sldIdLst>
    <p:sldId id="294" r:id="rId2"/>
    <p:sldId id="295" r:id="rId3"/>
    <p:sldId id="308" r:id="rId4"/>
    <p:sldId id="296" r:id="rId5"/>
    <p:sldId id="331" r:id="rId6"/>
    <p:sldId id="297" r:id="rId7"/>
    <p:sldId id="298" r:id="rId8"/>
    <p:sldId id="324" r:id="rId9"/>
    <p:sldId id="299" r:id="rId10"/>
    <p:sldId id="312" r:id="rId11"/>
    <p:sldId id="327" r:id="rId12"/>
    <p:sldId id="332" r:id="rId13"/>
    <p:sldId id="300" r:id="rId14"/>
    <p:sldId id="302" r:id="rId15"/>
    <p:sldId id="325" r:id="rId16"/>
    <p:sldId id="333" r:id="rId17"/>
    <p:sldId id="334" r:id="rId18"/>
    <p:sldId id="335" r:id="rId19"/>
    <p:sldId id="336" r:id="rId20"/>
    <p:sldId id="330" r:id="rId21"/>
    <p:sldId id="316" r:id="rId22"/>
    <p:sldId id="323" r:id="rId23"/>
    <p:sldId id="305" r:id="rId24"/>
    <p:sldId id="307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08" autoAdjust="0"/>
  </p:normalViewPr>
  <p:slideViewPr>
    <p:cSldViewPr snapToGrid="0">
      <p:cViewPr varScale="1">
        <p:scale>
          <a:sx n="97" d="100"/>
          <a:sy n="97" d="100"/>
        </p:scale>
        <p:origin x="11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sz="1800">
                <a:solidFill>
                  <a:schemeClr val="accent1"/>
                </a:solidFill>
              </a:rPr>
              <a:t>   2G Subscriber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Traffic Distribution Per Pool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explosion val="1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2DF-450E-B17C-D7495556EAA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82DF-450E-B17C-D7495556EAA6}"/>
              </c:ext>
            </c:extLst>
          </c:dPt>
          <c:dLbls>
            <c:dLbl>
              <c:idx val="0"/>
              <c:layout>
                <c:manualLayout>
                  <c:x val="-9.4619422572179493E-3"/>
                  <c:y val="-0.28052055993000885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2DF-450E-B17C-D7495556EAA6}"/>
                </c:ext>
              </c:extLst>
            </c:dLbl>
            <c:dLbl>
              <c:idx val="1"/>
              <c:layout>
                <c:manualLayout>
                  <c:x val="1.2237532808398963E-2"/>
                  <c:y val="-5.281240886555847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DF-450E-B17C-D7495556EAA6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'01-10 12-10-2026'!$A$31:$A$32</c:f>
              <c:strCache>
                <c:ptCount val="2"/>
                <c:pt idx="0">
                  <c:v>Huawei </c:v>
                </c:pt>
                <c:pt idx="1">
                  <c:v>Ericsson</c:v>
                </c:pt>
              </c:strCache>
            </c:strRef>
          </c:cat>
          <c:val>
            <c:numRef>
              <c:f>'01-10 12-10-2026'!$B$31:$B$32</c:f>
              <c:numCache>
                <c:formatCode>0</c:formatCode>
                <c:ptCount val="2"/>
                <c:pt idx="0">
                  <c:v>5862.8736858300008</c:v>
                </c:pt>
                <c:pt idx="1">
                  <c:v>3855.1646275823632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DF-450E-B17C-D7495556EAA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Traffic Distribution</a:t>
            </a:r>
            <a:r>
              <a:rPr lang="fr-FR" baseline="0"/>
              <a:t> By Access Type</a:t>
            </a:r>
            <a:endParaRPr lang="fr-FR"/>
          </a:p>
        </c:rich>
      </c:tx>
      <c:layout>
        <c:manualLayout>
          <c:xMode val="edge"/>
          <c:yMode val="edge"/>
          <c:x val="0.10322291380056338"/>
          <c:y val="4.04040404040404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0.2395195636661637"/>
          <c:y val="0.2091620933746918"/>
          <c:w val="0.41418244235075291"/>
          <c:h val="0.68255985047323631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4BD-4ABB-B1D4-F9B3DBF4F58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4BD-4ABB-B1D4-F9B3DBF4F584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'01-10 12-10-2026'!$A$34:$A$35</c:f>
              <c:strCache>
                <c:ptCount val="2"/>
                <c:pt idx="0">
                  <c:v>4G </c:v>
                </c:pt>
                <c:pt idx="1">
                  <c:v>2G/3G</c:v>
                </c:pt>
              </c:strCache>
            </c:strRef>
          </c:cat>
          <c:val>
            <c:numRef>
              <c:f>'01-10 12-10-2026'!$B$34:$B$35</c:f>
              <c:numCache>
                <c:formatCode>0</c:formatCode>
                <c:ptCount val="2"/>
                <c:pt idx="0">
                  <c:v>1653.0874913867699</c:v>
                </c:pt>
                <c:pt idx="1">
                  <c:v>8064.9508220255939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4BD-4ABB-B1D4-F9B3DBF4F584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pPr>
            <a:r>
              <a:rPr lang="fr-FR" sz="1400">
                <a:solidFill>
                  <a:schemeClr val="accent5"/>
                </a:solidFill>
              </a:rPr>
              <a:t>DL-UL Throughput(Gbps)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5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strRef>
              <c:f>'DL-UL HW+ER'!$D$1</c:f>
              <c:strCache>
                <c:ptCount val="1"/>
                <c:pt idx="0">
                  <c:v>DL Throughput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14"/>
              <c:layout>
                <c:manualLayout>
                  <c:x val="-6.4729221347331584E-2"/>
                  <c:y val="-5.78357392825896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4D0-401F-B91D-0B623A3E00C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'DL-UL HW+ER'!$A$2:$A$289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'DL-UL HW+ER'!$D$2:$D$289</c:f>
              <c:numCache>
                <c:formatCode>0.00</c:formatCode>
                <c:ptCount val="288"/>
                <c:pt idx="0">
                  <c:v>780.98919203885112</c:v>
                </c:pt>
                <c:pt idx="1">
                  <c:v>494.0966454616489</c:v>
                </c:pt>
                <c:pt idx="2">
                  <c:v>295.85350548779559</c:v>
                </c:pt>
                <c:pt idx="3">
                  <c:v>187.57999755911555</c:v>
                </c:pt>
                <c:pt idx="4">
                  <c:v>143.61719868312889</c:v>
                </c:pt>
                <c:pt idx="5">
                  <c:v>173.05634944888442</c:v>
                </c:pt>
                <c:pt idx="6">
                  <c:v>334.3423927511044</c:v>
                </c:pt>
                <c:pt idx="7">
                  <c:v>495.07722201359331</c:v>
                </c:pt>
                <c:pt idx="8">
                  <c:v>601.08798467237102</c:v>
                </c:pt>
                <c:pt idx="9">
                  <c:v>647.48480217188671</c:v>
                </c:pt>
                <c:pt idx="10">
                  <c:v>712.18401414748223</c:v>
                </c:pt>
                <c:pt idx="11">
                  <c:v>798.16960036654882</c:v>
                </c:pt>
                <c:pt idx="12">
                  <c:v>867.51478364132879</c:v>
                </c:pt>
                <c:pt idx="13">
                  <c:v>973.11003254387776</c:v>
                </c:pt>
                <c:pt idx="14">
                  <c:v>1011.4167578501443</c:v>
                </c:pt>
                <c:pt idx="15">
                  <c:v>980.19842705731992</c:v>
                </c:pt>
                <c:pt idx="16">
                  <c:v>881.21582464842891</c:v>
                </c:pt>
                <c:pt idx="17">
                  <c:v>900.90689188291776</c:v>
                </c:pt>
                <c:pt idx="18">
                  <c:v>892.12461130211773</c:v>
                </c:pt>
                <c:pt idx="19">
                  <c:v>1016.4997879673001</c:v>
                </c:pt>
                <c:pt idx="20">
                  <c:v>1127.7379586639622</c:v>
                </c:pt>
                <c:pt idx="21">
                  <c:v>1297.9828937766022</c:v>
                </c:pt>
                <c:pt idx="22">
                  <c:v>1311.8491133884065</c:v>
                </c:pt>
                <c:pt idx="23">
                  <c:v>1149.9878593854801</c:v>
                </c:pt>
                <c:pt idx="24">
                  <c:v>866.70320378811562</c:v>
                </c:pt>
                <c:pt idx="25">
                  <c:v>568.9584941137266</c:v>
                </c:pt>
                <c:pt idx="26">
                  <c:v>344.40875860987114</c:v>
                </c:pt>
                <c:pt idx="27">
                  <c:v>221.93040709446223</c:v>
                </c:pt>
                <c:pt idx="28">
                  <c:v>158.20061317408224</c:v>
                </c:pt>
                <c:pt idx="29">
                  <c:v>169.7192636325978</c:v>
                </c:pt>
                <c:pt idx="30">
                  <c:v>294.06555355734668</c:v>
                </c:pt>
                <c:pt idx="31">
                  <c:v>428.71069435233107</c:v>
                </c:pt>
                <c:pt idx="32">
                  <c:v>583.77893588498455</c:v>
                </c:pt>
                <c:pt idx="33">
                  <c:v>700.88268598666673</c:v>
                </c:pt>
                <c:pt idx="34">
                  <c:v>799.39381953307998</c:v>
                </c:pt>
                <c:pt idx="35">
                  <c:v>902.35101088753561</c:v>
                </c:pt>
                <c:pt idx="36">
                  <c:v>928.73855021303757</c:v>
                </c:pt>
                <c:pt idx="37">
                  <c:v>980.26175646655338</c:v>
                </c:pt>
                <c:pt idx="38">
                  <c:v>1166.6747196696756</c:v>
                </c:pt>
                <c:pt idx="39">
                  <c:v>1096.2233391071866</c:v>
                </c:pt>
                <c:pt idx="40">
                  <c:v>937.01534310216209</c:v>
                </c:pt>
                <c:pt idx="41">
                  <c:v>932.15277166458895</c:v>
                </c:pt>
                <c:pt idx="42">
                  <c:v>914.63903275458892</c:v>
                </c:pt>
                <c:pt idx="43">
                  <c:v>1048.7906764305735</c:v>
                </c:pt>
                <c:pt idx="44">
                  <c:v>1171.1737816641978</c:v>
                </c:pt>
                <c:pt idx="45">
                  <c:v>1356.1104974732266</c:v>
                </c:pt>
                <c:pt idx="46">
                  <c:v>1353.8646934052556</c:v>
                </c:pt>
                <c:pt idx="47">
                  <c:v>1191.7556715263954</c:v>
                </c:pt>
                <c:pt idx="48">
                  <c:v>901.19879378299788</c:v>
                </c:pt>
                <c:pt idx="49">
                  <c:v>596.3484815022266</c:v>
                </c:pt>
                <c:pt idx="50">
                  <c:v>359.1932531004644</c:v>
                </c:pt>
                <c:pt idx="51">
                  <c:v>221.82057433569997</c:v>
                </c:pt>
                <c:pt idx="52">
                  <c:v>157.00756044645556</c:v>
                </c:pt>
                <c:pt idx="53">
                  <c:v>171.40142923089113</c:v>
                </c:pt>
                <c:pt idx="54">
                  <c:v>306.2484186829289</c:v>
                </c:pt>
                <c:pt idx="55">
                  <c:v>450.22521133536441</c:v>
                </c:pt>
                <c:pt idx="56">
                  <c:v>592.01475905782002</c:v>
                </c:pt>
                <c:pt idx="57">
                  <c:v>684.1420344892756</c:v>
                </c:pt>
                <c:pt idx="58">
                  <c:v>752.1049522913022</c:v>
                </c:pt>
                <c:pt idx="59">
                  <c:v>838.14258857674884</c:v>
                </c:pt>
                <c:pt idx="60">
                  <c:v>890.71255566268223</c:v>
                </c:pt>
                <c:pt idx="61">
                  <c:v>1016.7634433276135</c:v>
                </c:pt>
                <c:pt idx="62">
                  <c:v>1073.9876430697311</c:v>
                </c:pt>
                <c:pt idx="63">
                  <c:v>1024.8634006565867</c:v>
                </c:pt>
                <c:pt idx="64">
                  <c:v>904.59279079891553</c:v>
                </c:pt>
                <c:pt idx="65">
                  <c:v>914.37226571248448</c:v>
                </c:pt>
                <c:pt idx="66">
                  <c:v>897.90095907204659</c:v>
                </c:pt>
                <c:pt idx="67">
                  <c:v>1017.6994078684401</c:v>
                </c:pt>
                <c:pt idx="68">
                  <c:v>1134.6034431520045</c:v>
                </c:pt>
                <c:pt idx="69">
                  <c:v>1305.8856702247977</c:v>
                </c:pt>
                <c:pt idx="70">
                  <c:v>1294.175016648911</c:v>
                </c:pt>
                <c:pt idx="71">
                  <c:v>1094.2390341262023</c:v>
                </c:pt>
                <c:pt idx="72">
                  <c:v>775.90995710068671</c:v>
                </c:pt>
                <c:pt idx="73">
                  <c:v>481.39619442793116</c:v>
                </c:pt>
                <c:pt idx="74">
                  <c:v>286.69073017768221</c:v>
                </c:pt>
                <c:pt idx="75">
                  <c:v>182.07128156579776</c:v>
                </c:pt>
                <c:pt idx="76">
                  <c:v>139.67843204503555</c:v>
                </c:pt>
                <c:pt idx="77">
                  <c:v>165.41791904068444</c:v>
                </c:pt>
                <c:pt idx="78">
                  <c:v>320.55887586489996</c:v>
                </c:pt>
                <c:pt idx="79">
                  <c:v>469.18181884834223</c:v>
                </c:pt>
                <c:pt idx="80">
                  <c:v>576.63162602470663</c:v>
                </c:pt>
                <c:pt idx="81">
                  <c:v>628.07782720016667</c:v>
                </c:pt>
                <c:pt idx="82">
                  <c:v>688.48037026567772</c:v>
                </c:pt>
                <c:pt idx="83">
                  <c:v>774.21076958969775</c:v>
                </c:pt>
                <c:pt idx="84">
                  <c:v>833.26101545117558</c:v>
                </c:pt>
                <c:pt idx="85">
                  <c:v>927.8922409245223</c:v>
                </c:pt>
                <c:pt idx="86">
                  <c:v>958.8751549969312</c:v>
                </c:pt>
                <c:pt idx="87">
                  <c:v>922.05189449757563</c:v>
                </c:pt>
                <c:pt idx="88">
                  <c:v>859.78008505972002</c:v>
                </c:pt>
                <c:pt idx="89">
                  <c:v>892.76371382996672</c:v>
                </c:pt>
                <c:pt idx="90">
                  <c:v>878.58769714940217</c:v>
                </c:pt>
                <c:pt idx="91">
                  <c:v>1008.3734270774578</c:v>
                </c:pt>
                <c:pt idx="92">
                  <c:v>1132.0363433517846</c:v>
                </c:pt>
                <c:pt idx="93">
                  <c:v>1304.3044813395265</c:v>
                </c:pt>
                <c:pt idx="94">
                  <c:v>1280.1479479283335</c:v>
                </c:pt>
                <c:pt idx="95">
                  <c:v>1059.9199012476065</c:v>
                </c:pt>
                <c:pt idx="96">
                  <c:v>738.09951430961996</c:v>
                </c:pt>
                <c:pt idx="97">
                  <c:v>454.95736435757556</c:v>
                </c:pt>
                <c:pt idx="98">
                  <c:v>270.02926098878891</c:v>
                </c:pt>
                <c:pt idx="99">
                  <c:v>174.1597973041489</c:v>
                </c:pt>
                <c:pt idx="100">
                  <c:v>136.01608198953778</c:v>
                </c:pt>
                <c:pt idx="101">
                  <c:v>162.92014774224444</c:v>
                </c:pt>
                <c:pt idx="102">
                  <c:v>325.01256965708001</c:v>
                </c:pt>
                <c:pt idx="103">
                  <c:v>481.79946180579782</c:v>
                </c:pt>
                <c:pt idx="104">
                  <c:v>584.15030116728667</c:v>
                </c:pt>
                <c:pt idx="105">
                  <c:v>631.21264290527779</c:v>
                </c:pt>
                <c:pt idx="106">
                  <c:v>691.47331441393112</c:v>
                </c:pt>
                <c:pt idx="107">
                  <c:v>783.70707010598892</c:v>
                </c:pt>
                <c:pt idx="108">
                  <c:v>843.0417783389222</c:v>
                </c:pt>
                <c:pt idx="109">
                  <c:v>938.16552726590874</c:v>
                </c:pt>
                <c:pt idx="110">
                  <c:v>961.73764955614001</c:v>
                </c:pt>
                <c:pt idx="111">
                  <c:v>926.40659996586896</c:v>
                </c:pt>
                <c:pt idx="112">
                  <c:v>860.39509160316447</c:v>
                </c:pt>
                <c:pt idx="113">
                  <c:v>888.47899512840661</c:v>
                </c:pt>
                <c:pt idx="114">
                  <c:v>879.29509081562446</c:v>
                </c:pt>
                <c:pt idx="115">
                  <c:v>1010.09645046992</c:v>
                </c:pt>
                <c:pt idx="116">
                  <c:v>1137.4190957510132</c:v>
                </c:pt>
                <c:pt idx="117">
                  <c:v>1321.0422706522245</c:v>
                </c:pt>
                <c:pt idx="118">
                  <c:v>1289.9441719390356</c:v>
                </c:pt>
                <c:pt idx="119">
                  <c:v>1071.5968426430422</c:v>
                </c:pt>
                <c:pt idx="120">
                  <c:v>744.36930931504003</c:v>
                </c:pt>
                <c:pt idx="121">
                  <c:v>457.4570108639</c:v>
                </c:pt>
                <c:pt idx="122">
                  <c:v>269.62256465628445</c:v>
                </c:pt>
                <c:pt idx="123">
                  <c:v>172.83255905619779</c:v>
                </c:pt>
                <c:pt idx="124">
                  <c:v>134.93931835225999</c:v>
                </c:pt>
                <c:pt idx="125">
                  <c:v>163.20392657444665</c:v>
                </c:pt>
                <c:pt idx="126">
                  <c:v>329.71753011762888</c:v>
                </c:pt>
                <c:pt idx="127">
                  <c:v>490.49753024223997</c:v>
                </c:pt>
                <c:pt idx="128">
                  <c:v>593.77455445849114</c:v>
                </c:pt>
                <c:pt idx="129">
                  <c:v>643.47959303014886</c:v>
                </c:pt>
                <c:pt idx="130">
                  <c:v>706.67465968984447</c:v>
                </c:pt>
                <c:pt idx="131">
                  <c:v>787.77532444613098</c:v>
                </c:pt>
                <c:pt idx="132">
                  <c:v>866.98588930346432</c:v>
                </c:pt>
                <c:pt idx="133">
                  <c:v>1006.8322438107177</c:v>
                </c:pt>
                <c:pt idx="134">
                  <c:v>1033.5825543250089</c:v>
                </c:pt>
                <c:pt idx="135">
                  <c:v>978.83312171662214</c:v>
                </c:pt>
                <c:pt idx="136">
                  <c:v>873.74227026269341</c:v>
                </c:pt>
                <c:pt idx="137">
                  <c:v>897.67658070556001</c:v>
                </c:pt>
                <c:pt idx="138">
                  <c:v>969.7652960602511</c:v>
                </c:pt>
                <c:pt idx="139">
                  <c:v>1102.6863909128265</c:v>
                </c:pt>
                <c:pt idx="140">
                  <c:v>1160.8451338520445</c:v>
                </c:pt>
                <c:pt idx="141">
                  <c:v>1331.8649619266155</c:v>
                </c:pt>
                <c:pt idx="142">
                  <c:v>1295.2996023890732</c:v>
                </c:pt>
                <c:pt idx="143">
                  <c:v>1073.7829029117088</c:v>
                </c:pt>
                <c:pt idx="144">
                  <c:v>773.50795199610002</c:v>
                </c:pt>
                <c:pt idx="145">
                  <c:v>481.33036153246445</c:v>
                </c:pt>
                <c:pt idx="146">
                  <c:v>294.85206905876885</c:v>
                </c:pt>
                <c:pt idx="147">
                  <c:v>179.90797003556889</c:v>
                </c:pt>
                <c:pt idx="148">
                  <c:v>138.16867740228668</c:v>
                </c:pt>
                <c:pt idx="149">
                  <c:v>167.61795251662667</c:v>
                </c:pt>
                <c:pt idx="150">
                  <c:v>337.49602281357329</c:v>
                </c:pt>
                <c:pt idx="151">
                  <c:v>498.47349369903338</c:v>
                </c:pt>
                <c:pt idx="152">
                  <c:v>605.23984587619339</c:v>
                </c:pt>
                <c:pt idx="153">
                  <c:v>649.4569234780779</c:v>
                </c:pt>
                <c:pt idx="154">
                  <c:v>706.41571731800218</c:v>
                </c:pt>
                <c:pt idx="155">
                  <c:v>786.92883242040443</c:v>
                </c:pt>
                <c:pt idx="156">
                  <c:v>845.59041687225329</c:v>
                </c:pt>
                <c:pt idx="157">
                  <c:v>940.01424827070446</c:v>
                </c:pt>
                <c:pt idx="158">
                  <c:v>970.12908123604007</c:v>
                </c:pt>
                <c:pt idx="159">
                  <c:v>935.71285251941549</c:v>
                </c:pt>
                <c:pt idx="160">
                  <c:v>880.12451121336005</c:v>
                </c:pt>
                <c:pt idx="161">
                  <c:v>913.95133820730894</c:v>
                </c:pt>
                <c:pt idx="162">
                  <c:v>903.92744344548669</c:v>
                </c:pt>
                <c:pt idx="163">
                  <c:v>1031.8127576910645</c:v>
                </c:pt>
                <c:pt idx="164">
                  <c:v>1144.7692971344823</c:v>
                </c:pt>
                <c:pt idx="165">
                  <c:v>1312.8280068006065</c:v>
                </c:pt>
                <c:pt idx="166">
                  <c:v>1290.8475062640332</c:v>
                </c:pt>
                <c:pt idx="167">
                  <c:v>1057.9352929883132</c:v>
                </c:pt>
                <c:pt idx="168">
                  <c:v>737.31766517740448</c:v>
                </c:pt>
                <c:pt idx="169">
                  <c:v>453.59600015968226</c:v>
                </c:pt>
                <c:pt idx="170">
                  <c:v>273.26743080021998</c:v>
                </c:pt>
                <c:pt idx="171">
                  <c:v>177.33988914388888</c:v>
                </c:pt>
                <c:pt idx="172">
                  <c:v>139.63673282194</c:v>
                </c:pt>
                <c:pt idx="173">
                  <c:v>170.66551258182221</c:v>
                </c:pt>
                <c:pt idx="174">
                  <c:v>346.86126777600447</c:v>
                </c:pt>
                <c:pt idx="175">
                  <c:v>526.81305953915114</c:v>
                </c:pt>
                <c:pt idx="176">
                  <c:v>654.03567011727557</c:v>
                </c:pt>
                <c:pt idx="177">
                  <c:v>727.03824247192222</c:v>
                </c:pt>
                <c:pt idx="178">
                  <c:v>763.02581860961322</c:v>
                </c:pt>
                <c:pt idx="179">
                  <c:v>826.75772364348666</c:v>
                </c:pt>
                <c:pt idx="180">
                  <c:v>890.77010700282449</c:v>
                </c:pt>
                <c:pt idx="181">
                  <c:v>988.28703221784667</c:v>
                </c:pt>
                <c:pt idx="182">
                  <c:v>1012.6561582957555</c:v>
                </c:pt>
                <c:pt idx="183">
                  <c:v>973.07911733207561</c:v>
                </c:pt>
                <c:pt idx="184">
                  <c:v>892.08446924518444</c:v>
                </c:pt>
                <c:pt idx="185">
                  <c:v>913.1624267953689</c:v>
                </c:pt>
                <c:pt idx="186">
                  <c:v>915.27195203648216</c:v>
                </c:pt>
                <c:pt idx="187">
                  <c:v>1060.2679067392155</c:v>
                </c:pt>
                <c:pt idx="188">
                  <c:v>1166.7536737210512</c:v>
                </c:pt>
                <c:pt idx="189">
                  <c:v>1324.1446624248642</c:v>
                </c:pt>
                <c:pt idx="190">
                  <c:v>1321.3803133185268</c:v>
                </c:pt>
                <c:pt idx="191">
                  <c:v>1135.1151298213711</c:v>
                </c:pt>
                <c:pt idx="192">
                  <c:v>842.85633707747547</c:v>
                </c:pt>
                <c:pt idx="193">
                  <c:v>551.91272650707106</c:v>
                </c:pt>
                <c:pt idx="194">
                  <c:v>340.13417633305107</c:v>
                </c:pt>
                <c:pt idx="195">
                  <c:v>221.38433499699332</c:v>
                </c:pt>
                <c:pt idx="196">
                  <c:v>160.83987752124665</c:v>
                </c:pt>
                <c:pt idx="197">
                  <c:v>167.28189716418223</c:v>
                </c:pt>
                <c:pt idx="198">
                  <c:v>302.40603652842225</c:v>
                </c:pt>
                <c:pt idx="199">
                  <c:v>446.7567441681889</c:v>
                </c:pt>
                <c:pt idx="200">
                  <c:v>606.0489156672578</c:v>
                </c:pt>
                <c:pt idx="201">
                  <c:v>718.92854368216001</c:v>
                </c:pt>
                <c:pt idx="202">
                  <c:v>812.4965656636266</c:v>
                </c:pt>
                <c:pt idx="203">
                  <c:v>912.73338261773779</c:v>
                </c:pt>
                <c:pt idx="204">
                  <c:v>928.53001991669555</c:v>
                </c:pt>
                <c:pt idx="205">
                  <c:v>986.0365382034621</c:v>
                </c:pt>
                <c:pt idx="206">
                  <c:v>1166.9225776286157</c:v>
                </c:pt>
                <c:pt idx="207">
                  <c:v>1087.6936607297821</c:v>
                </c:pt>
                <c:pt idx="208">
                  <c:v>954.74332073651112</c:v>
                </c:pt>
                <c:pt idx="209">
                  <c:v>958.01529839583338</c:v>
                </c:pt>
                <c:pt idx="210">
                  <c:v>938.94093661058446</c:v>
                </c:pt>
                <c:pt idx="211">
                  <c:v>1082.5413251822288</c:v>
                </c:pt>
                <c:pt idx="212">
                  <c:v>1196.4507538497601</c:v>
                </c:pt>
                <c:pt idx="213">
                  <c:v>1358.4703576231132</c:v>
                </c:pt>
                <c:pt idx="214">
                  <c:v>1363.8728622942867</c:v>
                </c:pt>
                <c:pt idx="215">
                  <c:v>1164.9496890385244</c:v>
                </c:pt>
                <c:pt idx="216">
                  <c:v>853.70081410343323</c:v>
                </c:pt>
                <c:pt idx="217">
                  <c:v>547.07712078687337</c:v>
                </c:pt>
                <c:pt idx="218">
                  <c:v>331.78881894846438</c:v>
                </c:pt>
                <c:pt idx="219">
                  <c:v>206.99926653695553</c:v>
                </c:pt>
                <c:pt idx="220">
                  <c:v>150.80891951909109</c:v>
                </c:pt>
                <c:pt idx="221">
                  <c:v>164.76259319562001</c:v>
                </c:pt>
                <c:pt idx="222">
                  <c:v>310.18227761110001</c:v>
                </c:pt>
                <c:pt idx="223">
                  <c:v>463.03252535360002</c:v>
                </c:pt>
                <c:pt idx="224">
                  <c:v>605.07119707013999</c:v>
                </c:pt>
                <c:pt idx="225">
                  <c:v>688.57146820374885</c:v>
                </c:pt>
                <c:pt idx="226">
                  <c:v>752.69509439499325</c:v>
                </c:pt>
                <c:pt idx="227">
                  <c:v>832.86326097337326</c:v>
                </c:pt>
                <c:pt idx="228">
                  <c:v>878.41950257483336</c:v>
                </c:pt>
                <c:pt idx="229">
                  <c:v>1010.1050629504888</c:v>
                </c:pt>
                <c:pt idx="230">
                  <c:v>1066.3808538663288</c:v>
                </c:pt>
                <c:pt idx="231">
                  <c:v>1012.0042407070289</c:v>
                </c:pt>
                <c:pt idx="232">
                  <c:v>905.71819593865121</c:v>
                </c:pt>
                <c:pt idx="233">
                  <c:v>926.19121676970212</c:v>
                </c:pt>
                <c:pt idx="234">
                  <c:v>924.53239677628449</c:v>
                </c:pt>
                <c:pt idx="235">
                  <c:v>1051.6641664278334</c:v>
                </c:pt>
                <c:pt idx="236">
                  <c:v>1186.3802857966023</c:v>
                </c:pt>
                <c:pt idx="237">
                  <c:v>1354.6478348186024</c:v>
                </c:pt>
                <c:pt idx="238">
                  <c:v>1297.1217176960354</c:v>
                </c:pt>
                <c:pt idx="239">
                  <c:v>1061.9382034166044</c:v>
                </c:pt>
                <c:pt idx="240">
                  <c:v>733.88905779102663</c:v>
                </c:pt>
                <c:pt idx="241">
                  <c:v>453.57544210642226</c:v>
                </c:pt>
                <c:pt idx="242">
                  <c:v>270.53631792531775</c:v>
                </c:pt>
                <c:pt idx="243">
                  <c:v>175.42055787161109</c:v>
                </c:pt>
                <c:pt idx="244">
                  <c:v>137.20124750011334</c:v>
                </c:pt>
                <c:pt idx="245">
                  <c:v>160.27371163570444</c:v>
                </c:pt>
                <c:pt idx="246">
                  <c:v>325.17995673131554</c:v>
                </c:pt>
                <c:pt idx="247">
                  <c:v>482.12704109678668</c:v>
                </c:pt>
                <c:pt idx="248">
                  <c:v>589.88557260384664</c:v>
                </c:pt>
                <c:pt idx="249">
                  <c:v>629.05490886635334</c:v>
                </c:pt>
                <c:pt idx="250">
                  <c:v>684.72987302447336</c:v>
                </c:pt>
                <c:pt idx="251">
                  <c:v>768.36572772124214</c:v>
                </c:pt>
                <c:pt idx="252">
                  <c:v>831.00497967385775</c:v>
                </c:pt>
                <c:pt idx="253">
                  <c:v>930.15627837611544</c:v>
                </c:pt>
                <c:pt idx="254">
                  <c:v>961.33654652145333</c:v>
                </c:pt>
                <c:pt idx="255">
                  <c:v>927.4846322962178</c:v>
                </c:pt>
                <c:pt idx="256">
                  <c:v>884.30317291065103</c:v>
                </c:pt>
                <c:pt idx="257">
                  <c:v>935.55708072964671</c:v>
                </c:pt>
                <c:pt idx="258">
                  <c:v>925.09735608546885</c:v>
                </c:pt>
                <c:pt idx="259">
                  <c:v>1046.7575930446355</c:v>
                </c:pt>
                <c:pt idx="260">
                  <c:v>1169.8256618891712</c:v>
                </c:pt>
                <c:pt idx="261">
                  <c:v>1322.5026742323621</c:v>
                </c:pt>
                <c:pt idx="262">
                  <c:v>1280.0175105719488</c:v>
                </c:pt>
                <c:pt idx="263">
                  <c:v>1028.5586069174933</c:v>
                </c:pt>
                <c:pt idx="264">
                  <c:v>705.96521426858226</c:v>
                </c:pt>
                <c:pt idx="265">
                  <c:v>426.51789138116226</c:v>
                </c:pt>
                <c:pt idx="266">
                  <c:v>253.69359297766889</c:v>
                </c:pt>
                <c:pt idx="267">
                  <c:v>166.97879978293332</c:v>
                </c:pt>
                <c:pt idx="268">
                  <c:v>133.15956626273555</c:v>
                </c:pt>
                <c:pt idx="269">
                  <c:v>159.63493138336889</c:v>
                </c:pt>
                <c:pt idx="270">
                  <c:v>331.83973771218888</c:v>
                </c:pt>
                <c:pt idx="271">
                  <c:v>497.88540255282885</c:v>
                </c:pt>
                <c:pt idx="272">
                  <c:v>597.5536676709022</c:v>
                </c:pt>
                <c:pt idx="273">
                  <c:v>639.82726128760896</c:v>
                </c:pt>
                <c:pt idx="274">
                  <c:v>697.73120868982437</c:v>
                </c:pt>
                <c:pt idx="275">
                  <c:v>783.80592020425331</c:v>
                </c:pt>
                <c:pt idx="276">
                  <c:v>842.5800617881622</c:v>
                </c:pt>
                <c:pt idx="277">
                  <c:v>937.73845308191994</c:v>
                </c:pt>
                <c:pt idx="278">
                  <c:v>959.65655004600887</c:v>
                </c:pt>
                <c:pt idx="279">
                  <c:v>926.18417333826665</c:v>
                </c:pt>
                <c:pt idx="280">
                  <c:v>882.43385869646454</c:v>
                </c:pt>
                <c:pt idx="281">
                  <c:v>919.44047924921779</c:v>
                </c:pt>
                <c:pt idx="282">
                  <c:v>911.55378265646436</c:v>
                </c:pt>
                <c:pt idx="283">
                  <c:v>1053.1584972655955</c:v>
                </c:pt>
                <c:pt idx="284">
                  <c:v>1185.1529878509289</c:v>
                </c:pt>
                <c:pt idx="285">
                  <c:v>1346.872443206511</c:v>
                </c:pt>
                <c:pt idx="286">
                  <c:v>1290.26263767302</c:v>
                </c:pt>
                <c:pt idx="287">
                  <c:v>1033.6746355205933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4D0-401F-B91D-0B623A3E00CB}"/>
            </c:ext>
          </c:extLst>
        </c:ser>
        <c:ser>
          <c:idx val="3"/>
          <c:order val="3"/>
          <c:tx>
            <c:strRef>
              <c:f>'DL-UL HW+ER'!$E$1</c:f>
              <c:strCache>
                <c:ptCount val="1"/>
                <c:pt idx="0">
                  <c:v> UL Throughput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layout>
                <c:manualLayout>
                  <c:x val="-5.5081531487614716E-2"/>
                  <c:y val="-3.435683632146337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4D0-401F-B91D-0B623A3E00C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'DL-UL HW+ER'!$A$2:$A$289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'DL-UL HW+ER'!$E$2:$E$289</c:f>
              <c:numCache>
                <c:formatCode>0.00</c:formatCode>
                <c:ptCount val="288"/>
                <c:pt idx="0">
                  <c:v>67.721263840808888</c:v>
                </c:pt>
                <c:pt idx="1">
                  <c:v>41.4718094065</c:v>
                </c:pt>
                <c:pt idx="2">
                  <c:v>24.735566891066664</c:v>
                </c:pt>
                <c:pt idx="3">
                  <c:v>16.127063351580002</c:v>
                </c:pt>
                <c:pt idx="4">
                  <c:v>12.653770956622221</c:v>
                </c:pt>
                <c:pt idx="5">
                  <c:v>15.54135606405778</c:v>
                </c:pt>
                <c:pt idx="6">
                  <c:v>27.760567846897779</c:v>
                </c:pt>
                <c:pt idx="7">
                  <c:v>43.276285783411112</c:v>
                </c:pt>
                <c:pt idx="8">
                  <c:v>55.251601505682224</c:v>
                </c:pt>
                <c:pt idx="9">
                  <c:v>64.394973797668897</c:v>
                </c:pt>
                <c:pt idx="10">
                  <c:v>74.000110895717782</c:v>
                </c:pt>
                <c:pt idx="11">
                  <c:v>82.846224831997773</c:v>
                </c:pt>
                <c:pt idx="12">
                  <c:v>86.876827112188892</c:v>
                </c:pt>
                <c:pt idx="13">
                  <c:v>92.960913599615566</c:v>
                </c:pt>
                <c:pt idx="14">
                  <c:v>92.69433544921111</c:v>
                </c:pt>
                <c:pt idx="15">
                  <c:v>89.182300735371115</c:v>
                </c:pt>
                <c:pt idx="16">
                  <c:v>85.021665936455548</c:v>
                </c:pt>
                <c:pt idx="17">
                  <c:v>93.103458846428879</c:v>
                </c:pt>
                <c:pt idx="18">
                  <c:v>95.994905010780002</c:v>
                </c:pt>
                <c:pt idx="19">
                  <c:v>106.22098074287111</c:v>
                </c:pt>
                <c:pt idx="20">
                  <c:v>116.18149378173777</c:v>
                </c:pt>
                <c:pt idx="21">
                  <c:v>131.22158519930667</c:v>
                </c:pt>
                <c:pt idx="22">
                  <c:v>127.51595621885335</c:v>
                </c:pt>
                <c:pt idx="23">
                  <c:v>105.41929392567778</c:v>
                </c:pt>
                <c:pt idx="24">
                  <c:v>75.690255155542218</c:v>
                </c:pt>
                <c:pt idx="25">
                  <c:v>48.53812263791778</c:v>
                </c:pt>
                <c:pt idx="26">
                  <c:v>29.299637010537779</c:v>
                </c:pt>
                <c:pt idx="27">
                  <c:v>18.927946756739999</c:v>
                </c:pt>
                <c:pt idx="28">
                  <c:v>13.856532982086666</c:v>
                </c:pt>
                <c:pt idx="29">
                  <c:v>15.051215430113333</c:v>
                </c:pt>
                <c:pt idx="30">
                  <c:v>23.212042209057778</c:v>
                </c:pt>
                <c:pt idx="31">
                  <c:v>32.954509368259998</c:v>
                </c:pt>
                <c:pt idx="32">
                  <c:v>46.443746962091112</c:v>
                </c:pt>
                <c:pt idx="33">
                  <c:v>59.777409333337786</c:v>
                </c:pt>
                <c:pt idx="34">
                  <c:v>72.316133594619998</c:v>
                </c:pt>
                <c:pt idx="35">
                  <c:v>82.638817489284449</c:v>
                </c:pt>
                <c:pt idx="36">
                  <c:v>82.29912617407777</c:v>
                </c:pt>
                <c:pt idx="37">
                  <c:v>85.030482590488873</c:v>
                </c:pt>
                <c:pt idx="38">
                  <c:v>101.49602257011111</c:v>
                </c:pt>
                <c:pt idx="39">
                  <c:v>96.139408614811117</c:v>
                </c:pt>
                <c:pt idx="40">
                  <c:v>87.86907021383999</c:v>
                </c:pt>
                <c:pt idx="41">
                  <c:v>95.880397300117792</c:v>
                </c:pt>
                <c:pt idx="42">
                  <c:v>98.297754815586671</c:v>
                </c:pt>
                <c:pt idx="43">
                  <c:v>108.23832243442888</c:v>
                </c:pt>
                <c:pt idx="44">
                  <c:v>117.46202433008</c:v>
                </c:pt>
                <c:pt idx="45">
                  <c:v>133.33953346458443</c:v>
                </c:pt>
                <c:pt idx="46">
                  <c:v>131.14781984179777</c:v>
                </c:pt>
                <c:pt idx="47">
                  <c:v>108.76871692147778</c:v>
                </c:pt>
                <c:pt idx="48">
                  <c:v>77.861786819995558</c:v>
                </c:pt>
                <c:pt idx="49">
                  <c:v>49.665621603615548</c:v>
                </c:pt>
                <c:pt idx="50">
                  <c:v>29.934385072471109</c:v>
                </c:pt>
                <c:pt idx="51">
                  <c:v>18.760564611533333</c:v>
                </c:pt>
                <c:pt idx="52">
                  <c:v>13.742330768897776</c:v>
                </c:pt>
                <c:pt idx="53">
                  <c:v>15.268392371873333</c:v>
                </c:pt>
                <c:pt idx="54">
                  <c:v>24.522388221595556</c:v>
                </c:pt>
                <c:pt idx="55">
                  <c:v>36.268373912500003</c:v>
                </c:pt>
                <c:pt idx="56">
                  <c:v>50.274540375480001</c:v>
                </c:pt>
                <c:pt idx="57">
                  <c:v>63.181544945888888</c:v>
                </c:pt>
                <c:pt idx="58">
                  <c:v>74.495164682786665</c:v>
                </c:pt>
                <c:pt idx="59">
                  <c:v>84.301579579126667</c:v>
                </c:pt>
                <c:pt idx="60">
                  <c:v>87.767144022933337</c:v>
                </c:pt>
                <c:pt idx="61">
                  <c:v>96.056535581493335</c:v>
                </c:pt>
                <c:pt idx="62">
                  <c:v>98.768893339228896</c:v>
                </c:pt>
                <c:pt idx="63">
                  <c:v>94.3819307694</c:v>
                </c:pt>
                <c:pt idx="64">
                  <c:v>87.875967417104448</c:v>
                </c:pt>
                <c:pt idx="65">
                  <c:v>94.931695490966661</c:v>
                </c:pt>
                <c:pt idx="66">
                  <c:v>96.789597584631125</c:v>
                </c:pt>
                <c:pt idx="67">
                  <c:v>106.59089371335332</c:v>
                </c:pt>
                <c:pt idx="68">
                  <c:v>116.18750909114445</c:v>
                </c:pt>
                <c:pt idx="69">
                  <c:v>131.26306394549113</c:v>
                </c:pt>
                <c:pt idx="70">
                  <c:v>125.89984227351555</c:v>
                </c:pt>
                <c:pt idx="71">
                  <c:v>99.367609815846663</c:v>
                </c:pt>
                <c:pt idx="72">
                  <c:v>67.017203855228885</c:v>
                </c:pt>
                <c:pt idx="73">
                  <c:v>40.622790273753338</c:v>
                </c:pt>
                <c:pt idx="74">
                  <c:v>24.132745865084445</c:v>
                </c:pt>
                <c:pt idx="75">
                  <c:v>15.779038813619998</c:v>
                </c:pt>
                <c:pt idx="76">
                  <c:v>12.416975596202223</c:v>
                </c:pt>
                <c:pt idx="77">
                  <c:v>15.098998026413334</c:v>
                </c:pt>
                <c:pt idx="78">
                  <c:v>27.318501862908889</c:v>
                </c:pt>
                <c:pt idx="79">
                  <c:v>42.791028863497772</c:v>
                </c:pt>
                <c:pt idx="80">
                  <c:v>55.546511004600006</c:v>
                </c:pt>
                <c:pt idx="81">
                  <c:v>64.908474120346668</c:v>
                </c:pt>
                <c:pt idx="82">
                  <c:v>74.144212453495555</c:v>
                </c:pt>
                <c:pt idx="83">
                  <c:v>82.667623531879997</c:v>
                </c:pt>
                <c:pt idx="84">
                  <c:v>86.567314544826672</c:v>
                </c:pt>
                <c:pt idx="85">
                  <c:v>91.409331693351106</c:v>
                </c:pt>
                <c:pt idx="86">
                  <c:v>90.653595412940007</c:v>
                </c:pt>
                <c:pt idx="87">
                  <c:v>87.16564684604667</c:v>
                </c:pt>
                <c:pt idx="88">
                  <c:v>85.266848145002228</c:v>
                </c:pt>
                <c:pt idx="89">
                  <c:v>94.41908898335555</c:v>
                </c:pt>
                <c:pt idx="90">
                  <c:v>96.742004064533333</c:v>
                </c:pt>
                <c:pt idx="91">
                  <c:v>107.30880878990001</c:v>
                </c:pt>
                <c:pt idx="92">
                  <c:v>118.04603735751331</c:v>
                </c:pt>
                <c:pt idx="93">
                  <c:v>132.25570537752446</c:v>
                </c:pt>
                <c:pt idx="94">
                  <c:v>124.17524253309557</c:v>
                </c:pt>
                <c:pt idx="95">
                  <c:v>95.691933749342212</c:v>
                </c:pt>
                <c:pt idx="96">
                  <c:v>63.371916153800001</c:v>
                </c:pt>
                <c:pt idx="97">
                  <c:v>38.081158802928883</c:v>
                </c:pt>
                <c:pt idx="98">
                  <c:v>22.809204627146666</c:v>
                </c:pt>
                <c:pt idx="99">
                  <c:v>15.112815628273333</c:v>
                </c:pt>
                <c:pt idx="100">
                  <c:v>12.153054446891112</c:v>
                </c:pt>
                <c:pt idx="101">
                  <c:v>15.009080064051112</c:v>
                </c:pt>
                <c:pt idx="102">
                  <c:v>27.852315696633333</c:v>
                </c:pt>
                <c:pt idx="103">
                  <c:v>43.751937315695557</c:v>
                </c:pt>
                <c:pt idx="104">
                  <c:v>55.603835795673341</c:v>
                </c:pt>
                <c:pt idx="105">
                  <c:v>65.133784424244439</c:v>
                </c:pt>
                <c:pt idx="106">
                  <c:v>74.199801282188901</c:v>
                </c:pt>
                <c:pt idx="107">
                  <c:v>82.946744416451111</c:v>
                </c:pt>
                <c:pt idx="108">
                  <c:v>86.74730773034446</c:v>
                </c:pt>
                <c:pt idx="109">
                  <c:v>91.765763882973317</c:v>
                </c:pt>
                <c:pt idx="110">
                  <c:v>90.711634569899999</c:v>
                </c:pt>
                <c:pt idx="111">
                  <c:v>87.240885527455561</c:v>
                </c:pt>
                <c:pt idx="112">
                  <c:v>85.629739124893334</c:v>
                </c:pt>
                <c:pt idx="113">
                  <c:v>94.326596174951106</c:v>
                </c:pt>
                <c:pt idx="114">
                  <c:v>96.185245063406668</c:v>
                </c:pt>
                <c:pt idx="115">
                  <c:v>107.52366660134666</c:v>
                </c:pt>
                <c:pt idx="116">
                  <c:v>117.81848561935779</c:v>
                </c:pt>
                <c:pt idx="117">
                  <c:v>132.69578723827777</c:v>
                </c:pt>
                <c:pt idx="118">
                  <c:v>124.63454103673109</c:v>
                </c:pt>
                <c:pt idx="119">
                  <c:v>96.308132895804448</c:v>
                </c:pt>
                <c:pt idx="120">
                  <c:v>63.833991333539998</c:v>
                </c:pt>
                <c:pt idx="121">
                  <c:v>38.355148539048884</c:v>
                </c:pt>
                <c:pt idx="122">
                  <c:v>22.776637784399998</c:v>
                </c:pt>
                <c:pt idx="123">
                  <c:v>15.079027356037779</c:v>
                </c:pt>
                <c:pt idx="124">
                  <c:v>12.191247579384445</c:v>
                </c:pt>
                <c:pt idx="125">
                  <c:v>15.21159398983111</c:v>
                </c:pt>
                <c:pt idx="126">
                  <c:v>28.135991466764445</c:v>
                </c:pt>
                <c:pt idx="127">
                  <c:v>44.028448033675559</c:v>
                </c:pt>
                <c:pt idx="128">
                  <c:v>56.181510182371113</c:v>
                </c:pt>
                <c:pt idx="129">
                  <c:v>65.376586336622225</c:v>
                </c:pt>
                <c:pt idx="130">
                  <c:v>74.862696263635556</c:v>
                </c:pt>
                <c:pt idx="131">
                  <c:v>83.091997018626671</c:v>
                </c:pt>
                <c:pt idx="132">
                  <c:v>87.809626618402234</c:v>
                </c:pt>
                <c:pt idx="133">
                  <c:v>96.764525722528887</c:v>
                </c:pt>
                <c:pt idx="134">
                  <c:v>95.54786449207333</c:v>
                </c:pt>
                <c:pt idx="135">
                  <c:v>90.476073846528891</c:v>
                </c:pt>
                <c:pt idx="136">
                  <c:v>86.511408936748893</c:v>
                </c:pt>
                <c:pt idx="137">
                  <c:v>94.51048880142001</c:v>
                </c:pt>
                <c:pt idx="138">
                  <c:v>97.863626427997772</c:v>
                </c:pt>
                <c:pt idx="139">
                  <c:v>108.57107898018668</c:v>
                </c:pt>
                <c:pt idx="140">
                  <c:v>119.51933978494222</c:v>
                </c:pt>
                <c:pt idx="141">
                  <c:v>133.73018700603112</c:v>
                </c:pt>
                <c:pt idx="142">
                  <c:v>125.07448099544445</c:v>
                </c:pt>
                <c:pt idx="143">
                  <c:v>96.422167697617766</c:v>
                </c:pt>
                <c:pt idx="144">
                  <c:v>64.456279627591101</c:v>
                </c:pt>
                <c:pt idx="145">
                  <c:v>38.677938206551111</c:v>
                </c:pt>
                <c:pt idx="146">
                  <c:v>23.378362873926669</c:v>
                </c:pt>
                <c:pt idx="147">
                  <c:v>15.30283344033111</c:v>
                </c:pt>
                <c:pt idx="148">
                  <c:v>12.333451146080002</c:v>
                </c:pt>
                <c:pt idx="149">
                  <c:v>15.242597332722223</c:v>
                </c:pt>
                <c:pt idx="150">
                  <c:v>28.45480314880222</c:v>
                </c:pt>
                <c:pt idx="151">
                  <c:v>44.064104347691114</c:v>
                </c:pt>
                <c:pt idx="152">
                  <c:v>56.251444764137773</c:v>
                </c:pt>
                <c:pt idx="153">
                  <c:v>65.44406171925111</c:v>
                </c:pt>
                <c:pt idx="154">
                  <c:v>74.588673528868895</c:v>
                </c:pt>
                <c:pt idx="155">
                  <c:v>82.532652792739995</c:v>
                </c:pt>
                <c:pt idx="156">
                  <c:v>85.969058940135568</c:v>
                </c:pt>
                <c:pt idx="157">
                  <c:v>91.277197899459992</c:v>
                </c:pt>
                <c:pt idx="158">
                  <c:v>90.608392787371116</c:v>
                </c:pt>
                <c:pt idx="159">
                  <c:v>87.640103621362215</c:v>
                </c:pt>
                <c:pt idx="160">
                  <c:v>86.673801137359987</c:v>
                </c:pt>
                <c:pt idx="161">
                  <c:v>95.9912728768889</c:v>
                </c:pt>
                <c:pt idx="162">
                  <c:v>97.963370286948887</c:v>
                </c:pt>
                <c:pt idx="163">
                  <c:v>109.07275351842667</c:v>
                </c:pt>
                <c:pt idx="164">
                  <c:v>119.62452734476</c:v>
                </c:pt>
                <c:pt idx="165">
                  <c:v>132.96253815474665</c:v>
                </c:pt>
                <c:pt idx="166">
                  <c:v>123.65979066386669</c:v>
                </c:pt>
                <c:pt idx="167">
                  <c:v>94.784518989515547</c:v>
                </c:pt>
                <c:pt idx="168">
                  <c:v>62.94430309208667</c:v>
                </c:pt>
                <c:pt idx="169">
                  <c:v>37.912888287286663</c:v>
                </c:pt>
                <c:pt idx="170">
                  <c:v>22.905268842022224</c:v>
                </c:pt>
                <c:pt idx="171">
                  <c:v>15.260380515637777</c:v>
                </c:pt>
                <c:pt idx="172">
                  <c:v>12.328318754211111</c:v>
                </c:pt>
                <c:pt idx="173">
                  <c:v>15.212380579724442</c:v>
                </c:pt>
                <c:pt idx="174">
                  <c:v>28.546444593697778</c:v>
                </c:pt>
                <c:pt idx="175">
                  <c:v>45.517618165480002</c:v>
                </c:pt>
                <c:pt idx="176">
                  <c:v>59.598182404426666</c:v>
                </c:pt>
                <c:pt idx="177">
                  <c:v>69.375774922920002</c:v>
                </c:pt>
                <c:pt idx="178">
                  <c:v>76.36239080794445</c:v>
                </c:pt>
                <c:pt idx="179">
                  <c:v>83.555754899304446</c:v>
                </c:pt>
                <c:pt idx="180">
                  <c:v>87.377382065719999</c:v>
                </c:pt>
                <c:pt idx="181">
                  <c:v>92.822883253677773</c:v>
                </c:pt>
                <c:pt idx="182">
                  <c:v>91.922424209708893</c:v>
                </c:pt>
                <c:pt idx="183">
                  <c:v>88.341990626217779</c:v>
                </c:pt>
                <c:pt idx="184">
                  <c:v>85.888748028999998</c:v>
                </c:pt>
                <c:pt idx="185">
                  <c:v>94.286378318686673</c:v>
                </c:pt>
                <c:pt idx="186">
                  <c:v>96.492640226746659</c:v>
                </c:pt>
                <c:pt idx="187">
                  <c:v>109.60588722827777</c:v>
                </c:pt>
                <c:pt idx="188">
                  <c:v>119.80746351192889</c:v>
                </c:pt>
                <c:pt idx="189">
                  <c:v>133.43243537301555</c:v>
                </c:pt>
                <c:pt idx="190">
                  <c:v>127.3357852654778</c:v>
                </c:pt>
                <c:pt idx="191">
                  <c:v>102.88448907255557</c:v>
                </c:pt>
                <c:pt idx="192">
                  <c:v>72.48425904523333</c:v>
                </c:pt>
                <c:pt idx="193">
                  <c:v>45.890434056546667</c:v>
                </c:pt>
                <c:pt idx="194">
                  <c:v>28.300563137075557</c:v>
                </c:pt>
                <c:pt idx="195">
                  <c:v>18.616784949455557</c:v>
                </c:pt>
                <c:pt idx="196">
                  <c:v>13.948717591264444</c:v>
                </c:pt>
                <c:pt idx="197">
                  <c:v>14.733833403133335</c:v>
                </c:pt>
                <c:pt idx="198">
                  <c:v>23.473871238073333</c:v>
                </c:pt>
                <c:pt idx="199">
                  <c:v>33.90767248365556</c:v>
                </c:pt>
                <c:pt idx="200">
                  <c:v>47.563484261911114</c:v>
                </c:pt>
                <c:pt idx="201">
                  <c:v>60.894366133571111</c:v>
                </c:pt>
                <c:pt idx="202">
                  <c:v>73.445094305619989</c:v>
                </c:pt>
                <c:pt idx="203">
                  <c:v>83.819291168248895</c:v>
                </c:pt>
                <c:pt idx="204">
                  <c:v>82.797150018926658</c:v>
                </c:pt>
                <c:pt idx="205">
                  <c:v>86.039071489408883</c:v>
                </c:pt>
                <c:pt idx="206">
                  <c:v>102.63310771662665</c:v>
                </c:pt>
                <c:pt idx="207">
                  <c:v>96.30147588556666</c:v>
                </c:pt>
                <c:pt idx="208">
                  <c:v>90.080259321128892</c:v>
                </c:pt>
                <c:pt idx="209">
                  <c:v>98.358060871826666</c:v>
                </c:pt>
                <c:pt idx="210">
                  <c:v>99.937006804595555</c:v>
                </c:pt>
                <c:pt idx="211">
                  <c:v>111.69674532420223</c:v>
                </c:pt>
                <c:pt idx="212">
                  <c:v>122.23382675686889</c:v>
                </c:pt>
                <c:pt idx="213">
                  <c:v>136.13727039843775</c:v>
                </c:pt>
                <c:pt idx="214">
                  <c:v>130.95612336533776</c:v>
                </c:pt>
                <c:pt idx="215">
                  <c:v>105.47232603453332</c:v>
                </c:pt>
                <c:pt idx="216">
                  <c:v>73.268142667939998</c:v>
                </c:pt>
                <c:pt idx="217">
                  <c:v>45.487356803404445</c:v>
                </c:pt>
                <c:pt idx="218">
                  <c:v>27.426131766282221</c:v>
                </c:pt>
                <c:pt idx="219">
                  <c:v>17.419750884477779</c:v>
                </c:pt>
                <c:pt idx="220">
                  <c:v>13.00884595202</c:v>
                </c:pt>
                <c:pt idx="221">
                  <c:v>14.615570045986667</c:v>
                </c:pt>
                <c:pt idx="222">
                  <c:v>24.51937868984222</c:v>
                </c:pt>
                <c:pt idx="223">
                  <c:v>36.941208286282219</c:v>
                </c:pt>
                <c:pt idx="224">
                  <c:v>51.113342433299998</c:v>
                </c:pt>
                <c:pt idx="225">
                  <c:v>63.699463834775557</c:v>
                </c:pt>
                <c:pt idx="226">
                  <c:v>74.882428441666661</c:v>
                </c:pt>
                <c:pt idx="227">
                  <c:v>84.41308436824221</c:v>
                </c:pt>
                <c:pt idx="228">
                  <c:v>87.50509618225999</c:v>
                </c:pt>
                <c:pt idx="229">
                  <c:v>96.314168907328877</c:v>
                </c:pt>
                <c:pt idx="230">
                  <c:v>98.784198915899992</c:v>
                </c:pt>
                <c:pt idx="231">
                  <c:v>93.545410019582221</c:v>
                </c:pt>
                <c:pt idx="232">
                  <c:v>89.352859272675545</c:v>
                </c:pt>
                <c:pt idx="233">
                  <c:v>96.665603778802222</c:v>
                </c:pt>
                <c:pt idx="234">
                  <c:v>98.062459585795551</c:v>
                </c:pt>
                <c:pt idx="235">
                  <c:v>109.64741870120443</c:v>
                </c:pt>
                <c:pt idx="236">
                  <c:v>121.08860994673333</c:v>
                </c:pt>
                <c:pt idx="237">
                  <c:v>134.98350993039332</c:v>
                </c:pt>
                <c:pt idx="238">
                  <c:v>124.86261421386666</c:v>
                </c:pt>
                <c:pt idx="239">
                  <c:v>95.518464747808892</c:v>
                </c:pt>
                <c:pt idx="240">
                  <c:v>62.564297572735555</c:v>
                </c:pt>
                <c:pt idx="241">
                  <c:v>37.664335261562222</c:v>
                </c:pt>
                <c:pt idx="242">
                  <c:v>22.432787426093334</c:v>
                </c:pt>
                <c:pt idx="243">
                  <c:v>14.912323830940002</c:v>
                </c:pt>
                <c:pt idx="244">
                  <c:v>12.1578612269</c:v>
                </c:pt>
                <c:pt idx="245">
                  <c:v>14.725425074308887</c:v>
                </c:pt>
                <c:pt idx="246">
                  <c:v>27.491009811017776</c:v>
                </c:pt>
                <c:pt idx="247">
                  <c:v>42.956413947491114</c:v>
                </c:pt>
                <c:pt idx="248">
                  <c:v>55.436484545708893</c:v>
                </c:pt>
                <c:pt idx="249">
                  <c:v>64.279100778311104</c:v>
                </c:pt>
                <c:pt idx="250">
                  <c:v>73.796456776402223</c:v>
                </c:pt>
                <c:pt idx="251">
                  <c:v>82.704254175860001</c:v>
                </c:pt>
                <c:pt idx="252">
                  <c:v>86.649640353386658</c:v>
                </c:pt>
                <c:pt idx="253">
                  <c:v>91.743144396231116</c:v>
                </c:pt>
                <c:pt idx="254">
                  <c:v>91.032371774746665</c:v>
                </c:pt>
                <c:pt idx="255">
                  <c:v>87.681246311184452</c:v>
                </c:pt>
                <c:pt idx="256">
                  <c:v>87.264742812122222</c:v>
                </c:pt>
                <c:pt idx="257">
                  <c:v>97.070121703344455</c:v>
                </c:pt>
                <c:pt idx="258">
                  <c:v>99.609563929582222</c:v>
                </c:pt>
                <c:pt idx="259">
                  <c:v>111.08979092416</c:v>
                </c:pt>
                <c:pt idx="260">
                  <c:v>122.14252693347555</c:v>
                </c:pt>
                <c:pt idx="261">
                  <c:v>134.4464205185111</c:v>
                </c:pt>
                <c:pt idx="262">
                  <c:v>122.43402922649555</c:v>
                </c:pt>
                <c:pt idx="263">
                  <c:v>91.633556108579995</c:v>
                </c:pt>
                <c:pt idx="264">
                  <c:v>60.126809899864448</c:v>
                </c:pt>
                <c:pt idx="265">
                  <c:v>35.737308289935555</c:v>
                </c:pt>
                <c:pt idx="266">
                  <c:v>21.278354624793334</c:v>
                </c:pt>
                <c:pt idx="267">
                  <c:v>14.591026698126667</c:v>
                </c:pt>
                <c:pt idx="268">
                  <c:v>11.876641488122221</c:v>
                </c:pt>
                <c:pt idx="269">
                  <c:v>14.677250734742223</c:v>
                </c:pt>
                <c:pt idx="270">
                  <c:v>28.176135553157778</c:v>
                </c:pt>
                <c:pt idx="271">
                  <c:v>44.315673077415553</c:v>
                </c:pt>
                <c:pt idx="272">
                  <c:v>56.38195120165777</c:v>
                </c:pt>
                <c:pt idx="273">
                  <c:v>65.439717120026671</c:v>
                </c:pt>
                <c:pt idx="274">
                  <c:v>74.671082234706674</c:v>
                </c:pt>
                <c:pt idx="275">
                  <c:v>83.375202113844438</c:v>
                </c:pt>
                <c:pt idx="276">
                  <c:v>86.964061228540004</c:v>
                </c:pt>
                <c:pt idx="277">
                  <c:v>92.030817031368883</c:v>
                </c:pt>
                <c:pt idx="278">
                  <c:v>90.828322392448882</c:v>
                </c:pt>
                <c:pt idx="279">
                  <c:v>87.396972495353339</c:v>
                </c:pt>
                <c:pt idx="280">
                  <c:v>87.874341058426666</c:v>
                </c:pt>
                <c:pt idx="281">
                  <c:v>96.969395522384445</c:v>
                </c:pt>
                <c:pt idx="282">
                  <c:v>98.75981111468667</c:v>
                </c:pt>
                <c:pt idx="283">
                  <c:v>110.98075590397778</c:v>
                </c:pt>
                <c:pt idx="284">
                  <c:v>123.51091703098001</c:v>
                </c:pt>
                <c:pt idx="285">
                  <c:v>135.18547904423556</c:v>
                </c:pt>
                <c:pt idx="286">
                  <c:v>121.71308385379332</c:v>
                </c:pt>
                <c:pt idx="287">
                  <c:v>90.819749552402214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4D0-401F-B91D-0B623A3E00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9579576"/>
        <c:axId val="49958023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'DL-UL HW+ER'!$B$1</c15:sqref>
                        </c15:formulaRef>
                      </c:ext>
                    </c:extLst>
                    <c:strCache>
                      <c:ptCount val="1"/>
                      <c:pt idx="0">
                        <c:v> DL Traffic 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'DL-UL HW+ER'!$A$2:$A$289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'DL-UL HW+ER'!$B$2:$B$289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351.44513641748301</c:v>
                      </c:pt>
                      <c:pt idx="1">
                        <c:v>222.34349045774198</c:v>
                      </c:pt>
                      <c:pt idx="2">
                        <c:v>133.13407746950801</c:v>
                      </c:pt>
                      <c:pt idx="3">
                        <c:v>84.410998901601999</c:v>
                      </c:pt>
                      <c:pt idx="4">
                        <c:v>64.627739407408001</c:v>
                      </c:pt>
                      <c:pt idx="5">
                        <c:v>77.875357251997997</c:v>
                      </c:pt>
                      <c:pt idx="6">
                        <c:v>150.45407673799701</c:v>
                      </c:pt>
                      <c:pt idx="7">
                        <c:v>222.78474990611701</c:v>
                      </c:pt>
                      <c:pt idx="8">
                        <c:v>270.48959310256703</c:v>
                      </c:pt>
                      <c:pt idx="9">
                        <c:v>291.36816097734902</c:v>
                      </c:pt>
                      <c:pt idx="10">
                        <c:v>320.48280636636702</c:v>
                      </c:pt>
                      <c:pt idx="11">
                        <c:v>359.17632016494701</c:v>
                      </c:pt>
                      <c:pt idx="12">
                        <c:v>390.38165263859804</c:v>
                      </c:pt>
                      <c:pt idx="13">
                        <c:v>437.89951464474495</c:v>
                      </c:pt>
                      <c:pt idx="14">
                        <c:v>455.13754103256497</c:v>
                      </c:pt>
                      <c:pt idx="15">
                        <c:v>441.08929217579396</c:v>
                      </c:pt>
                      <c:pt idx="16">
                        <c:v>396.54712109179297</c:v>
                      </c:pt>
                      <c:pt idx="17">
                        <c:v>405.40810134731305</c:v>
                      </c:pt>
                      <c:pt idx="18">
                        <c:v>401.45607508595299</c:v>
                      </c:pt>
                      <c:pt idx="19">
                        <c:v>457.42490458528505</c:v>
                      </c:pt>
                      <c:pt idx="20">
                        <c:v>507.48208139878301</c:v>
                      </c:pt>
                      <c:pt idx="21">
                        <c:v>584.09230219947108</c:v>
                      </c:pt>
                      <c:pt idx="22">
                        <c:v>590.33210102478301</c:v>
                      </c:pt>
                      <c:pt idx="23">
                        <c:v>517.49453672346601</c:v>
                      </c:pt>
                      <c:pt idx="24">
                        <c:v>390.01644170465204</c:v>
                      </c:pt>
                      <c:pt idx="25">
                        <c:v>256.03132235117698</c:v>
                      </c:pt>
                      <c:pt idx="26">
                        <c:v>154.983941374442</c:v>
                      </c:pt>
                      <c:pt idx="27">
                        <c:v>99.868683192508001</c:v>
                      </c:pt>
                      <c:pt idx="28">
                        <c:v>71.190275928337002</c:v>
                      </c:pt>
                      <c:pt idx="29">
                        <c:v>76.373668634669002</c:v>
                      </c:pt>
                      <c:pt idx="30">
                        <c:v>132.329499100806</c:v>
                      </c:pt>
                      <c:pt idx="31">
                        <c:v>192.91981245854902</c:v>
                      </c:pt>
                      <c:pt idx="32">
                        <c:v>262.70052114824301</c:v>
                      </c:pt>
                      <c:pt idx="33">
                        <c:v>315.39720869399997</c:v>
                      </c:pt>
                      <c:pt idx="34">
                        <c:v>359.72721878988602</c:v>
                      </c:pt>
                      <c:pt idx="35">
                        <c:v>406.05795489939101</c:v>
                      </c:pt>
                      <c:pt idx="36">
                        <c:v>417.93234759586699</c:v>
                      </c:pt>
                      <c:pt idx="37">
                        <c:v>441.11779040994901</c:v>
                      </c:pt>
                      <c:pt idx="38">
                        <c:v>525.00362385135395</c:v>
                      </c:pt>
                      <c:pt idx="39">
                        <c:v>493.30050259823395</c:v>
                      </c:pt>
                      <c:pt idx="40">
                        <c:v>421.65690439597302</c:v>
                      </c:pt>
                      <c:pt idx="41">
                        <c:v>419.46874724906502</c:v>
                      </c:pt>
                      <c:pt idx="42">
                        <c:v>411.58756473956498</c:v>
                      </c:pt>
                      <c:pt idx="43">
                        <c:v>471.95580439375794</c:v>
                      </c:pt>
                      <c:pt idx="44">
                        <c:v>527.02820174888893</c:v>
                      </c:pt>
                      <c:pt idx="45">
                        <c:v>610.24972386295212</c:v>
                      </c:pt>
                      <c:pt idx="46">
                        <c:v>609.23911203236503</c:v>
                      </c:pt>
                      <c:pt idx="47">
                        <c:v>536.29005218687803</c:v>
                      </c:pt>
                      <c:pt idx="48">
                        <c:v>405.53945720234901</c:v>
                      </c:pt>
                      <c:pt idx="49">
                        <c:v>268.35681667600204</c:v>
                      </c:pt>
                      <c:pt idx="50">
                        <c:v>161.63696389520899</c:v>
                      </c:pt>
                      <c:pt idx="51">
                        <c:v>99.819258451064997</c:v>
                      </c:pt>
                      <c:pt idx="52">
                        <c:v>70.653402200905006</c:v>
                      </c:pt>
                      <c:pt idx="53">
                        <c:v>77.130643153901005</c:v>
                      </c:pt>
                      <c:pt idx="54">
                        <c:v>137.81178840731803</c:v>
                      </c:pt>
                      <c:pt idx="55">
                        <c:v>202.60134510091402</c:v>
                      </c:pt>
                      <c:pt idx="56">
                        <c:v>266.40664157601901</c:v>
                      </c:pt>
                      <c:pt idx="57">
                        <c:v>307.86391552017403</c:v>
                      </c:pt>
                      <c:pt idx="58">
                        <c:v>338.44722853108601</c:v>
                      </c:pt>
                      <c:pt idx="59">
                        <c:v>377.16416485953698</c:v>
                      </c:pt>
                      <c:pt idx="60">
                        <c:v>400.82065004820703</c:v>
                      </c:pt>
                      <c:pt idx="61">
                        <c:v>457.543549497426</c:v>
                      </c:pt>
                      <c:pt idx="62">
                        <c:v>483.29443938137899</c:v>
                      </c:pt>
                      <c:pt idx="63">
                        <c:v>461.18853029546403</c:v>
                      </c:pt>
                      <c:pt idx="64">
                        <c:v>407.066755859512</c:v>
                      </c:pt>
                      <c:pt idx="65">
                        <c:v>411.46751957061798</c:v>
                      </c:pt>
                      <c:pt idx="66">
                        <c:v>404.05543158242097</c:v>
                      </c:pt>
                      <c:pt idx="67">
                        <c:v>457.96473354079797</c:v>
                      </c:pt>
                      <c:pt idx="68">
                        <c:v>510.57154941840196</c:v>
                      </c:pt>
                      <c:pt idx="69">
                        <c:v>587.64855160115894</c:v>
                      </c:pt>
                      <c:pt idx="70">
                        <c:v>582.37875749200998</c:v>
                      </c:pt>
                      <c:pt idx="71">
                        <c:v>492.407565356791</c:v>
                      </c:pt>
                      <c:pt idx="72">
                        <c:v>349.15948069530896</c:v>
                      </c:pt>
                      <c:pt idx="73">
                        <c:v>216.628287492569</c:v>
                      </c:pt>
                      <c:pt idx="74">
                        <c:v>129.01082857995701</c:v>
                      </c:pt>
                      <c:pt idx="75">
                        <c:v>81.932076704609003</c:v>
                      </c:pt>
                      <c:pt idx="76">
                        <c:v>62.855294420266006</c:v>
                      </c:pt>
                      <c:pt idx="77">
                        <c:v>74.438063568307996</c:v>
                      </c:pt>
                      <c:pt idx="78">
                        <c:v>144.25149413920499</c:v>
                      </c:pt>
                      <c:pt idx="79">
                        <c:v>211.13181848175398</c:v>
                      </c:pt>
                      <c:pt idx="80">
                        <c:v>259.48423171111801</c:v>
                      </c:pt>
                      <c:pt idx="81">
                        <c:v>282.63502224007505</c:v>
                      </c:pt>
                      <c:pt idx="82">
                        <c:v>309.81616661955502</c:v>
                      </c:pt>
                      <c:pt idx="83">
                        <c:v>348.39484631536402</c:v>
                      </c:pt>
                      <c:pt idx="84">
                        <c:v>374.967456953029</c:v>
                      </c:pt>
                      <c:pt idx="85">
                        <c:v>417.55150841603506</c:v>
                      </c:pt>
                      <c:pt idx="86">
                        <c:v>431.49381974861899</c:v>
                      </c:pt>
                      <c:pt idx="87">
                        <c:v>414.92335252390899</c:v>
                      </c:pt>
                      <c:pt idx="88">
                        <c:v>386.90103827687403</c:v>
                      </c:pt>
                      <c:pt idx="89">
                        <c:v>401.74367122348502</c:v>
                      </c:pt>
                      <c:pt idx="90">
                        <c:v>395.36446371723099</c:v>
                      </c:pt>
                      <c:pt idx="91">
                        <c:v>453.76804218485597</c:v>
                      </c:pt>
                      <c:pt idx="92">
                        <c:v>509.41635450830302</c:v>
                      </c:pt>
                      <c:pt idx="93">
                        <c:v>586.93701660278703</c:v>
                      </c:pt>
                      <c:pt idx="94">
                        <c:v>576.06657656774996</c:v>
                      </c:pt>
                      <c:pt idx="95">
                        <c:v>476.96395556142295</c:v>
                      </c:pt>
                      <c:pt idx="96">
                        <c:v>332.14478143932899</c:v>
                      </c:pt>
                      <c:pt idx="97">
                        <c:v>204.73081396090902</c:v>
                      </c:pt>
                      <c:pt idx="98">
                        <c:v>121.513167444955</c:v>
                      </c:pt>
                      <c:pt idx="99">
                        <c:v>78.37190878686701</c:v>
                      </c:pt>
                      <c:pt idx="100">
                        <c:v>61.207236895292006</c:v>
                      </c:pt>
                      <c:pt idx="101">
                        <c:v>73.314066484009999</c:v>
                      </c:pt>
                      <c:pt idx="102">
                        <c:v>146.25565634568602</c:v>
                      </c:pt>
                      <c:pt idx="103">
                        <c:v>216.80975781260901</c:v>
                      </c:pt>
                      <c:pt idx="104">
                        <c:v>262.86763552527896</c:v>
                      </c:pt>
                      <c:pt idx="105">
                        <c:v>284.04568930737503</c:v>
                      </c:pt>
                      <c:pt idx="106">
                        <c:v>311.16299148626899</c:v>
                      </c:pt>
                      <c:pt idx="107">
                        <c:v>352.66818154769499</c:v>
                      </c:pt>
                      <c:pt idx="108">
                        <c:v>379.36880025251503</c:v>
                      </c:pt>
                      <c:pt idx="109">
                        <c:v>422.17448726965898</c:v>
                      </c:pt>
                      <c:pt idx="110">
                        <c:v>432.78194230026298</c:v>
                      </c:pt>
                      <c:pt idx="111">
                        <c:v>416.88296998464097</c:v>
                      </c:pt>
                      <c:pt idx="112">
                        <c:v>387.17779122142406</c:v>
                      </c:pt>
                      <c:pt idx="113">
                        <c:v>399.81554780778299</c:v>
                      </c:pt>
                      <c:pt idx="114">
                        <c:v>395.68279086703097</c:v>
                      </c:pt>
                      <c:pt idx="115">
                        <c:v>454.54340271146395</c:v>
                      </c:pt>
                      <c:pt idx="116">
                        <c:v>511.83859308795599</c:v>
                      </c:pt>
                      <c:pt idx="117">
                        <c:v>594.46902179350104</c:v>
                      </c:pt>
                      <c:pt idx="118">
                        <c:v>580.47487737256597</c:v>
                      </c:pt>
                      <c:pt idx="119">
                        <c:v>482.218579189369</c:v>
                      </c:pt>
                      <c:pt idx="120">
                        <c:v>334.96618919176797</c:v>
                      </c:pt>
                      <c:pt idx="121">
                        <c:v>205.855654888755</c:v>
                      </c:pt>
                      <c:pt idx="122">
                        <c:v>121.33015409532801</c:v>
                      </c:pt>
                      <c:pt idx="123">
                        <c:v>77.774651575288999</c:v>
                      </c:pt>
                      <c:pt idx="124">
                        <c:v>60.722693258516998</c:v>
                      </c:pt>
                      <c:pt idx="125">
                        <c:v>73.441766958501006</c:v>
                      </c:pt>
                      <c:pt idx="126">
                        <c:v>148.37288855293301</c:v>
                      </c:pt>
                      <c:pt idx="127">
                        <c:v>220.72388860900801</c:v>
                      </c:pt>
                      <c:pt idx="128">
                        <c:v>267.198549506321</c:v>
                      </c:pt>
                      <c:pt idx="129">
                        <c:v>289.56581686356697</c:v>
                      </c:pt>
                      <c:pt idx="130">
                        <c:v>318.00359686042998</c:v>
                      </c:pt>
                      <c:pt idx="131">
                        <c:v>354.49889600075903</c:v>
                      </c:pt>
                      <c:pt idx="132">
                        <c:v>390.143650186559</c:v>
                      </c:pt>
                      <c:pt idx="133">
                        <c:v>453.07450971482297</c:v>
                      </c:pt>
                      <c:pt idx="134">
                        <c:v>465.11214944625402</c:v>
                      </c:pt>
                      <c:pt idx="135">
                        <c:v>440.47490477247999</c:v>
                      </c:pt>
                      <c:pt idx="136">
                        <c:v>393.184021618212</c:v>
                      </c:pt>
                      <c:pt idx="137">
                        <c:v>403.95446131750202</c:v>
                      </c:pt>
                      <c:pt idx="138">
                        <c:v>436.39438322711305</c:v>
                      </c:pt>
                      <c:pt idx="139">
                        <c:v>496.20887591077201</c:v>
                      </c:pt>
                      <c:pt idx="140">
                        <c:v>522.38031023342</c:v>
                      </c:pt>
                      <c:pt idx="141">
                        <c:v>599.339232866977</c:v>
                      </c:pt>
                      <c:pt idx="142">
                        <c:v>582.88482107508298</c:v>
                      </c:pt>
                      <c:pt idx="143">
                        <c:v>483.20230631026902</c:v>
                      </c:pt>
                      <c:pt idx="144">
                        <c:v>348.07857839824499</c:v>
                      </c:pt>
                      <c:pt idx="145">
                        <c:v>216.598662689609</c:v>
                      </c:pt>
                      <c:pt idx="146">
                        <c:v>132.683431076446</c:v>
                      </c:pt>
                      <c:pt idx="147">
                        <c:v>80.958586516005994</c:v>
                      </c:pt>
                      <c:pt idx="148">
                        <c:v>62.175904831029001</c:v>
                      </c:pt>
                      <c:pt idx="149">
                        <c:v>75.428078632481999</c:v>
                      </c:pt>
                      <c:pt idx="150">
                        <c:v>151.873210266108</c:v>
                      </c:pt>
                      <c:pt idx="151">
                        <c:v>224.313072164565</c:v>
                      </c:pt>
                      <c:pt idx="152">
                        <c:v>272.35793064428702</c:v>
                      </c:pt>
                      <c:pt idx="153">
                        <c:v>292.25561556513503</c:v>
                      </c:pt>
                      <c:pt idx="154">
                        <c:v>317.88707279310097</c:v>
                      </c:pt>
                      <c:pt idx="155">
                        <c:v>354.11797458918204</c:v>
                      </c:pt>
                      <c:pt idx="156">
                        <c:v>380.51568759251404</c:v>
                      </c:pt>
                      <c:pt idx="157">
                        <c:v>423.00641172181702</c:v>
                      </c:pt>
                      <c:pt idx="158">
                        <c:v>436.55808655621797</c:v>
                      </c:pt>
                      <c:pt idx="159">
                        <c:v>421.07078363373705</c:v>
                      </c:pt>
                      <c:pt idx="160">
                        <c:v>396.05603004601198</c:v>
                      </c:pt>
                      <c:pt idx="161">
                        <c:v>411.27810219328899</c:v>
                      </c:pt>
                      <c:pt idx="162">
                        <c:v>406.76734955046902</c:v>
                      </c:pt>
                      <c:pt idx="163">
                        <c:v>464.31574096097904</c:v>
                      </c:pt>
                      <c:pt idx="164">
                        <c:v>515.14618371051699</c:v>
                      </c:pt>
                      <c:pt idx="165">
                        <c:v>590.77260306027301</c:v>
                      </c:pt>
                      <c:pt idx="166">
                        <c:v>580.88137781881505</c:v>
                      </c:pt>
                      <c:pt idx="167">
                        <c:v>476.070881844741</c:v>
                      </c:pt>
                      <c:pt idx="168">
                        <c:v>331.79294932983203</c:v>
                      </c:pt>
                      <c:pt idx="169">
                        <c:v>204.11820007185699</c:v>
                      </c:pt>
                      <c:pt idx="170">
                        <c:v>122.97034386009901</c:v>
                      </c:pt>
                      <c:pt idx="171">
                        <c:v>79.802950114750004</c:v>
                      </c:pt>
                      <c:pt idx="172">
                        <c:v>62.836529769872996</c:v>
                      </c:pt>
                      <c:pt idx="173">
                        <c:v>76.799480661819999</c:v>
                      </c:pt>
                      <c:pt idx="174">
                        <c:v>156.087570499202</c:v>
                      </c:pt>
                      <c:pt idx="175">
                        <c:v>237.06587679261798</c:v>
                      </c:pt>
                      <c:pt idx="176">
                        <c:v>294.31605155277396</c:v>
                      </c:pt>
                      <c:pt idx="177">
                        <c:v>327.16720911236496</c:v>
                      </c:pt>
                      <c:pt idx="178">
                        <c:v>343.36161837432599</c:v>
                      </c:pt>
                      <c:pt idx="179">
                        <c:v>372.04097563956901</c:v>
                      </c:pt>
                      <c:pt idx="180">
                        <c:v>400.84654815127101</c:v>
                      </c:pt>
                      <c:pt idx="181">
                        <c:v>444.72916449803097</c:v>
                      </c:pt>
                      <c:pt idx="182">
                        <c:v>455.69527123309001</c:v>
                      </c:pt>
                      <c:pt idx="183">
                        <c:v>437.88560279943397</c:v>
                      </c:pt>
                      <c:pt idx="184">
                        <c:v>401.43801116033296</c:v>
                      </c:pt>
                      <c:pt idx="185">
                        <c:v>410.92309205791594</c:v>
                      </c:pt>
                      <c:pt idx="186">
                        <c:v>411.87237841641701</c:v>
                      </c:pt>
                      <c:pt idx="187">
                        <c:v>477.12055803264701</c:v>
                      </c:pt>
                      <c:pt idx="188">
                        <c:v>525.03915317447297</c:v>
                      </c:pt>
                      <c:pt idx="189">
                        <c:v>595.865098091189</c:v>
                      </c:pt>
                      <c:pt idx="190">
                        <c:v>594.62114099333701</c:v>
                      </c:pt>
                      <c:pt idx="191">
                        <c:v>510.80180841961703</c:v>
                      </c:pt>
                      <c:pt idx="192">
                        <c:v>379.28535168486405</c:v>
                      </c:pt>
                      <c:pt idx="193">
                        <c:v>248.360726928182</c:v>
                      </c:pt>
                      <c:pt idx="194">
                        <c:v>153.06037934987302</c:v>
                      </c:pt>
                      <c:pt idx="195">
                        <c:v>99.622950748647</c:v>
                      </c:pt>
                      <c:pt idx="196">
                        <c:v>72.377944884561003</c:v>
                      </c:pt>
                      <c:pt idx="197">
                        <c:v>75.276853723881999</c:v>
                      </c:pt>
                      <c:pt idx="198">
                        <c:v>136.08271643779</c:v>
                      </c:pt>
                      <c:pt idx="199">
                        <c:v>201.04053487568501</c:v>
                      </c:pt>
                      <c:pt idx="200">
                        <c:v>272.72201205026602</c:v>
                      </c:pt>
                      <c:pt idx="201">
                        <c:v>323.51784465697199</c:v>
                      </c:pt>
                      <c:pt idx="202">
                        <c:v>365.62345454863203</c:v>
                      </c:pt>
                      <c:pt idx="203">
                        <c:v>410.73002217798194</c:v>
                      </c:pt>
                      <c:pt idx="204">
                        <c:v>417.838508962513</c:v>
                      </c:pt>
                      <c:pt idx="205">
                        <c:v>443.71644219155803</c:v>
                      </c:pt>
                      <c:pt idx="206">
                        <c:v>525.11515993287696</c:v>
                      </c:pt>
                      <c:pt idx="207">
                        <c:v>489.46214732840195</c:v>
                      </c:pt>
                      <c:pt idx="208">
                        <c:v>429.63449433143001</c:v>
                      </c:pt>
                      <c:pt idx="209">
                        <c:v>431.10688427812499</c:v>
                      </c:pt>
                      <c:pt idx="210">
                        <c:v>422.52342147476304</c:v>
                      </c:pt>
                      <c:pt idx="211">
                        <c:v>487.14359633200297</c:v>
                      </c:pt>
                      <c:pt idx="212">
                        <c:v>538.40283923239201</c:v>
                      </c:pt>
                      <c:pt idx="213">
                        <c:v>611.31166093040099</c:v>
                      </c:pt>
                      <c:pt idx="214">
                        <c:v>613.74278803242896</c:v>
                      </c:pt>
                      <c:pt idx="215">
                        <c:v>524.22736006733601</c:v>
                      </c:pt>
                      <c:pt idx="216">
                        <c:v>384.165366346545</c:v>
                      </c:pt>
                      <c:pt idx="217">
                        <c:v>246.18470435409299</c:v>
                      </c:pt>
                      <c:pt idx="218">
                        <c:v>149.30496852680898</c:v>
                      </c:pt>
                      <c:pt idx="219">
                        <c:v>93.149669941630009</c:v>
                      </c:pt>
                      <c:pt idx="220">
                        <c:v>67.864013783590991</c:v>
                      </c:pt>
                      <c:pt idx="221">
                        <c:v>74.143166938028997</c:v>
                      </c:pt>
                      <c:pt idx="222">
                        <c:v>139.58202492499501</c:v>
                      </c:pt>
                      <c:pt idx="223">
                        <c:v>208.36463640912001</c:v>
                      </c:pt>
                      <c:pt idx="224">
                        <c:v>272.28203868156299</c:v>
                      </c:pt>
                      <c:pt idx="225">
                        <c:v>309.857160691687</c:v>
                      </c:pt>
                      <c:pt idx="226">
                        <c:v>338.71279247774703</c:v>
                      </c:pt>
                      <c:pt idx="227">
                        <c:v>374.78846743801796</c:v>
                      </c:pt>
                      <c:pt idx="228">
                        <c:v>395.28877615867498</c:v>
                      </c:pt>
                      <c:pt idx="229">
                        <c:v>454.54727832771994</c:v>
                      </c:pt>
                      <c:pt idx="230">
                        <c:v>479.871384239848</c:v>
                      </c:pt>
                      <c:pt idx="231">
                        <c:v>455.40190831816301</c:v>
                      </c:pt>
                      <c:pt idx="232">
                        <c:v>407.57318817239297</c:v>
                      </c:pt>
                      <c:pt idx="233">
                        <c:v>416.78604754636604</c:v>
                      </c:pt>
                      <c:pt idx="234">
                        <c:v>416.03957854932798</c:v>
                      </c:pt>
                      <c:pt idx="235">
                        <c:v>473.24887489252501</c:v>
                      </c:pt>
                      <c:pt idx="236">
                        <c:v>533.87112860847105</c:v>
                      </c:pt>
                      <c:pt idx="237">
                        <c:v>609.59152566837088</c:v>
                      </c:pt>
                      <c:pt idx="238">
                        <c:v>583.7047729632161</c:v>
                      </c:pt>
                      <c:pt idx="239">
                        <c:v>477.87219153747202</c:v>
                      </c:pt>
                      <c:pt idx="240">
                        <c:v>330.250076005962</c:v>
                      </c:pt>
                      <c:pt idx="241">
                        <c:v>204.10894894788998</c:v>
                      </c:pt>
                      <c:pt idx="242">
                        <c:v>121.741343066393</c:v>
                      </c:pt>
                      <c:pt idx="243">
                        <c:v>78.939251042224996</c:v>
                      </c:pt>
                      <c:pt idx="244">
                        <c:v>61.740561375051001</c:v>
                      </c:pt>
                      <c:pt idx="245">
                        <c:v>72.123170236066997</c:v>
                      </c:pt>
                      <c:pt idx="246">
                        <c:v>146.33098052909199</c:v>
                      </c:pt>
                      <c:pt idx="247">
                        <c:v>216.95716849355398</c:v>
                      </c:pt>
                      <c:pt idx="248">
                        <c:v>265.44850767173097</c:v>
                      </c:pt>
                      <c:pt idx="249">
                        <c:v>283.07470898985895</c:v>
                      </c:pt>
                      <c:pt idx="250">
                        <c:v>308.12844286101301</c:v>
                      </c:pt>
                      <c:pt idx="251">
                        <c:v>345.76457747455902</c:v>
                      </c:pt>
                      <c:pt idx="252">
                        <c:v>373.95224085323599</c:v>
                      </c:pt>
                      <c:pt idx="253">
                        <c:v>418.57032526925195</c:v>
                      </c:pt>
                      <c:pt idx="254">
                        <c:v>432.60144593465407</c:v>
                      </c:pt>
                      <c:pt idx="255">
                        <c:v>417.36808453329797</c:v>
                      </c:pt>
                      <c:pt idx="256">
                        <c:v>397.93642780979303</c:v>
                      </c:pt>
                      <c:pt idx="257">
                        <c:v>421.00068632834098</c:v>
                      </c:pt>
                      <c:pt idx="258">
                        <c:v>416.29381023846099</c:v>
                      </c:pt>
                      <c:pt idx="259">
                        <c:v>471.04091687008594</c:v>
                      </c:pt>
                      <c:pt idx="260">
                        <c:v>526.42154785012701</c:v>
                      </c:pt>
                      <c:pt idx="261">
                        <c:v>595.12620340456294</c:v>
                      </c:pt>
                      <c:pt idx="262">
                        <c:v>576.00787975737694</c:v>
                      </c:pt>
                      <c:pt idx="263">
                        <c:v>462.85137311287201</c:v>
                      </c:pt>
                      <c:pt idx="264">
                        <c:v>317.68434642086197</c:v>
                      </c:pt>
                      <c:pt idx="265">
                        <c:v>191.93305112152299</c:v>
                      </c:pt>
                      <c:pt idx="266">
                        <c:v>114.16211683995101</c:v>
                      </c:pt>
                      <c:pt idx="267">
                        <c:v>75.140459902320003</c:v>
                      </c:pt>
                      <c:pt idx="268">
                        <c:v>59.92180481823101</c:v>
                      </c:pt>
                      <c:pt idx="269">
                        <c:v>71.835719122515997</c:v>
                      </c:pt>
                      <c:pt idx="270">
                        <c:v>149.32788197048501</c:v>
                      </c:pt>
                      <c:pt idx="271">
                        <c:v>224.04843114877298</c:v>
                      </c:pt>
                      <c:pt idx="272">
                        <c:v>268.899150451906</c:v>
                      </c:pt>
                      <c:pt idx="273">
                        <c:v>287.92226757942399</c:v>
                      </c:pt>
                      <c:pt idx="274">
                        <c:v>313.97904391042101</c:v>
                      </c:pt>
                      <c:pt idx="275">
                        <c:v>352.71266409191401</c:v>
                      </c:pt>
                      <c:pt idx="276">
                        <c:v>379.16102780467304</c:v>
                      </c:pt>
                      <c:pt idx="277">
                        <c:v>421.98230388686403</c:v>
                      </c:pt>
                      <c:pt idx="278">
                        <c:v>431.845447520704</c:v>
                      </c:pt>
                      <c:pt idx="279">
                        <c:v>416.78287800221995</c:v>
                      </c:pt>
                      <c:pt idx="280">
                        <c:v>397.095236413409</c:v>
                      </c:pt>
                      <c:pt idx="281">
                        <c:v>413.74821566214803</c:v>
                      </c:pt>
                      <c:pt idx="282">
                        <c:v>410.19920219540899</c:v>
                      </c:pt>
                      <c:pt idx="283">
                        <c:v>473.92132376951798</c:v>
                      </c:pt>
                      <c:pt idx="284">
                        <c:v>533.31884453291798</c:v>
                      </c:pt>
                      <c:pt idx="285">
                        <c:v>606.09259944293001</c:v>
                      </c:pt>
                      <c:pt idx="286">
                        <c:v>580.61818695285911</c:v>
                      </c:pt>
                      <c:pt idx="287">
                        <c:v>465.15358598426695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D4D0-401F-B91D-0B623A3E00CB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'DL-UL HW+ER'!$C$1</c15:sqref>
                        </c15:formulaRef>
                      </c:ext>
                    </c:extLst>
                    <c:strCache>
                      <c:ptCount val="1"/>
                      <c:pt idx="0">
                        <c:v>UL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'DL-UL HW+ER'!$A$2:$A$289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'DL-UL HW+ER'!$C$2:$C$289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30.474568728363998</c:v>
                      </c:pt>
                      <c:pt idx="1">
                        <c:v>18.662314232924999</c:v>
                      </c:pt>
                      <c:pt idx="2">
                        <c:v>11.131005100979998</c:v>
                      </c:pt>
                      <c:pt idx="3">
                        <c:v>7.2571785082110001</c:v>
                      </c:pt>
                      <c:pt idx="4">
                        <c:v>5.6941969304800004</c:v>
                      </c:pt>
                      <c:pt idx="5">
                        <c:v>6.9936102288260003</c:v>
                      </c:pt>
                      <c:pt idx="6">
                        <c:v>12.492255531104</c:v>
                      </c:pt>
                      <c:pt idx="7">
                        <c:v>19.474328602535</c:v>
                      </c:pt>
                      <c:pt idx="8">
                        <c:v>24.863220677557003</c:v>
                      </c:pt>
                      <c:pt idx="9">
                        <c:v>28.977738208950999</c:v>
                      </c:pt>
                      <c:pt idx="10">
                        <c:v>33.300049903073003</c:v>
                      </c:pt>
                      <c:pt idx="11">
                        <c:v>37.280801174399002</c:v>
                      </c:pt>
                      <c:pt idx="12">
                        <c:v>39.094572200485004</c:v>
                      </c:pt>
                      <c:pt idx="13">
                        <c:v>41.832411119827</c:v>
                      </c:pt>
                      <c:pt idx="14">
                        <c:v>41.712450952145005</c:v>
                      </c:pt>
                      <c:pt idx="15">
                        <c:v>40.132035330917006</c:v>
                      </c:pt>
                      <c:pt idx="16">
                        <c:v>38.259749671405004</c:v>
                      </c:pt>
                      <c:pt idx="17">
                        <c:v>41.896556480892997</c:v>
                      </c:pt>
                      <c:pt idx="18">
                        <c:v>43.197707254850997</c:v>
                      </c:pt>
                      <c:pt idx="19">
                        <c:v>47.799441334291998</c:v>
                      </c:pt>
                      <c:pt idx="20">
                        <c:v>52.281672201782001</c:v>
                      </c:pt>
                      <c:pt idx="21">
                        <c:v>59.049713339687997</c:v>
                      </c:pt>
                      <c:pt idx="22">
                        <c:v>57.382180298484002</c:v>
                      </c:pt>
                      <c:pt idx="23">
                        <c:v>47.438682266555006</c:v>
                      </c:pt>
                      <c:pt idx="24">
                        <c:v>34.060614819994001</c:v>
                      </c:pt>
                      <c:pt idx="25">
                        <c:v>21.842155187063</c:v>
                      </c:pt>
                      <c:pt idx="26">
                        <c:v>13.184836654742</c:v>
                      </c:pt>
                      <c:pt idx="27">
                        <c:v>8.5175760405329992</c:v>
                      </c:pt>
                      <c:pt idx="28">
                        <c:v>6.2354398419389998</c:v>
                      </c:pt>
                      <c:pt idx="29">
                        <c:v>6.7730469435509999</c:v>
                      </c:pt>
                      <c:pt idx="30">
                        <c:v>10.445418994076</c:v>
                      </c:pt>
                      <c:pt idx="31">
                        <c:v>14.829529215717001</c:v>
                      </c:pt>
                      <c:pt idx="32">
                        <c:v>20.899686132941</c:v>
                      </c:pt>
                      <c:pt idx="33">
                        <c:v>26.899834200002001</c:v>
                      </c:pt>
                      <c:pt idx="34">
                        <c:v>32.542260117578998</c:v>
                      </c:pt>
                      <c:pt idx="35">
                        <c:v>37.187467870177997</c:v>
                      </c:pt>
                      <c:pt idx="36">
                        <c:v>37.034606778335004</c:v>
                      </c:pt>
                      <c:pt idx="37">
                        <c:v>38.263717165719996</c:v>
                      </c:pt>
                      <c:pt idx="38">
                        <c:v>45.673210156549999</c:v>
                      </c:pt>
                      <c:pt idx="39">
                        <c:v>43.262733876664996</c:v>
                      </c:pt>
                      <c:pt idx="40">
                        <c:v>39.541081596227997</c:v>
                      </c:pt>
                      <c:pt idx="41">
                        <c:v>43.146178785052996</c:v>
                      </c:pt>
                      <c:pt idx="42">
                        <c:v>44.233989667014001</c:v>
                      </c:pt>
                      <c:pt idx="43">
                        <c:v>48.707245095493001</c:v>
                      </c:pt>
                      <c:pt idx="44">
                        <c:v>52.857910948536002</c:v>
                      </c:pt>
                      <c:pt idx="45">
                        <c:v>60.002790059063003</c:v>
                      </c:pt>
                      <c:pt idx="46">
                        <c:v>59.016518928809006</c:v>
                      </c:pt>
                      <c:pt idx="47">
                        <c:v>48.945922614664994</c:v>
                      </c:pt>
                      <c:pt idx="48">
                        <c:v>35.037804068998</c:v>
                      </c:pt>
                      <c:pt idx="49">
                        <c:v>22.349529721627</c:v>
                      </c:pt>
                      <c:pt idx="50">
                        <c:v>13.470473282612</c:v>
                      </c:pt>
                      <c:pt idx="51">
                        <c:v>8.4422540751900002</c:v>
                      </c:pt>
                      <c:pt idx="52">
                        <c:v>6.184048846004</c:v>
                      </c:pt>
                      <c:pt idx="53">
                        <c:v>6.8707765673430004</c:v>
                      </c:pt>
                      <c:pt idx="54">
                        <c:v>11.035074699717999</c:v>
                      </c:pt>
                      <c:pt idx="55">
                        <c:v>16.320768260625002</c:v>
                      </c:pt>
                      <c:pt idx="56">
                        <c:v>22.623543168966002</c:v>
                      </c:pt>
                      <c:pt idx="57">
                        <c:v>28.431695225650003</c:v>
                      </c:pt>
                      <c:pt idx="58">
                        <c:v>33.522824107253996</c:v>
                      </c:pt>
                      <c:pt idx="59">
                        <c:v>37.935710810607006</c:v>
                      </c:pt>
                      <c:pt idx="60">
                        <c:v>39.495214810320007</c:v>
                      </c:pt>
                      <c:pt idx="61">
                        <c:v>43.225441011672004</c:v>
                      </c:pt>
                      <c:pt idx="62">
                        <c:v>44.446002002653003</c:v>
                      </c:pt>
                      <c:pt idx="63">
                        <c:v>42.471868846230002</c:v>
                      </c:pt>
                      <c:pt idx="64">
                        <c:v>39.544185337697002</c:v>
                      </c:pt>
                      <c:pt idx="65">
                        <c:v>42.719262970934999</c:v>
                      </c:pt>
                      <c:pt idx="66">
                        <c:v>43.555318913084001</c:v>
                      </c:pt>
                      <c:pt idx="67">
                        <c:v>47.965902171008999</c:v>
                      </c:pt>
                      <c:pt idx="68">
                        <c:v>52.284379091015005</c:v>
                      </c:pt>
                      <c:pt idx="69">
                        <c:v>59.068378775471004</c:v>
                      </c:pt>
                      <c:pt idx="70">
                        <c:v>56.654929023081998</c:v>
                      </c:pt>
                      <c:pt idx="71">
                        <c:v>44.715424417131004</c:v>
                      </c:pt>
                      <c:pt idx="72">
                        <c:v>30.157741734852998</c:v>
                      </c:pt>
                      <c:pt idx="73">
                        <c:v>18.280255623188999</c:v>
                      </c:pt>
                      <c:pt idx="74">
                        <c:v>10.859735639288001</c:v>
                      </c:pt>
                      <c:pt idx="75">
                        <c:v>7.1005674661290001</c:v>
                      </c:pt>
                      <c:pt idx="76">
                        <c:v>5.5876390182910001</c:v>
                      </c:pt>
                      <c:pt idx="77">
                        <c:v>6.7945491118859991</c:v>
                      </c:pt>
                      <c:pt idx="78">
                        <c:v>12.293325838308998</c:v>
                      </c:pt>
                      <c:pt idx="79">
                        <c:v>19.255962988573998</c:v>
                      </c:pt>
                      <c:pt idx="80">
                        <c:v>24.99592995207</c:v>
                      </c:pt>
                      <c:pt idx="81">
                        <c:v>29.208813354156</c:v>
                      </c:pt>
                      <c:pt idx="82">
                        <c:v>33.364895604072998</c:v>
                      </c:pt>
                      <c:pt idx="83">
                        <c:v>37.200430589345999</c:v>
                      </c:pt>
                      <c:pt idx="84">
                        <c:v>38.955291545172003</c:v>
                      </c:pt>
                      <c:pt idx="85">
                        <c:v>41.134199262008003</c:v>
                      </c:pt>
                      <c:pt idx="86">
                        <c:v>40.794117935822996</c:v>
                      </c:pt>
                      <c:pt idx="87">
                        <c:v>39.224541080721004</c:v>
                      </c:pt>
                      <c:pt idx="88">
                        <c:v>38.370081665251</c:v>
                      </c:pt>
                      <c:pt idx="89">
                        <c:v>42.488590042509998</c:v>
                      </c:pt>
                      <c:pt idx="90">
                        <c:v>43.533901829040005</c:v>
                      </c:pt>
                      <c:pt idx="91">
                        <c:v>48.288963955455003</c:v>
                      </c:pt>
                      <c:pt idx="92">
                        <c:v>53.120716810881007</c:v>
                      </c:pt>
                      <c:pt idx="93">
                        <c:v>59.515067419886002</c:v>
                      </c:pt>
                      <c:pt idx="94">
                        <c:v>55.878859139893002</c:v>
                      </c:pt>
                      <c:pt idx="95">
                        <c:v>43.061370187203998</c:v>
                      </c:pt>
                      <c:pt idx="96">
                        <c:v>28.517362269210004</c:v>
                      </c:pt>
                      <c:pt idx="97">
                        <c:v>17.136521461318001</c:v>
                      </c:pt>
                      <c:pt idx="98">
                        <c:v>10.264142082216001</c:v>
                      </c:pt>
                      <c:pt idx="99">
                        <c:v>6.8007670327229999</c:v>
                      </c:pt>
                      <c:pt idx="100">
                        <c:v>5.4688745011010003</c:v>
                      </c:pt>
                      <c:pt idx="101">
                        <c:v>6.754086028823</c:v>
                      </c:pt>
                      <c:pt idx="102">
                        <c:v>12.533542063485001</c:v>
                      </c:pt>
                      <c:pt idx="103">
                        <c:v>19.688371792063002</c:v>
                      </c:pt>
                      <c:pt idx="104">
                        <c:v>25.021726108052999</c:v>
                      </c:pt>
                      <c:pt idx="105">
                        <c:v>29.31020299091</c:v>
                      </c:pt>
                      <c:pt idx="106">
                        <c:v>33.389910576985002</c:v>
                      </c:pt>
                      <c:pt idx="107">
                        <c:v>37.326034987402998</c:v>
                      </c:pt>
                      <c:pt idx="108">
                        <c:v>39.036288478655003</c:v>
                      </c:pt>
                      <c:pt idx="109">
                        <c:v>41.294593747337998</c:v>
                      </c:pt>
                      <c:pt idx="110">
                        <c:v>40.820235556455003</c:v>
                      </c:pt>
                      <c:pt idx="111">
                        <c:v>39.258398487355002</c:v>
                      </c:pt>
                      <c:pt idx="112">
                        <c:v>38.533382606201997</c:v>
                      </c:pt>
                      <c:pt idx="113">
                        <c:v>42.446968278727994</c:v>
                      </c:pt>
                      <c:pt idx="114">
                        <c:v>43.283360278532996</c:v>
                      </c:pt>
                      <c:pt idx="115">
                        <c:v>48.385649970605996</c:v>
                      </c:pt>
                      <c:pt idx="116">
                        <c:v>53.018318528711006</c:v>
                      </c:pt>
                      <c:pt idx="117">
                        <c:v>59.713104257224998</c:v>
                      </c:pt>
                      <c:pt idx="118">
                        <c:v>56.085543466528996</c:v>
                      </c:pt>
                      <c:pt idx="119">
                        <c:v>43.338659803112002</c:v>
                      </c:pt>
                      <c:pt idx="120">
                        <c:v>28.725296100092997</c:v>
                      </c:pt>
                      <c:pt idx="121">
                        <c:v>17.259816842572</c:v>
                      </c:pt>
                      <c:pt idx="122">
                        <c:v>10.249487002979999</c:v>
                      </c:pt>
                      <c:pt idx="123">
                        <c:v>6.7855623102170002</c:v>
                      </c:pt>
                      <c:pt idx="124">
                        <c:v>5.4860614107229999</c:v>
                      </c:pt>
                      <c:pt idx="125">
                        <c:v>6.8452172954239998</c:v>
                      </c:pt>
                      <c:pt idx="126">
                        <c:v>12.661196160044</c:v>
                      </c:pt>
                      <c:pt idx="127">
                        <c:v>19.812801615154001</c:v>
                      </c:pt>
                      <c:pt idx="128">
                        <c:v>25.281679582067</c:v>
                      </c:pt>
                      <c:pt idx="129">
                        <c:v>29.419463851479996</c:v>
                      </c:pt>
                      <c:pt idx="130">
                        <c:v>33.688213318636002</c:v>
                      </c:pt>
                      <c:pt idx="131">
                        <c:v>37.391398658382002</c:v>
                      </c:pt>
                      <c:pt idx="132">
                        <c:v>39.514331978281</c:v>
                      </c:pt>
                      <c:pt idx="133">
                        <c:v>43.544036575137994</c:v>
                      </c:pt>
                      <c:pt idx="134">
                        <c:v>42.996539021432994</c:v>
                      </c:pt>
                      <c:pt idx="135">
                        <c:v>40.714233230938</c:v>
                      </c:pt>
                      <c:pt idx="136">
                        <c:v>38.930134021537</c:v>
                      </c:pt>
                      <c:pt idx="137">
                        <c:v>42.529719960639</c:v>
                      </c:pt>
                      <c:pt idx="138">
                        <c:v>44.038631892599</c:v>
                      </c:pt>
                      <c:pt idx="139">
                        <c:v>48.856985541084001</c:v>
                      </c:pt>
                      <c:pt idx="140">
                        <c:v>53.783702903223997</c:v>
                      </c:pt>
                      <c:pt idx="141">
                        <c:v>60.178584152713995</c:v>
                      </c:pt>
                      <c:pt idx="142">
                        <c:v>56.283516447949992</c:v>
                      </c:pt>
                      <c:pt idx="143">
                        <c:v>43.389975463927996</c:v>
                      </c:pt>
                      <c:pt idx="144">
                        <c:v>29.005325832416002</c:v>
                      </c:pt>
                      <c:pt idx="145">
                        <c:v>17.405072192948001</c:v>
                      </c:pt>
                      <c:pt idx="146">
                        <c:v>10.520263293267</c:v>
                      </c:pt>
                      <c:pt idx="147">
                        <c:v>6.8862750481490007</c:v>
                      </c:pt>
                      <c:pt idx="148">
                        <c:v>5.5500530157359993</c:v>
                      </c:pt>
                      <c:pt idx="149">
                        <c:v>6.8591687997250004</c:v>
                      </c:pt>
                      <c:pt idx="150">
                        <c:v>12.804661416961</c:v>
                      </c:pt>
                      <c:pt idx="151">
                        <c:v>19.828846956461</c:v>
                      </c:pt>
                      <c:pt idx="152">
                        <c:v>25.313150143862003</c:v>
                      </c:pt>
                      <c:pt idx="153">
                        <c:v>29.449827773663003</c:v>
                      </c:pt>
                      <c:pt idx="154">
                        <c:v>33.564903087990999</c:v>
                      </c:pt>
                      <c:pt idx="155">
                        <c:v>37.139693756733003</c:v>
                      </c:pt>
                      <c:pt idx="156">
                        <c:v>38.686076523060997</c:v>
                      </c:pt>
                      <c:pt idx="157">
                        <c:v>41.074739054757003</c:v>
                      </c:pt>
                      <c:pt idx="158">
                        <c:v>40.773776754316998</c:v>
                      </c:pt>
                      <c:pt idx="159">
                        <c:v>39.438046629612998</c:v>
                      </c:pt>
                      <c:pt idx="160">
                        <c:v>39.003210511812</c:v>
                      </c:pt>
                      <c:pt idx="161">
                        <c:v>43.196072794599999</c:v>
                      </c:pt>
                      <c:pt idx="162">
                        <c:v>44.083516629127004</c:v>
                      </c:pt>
                      <c:pt idx="163">
                        <c:v>49.082739083291997</c:v>
                      </c:pt>
                      <c:pt idx="164">
                        <c:v>53.831037305142004</c:v>
                      </c:pt>
                      <c:pt idx="165">
                        <c:v>59.833142169635998</c:v>
                      </c:pt>
                      <c:pt idx="166">
                        <c:v>55.646905798740001</c:v>
                      </c:pt>
                      <c:pt idx="167">
                        <c:v>42.653033545282</c:v>
                      </c:pt>
                      <c:pt idx="168">
                        <c:v>28.324936391438996</c:v>
                      </c:pt>
                      <c:pt idx="169">
                        <c:v>17.060799729279001</c:v>
                      </c:pt>
                      <c:pt idx="170">
                        <c:v>10.307370978910001</c:v>
                      </c:pt>
                      <c:pt idx="171">
                        <c:v>6.8671712320370002</c:v>
                      </c:pt>
                      <c:pt idx="172">
                        <c:v>5.5477434393949991</c:v>
                      </c:pt>
                      <c:pt idx="173">
                        <c:v>6.8455712608759995</c:v>
                      </c:pt>
                      <c:pt idx="174">
                        <c:v>12.845900067163999</c:v>
                      </c:pt>
                      <c:pt idx="175">
                        <c:v>20.482928174466</c:v>
                      </c:pt>
                      <c:pt idx="176">
                        <c:v>26.819182081991997</c:v>
                      </c:pt>
                      <c:pt idx="177">
                        <c:v>31.219098715314001</c:v>
                      </c:pt>
                      <c:pt idx="178">
                        <c:v>34.363075863574998</c:v>
                      </c:pt>
                      <c:pt idx="179">
                        <c:v>37.600089704687001</c:v>
                      </c:pt>
                      <c:pt idx="180">
                        <c:v>39.319821929573997</c:v>
                      </c:pt>
                      <c:pt idx="181">
                        <c:v>41.770297464155</c:v>
                      </c:pt>
                      <c:pt idx="182">
                        <c:v>41.365090894369004</c:v>
                      </c:pt>
                      <c:pt idx="183">
                        <c:v>39.753895781798001</c:v>
                      </c:pt>
                      <c:pt idx="184">
                        <c:v>38.649936613049995</c:v>
                      </c:pt>
                      <c:pt idx="185">
                        <c:v>42.428870243409001</c:v>
                      </c:pt>
                      <c:pt idx="186">
                        <c:v>43.421688102036001</c:v>
                      </c:pt>
                      <c:pt idx="187">
                        <c:v>49.322649252725</c:v>
                      </c:pt>
                      <c:pt idx="188">
                        <c:v>53.913358580368005</c:v>
                      </c:pt>
                      <c:pt idx="189">
                        <c:v>60.044595917856995</c:v>
                      </c:pt>
                      <c:pt idx="190">
                        <c:v>57.301103369464997</c:v>
                      </c:pt>
                      <c:pt idx="191">
                        <c:v>46.298020082649998</c:v>
                      </c:pt>
                      <c:pt idx="192">
                        <c:v>32.617916570355</c:v>
                      </c:pt>
                      <c:pt idx="193">
                        <c:v>20.650695325446002</c:v>
                      </c:pt>
                      <c:pt idx="194">
                        <c:v>12.735253411683999</c:v>
                      </c:pt>
                      <c:pt idx="195">
                        <c:v>8.3775532272549995</c:v>
                      </c:pt>
                      <c:pt idx="196">
                        <c:v>6.2769229160689992</c:v>
                      </c:pt>
                      <c:pt idx="197">
                        <c:v>6.6302250314100011</c:v>
                      </c:pt>
                      <c:pt idx="198">
                        <c:v>10.563242057132999</c:v>
                      </c:pt>
                      <c:pt idx="199">
                        <c:v>15.258452617644998</c:v>
                      </c:pt>
                      <c:pt idx="200">
                        <c:v>21.403567917860002</c:v>
                      </c:pt>
                      <c:pt idx="201">
                        <c:v>27.402464760107001</c:v>
                      </c:pt>
                      <c:pt idx="202">
                        <c:v>33.050292437528995</c:v>
                      </c:pt>
                      <c:pt idx="203">
                        <c:v>37.718681025712002</c:v>
                      </c:pt>
                      <c:pt idx="204">
                        <c:v>37.258717508517002</c:v>
                      </c:pt>
                      <c:pt idx="205">
                        <c:v>38.717582170234003</c:v>
                      </c:pt>
                      <c:pt idx="206">
                        <c:v>46.184898472482004</c:v>
                      </c:pt>
                      <c:pt idx="207">
                        <c:v>43.335664148505003</c:v>
                      </c:pt>
                      <c:pt idx="208">
                        <c:v>40.536116694507996</c:v>
                      </c:pt>
                      <c:pt idx="209">
                        <c:v>44.261127392321995</c:v>
                      </c:pt>
                      <c:pt idx="210">
                        <c:v>44.971653062068008</c:v>
                      </c:pt>
                      <c:pt idx="211">
                        <c:v>50.263535395890997</c:v>
                      </c:pt>
                      <c:pt idx="212">
                        <c:v>55.005222040590994</c:v>
                      </c:pt>
                      <c:pt idx="213">
                        <c:v>61.261771679296999</c:v>
                      </c:pt>
                      <c:pt idx="214">
                        <c:v>58.930255514402006</c:v>
                      </c:pt>
                      <c:pt idx="215">
                        <c:v>47.46254671554</c:v>
                      </c:pt>
                      <c:pt idx="216">
                        <c:v>32.970664200572998</c:v>
                      </c:pt>
                      <c:pt idx="217">
                        <c:v>20.469310561531998</c:v>
                      </c:pt>
                      <c:pt idx="218">
                        <c:v>12.341759294827</c:v>
                      </c:pt>
                      <c:pt idx="219">
                        <c:v>7.8388878980150007</c:v>
                      </c:pt>
                      <c:pt idx="220">
                        <c:v>5.853980678409</c:v>
                      </c:pt>
                      <c:pt idx="221">
                        <c:v>6.5770065206939989</c:v>
                      </c:pt>
                      <c:pt idx="222">
                        <c:v>11.033720410429</c:v>
                      </c:pt>
                      <c:pt idx="223">
                        <c:v>16.623543728826998</c:v>
                      </c:pt>
                      <c:pt idx="224">
                        <c:v>23.001004094984999</c:v>
                      </c:pt>
                      <c:pt idx="225">
                        <c:v>28.664758725649001</c:v>
                      </c:pt>
                      <c:pt idx="226">
                        <c:v>33.697092798749999</c:v>
                      </c:pt>
                      <c:pt idx="227">
                        <c:v>37.985887965708997</c:v>
                      </c:pt>
                      <c:pt idx="228">
                        <c:v>39.377293282017</c:v>
                      </c:pt>
                      <c:pt idx="229">
                        <c:v>43.341376008297999</c:v>
                      </c:pt>
                      <c:pt idx="230">
                        <c:v>44.452889512154997</c:v>
                      </c:pt>
                      <c:pt idx="231">
                        <c:v>42.095434508811998</c:v>
                      </c:pt>
                      <c:pt idx="232">
                        <c:v>40.208786672703994</c:v>
                      </c:pt>
                      <c:pt idx="233">
                        <c:v>43.499521700461003</c:v>
                      </c:pt>
                      <c:pt idx="234">
                        <c:v>44.128106813607999</c:v>
                      </c:pt>
                      <c:pt idx="235">
                        <c:v>49.341338415541998</c:v>
                      </c:pt>
                      <c:pt idx="236">
                        <c:v>54.489874476030003</c:v>
                      </c:pt>
                      <c:pt idx="237">
                        <c:v>60.742579468677008</c:v>
                      </c:pt>
                      <c:pt idx="238">
                        <c:v>56.188176396239996</c:v>
                      </c:pt>
                      <c:pt idx="239">
                        <c:v>42.983309136514002</c:v>
                      </c:pt>
                      <c:pt idx="240">
                        <c:v>28.153933907730998</c:v>
                      </c:pt>
                      <c:pt idx="241">
                        <c:v>16.948950867702997</c:v>
                      </c:pt>
                      <c:pt idx="242">
                        <c:v>10.094754341742</c:v>
                      </c:pt>
                      <c:pt idx="243">
                        <c:v>6.7105457239229995</c:v>
                      </c:pt>
                      <c:pt idx="244">
                        <c:v>5.4710375521050008</c:v>
                      </c:pt>
                      <c:pt idx="245">
                        <c:v>6.6264412834390001</c:v>
                      </c:pt>
                      <c:pt idx="246">
                        <c:v>12.370954414958</c:v>
                      </c:pt>
                      <c:pt idx="247">
                        <c:v>19.330386276371001</c:v>
                      </c:pt>
                      <c:pt idx="248">
                        <c:v>24.946418045568997</c:v>
                      </c:pt>
                      <c:pt idx="249">
                        <c:v>28.925595350239998</c:v>
                      </c:pt>
                      <c:pt idx="250">
                        <c:v>33.208405549380998</c:v>
                      </c:pt>
                      <c:pt idx="251">
                        <c:v>37.216914379137002</c:v>
                      </c:pt>
                      <c:pt idx="252">
                        <c:v>38.992338159024001</c:v>
                      </c:pt>
                      <c:pt idx="253">
                        <c:v>41.284414978304</c:v>
                      </c:pt>
                      <c:pt idx="254">
                        <c:v>40.964567298635998</c:v>
                      </c:pt>
                      <c:pt idx="255">
                        <c:v>39.456560840033006</c:v>
                      </c:pt>
                      <c:pt idx="256">
                        <c:v>39.269134265455001</c:v>
                      </c:pt>
                      <c:pt idx="257">
                        <c:v>43.681554766505002</c:v>
                      </c:pt>
                      <c:pt idx="258">
                        <c:v>44.824303768311999</c:v>
                      </c:pt>
                      <c:pt idx="259">
                        <c:v>49.990405915872003</c:v>
                      </c:pt>
                      <c:pt idx="260">
                        <c:v>54.964137120064002</c:v>
                      </c:pt>
                      <c:pt idx="261">
                        <c:v>60.50088923333</c:v>
                      </c:pt>
                      <c:pt idx="262">
                        <c:v>55.095313151923001</c:v>
                      </c:pt>
                      <c:pt idx="263">
                        <c:v>41.235100248861002</c:v>
                      </c:pt>
                      <c:pt idx="264">
                        <c:v>27.057064454938999</c:v>
                      </c:pt>
                      <c:pt idx="265">
                        <c:v>16.081788730471001</c:v>
                      </c:pt>
                      <c:pt idx="266">
                        <c:v>9.5752595811569989</c:v>
                      </c:pt>
                      <c:pt idx="267">
                        <c:v>6.5659620141569999</c:v>
                      </c:pt>
                      <c:pt idx="268">
                        <c:v>5.344488669655</c:v>
                      </c:pt>
                      <c:pt idx="269">
                        <c:v>6.6047628306340007</c:v>
                      </c:pt>
                      <c:pt idx="270">
                        <c:v>12.679260998920999</c:v>
                      </c:pt>
                      <c:pt idx="271">
                        <c:v>19.942052884836997</c:v>
                      </c:pt>
                      <c:pt idx="272">
                        <c:v>25.371878040746001</c:v>
                      </c:pt>
                      <c:pt idx="273">
                        <c:v>29.447872704011999</c:v>
                      </c:pt>
                      <c:pt idx="274">
                        <c:v>33.601987005618</c:v>
                      </c:pt>
                      <c:pt idx="275">
                        <c:v>37.518840951230004</c:v>
                      </c:pt>
                      <c:pt idx="276">
                        <c:v>39.133827552843002</c:v>
                      </c:pt>
                      <c:pt idx="277">
                        <c:v>41.413867664115998</c:v>
                      </c:pt>
                      <c:pt idx="278">
                        <c:v>40.872745076602001</c:v>
                      </c:pt>
                      <c:pt idx="279">
                        <c:v>39.328637622909</c:v>
                      </c:pt>
                      <c:pt idx="280">
                        <c:v>39.543453476292001</c:v>
                      </c:pt>
                      <c:pt idx="281">
                        <c:v>43.636227985073006</c:v>
                      </c:pt>
                      <c:pt idx="282">
                        <c:v>44.441915001608997</c:v>
                      </c:pt>
                      <c:pt idx="283">
                        <c:v>49.941340156790005</c:v>
                      </c:pt>
                      <c:pt idx="284">
                        <c:v>55.579912663941002</c:v>
                      </c:pt>
                      <c:pt idx="285">
                        <c:v>60.833465569905997</c:v>
                      </c:pt>
                      <c:pt idx="286">
                        <c:v>54.770887734207001</c:v>
                      </c:pt>
                      <c:pt idx="287">
                        <c:v>40.868887298581001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D4D0-401F-B91D-0B623A3E00CB}"/>
                  </c:ext>
                </c:extLst>
              </c15:ser>
            </c15:filteredLineSeries>
          </c:ext>
        </c:extLst>
      </c:lineChart>
      <c:catAx>
        <c:axId val="499579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99580232"/>
        <c:crosses val="autoZero"/>
        <c:auto val="1"/>
        <c:lblAlgn val="ctr"/>
        <c:lblOffset val="100"/>
        <c:noMultiLvlLbl val="0"/>
      </c:catAx>
      <c:valAx>
        <c:axId val="499580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99579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pPr>
            <a:r>
              <a:rPr lang="fr-FR" sz="1800">
                <a:solidFill>
                  <a:schemeClr val="accent5"/>
                </a:solidFill>
              </a:rPr>
              <a:t>HW DL-UL Throughput (Gbps)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accent5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6.8201619200263006E-2"/>
          <c:y val="0.13873505395158939"/>
          <c:w val="0.90124279411050467"/>
          <c:h val="0.4968815009234957"/>
        </c:manualLayout>
      </c:layout>
      <c:lineChart>
        <c:grouping val="standard"/>
        <c:varyColors val="0"/>
        <c:ser>
          <c:idx val="2"/>
          <c:order val="2"/>
          <c:tx>
            <c:strRef>
              <c:f>'Huawei 01-10 12-10-2026'!$D$1</c:f>
              <c:strCache>
                <c:ptCount val="1"/>
                <c:pt idx="0">
                  <c:v>DL Throughput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layout>
                <c:manualLayout>
                  <c:x val="-5.8395888013998247E-2"/>
                  <c:y val="-3.931722076407118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749-41CB-B0B1-6311CA6277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'Huawei 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'Huawei 01-10 12-10-2026'!$D$2:$D$289</c:f>
              <c:numCache>
                <c:formatCode>0.00</c:formatCode>
                <c:ptCount val="288"/>
                <c:pt idx="0">
                  <c:v>425.64303484444446</c:v>
                </c:pt>
                <c:pt idx="1">
                  <c:v>268.22431656222221</c:v>
                </c:pt>
                <c:pt idx="2">
                  <c:v>160.15593492222223</c:v>
                </c:pt>
                <c:pt idx="3">
                  <c:v>103.71350967777778</c:v>
                </c:pt>
                <c:pt idx="4">
                  <c:v>82.607867139999996</c:v>
                </c:pt>
                <c:pt idx="5">
                  <c:v>108.86480793777777</c:v>
                </c:pt>
                <c:pt idx="6">
                  <c:v>207.46222699999998</c:v>
                </c:pt>
                <c:pt idx="7">
                  <c:v>297.18045933333332</c:v>
                </c:pt>
                <c:pt idx="8">
                  <c:v>353.12252364222218</c:v>
                </c:pt>
                <c:pt idx="9">
                  <c:v>377.57631237999999</c:v>
                </c:pt>
                <c:pt idx="10">
                  <c:v>411.73681225555555</c:v>
                </c:pt>
                <c:pt idx="11">
                  <c:v>459.28729720666661</c:v>
                </c:pt>
                <c:pt idx="12">
                  <c:v>497.64645391333329</c:v>
                </c:pt>
                <c:pt idx="13">
                  <c:v>562.74821583111111</c:v>
                </c:pt>
                <c:pt idx="14">
                  <c:v>575.09931439111108</c:v>
                </c:pt>
                <c:pt idx="15">
                  <c:v>550.18591132222218</c:v>
                </c:pt>
                <c:pt idx="16">
                  <c:v>497.09321511777785</c:v>
                </c:pt>
                <c:pt idx="17">
                  <c:v>504.5269780066667</c:v>
                </c:pt>
                <c:pt idx="18">
                  <c:v>501.09519446888891</c:v>
                </c:pt>
                <c:pt idx="19">
                  <c:v>585.42719270444445</c:v>
                </c:pt>
                <c:pt idx="20">
                  <c:v>651.20962594888886</c:v>
                </c:pt>
                <c:pt idx="21">
                  <c:v>728.36019874444446</c:v>
                </c:pt>
                <c:pt idx="22">
                  <c:v>723.39007246444442</c:v>
                </c:pt>
                <c:pt idx="23">
                  <c:v>627.8214831555556</c:v>
                </c:pt>
                <c:pt idx="24">
                  <c:v>469.74139721111112</c:v>
                </c:pt>
                <c:pt idx="25">
                  <c:v>310.12015921777777</c:v>
                </c:pt>
                <c:pt idx="26">
                  <c:v>190.0332146088889</c:v>
                </c:pt>
                <c:pt idx="27">
                  <c:v>120.7543332688889</c:v>
                </c:pt>
                <c:pt idx="28">
                  <c:v>88.977601613333348</c:v>
                </c:pt>
                <c:pt idx="29">
                  <c:v>105.85949891777778</c:v>
                </c:pt>
                <c:pt idx="30">
                  <c:v>184.98455653555556</c:v>
                </c:pt>
                <c:pt idx="31">
                  <c:v>269.20228764666666</c:v>
                </c:pt>
                <c:pt idx="32">
                  <c:v>356.43413692444449</c:v>
                </c:pt>
                <c:pt idx="33">
                  <c:v>416.49267207333332</c:v>
                </c:pt>
                <c:pt idx="34">
                  <c:v>466.6855223888889</c:v>
                </c:pt>
                <c:pt idx="35">
                  <c:v>522.55214577333345</c:v>
                </c:pt>
                <c:pt idx="36">
                  <c:v>532.00611022666658</c:v>
                </c:pt>
                <c:pt idx="37">
                  <c:v>570.32085886222228</c:v>
                </c:pt>
                <c:pt idx="38">
                  <c:v>657.10817378888896</c:v>
                </c:pt>
                <c:pt idx="39">
                  <c:v>609.5666745333333</c:v>
                </c:pt>
                <c:pt idx="40">
                  <c:v>528.52120046222217</c:v>
                </c:pt>
                <c:pt idx="41">
                  <c:v>524.05427639555558</c:v>
                </c:pt>
                <c:pt idx="42">
                  <c:v>515.00056706666669</c:v>
                </c:pt>
                <c:pt idx="43">
                  <c:v>601.11400411111117</c:v>
                </c:pt>
                <c:pt idx="44">
                  <c:v>673.44692219555554</c:v>
                </c:pt>
                <c:pt idx="45">
                  <c:v>757.79447224222224</c:v>
                </c:pt>
                <c:pt idx="46">
                  <c:v>745.43641254444447</c:v>
                </c:pt>
                <c:pt idx="47">
                  <c:v>647.3366371466667</c:v>
                </c:pt>
                <c:pt idx="48">
                  <c:v>484.62060155111118</c:v>
                </c:pt>
                <c:pt idx="49">
                  <c:v>317.99272355777777</c:v>
                </c:pt>
                <c:pt idx="50">
                  <c:v>190.64572132444442</c:v>
                </c:pt>
                <c:pt idx="51">
                  <c:v>119.90125981999999</c:v>
                </c:pt>
                <c:pt idx="52">
                  <c:v>89.139599622222221</c:v>
                </c:pt>
                <c:pt idx="53">
                  <c:v>108.40236334222223</c:v>
                </c:pt>
                <c:pt idx="54">
                  <c:v>194.03460090000002</c:v>
                </c:pt>
                <c:pt idx="55">
                  <c:v>280.94248062666662</c:v>
                </c:pt>
                <c:pt idx="56">
                  <c:v>358.88404767999998</c:v>
                </c:pt>
                <c:pt idx="57">
                  <c:v>402.96103325777779</c:v>
                </c:pt>
                <c:pt idx="58">
                  <c:v>435.79814734000001</c:v>
                </c:pt>
                <c:pt idx="59">
                  <c:v>480.02723456444437</c:v>
                </c:pt>
                <c:pt idx="60">
                  <c:v>506.93023651555552</c:v>
                </c:pt>
                <c:pt idx="61">
                  <c:v>582.45660966888897</c:v>
                </c:pt>
                <c:pt idx="62">
                  <c:v>604.13520143333335</c:v>
                </c:pt>
                <c:pt idx="63">
                  <c:v>570.40549321111109</c:v>
                </c:pt>
                <c:pt idx="64">
                  <c:v>507.68185510000001</c:v>
                </c:pt>
                <c:pt idx="65">
                  <c:v>511.13898204444445</c:v>
                </c:pt>
                <c:pt idx="66">
                  <c:v>501.55594168444441</c:v>
                </c:pt>
                <c:pt idx="67">
                  <c:v>581.73742562666666</c:v>
                </c:pt>
                <c:pt idx="68">
                  <c:v>653.79205347777781</c:v>
                </c:pt>
                <c:pt idx="69">
                  <c:v>730.71463976444443</c:v>
                </c:pt>
                <c:pt idx="70">
                  <c:v>711.41917326666658</c:v>
                </c:pt>
                <c:pt idx="71">
                  <c:v>595.73182292000001</c:v>
                </c:pt>
                <c:pt idx="72">
                  <c:v>420.50455572888893</c:v>
                </c:pt>
                <c:pt idx="73">
                  <c:v>259.77068611111116</c:v>
                </c:pt>
                <c:pt idx="74">
                  <c:v>155.27338514888891</c:v>
                </c:pt>
                <c:pt idx="75">
                  <c:v>100.60592624444443</c:v>
                </c:pt>
                <c:pt idx="76">
                  <c:v>80.719342911111113</c:v>
                </c:pt>
                <c:pt idx="77">
                  <c:v>104.69114306222221</c:v>
                </c:pt>
                <c:pt idx="78">
                  <c:v>199.85590491111111</c:v>
                </c:pt>
                <c:pt idx="79">
                  <c:v>281.10885001111109</c:v>
                </c:pt>
                <c:pt idx="80">
                  <c:v>338.58739748888888</c:v>
                </c:pt>
                <c:pt idx="81">
                  <c:v>364.31920019111112</c:v>
                </c:pt>
                <c:pt idx="82">
                  <c:v>394.97583919333334</c:v>
                </c:pt>
                <c:pt idx="83">
                  <c:v>442.36103768444445</c:v>
                </c:pt>
                <c:pt idx="84">
                  <c:v>474.31217499333337</c:v>
                </c:pt>
                <c:pt idx="85">
                  <c:v>533.85474365333334</c:v>
                </c:pt>
                <c:pt idx="86">
                  <c:v>544.6654648955556</c:v>
                </c:pt>
                <c:pt idx="87">
                  <c:v>517.07323094000003</c:v>
                </c:pt>
                <c:pt idx="88">
                  <c:v>485.99521208444446</c:v>
                </c:pt>
                <c:pt idx="89">
                  <c:v>499.67304925111114</c:v>
                </c:pt>
                <c:pt idx="90">
                  <c:v>494.36422876</c:v>
                </c:pt>
                <c:pt idx="91">
                  <c:v>576.90245005777774</c:v>
                </c:pt>
                <c:pt idx="92">
                  <c:v>652.75375612888888</c:v>
                </c:pt>
                <c:pt idx="93">
                  <c:v>727.78423689333329</c:v>
                </c:pt>
                <c:pt idx="94">
                  <c:v>701.4347422466667</c:v>
                </c:pt>
                <c:pt idx="95">
                  <c:v>574.37368251555552</c:v>
                </c:pt>
                <c:pt idx="96">
                  <c:v>396.16287322444441</c:v>
                </c:pt>
                <c:pt idx="97">
                  <c:v>242.69797244444447</c:v>
                </c:pt>
                <c:pt idx="98">
                  <c:v>145.45694180000001</c:v>
                </c:pt>
                <c:pt idx="99">
                  <c:v>96.502895433333336</c:v>
                </c:pt>
                <c:pt idx="100">
                  <c:v>78.69069600666667</c:v>
                </c:pt>
                <c:pt idx="101">
                  <c:v>103.74443515555555</c:v>
                </c:pt>
                <c:pt idx="102">
                  <c:v>203.55938394888886</c:v>
                </c:pt>
                <c:pt idx="103">
                  <c:v>288.75641315555561</c:v>
                </c:pt>
                <c:pt idx="104">
                  <c:v>341.82041763555554</c:v>
                </c:pt>
                <c:pt idx="105">
                  <c:v>365.67818317333331</c:v>
                </c:pt>
                <c:pt idx="106">
                  <c:v>395.86356340444445</c:v>
                </c:pt>
                <c:pt idx="107">
                  <c:v>446.55702425333334</c:v>
                </c:pt>
                <c:pt idx="108">
                  <c:v>478.27625047555557</c:v>
                </c:pt>
                <c:pt idx="109">
                  <c:v>538.56000120666658</c:v>
                </c:pt>
                <c:pt idx="110">
                  <c:v>543.76873715111117</c:v>
                </c:pt>
                <c:pt idx="111">
                  <c:v>517.11753557777774</c:v>
                </c:pt>
                <c:pt idx="112">
                  <c:v>484.59602313555558</c:v>
                </c:pt>
                <c:pt idx="113">
                  <c:v>494.04006395777776</c:v>
                </c:pt>
                <c:pt idx="114">
                  <c:v>491.43122906222226</c:v>
                </c:pt>
                <c:pt idx="115">
                  <c:v>575.63398017777786</c:v>
                </c:pt>
                <c:pt idx="116">
                  <c:v>653.90296974888884</c:v>
                </c:pt>
                <c:pt idx="117">
                  <c:v>734.99010699111113</c:v>
                </c:pt>
                <c:pt idx="118">
                  <c:v>706.94617998000001</c:v>
                </c:pt>
                <c:pt idx="119">
                  <c:v>581.83619675999989</c:v>
                </c:pt>
                <c:pt idx="120">
                  <c:v>402.23402310666665</c:v>
                </c:pt>
                <c:pt idx="121">
                  <c:v>245.97753133111109</c:v>
                </c:pt>
                <c:pt idx="122">
                  <c:v>145.93653216222222</c:v>
                </c:pt>
                <c:pt idx="123">
                  <c:v>95.978282302222226</c:v>
                </c:pt>
                <c:pt idx="124">
                  <c:v>77.988643319999994</c:v>
                </c:pt>
                <c:pt idx="125">
                  <c:v>103.17199282444444</c:v>
                </c:pt>
                <c:pt idx="126">
                  <c:v>204.82852302000001</c:v>
                </c:pt>
                <c:pt idx="127">
                  <c:v>291.9142789888889</c:v>
                </c:pt>
                <c:pt idx="128">
                  <c:v>345.17359588444447</c:v>
                </c:pt>
                <c:pt idx="129">
                  <c:v>370.75308576444445</c:v>
                </c:pt>
                <c:pt idx="130">
                  <c:v>405.00343746666664</c:v>
                </c:pt>
                <c:pt idx="131">
                  <c:v>449.50398155333329</c:v>
                </c:pt>
                <c:pt idx="132">
                  <c:v>492.63270731555554</c:v>
                </c:pt>
                <c:pt idx="133">
                  <c:v>575.94506189999993</c:v>
                </c:pt>
                <c:pt idx="134">
                  <c:v>584.11522546000003</c:v>
                </c:pt>
                <c:pt idx="135">
                  <c:v>546.58408827777771</c:v>
                </c:pt>
                <c:pt idx="136">
                  <c:v>491.97734639777781</c:v>
                </c:pt>
                <c:pt idx="137">
                  <c:v>498.51729345777778</c:v>
                </c:pt>
                <c:pt idx="138">
                  <c:v>535.30464002666668</c:v>
                </c:pt>
                <c:pt idx="139">
                  <c:v>615.68433381555553</c:v>
                </c:pt>
                <c:pt idx="140">
                  <c:v>661.99850430000004</c:v>
                </c:pt>
                <c:pt idx="141">
                  <c:v>736.81460414666662</c:v>
                </c:pt>
                <c:pt idx="142">
                  <c:v>708.27548229555555</c:v>
                </c:pt>
                <c:pt idx="143">
                  <c:v>582.99642545999995</c:v>
                </c:pt>
                <c:pt idx="144">
                  <c:v>416.59676409777774</c:v>
                </c:pt>
                <c:pt idx="145">
                  <c:v>259.13111340222224</c:v>
                </c:pt>
                <c:pt idx="146">
                  <c:v>158.62668919333333</c:v>
                </c:pt>
                <c:pt idx="147">
                  <c:v>99.537290575555559</c:v>
                </c:pt>
                <c:pt idx="148">
                  <c:v>79.409525257777773</c:v>
                </c:pt>
                <c:pt idx="149">
                  <c:v>105.51712989333333</c:v>
                </c:pt>
                <c:pt idx="150">
                  <c:v>210.54050887333332</c:v>
                </c:pt>
                <c:pt idx="151">
                  <c:v>296.75882107111113</c:v>
                </c:pt>
                <c:pt idx="152">
                  <c:v>350.95115132444442</c:v>
                </c:pt>
                <c:pt idx="153">
                  <c:v>374.39184476000003</c:v>
                </c:pt>
                <c:pt idx="154">
                  <c:v>403.57418963555557</c:v>
                </c:pt>
                <c:pt idx="155">
                  <c:v>449.78086021333337</c:v>
                </c:pt>
                <c:pt idx="156">
                  <c:v>481.06992037555551</c:v>
                </c:pt>
                <c:pt idx="157">
                  <c:v>540.48947256222232</c:v>
                </c:pt>
                <c:pt idx="158">
                  <c:v>549.10100535999993</c:v>
                </c:pt>
                <c:pt idx="159">
                  <c:v>521.88199121111109</c:v>
                </c:pt>
                <c:pt idx="160">
                  <c:v>495.73122115333337</c:v>
                </c:pt>
                <c:pt idx="161">
                  <c:v>506.67845369333332</c:v>
                </c:pt>
                <c:pt idx="162">
                  <c:v>503.98810961333334</c:v>
                </c:pt>
                <c:pt idx="163">
                  <c:v>582.47103269333331</c:v>
                </c:pt>
                <c:pt idx="164">
                  <c:v>654.05906319555561</c:v>
                </c:pt>
                <c:pt idx="165">
                  <c:v>727.0632757911111</c:v>
                </c:pt>
                <c:pt idx="166">
                  <c:v>705.58029150222228</c:v>
                </c:pt>
                <c:pt idx="167">
                  <c:v>577.75941733777779</c:v>
                </c:pt>
                <c:pt idx="168">
                  <c:v>402.47475424222228</c:v>
                </c:pt>
                <c:pt idx="169">
                  <c:v>248.12903177333334</c:v>
                </c:pt>
                <c:pt idx="170">
                  <c:v>149.64723470666667</c:v>
                </c:pt>
                <c:pt idx="171">
                  <c:v>98.933600084444436</c:v>
                </c:pt>
                <c:pt idx="172">
                  <c:v>81.057740395555555</c:v>
                </c:pt>
                <c:pt idx="173">
                  <c:v>107.60364616666666</c:v>
                </c:pt>
                <c:pt idx="174">
                  <c:v>215.4093321777778</c:v>
                </c:pt>
                <c:pt idx="175">
                  <c:v>310.50041704444448</c:v>
                </c:pt>
                <c:pt idx="176">
                  <c:v>378.3552062511111</c:v>
                </c:pt>
                <c:pt idx="177">
                  <c:v>420.82685386222226</c:v>
                </c:pt>
                <c:pt idx="178">
                  <c:v>433.43964273555548</c:v>
                </c:pt>
                <c:pt idx="179">
                  <c:v>468.19587352888891</c:v>
                </c:pt>
                <c:pt idx="180">
                  <c:v>507.05788535777782</c:v>
                </c:pt>
                <c:pt idx="181">
                  <c:v>568.47229435333338</c:v>
                </c:pt>
                <c:pt idx="182">
                  <c:v>573.42915950444444</c:v>
                </c:pt>
                <c:pt idx="183">
                  <c:v>542.35714148444447</c:v>
                </c:pt>
                <c:pt idx="184">
                  <c:v>502.22065427333337</c:v>
                </c:pt>
                <c:pt idx="185">
                  <c:v>507.78741688222226</c:v>
                </c:pt>
                <c:pt idx="186">
                  <c:v>515.00474057333338</c:v>
                </c:pt>
                <c:pt idx="187">
                  <c:v>601.67794739999999</c:v>
                </c:pt>
                <c:pt idx="188">
                  <c:v>670.75576282444445</c:v>
                </c:pt>
                <c:pt idx="189">
                  <c:v>738.99269557111108</c:v>
                </c:pt>
                <c:pt idx="190">
                  <c:v>727.16818165777784</c:v>
                </c:pt>
                <c:pt idx="191">
                  <c:v>620.16873960222222</c:v>
                </c:pt>
                <c:pt idx="192">
                  <c:v>457.71693655555549</c:v>
                </c:pt>
                <c:pt idx="193">
                  <c:v>296.83886002888892</c:v>
                </c:pt>
                <c:pt idx="194">
                  <c:v>181.60318402666667</c:v>
                </c:pt>
                <c:pt idx="195">
                  <c:v>120.20041496666666</c:v>
                </c:pt>
                <c:pt idx="196">
                  <c:v>91.268734388888888</c:v>
                </c:pt>
                <c:pt idx="197">
                  <c:v>104.5678746977778</c:v>
                </c:pt>
                <c:pt idx="198">
                  <c:v>190.48891840222223</c:v>
                </c:pt>
                <c:pt idx="199">
                  <c:v>277.07012730666668</c:v>
                </c:pt>
                <c:pt idx="200">
                  <c:v>366.99188191555555</c:v>
                </c:pt>
                <c:pt idx="201">
                  <c:v>424.08493863111113</c:v>
                </c:pt>
                <c:pt idx="202">
                  <c:v>472.19012778000001</c:v>
                </c:pt>
                <c:pt idx="203">
                  <c:v>524.17732874222213</c:v>
                </c:pt>
                <c:pt idx="204">
                  <c:v>529.9754180955556</c:v>
                </c:pt>
                <c:pt idx="205">
                  <c:v>571.53431365333324</c:v>
                </c:pt>
                <c:pt idx="206">
                  <c:v>655.55795060666674</c:v>
                </c:pt>
                <c:pt idx="207">
                  <c:v>603.64877261333334</c:v>
                </c:pt>
                <c:pt idx="208">
                  <c:v>542.46786291777778</c:v>
                </c:pt>
                <c:pt idx="209">
                  <c:v>541.03816311333333</c:v>
                </c:pt>
                <c:pt idx="210">
                  <c:v>535.24362851333331</c:v>
                </c:pt>
                <c:pt idx="211">
                  <c:v>616.16198215111115</c:v>
                </c:pt>
                <c:pt idx="212">
                  <c:v>688.58203173999993</c:v>
                </c:pt>
                <c:pt idx="213">
                  <c:v>757.67920214666663</c:v>
                </c:pt>
                <c:pt idx="214">
                  <c:v>747.29624027111106</c:v>
                </c:pt>
                <c:pt idx="215">
                  <c:v>632.63415075777777</c:v>
                </c:pt>
                <c:pt idx="216">
                  <c:v>460.41745743333331</c:v>
                </c:pt>
                <c:pt idx="217">
                  <c:v>293.46050575333334</c:v>
                </c:pt>
                <c:pt idx="218">
                  <c:v>179.0963201822222</c:v>
                </c:pt>
                <c:pt idx="219">
                  <c:v>114.19926050888888</c:v>
                </c:pt>
                <c:pt idx="220">
                  <c:v>86.815365742222212</c:v>
                </c:pt>
                <c:pt idx="221">
                  <c:v>104.37631872222222</c:v>
                </c:pt>
                <c:pt idx="222">
                  <c:v>197.27770870000001</c:v>
                </c:pt>
                <c:pt idx="223">
                  <c:v>287.09169329777779</c:v>
                </c:pt>
                <c:pt idx="224">
                  <c:v>363.97629072444442</c:v>
                </c:pt>
                <c:pt idx="225">
                  <c:v>402.66067180888888</c:v>
                </c:pt>
                <c:pt idx="226">
                  <c:v>433.44713897111109</c:v>
                </c:pt>
                <c:pt idx="227">
                  <c:v>475.22386313555552</c:v>
                </c:pt>
                <c:pt idx="228">
                  <c:v>499.07383040000002</c:v>
                </c:pt>
                <c:pt idx="229">
                  <c:v>576.39283595999996</c:v>
                </c:pt>
                <c:pt idx="230">
                  <c:v>597.70918720000009</c:v>
                </c:pt>
                <c:pt idx="231">
                  <c:v>559.27945456444445</c:v>
                </c:pt>
                <c:pt idx="232">
                  <c:v>509.01201012222225</c:v>
                </c:pt>
                <c:pt idx="233">
                  <c:v>516.01596144222219</c:v>
                </c:pt>
                <c:pt idx="234">
                  <c:v>521.46525434222224</c:v>
                </c:pt>
                <c:pt idx="235">
                  <c:v>596.71411351333336</c:v>
                </c:pt>
                <c:pt idx="236">
                  <c:v>681.01689746222223</c:v>
                </c:pt>
                <c:pt idx="237">
                  <c:v>751.38881938000009</c:v>
                </c:pt>
                <c:pt idx="238">
                  <c:v>711.76471653333329</c:v>
                </c:pt>
                <c:pt idx="239">
                  <c:v>578.64367757333332</c:v>
                </c:pt>
                <c:pt idx="240">
                  <c:v>399.05524380444444</c:v>
                </c:pt>
                <c:pt idx="241">
                  <c:v>245.90405014444445</c:v>
                </c:pt>
                <c:pt idx="242">
                  <c:v>148.41015449555556</c:v>
                </c:pt>
                <c:pt idx="243">
                  <c:v>98.899135442222217</c:v>
                </c:pt>
                <c:pt idx="244">
                  <c:v>80.552128780000004</c:v>
                </c:pt>
                <c:pt idx="245">
                  <c:v>101.35793657777779</c:v>
                </c:pt>
                <c:pt idx="246">
                  <c:v>202.45099446888887</c:v>
                </c:pt>
                <c:pt idx="247">
                  <c:v>286.21015613555556</c:v>
                </c:pt>
                <c:pt idx="248">
                  <c:v>345.50774661999998</c:v>
                </c:pt>
                <c:pt idx="249">
                  <c:v>363.58534243111114</c:v>
                </c:pt>
                <c:pt idx="250">
                  <c:v>389.34784912222227</c:v>
                </c:pt>
                <c:pt idx="251">
                  <c:v>433.09060258666665</c:v>
                </c:pt>
                <c:pt idx="252">
                  <c:v>468.49496036444441</c:v>
                </c:pt>
                <c:pt idx="253">
                  <c:v>529.27592886888885</c:v>
                </c:pt>
                <c:pt idx="254">
                  <c:v>539.12262850666662</c:v>
                </c:pt>
                <c:pt idx="255">
                  <c:v>512.33822526222218</c:v>
                </c:pt>
                <c:pt idx="256">
                  <c:v>495.17833064000001</c:v>
                </c:pt>
                <c:pt idx="257">
                  <c:v>514.14333033333332</c:v>
                </c:pt>
                <c:pt idx="258">
                  <c:v>517.23924098666669</c:v>
                </c:pt>
                <c:pt idx="259">
                  <c:v>590.67814829111114</c:v>
                </c:pt>
                <c:pt idx="260">
                  <c:v>669.361328268889</c:v>
                </c:pt>
                <c:pt idx="261">
                  <c:v>732.33169076000001</c:v>
                </c:pt>
                <c:pt idx="262">
                  <c:v>700.90129905333333</c:v>
                </c:pt>
                <c:pt idx="263">
                  <c:v>561.44728102888882</c:v>
                </c:pt>
                <c:pt idx="264">
                  <c:v>388.63326237333331</c:v>
                </c:pt>
                <c:pt idx="265">
                  <c:v>235.30624046222223</c:v>
                </c:pt>
                <c:pt idx="266">
                  <c:v>141.45471617555555</c:v>
                </c:pt>
                <c:pt idx="267">
                  <c:v>94.862509146666667</c:v>
                </c:pt>
                <c:pt idx="268">
                  <c:v>78.270753311111108</c:v>
                </c:pt>
                <c:pt idx="269">
                  <c:v>101.35205907555556</c:v>
                </c:pt>
                <c:pt idx="270">
                  <c:v>207.86042331777776</c:v>
                </c:pt>
                <c:pt idx="271">
                  <c:v>295.88435386222221</c:v>
                </c:pt>
                <c:pt idx="272">
                  <c:v>348.24850617333334</c:v>
                </c:pt>
                <c:pt idx="273">
                  <c:v>369.68660249111116</c:v>
                </c:pt>
                <c:pt idx="274">
                  <c:v>399.02768481555552</c:v>
                </c:pt>
                <c:pt idx="275">
                  <c:v>445.42633453111108</c:v>
                </c:pt>
                <c:pt idx="276">
                  <c:v>478.91427237333335</c:v>
                </c:pt>
                <c:pt idx="277">
                  <c:v>537.72054290666665</c:v>
                </c:pt>
                <c:pt idx="278">
                  <c:v>540.62012560888888</c:v>
                </c:pt>
                <c:pt idx="279">
                  <c:v>514.02502389999995</c:v>
                </c:pt>
                <c:pt idx="280">
                  <c:v>496.99012142888893</c:v>
                </c:pt>
                <c:pt idx="281">
                  <c:v>510.2167939933334</c:v>
                </c:pt>
                <c:pt idx="282">
                  <c:v>514.88068623999993</c:v>
                </c:pt>
                <c:pt idx="283">
                  <c:v>597.52721976444445</c:v>
                </c:pt>
                <c:pt idx="284">
                  <c:v>678.84392974222226</c:v>
                </c:pt>
                <c:pt idx="285">
                  <c:v>744.56274364222213</c:v>
                </c:pt>
                <c:pt idx="286">
                  <c:v>702.83928101777781</c:v>
                </c:pt>
                <c:pt idx="287">
                  <c:v>561.65675180888888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49-41CB-B0B1-6311CA6277E9}"/>
            </c:ext>
          </c:extLst>
        </c:ser>
        <c:ser>
          <c:idx val="3"/>
          <c:order val="3"/>
          <c:tx>
            <c:strRef>
              <c:f>'Huawei 01-10 12-10-2026'!$E$1</c:f>
              <c:strCache>
                <c:ptCount val="1"/>
                <c:pt idx="0">
                  <c:v>UL Throughput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layout>
                <c:manualLayout>
                  <c:x val="-5.2062554680664813E-2"/>
                  <c:y val="-3.005796150481189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749-41CB-B0B1-6311CA6277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'Huawei 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'Huawei 01-10 12-10-2026'!$E$2:$E$289</c:f>
              <c:numCache>
                <c:formatCode>0.00</c:formatCode>
                <c:ptCount val="288"/>
                <c:pt idx="0">
                  <c:v>36.463915391111108</c:v>
                </c:pt>
                <c:pt idx="1">
                  <c:v>22.182842713333333</c:v>
                </c:pt>
                <c:pt idx="2">
                  <c:v>13.216694168888889</c:v>
                </c:pt>
                <c:pt idx="3">
                  <c:v>8.7883536866666674</c:v>
                </c:pt>
                <c:pt idx="4">
                  <c:v>7.181096791111111</c:v>
                </c:pt>
                <c:pt idx="5">
                  <c:v>9.4736847533333339</c:v>
                </c:pt>
                <c:pt idx="6">
                  <c:v>16.929593740000001</c:v>
                </c:pt>
                <c:pt idx="7">
                  <c:v>25.668079720000001</c:v>
                </c:pt>
                <c:pt idx="8">
                  <c:v>32.501311093333335</c:v>
                </c:pt>
                <c:pt idx="9">
                  <c:v>37.740952344444452</c:v>
                </c:pt>
                <c:pt idx="10">
                  <c:v>42.960579500000001</c:v>
                </c:pt>
                <c:pt idx="11">
                  <c:v>47.758772542222225</c:v>
                </c:pt>
                <c:pt idx="12">
                  <c:v>49.742145928888888</c:v>
                </c:pt>
                <c:pt idx="13">
                  <c:v>53.876307582222225</c:v>
                </c:pt>
                <c:pt idx="14">
                  <c:v>53.043635615555552</c:v>
                </c:pt>
                <c:pt idx="15">
                  <c:v>50.74491297777778</c:v>
                </c:pt>
                <c:pt idx="16">
                  <c:v>48.778635691111106</c:v>
                </c:pt>
                <c:pt idx="17">
                  <c:v>53.118254844444451</c:v>
                </c:pt>
                <c:pt idx="18">
                  <c:v>54.138486244444444</c:v>
                </c:pt>
                <c:pt idx="19">
                  <c:v>60.919673973333332</c:v>
                </c:pt>
                <c:pt idx="20">
                  <c:v>67.324959902222218</c:v>
                </c:pt>
                <c:pt idx="21">
                  <c:v>74.430077395555557</c:v>
                </c:pt>
                <c:pt idx="22">
                  <c:v>70.700209100000009</c:v>
                </c:pt>
                <c:pt idx="23">
                  <c:v>57.363518231111115</c:v>
                </c:pt>
                <c:pt idx="24">
                  <c:v>40.422937820000001</c:v>
                </c:pt>
                <c:pt idx="25">
                  <c:v>25.756361715555556</c:v>
                </c:pt>
                <c:pt idx="26">
                  <c:v>15.756991062222223</c:v>
                </c:pt>
                <c:pt idx="27">
                  <c:v>10.068109226666667</c:v>
                </c:pt>
                <c:pt idx="28">
                  <c:v>7.6408739733333322</c:v>
                </c:pt>
                <c:pt idx="29">
                  <c:v>9.0912008888888884</c:v>
                </c:pt>
                <c:pt idx="30">
                  <c:v>14.278587855555555</c:v>
                </c:pt>
                <c:pt idx="31">
                  <c:v>20.495046235555556</c:v>
                </c:pt>
                <c:pt idx="32">
                  <c:v>28.373784146666669</c:v>
                </c:pt>
                <c:pt idx="33">
                  <c:v>35.847463228888891</c:v>
                </c:pt>
                <c:pt idx="34">
                  <c:v>42.487503733333334</c:v>
                </c:pt>
                <c:pt idx="35">
                  <c:v>47.884256391111116</c:v>
                </c:pt>
                <c:pt idx="36">
                  <c:v>47.076177851111112</c:v>
                </c:pt>
                <c:pt idx="37">
                  <c:v>49.72496892444444</c:v>
                </c:pt>
                <c:pt idx="38">
                  <c:v>57.960045946666668</c:v>
                </c:pt>
                <c:pt idx="39">
                  <c:v>54.32969587777778</c:v>
                </c:pt>
                <c:pt idx="40">
                  <c:v>50.511458951111109</c:v>
                </c:pt>
                <c:pt idx="41">
                  <c:v>54.980992095555564</c:v>
                </c:pt>
                <c:pt idx="42">
                  <c:v>55.248023826666667</c:v>
                </c:pt>
                <c:pt idx="43">
                  <c:v>61.70551508222222</c:v>
                </c:pt>
                <c:pt idx="44">
                  <c:v>68.123962448888889</c:v>
                </c:pt>
                <c:pt idx="45">
                  <c:v>75.707541733333329</c:v>
                </c:pt>
                <c:pt idx="46">
                  <c:v>72.829116319999997</c:v>
                </c:pt>
                <c:pt idx="47">
                  <c:v>58.964465706666665</c:v>
                </c:pt>
                <c:pt idx="48">
                  <c:v>41.438206839999999</c:v>
                </c:pt>
                <c:pt idx="49">
                  <c:v>26.077299284444443</c:v>
                </c:pt>
                <c:pt idx="50">
                  <c:v>15.677297653333333</c:v>
                </c:pt>
                <c:pt idx="51">
                  <c:v>9.9382062311111117</c:v>
                </c:pt>
                <c:pt idx="52">
                  <c:v>7.6275451177777764</c:v>
                </c:pt>
                <c:pt idx="53">
                  <c:v>9.3961300022222218</c:v>
                </c:pt>
                <c:pt idx="54">
                  <c:v>15.250785144444444</c:v>
                </c:pt>
                <c:pt idx="55">
                  <c:v>22.453291828888894</c:v>
                </c:pt>
                <c:pt idx="56">
                  <c:v>30.478151175555556</c:v>
                </c:pt>
                <c:pt idx="57">
                  <c:v>37.511050975555555</c:v>
                </c:pt>
                <c:pt idx="58">
                  <c:v>43.458084040000003</c:v>
                </c:pt>
                <c:pt idx="59">
                  <c:v>48.550318784444443</c:v>
                </c:pt>
                <c:pt idx="60">
                  <c:v>50.125574368888891</c:v>
                </c:pt>
                <c:pt idx="61">
                  <c:v>55.327469642222219</c:v>
                </c:pt>
                <c:pt idx="62">
                  <c:v>56.133136046666671</c:v>
                </c:pt>
                <c:pt idx="63">
                  <c:v>53.250993402222221</c:v>
                </c:pt>
                <c:pt idx="64">
                  <c:v>50.20395947555555</c:v>
                </c:pt>
                <c:pt idx="65">
                  <c:v>53.990457324444435</c:v>
                </c:pt>
                <c:pt idx="66">
                  <c:v>54.13595293111112</c:v>
                </c:pt>
                <c:pt idx="67">
                  <c:v>60.694241322222226</c:v>
                </c:pt>
                <c:pt idx="68">
                  <c:v>67.386473544444442</c:v>
                </c:pt>
                <c:pt idx="69">
                  <c:v>74.427390619999997</c:v>
                </c:pt>
                <c:pt idx="70">
                  <c:v>69.72992464666666</c:v>
                </c:pt>
                <c:pt idx="71">
                  <c:v>53.950809584444443</c:v>
                </c:pt>
                <c:pt idx="72">
                  <c:v>36.075998044444447</c:v>
                </c:pt>
                <c:pt idx="73">
                  <c:v>21.575480066666668</c:v>
                </c:pt>
                <c:pt idx="74">
                  <c:v>12.819784222222223</c:v>
                </c:pt>
                <c:pt idx="75">
                  <c:v>8.481053133333333</c:v>
                </c:pt>
                <c:pt idx="76">
                  <c:v>7.0031659977777778</c:v>
                </c:pt>
                <c:pt idx="77">
                  <c:v>9.211351995555555</c:v>
                </c:pt>
                <c:pt idx="78">
                  <c:v>16.681800271111111</c:v>
                </c:pt>
                <c:pt idx="79">
                  <c:v>25.364294459999996</c:v>
                </c:pt>
                <c:pt idx="80">
                  <c:v>32.500114379999999</c:v>
                </c:pt>
                <c:pt idx="81">
                  <c:v>37.766658286666669</c:v>
                </c:pt>
                <c:pt idx="82">
                  <c:v>42.719178862222222</c:v>
                </c:pt>
                <c:pt idx="83">
                  <c:v>47.379301568888884</c:v>
                </c:pt>
                <c:pt idx="84">
                  <c:v>49.275441211111108</c:v>
                </c:pt>
                <c:pt idx="85">
                  <c:v>52.774003037777774</c:v>
                </c:pt>
                <c:pt idx="86">
                  <c:v>51.876727713333338</c:v>
                </c:pt>
                <c:pt idx="87">
                  <c:v>49.475304726666671</c:v>
                </c:pt>
                <c:pt idx="88">
                  <c:v>49.068751488888886</c:v>
                </c:pt>
                <c:pt idx="89">
                  <c:v>53.7691205</c:v>
                </c:pt>
                <c:pt idx="90">
                  <c:v>54.376747222222221</c:v>
                </c:pt>
                <c:pt idx="91">
                  <c:v>61.086500360000002</c:v>
                </c:pt>
                <c:pt idx="92">
                  <c:v>68.469253439999989</c:v>
                </c:pt>
                <c:pt idx="93">
                  <c:v>74.817242186666661</c:v>
                </c:pt>
                <c:pt idx="94">
                  <c:v>68.317824200000004</c:v>
                </c:pt>
                <c:pt idx="95">
                  <c:v>51.591008955555552</c:v>
                </c:pt>
                <c:pt idx="96">
                  <c:v>33.774140513333336</c:v>
                </c:pt>
                <c:pt idx="97">
                  <c:v>20.037001197777776</c:v>
                </c:pt>
                <c:pt idx="98">
                  <c:v>12.058298395555555</c:v>
                </c:pt>
                <c:pt idx="99">
                  <c:v>8.1769389444444442</c:v>
                </c:pt>
                <c:pt idx="100">
                  <c:v>6.9547550044444444</c:v>
                </c:pt>
                <c:pt idx="101">
                  <c:v>9.2148554844444455</c:v>
                </c:pt>
                <c:pt idx="102">
                  <c:v>17.010813851111109</c:v>
                </c:pt>
                <c:pt idx="103">
                  <c:v>25.953534100000002</c:v>
                </c:pt>
                <c:pt idx="104">
                  <c:v>32.536947940000005</c:v>
                </c:pt>
                <c:pt idx="105">
                  <c:v>37.945419479999998</c:v>
                </c:pt>
                <c:pt idx="106">
                  <c:v>42.777097477777787</c:v>
                </c:pt>
                <c:pt idx="107">
                  <c:v>47.565439291111112</c:v>
                </c:pt>
                <c:pt idx="108">
                  <c:v>49.371559860000005</c:v>
                </c:pt>
                <c:pt idx="109">
                  <c:v>52.778995659999993</c:v>
                </c:pt>
                <c:pt idx="110">
                  <c:v>51.624175793333336</c:v>
                </c:pt>
                <c:pt idx="111">
                  <c:v>49.390437455555556</c:v>
                </c:pt>
                <c:pt idx="112">
                  <c:v>49.006304028888891</c:v>
                </c:pt>
                <c:pt idx="113">
                  <c:v>53.515738506666665</c:v>
                </c:pt>
                <c:pt idx="114">
                  <c:v>53.910668900000005</c:v>
                </c:pt>
                <c:pt idx="115">
                  <c:v>61.103867299999997</c:v>
                </c:pt>
                <c:pt idx="116">
                  <c:v>68.37700352666667</c:v>
                </c:pt>
                <c:pt idx="117">
                  <c:v>74.817237824444447</c:v>
                </c:pt>
                <c:pt idx="118">
                  <c:v>68.587595699999994</c:v>
                </c:pt>
                <c:pt idx="119">
                  <c:v>51.983125331111111</c:v>
                </c:pt>
                <c:pt idx="120">
                  <c:v>34.275943684444442</c:v>
                </c:pt>
                <c:pt idx="121">
                  <c:v>20.379833377777778</c:v>
                </c:pt>
                <c:pt idx="122">
                  <c:v>12.121293062222222</c:v>
                </c:pt>
                <c:pt idx="123">
                  <c:v>8.1873264066666671</c:v>
                </c:pt>
                <c:pt idx="124">
                  <c:v>6.9508456288888887</c:v>
                </c:pt>
                <c:pt idx="125">
                  <c:v>9.284709562222222</c:v>
                </c:pt>
                <c:pt idx="126">
                  <c:v>17.126552566666668</c:v>
                </c:pt>
                <c:pt idx="127">
                  <c:v>25.970404948888891</c:v>
                </c:pt>
                <c:pt idx="128">
                  <c:v>32.702643695555558</c:v>
                </c:pt>
                <c:pt idx="129">
                  <c:v>38.025931217777782</c:v>
                </c:pt>
                <c:pt idx="130">
                  <c:v>43.064976091111113</c:v>
                </c:pt>
                <c:pt idx="131">
                  <c:v>47.589156940000002</c:v>
                </c:pt>
                <c:pt idx="132">
                  <c:v>50.059343602222228</c:v>
                </c:pt>
                <c:pt idx="133">
                  <c:v>55.699060317777779</c:v>
                </c:pt>
                <c:pt idx="134">
                  <c:v>54.252093024444449</c:v>
                </c:pt>
                <c:pt idx="135">
                  <c:v>51.108492193333333</c:v>
                </c:pt>
                <c:pt idx="136">
                  <c:v>49.440457388888888</c:v>
                </c:pt>
                <c:pt idx="137">
                  <c:v>53.21977540666667</c:v>
                </c:pt>
                <c:pt idx="138">
                  <c:v>54.423230624444443</c:v>
                </c:pt>
                <c:pt idx="139">
                  <c:v>60.886664762222225</c:v>
                </c:pt>
                <c:pt idx="140">
                  <c:v>68.793613962222224</c:v>
                </c:pt>
                <c:pt idx="141">
                  <c:v>75.076011817777783</c:v>
                </c:pt>
                <c:pt idx="142">
                  <c:v>68.656393633333337</c:v>
                </c:pt>
                <c:pt idx="143">
                  <c:v>51.974425655555549</c:v>
                </c:pt>
                <c:pt idx="144">
                  <c:v>34.465618333333332</c:v>
                </c:pt>
                <c:pt idx="145">
                  <c:v>20.597383815555556</c:v>
                </c:pt>
                <c:pt idx="146">
                  <c:v>12.470556180000001</c:v>
                </c:pt>
                <c:pt idx="147">
                  <c:v>8.3235879266666668</c:v>
                </c:pt>
                <c:pt idx="148">
                  <c:v>6.9576341222222231</c:v>
                </c:pt>
                <c:pt idx="149">
                  <c:v>9.3370979133333343</c:v>
                </c:pt>
                <c:pt idx="150">
                  <c:v>17.412879288888888</c:v>
                </c:pt>
                <c:pt idx="151">
                  <c:v>25.954220391111114</c:v>
                </c:pt>
                <c:pt idx="152">
                  <c:v>32.751020079999996</c:v>
                </c:pt>
                <c:pt idx="153">
                  <c:v>37.97365528444444</c:v>
                </c:pt>
                <c:pt idx="154">
                  <c:v>42.778184268888893</c:v>
                </c:pt>
                <c:pt idx="155">
                  <c:v>47.290864473333329</c:v>
                </c:pt>
                <c:pt idx="156">
                  <c:v>48.864613706666674</c:v>
                </c:pt>
                <c:pt idx="157">
                  <c:v>52.420522211111113</c:v>
                </c:pt>
                <c:pt idx="158">
                  <c:v>51.338039902222221</c:v>
                </c:pt>
                <c:pt idx="159">
                  <c:v>49.285084382222223</c:v>
                </c:pt>
                <c:pt idx="160">
                  <c:v>49.499449219999995</c:v>
                </c:pt>
                <c:pt idx="161">
                  <c:v>54.032731433333332</c:v>
                </c:pt>
                <c:pt idx="162">
                  <c:v>54.563580413333334</c:v>
                </c:pt>
                <c:pt idx="163">
                  <c:v>61.423526871111108</c:v>
                </c:pt>
                <c:pt idx="164">
                  <c:v>68.76274002444444</c:v>
                </c:pt>
                <c:pt idx="165">
                  <c:v>74.53722584888888</c:v>
                </c:pt>
                <c:pt idx="166">
                  <c:v>67.814987244444453</c:v>
                </c:pt>
                <c:pt idx="167">
                  <c:v>51.298070866666663</c:v>
                </c:pt>
                <c:pt idx="168">
                  <c:v>33.910668575555555</c:v>
                </c:pt>
                <c:pt idx="169">
                  <c:v>20.376573457777777</c:v>
                </c:pt>
                <c:pt idx="170">
                  <c:v>12.321995517777779</c:v>
                </c:pt>
                <c:pt idx="171">
                  <c:v>8.3273142111111103</c:v>
                </c:pt>
                <c:pt idx="172">
                  <c:v>7.03193366</c:v>
                </c:pt>
                <c:pt idx="173">
                  <c:v>9.3852577688888879</c:v>
                </c:pt>
                <c:pt idx="174">
                  <c:v>17.433995495555553</c:v>
                </c:pt>
                <c:pt idx="175">
                  <c:v>26.709404515555555</c:v>
                </c:pt>
                <c:pt idx="176">
                  <c:v>34.582281000000002</c:v>
                </c:pt>
                <c:pt idx="177">
                  <c:v>40.665752771111109</c:v>
                </c:pt>
                <c:pt idx="178">
                  <c:v>44.003053235555555</c:v>
                </c:pt>
                <c:pt idx="179">
                  <c:v>47.856516222222226</c:v>
                </c:pt>
                <c:pt idx="180">
                  <c:v>49.870256884444444</c:v>
                </c:pt>
                <c:pt idx="181">
                  <c:v>53.462913451111106</c:v>
                </c:pt>
                <c:pt idx="182">
                  <c:v>52.267869073333337</c:v>
                </c:pt>
                <c:pt idx="183">
                  <c:v>49.800013171111111</c:v>
                </c:pt>
                <c:pt idx="184">
                  <c:v>48.935093562222221</c:v>
                </c:pt>
                <c:pt idx="185">
                  <c:v>53.117820613333329</c:v>
                </c:pt>
                <c:pt idx="186">
                  <c:v>54.067568551111108</c:v>
                </c:pt>
                <c:pt idx="187">
                  <c:v>61.994122248888885</c:v>
                </c:pt>
                <c:pt idx="188">
                  <c:v>69.21020679555555</c:v>
                </c:pt>
                <c:pt idx="189">
                  <c:v>75.292923728888894</c:v>
                </c:pt>
                <c:pt idx="190">
                  <c:v>70.190703955555563</c:v>
                </c:pt>
                <c:pt idx="191">
                  <c:v>55.747312266666668</c:v>
                </c:pt>
                <c:pt idx="192">
                  <c:v>38.743055848888886</c:v>
                </c:pt>
                <c:pt idx="193">
                  <c:v>24.183800291111112</c:v>
                </c:pt>
                <c:pt idx="194">
                  <c:v>14.716192360000003</c:v>
                </c:pt>
                <c:pt idx="195">
                  <c:v>9.8834381377777785</c:v>
                </c:pt>
                <c:pt idx="196">
                  <c:v>7.7140003222222226</c:v>
                </c:pt>
                <c:pt idx="197">
                  <c:v>8.8541433377777778</c:v>
                </c:pt>
                <c:pt idx="198">
                  <c:v>14.457940515555556</c:v>
                </c:pt>
                <c:pt idx="199">
                  <c:v>20.931690593333332</c:v>
                </c:pt>
                <c:pt idx="200">
                  <c:v>28.929248062222221</c:v>
                </c:pt>
                <c:pt idx="201">
                  <c:v>36.202336219999999</c:v>
                </c:pt>
                <c:pt idx="202">
                  <c:v>42.897893624444443</c:v>
                </c:pt>
                <c:pt idx="203">
                  <c:v>48.226685126666666</c:v>
                </c:pt>
                <c:pt idx="204">
                  <c:v>47.188495459999999</c:v>
                </c:pt>
                <c:pt idx="205">
                  <c:v>50.048640466666669</c:v>
                </c:pt>
                <c:pt idx="206">
                  <c:v>58.309332124444438</c:v>
                </c:pt>
                <c:pt idx="207">
                  <c:v>54.219678466666664</c:v>
                </c:pt>
                <c:pt idx="208">
                  <c:v>52.01647690888889</c:v>
                </c:pt>
                <c:pt idx="209">
                  <c:v>56.149617008888889</c:v>
                </c:pt>
                <c:pt idx="210">
                  <c:v>56.429187744444441</c:v>
                </c:pt>
                <c:pt idx="211">
                  <c:v>63.307905617777777</c:v>
                </c:pt>
                <c:pt idx="212">
                  <c:v>70.840379928888893</c:v>
                </c:pt>
                <c:pt idx="213">
                  <c:v>76.723230082222216</c:v>
                </c:pt>
                <c:pt idx="214">
                  <c:v>71.80102688444444</c:v>
                </c:pt>
                <c:pt idx="215">
                  <c:v>56.81929471555555</c:v>
                </c:pt>
                <c:pt idx="216">
                  <c:v>39.055294391111111</c:v>
                </c:pt>
                <c:pt idx="217">
                  <c:v>23.848284097777778</c:v>
                </c:pt>
                <c:pt idx="218">
                  <c:v>14.42411886888889</c:v>
                </c:pt>
                <c:pt idx="219">
                  <c:v>9.3729551600000001</c:v>
                </c:pt>
                <c:pt idx="220">
                  <c:v>7.2957423688888889</c:v>
                </c:pt>
                <c:pt idx="221">
                  <c:v>8.9443259600000005</c:v>
                </c:pt>
                <c:pt idx="222">
                  <c:v>15.167384491111111</c:v>
                </c:pt>
                <c:pt idx="223">
                  <c:v>22.675952806666665</c:v>
                </c:pt>
                <c:pt idx="224">
                  <c:v>30.843759373333334</c:v>
                </c:pt>
                <c:pt idx="225">
                  <c:v>37.446457611111114</c:v>
                </c:pt>
                <c:pt idx="226">
                  <c:v>43.312356131111116</c:v>
                </c:pt>
                <c:pt idx="227">
                  <c:v>48.305796128888886</c:v>
                </c:pt>
                <c:pt idx="228">
                  <c:v>49.780232828888892</c:v>
                </c:pt>
                <c:pt idx="229">
                  <c:v>55.266892257777776</c:v>
                </c:pt>
                <c:pt idx="230">
                  <c:v>55.800968453333333</c:v>
                </c:pt>
                <c:pt idx="231">
                  <c:v>52.374953253333331</c:v>
                </c:pt>
                <c:pt idx="232">
                  <c:v>51.132627142222219</c:v>
                </c:pt>
                <c:pt idx="233">
                  <c:v>54.66526282444444</c:v>
                </c:pt>
                <c:pt idx="234">
                  <c:v>55.237911935555559</c:v>
                </c:pt>
                <c:pt idx="235">
                  <c:v>62.177149255555548</c:v>
                </c:pt>
                <c:pt idx="236">
                  <c:v>70.100834644444447</c:v>
                </c:pt>
                <c:pt idx="237">
                  <c:v>76.076733004444435</c:v>
                </c:pt>
                <c:pt idx="238">
                  <c:v>68.937822591111114</c:v>
                </c:pt>
                <c:pt idx="239">
                  <c:v>51.69991624222223</c:v>
                </c:pt>
                <c:pt idx="240">
                  <c:v>33.626741060000001</c:v>
                </c:pt>
                <c:pt idx="241">
                  <c:v>20.140330164444443</c:v>
                </c:pt>
                <c:pt idx="242">
                  <c:v>12.098073726666666</c:v>
                </c:pt>
                <c:pt idx="243">
                  <c:v>8.2441458111111121</c:v>
                </c:pt>
                <c:pt idx="244">
                  <c:v>6.9896641422222228</c:v>
                </c:pt>
                <c:pt idx="245">
                  <c:v>8.9831063955555557</c:v>
                </c:pt>
                <c:pt idx="246">
                  <c:v>16.744139622222221</c:v>
                </c:pt>
                <c:pt idx="247">
                  <c:v>25.136477544444446</c:v>
                </c:pt>
                <c:pt idx="248">
                  <c:v>32.287352748888893</c:v>
                </c:pt>
                <c:pt idx="249">
                  <c:v>37.182718228888888</c:v>
                </c:pt>
                <c:pt idx="250">
                  <c:v>42.095147633333333</c:v>
                </c:pt>
                <c:pt idx="251">
                  <c:v>46.729644995555553</c:v>
                </c:pt>
                <c:pt idx="252">
                  <c:v>48.932004986666662</c:v>
                </c:pt>
                <c:pt idx="253">
                  <c:v>52.238232388888889</c:v>
                </c:pt>
                <c:pt idx="254">
                  <c:v>51.279212162222215</c:v>
                </c:pt>
                <c:pt idx="255">
                  <c:v>49.164690684444444</c:v>
                </c:pt>
                <c:pt idx="256">
                  <c:v>49.756467531111113</c:v>
                </c:pt>
                <c:pt idx="257">
                  <c:v>54.527130171111118</c:v>
                </c:pt>
                <c:pt idx="258">
                  <c:v>55.612739248888893</c:v>
                </c:pt>
                <c:pt idx="259">
                  <c:v>62.398380939999996</c:v>
                </c:pt>
                <c:pt idx="260">
                  <c:v>70.264476695555558</c:v>
                </c:pt>
                <c:pt idx="261">
                  <c:v>75.142912351111107</c:v>
                </c:pt>
                <c:pt idx="262">
                  <c:v>67.333967904444449</c:v>
                </c:pt>
                <c:pt idx="263">
                  <c:v>49.647232306666666</c:v>
                </c:pt>
                <c:pt idx="264">
                  <c:v>32.767584202222224</c:v>
                </c:pt>
                <c:pt idx="265">
                  <c:v>19.439854562222223</c:v>
                </c:pt>
                <c:pt idx="266">
                  <c:v>11.616575997777778</c:v>
                </c:pt>
                <c:pt idx="267">
                  <c:v>8.0372684844444446</c:v>
                </c:pt>
                <c:pt idx="268">
                  <c:v>6.8222331311111111</c:v>
                </c:pt>
                <c:pt idx="269">
                  <c:v>8.9670922911111113</c:v>
                </c:pt>
                <c:pt idx="270">
                  <c:v>17.189895100000001</c:v>
                </c:pt>
                <c:pt idx="271">
                  <c:v>26.064700066666667</c:v>
                </c:pt>
                <c:pt idx="272">
                  <c:v>32.853035257777776</c:v>
                </c:pt>
                <c:pt idx="273">
                  <c:v>37.864426235555555</c:v>
                </c:pt>
                <c:pt idx="274">
                  <c:v>43.025502328888891</c:v>
                </c:pt>
                <c:pt idx="275">
                  <c:v>47.750056091111112</c:v>
                </c:pt>
                <c:pt idx="276">
                  <c:v>49.41510737777778</c:v>
                </c:pt>
                <c:pt idx="277">
                  <c:v>52.879174920000004</c:v>
                </c:pt>
                <c:pt idx="278">
                  <c:v>51.627618404444441</c:v>
                </c:pt>
                <c:pt idx="279">
                  <c:v>49.235215013333331</c:v>
                </c:pt>
                <c:pt idx="280">
                  <c:v>50.199211048888891</c:v>
                </c:pt>
                <c:pt idx="281">
                  <c:v>54.635793017777772</c:v>
                </c:pt>
                <c:pt idx="282">
                  <c:v>55.498506133333329</c:v>
                </c:pt>
                <c:pt idx="283">
                  <c:v>62.728851633333335</c:v>
                </c:pt>
                <c:pt idx="284">
                  <c:v>71.214112095555564</c:v>
                </c:pt>
                <c:pt idx="285">
                  <c:v>75.602884380000006</c:v>
                </c:pt>
                <c:pt idx="286">
                  <c:v>66.494242131111108</c:v>
                </c:pt>
                <c:pt idx="287">
                  <c:v>48.92973089777778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749-41CB-B0B1-6311CA6277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9471664"/>
        <c:axId val="499480520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'Huawei 01-10 12-10-2026'!$B$1</c15:sqref>
                        </c15:formulaRef>
                      </c:ext>
                    </c:extLst>
                    <c:strCache>
                      <c:ptCount val="1"/>
                      <c:pt idx="0">
                        <c:v>DL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'Huawei 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'Huawei 01-10 12-10-2026'!$B$2:$B$289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191.53936568</c:v>
                      </c:pt>
                      <c:pt idx="1">
                        <c:v>120.70094245299998</c:v>
                      </c:pt>
                      <c:pt idx="2">
                        <c:v>72.070170715000003</c:v>
                      </c:pt>
                      <c:pt idx="3">
                        <c:v>46.671079354999996</c:v>
                      </c:pt>
                      <c:pt idx="4">
                        <c:v>37.173540212999995</c:v>
                      </c:pt>
                      <c:pt idx="5">
                        <c:v>48.989163572000002</c:v>
                      </c:pt>
                      <c:pt idx="6">
                        <c:v>93.358002150000004</c:v>
                      </c:pt>
                      <c:pt idx="7">
                        <c:v>133.7312067</c:v>
                      </c:pt>
                      <c:pt idx="8">
                        <c:v>158.90513563900001</c:v>
                      </c:pt>
                      <c:pt idx="9">
                        <c:v>169.909340571</c:v>
                      </c:pt>
                      <c:pt idx="10">
                        <c:v>185.28156551500001</c:v>
                      </c:pt>
                      <c:pt idx="11">
                        <c:v>206.67928374300001</c:v>
                      </c:pt>
                      <c:pt idx="12">
                        <c:v>223.94090426100001</c:v>
                      </c:pt>
                      <c:pt idx="13">
                        <c:v>253.23669712399999</c:v>
                      </c:pt>
                      <c:pt idx="14">
                        <c:v>258.79469147599997</c:v>
                      </c:pt>
                      <c:pt idx="15">
                        <c:v>247.58366009499997</c:v>
                      </c:pt>
                      <c:pt idx="16">
                        <c:v>223.69194680300001</c:v>
                      </c:pt>
                      <c:pt idx="17">
                        <c:v>227.03714010300001</c:v>
                      </c:pt>
                      <c:pt idx="18">
                        <c:v>225.492837511</c:v>
                      </c:pt>
                      <c:pt idx="19">
                        <c:v>263.44223671700001</c:v>
                      </c:pt>
                      <c:pt idx="20">
                        <c:v>293.044331677</c:v>
                      </c:pt>
                      <c:pt idx="21">
                        <c:v>327.76208943500001</c:v>
                      </c:pt>
                      <c:pt idx="22">
                        <c:v>325.52553260899998</c:v>
                      </c:pt>
                      <c:pt idx="23">
                        <c:v>282.51966742000002</c:v>
                      </c:pt>
                      <c:pt idx="24">
                        <c:v>211.38362874500001</c:v>
                      </c:pt>
                      <c:pt idx="25">
                        <c:v>139.55407164799999</c:v>
                      </c:pt>
                      <c:pt idx="26">
                        <c:v>85.514946573999993</c:v>
                      </c:pt>
                      <c:pt idx="27">
                        <c:v>54.339449971000001</c:v>
                      </c:pt>
                      <c:pt idx="28">
                        <c:v>40.039920725999998</c:v>
                      </c:pt>
                      <c:pt idx="29">
                        <c:v>47.636774512999999</c:v>
                      </c:pt>
                      <c:pt idx="30">
                        <c:v>83.243050440999994</c:v>
                      </c:pt>
                      <c:pt idx="31">
                        <c:v>121.14102944100001</c:v>
                      </c:pt>
                      <c:pt idx="32">
                        <c:v>160.395361616</c:v>
                      </c:pt>
                      <c:pt idx="33">
                        <c:v>187.42170243299998</c:v>
                      </c:pt>
                      <c:pt idx="34">
                        <c:v>210.00848507500001</c:v>
                      </c:pt>
                      <c:pt idx="35">
                        <c:v>235.148465598</c:v>
                      </c:pt>
                      <c:pt idx="36">
                        <c:v>239.40274960199997</c:v>
                      </c:pt>
                      <c:pt idx="37">
                        <c:v>256.64438648800001</c:v>
                      </c:pt>
                      <c:pt idx="38">
                        <c:v>295.69867820499996</c:v>
                      </c:pt>
                      <c:pt idx="39">
                        <c:v>274.30500353999997</c:v>
                      </c:pt>
                      <c:pt idx="40">
                        <c:v>237.83454020799999</c:v>
                      </c:pt>
                      <c:pt idx="41">
                        <c:v>235.824424378</c:v>
                      </c:pt>
                      <c:pt idx="42">
                        <c:v>231.75025517999998</c:v>
                      </c:pt>
                      <c:pt idx="43">
                        <c:v>270.50130184999995</c:v>
                      </c:pt>
                      <c:pt idx="44">
                        <c:v>303.05111498799999</c:v>
                      </c:pt>
                      <c:pt idx="45">
                        <c:v>341.00751250900004</c:v>
                      </c:pt>
                      <c:pt idx="46">
                        <c:v>335.44638564499996</c:v>
                      </c:pt>
                      <c:pt idx="47">
                        <c:v>291.301486716</c:v>
                      </c:pt>
                      <c:pt idx="48">
                        <c:v>218.07927069800002</c:v>
                      </c:pt>
                      <c:pt idx="49">
                        <c:v>143.096725601</c:v>
                      </c:pt>
                      <c:pt idx="50">
                        <c:v>85.790574595999999</c:v>
                      </c:pt>
                      <c:pt idx="51">
                        <c:v>53.955566918999999</c:v>
                      </c:pt>
                      <c:pt idx="52">
                        <c:v>40.112819829999999</c:v>
                      </c:pt>
                      <c:pt idx="53">
                        <c:v>48.781063504000002</c:v>
                      </c:pt>
                      <c:pt idx="54">
                        <c:v>87.315570405000017</c:v>
                      </c:pt>
                      <c:pt idx="55">
                        <c:v>126.42411628200001</c:v>
                      </c:pt>
                      <c:pt idx="56">
                        <c:v>161.497821456</c:v>
                      </c:pt>
                      <c:pt idx="57">
                        <c:v>181.332464966</c:v>
                      </c:pt>
                      <c:pt idx="58">
                        <c:v>196.10916630299999</c:v>
                      </c:pt>
                      <c:pt idx="59">
                        <c:v>216.01225555400001</c:v>
                      </c:pt>
                      <c:pt idx="60">
                        <c:v>228.11860643200001</c:v>
                      </c:pt>
                      <c:pt idx="61">
                        <c:v>262.105474351</c:v>
                      </c:pt>
                      <c:pt idx="62">
                        <c:v>271.860840645</c:v>
                      </c:pt>
                      <c:pt idx="63">
                        <c:v>256.68247194500003</c:v>
                      </c:pt>
                      <c:pt idx="64">
                        <c:v>228.45683479499999</c:v>
                      </c:pt>
                      <c:pt idx="65">
                        <c:v>230.01254191999999</c:v>
                      </c:pt>
                      <c:pt idx="66">
                        <c:v>225.70017375800001</c:v>
                      </c:pt>
                      <c:pt idx="67">
                        <c:v>261.78184153199999</c:v>
                      </c:pt>
                      <c:pt idx="68">
                        <c:v>294.20642406499996</c:v>
                      </c:pt>
                      <c:pt idx="69">
                        <c:v>328.821587894</c:v>
                      </c:pt>
                      <c:pt idx="70">
                        <c:v>320.13862797000002</c:v>
                      </c:pt>
                      <c:pt idx="71">
                        <c:v>268.07932031400003</c:v>
                      </c:pt>
                      <c:pt idx="72">
                        <c:v>189.22705007799999</c:v>
                      </c:pt>
                      <c:pt idx="73">
                        <c:v>116.89680875000001</c:v>
                      </c:pt>
                      <c:pt idx="74">
                        <c:v>69.873023317000005</c:v>
                      </c:pt>
                      <c:pt idx="75">
                        <c:v>45.272666810000004</c:v>
                      </c:pt>
                      <c:pt idx="76">
                        <c:v>36.323704310000004</c:v>
                      </c:pt>
                      <c:pt idx="77">
                        <c:v>47.111014378</c:v>
                      </c:pt>
                      <c:pt idx="78">
                        <c:v>89.93515721</c:v>
                      </c:pt>
                      <c:pt idx="79">
                        <c:v>126.49898250499999</c:v>
                      </c:pt>
                      <c:pt idx="80">
                        <c:v>152.36432887000001</c:v>
                      </c:pt>
                      <c:pt idx="81">
                        <c:v>163.94364008600002</c:v>
                      </c:pt>
                      <c:pt idx="82">
                        <c:v>177.73912763700002</c:v>
                      </c:pt>
                      <c:pt idx="83">
                        <c:v>199.06246695799999</c:v>
                      </c:pt>
                      <c:pt idx="84">
                        <c:v>213.44047874699999</c:v>
                      </c:pt>
                      <c:pt idx="85">
                        <c:v>240.23463464400001</c:v>
                      </c:pt>
                      <c:pt idx="86">
                        <c:v>245.09945920299998</c:v>
                      </c:pt>
                      <c:pt idx="87">
                        <c:v>232.68295392300001</c:v>
                      </c:pt>
                      <c:pt idx="88">
                        <c:v>218.697845438</c:v>
                      </c:pt>
                      <c:pt idx="89">
                        <c:v>224.85287216300003</c:v>
                      </c:pt>
                      <c:pt idx="90">
                        <c:v>222.463902942</c:v>
                      </c:pt>
                      <c:pt idx="91">
                        <c:v>259.60610252599997</c:v>
                      </c:pt>
                      <c:pt idx="92">
                        <c:v>293.73919025800001</c:v>
                      </c:pt>
                      <c:pt idx="93">
                        <c:v>327.502906602</c:v>
                      </c:pt>
                      <c:pt idx="94">
                        <c:v>315.64563401099997</c:v>
                      </c:pt>
                      <c:pt idx="95">
                        <c:v>258.46815713199999</c:v>
                      </c:pt>
                      <c:pt idx="96">
                        <c:v>178.273292951</c:v>
                      </c:pt>
                      <c:pt idx="97">
                        <c:v>109.2140876</c:v>
                      </c:pt>
                      <c:pt idx="98">
                        <c:v>65.455623810000006</c:v>
                      </c:pt>
                      <c:pt idx="99">
                        <c:v>43.426302945000003</c:v>
                      </c:pt>
                      <c:pt idx="100">
                        <c:v>35.410813203000004</c:v>
                      </c:pt>
                      <c:pt idx="101">
                        <c:v>46.684995819999997</c:v>
                      </c:pt>
                      <c:pt idx="102">
                        <c:v>91.601722777000006</c:v>
                      </c:pt>
                      <c:pt idx="103">
                        <c:v>129.94038591999998</c:v>
                      </c:pt>
                      <c:pt idx="104">
                        <c:v>153.81918793599999</c:v>
                      </c:pt>
                      <c:pt idx="105">
                        <c:v>164.55518242800002</c:v>
                      </c:pt>
                      <c:pt idx="106">
                        <c:v>178.13860353199999</c:v>
                      </c:pt>
                      <c:pt idx="107">
                        <c:v>200.95066091400003</c:v>
                      </c:pt>
                      <c:pt idx="108">
                        <c:v>215.22431271400001</c:v>
                      </c:pt>
                      <c:pt idx="109">
                        <c:v>242.35200054299997</c:v>
                      </c:pt>
                      <c:pt idx="110">
                        <c:v>244.695931718</c:v>
                      </c:pt>
                      <c:pt idx="111">
                        <c:v>232.70289100999997</c:v>
                      </c:pt>
                      <c:pt idx="112">
                        <c:v>218.06821041100002</c:v>
                      </c:pt>
                      <c:pt idx="113">
                        <c:v>222.31802878100001</c:v>
                      </c:pt>
                      <c:pt idx="114">
                        <c:v>221.14405307799998</c:v>
                      </c:pt>
                      <c:pt idx="115">
                        <c:v>259.03529107999998</c:v>
                      </c:pt>
                      <c:pt idx="116">
                        <c:v>294.25633638699998</c:v>
                      </c:pt>
                      <c:pt idx="117">
                        <c:v>330.74554814600003</c:v>
                      </c:pt>
                      <c:pt idx="118">
                        <c:v>318.125780991</c:v>
                      </c:pt>
                      <c:pt idx="119">
                        <c:v>261.82628854199999</c:v>
                      </c:pt>
                      <c:pt idx="120">
                        <c:v>181.00531039799998</c:v>
                      </c:pt>
                      <c:pt idx="121">
                        <c:v>110.689889099</c:v>
                      </c:pt>
                      <c:pt idx="122">
                        <c:v>65.671439473000007</c:v>
                      </c:pt>
                      <c:pt idx="123">
                        <c:v>43.190227035999996</c:v>
                      </c:pt>
                      <c:pt idx="124">
                        <c:v>35.094889494</c:v>
                      </c:pt>
                      <c:pt idx="125">
                        <c:v>46.427396771000005</c:v>
                      </c:pt>
                      <c:pt idx="126">
                        <c:v>92.172835359000004</c:v>
                      </c:pt>
                      <c:pt idx="127">
                        <c:v>131.361425545</c:v>
                      </c:pt>
                      <c:pt idx="128">
                        <c:v>155.32811814799999</c:v>
                      </c:pt>
                      <c:pt idx="129">
                        <c:v>166.838888594</c:v>
                      </c:pt>
                      <c:pt idx="130">
                        <c:v>182.25154685999999</c:v>
                      </c:pt>
                      <c:pt idx="131">
                        <c:v>202.276791699</c:v>
                      </c:pt>
                      <c:pt idx="132">
                        <c:v>221.68471829200001</c:v>
                      </c:pt>
                      <c:pt idx="133">
                        <c:v>259.17527785499999</c:v>
                      </c:pt>
                      <c:pt idx="134">
                        <c:v>262.85185145700001</c:v>
                      </c:pt>
                      <c:pt idx="135">
                        <c:v>245.96283972499998</c:v>
                      </c:pt>
                      <c:pt idx="136">
                        <c:v>221.38980587899999</c:v>
                      </c:pt>
                      <c:pt idx="137">
                        <c:v>224.33278205599999</c:v>
                      </c:pt>
                      <c:pt idx="138">
                        <c:v>240.88708801200002</c:v>
                      </c:pt>
                      <c:pt idx="139">
                        <c:v>277.05795021699998</c:v>
                      </c:pt>
                      <c:pt idx="140">
                        <c:v>297.89932693500003</c:v>
                      </c:pt>
                      <c:pt idx="141">
                        <c:v>331.566571866</c:v>
                      </c:pt>
                      <c:pt idx="142">
                        <c:v>318.72396703300001</c:v>
                      </c:pt>
                      <c:pt idx="143">
                        <c:v>262.34839145699999</c:v>
                      </c:pt>
                      <c:pt idx="144">
                        <c:v>187.46854384400001</c:v>
                      </c:pt>
                      <c:pt idx="145">
                        <c:v>116.60900103100001</c:v>
                      </c:pt>
                      <c:pt idx="146">
                        <c:v>71.382010136999995</c:v>
                      </c:pt>
                      <c:pt idx="147">
                        <c:v>44.791780758999998</c:v>
                      </c:pt>
                      <c:pt idx="148">
                        <c:v>35.734286365999999</c:v>
                      </c:pt>
                      <c:pt idx="149">
                        <c:v>47.482708451999997</c:v>
                      </c:pt>
                      <c:pt idx="150">
                        <c:v>94.743228993000002</c:v>
                      </c:pt>
                      <c:pt idx="151">
                        <c:v>133.541469482</c:v>
                      </c:pt>
                      <c:pt idx="152">
                        <c:v>157.92801809600002</c:v>
                      </c:pt>
                      <c:pt idx="153">
                        <c:v>168.47633014199999</c:v>
                      </c:pt>
                      <c:pt idx="154">
                        <c:v>181.608385336</c:v>
                      </c:pt>
                      <c:pt idx="155">
                        <c:v>202.40138709600001</c:v>
                      </c:pt>
                      <c:pt idx="156">
                        <c:v>216.48146416899999</c:v>
                      </c:pt>
                      <c:pt idx="157">
                        <c:v>243.22026265299999</c:v>
                      </c:pt>
                      <c:pt idx="158">
                        <c:v>247.09545241199999</c:v>
                      </c:pt>
                      <c:pt idx="159">
                        <c:v>234.84689604500002</c:v>
                      </c:pt>
                      <c:pt idx="160">
                        <c:v>223.07904951899997</c:v>
                      </c:pt>
                      <c:pt idx="161">
                        <c:v>228.00530416200002</c:v>
                      </c:pt>
                      <c:pt idx="162">
                        <c:v>226.79464932599998</c:v>
                      </c:pt>
                      <c:pt idx="163">
                        <c:v>262.11196471200003</c:v>
                      </c:pt>
                      <c:pt idx="164">
                        <c:v>294.32657843799996</c:v>
                      </c:pt>
                      <c:pt idx="165">
                        <c:v>327.17847410600001</c:v>
                      </c:pt>
                      <c:pt idx="166">
                        <c:v>317.51113117600005</c:v>
                      </c:pt>
                      <c:pt idx="167">
                        <c:v>259.99173780199999</c:v>
                      </c:pt>
                      <c:pt idx="168">
                        <c:v>181.113639409</c:v>
                      </c:pt>
                      <c:pt idx="169">
                        <c:v>111.658064298</c:v>
                      </c:pt>
                      <c:pt idx="170">
                        <c:v>67.341255618000005</c:v>
                      </c:pt>
                      <c:pt idx="171">
                        <c:v>44.520120038000002</c:v>
                      </c:pt>
                      <c:pt idx="172">
                        <c:v>36.475983177999993</c:v>
                      </c:pt>
                      <c:pt idx="173">
                        <c:v>48.421640775</c:v>
                      </c:pt>
                      <c:pt idx="174">
                        <c:v>96.93419947999999</c:v>
                      </c:pt>
                      <c:pt idx="175">
                        <c:v>139.72518767</c:v>
                      </c:pt>
                      <c:pt idx="176">
                        <c:v>170.25984281299998</c:v>
                      </c:pt>
                      <c:pt idx="177">
                        <c:v>189.37208423799999</c:v>
                      </c:pt>
                      <c:pt idx="178">
                        <c:v>195.04783923100001</c:v>
                      </c:pt>
                      <c:pt idx="179">
                        <c:v>210.688143088</c:v>
                      </c:pt>
                      <c:pt idx="180">
                        <c:v>228.17604841099998</c:v>
                      </c:pt>
                      <c:pt idx="181">
                        <c:v>255.81253245899998</c:v>
                      </c:pt>
                      <c:pt idx="182">
                        <c:v>258.04312177700001</c:v>
                      </c:pt>
                      <c:pt idx="183">
                        <c:v>244.06071366799998</c:v>
                      </c:pt>
                      <c:pt idx="184">
                        <c:v>225.99929442300001</c:v>
                      </c:pt>
                      <c:pt idx="185">
                        <c:v>228.50433759699996</c:v>
                      </c:pt>
                      <c:pt idx="186">
                        <c:v>231.75213325800001</c:v>
                      </c:pt>
                      <c:pt idx="187">
                        <c:v>270.75507633000001</c:v>
                      </c:pt>
                      <c:pt idx="188">
                        <c:v>301.840093271</c:v>
                      </c:pt>
                      <c:pt idx="189">
                        <c:v>332.54671300699999</c:v>
                      </c:pt>
                      <c:pt idx="190">
                        <c:v>327.22568174600002</c:v>
                      </c:pt>
                      <c:pt idx="191">
                        <c:v>279.07593282100004</c:v>
                      </c:pt>
                      <c:pt idx="192">
                        <c:v>205.97262145000002</c:v>
                      </c:pt>
                      <c:pt idx="193">
                        <c:v>133.577487013</c:v>
                      </c:pt>
                      <c:pt idx="194">
                        <c:v>81.721432812000003</c:v>
                      </c:pt>
                      <c:pt idx="195">
                        <c:v>54.090186734999996</c:v>
                      </c:pt>
                      <c:pt idx="196">
                        <c:v>41.070930474999997</c:v>
                      </c:pt>
                      <c:pt idx="197">
                        <c:v>47.055543614000001</c:v>
                      </c:pt>
                      <c:pt idx="198">
                        <c:v>85.720013281000007</c:v>
                      </c:pt>
                      <c:pt idx="199">
                        <c:v>124.68155728800001</c:v>
                      </c:pt>
                      <c:pt idx="200">
                        <c:v>165.146346862</c:v>
                      </c:pt>
                      <c:pt idx="201">
                        <c:v>190.83822238399998</c:v>
                      </c:pt>
                      <c:pt idx="202">
                        <c:v>212.48555750099999</c:v>
                      </c:pt>
                      <c:pt idx="203">
                        <c:v>235.87979793399995</c:v>
                      </c:pt>
                      <c:pt idx="204">
                        <c:v>238.48893814299998</c:v>
                      </c:pt>
                      <c:pt idx="205">
                        <c:v>257.19044114399998</c:v>
                      </c:pt>
                      <c:pt idx="206">
                        <c:v>295.00107777299996</c:v>
                      </c:pt>
                      <c:pt idx="207">
                        <c:v>271.64194767599997</c:v>
                      </c:pt>
                      <c:pt idx="208">
                        <c:v>244.11053831300001</c:v>
                      </c:pt>
                      <c:pt idx="209">
                        <c:v>243.467173401</c:v>
                      </c:pt>
                      <c:pt idx="210">
                        <c:v>240.859632831</c:v>
                      </c:pt>
                      <c:pt idx="211">
                        <c:v>277.27289196800001</c:v>
                      </c:pt>
                      <c:pt idx="212">
                        <c:v>309.86191428299998</c:v>
                      </c:pt>
                      <c:pt idx="213">
                        <c:v>340.95564096599998</c:v>
                      </c:pt>
                      <c:pt idx="214">
                        <c:v>336.28330812199999</c:v>
                      </c:pt>
                      <c:pt idx="215">
                        <c:v>284.68536784100002</c:v>
                      </c:pt>
                      <c:pt idx="216">
                        <c:v>207.187855845</c:v>
                      </c:pt>
                      <c:pt idx="217">
                        <c:v>132.05722758899998</c:v>
                      </c:pt>
                      <c:pt idx="218">
                        <c:v>80.593344082000002</c:v>
                      </c:pt>
                      <c:pt idx="219">
                        <c:v>51.389667229000004</c:v>
                      </c:pt>
                      <c:pt idx="220">
                        <c:v>39.066914583999996</c:v>
                      </c:pt>
                      <c:pt idx="221">
                        <c:v>46.969343424999998</c:v>
                      </c:pt>
                      <c:pt idx="222">
                        <c:v>88.774968915000002</c:v>
                      </c:pt>
                      <c:pt idx="223">
                        <c:v>129.19126198399999</c:v>
                      </c:pt>
                      <c:pt idx="224">
                        <c:v>163.789330826</c:v>
                      </c:pt>
                      <c:pt idx="225">
                        <c:v>181.19730231400001</c:v>
                      </c:pt>
                      <c:pt idx="226">
                        <c:v>195.051212537</c:v>
                      </c:pt>
                      <c:pt idx="227">
                        <c:v>213.85073841100001</c:v>
                      </c:pt>
                      <c:pt idx="228">
                        <c:v>224.58322368</c:v>
                      </c:pt>
                      <c:pt idx="229">
                        <c:v>259.37677618199996</c:v>
                      </c:pt>
                      <c:pt idx="230">
                        <c:v>268.96913424000002</c:v>
                      </c:pt>
                      <c:pt idx="231">
                        <c:v>251.67575455400001</c:v>
                      </c:pt>
                      <c:pt idx="232">
                        <c:v>229.055404555</c:v>
                      </c:pt>
                      <c:pt idx="233">
                        <c:v>232.20718264900003</c:v>
                      </c:pt>
                      <c:pt idx="234">
                        <c:v>234.65936445399998</c:v>
                      </c:pt>
                      <c:pt idx="235">
                        <c:v>268.52135108099998</c:v>
                      </c:pt>
                      <c:pt idx="236">
                        <c:v>306.45760385800003</c:v>
                      </c:pt>
                      <c:pt idx="237">
                        <c:v>338.12496872099996</c:v>
                      </c:pt>
                      <c:pt idx="238">
                        <c:v>320.29412244000002</c:v>
                      </c:pt>
                      <c:pt idx="239">
                        <c:v>260.38965490800001</c:v>
                      </c:pt>
                      <c:pt idx="240">
                        <c:v>179.57485971200001</c:v>
                      </c:pt>
                      <c:pt idx="241">
                        <c:v>110.656822565</c:v>
                      </c:pt>
                      <c:pt idx="242">
                        <c:v>66.784569523000002</c:v>
                      </c:pt>
                      <c:pt idx="243">
                        <c:v>44.504610948999996</c:v>
                      </c:pt>
                      <c:pt idx="244">
                        <c:v>36.248457950999999</c:v>
                      </c:pt>
                      <c:pt idx="245">
                        <c:v>45.611071459999998</c:v>
                      </c:pt>
                      <c:pt idx="246">
                        <c:v>91.102947510999996</c:v>
                      </c:pt>
                      <c:pt idx="247">
                        <c:v>128.79457026099999</c:v>
                      </c:pt>
                      <c:pt idx="248">
                        <c:v>155.47848597899997</c:v>
                      </c:pt>
                      <c:pt idx="249">
                        <c:v>163.61340409399997</c:v>
                      </c:pt>
                      <c:pt idx="250">
                        <c:v>175.20653210500001</c:v>
                      </c:pt>
                      <c:pt idx="251">
                        <c:v>194.890771164</c:v>
                      </c:pt>
                      <c:pt idx="252">
                        <c:v>210.822732164</c:v>
                      </c:pt>
                      <c:pt idx="253">
                        <c:v>238.17416799099999</c:v>
                      </c:pt>
                      <c:pt idx="254">
                        <c:v>242.60518282800001</c:v>
                      </c:pt>
                      <c:pt idx="255">
                        <c:v>230.55220136799997</c:v>
                      </c:pt>
                      <c:pt idx="256">
                        <c:v>222.83024878800001</c:v>
                      </c:pt>
                      <c:pt idx="257">
                        <c:v>231.36449865</c:v>
                      </c:pt>
                      <c:pt idx="258">
                        <c:v>232.75765844399999</c:v>
                      </c:pt>
                      <c:pt idx="259">
                        <c:v>265.80516673099999</c:v>
                      </c:pt>
                      <c:pt idx="260">
                        <c:v>301.21259772100001</c:v>
                      </c:pt>
                      <c:pt idx="261">
                        <c:v>329.54926084199997</c:v>
                      </c:pt>
                      <c:pt idx="262">
                        <c:v>315.40558457399999</c:v>
                      </c:pt>
                      <c:pt idx="263">
                        <c:v>252.65127646300002</c:v>
                      </c:pt>
                      <c:pt idx="264">
                        <c:v>174.88496806799998</c:v>
                      </c:pt>
                      <c:pt idx="265">
                        <c:v>105.887808208</c:v>
                      </c:pt>
                      <c:pt idx="266">
                        <c:v>63.654622279000009</c:v>
                      </c:pt>
                      <c:pt idx="267">
                        <c:v>42.688129115999999</c:v>
                      </c:pt>
                      <c:pt idx="268">
                        <c:v>35.221838990000002</c:v>
                      </c:pt>
                      <c:pt idx="269">
                        <c:v>45.608426584</c:v>
                      </c:pt>
                      <c:pt idx="270">
                        <c:v>93.537190493000011</c:v>
                      </c:pt>
                      <c:pt idx="271">
                        <c:v>133.147959238</c:v>
                      </c:pt>
                      <c:pt idx="272">
                        <c:v>156.71182777799999</c:v>
                      </c:pt>
                      <c:pt idx="273">
                        <c:v>166.358971121</c:v>
                      </c:pt>
                      <c:pt idx="274">
                        <c:v>179.56245816700002</c:v>
                      </c:pt>
                      <c:pt idx="275">
                        <c:v>200.441850539</c:v>
                      </c:pt>
                      <c:pt idx="276">
                        <c:v>215.511422568</c:v>
                      </c:pt>
                      <c:pt idx="277">
                        <c:v>241.97424430800001</c:v>
                      </c:pt>
                      <c:pt idx="278">
                        <c:v>243.279056524</c:v>
                      </c:pt>
                      <c:pt idx="279">
                        <c:v>231.31126075499998</c:v>
                      </c:pt>
                      <c:pt idx="280">
                        <c:v>223.645554643</c:v>
                      </c:pt>
                      <c:pt idx="281">
                        <c:v>229.59755729700001</c:v>
                      </c:pt>
                      <c:pt idx="282">
                        <c:v>231.696308808</c:v>
                      </c:pt>
                      <c:pt idx="283">
                        <c:v>268.88724889399998</c:v>
                      </c:pt>
                      <c:pt idx="284">
                        <c:v>305.47976838399995</c:v>
                      </c:pt>
                      <c:pt idx="285">
                        <c:v>335.05323463900004</c:v>
                      </c:pt>
                      <c:pt idx="286">
                        <c:v>316.27767645800003</c:v>
                      </c:pt>
                      <c:pt idx="287">
                        <c:v>252.74553831399999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4749-41CB-B0B1-6311CA6277E9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'Huawei 01-10 12-10-2026'!$C$1</c15:sqref>
                        </c15:formulaRef>
                      </c:ext>
                    </c:extLst>
                    <c:strCache>
                      <c:ptCount val="1"/>
                      <c:pt idx="0">
                        <c:v>UL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'Huawei 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'Huawei 01-10 12-10-2026'!$C$2:$C$289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16.408761925999997</c:v>
                      </c:pt>
                      <c:pt idx="1">
                        <c:v>9.9822792209999989</c:v>
                      </c:pt>
                      <c:pt idx="2">
                        <c:v>5.9475123759999997</c:v>
                      </c:pt>
                      <c:pt idx="3">
                        <c:v>3.954759159</c:v>
                      </c:pt>
                      <c:pt idx="4">
                        <c:v>3.2314935559999998</c:v>
                      </c:pt>
                      <c:pt idx="5">
                        <c:v>4.2631581390000006</c:v>
                      </c:pt>
                      <c:pt idx="6">
                        <c:v>7.6183171829999994</c:v>
                      </c:pt>
                      <c:pt idx="7">
                        <c:v>11.550635873999999</c:v>
                      </c:pt>
                      <c:pt idx="8">
                        <c:v>14.625589992</c:v>
                      </c:pt>
                      <c:pt idx="9">
                        <c:v>16.983428555</c:v>
                      </c:pt>
                      <c:pt idx="10">
                        <c:v>19.332260775000002</c:v>
                      </c:pt>
                      <c:pt idx="11">
                        <c:v>21.491447644000001</c:v>
                      </c:pt>
                      <c:pt idx="12">
                        <c:v>22.383965667999998</c:v>
                      </c:pt>
                      <c:pt idx="13">
                        <c:v>24.244338411999998</c:v>
                      </c:pt>
                      <c:pt idx="14">
                        <c:v>23.869636027000002</c:v>
                      </c:pt>
                      <c:pt idx="15">
                        <c:v>22.835210840000002</c:v>
                      </c:pt>
                      <c:pt idx="16">
                        <c:v>21.950386061</c:v>
                      </c:pt>
                      <c:pt idx="17">
                        <c:v>23.903214680000001</c:v>
                      </c:pt>
                      <c:pt idx="18">
                        <c:v>24.362318810000001</c:v>
                      </c:pt>
                      <c:pt idx="19">
                        <c:v>27.413853287999999</c:v>
                      </c:pt>
                      <c:pt idx="20">
                        <c:v>30.296231956</c:v>
                      </c:pt>
                      <c:pt idx="21">
                        <c:v>33.493534828000001</c:v>
                      </c:pt>
                      <c:pt idx="22">
                        <c:v>31.815094094999999</c:v>
                      </c:pt>
                      <c:pt idx="23">
                        <c:v>25.813583204</c:v>
                      </c:pt>
                      <c:pt idx="24">
                        <c:v>18.190322019</c:v>
                      </c:pt>
                      <c:pt idx="25">
                        <c:v>11.590362771999999</c:v>
                      </c:pt>
                      <c:pt idx="26">
                        <c:v>7.0906459779999995</c:v>
                      </c:pt>
                      <c:pt idx="27">
                        <c:v>4.5306491519999996</c:v>
                      </c:pt>
                      <c:pt idx="28">
                        <c:v>3.4383932879999999</c:v>
                      </c:pt>
                      <c:pt idx="29">
                        <c:v>4.0910403999999998</c:v>
                      </c:pt>
                      <c:pt idx="30">
                        <c:v>6.4253645349999999</c:v>
                      </c:pt>
                      <c:pt idx="31">
                        <c:v>9.2227708059999998</c:v>
                      </c:pt>
                      <c:pt idx="32">
                        <c:v>12.768202865999999</c:v>
                      </c:pt>
                      <c:pt idx="33">
                        <c:v>16.131358453000001</c:v>
                      </c:pt>
                      <c:pt idx="34">
                        <c:v>19.119376679999998</c:v>
                      </c:pt>
                      <c:pt idx="35">
                        <c:v>21.547915375999999</c:v>
                      </c:pt>
                      <c:pt idx="36">
                        <c:v>21.184280033</c:v>
                      </c:pt>
                      <c:pt idx="37">
                        <c:v>22.376236016</c:v>
                      </c:pt>
                      <c:pt idx="38">
                        <c:v>26.082020675999999</c:v>
                      </c:pt>
                      <c:pt idx="39">
                        <c:v>24.448363145000002</c:v>
                      </c:pt>
                      <c:pt idx="40">
                        <c:v>22.730156528000002</c:v>
                      </c:pt>
                      <c:pt idx="41">
                        <c:v>24.741446442999997</c:v>
                      </c:pt>
                      <c:pt idx="42">
                        <c:v>24.861610721999998</c:v>
                      </c:pt>
                      <c:pt idx="43">
                        <c:v>27.767481787000001</c:v>
                      </c:pt>
                      <c:pt idx="44">
                        <c:v>30.655783102000001</c:v>
                      </c:pt>
                      <c:pt idx="45">
                        <c:v>34.068393780000001</c:v>
                      </c:pt>
                      <c:pt idx="46">
                        <c:v>32.773102344000002</c:v>
                      </c:pt>
                      <c:pt idx="47">
                        <c:v>26.534009567999998</c:v>
                      </c:pt>
                      <c:pt idx="48">
                        <c:v>18.647193078000001</c:v>
                      </c:pt>
                      <c:pt idx="49">
                        <c:v>11.734784678</c:v>
                      </c:pt>
                      <c:pt idx="50">
                        <c:v>7.0547839440000004</c:v>
                      </c:pt>
                      <c:pt idx="51">
                        <c:v>4.4721928040000005</c:v>
                      </c:pt>
                      <c:pt idx="52">
                        <c:v>3.4323953029999998</c:v>
                      </c:pt>
                      <c:pt idx="53">
                        <c:v>4.228258501</c:v>
                      </c:pt>
                      <c:pt idx="54">
                        <c:v>6.8628533149999997</c:v>
                      </c:pt>
                      <c:pt idx="55">
                        <c:v>10.103981323000001</c:v>
                      </c:pt>
                      <c:pt idx="56">
                        <c:v>13.715168028999999</c:v>
                      </c:pt>
                      <c:pt idx="57">
                        <c:v>16.879972939000002</c:v>
                      </c:pt>
                      <c:pt idx="58">
                        <c:v>19.556137818</c:v>
                      </c:pt>
                      <c:pt idx="59">
                        <c:v>21.847643453000003</c:v>
                      </c:pt>
                      <c:pt idx="60">
                        <c:v>22.556508466000004</c:v>
                      </c:pt>
                      <c:pt idx="61">
                        <c:v>24.897361339</c:v>
                      </c:pt>
                      <c:pt idx="62">
                        <c:v>25.259911220999999</c:v>
                      </c:pt>
                      <c:pt idx="63">
                        <c:v>23.962947031000002</c:v>
                      </c:pt>
                      <c:pt idx="64">
                        <c:v>22.591781763999997</c:v>
                      </c:pt>
                      <c:pt idx="65">
                        <c:v>24.295705796</c:v>
                      </c:pt>
                      <c:pt idx="66">
                        <c:v>24.361178819000003</c:v>
                      </c:pt>
                      <c:pt idx="67">
                        <c:v>27.312408595000001</c:v>
                      </c:pt>
                      <c:pt idx="68">
                        <c:v>30.323913095000002</c:v>
                      </c:pt>
                      <c:pt idx="69">
                        <c:v>33.492325778999998</c:v>
                      </c:pt>
                      <c:pt idx="70">
                        <c:v>31.378466091</c:v>
                      </c:pt>
                      <c:pt idx="71">
                        <c:v>24.277864313000002</c:v>
                      </c:pt>
                      <c:pt idx="72">
                        <c:v>16.23419912</c:v>
                      </c:pt>
                      <c:pt idx="73">
                        <c:v>9.7089660299999991</c:v>
                      </c:pt>
                      <c:pt idx="74">
                        <c:v>5.7689028999999996</c:v>
                      </c:pt>
                      <c:pt idx="75">
                        <c:v>3.81647391</c:v>
                      </c:pt>
                      <c:pt idx="76">
                        <c:v>3.1514246990000001</c:v>
                      </c:pt>
                      <c:pt idx="77">
                        <c:v>4.1451083979999996</c:v>
                      </c:pt>
                      <c:pt idx="78">
                        <c:v>7.5068101220000001</c:v>
                      </c:pt>
                      <c:pt idx="79">
                        <c:v>11.413932507</c:v>
                      </c:pt>
                      <c:pt idx="80">
                        <c:v>14.625051470999999</c:v>
                      </c:pt>
                      <c:pt idx="81">
                        <c:v>16.994996228999998</c:v>
                      </c:pt>
                      <c:pt idx="82">
                        <c:v>19.223630488000001</c:v>
                      </c:pt>
                      <c:pt idx="83">
                        <c:v>21.320685706000003</c:v>
                      </c:pt>
                      <c:pt idx="84">
                        <c:v>22.173948545000002</c:v>
                      </c:pt>
                      <c:pt idx="85">
                        <c:v>23.748301367000003</c:v>
                      </c:pt>
                      <c:pt idx="86">
                        <c:v>23.344527470999999</c:v>
                      </c:pt>
                      <c:pt idx="87">
                        <c:v>22.263887127000004</c:v>
                      </c:pt>
                      <c:pt idx="88">
                        <c:v>22.08093817</c:v>
                      </c:pt>
                      <c:pt idx="89">
                        <c:v>24.196104224999999</c:v>
                      </c:pt>
                      <c:pt idx="90">
                        <c:v>24.469536250000001</c:v>
                      </c:pt>
                      <c:pt idx="91">
                        <c:v>27.488925162000001</c:v>
                      </c:pt>
                      <c:pt idx="92">
                        <c:v>30.811164048000002</c:v>
                      </c:pt>
                      <c:pt idx="93">
                        <c:v>33.667758984000002</c:v>
                      </c:pt>
                      <c:pt idx="94">
                        <c:v>30.743020890000004</c:v>
                      </c:pt>
                      <c:pt idx="95">
                        <c:v>23.215954029999999</c:v>
                      </c:pt>
                      <c:pt idx="96">
                        <c:v>15.198363231000002</c:v>
                      </c:pt>
                      <c:pt idx="97">
                        <c:v>9.0166505390000005</c:v>
                      </c:pt>
                      <c:pt idx="98">
                        <c:v>5.4262342779999999</c:v>
                      </c:pt>
                      <c:pt idx="99">
                        <c:v>3.6796225250000001</c:v>
                      </c:pt>
                      <c:pt idx="100">
                        <c:v>3.1296397520000001</c:v>
                      </c:pt>
                      <c:pt idx="101">
                        <c:v>4.1466849679999997</c:v>
                      </c:pt>
                      <c:pt idx="102">
                        <c:v>7.6548662329999999</c:v>
                      </c:pt>
                      <c:pt idx="103">
                        <c:v>11.679090345000001</c:v>
                      </c:pt>
                      <c:pt idx="104">
                        <c:v>14.641626573</c:v>
                      </c:pt>
                      <c:pt idx="105">
                        <c:v>17.075438766000001</c:v>
                      </c:pt>
                      <c:pt idx="106">
                        <c:v>19.249693865000001</c:v>
                      </c:pt>
                      <c:pt idx="107">
                        <c:v>21.404447681000001</c:v>
                      </c:pt>
                      <c:pt idx="108">
                        <c:v>22.217201937000002</c:v>
                      </c:pt>
                      <c:pt idx="109">
                        <c:v>23.750548047000002</c:v>
                      </c:pt>
                      <c:pt idx="110">
                        <c:v>23.230879107</c:v>
                      </c:pt>
                      <c:pt idx="111">
                        <c:v>22.225696855000002</c:v>
                      </c:pt>
                      <c:pt idx="112">
                        <c:v>22.052836812999999</c:v>
                      </c:pt>
                      <c:pt idx="113">
                        <c:v>24.082082327999998</c:v>
                      </c:pt>
                      <c:pt idx="114">
                        <c:v>24.259801005</c:v>
                      </c:pt>
                      <c:pt idx="115">
                        <c:v>27.496740284999998</c:v>
                      </c:pt>
                      <c:pt idx="116">
                        <c:v>30.769651587000002</c:v>
                      </c:pt>
                      <c:pt idx="117">
                        <c:v>33.667757021</c:v>
                      </c:pt>
                      <c:pt idx="118">
                        <c:v>30.864418064999995</c:v>
                      </c:pt>
                      <c:pt idx="119">
                        <c:v>23.392406399000002</c:v>
                      </c:pt>
                      <c:pt idx="120">
                        <c:v>15.424174658</c:v>
                      </c:pt>
                      <c:pt idx="121">
                        <c:v>9.1709250200000003</c:v>
                      </c:pt>
                      <c:pt idx="122">
                        <c:v>5.4545818779999991</c:v>
                      </c:pt>
                      <c:pt idx="123">
                        <c:v>3.684296883</c:v>
                      </c:pt>
                      <c:pt idx="124">
                        <c:v>3.1278805329999999</c:v>
                      </c:pt>
                      <c:pt idx="125">
                        <c:v>4.1781193029999999</c:v>
                      </c:pt>
                      <c:pt idx="126">
                        <c:v>7.7069486550000006</c:v>
                      </c:pt>
                      <c:pt idx="127">
                        <c:v>11.686682226999999</c:v>
                      </c:pt>
                      <c:pt idx="128">
                        <c:v>14.716189663</c:v>
                      </c:pt>
                      <c:pt idx="129">
                        <c:v>17.111669048</c:v>
                      </c:pt>
                      <c:pt idx="130">
                        <c:v>19.379239241000001</c:v>
                      </c:pt>
                      <c:pt idx="131">
                        <c:v>21.415120623</c:v>
                      </c:pt>
                      <c:pt idx="132">
                        <c:v>22.526704621</c:v>
                      </c:pt>
                      <c:pt idx="133">
                        <c:v>25.064577143000001</c:v>
                      </c:pt>
                      <c:pt idx="134">
                        <c:v>24.413441860999999</c:v>
                      </c:pt>
                      <c:pt idx="135">
                        <c:v>22.998821487000001</c:v>
                      </c:pt>
                      <c:pt idx="136">
                        <c:v>22.248205824999999</c:v>
                      </c:pt>
                      <c:pt idx="137">
                        <c:v>23.948898933000002</c:v>
                      </c:pt>
                      <c:pt idx="138">
                        <c:v>24.490453780999999</c:v>
                      </c:pt>
                      <c:pt idx="139">
                        <c:v>27.398999142999998</c:v>
                      </c:pt>
                      <c:pt idx="140">
                        <c:v>30.957126283000001</c:v>
                      </c:pt>
                      <c:pt idx="141">
                        <c:v>33.784205317999998</c:v>
                      </c:pt>
                      <c:pt idx="142">
                        <c:v>30.895377134999997</c:v>
                      </c:pt>
                      <c:pt idx="143">
                        <c:v>23.388491545000001</c:v>
                      </c:pt>
                      <c:pt idx="144">
                        <c:v>15.509528250000001</c:v>
                      </c:pt>
                      <c:pt idx="145">
                        <c:v>9.2688227170000008</c:v>
                      </c:pt>
                      <c:pt idx="146">
                        <c:v>5.611750281</c:v>
                      </c:pt>
                      <c:pt idx="147">
                        <c:v>3.7456145670000005</c:v>
                      </c:pt>
                      <c:pt idx="148">
                        <c:v>3.1309353549999996</c:v>
                      </c:pt>
                      <c:pt idx="149">
                        <c:v>4.2016940610000004</c:v>
                      </c:pt>
                      <c:pt idx="150">
                        <c:v>7.8357956800000004</c:v>
                      </c:pt>
                      <c:pt idx="151">
                        <c:v>11.679399176</c:v>
                      </c:pt>
                      <c:pt idx="152">
                        <c:v>14.737959036000001</c:v>
                      </c:pt>
                      <c:pt idx="153">
                        <c:v>17.088144878000001</c:v>
                      </c:pt>
                      <c:pt idx="154">
                        <c:v>19.250182921</c:v>
                      </c:pt>
                      <c:pt idx="155">
                        <c:v>21.280889013000003</c:v>
                      </c:pt>
                      <c:pt idx="156">
                        <c:v>21.989076167999997</c:v>
                      </c:pt>
                      <c:pt idx="157">
                        <c:v>23.589234995000002</c:v>
                      </c:pt>
                      <c:pt idx="158">
                        <c:v>23.102117956000001</c:v>
                      </c:pt>
                      <c:pt idx="159">
                        <c:v>22.178287972</c:v>
                      </c:pt>
                      <c:pt idx="160">
                        <c:v>22.274752148999998</c:v>
                      </c:pt>
                      <c:pt idx="161">
                        <c:v>24.314729145000001</c:v>
                      </c:pt>
                      <c:pt idx="162">
                        <c:v>24.553611186000001</c:v>
                      </c:pt>
                      <c:pt idx="163">
                        <c:v>27.640587092000001</c:v>
                      </c:pt>
                      <c:pt idx="164">
                        <c:v>30.943233011000004</c:v>
                      </c:pt>
                      <c:pt idx="165">
                        <c:v>33.541751632</c:v>
                      </c:pt>
                      <c:pt idx="166">
                        <c:v>30.516744259999999</c:v>
                      </c:pt>
                      <c:pt idx="167">
                        <c:v>23.084131889999998</c:v>
                      </c:pt>
                      <c:pt idx="168">
                        <c:v>15.259800858999998</c:v>
                      </c:pt>
                      <c:pt idx="169">
                        <c:v>9.1694580559999999</c:v>
                      </c:pt>
                      <c:pt idx="170">
                        <c:v>5.5448979830000003</c:v>
                      </c:pt>
                      <c:pt idx="171">
                        <c:v>3.747291395</c:v>
                      </c:pt>
                      <c:pt idx="172">
                        <c:v>3.1643701469999996</c:v>
                      </c:pt>
                      <c:pt idx="173">
                        <c:v>4.2233659960000001</c:v>
                      </c:pt>
                      <c:pt idx="174">
                        <c:v>7.845297973000001</c:v>
                      </c:pt>
                      <c:pt idx="175">
                        <c:v>12.019232032</c:v>
                      </c:pt>
                      <c:pt idx="176">
                        <c:v>15.562026449999999</c:v>
                      </c:pt>
                      <c:pt idx="177">
                        <c:v>18.299588747000001</c:v>
                      </c:pt>
                      <c:pt idx="178">
                        <c:v>19.801373955999999</c:v>
                      </c:pt>
                      <c:pt idx="179">
                        <c:v>21.5354323</c:v>
                      </c:pt>
                      <c:pt idx="180">
                        <c:v>22.441615597999998</c:v>
                      </c:pt>
                      <c:pt idx="181">
                        <c:v>24.058311053000001</c:v>
                      </c:pt>
                      <c:pt idx="182">
                        <c:v>23.520541083000001</c:v>
                      </c:pt>
                      <c:pt idx="183">
                        <c:v>22.410005927</c:v>
                      </c:pt>
                      <c:pt idx="184">
                        <c:v>22.020792102999998</c:v>
                      </c:pt>
                      <c:pt idx="185">
                        <c:v>23.903019276000002</c:v>
                      </c:pt>
                      <c:pt idx="186">
                        <c:v>24.330405848000002</c:v>
                      </c:pt>
                      <c:pt idx="187">
                        <c:v>27.897355012000002</c:v>
                      </c:pt>
                      <c:pt idx="188">
                        <c:v>31.144593058000002</c:v>
                      </c:pt>
                      <c:pt idx="189">
                        <c:v>33.881815677999995</c:v>
                      </c:pt>
                      <c:pt idx="190">
                        <c:v>31.585816780000002</c:v>
                      </c:pt>
                      <c:pt idx="191">
                        <c:v>25.086290519999999</c:v>
                      </c:pt>
                      <c:pt idx="192">
                        <c:v>17.434375132</c:v>
                      </c:pt>
                      <c:pt idx="193">
                        <c:v>10.882710131</c:v>
                      </c:pt>
                      <c:pt idx="194">
                        <c:v>6.6222865619999993</c:v>
                      </c:pt>
                      <c:pt idx="195">
                        <c:v>4.4475471620000002</c:v>
                      </c:pt>
                      <c:pt idx="196">
                        <c:v>3.4713001449999998</c:v>
                      </c:pt>
                      <c:pt idx="197">
                        <c:v>3.9843645020000005</c:v>
                      </c:pt>
                      <c:pt idx="198">
                        <c:v>6.5060732320000003</c:v>
                      </c:pt>
                      <c:pt idx="199">
                        <c:v>9.419260766999999</c:v>
                      </c:pt>
                      <c:pt idx="200">
                        <c:v>13.018161628</c:v>
                      </c:pt>
                      <c:pt idx="201">
                        <c:v>16.291051299000003</c:v>
                      </c:pt>
                      <c:pt idx="202">
                        <c:v>19.304052130999999</c:v>
                      </c:pt>
                      <c:pt idx="203">
                        <c:v>21.702008307</c:v>
                      </c:pt>
                      <c:pt idx="204">
                        <c:v>21.234822957000002</c:v>
                      </c:pt>
                      <c:pt idx="205">
                        <c:v>22.521888210000004</c:v>
                      </c:pt>
                      <c:pt idx="206">
                        <c:v>26.239199456000001</c:v>
                      </c:pt>
                      <c:pt idx="207">
                        <c:v>24.398855310000002</c:v>
                      </c:pt>
                      <c:pt idx="208">
                        <c:v>23.407414608999996</c:v>
                      </c:pt>
                      <c:pt idx="209">
                        <c:v>25.267327653999999</c:v>
                      </c:pt>
                      <c:pt idx="210">
                        <c:v>25.393134485000004</c:v>
                      </c:pt>
                      <c:pt idx="211">
                        <c:v>28.488557527999998</c:v>
                      </c:pt>
                      <c:pt idx="212">
                        <c:v>31.878170967999999</c:v>
                      </c:pt>
                      <c:pt idx="213">
                        <c:v>34.525453536999997</c:v>
                      </c:pt>
                      <c:pt idx="214">
                        <c:v>32.310462098000002</c:v>
                      </c:pt>
                      <c:pt idx="215">
                        <c:v>25.568682622000001</c:v>
                      </c:pt>
                      <c:pt idx="216">
                        <c:v>17.574882475999999</c:v>
                      </c:pt>
                      <c:pt idx="217">
                        <c:v>10.731727844</c:v>
                      </c:pt>
                      <c:pt idx="218">
                        <c:v>6.4908534910000002</c:v>
                      </c:pt>
                      <c:pt idx="219">
                        <c:v>4.2178298220000006</c:v>
                      </c:pt>
                      <c:pt idx="220">
                        <c:v>3.2830840659999998</c:v>
                      </c:pt>
                      <c:pt idx="221">
                        <c:v>4.0249466819999995</c:v>
                      </c:pt>
                      <c:pt idx="222">
                        <c:v>6.825323021</c:v>
                      </c:pt>
                      <c:pt idx="223">
                        <c:v>10.204178762999998</c:v>
                      </c:pt>
                      <c:pt idx="224">
                        <c:v>13.879691718</c:v>
                      </c:pt>
                      <c:pt idx="225">
                        <c:v>16.850905924999999</c:v>
                      </c:pt>
                      <c:pt idx="226">
                        <c:v>19.490560258999999</c:v>
                      </c:pt>
                      <c:pt idx="227">
                        <c:v>21.737608258000002</c:v>
                      </c:pt>
                      <c:pt idx="228">
                        <c:v>22.401104773</c:v>
                      </c:pt>
                      <c:pt idx="229">
                        <c:v>24.870101516000002</c:v>
                      </c:pt>
                      <c:pt idx="230">
                        <c:v>25.110435803999998</c:v>
                      </c:pt>
                      <c:pt idx="231">
                        <c:v>23.568728963999998</c:v>
                      </c:pt>
                      <c:pt idx="232">
                        <c:v>23.009682213999998</c:v>
                      </c:pt>
                      <c:pt idx="233">
                        <c:v>24.599368270999999</c:v>
                      </c:pt>
                      <c:pt idx="234">
                        <c:v>24.857060371000003</c:v>
                      </c:pt>
                      <c:pt idx="235">
                        <c:v>27.979717165</c:v>
                      </c:pt>
                      <c:pt idx="236">
                        <c:v>31.545375590000003</c:v>
                      </c:pt>
                      <c:pt idx="237">
                        <c:v>34.234529852000001</c:v>
                      </c:pt>
                      <c:pt idx="238">
                        <c:v>31.022020165999997</c:v>
                      </c:pt>
                      <c:pt idx="239">
                        <c:v>23.264962309000001</c:v>
                      </c:pt>
                      <c:pt idx="240">
                        <c:v>15.132033476999998</c:v>
                      </c:pt>
                      <c:pt idx="241">
                        <c:v>9.0631485739999995</c:v>
                      </c:pt>
                      <c:pt idx="242">
                        <c:v>5.4441331770000003</c:v>
                      </c:pt>
                      <c:pt idx="243">
                        <c:v>3.709865615</c:v>
                      </c:pt>
                      <c:pt idx="244">
                        <c:v>3.1453488640000002</c:v>
                      </c:pt>
                      <c:pt idx="245">
                        <c:v>4.0423978780000001</c:v>
                      </c:pt>
                      <c:pt idx="246">
                        <c:v>7.5348628300000007</c:v>
                      </c:pt>
                      <c:pt idx="247">
                        <c:v>11.311414895</c:v>
                      </c:pt>
                      <c:pt idx="248">
                        <c:v>14.529308736999999</c:v>
                      </c:pt>
                      <c:pt idx="249">
                        <c:v>16.732223203</c:v>
                      </c:pt>
                      <c:pt idx="250">
                        <c:v>18.942816435000001</c:v>
                      </c:pt>
                      <c:pt idx="251">
                        <c:v>21.028340247999999</c:v>
                      </c:pt>
                      <c:pt idx="252">
                        <c:v>22.019402244000002</c:v>
                      </c:pt>
                      <c:pt idx="253">
                        <c:v>23.507204574999999</c:v>
                      </c:pt>
                      <c:pt idx="254">
                        <c:v>23.075645473000002</c:v>
                      </c:pt>
                      <c:pt idx="255">
                        <c:v>22.124110808000001</c:v>
                      </c:pt>
                      <c:pt idx="256">
                        <c:v>22.390410388999999</c:v>
                      </c:pt>
                      <c:pt idx="257">
                        <c:v>24.537208576999998</c:v>
                      </c:pt>
                      <c:pt idx="258">
                        <c:v>25.025732661999999</c:v>
                      </c:pt>
                      <c:pt idx="259">
                        <c:v>28.079271423000002</c:v>
                      </c:pt>
                      <c:pt idx="260">
                        <c:v>31.619014513000003</c:v>
                      </c:pt>
                      <c:pt idx="261">
                        <c:v>33.814310557999995</c:v>
                      </c:pt>
                      <c:pt idx="262">
                        <c:v>30.300285557000002</c:v>
                      </c:pt>
                      <c:pt idx="263">
                        <c:v>22.341254538000001</c:v>
                      </c:pt>
                      <c:pt idx="264">
                        <c:v>14.745412891000001</c:v>
                      </c:pt>
                      <c:pt idx="265">
                        <c:v>8.7479345530000003</c:v>
                      </c:pt>
                      <c:pt idx="266">
                        <c:v>5.2274591990000001</c:v>
                      </c:pt>
                      <c:pt idx="267">
                        <c:v>3.616770818</c:v>
                      </c:pt>
                      <c:pt idx="268">
                        <c:v>3.0700049090000001</c:v>
                      </c:pt>
                      <c:pt idx="269">
                        <c:v>4.0351915310000006</c:v>
                      </c:pt>
                      <c:pt idx="270">
                        <c:v>7.7354527949999987</c:v>
                      </c:pt>
                      <c:pt idx="271">
                        <c:v>11.729115029999999</c:v>
                      </c:pt>
                      <c:pt idx="272">
                        <c:v>14.783865866000001</c:v>
                      </c:pt>
                      <c:pt idx="273">
                        <c:v>17.038991805999999</c:v>
                      </c:pt>
                      <c:pt idx="274">
                        <c:v>19.361476048</c:v>
                      </c:pt>
                      <c:pt idx="275">
                        <c:v>21.487525241</c:v>
                      </c:pt>
                      <c:pt idx="276">
                        <c:v>22.236798319999998</c:v>
                      </c:pt>
                      <c:pt idx="277">
                        <c:v>23.795628713999999</c:v>
                      </c:pt>
                      <c:pt idx="278">
                        <c:v>23.232428281999997</c:v>
                      </c:pt>
                      <c:pt idx="279">
                        <c:v>22.155846755999999</c:v>
                      </c:pt>
                      <c:pt idx="280">
                        <c:v>22.589644971999999</c:v>
                      </c:pt>
                      <c:pt idx="281">
                        <c:v>24.586106858000001</c:v>
                      </c:pt>
                      <c:pt idx="282">
                        <c:v>24.974327759999998</c:v>
                      </c:pt>
                      <c:pt idx="283">
                        <c:v>28.227983235000004</c:v>
                      </c:pt>
                      <c:pt idx="284">
                        <c:v>32.046350443000001</c:v>
                      </c:pt>
                      <c:pt idx="285">
                        <c:v>34.021297970999996</c:v>
                      </c:pt>
                      <c:pt idx="286">
                        <c:v>29.922408959000002</c:v>
                      </c:pt>
                      <c:pt idx="287">
                        <c:v>22.018378904000002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4749-41CB-B0B1-6311CA6277E9}"/>
                  </c:ext>
                </c:extLst>
              </c15:ser>
            </c15:filteredLineSeries>
          </c:ext>
        </c:extLst>
      </c:lineChart>
      <c:catAx>
        <c:axId val="499471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99480520"/>
        <c:crosses val="autoZero"/>
        <c:auto val="1"/>
        <c:lblAlgn val="ctr"/>
        <c:lblOffset val="100"/>
        <c:noMultiLvlLbl val="0"/>
      </c:catAx>
      <c:valAx>
        <c:axId val="499480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99471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pPr>
            <a:r>
              <a:rPr lang="fr-FR" sz="1800">
                <a:solidFill>
                  <a:schemeClr val="accent5"/>
                </a:solidFill>
              </a:rPr>
              <a:t>E// DL-UL</a:t>
            </a:r>
            <a:r>
              <a:rPr lang="fr-FR" sz="1800" baseline="0">
                <a:solidFill>
                  <a:schemeClr val="accent5"/>
                </a:solidFill>
              </a:rPr>
              <a:t> Throughput (Gbps)</a:t>
            </a:r>
            <a:endParaRPr lang="fr-FR" sz="1800">
              <a:solidFill>
                <a:schemeClr val="accent5"/>
              </a:solidFill>
            </a:endParaRPr>
          </a:p>
        </c:rich>
      </c:tx>
      <c:layout>
        <c:manualLayout>
          <c:xMode val="edge"/>
          <c:yMode val="edge"/>
          <c:x val="0.38328860566342565"/>
          <c:y val="2.71959098976768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accent5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strRef>
              <c:f>'Ericsson 01-10 12-10-2026'!$D$1</c:f>
              <c:strCache>
                <c:ptCount val="1"/>
                <c:pt idx="0">
                  <c:v>DL Throughput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14"/>
              <c:layout>
                <c:manualLayout>
                  <c:x val="-5.8395888013998247E-2"/>
                  <c:y val="-3.931722076407118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FFC-494C-92BE-FE0FD3CA8D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'Ericsson 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'Ericsson 01-10 12-10-2026'!$D$2:$D$289</c:f>
              <c:numCache>
                <c:formatCode>0.00</c:formatCode>
                <c:ptCount val="288"/>
                <c:pt idx="0">
                  <c:v>355.34615719440666</c:v>
                </c:pt>
                <c:pt idx="1">
                  <c:v>225.87232889942666</c:v>
                </c:pt>
                <c:pt idx="2">
                  <c:v>135.69757056557333</c:v>
                </c:pt>
                <c:pt idx="3">
                  <c:v>83.866487881337775</c:v>
                </c:pt>
                <c:pt idx="4">
                  <c:v>61.009331543128894</c:v>
                </c:pt>
                <c:pt idx="5">
                  <c:v>64.191541511106664</c:v>
                </c:pt>
                <c:pt idx="6">
                  <c:v>126.88016575110443</c:v>
                </c:pt>
                <c:pt idx="7">
                  <c:v>197.89676268026</c:v>
                </c:pt>
                <c:pt idx="8">
                  <c:v>247.96546103014887</c:v>
                </c:pt>
                <c:pt idx="9">
                  <c:v>269.90848979188667</c:v>
                </c:pt>
                <c:pt idx="10">
                  <c:v>300.44720189192662</c:v>
                </c:pt>
                <c:pt idx="11">
                  <c:v>338.88230315988221</c:v>
                </c:pt>
                <c:pt idx="12">
                  <c:v>369.8683297279955</c:v>
                </c:pt>
                <c:pt idx="13">
                  <c:v>410.36181671276665</c:v>
                </c:pt>
                <c:pt idx="14">
                  <c:v>436.31744345903326</c:v>
                </c:pt>
                <c:pt idx="15">
                  <c:v>430.01251573509774</c:v>
                </c:pt>
                <c:pt idx="16">
                  <c:v>384.12260953065112</c:v>
                </c:pt>
                <c:pt idx="17">
                  <c:v>396.37991387625112</c:v>
                </c:pt>
                <c:pt idx="18">
                  <c:v>391.02941683322888</c:v>
                </c:pt>
                <c:pt idx="19">
                  <c:v>431.0725952628556</c:v>
                </c:pt>
                <c:pt idx="20">
                  <c:v>476.52833271507336</c:v>
                </c:pt>
                <c:pt idx="21">
                  <c:v>569.62269503215771</c:v>
                </c:pt>
                <c:pt idx="22">
                  <c:v>588.45904092396211</c:v>
                </c:pt>
                <c:pt idx="23">
                  <c:v>522.16637622992448</c:v>
                </c:pt>
                <c:pt idx="24">
                  <c:v>396.96180657700444</c:v>
                </c:pt>
                <c:pt idx="25">
                  <c:v>258.83833489594883</c:v>
                </c:pt>
                <c:pt idx="26">
                  <c:v>154.37554400098222</c:v>
                </c:pt>
                <c:pt idx="27">
                  <c:v>101.17607382557333</c:v>
                </c:pt>
                <c:pt idx="28">
                  <c:v>69.223011560748887</c:v>
                </c:pt>
                <c:pt idx="29">
                  <c:v>63.859764714820002</c:v>
                </c:pt>
                <c:pt idx="30">
                  <c:v>109.08099702179112</c:v>
                </c:pt>
                <c:pt idx="31">
                  <c:v>159.50840670566444</c:v>
                </c:pt>
                <c:pt idx="32">
                  <c:v>227.34479896054</c:v>
                </c:pt>
                <c:pt idx="33">
                  <c:v>284.39001391333335</c:v>
                </c:pt>
                <c:pt idx="34">
                  <c:v>332.70829714419108</c:v>
                </c:pt>
                <c:pt idx="35">
                  <c:v>379.79886511420216</c:v>
                </c:pt>
                <c:pt idx="36">
                  <c:v>396.73243998637105</c:v>
                </c:pt>
                <c:pt idx="37">
                  <c:v>409.9408976043311</c:v>
                </c:pt>
                <c:pt idx="38">
                  <c:v>509.56654588078663</c:v>
                </c:pt>
                <c:pt idx="39">
                  <c:v>486.65666457385328</c:v>
                </c:pt>
                <c:pt idx="40">
                  <c:v>408.49414263993992</c:v>
                </c:pt>
                <c:pt idx="41">
                  <c:v>408.09849526903338</c:v>
                </c:pt>
                <c:pt idx="42">
                  <c:v>399.63846568792218</c:v>
                </c:pt>
                <c:pt idx="43">
                  <c:v>447.67667231946223</c:v>
                </c:pt>
                <c:pt idx="44">
                  <c:v>497.72685946864226</c:v>
                </c:pt>
                <c:pt idx="45">
                  <c:v>598.31602523100446</c:v>
                </c:pt>
                <c:pt idx="46">
                  <c:v>608.42828086081113</c:v>
                </c:pt>
                <c:pt idx="47">
                  <c:v>544.41903437972883</c:v>
                </c:pt>
                <c:pt idx="48">
                  <c:v>416.57819223188665</c:v>
                </c:pt>
                <c:pt idx="49">
                  <c:v>278.3557579444489</c:v>
                </c:pt>
                <c:pt idx="50">
                  <c:v>168.54753177602001</c:v>
                </c:pt>
                <c:pt idx="51">
                  <c:v>101.91931451569999</c:v>
                </c:pt>
                <c:pt idx="52">
                  <c:v>67.867960824233336</c:v>
                </c:pt>
                <c:pt idx="53">
                  <c:v>62.999065888668888</c:v>
                </c:pt>
                <c:pt idx="54">
                  <c:v>112.21381778292888</c:v>
                </c:pt>
                <c:pt idx="55">
                  <c:v>169.28273070869776</c:v>
                </c:pt>
                <c:pt idx="56">
                  <c:v>233.13071137782003</c:v>
                </c:pt>
                <c:pt idx="57">
                  <c:v>281.18100123149776</c:v>
                </c:pt>
                <c:pt idx="58">
                  <c:v>316.30680495130224</c:v>
                </c:pt>
                <c:pt idx="59">
                  <c:v>358.11535401230446</c:v>
                </c:pt>
                <c:pt idx="60">
                  <c:v>383.78231914712671</c:v>
                </c:pt>
                <c:pt idx="61">
                  <c:v>434.30683365872449</c:v>
                </c:pt>
                <c:pt idx="62">
                  <c:v>469.85244163639777</c:v>
                </c:pt>
                <c:pt idx="63">
                  <c:v>454.4579074454756</c:v>
                </c:pt>
                <c:pt idx="64">
                  <c:v>396.91093569891547</c:v>
                </c:pt>
                <c:pt idx="65">
                  <c:v>403.23328366803997</c:v>
                </c:pt>
                <c:pt idx="66">
                  <c:v>396.34501738760218</c:v>
                </c:pt>
                <c:pt idx="67">
                  <c:v>435.9619822417734</c:v>
                </c:pt>
                <c:pt idx="68">
                  <c:v>480.81138967422663</c:v>
                </c:pt>
                <c:pt idx="69">
                  <c:v>575.17103046035334</c:v>
                </c:pt>
                <c:pt idx="70">
                  <c:v>582.75584338224439</c:v>
                </c:pt>
                <c:pt idx="71">
                  <c:v>498.50721120620227</c:v>
                </c:pt>
                <c:pt idx="72">
                  <c:v>355.40540137179778</c:v>
                </c:pt>
                <c:pt idx="73">
                  <c:v>221.62550831682</c:v>
                </c:pt>
                <c:pt idx="74">
                  <c:v>131.41734502879333</c:v>
                </c:pt>
                <c:pt idx="75">
                  <c:v>81.465355321353329</c:v>
                </c:pt>
                <c:pt idx="76">
                  <c:v>58.959089133924437</c:v>
                </c:pt>
                <c:pt idx="77">
                  <c:v>60.726775978462229</c:v>
                </c:pt>
                <c:pt idx="78">
                  <c:v>120.70297095378888</c:v>
                </c:pt>
                <c:pt idx="79">
                  <c:v>188.07296883723112</c:v>
                </c:pt>
                <c:pt idx="80">
                  <c:v>238.04422853581775</c:v>
                </c:pt>
                <c:pt idx="81">
                  <c:v>263.75862700905554</c:v>
                </c:pt>
                <c:pt idx="82">
                  <c:v>293.50453107234443</c:v>
                </c:pt>
                <c:pt idx="83">
                  <c:v>331.84973190525329</c:v>
                </c:pt>
                <c:pt idx="84">
                  <c:v>358.94884045784221</c:v>
                </c:pt>
                <c:pt idx="85">
                  <c:v>394.03749727118895</c:v>
                </c:pt>
                <c:pt idx="86">
                  <c:v>414.2096901013756</c:v>
                </c:pt>
                <c:pt idx="87">
                  <c:v>404.97866355757554</c:v>
                </c:pt>
                <c:pt idx="88">
                  <c:v>373.78487297527556</c:v>
                </c:pt>
                <c:pt idx="89">
                  <c:v>393.09066457885558</c:v>
                </c:pt>
                <c:pt idx="90">
                  <c:v>384.22346838940223</c:v>
                </c:pt>
                <c:pt idx="91">
                  <c:v>431.47097701968005</c:v>
                </c:pt>
                <c:pt idx="92">
                  <c:v>479.28258722289559</c:v>
                </c:pt>
                <c:pt idx="93">
                  <c:v>576.52024444619326</c:v>
                </c:pt>
                <c:pt idx="94">
                  <c:v>578.71320568166664</c:v>
                </c:pt>
                <c:pt idx="95">
                  <c:v>485.54621873205105</c:v>
                </c:pt>
                <c:pt idx="96">
                  <c:v>341.93664108517555</c:v>
                </c:pt>
                <c:pt idx="97">
                  <c:v>212.25939191313108</c:v>
                </c:pt>
                <c:pt idx="98">
                  <c:v>124.57231918878888</c:v>
                </c:pt>
                <c:pt idx="99">
                  <c:v>77.65690187081556</c:v>
                </c:pt>
                <c:pt idx="100">
                  <c:v>57.325385982871111</c:v>
                </c:pt>
                <c:pt idx="101">
                  <c:v>59.175712586688888</c:v>
                </c:pt>
                <c:pt idx="102">
                  <c:v>121.45318570819111</c:v>
                </c:pt>
                <c:pt idx="103">
                  <c:v>193.04304865024221</c:v>
                </c:pt>
                <c:pt idx="104">
                  <c:v>242.32988353173113</c:v>
                </c:pt>
                <c:pt idx="105">
                  <c:v>265.53445973194442</c:v>
                </c:pt>
                <c:pt idx="106">
                  <c:v>295.60975100948667</c:v>
                </c:pt>
                <c:pt idx="107">
                  <c:v>337.15004585265558</c:v>
                </c:pt>
                <c:pt idx="108">
                  <c:v>364.76552786336663</c:v>
                </c:pt>
                <c:pt idx="109">
                  <c:v>399.60552605924215</c:v>
                </c:pt>
                <c:pt idx="110">
                  <c:v>417.96891240502885</c:v>
                </c:pt>
                <c:pt idx="111">
                  <c:v>409.28906438809116</c:v>
                </c:pt>
                <c:pt idx="112">
                  <c:v>375.79906846760889</c:v>
                </c:pt>
                <c:pt idx="113">
                  <c:v>394.43893117062885</c:v>
                </c:pt>
                <c:pt idx="114">
                  <c:v>387.86386175340226</c:v>
                </c:pt>
                <c:pt idx="115">
                  <c:v>434.4624702921422</c:v>
                </c:pt>
                <c:pt idx="116">
                  <c:v>483.51612600212445</c:v>
                </c:pt>
                <c:pt idx="117">
                  <c:v>586.05216366111335</c:v>
                </c:pt>
                <c:pt idx="118">
                  <c:v>582.99799195903552</c:v>
                </c:pt>
                <c:pt idx="119">
                  <c:v>489.76064588304223</c:v>
                </c:pt>
                <c:pt idx="120">
                  <c:v>342.13528620837332</c:v>
                </c:pt>
                <c:pt idx="121">
                  <c:v>211.4794795327889</c:v>
                </c:pt>
                <c:pt idx="122">
                  <c:v>123.6860324940622</c:v>
                </c:pt>
                <c:pt idx="123">
                  <c:v>76.854276753975554</c:v>
                </c:pt>
                <c:pt idx="124">
                  <c:v>56.950675032260001</c:v>
                </c:pt>
                <c:pt idx="125">
                  <c:v>60.031933750002224</c:v>
                </c:pt>
                <c:pt idx="126">
                  <c:v>124.88900709762888</c:v>
                </c:pt>
                <c:pt idx="127">
                  <c:v>198.58325125335108</c:v>
                </c:pt>
                <c:pt idx="128">
                  <c:v>248.60095857404667</c:v>
                </c:pt>
                <c:pt idx="129">
                  <c:v>272.72650726570447</c:v>
                </c:pt>
                <c:pt idx="130">
                  <c:v>301.67122222317784</c:v>
                </c:pt>
                <c:pt idx="131">
                  <c:v>338.27134289279775</c:v>
                </c:pt>
                <c:pt idx="132">
                  <c:v>374.35318198790884</c:v>
                </c:pt>
                <c:pt idx="133">
                  <c:v>430.8871819107178</c:v>
                </c:pt>
                <c:pt idx="134">
                  <c:v>449.46732886500888</c:v>
                </c:pt>
                <c:pt idx="135">
                  <c:v>432.24903343884449</c:v>
                </c:pt>
                <c:pt idx="136">
                  <c:v>381.76492386491554</c:v>
                </c:pt>
                <c:pt idx="137">
                  <c:v>399.15928724778223</c:v>
                </c:pt>
                <c:pt idx="138">
                  <c:v>434.46065603358443</c:v>
                </c:pt>
                <c:pt idx="139">
                  <c:v>487.00205709727106</c:v>
                </c:pt>
                <c:pt idx="140">
                  <c:v>498.84662955204442</c:v>
                </c:pt>
                <c:pt idx="141">
                  <c:v>595.05035777994885</c:v>
                </c:pt>
                <c:pt idx="142">
                  <c:v>587.02412009351781</c:v>
                </c:pt>
                <c:pt idx="143">
                  <c:v>490.78647745170889</c:v>
                </c:pt>
                <c:pt idx="144">
                  <c:v>356.91118789832223</c:v>
                </c:pt>
                <c:pt idx="145">
                  <c:v>222.19924813024221</c:v>
                </c:pt>
                <c:pt idx="146">
                  <c:v>136.22537986543554</c:v>
                </c:pt>
                <c:pt idx="147">
                  <c:v>80.370679460013335</c:v>
                </c:pt>
                <c:pt idx="148">
                  <c:v>58.759152144508889</c:v>
                </c:pt>
                <c:pt idx="149">
                  <c:v>62.100822623293332</c:v>
                </c:pt>
                <c:pt idx="150">
                  <c:v>126.95551394024</c:v>
                </c:pt>
                <c:pt idx="151">
                  <c:v>201.71467262792223</c:v>
                </c:pt>
                <c:pt idx="152">
                  <c:v>254.2886945517489</c:v>
                </c:pt>
                <c:pt idx="153">
                  <c:v>275.06507871807781</c:v>
                </c:pt>
                <c:pt idx="154">
                  <c:v>302.84152768244667</c:v>
                </c:pt>
                <c:pt idx="155">
                  <c:v>337.14797220707112</c:v>
                </c:pt>
                <c:pt idx="156">
                  <c:v>364.52049649669777</c:v>
                </c:pt>
                <c:pt idx="157">
                  <c:v>399.5247757084822</c:v>
                </c:pt>
                <c:pt idx="158">
                  <c:v>421.02807587604008</c:v>
                </c:pt>
                <c:pt idx="159">
                  <c:v>413.83086130830446</c:v>
                </c:pt>
                <c:pt idx="160">
                  <c:v>384.39329006002669</c:v>
                </c:pt>
                <c:pt idx="161">
                  <c:v>407.27288451397555</c:v>
                </c:pt>
                <c:pt idx="162">
                  <c:v>399.93933383215335</c:v>
                </c:pt>
                <c:pt idx="163">
                  <c:v>449.34172499773115</c:v>
                </c:pt>
                <c:pt idx="164">
                  <c:v>490.71023393892671</c:v>
                </c:pt>
                <c:pt idx="165">
                  <c:v>585.76473100949556</c:v>
                </c:pt>
                <c:pt idx="166">
                  <c:v>585.26721476181103</c:v>
                </c:pt>
                <c:pt idx="167">
                  <c:v>480.17587565053549</c:v>
                </c:pt>
                <c:pt idx="168">
                  <c:v>334.8429109351822</c:v>
                </c:pt>
                <c:pt idx="169">
                  <c:v>205.4669683863489</c:v>
                </c:pt>
                <c:pt idx="170">
                  <c:v>123.62019609355333</c:v>
                </c:pt>
                <c:pt idx="171">
                  <c:v>78.406289059444447</c:v>
                </c:pt>
                <c:pt idx="172">
                  <c:v>58.578992426384445</c:v>
                </c:pt>
                <c:pt idx="173">
                  <c:v>63.061866415155549</c:v>
                </c:pt>
                <c:pt idx="174">
                  <c:v>131.45193559822667</c:v>
                </c:pt>
                <c:pt idx="175">
                  <c:v>216.31264249470669</c:v>
                </c:pt>
                <c:pt idx="176">
                  <c:v>275.68046386616447</c:v>
                </c:pt>
                <c:pt idx="177">
                  <c:v>306.21138860969995</c:v>
                </c:pt>
                <c:pt idx="178">
                  <c:v>329.58617587405774</c:v>
                </c:pt>
                <c:pt idx="179">
                  <c:v>358.56185011459775</c:v>
                </c:pt>
                <c:pt idx="180">
                  <c:v>383.71222164504661</c:v>
                </c:pt>
                <c:pt idx="181">
                  <c:v>419.81473786451335</c:v>
                </c:pt>
                <c:pt idx="182">
                  <c:v>439.22699879131108</c:v>
                </c:pt>
                <c:pt idx="183">
                  <c:v>430.72197584763114</c:v>
                </c:pt>
                <c:pt idx="184">
                  <c:v>389.86381497185113</c:v>
                </c:pt>
                <c:pt idx="185">
                  <c:v>405.37500991314664</c:v>
                </c:pt>
                <c:pt idx="186">
                  <c:v>400.26721146314878</c:v>
                </c:pt>
                <c:pt idx="187">
                  <c:v>458.58995933921551</c:v>
                </c:pt>
                <c:pt idx="188">
                  <c:v>495.9979108966067</c:v>
                </c:pt>
                <c:pt idx="189">
                  <c:v>585.15196685375327</c:v>
                </c:pt>
                <c:pt idx="190">
                  <c:v>594.21213166074892</c:v>
                </c:pt>
                <c:pt idx="191">
                  <c:v>514.94639021914884</c:v>
                </c:pt>
                <c:pt idx="192">
                  <c:v>385.13940052191998</c:v>
                </c:pt>
                <c:pt idx="193">
                  <c:v>255.0738664781822</c:v>
                </c:pt>
                <c:pt idx="194">
                  <c:v>158.53099230638443</c:v>
                </c:pt>
                <c:pt idx="195">
                  <c:v>101.18392003032666</c:v>
                </c:pt>
                <c:pt idx="196">
                  <c:v>69.571143132357776</c:v>
                </c:pt>
                <c:pt idx="197">
                  <c:v>62.714022466404444</c:v>
                </c:pt>
                <c:pt idx="198">
                  <c:v>111.91711812620001</c:v>
                </c:pt>
                <c:pt idx="199">
                  <c:v>169.68661686152223</c:v>
                </c:pt>
                <c:pt idx="200">
                  <c:v>239.05703375170222</c:v>
                </c:pt>
                <c:pt idx="201">
                  <c:v>294.84360505104888</c:v>
                </c:pt>
                <c:pt idx="202">
                  <c:v>340.30643788362664</c:v>
                </c:pt>
                <c:pt idx="203">
                  <c:v>388.5560538755156</c:v>
                </c:pt>
                <c:pt idx="204">
                  <c:v>398.55460182113995</c:v>
                </c:pt>
                <c:pt idx="205">
                  <c:v>414.50222455012886</c:v>
                </c:pt>
                <c:pt idx="206">
                  <c:v>511.36462702194888</c:v>
                </c:pt>
                <c:pt idx="207">
                  <c:v>484.04488811644887</c:v>
                </c:pt>
                <c:pt idx="208">
                  <c:v>412.27545781873329</c:v>
                </c:pt>
                <c:pt idx="209">
                  <c:v>416.97713528250006</c:v>
                </c:pt>
                <c:pt idx="210">
                  <c:v>403.69730809725115</c:v>
                </c:pt>
                <c:pt idx="211">
                  <c:v>466.37934303111768</c:v>
                </c:pt>
                <c:pt idx="212">
                  <c:v>507.86872210976003</c:v>
                </c:pt>
                <c:pt idx="213">
                  <c:v>600.79115547644665</c:v>
                </c:pt>
                <c:pt idx="214">
                  <c:v>616.57662202317556</c:v>
                </c:pt>
                <c:pt idx="215">
                  <c:v>532.31553828074664</c:v>
                </c:pt>
                <c:pt idx="216">
                  <c:v>393.28335667009998</c:v>
                </c:pt>
                <c:pt idx="217">
                  <c:v>253.61661503353997</c:v>
                </c:pt>
                <c:pt idx="218">
                  <c:v>152.69249876624221</c:v>
                </c:pt>
                <c:pt idx="219">
                  <c:v>92.800006028066662</c:v>
                </c:pt>
                <c:pt idx="220">
                  <c:v>63.993553776868893</c:v>
                </c:pt>
                <c:pt idx="221">
                  <c:v>60.386274473397776</c:v>
                </c:pt>
                <c:pt idx="222">
                  <c:v>112.9045689111</c:v>
                </c:pt>
                <c:pt idx="223">
                  <c:v>175.94083205582223</c:v>
                </c:pt>
                <c:pt idx="224">
                  <c:v>241.09490634569553</c:v>
                </c:pt>
                <c:pt idx="225">
                  <c:v>285.91079639485997</c:v>
                </c:pt>
                <c:pt idx="226">
                  <c:v>319.24795542388216</c:v>
                </c:pt>
                <c:pt idx="227">
                  <c:v>357.63939783781774</c:v>
                </c:pt>
                <c:pt idx="228">
                  <c:v>379.34567217483334</c:v>
                </c:pt>
                <c:pt idx="229">
                  <c:v>433.71222699048883</c:v>
                </c:pt>
                <c:pt idx="230">
                  <c:v>468.67166666632886</c:v>
                </c:pt>
                <c:pt idx="231">
                  <c:v>452.72478614258443</c:v>
                </c:pt>
                <c:pt idx="232">
                  <c:v>396.7061858164289</c:v>
                </c:pt>
                <c:pt idx="233">
                  <c:v>410.17525532747999</c:v>
                </c:pt>
                <c:pt idx="234">
                  <c:v>403.06714243406225</c:v>
                </c:pt>
                <c:pt idx="235">
                  <c:v>454.95005291449996</c:v>
                </c:pt>
                <c:pt idx="236">
                  <c:v>505.36338833437998</c:v>
                </c:pt>
                <c:pt idx="237">
                  <c:v>603.2590154386022</c:v>
                </c:pt>
                <c:pt idx="238">
                  <c:v>585.3570011627022</c:v>
                </c:pt>
                <c:pt idx="239">
                  <c:v>483.29452584327112</c:v>
                </c:pt>
                <c:pt idx="240">
                  <c:v>334.83381398658219</c:v>
                </c:pt>
                <c:pt idx="241">
                  <c:v>207.6713919619778</c:v>
                </c:pt>
                <c:pt idx="242">
                  <c:v>122.1261634297622</c:v>
                </c:pt>
                <c:pt idx="243">
                  <c:v>76.521422429388892</c:v>
                </c:pt>
                <c:pt idx="244">
                  <c:v>56.649118720113336</c:v>
                </c:pt>
                <c:pt idx="245">
                  <c:v>58.915775057926666</c:v>
                </c:pt>
                <c:pt idx="246">
                  <c:v>122.72896226242668</c:v>
                </c:pt>
                <c:pt idx="247">
                  <c:v>195.91688496123112</c:v>
                </c:pt>
                <c:pt idx="248">
                  <c:v>244.37782598384666</c:v>
                </c:pt>
                <c:pt idx="249">
                  <c:v>265.4695664352422</c:v>
                </c:pt>
                <c:pt idx="250">
                  <c:v>295.38202390225115</c:v>
                </c:pt>
                <c:pt idx="251">
                  <c:v>335.27512513457555</c:v>
                </c:pt>
                <c:pt idx="252">
                  <c:v>362.51001930941334</c:v>
                </c:pt>
                <c:pt idx="253">
                  <c:v>400.88034950722658</c:v>
                </c:pt>
                <c:pt idx="254">
                  <c:v>422.21391801478671</c:v>
                </c:pt>
                <c:pt idx="255">
                  <c:v>415.14640703399556</c:v>
                </c:pt>
                <c:pt idx="256">
                  <c:v>389.12484227065107</c:v>
                </c:pt>
                <c:pt idx="257">
                  <c:v>421.41375039631333</c:v>
                </c:pt>
                <c:pt idx="258">
                  <c:v>407.85811509880222</c:v>
                </c:pt>
                <c:pt idx="259">
                  <c:v>456.0794447535244</c:v>
                </c:pt>
                <c:pt idx="260">
                  <c:v>500.46433362028222</c:v>
                </c:pt>
                <c:pt idx="261">
                  <c:v>590.1709834723622</c:v>
                </c:pt>
                <c:pt idx="262">
                  <c:v>579.1162115186155</c:v>
                </c:pt>
                <c:pt idx="263">
                  <c:v>467.11132588860443</c:v>
                </c:pt>
                <c:pt idx="264">
                  <c:v>317.33195189524889</c:v>
                </c:pt>
                <c:pt idx="265">
                  <c:v>191.21165091893999</c:v>
                </c:pt>
                <c:pt idx="266">
                  <c:v>112.23887680211334</c:v>
                </c:pt>
                <c:pt idx="267">
                  <c:v>72.116290636266655</c:v>
                </c:pt>
                <c:pt idx="268">
                  <c:v>54.888812951624445</c:v>
                </c:pt>
                <c:pt idx="269">
                  <c:v>58.282872307813328</c:v>
                </c:pt>
                <c:pt idx="270">
                  <c:v>123.97931439441111</c:v>
                </c:pt>
                <c:pt idx="271">
                  <c:v>202.00104869060664</c:v>
                </c:pt>
                <c:pt idx="272">
                  <c:v>249.30516149756886</c:v>
                </c:pt>
                <c:pt idx="273">
                  <c:v>270.14065879649775</c:v>
                </c:pt>
                <c:pt idx="274">
                  <c:v>298.70352387426885</c:v>
                </c:pt>
                <c:pt idx="275">
                  <c:v>338.37958567314223</c:v>
                </c:pt>
                <c:pt idx="276">
                  <c:v>363.66578941482885</c:v>
                </c:pt>
                <c:pt idx="277">
                  <c:v>400.01791017525335</c:v>
                </c:pt>
                <c:pt idx="278">
                  <c:v>419.03642443711999</c:v>
                </c:pt>
                <c:pt idx="279">
                  <c:v>412.1591494382667</c:v>
                </c:pt>
                <c:pt idx="280">
                  <c:v>385.44373726757556</c:v>
                </c:pt>
                <c:pt idx="281">
                  <c:v>409.22368525588445</c:v>
                </c:pt>
                <c:pt idx="282">
                  <c:v>396.67309641646443</c:v>
                </c:pt>
                <c:pt idx="283">
                  <c:v>455.63127750115115</c:v>
                </c:pt>
                <c:pt idx="284">
                  <c:v>506.30905810870667</c:v>
                </c:pt>
                <c:pt idx="285">
                  <c:v>602.30969956428885</c:v>
                </c:pt>
                <c:pt idx="286">
                  <c:v>587.42335665524229</c:v>
                </c:pt>
                <c:pt idx="287">
                  <c:v>472.01788371170448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FC-494C-92BE-FE0FD3CA8D06}"/>
            </c:ext>
          </c:extLst>
        </c:ser>
        <c:ser>
          <c:idx val="3"/>
          <c:order val="3"/>
          <c:tx>
            <c:strRef>
              <c:f>'Ericsson 01-10 12-10-2026'!$E$1</c:f>
              <c:strCache>
                <c:ptCount val="1"/>
                <c:pt idx="0">
                  <c:v>UL Throughput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FFC-494C-92BE-FE0FD3CA8D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'Ericsson 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'Ericsson 01-10 12-10-2026'!$E$2:$E$289</c:f>
              <c:numCache>
                <c:formatCode>0.00</c:formatCode>
                <c:ptCount val="288"/>
                <c:pt idx="0">
                  <c:v>31.25734844969778</c:v>
                </c:pt>
                <c:pt idx="1">
                  <c:v>19.288966693166667</c:v>
                </c:pt>
                <c:pt idx="2">
                  <c:v>11.518872722177775</c:v>
                </c:pt>
                <c:pt idx="3">
                  <c:v>7.3387096649133339</c:v>
                </c:pt>
                <c:pt idx="4">
                  <c:v>5.4726741655111102</c:v>
                </c:pt>
                <c:pt idx="5">
                  <c:v>6.0676713107244451</c:v>
                </c:pt>
                <c:pt idx="6">
                  <c:v>10.830974106897777</c:v>
                </c:pt>
                <c:pt idx="7">
                  <c:v>17.60820606341111</c:v>
                </c:pt>
                <c:pt idx="8">
                  <c:v>22.750290412348889</c:v>
                </c:pt>
                <c:pt idx="9">
                  <c:v>26.654021453224445</c:v>
                </c:pt>
                <c:pt idx="10">
                  <c:v>31.039531395717777</c:v>
                </c:pt>
                <c:pt idx="11">
                  <c:v>35.087452289775555</c:v>
                </c:pt>
                <c:pt idx="12">
                  <c:v>37.134681183299996</c:v>
                </c:pt>
                <c:pt idx="13">
                  <c:v>39.084606017393334</c:v>
                </c:pt>
                <c:pt idx="14">
                  <c:v>39.650699833655551</c:v>
                </c:pt>
                <c:pt idx="15">
                  <c:v>38.437387757593335</c:v>
                </c:pt>
                <c:pt idx="16">
                  <c:v>36.243030245344443</c:v>
                </c:pt>
                <c:pt idx="17">
                  <c:v>39.985204001984435</c:v>
                </c:pt>
                <c:pt idx="18">
                  <c:v>41.856418766335558</c:v>
                </c:pt>
                <c:pt idx="19">
                  <c:v>45.301306769537774</c:v>
                </c:pt>
                <c:pt idx="20">
                  <c:v>48.856533879515553</c:v>
                </c:pt>
                <c:pt idx="21">
                  <c:v>56.791507803751117</c:v>
                </c:pt>
                <c:pt idx="22">
                  <c:v>56.815747118853331</c:v>
                </c:pt>
                <c:pt idx="23">
                  <c:v>48.055775694566663</c:v>
                </c:pt>
                <c:pt idx="24">
                  <c:v>35.267317335542224</c:v>
                </c:pt>
                <c:pt idx="25">
                  <c:v>22.781760922362224</c:v>
                </c:pt>
                <c:pt idx="26">
                  <c:v>13.542645948315554</c:v>
                </c:pt>
                <c:pt idx="27">
                  <c:v>8.8598375300733334</c:v>
                </c:pt>
                <c:pt idx="28">
                  <c:v>6.2156590087533337</c:v>
                </c:pt>
                <c:pt idx="29">
                  <c:v>5.9600145412244441</c:v>
                </c:pt>
                <c:pt idx="30">
                  <c:v>8.9334543535022224</c:v>
                </c:pt>
                <c:pt idx="31">
                  <c:v>12.459463132704444</c:v>
                </c:pt>
                <c:pt idx="32">
                  <c:v>18.069962815424443</c:v>
                </c:pt>
                <c:pt idx="33">
                  <c:v>23.929946104448891</c:v>
                </c:pt>
                <c:pt idx="34">
                  <c:v>29.828629861286664</c:v>
                </c:pt>
                <c:pt idx="35">
                  <c:v>34.754561098173333</c:v>
                </c:pt>
                <c:pt idx="36">
                  <c:v>35.222948322966666</c:v>
                </c:pt>
                <c:pt idx="37">
                  <c:v>35.30551366604444</c:v>
                </c:pt>
                <c:pt idx="38">
                  <c:v>43.535976623444448</c:v>
                </c:pt>
                <c:pt idx="39">
                  <c:v>41.80971273703333</c:v>
                </c:pt>
                <c:pt idx="40">
                  <c:v>37.357611262728888</c:v>
                </c:pt>
                <c:pt idx="41">
                  <c:v>40.899405204562228</c:v>
                </c:pt>
                <c:pt idx="42">
                  <c:v>43.049730988919997</c:v>
                </c:pt>
                <c:pt idx="43">
                  <c:v>46.532807352206667</c:v>
                </c:pt>
                <c:pt idx="44">
                  <c:v>49.338061881191109</c:v>
                </c:pt>
                <c:pt idx="45">
                  <c:v>57.631991731251112</c:v>
                </c:pt>
                <c:pt idx="46">
                  <c:v>58.318703521797772</c:v>
                </c:pt>
                <c:pt idx="47">
                  <c:v>49.80425121481111</c:v>
                </c:pt>
                <c:pt idx="48">
                  <c:v>36.423579979995559</c:v>
                </c:pt>
                <c:pt idx="49">
                  <c:v>23.588322319171105</c:v>
                </c:pt>
                <c:pt idx="50">
                  <c:v>14.257087419137777</c:v>
                </c:pt>
                <c:pt idx="51">
                  <c:v>8.822358380422223</c:v>
                </c:pt>
                <c:pt idx="52">
                  <c:v>6.1147856511200001</c:v>
                </c:pt>
                <c:pt idx="53">
                  <c:v>5.8722623696511107</c:v>
                </c:pt>
                <c:pt idx="54">
                  <c:v>9.2716030771511111</c:v>
                </c:pt>
                <c:pt idx="55">
                  <c:v>13.815082083611109</c:v>
                </c:pt>
                <c:pt idx="56">
                  <c:v>19.796389199924445</c:v>
                </c:pt>
                <c:pt idx="57">
                  <c:v>25.670493970333332</c:v>
                </c:pt>
                <c:pt idx="58">
                  <c:v>31.037080642786666</c:v>
                </c:pt>
                <c:pt idx="59">
                  <c:v>35.751260794682224</c:v>
                </c:pt>
                <c:pt idx="60">
                  <c:v>37.641569654044446</c:v>
                </c:pt>
                <c:pt idx="61">
                  <c:v>40.729065939271109</c:v>
                </c:pt>
                <c:pt idx="62">
                  <c:v>42.635757292562218</c:v>
                </c:pt>
                <c:pt idx="63">
                  <c:v>41.130937367177779</c:v>
                </c:pt>
                <c:pt idx="64">
                  <c:v>37.672007941548891</c:v>
                </c:pt>
                <c:pt idx="65">
                  <c:v>40.941238166522218</c:v>
                </c:pt>
                <c:pt idx="66">
                  <c:v>42.653644653520004</c:v>
                </c:pt>
                <c:pt idx="67">
                  <c:v>45.896652391131106</c:v>
                </c:pt>
                <c:pt idx="68">
                  <c:v>48.8010355467</c:v>
                </c:pt>
                <c:pt idx="69">
                  <c:v>56.835673325491115</c:v>
                </c:pt>
                <c:pt idx="70">
                  <c:v>56.169917626848886</c:v>
                </c:pt>
                <c:pt idx="71">
                  <c:v>45.41680023140222</c:v>
                </c:pt>
                <c:pt idx="72">
                  <c:v>30.941205810784442</c:v>
                </c:pt>
                <c:pt idx="73">
                  <c:v>19.047310207086667</c:v>
                </c:pt>
                <c:pt idx="74">
                  <c:v>11.312961642862222</c:v>
                </c:pt>
                <c:pt idx="75">
                  <c:v>7.2979856802866658</c:v>
                </c:pt>
                <c:pt idx="76">
                  <c:v>5.4138095984244448</c:v>
                </c:pt>
                <c:pt idx="77">
                  <c:v>5.8876460308577778</c:v>
                </c:pt>
                <c:pt idx="78">
                  <c:v>10.636701591797777</c:v>
                </c:pt>
                <c:pt idx="79">
                  <c:v>17.426734403497775</c:v>
                </c:pt>
                <c:pt idx="80">
                  <c:v>23.046396624600003</c:v>
                </c:pt>
                <c:pt idx="81">
                  <c:v>27.141815833679999</c:v>
                </c:pt>
                <c:pt idx="82">
                  <c:v>31.425033591273333</c:v>
                </c:pt>
                <c:pt idx="83">
                  <c:v>35.288321962991112</c:v>
                </c:pt>
                <c:pt idx="84">
                  <c:v>37.291873333715557</c:v>
                </c:pt>
                <c:pt idx="85">
                  <c:v>38.635328655573332</c:v>
                </c:pt>
                <c:pt idx="86">
                  <c:v>38.776867699606662</c:v>
                </c:pt>
                <c:pt idx="87">
                  <c:v>37.690342119379999</c:v>
                </c:pt>
                <c:pt idx="88">
                  <c:v>36.198096656113336</c:v>
                </c:pt>
                <c:pt idx="89">
                  <c:v>40.649968483355551</c:v>
                </c:pt>
                <c:pt idx="90">
                  <c:v>42.365256842311112</c:v>
                </c:pt>
                <c:pt idx="91">
                  <c:v>46.222308429900004</c:v>
                </c:pt>
                <c:pt idx="92">
                  <c:v>49.576783917513332</c:v>
                </c:pt>
                <c:pt idx="93">
                  <c:v>57.438463190857789</c:v>
                </c:pt>
                <c:pt idx="94">
                  <c:v>55.857418333095559</c:v>
                </c:pt>
                <c:pt idx="95">
                  <c:v>44.100924793786668</c:v>
                </c:pt>
                <c:pt idx="96">
                  <c:v>29.597775640466665</c:v>
                </c:pt>
                <c:pt idx="97">
                  <c:v>18.04415760515111</c:v>
                </c:pt>
                <c:pt idx="98">
                  <c:v>10.750906231591111</c:v>
                </c:pt>
                <c:pt idx="99">
                  <c:v>6.935876683828889</c:v>
                </c:pt>
                <c:pt idx="100">
                  <c:v>5.1982994424466664</c:v>
                </c:pt>
                <c:pt idx="101">
                  <c:v>5.7942245796066665</c:v>
                </c:pt>
                <c:pt idx="102">
                  <c:v>10.841501845522222</c:v>
                </c:pt>
                <c:pt idx="103">
                  <c:v>17.798403215695554</c:v>
                </c:pt>
                <c:pt idx="104">
                  <c:v>23.066887855673336</c:v>
                </c:pt>
                <c:pt idx="105">
                  <c:v>27.188364944244441</c:v>
                </c:pt>
                <c:pt idx="106">
                  <c:v>31.422703804411107</c:v>
                </c:pt>
                <c:pt idx="107">
                  <c:v>35.381305125339999</c:v>
                </c:pt>
                <c:pt idx="108">
                  <c:v>37.375747870344448</c:v>
                </c:pt>
                <c:pt idx="109">
                  <c:v>38.986768222973332</c:v>
                </c:pt>
                <c:pt idx="110">
                  <c:v>39.087458776566663</c:v>
                </c:pt>
                <c:pt idx="111">
                  <c:v>37.850448071899997</c:v>
                </c:pt>
                <c:pt idx="112">
                  <c:v>36.623435096004442</c:v>
                </c:pt>
                <c:pt idx="113">
                  <c:v>40.810857668284442</c:v>
                </c:pt>
                <c:pt idx="114">
                  <c:v>42.274576163406664</c:v>
                </c:pt>
                <c:pt idx="115">
                  <c:v>46.419799301346664</c:v>
                </c:pt>
                <c:pt idx="116">
                  <c:v>49.441482092691118</c:v>
                </c:pt>
                <c:pt idx="117">
                  <c:v>57.878549413833341</c:v>
                </c:pt>
                <c:pt idx="118">
                  <c:v>56.046945336731106</c:v>
                </c:pt>
                <c:pt idx="119">
                  <c:v>44.32500756469333</c:v>
                </c:pt>
                <c:pt idx="120">
                  <c:v>29.558047649095556</c:v>
                </c:pt>
                <c:pt idx="121">
                  <c:v>17.975315161271109</c:v>
                </c:pt>
                <c:pt idx="122">
                  <c:v>10.655344722177777</c:v>
                </c:pt>
                <c:pt idx="123">
                  <c:v>6.8917009493711117</c:v>
                </c:pt>
                <c:pt idx="124">
                  <c:v>5.2404019504955555</c:v>
                </c:pt>
                <c:pt idx="125">
                  <c:v>5.9268844276088881</c:v>
                </c:pt>
                <c:pt idx="126">
                  <c:v>11.009438900097777</c:v>
                </c:pt>
                <c:pt idx="127">
                  <c:v>18.058043084786668</c:v>
                </c:pt>
                <c:pt idx="128">
                  <c:v>23.478866486815555</c:v>
                </c:pt>
                <c:pt idx="129">
                  <c:v>27.350655118844443</c:v>
                </c:pt>
                <c:pt idx="130">
                  <c:v>31.797720172524446</c:v>
                </c:pt>
                <c:pt idx="131">
                  <c:v>35.502840078626669</c:v>
                </c:pt>
                <c:pt idx="132">
                  <c:v>37.750283016179999</c:v>
                </c:pt>
                <c:pt idx="133">
                  <c:v>41.065465404751109</c:v>
                </c:pt>
                <c:pt idx="134">
                  <c:v>41.295771467628889</c:v>
                </c:pt>
                <c:pt idx="135">
                  <c:v>39.36758165319555</c:v>
                </c:pt>
                <c:pt idx="136">
                  <c:v>37.070951547859998</c:v>
                </c:pt>
                <c:pt idx="137">
                  <c:v>41.29071339475334</c:v>
                </c:pt>
                <c:pt idx="138">
                  <c:v>43.440395803553329</c:v>
                </c:pt>
                <c:pt idx="139">
                  <c:v>47.684414217964452</c:v>
                </c:pt>
                <c:pt idx="140">
                  <c:v>50.725725822719994</c:v>
                </c:pt>
                <c:pt idx="141">
                  <c:v>58.654175188253333</c:v>
                </c:pt>
                <c:pt idx="142">
                  <c:v>56.418087362111116</c:v>
                </c:pt>
                <c:pt idx="143">
                  <c:v>44.447742042062224</c:v>
                </c:pt>
                <c:pt idx="144">
                  <c:v>29.990661294257773</c:v>
                </c:pt>
                <c:pt idx="145">
                  <c:v>18.080554390995555</c:v>
                </c:pt>
                <c:pt idx="146">
                  <c:v>10.907806693926666</c:v>
                </c:pt>
                <c:pt idx="147">
                  <c:v>6.9792455136644431</c:v>
                </c:pt>
                <c:pt idx="148">
                  <c:v>5.3758170238577776</c:v>
                </c:pt>
                <c:pt idx="149">
                  <c:v>5.9054994193888897</c:v>
                </c:pt>
                <c:pt idx="150">
                  <c:v>11.041923859913332</c:v>
                </c:pt>
                <c:pt idx="151">
                  <c:v>18.109883956579999</c:v>
                </c:pt>
                <c:pt idx="152">
                  <c:v>23.500424684137776</c:v>
                </c:pt>
                <c:pt idx="153">
                  <c:v>27.470406434806669</c:v>
                </c:pt>
                <c:pt idx="154">
                  <c:v>31.810489259980002</c:v>
                </c:pt>
                <c:pt idx="155">
                  <c:v>35.241788319406666</c:v>
                </c:pt>
                <c:pt idx="156">
                  <c:v>37.104445233468887</c:v>
                </c:pt>
                <c:pt idx="157">
                  <c:v>38.856675688348886</c:v>
                </c:pt>
                <c:pt idx="158">
                  <c:v>39.270352885148888</c:v>
                </c:pt>
                <c:pt idx="159">
                  <c:v>38.355019239139999</c:v>
                </c:pt>
                <c:pt idx="160">
                  <c:v>37.174351917359999</c:v>
                </c:pt>
                <c:pt idx="161">
                  <c:v>41.958541443555561</c:v>
                </c:pt>
                <c:pt idx="162">
                  <c:v>43.399789873615553</c:v>
                </c:pt>
                <c:pt idx="163">
                  <c:v>47.649226647315558</c:v>
                </c:pt>
                <c:pt idx="164">
                  <c:v>50.86178732031555</c:v>
                </c:pt>
                <c:pt idx="165">
                  <c:v>58.425312305857773</c:v>
                </c:pt>
                <c:pt idx="166">
                  <c:v>55.844803419422227</c:v>
                </c:pt>
                <c:pt idx="167">
                  <c:v>43.486448122848884</c:v>
                </c:pt>
                <c:pt idx="168">
                  <c:v>29.033634516531116</c:v>
                </c:pt>
                <c:pt idx="169">
                  <c:v>17.536314829508889</c:v>
                </c:pt>
                <c:pt idx="170">
                  <c:v>10.583273324244445</c:v>
                </c:pt>
                <c:pt idx="171">
                  <c:v>6.9330663045266663</c:v>
                </c:pt>
                <c:pt idx="172">
                  <c:v>5.2963850942111117</c:v>
                </c:pt>
                <c:pt idx="173">
                  <c:v>5.8271228108355544</c:v>
                </c:pt>
                <c:pt idx="174">
                  <c:v>11.112449098142223</c:v>
                </c:pt>
                <c:pt idx="175">
                  <c:v>18.808213649924443</c:v>
                </c:pt>
                <c:pt idx="176">
                  <c:v>25.015901404426664</c:v>
                </c:pt>
                <c:pt idx="177">
                  <c:v>28.710022151808893</c:v>
                </c:pt>
                <c:pt idx="178">
                  <c:v>32.359337572388888</c:v>
                </c:pt>
                <c:pt idx="179">
                  <c:v>35.699238677082221</c:v>
                </c:pt>
                <c:pt idx="180">
                  <c:v>37.507125181275555</c:v>
                </c:pt>
                <c:pt idx="181">
                  <c:v>39.359969802566667</c:v>
                </c:pt>
                <c:pt idx="182">
                  <c:v>39.654555136375556</c:v>
                </c:pt>
                <c:pt idx="183">
                  <c:v>38.541977455106668</c:v>
                </c:pt>
                <c:pt idx="184">
                  <c:v>36.953654466777778</c:v>
                </c:pt>
                <c:pt idx="185">
                  <c:v>41.168557705353336</c:v>
                </c:pt>
                <c:pt idx="186">
                  <c:v>42.42507167563555</c:v>
                </c:pt>
                <c:pt idx="187">
                  <c:v>47.611764979388887</c:v>
                </c:pt>
                <c:pt idx="188">
                  <c:v>50.59725671637333</c:v>
                </c:pt>
                <c:pt idx="189">
                  <c:v>58.139511644126671</c:v>
                </c:pt>
                <c:pt idx="190">
                  <c:v>57.145081309922226</c:v>
                </c:pt>
                <c:pt idx="191">
                  <c:v>47.137176805888892</c:v>
                </c:pt>
                <c:pt idx="192">
                  <c:v>33.741203196344443</c:v>
                </c:pt>
                <c:pt idx="193">
                  <c:v>21.706633765435555</c:v>
                </c:pt>
                <c:pt idx="194">
                  <c:v>13.584370777075554</c:v>
                </c:pt>
                <c:pt idx="195">
                  <c:v>8.7333468116777784</c:v>
                </c:pt>
                <c:pt idx="196">
                  <c:v>6.2347172690422221</c:v>
                </c:pt>
                <c:pt idx="197">
                  <c:v>5.8796900653555566</c:v>
                </c:pt>
                <c:pt idx="198">
                  <c:v>9.0159307225177763</c:v>
                </c:pt>
                <c:pt idx="199">
                  <c:v>12.975981890322224</c:v>
                </c:pt>
                <c:pt idx="200">
                  <c:v>18.634236199688889</c:v>
                </c:pt>
                <c:pt idx="201">
                  <c:v>24.692029913571112</c:v>
                </c:pt>
                <c:pt idx="202">
                  <c:v>30.547200681175553</c:v>
                </c:pt>
                <c:pt idx="203">
                  <c:v>35.592606041582222</c:v>
                </c:pt>
                <c:pt idx="204">
                  <c:v>35.608654558926666</c:v>
                </c:pt>
                <c:pt idx="205">
                  <c:v>35.990431022742222</c:v>
                </c:pt>
                <c:pt idx="206">
                  <c:v>44.323775592182216</c:v>
                </c:pt>
                <c:pt idx="207">
                  <c:v>42.081797418899995</c:v>
                </c:pt>
                <c:pt idx="208">
                  <c:v>38.063782412240002</c:v>
                </c:pt>
                <c:pt idx="209">
                  <c:v>42.20844386293777</c:v>
                </c:pt>
                <c:pt idx="210">
                  <c:v>43.507819060151114</c:v>
                </c:pt>
                <c:pt idx="211">
                  <c:v>48.388839706424449</c:v>
                </c:pt>
                <c:pt idx="212">
                  <c:v>51.393446827979993</c:v>
                </c:pt>
                <c:pt idx="213">
                  <c:v>59.414040316215548</c:v>
                </c:pt>
                <c:pt idx="214">
                  <c:v>59.15509648089332</c:v>
                </c:pt>
                <c:pt idx="215">
                  <c:v>48.653031318977774</c:v>
                </c:pt>
                <c:pt idx="216">
                  <c:v>34.212848276828886</c:v>
                </c:pt>
                <c:pt idx="217">
                  <c:v>21.639072705626667</c:v>
                </c:pt>
                <c:pt idx="218">
                  <c:v>13.002012897393332</c:v>
                </c:pt>
                <c:pt idx="219">
                  <c:v>8.0467957244777786</c:v>
                </c:pt>
                <c:pt idx="220">
                  <c:v>5.7131035831311108</c:v>
                </c:pt>
                <c:pt idx="221">
                  <c:v>5.6712440859866664</c:v>
                </c:pt>
                <c:pt idx="222">
                  <c:v>9.351994198731111</c:v>
                </c:pt>
                <c:pt idx="223">
                  <c:v>14.265255479615556</c:v>
                </c:pt>
                <c:pt idx="224">
                  <c:v>20.269583059966664</c:v>
                </c:pt>
                <c:pt idx="225">
                  <c:v>26.253006223664446</c:v>
                </c:pt>
                <c:pt idx="226">
                  <c:v>31.570072310555553</c:v>
                </c:pt>
                <c:pt idx="227">
                  <c:v>36.107288239353331</c:v>
                </c:pt>
                <c:pt idx="228">
                  <c:v>37.724863353371106</c:v>
                </c:pt>
                <c:pt idx="229">
                  <c:v>41.047276649551108</c:v>
                </c:pt>
                <c:pt idx="230">
                  <c:v>42.983230462566667</c:v>
                </c:pt>
                <c:pt idx="231">
                  <c:v>41.17045676624889</c:v>
                </c:pt>
                <c:pt idx="232">
                  <c:v>38.220232130453333</c:v>
                </c:pt>
                <c:pt idx="233">
                  <c:v>42.000340954357775</c:v>
                </c:pt>
                <c:pt idx="234">
                  <c:v>42.82454765024</c:v>
                </c:pt>
                <c:pt idx="235">
                  <c:v>47.470269445648881</c:v>
                </c:pt>
                <c:pt idx="236">
                  <c:v>50.987775302288888</c:v>
                </c:pt>
                <c:pt idx="237">
                  <c:v>58.90677692594889</c:v>
                </c:pt>
                <c:pt idx="238">
                  <c:v>55.924791622755549</c:v>
                </c:pt>
                <c:pt idx="239">
                  <c:v>43.818548505586662</c:v>
                </c:pt>
                <c:pt idx="240">
                  <c:v>28.937556512735554</c:v>
                </c:pt>
                <c:pt idx="241">
                  <c:v>17.524005097117779</c:v>
                </c:pt>
                <c:pt idx="242">
                  <c:v>10.334713699426667</c:v>
                </c:pt>
                <c:pt idx="243">
                  <c:v>6.6681780198288898</c:v>
                </c:pt>
                <c:pt idx="244">
                  <c:v>5.1681970846777778</c:v>
                </c:pt>
                <c:pt idx="245">
                  <c:v>5.7423186787533327</c:v>
                </c:pt>
                <c:pt idx="246">
                  <c:v>10.746870188795555</c:v>
                </c:pt>
                <c:pt idx="247">
                  <c:v>17.819936403046665</c:v>
                </c:pt>
                <c:pt idx="248">
                  <c:v>23.149131796820001</c:v>
                </c:pt>
                <c:pt idx="249">
                  <c:v>27.09638254942222</c:v>
                </c:pt>
                <c:pt idx="250">
                  <c:v>31.701309143068887</c:v>
                </c:pt>
                <c:pt idx="251">
                  <c:v>35.974609180304448</c:v>
                </c:pt>
                <c:pt idx="252">
                  <c:v>37.717635366719996</c:v>
                </c:pt>
                <c:pt idx="253">
                  <c:v>39.504912007342227</c:v>
                </c:pt>
                <c:pt idx="254">
                  <c:v>39.753159612524449</c:v>
                </c:pt>
                <c:pt idx="255">
                  <c:v>38.516555626740001</c:v>
                </c:pt>
                <c:pt idx="256">
                  <c:v>37.508275281011116</c:v>
                </c:pt>
                <c:pt idx="257">
                  <c:v>42.54299153223333</c:v>
                </c:pt>
                <c:pt idx="258">
                  <c:v>43.996824680693329</c:v>
                </c:pt>
                <c:pt idx="259">
                  <c:v>48.691409984160003</c:v>
                </c:pt>
                <c:pt idx="260">
                  <c:v>51.878050237919993</c:v>
                </c:pt>
                <c:pt idx="261">
                  <c:v>59.303508167399997</c:v>
                </c:pt>
                <c:pt idx="262">
                  <c:v>55.100061322051104</c:v>
                </c:pt>
                <c:pt idx="263">
                  <c:v>41.986323801913329</c:v>
                </c:pt>
                <c:pt idx="264">
                  <c:v>27.359225697642223</c:v>
                </c:pt>
                <c:pt idx="265">
                  <c:v>16.297453727713332</c:v>
                </c:pt>
                <c:pt idx="266">
                  <c:v>9.6617786270155559</c:v>
                </c:pt>
                <c:pt idx="267">
                  <c:v>6.5537582136822223</c:v>
                </c:pt>
                <c:pt idx="268">
                  <c:v>5.0544083570111109</c:v>
                </c:pt>
                <c:pt idx="269">
                  <c:v>5.7101584436311112</c:v>
                </c:pt>
                <c:pt idx="270">
                  <c:v>10.986240453157777</c:v>
                </c:pt>
                <c:pt idx="271">
                  <c:v>18.25097301074889</c:v>
                </c:pt>
                <c:pt idx="272">
                  <c:v>23.528915943879998</c:v>
                </c:pt>
                <c:pt idx="273">
                  <c:v>27.575290884471112</c:v>
                </c:pt>
                <c:pt idx="274">
                  <c:v>31.64557990581778</c:v>
                </c:pt>
                <c:pt idx="275">
                  <c:v>35.625146022733333</c:v>
                </c:pt>
                <c:pt idx="276">
                  <c:v>37.548953850762217</c:v>
                </c:pt>
                <c:pt idx="277">
                  <c:v>39.151642111368886</c:v>
                </c:pt>
                <c:pt idx="278">
                  <c:v>39.200703988004442</c:v>
                </c:pt>
                <c:pt idx="279">
                  <c:v>38.161757482020001</c:v>
                </c:pt>
                <c:pt idx="280">
                  <c:v>37.675130009537774</c:v>
                </c:pt>
                <c:pt idx="281">
                  <c:v>42.333602504606667</c:v>
                </c:pt>
                <c:pt idx="282">
                  <c:v>43.261304981353334</c:v>
                </c:pt>
                <c:pt idx="283">
                  <c:v>48.251904270644445</c:v>
                </c:pt>
                <c:pt idx="284">
                  <c:v>52.29680493542444</c:v>
                </c:pt>
                <c:pt idx="285">
                  <c:v>59.58259466423555</c:v>
                </c:pt>
                <c:pt idx="286">
                  <c:v>55.218841722682214</c:v>
                </c:pt>
                <c:pt idx="287">
                  <c:v>41.890018654624441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FFC-494C-92BE-FE0FD3CA8D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09562800"/>
        <c:axId val="509564768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'Ericsson 01-10 12-10-2026'!$B$1</c15:sqref>
                        </c15:formulaRef>
                      </c:ext>
                    </c:extLst>
                    <c:strCache>
                      <c:ptCount val="1"/>
                      <c:pt idx="0">
                        <c:v>DL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'Ericsson 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'Ericsson 01-10 12-10-2026'!$B$2:$B$289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159.90577073748301</c:v>
                      </c:pt>
                      <c:pt idx="1">
                        <c:v>101.642548004742</c:v>
                      </c:pt>
                      <c:pt idx="2">
                        <c:v>61.063906754508004</c:v>
                      </c:pt>
                      <c:pt idx="3">
                        <c:v>37.739919546602003</c:v>
                      </c:pt>
                      <c:pt idx="4">
                        <c:v>27.454199194407998</c:v>
                      </c:pt>
                      <c:pt idx="5">
                        <c:v>28.886193679998001</c:v>
                      </c:pt>
                      <c:pt idx="6">
                        <c:v>57.096074587996995</c:v>
                      </c:pt>
                      <c:pt idx="7">
                        <c:v>89.053543206117013</c:v>
                      </c:pt>
                      <c:pt idx="8">
                        <c:v>111.58445746356699</c:v>
                      </c:pt>
                      <c:pt idx="9">
                        <c:v>121.45882040634901</c:v>
                      </c:pt>
                      <c:pt idx="10">
                        <c:v>135.201240851367</c:v>
                      </c:pt>
                      <c:pt idx="11">
                        <c:v>152.497036421947</c:v>
                      </c:pt>
                      <c:pt idx="12">
                        <c:v>166.44074837759803</c:v>
                      </c:pt>
                      <c:pt idx="13">
                        <c:v>184.66281752074499</c:v>
                      </c:pt>
                      <c:pt idx="14">
                        <c:v>196.342849556565</c:v>
                      </c:pt>
                      <c:pt idx="15">
                        <c:v>193.50563208079399</c:v>
                      </c:pt>
                      <c:pt idx="16">
                        <c:v>172.85517428879299</c:v>
                      </c:pt>
                      <c:pt idx="17">
                        <c:v>178.37096124431301</c:v>
                      </c:pt>
                      <c:pt idx="18">
                        <c:v>175.96323757495298</c:v>
                      </c:pt>
                      <c:pt idx="19">
                        <c:v>193.98266786828501</c:v>
                      </c:pt>
                      <c:pt idx="20">
                        <c:v>214.43774972178301</c:v>
                      </c:pt>
                      <c:pt idx="21">
                        <c:v>256.33021276447101</c:v>
                      </c:pt>
                      <c:pt idx="22">
                        <c:v>264.80656841578298</c:v>
                      </c:pt>
                      <c:pt idx="23">
                        <c:v>234.97486930346599</c:v>
                      </c:pt>
                      <c:pt idx="24">
                        <c:v>178.632812959652</c:v>
                      </c:pt>
                      <c:pt idx="25">
                        <c:v>116.47725070317701</c:v>
                      </c:pt>
                      <c:pt idx="26">
                        <c:v>69.468994800442005</c:v>
                      </c:pt>
                      <c:pt idx="27">
                        <c:v>45.529233221508001</c:v>
                      </c:pt>
                      <c:pt idx="28">
                        <c:v>31.150355202337</c:v>
                      </c:pt>
                      <c:pt idx="29">
                        <c:v>28.736894121669</c:v>
                      </c:pt>
                      <c:pt idx="30">
                        <c:v>49.086448659806003</c:v>
                      </c:pt>
                      <c:pt idx="31">
                        <c:v>71.778783017549003</c:v>
                      </c:pt>
                      <c:pt idx="32">
                        <c:v>102.305159532243</c:v>
                      </c:pt>
                      <c:pt idx="33">
                        <c:v>127.97550626100001</c:v>
                      </c:pt>
                      <c:pt idx="34">
                        <c:v>149.71873371488599</c:v>
                      </c:pt>
                      <c:pt idx="35">
                        <c:v>170.90948930139101</c:v>
                      </c:pt>
                      <c:pt idx="36">
                        <c:v>178.52959799386701</c:v>
                      </c:pt>
                      <c:pt idx="37">
                        <c:v>184.473403921949</c:v>
                      </c:pt>
                      <c:pt idx="38">
                        <c:v>229.30494564635399</c:v>
                      </c:pt>
                      <c:pt idx="39">
                        <c:v>218.995499058234</c:v>
                      </c:pt>
                      <c:pt idx="40">
                        <c:v>183.82236418797302</c:v>
                      </c:pt>
                      <c:pt idx="41">
                        <c:v>183.64432287106501</c:v>
                      </c:pt>
                      <c:pt idx="42">
                        <c:v>179.837309559565</c:v>
                      </c:pt>
                      <c:pt idx="43">
                        <c:v>201.45450254375803</c:v>
                      </c:pt>
                      <c:pt idx="44">
                        <c:v>223.97708676088899</c:v>
                      </c:pt>
                      <c:pt idx="45">
                        <c:v>269.24221135395203</c:v>
                      </c:pt>
                      <c:pt idx="46">
                        <c:v>273.79272638736501</c:v>
                      </c:pt>
                      <c:pt idx="47">
                        <c:v>244.988565470878</c:v>
                      </c:pt>
                      <c:pt idx="48">
                        <c:v>187.460186504349</c:v>
                      </c:pt>
                      <c:pt idx="49">
                        <c:v>125.26009107500201</c:v>
                      </c:pt>
                      <c:pt idx="50">
                        <c:v>75.846389299208994</c:v>
                      </c:pt>
                      <c:pt idx="51">
                        <c:v>45.863691532064998</c:v>
                      </c:pt>
                      <c:pt idx="52">
                        <c:v>30.540582370905003</c:v>
                      </c:pt>
                      <c:pt idx="53">
                        <c:v>28.349579649900999</c:v>
                      </c:pt>
                      <c:pt idx="54">
                        <c:v>50.496218002318003</c:v>
                      </c:pt>
                      <c:pt idx="55">
                        <c:v>76.177228818914003</c:v>
                      </c:pt>
                      <c:pt idx="56">
                        <c:v>104.908820120019</c:v>
                      </c:pt>
                      <c:pt idx="57">
                        <c:v>126.53145055417401</c:v>
                      </c:pt>
                      <c:pt idx="58">
                        <c:v>142.33806222808599</c:v>
                      </c:pt>
                      <c:pt idx="59">
                        <c:v>161.151909305537</c:v>
                      </c:pt>
                      <c:pt idx="60">
                        <c:v>172.70204361620702</c:v>
                      </c:pt>
                      <c:pt idx="61">
                        <c:v>195.438075146426</c:v>
                      </c:pt>
                      <c:pt idx="62">
                        <c:v>211.43359873637897</c:v>
                      </c:pt>
                      <c:pt idx="63">
                        <c:v>204.506058350464</c:v>
                      </c:pt>
                      <c:pt idx="64">
                        <c:v>178.60992106451201</c:v>
                      </c:pt>
                      <c:pt idx="65">
                        <c:v>181.45497765061799</c:v>
                      </c:pt>
                      <c:pt idx="66">
                        <c:v>178.35525782442099</c:v>
                      </c:pt>
                      <c:pt idx="67">
                        <c:v>196.18289200879801</c:v>
                      </c:pt>
                      <c:pt idx="68">
                        <c:v>216.36512535340199</c:v>
                      </c:pt>
                      <c:pt idx="69">
                        <c:v>258.826963707159</c:v>
                      </c:pt>
                      <c:pt idx="70">
                        <c:v>262.24012952200997</c:v>
                      </c:pt>
                      <c:pt idx="71">
                        <c:v>224.328245042791</c:v>
                      </c:pt>
                      <c:pt idx="72">
                        <c:v>159.932430617309</c:v>
                      </c:pt>
                      <c:pt idx="73">
                        <c:v>99.731478742568996</c:v>
                      </c:pt>
                      <c:pt idx="74">
                        <c:v>59.137805262956995</c:v>
                      </c:pt>
                      <c:pt idx="75">
                        <c:v>36.659409894608999</c:v>
                      </c:pt>
                      <c:pt idx="76">
                        <c:v>26.531590110265999</c:v>
                      </c:pt>
                      <c:pt idx="77">
                        <c:v>27.327049190307999</c:v>
                      </c:pt>
                      <c:pt idx="78">
                        <c:v>54.316336929204994</c:v>
                      </c:pt>
                      <c:pt idx="79">
                        <c:v>84.632835976753995</c:v>
                      </c:pt>
                      <c:pt idx="80">
                        <c:v>107.11990284111799</c:v>
                      </c:pt>
                      <c:pt idx="81">
                        <c:v>118.691382154075</c:v>
                      </c:pt>
                      <c:pt idx="82">
                        <c:v>132.077038982555</c:v>
                      </c:pt>
                      <c:pt idx="83">
                        <c:v>149.332379357364</c:v>
                      </c:pt>
                      <c:pt idx="84">
                        <c:v>161.52697820602899</c:v>
                      </c:pt>
                      <c:pt idx="85">
                        <c:v>177.31687377203502</c:v>
                      </c:pt>
                      <c:pt idx="86">
                        <c:v>186.39436054561901</c:v>
                      </c:pt>
                      <c:pt idx="87">
                        <c:v>182.240398600909</c:v>
                      </c:pt>
                      <c:pt idx="88">
                        <c:v>168.203192838874</c:v>
                      </c:pt>
                      <c:pt idx="89">
                        <c:v>176.89079906048499</c:v>
                      </c:pt>
                      <c:pt idx="90">
                        <c:v>172.90056077523099</c:v>
                      </c:pt>
                      <c:pt idx="91">
                        <c:v>194.161939658856</c:v>
                      </c:pt>
                      <c:pt idx="92">
                        <c:v>215.67716425030304</c:v>
                      </c:pt>
                      <c:pt idx="93">
                        <c:v>259.43411000078697</c:v>
                      </c:pt>
                      <c:pt idx="94">
                        <c:v>260.42094255674999</c:v>
                      </c:pt>
                      <c:pt idx="95">
                        <c:v>218.49579842942299</c:v>
                      </c:pt>
                      <c:pt idx="96">
                        <c:v>153.87148848832899</c:v>
                      </c:pt>
                      <c:pt idx="97">
                        <c:v>95.516726360909004</c:v>
                      </c:pt>
                      <c:pt idx="98">
                        <c:v>56.057543634954996</c:v>
                      </c:pt>
                      <c:pt idx="99">
                        <c:v>34.945605841867</c:v>
                      </c:pt>
                      <c:pt idx="100">
                        <c:v>25.796423692292002</c:v>
                      </c:pt>
                      <c:pt idx="101">
                        <c:v>26.629070664010001</c:v>
                      </c:pt>
                      <c:pt idx="102">
                        <c:v>54.653933568686</c:v>
                      </c:pt>
                      <c:pt idx="103">
                        <c:v>86.86937189260901</c:v>
                      </c:pt>
                      <c:pt idx="104">
                        <c:v>109.04844758927899</c:v>
                      </c:pt>
                      <c:pt idx="105">
                        <c:v>119.490506879375</c:v>
                      </c:pt>
                      <c:pt idx="106">
                        <c:v>133.024387954269</c:v>
                      </c:pt>
                      <c:pt idx="107">
                        <c:v>151.71752063369499</c:v>
                      </c:pt>
                      <c:pt idx="108">
                        <c:v>164.14448753851499</c:v>
                      </c:pt>
                      <c:pt idx="109">
                        <c:v>179.82248672665901</c:v>
                      </c:pt>
                      <c:pt idx="110">
                        <c:v>188.08601058226299</c:v>
                      </c:pt>
                      <c:pt idx="111">
                        <c:v>184.18007897464099</c:v>
                      </c:pt>
                      <c:pt idx="112">
                        <c:v>169.10958081042401</c:v>
                      </c:pt>
                      <c:pt idx="113">
                        <c:v>177.49751902678301</c:v>
                      </c:pt>
                      <c:pt idx="114">
                        <c:v>174.53873778903099</c:v>
                      </c:pt>
                      <c:pt idx="115">
                        <c:v>195.50811163146398</c:v>
                      </c:pt>
                      <c:pt idx="116">
                        <c:v>217.58225670095601</c:v>
                      </c:pt>
                      <c:pt idx="117">
                        <c:v>263.72347364750101</c:v>
                      </c:pt>
                      <c:pt idx="118">
                        <c:v>262.34909638156603</c:v>
                      </c:pt>
                      <c:pt idx="119">
                        <c:v>220.39229064736901</c:v>
                      </c:pt>
                      <c:pt idx="120">
                        <c:v>153.96087879376802</c:v>
                      </c:pt>
                      <c:pt idx="121">
                        <c:v>95.165765789755</c:v>
                      </c:pt>
                      <c:pt idx="122">
                        <c:v>55.658714622328006</c:v>
                      </c:pt>
                      <c:pt idx="123">
                        <c:v>34.584424539289003</c:v>
                      </c:pt>
                      <c:pt idx="124">
                        <c:v>25.627803764517001</c:v>
                      </c:pt>
                      <c:pt idx="125">
                        <c:v>27.014370187501001</c:v>
                      </c:pt>
                      <c:pt idx="126">
                        <c:v>56.200053193932995</c:v>
                      </c:pt>
                      <c:pt idx="127">
                        <c:v>89.362463064008011</c:v>
                      </c:pt>
                      <c:pt idx="128">
                        <c:v>111.87043135832099</c:v>
                      </c:pt>
                      <c:pt idx="129">
                        <c:v>122.726928269567</c:v>
                      </c:pt>
                      <c:pt idx="130">
                        <c:v>135.75205000043002</c:v>
                      </c:pt>
                      <c:pt idx="131">
                        <c:v>152.222104301759</c:v>
                      </c:pt>
                      <c:pt idx="132">
                        <c:v>168.45893189455899</c:v>
                      </c:pt>
                      <c:pt idx="133">
                        <c:v>193.899231859823</c:v>
                      </c:pt>
                      <c:pt idx="134">
                        <c:v>202.26029798925401</c:v>
                      </c:pt>
                      <c:pt idx="135">
                        <c:v>194.51206504748001</c:v>
                      </c:pt>
                      <c:pt idx="136">
                        <c:v>171.79421573921198</c:v>
                      </c:pt>
                      <c:pt idx="137">
                        <c:v>179.62167926150201</c:v>
                      </c:pt>
                      <c:pt idx="138">
                        <c:v>195.507295215113</c:v>
                      </c:pt>
                      <c:pt idx="139">
                        <c:v>219.15092569377202</c:v>
                      </c:pt>
                      <c:pt idx="140">
                        <c:v>224.48098329842</c:v>
                      </c:pt>
                      <c:pt idx="141">
                        <c:v>267.772661000977</c:v>
                      </c:pt>
                      <c:pt idx="142">
                        <c:v>264.16085404208297</c:v>
                      </c:pt>
                      <c:pt idx="143">
                        <c:v>220.853914853269</c:v>
                      </c:pt>
                      <c:pt idx="144">
                        <c:v>160.610034554245</c:v>
                      </c:pt>
                      <c:pt idx="145">
                        <c:v>99.989661658608995</c:v>
                      </c:pt>
                      <c:pt idx="146">
                        <c:v>61.301420939446004</c:v>
                      </c:pt>
                      <c:pt idx="147">
                        <c:v>36.166805757006003</c:v>
                      </c:pt>
                      <c:pt idx="148">
                        <c:v>26.441618465029002</c:v>
                      </c:pt>
                      <c:pt idx="149">
                        <c:v>27.945370180482001</c:v>
                      </c:pt>
                      <c:pt idx="150">
                        <c:v>57.129981273108001</c:v>
                      </c:pt>
                      <c:pt idx="151">
                        <c:v>90.771602682565003</c:v>
                      </c:pt>
                      <c:pt idx="152">
                        <c:v>114.42991254828699</c:v>
                      </c:pt>
                      <c:pt idx="153">
                        <c:v>123.77928542313501</c:v>
                      </c:pt>
                      <c:pt idx="154">
                        <c:v>136.278687457101</c:v>
                      </c:pt>
                      <c:pt idx="155">
                        <c:v>151.716587493182</c:v>
                      </c:pt>
                      <c:pt idx="156">
                        <c:v>164.03422342351402</c:v>
                      </c:pt>
                      <c:pt idx="157">
                        <c:v>179.786149068817</c:v>
                      </c:pt>
                      <c:pt idx="158">
                        <c:v>189.46263414421799</c:v>
                      </c:pt>
                      <c:pt idx="159">
                        <c:v>186.223887588737</c:v>
                      </c:pt>
                      <c:pt idx="160">
                        <c:v>172.97698052701199</c:v>
                      </c:pt>
                      <c:pt idx="161">
                        <c:v>183.272798031289</c:v>
                      </c:pt>
                      <c:pt idx="162">
                        <c:v>179.97270022446901</c:v>
                      </c:pt>
                      <c:pt idx="163">
                        <c:v>202.20377624897901</c:v>
                      </c:pt>
                      <c:pt idx="164">
                        <c:v>220.81960527251704</c:v>
                      </c:pt>
                      <c:pt idx="165">
                        <c:v>263.594128954273</c:v>
                      </c:pt>
                      <c:pt idx="166">
                        <c:v>263.370246642815</c:v>
                      </c:pt>
                      <c:pt idx="167">
                        <c:v>216.07914404274101</c:v>
                      </c:pt>
                      <c:pt idx="168">
                        <c:v>150.679309920832</c:v>
                      </c:pt>
                      <c:pt idx="169">
                        <c:v>92.46013577385699</c:v>
                      </c:pt>
                      <c:pt idx="170">
                        <c:v>55.629088242099002</c:v>
                      </c:pt>
                      <c:pt idx="171">
                        <c:v>35.282830076750002</c:v>
                      </c:pt>
                      <c:pt idx="172">
                        <c:v>26.360546591873</c:v>
                      </c:pt>
                      <c:pt idx="173">
                        <c:v>28.377839886819999</c:v>
                      </c:pt>
                      <c:pt idx="174">
                        <c:v>59.153371019202005</c:v>
                      </c:pt>
                      <c:pt idx="175">
                        <c:v>97.340689122617988</c:v>
                      </c:pt>
                      <c:pt idx="176">
                        <c:v>124.05620873977401</c:v>
                      </c:pt>
                      <c:pt idx="177">
                        <c:v>137.795124874365</c:v>
                      </c:pt>
                      <c:pt idx="178">
                        <c:v>148.313779143326</c:v>
                      </c:pt>
                      <c:pt idx="179">
                        <c:v>161.35283255156901</c:v>
                      </c:pt>
                      <c:pt idx="180">
                        <c:v>172.670499740271</c:v>
                      </c:pt>
                      <c:pt idx="181">
                        <c:v>188.91663203903101</c:v>
                      </c:pt>
                      <c:pt idx="182">
                        <c:v>197.65214945608997</c:v>
                      </c:pt>
                      <c:pt idx="183">
                        <c:v>193.82488913143402</c:v>
                      </c:pt>
                      <c:pt idx="184">
                        <c:v>175.43871673733298</c:v>
                      </c:pt>
                      <c:pt idx="185">
                        <c:v>182.41875446091601</c:v>
                      </c:pt>
                      <c:pt idx="186">
                        <c:v>180.12024515841699</c:v>
                      </c:pt>
                      <c:pt idx="187">
                        <c:v>206.365481702647</c:v>
                      </c:pt>
                      <c:pt idx="188">
                        <c:v>223.199059903473</c:v>
                      </c:pt>
                      <c:pt idx="189">
                        <c:v>263.318385084189</c:v>
                      </c:pt>
                      <c:pt idx="190">
                        <c:v>267.39545924733699</c:v>
                      </c:pt>
                      <c:pt idx="191">
                        <c:v>231.72587559861699</c:v>
                      </c:pt>
                      <c:pt idx="192">
                        <c:v>173.31273023486401</c:v>
                      </c:pt>
                      <c:pt idx="193">
                        <c:v>114.78323991518201</c:v>
                      </c:pt>
                      <c:pt idx="194">
                        <c:v>71.338946537872999</c:v>
                      </c:pt>
                      <c:pt idx="195">
                        <c:v>45.532764013647004</c:v>
                      </c:pt>
                      <c:pt idx="196">
                        <c:v>31.307014409561003</c:v>
                      </c:pt>
                      <c:pt idx="197">
                        <c:v>28.221310109881998</c:v>
                      </c:pt>
                      <c:pt idx="198">
                        <c:v>50.362703156790005</c:v>
                      </c:pt>
                      <c:pt idx="199">
                        <c:v>76.358977587685004</c:v>
                      </c:pt>
                      <c:pt idx="200">
                        <c:v>107.57566518826599</c:v>
                      </c:pt>
                      <c:pt idx="201">
                        <c:v>132.67962227297198</c:v>
                      </c:pt>
                      <c:pt idx="202">
                        <c:v>153.13789704763201</c:v>
                      </c:pt>
                      <c:pt idx="203">
                        <c:v>174.85022424398201</c:v>
                      </c:pt>
                      <c:pt idx="204">
                        <c:v>179.34957081951302</c:v>
                      </c:pt>
                      <c:pt idx="205">
                        <c:v>186.52600104755803</c:v>
                      </c:pt>
                      <c:pt idx="206">
                        <c:v>230.114082159877</c:v>
                      </c:pt>
                      <c:pt idx="207">
                        <c:v>217.82019965240198</c:v>
                      </c:pt>
                      <c:pt idx="208">
                        <c:v>185.52395601843</c:v>
                      </c:pt>
                      <c:pt idx="209">
                        <c:v>187.63971087712503</c:v>
                      </c:pt>
                      <c:pt idx="210">
                        <c:v>181.66378864376301</c:v>
                      </c:pt>
                      <c:pt idx="211">
                        <c:v>209.87070436400299</c:v>
                      </c:pt>
                      <c:pt idx="212">
                        <c:v>228.54092494939201</c:v>
                      </c:pt>
                      <c:pt idx="213">
                        <c:v>270.35601996440101</c:v>
                      </c:pt>
                      <c:pt idx="214">
                        <c:v>277.45947991042902</c:v>
                      </c:pt>
                      <c:pt idx="215">
                        <c:v>239.54199222633599</c:v>
                      </c:pt>
                      <c:pt idx="216">
                        <c:v>176.977510501545</c:v>
                      </c:pt>
                      <c:pt idx="217">
                        <c:v>114.12747676509301</c:v>
                      </c:pt>
                      <c:pt idx="218">
                        <c:v>68.71162444480899</c:v>
                      </c:pt>
                      <c:pt idx="219">
                        <c:v>41.760002712629998</c:v>
                      </c:pt>
                      <c:pt idx="220">
                        <c:v>28.797099199591003</c:v>
                      </c:pt>
                      <c:pt idx="221">
                        <c:v>27.173823513028999</c:v>
                      </c:pt>
                      <c:pt idx="222">
                        <c:v>50.807056009995009</c:v>
                      </c:pt>
                      <c:pt idx="223">
                        <c:v>79.173374425120002</c:v>
                      </c:pt>
                      <c:pt idx="224">
                        <c:v>108.49270785556301</c:v>
                      </c:pt>
                      <c:pt idx="225">
                        <c:v>128.65985837768699</c:v>
                      </c:pt>
                      <c:pt idx="226">
                        <c:v>143.661579940747</c:v>
                      </c:pt>
                      <c:pt idx="227">
                        <c:v>160.93772902701798</c:v>
                      </c:pt>
                      <c:pt idx="228">
                        <c:v>170.705552478675</c:v>
                      </c:pt>
                      <c:pt idx="229">
                        <c:v>195.17050214572001</c:v>
                      </c:pt>
                      <c:pt idx="230">
                        <c:v>210.90224999984798</c:v>
                      </c:pt>
                      <c:pt idx="231">
                        <c:v>203.72615376416303</c:v>
                      </c:pt>
                      <c:pt idx="232">
                        <c:v>178.51778361739301</c:v>
                      </c:pt>
                      <c:pt idx="233">
                        <c:v>184.57886489736603</c:v>
                      </c:pt>
                      <c:pt idx="234">
                        <c:v>181.38021409532803</c:v>
                      </c:pt>
                      <c:pt idx="235">
                        <c:v>204.72752381152503</c:v>
                      </c:pt>
                      <c:pt idx="236">
                        <c:v>227.41352475047103</c:v>
                      </c:pt>
                      <c:pt idx="237">
                        <c:v>271.46655694737098</c:v>
                      </c:pt>
                      <c:pt idx="238">
                        <c:v>263.41065052321602</c:v>
                      </c:pt>
                      <c:pt idx="239">
                        <c:v>217.48253662947201</c:v>
                      </c:pt>
                      <c:pt idx="240">
                        <c:v>150.67521629396202</c:v>
                      </c:pt>
                      <c:pt idx="241">
                        <c:v>93.45212638289</c:v>
                      </c:pt>
                      <c:pt idx="242">
                        <c:v>54.956773543392998</c:v>
                      </c:pt>
                      <c:pt idx="243">
                        <c:v>34.434640093224999</c:v>
                      </c:pt>
                      <c:pt idx="244">
                        <c:v>25.492103424050999</c:v>
                      </c:pt>
                      <c:pt idx="245">
                        <c:v>26.512098776066999</c:v>
                      </c:pt>
                      <c:pt idx="246">
                        <c:v>55.228033018091999</c:v>
                      </c:pt>
                      <c:pt idx="247">
                        <c:v>88.162598232554004</c:v>
                      </c:pt>
                      <c:pt idx="248">
                        <c:v>109.970021692731</c:v>
                      </c:pt>
                      <c:pt idx="249">
                        <c:v>119.46130489585899</c:v>
                      </c:pt>
                      <c:pt idx="250">
                        <c:v>132.92191075601301</c:v>
                      </c:pt>
                      <c:pt idx="251">
                        <c:v>150.87380631055899</c:v>
                      </c:pt>
                      <c:pt idx="252">
                        <c:v>163.12950868923599</c:v>
                      </c:pt>
                      <c:pt idx="253">
                        <c:v>180.39615727825199</c:v>
                      </c:pt>
                      <c:pt idx="254">
                        <c:v>189.99626310665403</c:v>
                      </c:pt>
                      <c:pt idx="255">
                        <c:v>186.81588316529803</c:v>
                      </c:pt>
                      <c:pt idx="256">
                        <c:v>175.106179021793</c:v>
                      </c:pt>
                      <c:pt idx="257">
                        <c:v>189.636187678341</c:v>
                      </c:pt>
                      <c:pt idx="258">
                        <c:v>183.53615179446101</c:v>
                      </c:pt>
                      <c:pt idx="259">
                        <c:v>205.23575013908595</c:v>
                      </c:pt>
                      <c:pt idx="260">
                        <c:v>225.20895012912703</c:v>
                      </c:pt>
                      <c:pt idx="261">
                        <c:v>265.57694256256298</c:v>
                      </c:pt>
                      <c:pt idx="262">
                        <c:v>260.60229518337701</c:v>
                      </c:pt>
                      <c:pt idx="263">
                        <c:v>210.20009664987199</c:v>
                      </c:pt>
                      <c:pt idx="264">
                        <c:v>142.79937835286199</c:v>
                      </c:pt>
                      <c:pt idx="265">
                        <c:v>86.045242913522998</c:v>
                      </c:pt>
                      <c:pt idx="266">
                        <c:v>50.507494560951002</c:v>
                      </c:pt>
                      <c:pt idx="267">
                        <c:v>32.452330786319997</c:v>
                      </c:pt>
                      <c:pt idx="268">
                        <c:v>24.699965828231004</c:v>
                      </c:pt>
                      <c:pt idx="269">
                        <c:v>26.227292538516</c:v>
                      </c:pt>
                      <c:pt idx="270">
                        <c:v>55.790691477485005</c:v>
                      </c:pt>
                      <c:pt idx="271">
                        <c:v>90.900471910772993</c:v>
                      </c:pt>
                      <c:pt idx="272">
                        <c:v>112.187322673906</c:v>
                      </c:pt>
                      <c:pt idx="273">
                        <c:v>121.56329645842399</c:v>
                      </c:pt>
                      <c:pt idx="274">
                        <c:v>134.416585743421</c:v>
                      </c:pt>
                      <c:pt idx="275">
                        <c:v>152.27081355291401</c:v>
                      </c:pt>
                      <c:pt idx="276">
                        <c:v>163.64960523667301</c:v>
                      </c:pt>
                      <c:pt idx="277">
                        <c:v>180.00805957886402</c:v>
                      </c:pt>
                      <c:pt idx="278">
                        <c:v>188.566390996704</c:v>
                      </c:pt>
                      <c:pt idx="279">
                        <c:v>185.47161724721997</c:v>
                      </c:pt>
                      <c:pt idx="280">
                        <c:v>173.449681770409</c:v>
                      </c:pt>
                      <c:pt idx="281">
                        <c:v>184.15065836514799</c:v>
                      </c:pt>
                      <c:pt idx="282">
                        <c:v>178.50289338740899</c:v>
                      </c:pt>
                      <c:pt idx="283">
                        <c:v>205.034074875518</c:v>
                      </c:pt>
                      <c:pt idx="284">
                        <c:v>227.83907614891802</c:v>
                      </c:pt>
                      <c:pt idx="285">
                        <c:v>271.03936480392997</c:v>
                      </c:pt>
                      <c:pt idx="286">
                        <c:v>264.34051049485902</c:v>
                      </c:pt>
                      <c:pt idx="287">
                        <c:v>212.40804767026697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8FFC-494C-92BE-FE0FD3CA8D06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'Ericsson 01-10 12-10-2026'!$C$1</c15:sqref>
                        </c15:formulaRef>
                      </c:ext>
                    </c:extLst>
                    <c:strCache>
                      <c:ptCount val="1"/>
                      <c:pt idx="0">
                        <c:v>UL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'Ericsson 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'Ericsson 01-10 12-10-2026'!$C$2:$C$289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14.065806802363999</c:v>
                      </c:pt>
                      <c:pt idx="1">
                        <c:v>8.6800350119249998</c:v>
                      </c:pt>
                      <c:pt idx="2">
                        <c:v>5.1834927249799989</c:v>
                      </c:pt>
                      <c:pt idx="3">
                        <c:v>3.3024193492110001</c:v>
                      </c:pt>
                      <c:pt idx="4">
                        <c:v>2.4627033744800002</c:v>
                      </c:pt>
                      <c:pt idx="5">
                        <c:v>2.7304520898260001</c:v>
                      </c:pt>
                      <c:pt idx="6">
                        <c:v>4.8739383481039997</c:v>
                      </c:pt>
                      <c:pt idx="7">
                        <c:v>7.9236927285350003</c:v>
                      </c:pt>
                      <c:pt idx="8">
                        <c:v>10.237630685557001</c:v>
                      </c:pt>
                      <c:pt idx="9">
                        <c:v>11.994309653950999</c:v>
                      </c:pt>
                      <c:pt idx="10">
                        <c:v>13.967789128072999</c:v>
                      </c:pt>
                      <c:pt idx="11">
                        <c:v>15.789353530399001</c:v>
                      </c:pt>
                      <c:pt idx="12">
                        <c:v>16.710606532485002</c:v>
                      </c:pt>
                      <c:pt idx="13">
                        <c:v>17.588072707826999</c:v>
                      </c:pt>
                      <c:pt idx="14">
                        <c:v>17.842814925144999</c:v>
                      </c:pt>
                      <c:pt idx="15">
                        <c:v>17.296824490917</c:v>
                      </c:pt>
                      <c:pt idx="16">
                        <c:v>16.309363610405001</c:v>
                      </c:pt>
                      <c:pt idx="17">
                        <c:v>17.993341800892999</c:v>
                      </c:pt>
                      <c:pt idx="18">
                        <c:v>18.835388444850999</c:v>
                      </c:pt>
                      <c:pt idx="19">
                        <c:v>20.385588046292</c:v>
                      </c:pt>
                      <c:pt idx="20">
                        <c:v>21.985440245782002</c:v>
                      </c:pt>
                      <c:pt idx="21">
                        <c:v>25.556178511688</c:v>
                      </c:pt>
                      <c:pt idx="22">
                        <c:v>25.567086203483999</c:v>
                      </c:pt>
                      <c:pt idx="23">
                        <c:v>21.625099062555002</c:v>
                      </c:pt>
                      <c:pt idx="24">
                        <c:v>15.870292800993999</c:v>
                      </c:pt>
                      <c:pt idx="25">
                        <c:v>10.251792415062999</c:v>
                      </c:pt>
                      <c:pt idx="26">
                        <c:v>6.0941906767420004</c:v>
                      </c:pt>
                      <c:pt idx="27">
                        <c:v>3.986926888533</c:v>
                      </c:pt>
                      <c:pt idx="28">
                        <c:v>2.7970465539389999</c:v>
                      </c:pt>
                      <c:pt idx="29">
                        <c:v>2.6820065435510001</c:v>
                      </c:pt>
                      <c:pt idx="30">
                        <c:v>4.0200544590760003</c:v>
                      </c:pt>
                      <c:pt idx="31">
                        <c:v>5.6067584097170009</c:v>
                      </c:pt>
                      <c:pt idx="32">
                        <c:v>8.1314832669409984</c:v>
                      </c:pt>
                      <c:pt idx="33">
                        <c:v>10.768475747002</c:v>
                      </c:pt>
                      <c:pt idx="34">
                        <c:v>13.422883437578999</c:v>
                      </c:pt>
                      <c:pt idx="35">
                        <c:v>15.639552494178002</c:v>
                      </c:pt>
                      <c:pt idx="36">
                        <c:v>15.850326745335</c:v>
                      </c:pt>
                      <c:pt idx="37">
                        <c:v>15.887481149719999</c:v>
                      </c:pt>
                      <c:pt idx="38">
                        <c:v>19.59118948055</c:v>
                      </c:pt>
                      <c:pt idx="39">
                        <c:v>18.814370731664997</c:v>
                      </c:pt>
                      <c:pt idx="40">
                        <c:v>16.810925068227998</c:v>
                      </c:pt>
                      <c:pt idx="41">
                        <c:v>18.404732342053002</c:v>
                      </c:pt>
                      <c:pt idx="42">
                        <c:v>19.372378945013999</c:v>
                      </c:pt>
                      <c:pt idx="43">
                        <c:v>20.939763308492999</c:v>
                      </c:pt>
                      <c:pt idx="44">
                        <c:v>22.202127846536001</c:v>
                      </c:pt>
                      <c:pt idx="45">
                        <c:v>25.934396279063002</c:v>
                      </c:pt>
                      <c:pt idx="46">
                        <c:v>26.243416584809005</c:v>
                      </c:pt>
                      <c:pt idx="47">
                        <c:v>22.411913046664999</c:v>
                      </c:pt>
                      <c:pt idx="48">
                        <c:v>16.390610990998002</c:v>
                      </c:pt>
                      <c:pt idx="49">
                        <c:v>10.614745043626998</c:v>
                      </c:pt>
                      <c:pt idx="50">
                        <c:v>6.4156893386119993</c:v>
                      </c:pt>
                      <c:pt idx="51">
                        <c:v>3.9700612711899996</c:v>
                      </c:pt>
                      <c:pt idx="52">
                        <c:v>2.7516535430040001</c:v>
                      </c:pt>
                      <c:pt idx="53">
                        <c:v>2.6425180663429999</c:v>
                      </c:pt>
                      <c:pt idx="54">
                        <c:v>4.1722213847180001</c:v>
                      </c:pt>
                      <c:pt idx="55">
                        <c:v>6.2167869376249998</c:v>
                      </c:pt>
                      <c:pt idx="56">
                        <c:v>8.9083751399660009</c:v>
                      </c:pt>
                      <c:pt idx="57">
                        <c:v>11.55172228665</c:v>
                      </c:pt>
                      <c:pt idx="58">
                        <c:v>13.966686289254</c:v>
                      </c:pt>
                      <c:pt idx="59">
                        <c:v>16.088067357607002</c:v>
                      </c:pt>
                      <c:pt idx="60">
                        <c:v>16.93870634432</c:v>
                      </c:pt>
                      <c:pt idx="61">
                        <c:v>18.328079672672001</c:v>
                      </c:pt>
                      <c:pt idx="62">
                        <c:v>19.186090781653</c:v>
                      </c:pt>
                      <c:pt idx="63">
                        <c:v>18.50892181523</c:v>
                      </c:pt>
                      <c:pt idx="64">
                        <c:v>16.952403573697001</c:v>
                      </c:pt>
                      <c:pt idx="65">
                        <c:v>18.423557174934999</c:v>
                      </c:pt>
                      <c:pt idx="66">
                        <c:v>19.194140094083998</c:v>
                      </c:pt>
                      <c:pt idx="67">
                        <c:v>20.653493576008998</c:v>
                      </c:pt>
                      <c:pt idx="68">
                        <c:v>21.960465996015003</c:v>
                      </c:pt>
                      <c:pt idx="69">
                        <c:v>25.576052996471002</c:v>
                      </c:pt>
                      <c:pt idx="70">
                        <c:v>25.276462932081998</c:v>
                      </c:pt>
                      <c:pt idx="71">
                        <c:v>20.437560104131002</c:v>
                      </c:pt>
                      <c:pt idx="72">
                        <c:v>13.923542614852998</c:v>
                      </c:pt>
                      <c:pt idx="73">
                        <c:v>8.5712895931890003</c:v>
                      </c:pt>
                      <c:pt idx="74">
                        <c:v>5.0908327392880004</c:v>
                      </c:pt>
                      <c:pt idx="75">
                        <c:v>3.2840935561289997</c:v>
                      </c:pt>
                      <c:pt idx="76">
                        <c:v>2.436214319291</c:v>
                      </c:pt>
                      <c:pt idx="77">
                        <c:v>2.6494407138859999</c:v>
                      </c:pt>
                      <c:pt idx="78">
                        <c:v>4.7865157163089993</c:v>
                      </c:pt>
                      <c:pt idx="79">
                        <c:v>7.8420304815739996</c:v>
                      </c:pt>
                      <c:pt idx="80">
                        <c:v>10.370878481069999</c:v>
                      </c:pt>
                      <c:pt idx="81">
                        <c:v>12.213817125156002</c:v>
                      </c:pt>
                      <c:pt idx="82">
                        <c:v>14.141265116073001</c:v>
                      </c:pt>
                      <c:pt idx="83">
                        <c:v>15.879744883346</c:v>
                      </c:pt>
                      <c:pt idx="84">
                        <c:v>16.781343000172001</c:v>
                      </c:pt>
                      <c:pt idx="85">
                        <c:v>17.385897895008</c:v>
                      </c:pt>
                      <c:pt idx="86">
                        <c:v>17.449590464823</c:v>
                      </c:pt>
                      <c:pt idx="87">
                        <c:v>16.960653953721</c:v>
                      </c:pt>
                      <c:pt idx="88">
                        <c:v>16.289143495251</c:v>
                      </c:pt>
                      <c:pt idx="89">
                        <c:v>18.292485817510002</c:v>
                      </c:pt>
                      <c:pt idx="90">
                        <c:v>19.06436557904</c:v>
                      </c:pt>
                      <c:pt idx="91">
                        <c:v>20.800038793454998</c:v>
                      </c:pt>
                      <c:pt idx="92">
                        <c:v>22.309552762881001</c:v>
                      </c:pt>
                      <c:pt idx="93">
                        <c:v>25.847308435885999</c:v>
                      </c:pt>
                      <c:pt idx="94">
                        <c:v>25.135838249892998</c:v>
                      </c:pt>
                      <c:pt idx="95">
                        <c:v>19.845416157203999</c:v>
                      </c:pt>
                      <c:pt idx="96">
                        <c:v>13.31899903821</c:v>
                      </c:pt>
                      <c:pt idx="97">
                        <c:v>8.1198709223180003</c:v>
                      </c:pt>
                      <c:pt idx="98">
                        <c:v>4.837907804216</c:v>
                      </c:pt>
                      <c:pt idx="99">
                        <c:v>3.1211445077229998</c:v>
                      </c:pt>
                      <c:pt idx="100">
                        <c:v>2.3392347491010002</c:v>
                      </c:pt>
                      <c:pt idx="101">
                        <c:v>2.6074010608230003</c:v>
                      </c:pt>
                      <c:pt idx="102">
                        <c:v>4.8786758304850002</c:v>
                      </c:pt>
                      <c:pt idx="103">
                        <c:v>8.0092814470629996</c:v>
                      </c:pt>
                      <c:pt idx="104">
                        <c:v>10.380099535052999</c:v>
                      </c:pt>
                      <c:pt idx="105">
                        <c:v>12.234764224909998</c:v>
                      </c:pt>
                      <c:pt idx="106">
                        <c:v>14.140216711985001</c:v>
                      </c:pt>
                      <c:pt idx="107">
                        <c:v>15.921587306402998</c:v>
                      </c:pt>
                      <c:pt idx="108">
                        <c:v>16.819086541655</c:v>
                      </c:pt>
                      <c:pt idx="109">
                        <c:v>17.544045700337996</c:v>
                      </c:pt>
                      <c:pt idx="110">
                        <c:v>17.589356449455</c:v>
                      </c:pt>
                      <c:pt idx="111">
                        <c:v>17.032701632355</c:v>
                      </c:pt>
                      <c:pt idx="112">
                        <c:v>16.480545793201998</c:v>
                      </c:pt>
                      <c:pt idx="113">
                        <c:v>18.364885950727999</c:v>
                      </c:pt>
                      <c:pt idx="114">
                        <c:v>19.023559273532999</c:v>
                      </c:pt>
                      <c:pt idx="115">
                        <c:v>20.888909685605999</c:v>
                      </c:pt>
                      <c:pt idx="116">
                        <c:v>22.248666941711001</c:v>
                      </c:pt>
                      <c:pt idx="117">
                        <c:v>26.045347236225002</c:v>
                      </c:pt>
                      <c:pt idx="118">
                        <c:v>25.221125401529001</c:v>
                      </c:pt>
                      <c:pt idx="119">
                        <c:v>19.946253404111999</c:v>
                      </c:pt>
                      <c:pt idx="120">
                        <c:v>13.301121442092999</c:v>
                      </c:pt>
                      <c:pt idx="121">
                        <c:v>8.0888918225720001</c:v>
                      </c:pt>
                      <c:pt idx="122">
                        <c:v>4.7949051249799997</c:v>
                      </c:pt>
                      <c:pt idx="123">
                        <c:v>3.1012654272170002</c:v>
                      </c:pt>
                      <c:pt idx="124">
                        <c:v>2.358180877723</c:v>
                      </c:pt>
                      <c:pt idx="125">
                        <c:v>2.6670979924239999</c:v>
                      </c:pt>
                      <c:pt idx="126">
                        <c:v>4.954247505044</c:v>
                      </c:pt>
                      <c:pt idx="127">
                        <c:v>8.1261193881540006</c:v>
                      </c:pt>
                      <c:pt idx="128">
                        <c:v>10.565489919067</c:v>
                      </c:pt>
                      <c:pt idx="129">
                        <c:v>12.307794803479998</c:v>
                      </c:pt>
                      <c:pt idx="130">
                        <c:v>14.308974077636</c:v>
                      </c:pt>
                      <c:pt idx="131">
                        <c:v>15.976278035382</c:v>
                      </c:pt>
                      <c:pt idx="132">
                        <c:v>16.987627357280999</c:v>
                      </c:pt>
                      <c:pt idx="133">
                        <c:v>18.479459432137997</c:v>
                      </c:pt>
                      <c:pt idx="134">
                        <c:v>18.583097160432999</c:v>
                      </c:pt>
                      <c:pt idx="135">
                        <c:v>17.715411743937999</c:v>
                      </c:pt>
                      <c:pt idx="136">
                        <c:v>16.681928196537001</c:v>
                      </c:pt>
                      <c:pt idx="137">
                        <c:v>18.580821027639001</c:v>
                      </c:pt>
                      <c:pt idx="138">
                        <c:v>19.548178111598997</c:v>
                      </c:pt>
                      <c:pt idx="139">
                        <c:v>21.457986398084</c:v>
                      </c:pt>
                      <c:pt idx="140">
                        <c:v>22.826576620223999</c:v>
                      </c:pt>
                      <c:pt idx="141">
                        <c:v>26.394378834714001</c:v>
                      </c:pt>
                      <c:pt idx="142">
                        <c:v>25.388139312949999</c:v>
                      </c:pt>
                      <c:pt idx="143">
                        <c:v>20.001483918927999</c:v>
                      </c:pt>
                      <c:pt idx="144">
                        <c:v>13.495797582416001</c:v>
                      </c:pt>
                      <c:pt idx="145">
                        <c:v>8.1362494759480004</c:v>
                      </c:pt>
                      <c:pt idx="146">
                        <c:v>4.908513012267</c:v>
                      </c:pt>
                      <c:pt idx="147">
                        <c:v>3.1406604811490002</c:v>
                      </c:pt>
                      <c:pt idx="148">
                        <c:v>2.4191176607360001</c:v>
                      </c:pt>
                      <c:pt idx="149">
                        <c:v>2.657474738725</c:v>
                      </c:pt>
                      <c:pt idx="150">
                        <c:v>4.9688657369609999</c:v>
                      </c:pt>
                      <c:pt idx="151">
                        <c:v>8.1494477804609993</c:v>
                      </c:pt>
                      <c:pt idx="152">
                        <c:v>10.575191107862</c:v>
                      </c:pt>
                      <c:pt idx="153">
                        <c:v>12.361682895663</c:v>
                      </c:pt>
                      <c:pt idx="154">
                        <c:v>14.314720166991</c:v>
                      </c:pt>
                      <c:pt idx="155">
                        <c:v>15.858804743733</c:v>
                      </c:pt>
                      <c:pt idx="156">
                        <c:v>16.697000355061</c:v>
                      </c:pt>
                      <c:pt idx="157">
                        <c:v>17.485504059756998</c:v>
                      </c:pt>
                      <c:pt idx="158">
                        <c:v>17.671658798317001</c:v>
                      </c:pt>
                      <c:pt idx="159">
                        <c:v>17.259758657612998</c:v>
                      </c:pt>
                      <c:pt idx="160">
                        <c:v>16.728458362811999</c:v>
                      </c:pt>
                      <c:pt idx="161">
                        <c:v>18.881343649600002</c:v>
                      </c:pt>
                      <c:pt idx="162">
                        <c:v>19.529905443126999</c:v>
                      </c:pt>
                      <c:pt idx="163">
                        <c:v>21.442151991292</c:v>
                      </c:pt>
                      <c:pt idx="164">
                        <c:v>22.887804294142001</c:v>
                      </c:pt>
                      <c:pt idx="165">
                        <c:v>26.291390537635998</c:v>
                      </c:pt>
                      <c:pt idx="166">
                        <c:v>25.130161538740001</c:v>
                      </c:pt>
                      <c:pt idx="167">
                        <c:v>19.568901655281998</c:v>
                      </c:pt>
                      <c:pt idx="168">
                        <c:v>13.065135532438999</c:v>
                      </c:pt>
                      <c:pt idx="169">
                        <c:v>7.8913416732790012</c:v>
                      </c:pt>
                      <c:pt idx="170">
                        <c:v>4.7624729959100005</c:v>
                      </c:pt>
                      <c:pt idx="171">
                        <c:v>3.1198798370369998</c:v>
                      </c:pt>
                      <c:pt idx="172">
                        <c:v>2.383373292395</c:v>
                      </c:pt>
                      <c:pt idx="173">
                        <c:v>2.6222052648759999</c:v>
                      </c:pt>
                      <c:pt idx="174">
                        <c:v>5.000602094163999</c:v>
                      </c:pt>
                      <c:pt idx="175">
                        <c:v>8.4636961424660004</c:v>
                      </c:pt>
                      <c:pt idx="176">
                        <c:v>11.257155631991999</c:v>
                      </c:pt>
                      <c:pt idx="177">
                        <c:v>12.919509968313999</c:v>
                      </c:pt>
                      <c:pt idx="178">
                        <c:v>14.561701907574999</c:v>
                      </c:pt>
                      <c:pt idx="179">
                        <c:v>16.064657404687001</c:v>
                      </c:pt>
                      <c:pt idx="180">
                        <c:v>16.878206331573999</c:v>
                      </c:pt>
                      <c:pt idx="181">
                        <c:v>17.711986411154999</c:v>
                      </c:pt>
                      <c:pt idx="182">
                        <c:v>17.844549811368999</c:v>
                      </c:pt>
                      <c:pt idx="183">
                        <c:v>17.343889854798</c:v>
                      </c:pt>
                      <c:pt idx="184">
                        <c:v>16.629144510049997</c:v>
                      </c:pt>
                      <c:pt idx="185">
                        <c:v>18.525850967408999</c:v>
                      </c:pt>
                      <c:pt idx="186">
                        <c:v>19.091282254036003</c:v>
                      </c:pt>
                      <c:pt idx="187">
                        <c:v>21.425294240724998</c:v>
                      </c:pt>
                      <c:pt idx="188">
                        <c:v>22.768765522368003</c:v>
                      </c:pt>
                      <c:pt idx="189">
                        <c:v>26.162780239857</c:v>
                      </c:pt>
                      <c:pt idx="190">
                        <c:v>25.715286589464995</c:v>
                      </c:pt>
                      <c:pt idx="191">
                        <c:v>21.21172956265</c:v>
                      </c:pt>
                      <c:pt idx="192">
                        <c:v>15.183541438355</c:v>
                      </c:pt>
                      <c:pt idx="193">
                        <c:v>9.7679851944460001</c:v>
                      </c:pt>
                      <c:pt idx="194">
                        <c:v>6.1129668496839997</c:v>
                      </c:pt>
                      <c:pt idx="195">
                        <c:v>3.9300060652550002</c:v>
                      </c:pt>
                      <c:pt idx="196">
                        <c:v>2.8056227710689998</c:v>
                      </c:pt>
                      <c:pt idx="197">
                        <c:v>2.6458605294100002</c:v>
                      </c:pt>
                      <c:pt idx="198">
                        <c:v>4.057168825133</c:v>
                      </c:pt>
                      <c:pt idx="199">
                        <c:v>5.8391918506450002</c:v>
                      </c:pt>
                      <c:pt idx="200">
                        <c:v>8.3854062898600006</c:v>
                      </c:pt>
                      <c:pt idx="201">
                        <c:v>11.111413461107</c:v>
                      </c:pt>
                      <c:pt idx="202">
                        <c:v>13.746240306529</c:v>
                      </c:pt>
                      <c:pt idx="203">
                        <c:v>16.016672718712002</c:v>
                      </c:pt>
                      <c:pt idx="204">
                        <c:v>16.023894551516999</c:v>
                      </c:pt>
                      <c:pt idx="205">
                        <c:v>16.195693960233999</c:v>
                      </c:pt>
                      <c:pt idx="206">
                        <c:v>19.945699016481999</c:v>
                      </c:pt>
                      <c:pt idx="207">
                        <c:v>18.936808838505002</c:v>
                      </c:pt>
                      <c:pt idx="208">
                        <c:v>17.128702085507999</c:v>
                      </c:pt>
                      <c:pt idx="209">
                        <c:v>18.993799738322</c:v>
                      </c:pt>
                      <c:pt idx="210">
                        <c:v>19.578518577068003</c:v>
                      </c:pt>
                      <c:pt idx="211">
                        <c:v>21.774977867891</c:v>
                      </c:pt>
                      <c:pt idx="212">
                        <c:v>23.127051072590998</c:v>
                      </c:pt>
                      <c:pt idx="213">
                        <c:v>26.736318142297002</c:v>
                      </c:pt>
                      <c:pt idx="214">
                        <c:v>26.619793416402</c:v>
                      </c:pt>
                      <c:pt idx="215">
                        <c:v>21.89386409354</c:v>
                      </c:pt>
                      <c:pt idx="216">
                        <c:v>15.395781724573002</c:v>
                      </c:pt>
                      <c:pt idx="217">
                        <c:v>9.7375827175319998</c:v>
                      </c:pt>
                      <c:pt idx="218">
                        <c:v>5.8509058038269988</c:v>
                      </c:pt>
                      <c:pt idx="219">
                        <c:v>3.6210580760149997</c:v>
                      </c:pt>
                      <c:pt idx="220">
                        <c:v>2.5708966124089998</c:v>
                      </c:pt>
                      <c:pt idx="221">
                        <c:v>2.5520598386939999</c:v>
                      </c:pt>
                      <c:pt idx="222">
                        <c:v>4.2083973894289999</c:v>
                      </c:pt>
                      <c:pt idx="223">
                        <c:v>6.4193649658270004</c:v>
                      </c:pt>
                      <c:pt idx="224">
                        <c:v>9.1213123769849993</c:v>
                      </c:pt>
                      <c:pt idx="225">
                        <c:v>11.813852800649</c:v>
                      </c:pt>
                      <c:pt idx="226">
                        <c:v>14.20653253975</c:v>
                      </c:pt>
                      <c:pt idx="227">
                        <c:v>16.248279707708999</c:v>
                      </c:pt>
                      <c:pt idx="228">
                        <c:v>16.976188509017</c:v>
                      </c:pt>
                      <c:pt idx="229">
                        <c:v>18.471274492298001</c:v>
                      </c:pt>
                      <c:pt idx="230">
                        <c:v>19.342453708154999</c:v>
                      </c:pt>
                      <c:pt idx="231">
                        <c:v>18.526705544812</c:v>
                      </c:pt>
                      <c:pt idx="232">
                        <c:v>17.199104458703999</c:v>
                      </c:pt>
                      <c:pt idx="233">
                        <c:v>18.900153429461</c:v>
                      </c:pt>
                      <c:pt idx="234">
                        <c:v>19.271046442608</c:v>
                      </c:pt>
                      <c:pt idx="235">
                        <c:v>21.361621250542001</c:v>
                      </c:pt>
                      <c:pt idx="236">
                        <c:v>22.944498886030001</c:v>
                      </c:pt>
                      <c:pt idx="237">
                        <c:v>26.508049616677003</c:v>
                      </c:pt>
                      <c:pt idx="238">
                        <c:v>25.166156230239999</c:v>
                      </c:pt>
                      <c:pt idx="239">
                        <c:v>19.718346827514001</c:v>
                      </c:pt>
                      <c:pt idx="240">
                        <c:v>13.021900430731</c:v>
                      </c:pt>
                      <c:pt idx="241">
                        <c:v>7.8858022937029997</c:v>
                      </c:pt>
                      <c:pt idx="242">
                        <c:v>4.6506211647420006</c:v>
                      </c:pt>
                      <c:pt idx="243">
                        <c:v>3.0006801089229995</c:v>
                      </c:pt>
                      <c:pt idx="244">
                        <c:v>2.3256886881050001</c:v>
                      </c:pt>
                      <c:pt idx="245">
                        <c:v>2.584043405439</c:v>
                      </c:pt>
                      <c:pt idx="246">
                        <c:v>4.836091584958</c:v>
                      </c:pt>
                      <c:pt idx="247">
                        <c:v>8.0189713813709993</c:v>
                      </c:pt>
                      <c:pt idx="248">
                        <c:v>10.417109308569</c:v>
                      </c:pt>
                      <c:pt idx="249">
                        <c:v>12.193372147239998</c:v>
                      </c:pt>
                      <c:pt idx="250">
                        <c:v>14.265589114381001</c:v>
                      </c:pt>
                      <c:pt idx="251">
                        <c:v>16.188574131137003</c:v>
                      </c:pt>
                      <c:pt idx="252">
                        <c:v>16.972935915023999</c:v>
                      </c:pt>
                      <c:pt idx="253">
                        <c:v>17.777210403304</c:v>
                      </c:pt>
                      <c:pt idx="254">
                        <c:v>17.888921825636</c:v>
                      </c:pt>
                      <c:pt idx="255">
                        <c:v>17.332450032033002</c:v>
                      </c:pt>
                      <c:pt idx="256">
                        <c:v>16.878723876455002</c:v>
                      </c:pt>
                      <c:pt idx="257">
                        <c:v>19.144346189505001</c:v>
                      </c:pt>
                      <c:pt idx="258">
                        <c:v>19.798571106312</c:v>
                      </c:pt>
                      <c:pt idx="259">
                        <c:v>21.911134492872002</c:v>
                      </c:pt>
                      <c:pt idx="260">
                        <c:v>23.345122607063999</c:v>
                      </c:pt>
                      <c:pt idx="261">
                        <c:v>26.686578675330001</c:v>
                      </c:pt>
                      <c:pt idx="262">
                        <c:v>24.795027594922999</c:v>
                      </c:pt>
                      <c:pt idx="263">
                        <c:v>18.893845710861001</c:v>
                      </c:pt>
                      <c:pt idx="264">
                        <c:v>12.311651563938998</c:v>
                      </c:pt>
                      <c:pt idx="265">
                        <c:v>7.3338541774710002</c:v>
                      </c:pt>
                      <c:pt idx="266">
                        <c:v>4.3478003821569997</c:v>
                      </c:pt>
                      <c:pt idx="267">
                        <c:v>2.9491911961570003</c:v>
                      </c:pt>
                      <c:pt idx="268">
                        <c:v>2.2744837606549999</c:v>
                      </c:pt>
                      <c:pt idx="269">
                        <c:v>2.5695712996340001</c:v>
                      </c:pt>
                      <c:pt idx="270">
                        <c:v>4.9438082039209998</c:v>
                      </c:pt>
                      <c:pt idx="271">
                        <c:v>8.2129378548369996</c:v>
                      </c:pt>
                      <c:pt idx="272">
                        <c:v>10.588012174746</c:v>
                      </c:pt>
                      <c:pt idx="273">
                        <c:v>12.408880898012001</c:v>
                      </c:pt>
                      <c:pt idx="274">
                        <c:v>14.240510957618</c:v>
                      </c:pt>
                      <c:pt idx="275">
                        <c:v>16.03131571023</c:v>
                      </c:pt>
                      <c:pt idx="276">
                        <c:v>16.897029232843</c:v>
                      </c:pt>
                      <c:pt idx="277">
                        <c:v>17.618238950116002</c:v>
                      </c:pt>
                      <c:pt idx="278">
                        <c:v>17.640316794602001</c:v>
                      </c:pt>
                      <c:pt idx="279">
                        <c:v>17.172790866909001</c:v>
                      </c:pt>
                      <c:pt idx="280">
                        <c:v>16.953808504291999</c:v>
                      </c:pt>
                      <c:pt idx="281">
                        <c:v>19.050121127073002</c:v>
                      </c:pt>
                      <c:pt idx="282">
                        <c:v>19.467587241608999</c:v>
                      </c:pt>
                      <c:pt idx="283">
                        <c:v>21.713356921789998</c:v>
                      </c:pt>
                      <c:pt idx="284">
                        <c:v>23.533562220940997</c:v>
                      </c:pt>
                      <c:pt idx="285">
                        <c:v>26.812167598905997</c:v>
                      </c:pt>
                      <c:pt idx="286">
                        <c:v>24.848478775206999</c:v>
                      </c:pt>
                      <c:pt idx="287">
                        <c:v>18.850508394580999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8FFC-494C-92BE-FE0FD3CA8D06}"/>
                  </c:ext>
                </c:extLst>
              </c15:ser>
            </c15:filteredLineSeries>
          </c:ext>
        </c:extLst>
      </c:lineChart>
      <c:catAx>
        <c:axId val="509562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09564768"/>
        <c:crosses val="autoZero"/>
        <c:auto val="1"/>
        <c:lblAlgn val="ctr"/>
        <c:lblOffset val="100"/>
        <c:noMultiLvlLbl val="0"/>
      </c:catAx>
      <c:valAx>
        <c:axId val="5095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09562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pPr>
            <a:r>
              <a:rPr lang="fr-FR" sz="1800">
                <a:solidFill>
                  <a:schemeClr val="accent5"/>
                </a:solidFill>
              </a:rPr>
              <a:t>Throughput Per</a:t>
            </a:r>
            <a:r>
              <a:rPr lang="fr-FR" sz="1800" baseline="0">
                <a:solidFill>
                  <a:schemeClr val="accent5"/>
                </a:solidFill>
              </a:rPr>
              <a:t> Vendor(Gbps)</a:t>
            </a:r>
            <a:endParaRPr lang="fr-FR" sz="1800">
              <a:solidFill>
                <a:schemeClr val="accent5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accent5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39"/>
          <c:order val="39"/>
          <c:tx>
            <c:strRef>
              <c:f>'01-10 12-10-2026'!$AO$1</c:f>
              <c:strCache>
                <c:ptCount val="1"/>
                <c:pt idx="0">
                  <c:v>Huawei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layout>
                <c:manualLayout>
                  <c:x val="-6.3951443569553804E-2"/>
                  <c:y val="-3.93172207640711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CCE-4206-81AF-7668647A5A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12-10-2026'!$AO$2:$AO$289</c:f>
              <c:numCache>
                <c:formatCode>0.00</c:formatCode>
                <c:ptCount val="288"/>
                <c:pt idx="0">
                  <c:v>462.10695023555553</c:v>
                </c:pt>
                <c:pt idx="1">
                  <c:v>290.4071592755555</c:v>
                </c:pt>
                <c:pt idx="2">
                  <c:v>173.37262909111109</c:v>
                </c:pt>
                <c:pt idx="3">
                  <c:v>112.50186336444445</c:v>
                </c:pt>
                <c:pt idx="4">
                  <c:v>89.788963931111098</c:v>
                </c:pt>
                <c:pt idx="5">
                  <c:v>118.33849269111111</c:v>
                </c:pt>
                <c:pt idx="6">
                  <c:v>224.39182074000001</c:v>
                </c:pt>
                <c:pt idx="7">
                  <c:v>322.84853905333335</c:v>
                </c:pt>
                <c:pt idx="8">
                  <c:v>385.62383473555553</c:v>
                </c:pt>
                <c:pt idx="9">
                  <c:v>415.31726472444444</c:v>
                </c:pt>
                <c:pt idx="10">
                  <c:v>454.6973917555556</c:v>
                </c:pt>
                <c:pt idx="11">
                  <c:v>507.0460697488889</c:v>
                </c:pt>
                <c:pt idx="12">
                  <c:v>547.38859984222222</c:v>
                </c:pt>
                <c:pt idx="13">
                  <c:v>616.62452341333335</c:v>
                </c:pt>
                <c:pt idx="14">
                  <c:v>628.14295000666675</c:v>
                </c:pt>
                <c:pt idx="15">
                  <c:v>600.93082429999993</c:v>
                </c:pt>
                <c:pt idx="16">
                  <c:v>545.87185080888889</c:v>
                </c:pt>
                <c:pt idx="17">
                  <c:v>557.64523285111113</c:v>
                </c:pt>
                <c:pt idx="18">
                  <c:v>555.23368071333334</c:v>
                </c:pt>
                <c:pt idx="19">
                  <c:v>646.34686667777771</c:v>
                </c:pt>
                <c:pt idx="20">
                  <c:v>718.53458585111105</c:v>
                </c:pt>
                <c:pt idx="21">
                  <c:v>802.79027614000006</c:v>
                </c:pt>
                <c:pt idx="22">
                  <c:v>794.09028156444447</c:v>
                </c:pt>
                <c:pt idx="23">
                  <c:v>685.18500138666661</c:v>
                </c:pt>
                <c:pt idx="24">
                  <c:v>510.16433503111114</c:v>
                </c:pt>
                <c:pt idx="25">
                  <c:v>335.87652093333338</c:v>
                </c:pt>
                <c:pt idx="26">
                  <c:v>205.7902056711111</c:v>
                </c:pt>
                <c:pt idx="27">
                  <c:v>130.82244249555555</c:v>
                </c:pt>
                <c:pt idx="28">
                  <c:v>96.618475586666662</c:v>
                </c:pt>
                <c:pt idx="29">
                  <c:v>114.95069980666666</c:v>
                </c:pt>
                <c:pt idx="30">
                  <c:v>199.26314439111107</c:v>
                </c:pt>
                <c:pt idx="31">
                  <c:v>289.69733388222221</c:v>
                </c:pt>
                <c:pt idx="32">
                  <c:v>384.80792107111114</c:v>
                </c:pt>
                <c:pt idx="33">
                  <c:v>452.34013530222222</c:v>
                </c:pt>
                <c:pt idx="34">
                  <c:v>509.17302612222227</c:v>
                </c:pt>
                <c:pt idx="35">
                  <c:v>570.43640216444442</c:v>
                </c:pt>
                <c:pt idx="36">
                  <c:v>579.08228807777778</c:v>
                </c:pt>
                <c:pt idx="37">
                  <c:v>620.04582778666668</c:v>
                </c:pt>
                <c:pt idx="38">
                  <c:v>715.06821973555554</c:v>
                </c:pt>
                <c:pt idx="39">
                  <c:v>663.89637041111109</c:v>
                </c:pt>
                <c:pt idx="40">
                  <c:v>579.03265941333336</c:v>
                </c:pt>
                <c:pt idx="41">
                  <c:v>579.03526849111108</c:v>
                </c:pt>
                <c:pt idx="42">
                  <c:v>570.24859089333324</c:v>
                </c:pt>
                <c:pt idx="43">
                  <c:v>662.81951919333324</c:v>
                </c:pt>
                <c:pt idx="44">
                  <c:v>741.5708846444445</c:v>
                </c:pt>
                <c:pt idx="45">
                  <c:v>833.50201397555554</c:v>
                </c:pt>
                <c:pt idx="46">
                  <c:v>818.26552886444449</c:v>
                </c:pt>
                <c:pt idx="47">
                  <c:v>706.30110285333319</c:v>
                </c:pt>
                <c:pt idx="48">
                  <c:v>526.05880839111114</c:v>
                </c:pt>
                <c:pt idx="49">
                  <c:v>344.07002284222227</c:v>
                </c:pt>
                <c:pt idx="50">
                  <c:v>206.32301897777779</c:v>
                </c:pt>
                <c:pt idx="51">
                  <c:v>129.83946605111112</c:v>
                </c:pt>
                <c:pt idx="52">
                  <c:v>96.767144740000006</c:v>
                </c:pt>
                <c:pt idx="53">
                  <c:v>117.79849334444444</c:v>
                </c:pt>
                <c:pt idx="54">
                  <c:v>209.28538604444444</c:v>
                </c:pt>
                <c:pt idx="55">
                  <c:v>303.39577245555557</c:v>
                </c:pt>
                <c:pt idx="56">
                  <c:v>389.36219885555556</c:v>
                </c:pt>
                <c:pt idx="57">
                  <c:v>440.47208423333331</c:v>
                </c:pt>
                <c:pt idx="58">
                  <c:v>479.25623138000003</c:v>
                </c:pt>
                <c:pt idx="59">
                  <c:v>528.57755334888896</c:v>
                </c:pt>
                <c:pt idx="60">
                  <c:v>557.05581088444444</c:v>
                </c:pt>
                <c:pt idx="61">
                  <c:v>637.7840793111111</c:v>
                </c:pt>
                <c:pt idx="62">
                  <c:v>660.26833748000001</c:v>
                </c:pt>
                <c:pt idx="63">
                  <c:v>623.65648661333319</c:v>
                </c:pt>
                <c:pt idx="64">
                  <c:v>557.8858145755554</c:v>
                </c:pt>
                <c:pt idx="65">
                  <c:v>565.12943936888894</c:v>
                </c:pt>
                <c:pt idx="66">
                  <c:v>555.69189461555561</c:v>
                </c:pt>
                <c:pt idx="67">
                  <c:v>642.43166694888885</c:v>
                </c:pt>
                <c:pt idx="68">
                  <c:v>721.17852702222217</c:v>
                </c:pt>
                <c:pt idx="69">
                  <c:v>805.14203038444452</c:v>
                </c:pt>
                <c:pt idx="70">
                  <c:v>781.14909791333332</c:v>
                </c:pt>
                <c:pt idx="71">
                  <c:v>649.68263250444443</c:v>
                </c:pt>
                <c:pt idx="72">
                  <c:v>456.58055377333329</c:v>
                </c:pt>
                <c:pt idx="73">
                  <c:v>281.34616617777777</c:v>
                </c:pt>
                <c:pt idx="74">
                  <c:v>168.09316937111112</c:v>
                </c:pt>
                <c:pt idx="75">
                  <c:v>109.08697937777777</c:v>
                </c:pt>
                <c:pt idx="76">
                  <c:v>87.722508908888898</c:v>
                </c:pt>
                <c:pt idx="77">
                  <c:v>113.90249505777777</c:v>
                </c:pt>
                <c:pt idx="78">
                  <c:v>216.53770518222225</c:v>
                </c:pt>
                <c:pt idx="79">
                  <c:v>306.47314447111108</c:v>
                </c:pt>
                <c:pt idx="80">
                  <c:v>371.0875118688889</c:v>
                </c:pt>
                <c:pt idx="81">
                  <c:v>402.08585847777778</c:v>
                </c:pt>
                <c:pt idx="82">
                  <c:v>437.69501805555552</c:v>
                </c:pt>
                <c:pt idx="83">
                  <c:v>489.74033925333333</c:v>
                </c:pt>
                <c:pt idx="84">
                  <c:v>523.58761620444443</c:v>
                </c:pt>
                <c:pt idx="85">
                  <c:v>586.62874669111113</c:v>
                </c:pt>
                <c:pt idx="86">
                  <c:v>596.54219260888897</c:v>
                </c:pt>
                <c:pt idx="87">
                  <c:v>566.54853566666668</c:v>
                </c:pt>
                <c:pt idx="88">
                  <c:v>535.06396357333335</c:v>
                </c:pt>
                <c:pt idx="89">
                  <c:v>553.44216975111112</c:v>
                </c:pt>
                <c:pt idx="90">
                  <c:v>548.74097598222227</c:v>
                </c:pt>
                <c:pt idx="91">
                  <c:v>637.9889504177778</c:v>
                </c:pt>
                <c:pt idx="92">
                  <c:v>721.22300956888887</c:v>
                </c:pt>
                <c:pt idx="93">
                  <c:v>802.60147907999999</c:v>
                </c:pt>
                <c:pt idx="94">
                  <c:v>769.75256644666672</c:v>
                </c:pt>
                <c:pt idx="95">
                  <c:v>625.96469147111111</c:v>
                </c:pt>
                <c:pt idx="96">
                  <c:v>429.93701373777776</c:v>
                </c:pt>
                <c:pt idx="97">
                  <c:v>262.7349736422222</c:v>
                </c:pt>
                <c:pt idx="98">
                  <c:v>157.51524019555555</c:v>
                </c:pt>
                <c:pt idx="99">
                  <c:v>104.67983437777778</c:v>
                </c:pt>
                <c:pt idx="100">
                  <c:v>85.64545101111112</c:v>
                </c:pt>
                <c:pt idx="101">
                  <c:v>112.95929064000001</c:v>
                </c:pt>
                <c:pt idx="102">
                  <c:v>220.57019780000002</c:v>
                </c:pt>
                <c:pt idx="103">
                  <c:v>314.70994725555556</c:v>
                </c:pt>
                <c:pt idx="104">
                  <c:v>374.35736557555555</c:v>
                </c:pt>
                <c:pt idx="105">
                  <c:v>403.62360265333331</c:v>
                </c:pt>
                <c:pt idx="106">
                  <c:v>438.64066088222222</c:v>
                </c:pt>
                <c:pt idx="107">
                  <c:v>494.12246354444443</c:v>
                </c:pt>
                <c:pt idx="108">
                  <c:v>527.6478103355555</c:v>
                </c:pt>
                <c:pt idx="109">
                  <c:v>591.33899686666666</c:v>
                </c:pt>
                <c:pt idx="110">
                  <c:v>595.39291294444445</c:v>
                </c:pt>
                <c:pt idx="111">
                  <c:v>566.50797303333331</c:v>
                </c:pt>
                <c:pt idx="112">
                  <c:v>533.60232716444443</c:v>
                </c:pt>
                <c:pt idx="113">
                  <c:v>547.55580246444447</c:v>
                </c:pt>
                <c:pt idx="114">
                  <c:v>545.34189796222222</c:v>
                </c:pt>
                <c:pt idx="115">
                  <c:v>636.7378474777779</c:v>
                </c:pt>
                <c:pt idx="116">
                  <c:v>722.27997327555545</c:v>
                </c:pt>
                <c:pt idx="117">
                  <c:v>809.80734481555555</c:v>
                </c:pt>
                <c:pt idx="118">
                  <c:v>775.53377567999996</c:v>
                </c:pt>
                <c:pt idx="119">
                  <c:v>633.81932209111108</c:v>
                </c:pt>
                <c:pt idx="120">
                  <c:v>436.50996679111108</c:v>
                </c:pt>
                <c:pt idx="121">
                  <c:v>266.35736470888895</c:v>
                </c:pt>
                <c:pt idx="122">
                  <c:v>158.05782522444446</c:v>
                </c:pt>
                <c:pt idx="123">
                  <c:v>104.1656087088889</c:v>
                </c:pt>
                <c:pt idx="124">
                  <c:v>84.939488948888879</c:v>
                </c:pt>
                <c:pt idx="125">
                  <c:v>112.45670238666668</c:v>
                </c:pt>
                <c:pt idx="126">
                  <c:v>221.95507558666665</c:v>
                </c:pt>
                <c:pt idx="127">
                  <c:v>317.88468393777777</c:v>
                </c:pt>
                <c:pt idx="128">
                  <c:v>377.87623958</c:v>
                </c:pt>
                <c:pt idx="129">
                  <c:v>408.77901698222223</c:v>
                </c:pt>
                <c:pt idx="130">
                  <c:v>448.06841355777777</c:v>
                </c:pt>
                <c:pt idx="131">
                  <c:v>497.09313849333336</c:v>
                </c:pt>
                <c:pt idx="132">
                  <c:v>542.69205091777781</c:v>
                </c:pt>
                <c:pt idx="133">
                  <c:v>631.64412221777786</c:v>
                </c:pt>
                <c:pt idx="134">
                  <c:v>638.36731848444435</c:v>
                </c:pt>
                <c:pt idx="135">
                  <c:v>597.69258047111111</c:v>
                </c:pt>
                <c:pt idx="136">
                  <c:v>541.4178037866667</c:v>
                </c:pt>
                <c:pt idx="137">
                  <c:v>551.73706886444438</c:v>
                </c:pt>
                <c:pt idx="138">
                  <c:v>589.72787065111117</c:v>
                </c:pt>
                <c:pt idx="139">
                  <c:v>676.5709985777778</c:v>
                </c:pt>
                <c:pt idx="140">
                  <c:v>730.79211826222217</c:v>
                </c:pt>
                <c:pt idx="141">
                  <c:v>811.89061596444435</c:v>
                </c:pt>
                <c:pt idx="142">
                  <c:v>776.93187592888876</c:v>
                </c:pt>
                <c:pt idx="143">
                  <c:v>634.97085111555555</c:v>
                </c:pt>
                <c:pt idx="144">
                  <c:v>451.06238243111108</c:v>
                </c:pt>
                <c:pt idx="145">
                  <c:v>279.72849721777777</c:v>
                </c:pt>
                <c:pt idx="146">
                  <c:v>171.09724537333332</c:v>
                </c:pt>
                <c:pt idx="147">
                  <c:v>107.86087850222223</c:v>
                </c:pt>
                <c:pt idx="148">
                  <c:v>86.367159380000004</c:v>
                </c:pt>
                <c:pt idx="149">
                  <c:v>114.85422780666667</c:v>
                </c:pt>
                <c:pt idx="150">
                  <c:v>227.95338816222224</c:v>
                </c:pt>
                <c:pt idx="151">
                  <c:v>322.71304146222224</c:v>
                </c:pt>
                <c:pt idx="152">
                  <c:v>383.70217140444447</c:v>
                </c:pt>
                <c:pt idx="153">
                  <c:v>412.36550004444445</c:v>
                </c:pt>
                <c:pt idx="154">
                  <c:v>446.35237390444445</c:v>
                </c:pt>
                <c:pt idx="155">
                  <c:v>497.07172468666664</c:v>
                </c:pt>
                <c:pt idx="156">
                  <c:v>529.93453408222217</c:v>
                </c:pt>
                <c:pt idx="157">
                  <c:v>592.90999477333344</c:v>
                </c:pt>
                <c:pt idx="158">
                  <c:v>600.43904526222229</c:v>
                </c:pt>
                <c:pt idx="159">
                  <c:v>571.16707559333327</c:v>
                </c:pt>
                <c:pt idx="160">
                  <c:v>545.2306703733334</c:v>
                </c:pt>
                <c:pt idx="161">
                  <c:v>560.71118512666669</c:v>
                </c:pt>
                <c:pt idx="162">
                  <c:v>558.55169002666662</c:v>
                </c:pt>
                <c:pt idx="163">
                  <c:v>643.89455956444453</c:v>
                </c:pt>
                <c:pt idx="164">
                  <c:v>722.82180321999988</c:v>
                </c:pt>
                <c:pt idx="165">
                  <c:v>801.60050164000006</c:v>
                </c:pt>
                <c:pt idx="166">
                  <c:v>773.39527874666669</c:v>
                </c:pt>
                <c:pt idx="167">
                  <c:v>629.05748820444444</c:v>
                </c:pt>
                <c:pt idx="168">
                  <c:v>436.38542281777779</c:v>
                </c:pt>
                <c:pt idx="169">
                  <c:v>268.50560523111113</c:v>
                </c:pt>
                <c:pt idx="170">
                  <c:v>161.96923022444446</c:v>
                </c:pt>
                <c:pt idx="171">
                  <c:v>107.26091429555555</c:v>
                </c:pt>
                <c:pt idx="172">
                  <c:v>88.089674055555548</c:v>
                </c:pt>
                <c:pt idx="173">
                  <c:v>116.98890393555556</c:v>
                </c:pt>
                <c:pt idx="174">
                  <c:v>232.84332767333333</c:v>
                </c:pt>
                <c:pt idx="175">
                  <c:v>337.20982155999997</c:v>
                </c:pt>
                <c:pt idx="176">
                  <c:v>412.93748725111112</c:v>
                </c:pt>
                <c:pt idx="177">
                  <c:v>461.49260663333337</c:v>
                </c:pt>
                <c:pt idx="178">
                  <c:v>477.44269597111105</c:v>
                </c:pt>
                <c:pt idx="179">
                  <c:v>516.05238975111104</c:v>
                </c:pt>
                <c:pt idx="180">
                  <c:v>556.92814224222229</c:v>
                </c:pt>
                <c:pt idx="181">
                  <c:v>621.93520780444442</c:v>
                </c:pt>
                <c:pt idx="182">
                  <c:v>625.69702857777781</c:v>
                </c:pt>
                <c:pt idx="183">
                  <c:v>592.15715465555559</c:v>
                </c:pt>
                <c:pt idx="184">
                  <c:v>551.15574783555553</c:v>
                </c:pt>
                <c:pt idx="185">
                  <c:v>560.90523749555553</c:v>
                </c:pt>
                <c:pt idx="186">
                  <c:v>569.07230912444447</c:v>
                </c:pt>
                <c:pt idx="187">
                  <c:v>663.67206964888885</c:v>
                </c:pt>
                <c:pt idx="188">
                  <c:v>739.96596962000001</c:v>
                </c:pt>
                <c:pt idx="189">
                  <c:v>814.28561930000001</c:v>
                </c:pt>
                <c:pt idx="190">
                  <c:v>797.35888561333343</c:v>
                </c:pt>
                <c:pt idx="191">
                  <c:v>675.91605186888887</c:v>
                </c:pt>
                <c:pt idx="192">
                  <c:v>496.45999240444445</c:v>
                </c:pt>
                <c:pt idx="193">
                  <c:v>321.02266032</c:v>
                </c:pt>
                <c:pt idx="194">
                  <c:v>196.31937638666665</c:v>
                </c:pt>
                <c:pt idx="195">
                  <c:v>130.08385310444444</c:v>
                </c:pt>
                <c:pt idx="196">
                  <c:v>98.982734711111121</c:v>
                </c:pt>
                <c:pt idx="197">
                  <c:v>113.42201803555555</c:v>
                </c:pt>
                <c:pt idx="198">
                  <c:v>204.94685891777777</c:v>
                </c:pt>
                <c:pt idx="199">
                  <c:v>298.00181789999999</c:v>
                </c:pt>
                <c:pt idx="200">
                  <c:v>395.92112997777781</c:v>
                </c:pt>
                <c:pt idx="201">
                  <c:v>460.28727485111119</c:v>
                </c:pt>
                <c:pt idx="202">
                  <c:v>515.08802140444448</c:v>
                </c:pt>
                <c:pt idx="203">
                  <c:v>572.40401386888891</c:v>
                </c:pt>
                <c:pt idx="204">
                  <c:v>577.1639135555555</c:v>
                </c:pt>
                <c:pt idx="205">
                  <c:v>621.58295412000007</c:v>
                </c:pt>
                <c:pt idx="206">
                  <c:v>713.86728273111123</c:v>
                </c:pt>
                <c:pt idx="207">
                  <c:v>657.86845108</c:v>
                </c:pt>
                <c:pt idx="208">
                  <c:v>594.48433982666666</c:v>
                </c:pt>
                <c:pt idx="209">
                  <c:v>597.18778012222219</c:v>
                </c:pt>
                <c:pt idx="210">
                  <c:v>591.67281625777775</c:v>
                </c:pt>
                <c:pt idx="211">
                  <c:v>679.46988776888884</c:v>
                </c:pt>
                <c:pt idx="212">
                  <c:v>759.42241166888891</c:v>
                </c:pt>
                <c:pt idx="213">
                  <c:v>834.40243222888898</c:v>
                </c:pt>
                <c:pt idx="214">
                  <c:v>819.09726715555564</c:v>
                </c:pt>
                <c:pt idx="215">
                  <c:v>689.45344547333332</c:v>
                </c:pt>
                <c:pt idx="216">
                  <c:v>499.47275182444446</c:v>
                </c:pt>
                <c:pt idx="217">
                  <c:v>317.3087898511111</c:v>
                </c:pt>
                <c:pt idx="218">
                  <c:v>193.52043905111111</c:v>
                </c:pt>
                <c:pt idx="219">
                  <c:v>123.57221566888889</c:v>
                </c:pt>
                <c:pt idx="220">
                  <c:v>94.111108111111122</c:v>
                </c:pt>
                <c:pt idx="221">
                  <c:v>113.32064468222222</c:v>
                </c:pt>
                <c:pt idx="222">
                  <c:v>212.44509319111111</c:v>
                </c:pt>
                <c:pt idx="223">
                  <c:v>309.76764610444445</c:v>
                </c:pt>
                <c:pt idx="224">
                  <c:v>394.82005009777777</c:v>
                </c:pt>
                <c:pt idx="225">
                  <c:v>440.10712941999998</c:v>
                </c:pt>
                <c:pt idx="226">
                  <c:v>476.75949510222227</c:v>
                </c:pt>
                <c:pt idx="227">
                  <c:v>523.52965926444449</c:v>
                </c:pt>
                <c:pt idx="228">
                  <c:v>548.85406322888889</c:v>
                </c:pt>
                <c:pt idx="229">
                  <c:v>631.65972821777768</c:v>
                </c:pt>
                <c:pt idx="230">
                  <c:v>653.51015565333341</c:v>
                </c:pt>
                <c:pt idx="231">
                  <c:v>611.65440781777772</c:v>
                </c:pt>
                <c:pt idx="232">
                  <c:v>560.14463726444444</c:v>
                </c:pt>
                <c:pt idx="233">
                  <c:v>570.68122426666673</c:v>
                </c:pt>
                <c:pt idx="234">
                  <c:v>576.70316627777765</c:v>
                </c:pt>
                <c:pt idx="235">
                  <c:v>658.89126276888896</c:v>
                </c:pt>
                <c:pt idx="236">
                  <c:v>751.11773210666661</c:v>
                </c:pt>
                <c:pt idx="237">
                  <c:v>827.46555238444444</c:v>
                </c:pt>
                <c:pt idx="238">
                  <c:v>780.70253912444457</c:v>
                </c:pt>
                <c:pt idx="239">
                  <c:v>630.34359381555544</c:v>
                </c:pt>
                <c:pt idx="240">
                  <c:v>432.68198486444442</c:v>
                </c:pt>
                <c:pt idx="241">
                  <c:v>266.04438030888889</c:v>
                </c:pt>
                <c:pt idx="242">
                  <c:v>160.50822822222221</c:v>
                </c:pt>
                <c:pt idx="243">
                  <c:v>107.14328125333333</c:v>
                </c:pt>
                <c:pt idx="244">
                  <c:v>87.541792922222228</c:v>
                </c:pt>
                <c:pt idx="245">
                  <c:v>110.34104297333334</c:v>
                </c:pt>
                <c:pt idx="246">
                  <c:v>219.19513409111113</c:v>
                </c:pt>
                <c:pt idx="247">
                  <c:v>311.34663368000002</c:v>
                </c:pt>
                <c:pt idx="248">
                  <c:v>377.79509936888888</c:v>
                </c:pt>
                <c:pt idx="249">
                  <c:v>400.76806066</c:v>
                </c:pt>
                <c:pt idx="250">
                  <c:v>431.44299675555555</c:v>
                </c:pt>
                <c:pt idx="251">
                  <c:v>479.82024758222224</c:v>
                </c:pt>
                <c:pt idx="252">
                  <c:v>517.42696535111111</c:v>
                </c:pt>
                <c:pt idx="253">
                  <c:v>581.5141612577778</c:v>
                </c:pt>
                <c:pt idx="254">
                  <c:v>590.40184066888889</c:v>
                </c:pt>
                <c:pt idx="255">
                  <c:v>561.50291594666669</c:v>
                </c:pt>
                <c:pt idx="256">
                  <c:v>544.93479817111108</c:v>
                </c:pt>
                <c:pt idx="257">
                  <c:v>568.67046050444446</c:v>
                </c:pt>
                <c:pt idx="258">
                  <c:v>572.85198023555563</c:v>
                </c:pt>
                <c:pt idx="259">
                  <c:v>653.07652923111107</c:v>
                </c:pt>
                <c:pt idx="260">
                  <c:v>739.62580496444434</c:v>
                </c:pt>
                <c:pt idx="261">
                  <c:v>807.47460311111104</c:v>
                </c:pt>
                <c:pt idx="262">
                  <c:v>768.23526695777764</c:v>
                </c:pt>
                <c:pt idx="263">
                  <c:v>611.09451333555546</c:v>
                </c:pt>
                <c:pt idx="264">
                  <c:v>421.40084657555565</c:v>
                </c:pt>
                <c:pt idx="265">
                  <c:v>254.74609502444446</c:v>
                </c:pt>
                <c:pt idx="266">
                  <c:v>153.07129217333332</c:v>
                </c:pt>
                <c:pt idx="267">
                  <c:v>102.89977763111111</c:v>
                </c:pt>
                <c:pt idx="268">
                  <c:v>85.092986442222212</c:v>
                </c:pt>
                <c:pt idx="269">
                  <c:v>110.31915136666667</c:v>
                </c:pt>
                <c:pt idx="270">
                  <c:v>225.05031841777776</c:v>
                </c:pt>
                <c:pt idx="271">
                  <c:v>321.94905392888887</c:v>
                </c:pt>
                <c:pt idx="272">
                  <c:v>381.10154143111106</c:v>
                </c:pt>
                <c:pt idx="273">
                  <c:v>407.55102872666669</c:v>
                </c:pt>
                <c:pt idx="274">
                  <c:v>442.05318714444451</c:v>
                </c:pt>
                <c:pt idx="275">
                  <c:v>493.17639062222219</c:v>
                </c:pt>
                <c:pt idx="276">
                  <c:v>528.32937975111111</c:v>
                </c:pt>
                <c:pt idx="277">
                  <c:v>590.59971782666662</c:v>
                </c:pt>
                <c:pt idx="278">
                  <c:v>592.24774401333332</c:v>
                </c:pt>
                <c:pt idx="279">
                  <c:v>563.2602389133333</c:v>
                </c:pt>
                <c:pt idx="280">
                  <c:v>547.18933247777784</c:v>
                </c:pt>
                <c:pt idx="281">
                  <c:v>564.85258701111104</c:v>
                </c:pt>
                <c:pt idx="282">
                  <c:v>570.37919237333335</c:v>
                </c:pt>
                <c:pt idx="283">
                  <c:v>660.25607139777765</c:v>
                </c:pt>
                <c:pt idx="284">
                  <c:v>750.05804183777786</c:v>
                </c:pt>
                <c:pt idx="285">
                  <c:v>820.16562802222211</c:v>
                </c:pt>
                <c:pt idx="286">
                  <c:v>769.33352314888884</c:v>
                </c:pt>
                <c:pt idx="287">
                  <c:v>610.58648270666663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CE-4206-81AF-7668647A5ABE}"/>
            </c:ext>
          </c:extLst>
        </c:ser>
        <c:ser>
          <c:idx val="40"/>
          <c:order val="40"/>
          <c:tx>
            <c:strRef>
              <c:f>'01-10 12-10-2026'!$AP$1</c:f>
              <c:strCache>
                <c:ptCount val="1"/>
                <c:pt idx="0">
                  <c:v>Ericsson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14"/>
              <c:layout>
                <c:manualLayout>
                  <c:x val="-1.6729221347331687E-2"/>
                  <c:y val="-2.542833187518226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CCE-4206-81AF-7668647A5A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12-10-2026'!$AP$2:$AP$289</c:f>
              <c:numCache>
                <c:formatCode>0.00</c:formatCode>
                <c:ptCount val="288"/>
                <c:pt idx="0">
                  <c:v>386.60350564410498</c:v>
                </c:pt>
                <c:pt idx="1">
                  <c:v>245.16129559259338</c:v>
                </c:pt>
                <c:pt idx="2">
                  <c:v>147.21644328775108</c:v>
                </c:pt>
                <c:pt idx="3">
                  <c:v>91.205197546251071</c:v>
                </c:pt>
                <c:pt idx="4">
                  <c:v>66.482005708639932</c:v>
                </c:pt>
                <c:pt idx="5">
                  <c:v>70.259212821831085</c:v>
                </c:pt>
                <c:pt idx="6">
                  <c:v>137.71113985800216</c:v>
                </c:pt>
                <c:pt idx="7">
                  <c:v>215.5049687436711</c:v>
                </c:pt>
                <c:pt idx="8">
                  <c:v>270.71575144249778</c:v>
                </c:pt>
                <c:pt idx="9">
                  <c:v>296.56251124511118</c:v>
                </c:pt>
                <c:pt idx="10">
                  <c:v>331.48673328764443</c:v>
                </c:pt>
                <c:pt idx="11">
                  <c:v>373.96975544965807</c:v>
                </c:pt>
                <c:pt idx="12">
                  <c:v>407.00301091129575</c:v>
                </c:pt>
                <c:pt idx="13">
                  <c:v>449.44642273016041</c:v>
                </c:pt>
                <c:pt idx="14">
                  <c:v>475.96814329268881</c:v>
                </c:pt>
                <c:pt idx="15">
                  <c:v>468.44990349269113</c:v>
                </c:pt>
                <c:pt idx="16">
                  <c:v>420.36563977599599</c:v>
                </c:pt>
                <c:pt idx="17">
                  <c:v>436.36511787823645</c:v>
                </c:pt>
                <c:pt idx="18">
                  <c:v>432.88583559956464</c:v>
                </c:pt>
                <c:pt idx="19">
                  <c:v>476.37390203239272</c:v>
                </c:pt>
                <c:pt idx="20">
                  <c:v>525.38486659458908</c:v>
                </c:pt>
                <c:pt idx="21">
                  <c:v>626.41420283590821</c:v>
                </c:pt>
                <c:pt idx="22">
                  <c:v>645.274788042816</c:v>
                </c:pt>
                <c:pt idx="23">
                  <c:v>570.22215192449119</c:v>
                </c:pt>
                <c:pt idx="24">
                  <c:v>432.22912391254641</c:v>
                </c:pt>
                <c:pt idx="25">
                  <c:v>281.62009581831103</c:v>
                </c:pt>
                <c:pt idx="26">
                  <c:v>167.91818994929778</c:v>
                </c:pt>
                <c:pt idx="27">
                  <c:v>110.03591135564676</c:v>
                </c:pt>
                <c:pt idx="28">
                  <c:v>75.438670569502207</c:v>
                </c:pt>
                <c:pt idx="29">
                  <c:v>69.819779256044413</c:v>
                </c:pt>
                <c:pt idx="30">
                  <c:v>118.01445137529333</c:v>
                </c:pt>
                <c:pt idx="31">
                  <c:v>171.96786983836884</c:v>
                </c:pt>
                <c:pt idx="32">
                  <c:v>245.41476177596445</c:v>
                </c:pt>
                <c:pt idx="33">
                  <c:v>308.31996001778219</c:v>
                </c:pt>
                <c:pt idx="34">
                  <c:v>362.53692700547799</c:v>
                </c:pt>
                <c:pt idx="35">
                  <c:v>414.55342621237583</c:v>
                </c:pt>
                <c:pt idx="36">
                  <c:v>431.95538830933708</c:v>
                </c:pt>
                <c:pt idx="37">
                  <c:v>445.2464112703762</c:v>
                </c:pt>
                <c:pt idx="38">
                  <c:v>553.10252250423105</c:v>
                </c:pt>
                <c:pt idx="39">
                  <c:v>528.46637731088606</c:v>
                </c:pt>
                <c:pt idx="40">
                  <c:v>445.8517539026692</c:v>
                </c:pt>
                <c:pt idx="41">
                  <c:v>448.997900473595</c:v>
                </c:pt>
                <c:pt idx="42">
                  <c:v>442.68819667684215</c:v>
                </c:pt>
                <c:pt idx="43">
                  <c:v>494.20947967166842</c:v>
                </c:pt>
                <c:pt idx="44">
                  <c:v>547.06492134983239</c:v>
                </c:pt>
                <c:pt idx="45">
                  <c:v>655.94801696225511</c:v>
                </c:pt>
                <c:pt idx="46">
                  <c:v>666.74698438260805</c:v>
                </c:pt>
                <c:pt idx="47">
                  <c:v>594.22328559454013</c:v>
                </c:pt>
                <c:pt idx="48">
                  <c:v>453.00177221188233</c:v>
                </c:pt>
                <c:pt idx="49">
                  <c:v>301.94408026361992</c:v>
                </c:pt>
                <c:pt idx="50">
                  <c:v>182.80461919515776</c:v>
                </c:pt>
                <c:pt idx="51">
                  <c:v>110.74167289612227</c:v>
                </c:pt>
                <c:pt idx="52">
                  <c:v>73.982746475353338</c:v>
                </c:pt>
                <c:pt idx="53">
                  <c:v>68.871328258319963</c:v>
                </c:pt>
                <c:pt idx="54">
                  <c:v>121.48542086008005</c:v>
                </c:pt>
                <c:pt idx="55">
                  <c:v>183.09781279230901</c:v>
                </c:pt>
                <c:pt idx="56">
                  <c:v>252.92710057774448</c:v>
                </c:pt>
                <c:pt idx="57">
                  <c:v>306.85149520183103</c:v>
                </c:pt>
                <c:pt idx="58">
                  <c:v>347.34388559408887</c:v>
                </c:pt>
                <c:pt idx="59">
                  <c:v>393.86661480698632</c:v>
                </c:pt>
                <c:pt idx="60">
                  <c:v>421.42388880117153</c:v>
                </c:pt>
                <c:pt idx="61">
                  <c:v>475.03589959799586</c:v>
                </c:pt>
                <c:pt idx="62">
                  <c:v>512.48819892895972</c:v>
                </c:pt>
                <c:pt idx="63">
                  <c:v>495.58884481265375</c:v>
                </c:pt>
                <c:pt idx="64">
                  <c:v>434.58294364046435</c:v>
                </c:pt>
                <c:pt idx="65">
                  <c:v>444.17452183456282</c:v>
                </c:pt>
                <c:pt idx="66">
                  <c:v>438.99866204112175</c:v>
                </c:pt>
                <c:pt idx="67">
                  <c:v>481.85863463290514</c:v>
                </c:pt>
                <c:pt idx="68">
                  <c:v>529.61242522092596</c:v>
                </c:pt>
                <c:pt idx="69">
                  <c:v>632.00670378584505</c:v>
                </c:pt>
                <c:pt idx="70">
                  <c:v>638.925761009094</c:v>
                </c:pt>
                <c:pt idx="71">
                  <c:v>543.92401143760412</c:v>
                </c:pt>
                <c:pt idx="72">
                  <c:v>386.34660718258243</c:v>
                </c:pt>
                <c:pt idx="73">
                  <c:v>240.67281852390673</c:v>
                </c:pt>
                <c:pt idx="74">
                  <c:v>142.73030667165557</c:v>
                </c:pt>
                <c:pt idx="75">
                  <c:v>88.763341001640043</c:v>
                </c:pt>
                <c:pt idx="76">
                  <c:v>64.372898732348915</c:v>
                </c:pt>
                <c:pt idx="77">
                  <c:v>66.614422009319952</c:v>
                </c:pt>
                <c:pt idx="78">
                  <c:v>131.33967254558661</c:v>
                </c:pt>
                <c:pt idx="79">
                  <c:v>205.49970324072882</c:v>
                </c:pt>
                <c:pt idx="80">
                  <c:v>261.09062516041774</c:v>
                </c:pt>
                <c:pt idx="81">
                  <c:v>290.90044284273552</c:v>
                </c:pt>
                <c:pt idx="82">
                  <c:v>324.9295646636179</c:v>
                </c:pt>
                <c:pt idx="83">
                  <c:v>367.1380538682443</c:v>
                </c:pt>
                <c:pt idx="84">
                  <c:v>396.24071379155828</c:v>
                </c:pt>
                <c:pt idx="85">
                  <c:v>432.67282592676219</c:v>
                </c:pt>
                <c:pt idx="86">
                  <c:v>452.98655780098238</c:v>
                </c:pt>
                <c:pt idx="87">
                  <c:v>442.66900567695558</c:v>
                </c:pt>
                <c:pt idx="88">
                  <c:v>409.98296963138938</c:v>
                </c:pt>
                <c:pt idx="89">
                  <c:v>433.74063306221103</c:v>
                </c:pt>
                <c:pt idx="90">
                  <c:v>426.58872523171277</c:v>
                </c:pt>
                <c:pt idx="91">
                  <c:v>477.69328544958012</c:v>
                </c:pt>
                <c:pt idx="92">
                  <c:v>528.85937114040883</c:v>
                </c:pt>
                <c:pt idx="93">
                  <c:v>633.95870763705148</c:v>
                </c:pt>
                <c:pt idx="94">
                  <c:v>634.57062401476185</c:v>
                </c:pt>
                <c:pt idx="95">
                  <c:v>529.64714352583769</c:v>
                </c:pt>
                <c:pt idx="96">
                  <c:v>371.53441672564242</c:v>
                </c:pt>
                <c:pt idx="97">
                  <c:v>230.3035495182823</c:v>
                </c:pt>
                <c:pt idx="98">
                  <c:v>135.32322542037991</c:v>
                </c:pt>
                <c:pt idx="99">
                  <c:v>84.592778554644411</c:v>
                </c:pt>
                <c:pt idx="100">
                  <c:v>62.523685425317709</c:v>
                </c:pt>
                <c:pt idx="101">
                  <c:v>64.969937166295566</c:v>
                </c:pt>
                <c:pt idx="102">
                  <c:v>132.29468755371337</c:v>
                </c:pt>
                <c:pt idx="103">
                  <c:v>210.84145186593784</c:v>
                </c:pt>
                <c:pt idx="104">
                  <c:v>265.39677138740444</c:v>
                </c:pt>
                <c:pt idx="105">
                  <c:v>292.72282467618891</c:v>
                </c:pt>
                <c:pt idx="106">
                  <c:v>327.03245481389786</c:v>
                </c:pt>
                <c:pt idx="107">
                  <c:v>372.53135097799617</c:v>
                </c:pt>
                <c:pt idx="108">
                  <c:v>402.1412757337111</c:v>
                </c:pt>
                <c:pt idx="109">
                  <c:v>438.59229428221494</c:v>
                </c:pt>
                <c:pt idx="110">
                  <c:v>457.05637118159564</c:v>
                </c:pt>
                <c:pt idx="111">
                  <c:v>447.13951245999169</c:v>
                </c:pt>
                <c:pt idx="112">
                  <c:v>412.42250356361319</c:v>
                </c:pt>
                <c:pt idx="113">
                  <c:v>435.24978883891316</c:v>
                </c:pt>
                <c:pt idx="114">
                  <c:v>430.13843791680955</c:v>
                </c:pt>
                <c:pt idx="115">
                  <c:v>480.88226959348867</c:v>
                </c:pt>
                <c:pt idx="116">
                  <c:v>532.95760809481476</c:v>
                </c:pt>
                <c:pt idx="117">
                  <c:v>643.93071307494654</c:v>
                </c:pt>
                <c:pt idx="118">
                  <c:v>639.04493729576677</c:v>
                </c:pt>
                <c:pt idx="119">
                  <c:v>534.08565344773558</c:v>
                </c:pt>
                <c:pt idx="120">
                  <c:v>371.6933338574687</c:v>
                </c:pt>
                <c:pt idx="121">
                  <c:v>229.45479469406001</c:v>
                </c:pt>
                <c:pt idx="122">
                  <c:v>134.34137721623995</c:v>
                </c:pt>
                <c:pt idx="123">
                  <c:v>83.745977703346682</c:v>
                </c:pt>
                <c:pt idx="124">
                  <c:v>62.19107698275554</c:v>
                </c:pt>
                <c:pt idx="125">
                  <c:v>65.958818177611079</c:v>
                </c:pt>
                <c:pt idx="126">
                  <c:v>135.89844599772661</c:v>
                </c:pt>
                <c:pt idx="127">
                  <c:v>216.64129433813787</c:v>
                </c:pt>
                <c:pt idx="128">
                  <c:v>272.07982506086222</c:v>
                </c:pt>
                <c:pt idx="129">
                  <c:v>300.07716238454896</c:v>
                </c:pt>
                <c:pt idx="130">
                  <c:v>333.46894239570224</c:v>
                </c:pt>
                <c:pt idx="131">
                  <c:v>373.77418297142469</c:v>
                </c:pt>
                <c:pt idx="132">
                  <c:v>412.10346500408832</c:v>
                </c:pt>
                <c:pt idx="133">
                  <c:v>471.95264731546831</c:v>
                </c:pt>
                <c:pt idx="134">
                  <c:v>490.76310033263775</c:v>
                </c:pt>
                <c:pt idx="135">
                  <c:v>471.61661509203981</c:v>
                </c:pt>
                <c:pt idx="136">
                  <c:v>418.83587541277535</c:v>
                </c:pt>
                <c:pt idx="137">
                  <c:v>440.45000064253588</c:v>
                </c:pt>
                <c:pt idx="138">
                  <c:v>477.90105183713729</c:v>
                </c:pt>
                <c:pt idx="139">
                  <c:v>534.68647131523608</c:v>
                </c:pt>
                <c:pt idx="140">
                  <c:v>549.57235537476481</c:v>
                </c:pt>
                <c:pt idx="141">
                  <c:v>653.7045329682021</c:v>
                </c:pt>
                <c:pt idx="142">
                  <c:v>643.44220745562859</c:v>
                </c:pt>
                <c:pt idx="143">
                  <c:v>535.23421949377041</c:v>
                </c:pt>
                <c:pt idx="144">
                  <c:v>386.90184919258047</c:v>
                </c:pt>
                <c:pt idx="145">
                  <c:v>240.27980252123791</c:v>
                </c:pt>
                <c:pt idx="146">
                  <c:v>147.13318655936229</c:v>
                </c:pt>
                <c:pt idx="147">
                  <c:v>87.34992497367773</c:v>
                </c:pt>
                <c:pt idx="148">
                  <c:v>64.134969168366595</c:v>
                </c:pt>
                <c:pt idx="149">
                  <c:v>68.006322042682285</c:v>
                </c:pt>
                <c:pt idx="150">
                  <c:v>137.99743780015334</c:v>
                </c:pt>
                <c:pt idx="151">
                  <c:v>219.82455658450223</c:v>
                </c:pt>
                <c:pt idx="152">
                  <c:v>277.78911923588663</c:v>
                </c:pt>
                <c:pt idx="153">
                  <c:v>302.53548515288452</c:v>
                </c:pt>
                <c:pt idx="154">
                  <c:v>334.65201694242666</c:v>
                </c:pt>
                <c:pt idx="155">
                  <c:v>372.38976052647718</c:v>
                </c:pt>
                <c:pt idx="156">
                  <c:v>401.62494173016626</c:v>
                </c:pt>
                <c:pt idx="157">
                  <c:v>438.3814513968311</c:v>
                </c:pt>
                <c:pt idx="158">
                  <c:v>460.29842876118909</c:v>
                </c:pt>
                <c:pt idx="159">
                  <c:v>452.1858805474443</c:v>
                </c:pt>
                <c:pt idx="160">
                  <c:v>421.56764197738676</c:v>
                </c:pt>
                <c:pt idx="161">
                  <c:v>449.23142595753171</c:v>
                </c:pt>
                <c:pt idx="162">
                  <c:v>443.33912370576888</c:v>
                </c:pt>
                <c:pt idx="163">
                  <c:v>496.99095164504655</c:v>
                </c:pt>
                <c:pt idx="164">
                  <c:v>541.57202125924198</c:v>
                </c:pt>
                <c:pt idx="165">
                  <c:v>644.19004331535359</c:v>
                </c:pt>
                <c:pt idx="166">
                  <c:v>641.11201818123322</c:v>
                </c:pt>
                <c:pt idx="167">
                  <c:v>523.66232377338383</c:v>
                </c:pt>
                <c:pt idx="168">
                  <c:v>363.87654545171318</c:v>
                </c:pt>
                <c:pt idx="169">
                  <c:v>223.00328321585775</c:v>
                </c:pt>
                <c:pt idx="170">
                  <c:v>134.20346941779786</c:v>
                </c:pt>
                <c:pt idx="171">
                  <c:v>85.339355363971109</c:v>
                </c:pt>
                <c:pt idx="172">
                  <c:v>63.875377520595599</c:v>
                </c:pt>
                <c:pt idx="173">
                  <c:v>68.888989225991125</c:v>
                </c:pt>
                <c:pt idx="174">
                  <c:v>142.56438469636899</c:v>
                </c:pt>
                <c:pt idx="175">
                  <c:v>235.12085614463123</c:v>
                </c:pt>
                <c:pt idx="176">
                  <c:v>300.69636527059117</c:v>
                </c:pt>
                <c:pt idx="177">
                  <c:v>334.92141076150887</c:v>
                </c:pt>
                <c:pt idx="178">
                  <c:v>361.94551344644691</c:v>
                </c:pt>
                <c:pt idx="179">
                  <c:v>394.26108879168015</c:v>
                </c:pt>
                <c:pt idx="180">
                  <c:v>421.21934682632173</c:v>
                </c:pt>
                <c:pt idx="181">
                  <c:v>459.17470766707999</c:v>
                </c:pt>
                <c:pt idx="182">
                  <c:v>478.88155392768658</c:v>
                </c:pt>
                <c:pt idx="183">
                  <c:v>469.26395330273829</c:v>
                </c:pt>
                <c:pt idx="184">
                  <c:v>426.817469438628</c:v>
                </c:pt>
                <c:pt idx="185">
                  <c:v>446.54356761850022</c:v>
                </c:pt>
                <c:pt idx="186">
                  <c:v>442.69228313878523</c:v>
                </c:pt>
                <c:pt idx="187">
                  <c:v>506.20172431860465</c:v>
                </c:pt>
                <c:pt idx="188">
                  <c:v>546.59516761298005</c:v>
                </c:pt>
                <c:pt idx="189">
                  <c:v>643.29147849788023</c:v>
                </c:pt>
                <c:pt idx="190">
                  <c:v>651.35721297067016</c:v>
                </c:pt>
                <c:pt idx="191">
                  <c:v>562.08356702503772</c:v>
                </c:pt>
                <c:pt idx="192">
                  <c:v>418.88060371826498</c:v>
                </c:pt>
                <c:pt idx="193">
                  <c:v>276.78050024361784</c:v>
                </c:pt>
                <c:pt idx="194">
                  <c:v>172.1153630834599</c:v>
                </c:pt>
                <c:pt idx="195">
                  <c:v>109.91726684200452</c:v>
                </c:pt>
                <c:pt idx="196">
                  <c:v>75.805860401400025</c:v>
                </c:pt>
                <c:pt idx="197">
                  <c:v>68.593712531759962</c:v>
                </c:pt>
                <c:pt idx="198">
                  <c:v>120.93304884871786</c:v>
                </c:pt>
                <c:pt idx="199">
                  <c:v>182.66259875184454</c:v>
                </c:pt>
                <c:pt idx="200">
                  <c:v>257.69126995139129</c:v>
                </c:pt>
                <c:pt idx="201">
                  <c:v>319.53563496461993</c:v>
                </c:pt>
                <c:pt idx="202">
                  <c:v>370.85363856480171</c:v>
                </c:pt>
                <c:pt idx="203">
                  <c:v>424.14865991709826</c:v>
                </c:pt>
                <c:pt idx="204">
                  <c:v>434.16325638006651</c:v>
                </c:pt>
                <c:pt idx="205">
                  <c:v>450.49265557287123</c:v>
                </c:pt>
                <c:pt idx="206">
                  <c:v>555.68840261413072</c:v>
                </c:pt>
                <c:pt idx="207">
                  <c:v>526.12668553534877</c:v>
                </c:pt>
                <c:pt idx="208">
                  <c:v>450.33924023097251</c:v>
                </c:pt>
                <c:pt idx="209">
                  <c:v>459.18557914543851</c:v>
                </c:pt>
                <c:pt idx="210">
                  <c:v>447.20512715740261</c:v>
                </c:pt>
                <c:pt idx="211">
                  <c:v>514.76818273754282</c:v>
                </c:pt>
                <c:pt idx="212">
                  <c:v>559.26216893773949</c:v>
                </c:pt>
                <c:pt idx="213">
                  <c:v>660.20519579266249</c:v>
                </c:pt>
                <c:pt idx="214">
                  <c:v>675.73171850406845</c:v>
                </c:pt>
                <c:pt idx="215">
                  <c:v>580.96856959972479</c:v>
                </c:pt>
                <c:pt idx="216">
                  <c:v>427.49620494692908</c:v>
                </c:pt>
                <c:pt idx="217">
                  <c:v>275.25568773916666</c:v>
                </c:pt>
                <c:pt idx="218">
                  <c:v>165.6945116636355</c:v>
                </c:pt>
                <c:pt idx="219">
                  <c:v>100.84680175254449</c:v>
                </c:pt>
                <c:pt idx="220">
                  <c:v>69.706657360000008</c:v>
                </c:pt>
                <c:pt idx="221">
                  <c:v>66.057518559384505</c:v>
                </c:pt>
                <c:pt idx="222">
                  <c:v>122.25656310983112</c:v>
                </c:pt>
                <c:pt idx="223">
                  <c:v>190.20608753543769</c:v>
                </c:pt>
                <c:pt idx="224">
                  <c:v>261.36448940566231</c:v>
                </c:pt>
                <c:pt idx="225">
                  <c:v>312.16380261852441</c:v>
                </c:pt>
                <c:pt idx="226">
                  <c:v>350.81802773443775</c:v>
                </c:pt>
                <c:pt idx="227">
                  <c:v>393.74668607717092</c:v>
                </c:pt>
                <c:pt idx="228">
                  <c:v>417.07053552820486</c:v>
                </c:pt>
                <c:pt idx="229">
                  <c:v>474.75950364004046</c:v>
                </c:pt>
                <c:pt idx="230">
                  <c:v>511.6548971288961</c:v>
                </c:pt>
                <c:pt idx="231">
                  <c:v>493.89524290883332</c:v>
                </c:pt>
                <c:pt idx="232">
                  <c:v>434.92641794688313</c:v>
                </c:pt>
                <c:pt idx="233">
                  <c:v>452.17559628183801</c:v>
                </c:pt>
                <c:pt idx="234">
                  <c:v>445.89169008430235</c:v>
                </c:pt>
                <c:pt idx="235">
                  <c:v>502.4203223601483</c:v>
                </c:pt>
                <c:pt idx="236">
                  <c:v>556.35116363666862</c:v>
                </c:pt>
                <c:pt idx="237">
                  <c:v>662.16579236455107</c:v>
                </c:pt>
                <c:pt idx="238">
                  <c:v>641.28179278545849</c:v>
                </c:pt>
                <c:pt idx="239">
                  <c:v>527.11307434885828</c:v>
                </c:pt>
                <c:pt idx="240">
                  <c:v>363.7713704993181</c:v>
                </c:pt>
                <c:pt idx="241">
                  <c:v>225.19539705909571</c:v>
                </c:pt>
                <c:pt idx="242">
                  <c:v>132.46087712918884</c:v>
                </c:pt>
                <c:pt idx="243">
                  <c:v>83.189600449217735</c:v>
                </c:pt>
                <c:pt idx="244">
                  <c:v>61.8173158047911</c:v>
                </c:pt>
                <c:pt idx="245">
                  <c:v>64.658093736680001</c:v>
                </c:pt>
                <c:pt idx="246">
                  <c:v>133.47583245122212</c:v>
                </c:pt>
                <c:pt idx="247">
                  <c:v>213.73682136427774</c:v>
                </c:pt>
                <c:pt idx="248">
                  <c:v>267.52695778066669</c:v>
                </c:pt>
                <c:pt idx="249">
                  <c:v>292.56594898466449</c:v>
                </c:pt>
                <c:pt idx="250">
                  <c:v>327.08333304531988</c:v>
                </c:pt>
                <c:pt idx="251">
                  <c:v>371.24973431487956</c:v>
                </c:pt>
                <c:pt idx="252">
                  <c:v>400.22765467613323</c:v>
                </c:pt>
                <c:pt idx="253">
                  <c:v>440.38526151456927</c:v>
                </c:pt>
                <c:pt idx="254">
                  <c:v>461.96707762731137</c:v>
                </c:pt>
                <c:pt idx="255">
                  <c:v>453.66296266073556</c:v>
                </c:pt>
                <c:pt idx="256">
                  <c:v>426.6331175516616</c:v>
                </c:pt>
                <c:pt idx="257">
                  <c:v>463.95674192854642</c:v>
                </c:pt>
                <c:pt idx="258">
                  <c:v>451.85493977949506</c:v>
                </c:pt>
                <c:pt idx="259">
                  <c:v>504.77085473768363</c:v>
                </c:pt>
                <c:pt idx="260">
                  <c:v>552.34238385820231</c:v>
                </c:pt>
                <c:pt idx="261">
                  <c:v>649.47449163976216</c:v>
                </c:pt>
                <c:pt idx="262">
                  <c:v>634.21627284066676</c:v>
                </c:pt>
                <c:pt idx="263">
                  <c:v>509.09764969051781</c:v>
                </c:pt>
                <c:pt idx="264">
                  <c:v>344.69117759289162</c:v>
                </c:pt>
                <c:pt idx="265">
                  <c:v>207.50910464665333</c:v>
                </c:pt>
                <c:pt idx="266">
                  <c:v>121.90065542912882</c:v>
                </c:pt>
                <c:pt idx="267">
                  <c:v>78.670048849948913</c:v>
                </c:pt>
                <c:pt idx="268">
                  <c:v>59.94322130863555</c:v>
                </c:pt>
                <c:pt idx="269">
                  <c:v>63.993030751444508</c:v>
                </c:pt>
                <c:pt idx="270">
                  <c:v>134.96555484756891</c:v>
                </c:pt>
                <c:pt idx="271">
                  <c:v>220.25202170135557</c:v>
                </c:pt>
                <c:pt idx="272">
                  <c:v>272.83407744144893</c:v>
                </c:pt>
                <c:pt idx="273">
                  <c:v>297.71594968096883</c:v>
                </c:pt>
                <c:pt idx="274">
                  <c:v>330.34910378008658</c:v>
                </c:pt>
                <c:pt idx="275">
                  <c:v>374.00473169587548</c:v>
                </c:pt>
                <c:pt idx="276">
                  <c:v>401.21474326559132</c:v>
                </c:pt>
                <c:pt idx="277">
                  <c:v>439.16955228662204</c:v>
                </c:pt>
                <c:pt idx="278">
                  <c:v>458.23712842512396</c:v>
                </c:pt>
                <c:pt idx="279">
                  <c:v>450.32090692028703</c:v>
                </c:pt>
                <c:pt idx="280">
                  <c:v>423.11886727711368</c:v>
                </c:pt>
                <c:pt idx="281">
                  <c:v>451.55728776049187</c:v>
                </c:pt>
                <c:pt idx="282">
                  <c:v>439.93440139781728</c:v>
                </c:pt>
                <c:pt idx="283">
                  <c:v>503.88318177179565</c:v>
                </c:pt>
                <c:pt idx="284">
                  <c:v>558.60586304413141</c:v>
                </c:pt>
                <c:pt idx="285">
                  <c:v>661.89229422852486</c:v>
                </c:pt>
                <c:pt idx="286">
                  <c:v>642.64219837792439</c:v>
                </c:pt>
                <c:pt idx="287">
                  <c:v>513.90790236632949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CCE-4206-81AF-7668647A5A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3031368"/>
        <c:axId val="413032680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'01-10 12-10-2026'!$B$1</c15:sqref>
                        </c15:formulaRef>
                      </c:ext>
                    </c:extLst>
                    <c:strCache>
                      <c:ptCount val="1"/>
                      <c:pt idx="0">
                        <c:v> ANB-DGW1 SGI Throughput 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'01-10 12-10-2026'!$B$2:$B$289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83.827429537777775</c:v>
                      </c:pt>
                      <c:pt idx="1">
                        <c:v>53.657527020000003</c:v>
                      </c:pt>
                      <c:pt idx="2">
                        <c:v>32.671622759999998</c:v>
                      </c:pt>
                      <c:pt idx="3">
                        <c:v>21.466032964444445</c:v>
                      </c:pt>
                      <c:pt idx="4">
                        <c:v>17.02993962888889</c:v>
                      </c:pt>
                      <c:pt idx="5">
                        <c:v>22.392390577777778</c:v>
                      </c:pt>
                      <c:pt idx="6">
                        <c:v>38.78050262888889</c:v>
                      </c:pt>
                      <c:pt idx="7">
                        <c:v>57.048331640000001</c:v>
                      </c:pt>
                      <c:pt idx="8">
                        <c:v>69.938781477777781</c:v>
                      </c:pt>
                      <c:pt idx="9">
                        <c:v>76.391651626666672</c:v>
                      </c:pt>
                      <c:pt idx="10">
                        <c:v>83.661613813333332</c:v>
                      </c:pt>
                      <c:pt idx="11">
                        <c:v>93.705289837777784</c:v>
                      </c:pt>
                      <c:pt idx="12">
                        <c:v>99.769531226666672</c:v>
                      </c:pt>
                      <c:pt idx="13">
                        <c:v>112.97615194666666</c:v>
                      </c:pt>
                      <c:pt idx="14">
                        <c:v>115.21575941555555</c:v>
                      </c:pt>
                      <c:pt idx="15">
                        <c:v>109.82088078888889</c:v>
                      </c:pt>
                      <c:pt idx="16">
                        <c:v>101.79228039777777</c:v>
                      </c:pt>
                      <c:pt idx="17">
                        <c:v>105.94291888888888</c:v>
                      </c:pt>
                      <c:pt idx="18">
                        <c:v>106.39406415555555</c:v>
                      </c:pt>
                      <c:pt idx="19">
                        <c:v>124.28260056444445</c:v>
                      </c:pt>
                      <c:pt idx="20">
                        <c:v>139.68253186222222</c:v>
                      </c:pt>
                      <c:pt idx="21">
                        <c:v>153.50912596444445</c:v>
                      </c:pt>
                      <c:pt idx="22">
                        <c:v>148.9888430488889</c:v>
                      </c:pt>
                      <c:pt idx="23">
                        <c:v>126.28607595333334</c:v>
                      </c:pt>
                      <c:pt idx="24">
                        <c:v>93.41404034</c:v>
                      </c:pt>
                      <c:pt idx="25">
                        <c:v>61.661490404444443</c:v>
                      </c:pt>
                      <c:pt idx="26">
                        <c:v>38.280085135555552</c:v>
                      </c:pt>
                      <c:pt idx="27">
                        <c:v>24.824781584444445</c:v>
                      </c:pt>
                      <c:pt idx="28">
                        <c:v>18.406688891111113</c:v>
                      </c:pt>
                      <c:pt idx="29">
                        <c:v>21.531000297777776</c:v>
                      </c:pt>
                      <c:pt idx="30">
                        <c:v>33.757854006666669</c:v>
                      </c:pt>
                      <c:pt idx="31">
                        <c:v>50.936665917777781</c:v>
                      </c:pt>
                      <c:pt idx="32">
                        <c:v>70.168695964444439</c:v>
                      </c:pt>
                      <c:pt idx="33">
                        <c:v>83.417695940000002</c:v>
                      </c:pt>
                      <c:pt idx="34">
                        <c:v>94.097510655555553</c:v>
                      </c:pt>
                      <c:pt idx="35">
                        <c:v>105.5086215</c:v>
                      </c:pt>
                      <c:pt idx="36">
                        <c:v>105.77705537333334</c:v>
                      </c:pt>
                      <c:pt idx="37">
                        <c:v>116.10278584666666</c:v>
                      </c:pt>
                      <c:pt idx="38">
                        <c:v>133.56914132</c:v>
                      </c:pt>
                      <c:pt idx="39">
                        <c:v>124.40834626</c:v>
                      </c:pt>
                      <c:pt idx="40">
                        <c:v>111.40372880444444</c:v>
                      </c:pt>
                      <c:pt idx="41">
                        <c:v>112.93623945777777</c:v>
                      </c:pt>
                      <c:pt idx="42">
                        <c:v>110.15775440666667</c:v>
                      </c:pt>
                      <c:pt idx="43">
                        <c:v>126.47464077333333</c:v>
                      </c:pt>
                      <c:pt idx="44">
                        <c:v>143.68473605777777</c:v>
                      </c:pt>
                      <c:pt idx="45">
                        <c:v>158.89768128222221</c:v>
                      </c:pt>
                      <c:pt idx="46">
                        <c:v>154.31486920222221</c:v>
                      </c:pt>
                      <c:pt idx="47">
                        <c:v>131.28288916666668</c:v>
                      </c:pt>
                      <c:pt idx="48">
                        <c:v>97.362518762222223</c:v>
                      </c:pt>
                      <c:pt idx="49">
                        <c:v>64.141770831111117</c:v>
                      </c:pt>
                      <c:pt idx="50">
                        <c:v>38.721130379999998</c:v>
                      </c:pt>
                      <c:pt idx="51">
                        <c:v>24.321993533333334</c:v>
                      </c:pt>
                      <c:pt idx="52">
                        <c:v>17.855908744444445</c:v>
                      </c:pt>
                      <c:pt idx="53">
                        <c:v>21.806680620000002</c:v>
                      </c:pt>
                      <c:pt idx="54">
                        <c:v>35.590661802222222</c:v>
                      </c:pt>
                      <c:pt idx="55">
                        <c:v>53.646276884444447</c:v>
                      </c:pt>
                      <c:pt idx="56">
                        <c:v>71.367405757777775</c:v>
                      </c:pt>
                      <c:pt idx="57">
                        <c:v>81.907758742222228</c:v>
                      </c:pt>
                      <c:pt idx="58">
                        <c:v>89.512581804444451</c:v>
                      </c:pt>
                      <c:pt idx="59">
                        <c:v>99.197353759999999</c:v>
                      </c:pt>
                      <c:pt idx="60">
                        <c:v>103.65569243555555</c:v>
                      </c:pt>
                      <c:pt idx="61">
                        <c:v>119.39071426888889</c:v>
                      </c:pt>
                      <c:pt idx="62">
                        <c:v>122.07445617777778</c:v>
                      </c:pt>
                      <c:pt idx="63">
                        <c:v>114.31143890444444</c:v>
                      </c:pt>
                      <c:pt idx="64">
                        <c:v>105.33329660222222</c:v>
                      </c:pt>
                      <c:pt idx="65">
                        <c:v>108.85045785555556</c:v>
                      </c:pt>
                      <c:pt idx="66">
                        <c:v>107.31059048888889</c:v>
                      </c:pt>
                      <c:pt idx="67">
                        <c:v>122.54555070444444</c:v>
                      </c:pt>
                      <c:pt idx="68">
                        <c:v>139.71441382888889</c:v>
                      </c:pt>
                      <c:pt idx="69">
                        <c:v>153.22403853111112</c:v>
                      </c:pt>
                      <c:pt idx="70">
                        <c:v>145.83463774666666</c:v>
                      </c:pt>
                      <c:pt idx="71">
                        <c:v>118.89628636444445</c:v>
                      </c:pt>
                      <c:pt idx="72">
                        <c:v>83.218395995555554</c:v>
                      </c:pt>
                      <c:pt idx="73">
                        <c:v>51.681384391111109</c:v>
                      </c:pt>
                      <c:pt idx="74">
                        <c:v>31.406755277777776</c:v>
                      </c:pt>
                      <c:pt idx="75">
                        <c:v>20.689001748888888</c:v>
                      </c:pt>
                      <c:pt idx="76">
                        <c:v>16.590226997777776</c:v>
                      </c:pt>
                      <c:pt idx="77">
                        <c:v>21.306393475555556</c:v>
                      </c:pt>
                      <c:pt idx="78">
                        <c:v>37.311001277777777</c:v>
                      </c:pt>
                      <c:pt idx="79">
                        <c:v>53.982868373333332</c:v>
                      </c:pt>
                      <c:pt idx="80">
                        <c:v>67.38498573555556</c:v>
                      </c:pt>
                      <c:pt idx="81">
                        <c:v>73.820168371111109</c:v>
                      </c:pt>
                      <c:pt idx="82">
                        <c:v>80.563620782222216</c:v>
                      </c:pt>
                      <c:pt idx="83">
                        <c:v>90.472141784444446</c:v>
                      </c:pt>
                      <c:pt idx="84">
                        <c:v>95.415256131111107</c:v>
                      </c:pt>
                      <c:pt idx="85">
                        <c:v>106.94869009333334</c:v>
                      </c:pt>
                      <c:pt idx="86">
                        <c:v>109.65690043111111</c:v>
                      </c:pt>
                      <c:pt idx="87">
                        <c:v>103.4389294111111</c:v>
                      </c:pt>
                      <c:pt idx="88">
                        <c:v>101.0504799</c:v>
                      </c:pt>
                      <c:pt idx="89">
                        <c:v>106.80224758444444</c:v>
                      </c:pt>
                      <c:pt idx="90">
                        <c:v>106.32700150222222</c:v>
                      </c:pt>
                      <c:pt idx="91">
                        <c:v>122.00722720222223</c:v>
                      </c:pt>
                      <c:pt idx="92">
                        <c:v>139.63685598444445</c:v>
                      </c:pt>
                      <c:pt idx="93">
                        <c:v>152.23835470888889</c:v>
                      </c:pt>
                      <c:pt idx="94">
                        <c:v>142.68656370666667</c:v>
                      </c:pt>
                      <c:pt idx="95">
                        <c:v>113.53847710888888</c:v>
                      </c:pt>
                      <c:pt idx="96">
                        <c:v>77.540660493333334</c:v>
                      </c:pt>
                      <c:pt idx="97">
                        <c:v>48.227255826666664</c:v>
                      </c:pt>
                      <c:pt idx="98">
                        <c:v>29.794415015555554</c:v>
                      </c:pt>
                      <c:pt idx="99">
                        <c:v>20.103443711111112</c:v>
                      </c:pt>
                      <c:pt idx="100">
                        <c:v>16.310537686666667</c:v>
                      </c:pt>
                      <c:pt idx="101">
                        <c:v>21.529766642222221</c:v>
                      </c:pt>
                      <c:pt idx="102">
                        <c:v>38.69194544222222</c:v>
                      </c:pt>
                      <c:pt idx="103">
                        <c:v>56.167313737777775</c:v>
                      </c:pt>
                      <c:pt idx="104">
                        <c:v>68.076940831111116</c:v>
                      </c:pt>
                      <c:pt idx="105">
                        <c:v>74.353924239999998</c:v>
                      </c:pt>
                      <c:pt idx="106">
                        <c:v>80.920676831111109</c:v>
                      </c:pt>
                      <c:pt idx="107">
                        <c:v>91.278372522222227</c:v>
                      </c:pt>
                      <c:pt idx="108">
                        <c:v>96.725051002222216</c:v>
                      </c:pt>
                      <c:pt idx="109">
                        <c:v>107.94882956666666</c:v>
                      </c:pt>
                      <c:pt idx="110">
                        <c:v>108.96315416222222</c:v>
                      </c:pt>
                      <c:pt idx="111">
                        <c:v>102.86532419555556</c:v>
                      </c:pt>
                      <c:pt idx="112">
                        <c:v>100.25498186222222</c:v>
                      </c:pt>
                      <c:pt idx="113">
                        <c:v>104.43815852222222</c:v>
                      </c:pt>
                      <c:pt idx="114">
                        <c:v>104.62127039555556</c:v>
                      </c:pt>
                      <c:pt idx="115">
                        <c:v>121.25468833111111</c:v>
                      </c:pt>
                      <c:pt idx="116">
                        <c:v>139.57165055777779</c:v>
                      </c:pt>
                      <c:pt idx="117">
                        <c:v>153.06297185111112</c:v>
                      </c:pt>
                      <c:pt idx="118">
                        <c:v>143.75256249111112</c:v>
                      </c:pt>
                      <c:pt idx="119">
                        <c:v>115.34238474666667</c:v>
                      </c:pt>
                      <c:pt idx="120">
                        <c:v>79.180037855555554</c:v>
                      </c:pt>
                      <c:pt idx="121">
                        <c:v>49.172480239999999</c:v>
                      </c:pt>
                      <c:pt idx="122">
                        <c:v>29.504243664444445</c:v>
                      </c:pt>
                      <c:pt idx="123">
                        <c:v>19.795835955555557</c:v>
                      </c:pt>
                      <c:pt idx="124">
                        <c:v>15.979164868888889</c:v>
                      </c:pt>
                      <c:pt idx="125">
                        <c:v>21.05004785111111</c:v>
                      </c:pt>
                      <c:pt idx="126">
                        <c:v>38.444337251111108</c:v>
                      </c:pt>
                      <c:pt idx="127">
                        <c:v>56.390776160000001</c:v>
                      </c:pt>
                      <c:pt idx="128">
                        <c:v>68.794149322222225</c:v>
                      </c:pt>
                      <c:pt idx="129">
                        <c:v>75.266796311111108</c:v>
                      </c:pt>
                      <c:pt idx="130">
                        <c:v>82.986771786666665</c:v>
                      </c:pt>
                      <c:pt idx="131">
                        <c:v>92.006736508888892</c:v>
                      </c:pt>
                      <c:pt idx="132">
                        <c:v>99.555886484444443</c:v>
                      </c:pt>
                      <c:pt idx="133">
                        <c:v>117.11836499333333</c:v>
                      </c:pt>
                      <c:pt idx="134">
                        <c:v>118.11145833333333</c:v>
                      </c:pt>
                      <c:pt idx="135">
                        <c:v>110.12702559333333</c:v>
                      </c:pt>
                      <c:pt idx="136">
                        <c:v>102.6141602688889</c:v>
                      </c:pt>
                      <c:pt idx="137">
                        <c:v>105.97624122444445</c:v>
                      </c:pt>
                      <c:pt idx="138">
                        <c:v>113.13967806444444</c:v>
                      </c:pt>
                      <c:pt idx="139">
                        <c:v>128.52893440222223</c:v>
                      </c:pt>
                      <c:pt idx="140">
                        <c:v>141.85877705333334</c:v>
                      </c:pt>
                      <c:pt idx="141">
                        <c:v>154.32629898444443</c:v>
                      </c:pt>
                      <c:pt idx="142">
                        <c:v>144.4405021488889</c:v>
                      </c:pt>
                      <c:pt idx="143">
                        <c:v>114.64924096</c:v>
                      </c:pt>
                      <c:pt idx="144">
                        <c:v>80.461063131111118</c:v>
                      </c:pt>
                      <c:pt idx="145">
                        <c:v>50.111339982222219</c:v>
                      </c:pt>
                      <c:pt idx="146">
                        <c:v>31.158864811111112</c:v>
                      </c:pt>
                      <c:pt idx="147">
                        <c:v>20.116490106666667</c:v>
                      </c:pt>
                      <c:pt idx="148">
                        <c:v>15.992480397777777</c:v>
                      </c:pt>
                      <c:pt idx="149">
                        <c:v>21.405396506666666</c:v>
                      </c:pt>
                      <c:pt idx="150">
                        <c:v>39.670108562222225</c:v>
                      </c:pt>
                      <c:pt idx="151">
                        <c:v>57.344684133333331</c:v>
                      </c:pt>
                      <c:pt idx="152">
                        <c:v>70.49758608444445</c:v>
                      </c:pt>
                      <c:pt idx="153">
                        <c:v>76.307543355555552</c:v>
                      </c:pt>
                      <c:pt idx="154">
                        <c:v>82.978962544444443</c:v>
                      </c:pt>
                      <c:pt idx="155">
                        <c:v>92.74434927555555</c:v>
                      </c:pt>
                      <c:pt idx="156">
                        <c:v>97.581374199999999</c:v>
                      </c:pt>
                      <c:pt idx="157">
                        <c:v>109.07367783111111</c:v>
                      </c:pt>
                      <c:pt idx="158">
                        <c:v>110.48447161777777</c:v>
                      </c:pt>
                      <c:pt idx="159">
                        <c:v>104.64239943111112</c:v>
                      </c:pt>
                      <c:pt idx="160">
                        <c:v>102.96305294888889</c:v>
                      </c:pt>
                      <c:pt idx="161">
                        <c:v>107.25940247777778</c:v>
                      </c:pt>
                      <c:pt idx="162">
                        <c:v>106.9959223</c:v>
                      </c:pt>
                      <c:pt idx="163">
                        <c:v>122.91208927777778</c:v>
                      </c:pt>
                      <c:pt idx="164">
                        <c:v>139.83981783555555</c:v>
                      </c:pt>
                      <c:pt idx="165">
                        <c:v>152.10093913777777</c:v>
                      </c:pt>
                      <c:pt idx="166">
                        <c:v>144.26594970666667</c:v>
                      </c:pt>
                      <c:pt idx="167">
                        <c:v>115.33943260222222</c:v>
                      </c:pt>
                      <c:pt idx="168">
                        <c:v>79.607884015555555</c:v>
                      </c:pt>
                      <c:pt idx="169">
                        <c:v>49.524939977777777</c:v>
                      </c:pt>
                      <c:pt idx="170">
                        <c:v>30.325094506666666</c:v>
                      </c:pt>
                      <c:pt idx="171">
                        <c:v>20.474109831111111</c:v>
                      </c:pt>
                      <c:pt idx="172">
                        <c:v>16.776488422222222</c:v>
                      </c:pt>
                      <c:pt idx="173">
                        <c:v>22.342686417777777</c:v>
                      </c:pt>
                      <c:pt idx="174">
                        <c:v>41.338061455555554</c:v>
                      </c:pt>
                      <c:pt idx="175">
                        <c:v>60.755263028888891</c:v>
                      </c:pt>
                      <c:pt idx="176">
                        <c:v>77.103173704444444</c:v>
                      </c:pt>
                      <c:pt idx="177">
                        <c:v>88.372707024444438</c:v>
                      </c:pt>
                      <c:pt idx="178">
                        <c:v>91.079281804444449</c:v>
                      </c:pt>
                      <c:pt idx="179">
                        <c:v>99.094019426666662</c:v>
                      </c:pt>
                      <c:pt idx="180">
                        <c:v>106.26946510222223</c:v>
                      </c:pt>
                      <c:pt idx="181">
                        <c:v>118.23331325777778</c:v>
                      </c:pt>
                      <c:pt idx="182">
                        <c:v>118.77252330666667</c:v>
                      </c:pt>
                      <c:pt idx="183">
                        <c:v>112.03445092222222</c:v>
                      </c:pt>
                      <c:pt idx="184">
                        <c:v>107.06428736222222</c:v>
                      </c:pt>
                      <c:pt idx="185">
                        <c:v>110.33135255777778</c:v>
                      </c:pt>
                      <c:pt idx="186">
                        <c:v>112.90834136444444</c:v>
                      </c:pt>
                      <c:pt idx="187">
                        <c:v>131.22103882888888</c:v>
                      </c:pt>
                      <c:pt idx="188">
                        <c:v>148.9159163688889</c:v>
                      </c:pt>
                      <c:pt idx="189">
                        <c:v>160.55064944666665</c:v>
                      </c:pt>
                      <c:pt idx="190">
                        <c:v>154.2252616711111</c:v>
                      </c:pt>
                      <c:pt idx="191">
                        <c:v>127.80908596666667</c:v>
                      </c:pt>
                      <c:pt idx="192">
                        <c:v>92.906637399999994</c:v>
                      </c:pt>
                      <c:pt idx="193">
                        <c:v>59.898263524444445</c:v>
                      </c:pt>
                      <c:pt idx="194">
                        <c:v>37.15623738888889</c:v>
                      </c:pt>
                      <c:pt idx="195">
                        <c:v>25.246763219999998</c:v>
                      </c:pt>
                      <c:pt idx="196">
                        <c:v>19.7191528</c:v>
                      </c:pt>
                      <c:pt idx="197">
                        <c:v>22.076767315555557</c:v>
                      </c:pt>
                      <c:pt idx="198">
                        <c:v>36.120671793333337</c:v>
                      </c:pt>
                      <c:pt idx="199">
                        <c:v>53.839962515555555</c:v>
                      </c:pt>
                      <c:pt idx="200">
                        <c:v>75.120877193333328</c:v>
                      </c:pt>
                      <c:pt idx="201">
                        <c:v>89.185757264444447</c:v>
                      </c:pt>
                      <c:pt idx="202">
                        <c:v>100.19098005555556</c:v>
                      </c:pt>
                      <c:pt idx="203">
                        <c:v>110.74407000444444</c:v>
                      </c:pt>
                      <c:pt idx="204">
                        <c:v>109.82965157333334</c:v>
                      </c:pt>
                      <c:pt idx="205">
                        <c:v>121.26615651111111</c:v>
                      </c:pt>
                      <c:pt idx="206">
                        <c:v>139.87455093555556</c:v>
                      </c:pt>
                      <c:pt idx="207">
                        <c:v>128.47831560888889</c:v>
                      </c:pt>
                      <c:pt idx="208">
                        <c:v>120.26705218222222</c:v>
                      </c:pt>
                      <c:pt idx="209">
                        <c:v>122.8332455288889</c:v>
                      </c:pt>
                      <c:pt idx="210">
                        <c:v>121.72911044444444</c:v>
                      </c:pt>
                      <c:pt idx="211">
                        <c:v>136.26316531555557</c:v>
                      </c:pt>
                      <c:pt idx="212">
                        <c:v>153.24950413333335</c:v>
                      </c:pt>
                      <c:pt idx="213">
                        <c:v>165.11763965777777</c:v>
                      </c:pt>
                      <c:pt idx="214">
                        <c:v>158.98870795111111</c:v>
                      </c:pt>
                      <c:pt idx="215">
                        <c:v>131.06559237777779</c:v>
                      </c:pt>
                      <c:pt idx="216">
                        <c:v>93.450462717777782</c:v>
                      </c:pt>
                      <c:pt idx="217">
                        <c:v>59.302857875555553</c:v>
                      </c:pt>
                      <c:pt idx="218">
                        <c:v>36.519998451111114</c:v>
                      </c:pt>
                      <c:pt idx="219">
                        <c:v>23.660853635555554</c:v>
                      </c:pt>
                      <c:pt idx="220">
                        <c:v>18.100742833333332</c:v>
                      </c:pt>
                      <c:pt idx="221">
                        <c:v>21.835208775555557</c:v>
                      </c:pt>
                      <c:pt idx="222">
                        <c:v>37.620921719999998</c:v>
                      </c:pt>
                      <c:pt idx="223">
                        <c:v>56.211888633333331</c:v>
                      </c:pt>
                      <c:pt idx="224">
                        <c:v>75.379337288888891</c:v>
                      </c:pt>
                      <c:pt idx="225">
                        <c:v>85.114916315555561</c:v>
                      </c:pt>
                      <c:pt idx="226">
                        <c:v>92.186753117777783</c:v>
                      </c:pt>
                      <c:pt idx="227">
                        <c:v>101.32741016222222</c:v>
                      </c:pt>
                      <c:pt idx="228">
                        <c:v>104.20193480222223</c:v>
                      </c:pt>
                      <c:pt idx="229">
                        <c:v>120.71799454222223</c:v>
                      </c:pt>
                      <c:pt idx="230">
                        <c:v>124.09445637777777</c:v>
                      </c:pt>
                      <c:pt idx="231">
                        <c:v>115.59940332444444</c:v>
                      </c:pt>
                      <c:pt idx="232">
                        <c:v>109.57184553777778</c:v>
                      </c:pt>
                      <c:pt idx="233">
                        <c:v>113.81491378888889</c:v>
                      </c:pt>
                      <c:pt idx="234">
                        <c:v>115.23895698</c:v>
                      </c:pt>
                      <c:pt idx="235">
                        <c:v>130.06661782</c:v>
                      </c:pt>
                      <c:pt idx="236">
                        <c:v>150.40107236666665</c:v>
                      </c:pt>
                      <c:pt idx="237">
                        <c:v>161.78279777777777</c:v>
                      </c:pt>
                      <c:pt idx="238">
                        <c:v>149.75625746666665</c:v>
                      </c:pt>
                      <c:pt idx="239">
                        <c:v>118.17155008666667</c:v>
                      </c:pt>
                      <c:pt idx="240">
                        <c:v>80.521281775555551</c:v>
                      </c:pt>
                      <c:pt idx="241">
                        <c:v>50.033695755555556</c:v>
                      </c:pt>
                      <c:pt idx="242">
                        <c:v>30.479144788888888</c:v>
                      </c:pt>
                      <c:pt idx="243">
                        <c:v>20.547525757777777</c:v>
                      </c:pt>
                      <c:pt idx="244">
                        <c:v>16.714198088888889</c:v>
                      </c:pt>
                      <c:pt idx="245">
                        <c:v>21.036605928888889</c:v>
                      </c:pt>
                      <c:pt idx="246">
                        <c:v>39.002865111111113</c:v>
                      </c:pt>
                      <c:pt idx="247">
                        <c:v>56.633602746666668</c:v>
                      </c:pt>
                      <c:pt idx="248">
                        <c:v>70.900053926666672</c:v>
                      </c:pt>
                      <c:pt idx="249">
                        <c:v>76.08797022666667</c:v>
                      </c:pt>
                      <c:pt idx="250">
                        <c:v>82.395106417777782</c:v>
                      </c:pt>
                      <c:pt idx="251">
                        <c:v>91.471824095555561</c:v>
                      </c:pt>
                      <c:pt idx="252">
                        <c:v>97.282798404444449</c:v>
                      </c:pt>
                      <c:pt idx="253">
                        <c:v>109.26718401555556</c:v>
                      </c:pt>
                      <c:pt idx="254">
                        <c:v>111.50315624222222</c:v>
                      </c:pt>
                      <c:pt idx="255">
                        <c:v>105.35987308666667</c:v>
                      </c:pt>
                      <c:pt idx="256">
                        <c:v>106.77808086666667</c:v>
                      </c:pt>
                      <c:pt idx="257">
                        <c:v>111.77244391333333</c:v>
                      </c:pt>
                      <c:pt idx="258">
                        <c:v>112.81818482444444</c:v>
                      </c:pt>
                      <c:pt idx="259">
                        <c:v>127.70751407111111</c:v>
                      </c:pt>
                      <c:pt idx="260">
                        <c:v>147.36502774222222</c:v>
                      </c:pt>
                      <c:pt idx="261">
                        <c:v>157.61960342444445</c:v>
                      </c:pt>
                      <c:pt idx="262">
                        <c:v>147.50065188888888</c:v>
                      </c:pt>
                      <c:pt idx="263">
                        <c:v>115.09306811333333</c:v>
                      </c:pt>
                      <c:pt idx="264">
                        <c:v>77.931951108888896</c:v>
                      </c:pt>
                      <c:pt idx="265">
                        <c:v>46.449122451111108</c:v>
                      </c:pt>
                      <c:pt idx="266">
                        <c:v>28.295342064444444</c:v>
                      </c:pt>
                      <c:pt idx="267">
                        <c:v>19.421564480000001</c:v>
                      </c:pt>
                      <c:pt idx="268">
                        <c:v>16.176715779999999</c:v>
                      </c:pt>
                      <c:pt idx="269">
                        <c:v>20.990752248888889</c:v>
                      </c:pt>
                      <c:pt idx="270">
                        <c:v>39.889454904444442</c:v>
                      </c:pt>
                      <c:pt idx="271">
                        <c:v>58.62166938888889</c:v>
                      </c:pt>
                      <c:pt idx="272">
                        <c:v>71.487913399999996</c:v>
                      </c:pt>
                      <c:pt idx="273">
                        <c:v>77.509862717777779</c:v>
                      </c:pt>
                      <c:pt idx="274">
                        <c:v>85.156555093333338</c:v>
                      </c:pt>
                      <c:pt idx="275">
                        <c:v>95.207464115555553</c:v>
                      </c:pt>
                      <c:pt idx="276">
                        <c:v>100.23120046222222</c:v>
                      </c:pt>
                      <c:pt idx="277">
                        <c:v>111.59270642222222</c:v>
                      </c:pt>
                      <c:pt idx="278">
                        <c:v>113.05956496444445</c:v>
                      </c:pt>
                      <c:pt idx="279">
                        <c:v>106.48454161777778</c:v>
                      </c:pt>
                      <c:pt idx="280">
                        <c:v>106.93444529999999</c:v>
                      </c:pt>
                      <c:pt idx="281">
                        <c:v>111.29716511333334</c:v>
                      </c:pt>
                      <c:pt idx="282">
                        <c:v>113.00608733777777</c:v>
                      </c:pt>
                      <c:pt idx="283">
                        <c:v>129.76234944222222</c:v>
                      </c:pt>
                      <c:pt idx="284">
                        <c:v>150.10678055555556</c:v>
                      </c:pt>
                      <c:pt idx="285">
                        <c:v>160.83783654222222</c:v>
                      </c:pt>
                      <c:pt idx="286">
                        <c:v>148.12555215777778</c:v>
                      </c:pt>
                      <c:pt idx="287">
                        <c:v>115.05099242666667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4CCE-4206-81AF-7668647A5ABE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12-10-2026'!$C$1</c15:sqref>
                        </c15:formulaRef>
                      </c:ext>
                    </c:extLst>
                    <c:strCache>
                      <c:ptCount val="1"/>
                      <c:pt idx="0">
                        <c:v> ANB-DGW1 GI Troughput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12-10-2026'!$C$2:$C$289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11.105046613333334</c:v>
                      </c:pt>
                      <c:pt idx="1">
                        <c:v>7.0800057955555555</c:v>
                      </c:pt>
                      <c:pt idx="2">
                        <c:v>4.4818210688888893</c:v>
                      </c:pt>
                      <c:pt idx="3">
                        <c:v>3.070450708888889</c:v>
                      </c:pt>
                      <c:pt idx="4">
                        <c:v>2.7361300444444443</c:v>
                      </c:pt>
                      <c:pt idx="5">
                        <c:v>4.1870824466666665</c:v>
                      </c:pt>
                      <c:pt idx="6">
                        <c:v>7.2868185066666671</c:v>
                      </c:pt>
                      <c:pt idx="7">
                        <c:v>10.054030924444444</c:v>
                      </c:pt>
                      <c:pt idx="8">
                        <c:v>11.050319622222222</c:v>
                      </c:pt>
                      <c:pt idx="9">
                        <c:v>10.924664168888889</c:v>
                      </c:pt>
                      <c:pt idx="10">
                        <c:v>11.198632711111111</c:v>
                      </c:pt>
                      <c:pt idx="11">
                        <c:v>12.173150297777777</c:v>
                      </c:pt>
                      <c:pt idx="12">
                        <c:v>13.52101304</c:v>
                      </c:pt>
                      <c:pt idx="13">
                        <c:v>15.150938784444444</c:v>
                      </c:pt>
                      <c:pt idx="14">
                        <c:v>15.534871293333333</c:v>
                      </c:pt>
                      <c:pt idx="15">
                        <c:v>14.866487075555556</c:v>
                      </c:pt>
                      <c:pt idx="16">
                        <c:v>13.22412687111111</c:v>
                      </c:pt>
                      <c:pt idx="17">
                        <c:v>12.924399148888888</c:v>
                      </c:pt>
                      <c:pt idx="18">
                        <c:v>13.361845302222223</c:v>
                      </c:pt>
                      <c:pt idx="19">
                        <c:v>15.495904373333333</c:v>
                      </c:pt>
                      <c:pt idx="20">
                        <c:v>16.866678068888888</c:v>
                      </c:pt>
                      <c:pt idx="21">
                        <c:v>18.610465260000002</c:v>
                      </c:pt>
                      <c:pt idx="22">
                        <c:v>18.829273082222223</c:v>
                      </c:pt>
                      <c:pt idx="23">
                        <c:v>16.583270671111112</c:v>
                      </c:pt>
                      <c:pt idx="24">
                        <c:v>12.233124151111111</c:v>
                      </c:pt>
                      <c:pt idx="25">
                        <c:v>7.9943322822222225</c:v>
                      </c:pt>
                      <c:pt idx="26">
                        <c:v>4.92984548</c:v>
                      </c:pt>
                      <c:pt idx="27">
                        <c:v>3.3743269333333332</c:v>
                      </c:pt>
                      <c:pt idx="28">
                        <c:v>2.8112481511111111</c:v>
                      </c:pt>
                      <c:pt idx="29">
                        <c:v>3.9643091777777779</c:v>
                      </c:pt>
                      <c:pt idx="30">
                        <c:v>6.3328758911111107</c:v>
                      </c:pt>
                      <c:pt idx="31">
                        <c:v>9.3320945377777775</c:v>
                      </c:pt>
                      <c:pt idx="32">
                        <c:v>11.870617882222222</c:v>
                      </c:pt>
                      <c:pt idx="33">
                        <c:v>12.403672491111111</c:v>
                      </c:pt>
                      <c:pt idx="34">
                        <c:v>12.831004648888889</c:v>
                      </c:pt>
                      <c:pt idx="35">
                        <c:v>14.018632393333334</c:v>
                      </c:pt>
                      <c:pt idx="36">
                        <c:v>14.75420629111111</c:v>
                      </c:pt>
                      <c:pt idx="37">
                        <c:v>16.037438940000001</c:v>
                      </c:pt>
                      <c:pt idx="38">
                        <c:v>17.488946715555556</c:v>
                      </c:pt>
                      <c:pt idx="39">
                        <c:v>16.515075911111111</c:v>
                      </c:pt>
                      <c:pt idx="40">
                        <c:v>14.253565833333333</c:v>
                      </c:pt>
                      <c:pt idx="41">
                        <c:v>13.579157131111112</c:v>
                      </c:pt>
                      <c:pt idx="42">
                        <c:v>13.751541322222222</c:v>
                      </c:pt>
                      <c:pt idx="43">
                        <c:v>15.727762017777778</c:v>
                      </c:pt>
                      <c:pt idx="44">
                        <c:v>17.124540804444443</c:v>
                      </c:pt>
                      <c:pt idx="45">
                        <c:v>19.032996833333332</c:v>
                      </c:pt>
                      <c:pt idx="46">
                        <c:v>19.15989948</c:v>
                      </c:pt>
                      <c:pt idx="47">
                        <c:v>16.948176504444444</c:v>
                      </c:pt>
                      <c:pt idx="48">
                        <c:v>12.698416877777778</c:v>
                      </c:pt>
                      <c:pt idx="49">
                        <c:v>8.2276018755555551</c:v>
                      </c:pt>
                      <c:pt idx="50">
                        <c:v>4.9676944333333335</c:v>
                      </c:pt>
                      <c:pt idx="51">
                        <c:v>3.3903004333333335</c:v>
                      </c:pt>
                      <c:pt idx="52">
                        <c:v>2.8491936911111111</c:v>
                      </c:pt>
                      <c:pt idx="53">
                        <c:v>4.0707162333333331</c:v>
                      </c:pt>
                      <c:pt idx="54">
                        <c:v>6.7355557755555555</c:v>
                      </c:pt>
                      <c:pt idx="55">
                        <c:v>9.7267859933333334</c:v>
                      </c:pt>
                      <c:pt idx="56">
                        <c:v>11.832720091111112</c:v>
                      </c:pt>
                      <c:pt idx="57">
                        <c:v>12.128215564444444</c:v>
                      </c:pt>
                      <c:pt idx="58">
                        <c:v>12.190329837777778</c:v>
                      </c:pt>
                      <c:pt idx="59">
                        <c:v>13.050491826666667</c:v>
                      </c:pt>
                      <c:pt idx="60">
                        <c:v>14.016965404444445</c:v>
                      </c:pt>
                      <c:pt idx="61">
                        <c:v>15.882534322222222</c:v>
                      </c:pt>
                      <c:pt idx="62">
                        <c:v>16.39227834888889</c:v>
                      </c:pt>
                      <c:pt idx="63">
                        <c:v>15.419489064444445</c:v>
                      </c:pt>
                      <c:pt idx="64">
                        <c:v>13.540917224444444</c:v>
                      </c:pt>
                      <c:pt idx="65">
                        <c:v>13.274206073333334</c:v>
                      </c:pt>
                      <c:pt idx="66">
                        <c:v>13.546110033333333</c:v>
                      </c:pt>
                      <c:pt idx="67">
                        <c:v>15.240098128888889</c:v>
                      </c:pt>
                      <c:pt idx="68">
                        <c:v>16.702443219999999</c:v>
                      </c:pt>
                      <c:pt idx="69">
                        <c:v>18.617407564444445</c:v>
                      </c:pt>
                      <c:pt idx="70">
                        <c:v>18.488991482222222</c:v>
                      </c:pt>
                      <c:pt idx="71">
                        <c:v>15.418905462222222</c:v>
                      </c:pt>
                      <c:pt idx="72">
                        <c:v>10.729479288888889</c:v>
                      </c:pt>
                      <c:pt idx="73">
                        <c:v>6.7829324111111111</c:v>
                      </c:pt>
                      <c:pt idx="74">
                        <c:v>4.2147378155555559</c:v>
                      </c:pt>
                      <c:pt idx="75">
                        <c:v>2.9872359822222223</c:v>
                      </c:pt>
                      <c:pt idx="76">
                        <c:v>2.6966163711111113</c:v>
                      </c:pt>
                      <c:pt idx="77">
                        <c:v>3.9692935622222221</c:v>
                      </c:pt>
                      <c:pt idx="78">
                        <c:v>6.9907207755555554</c:v>
                      </c:pt>
                      <c:pt idx="79">
                        <c:v>9.416784197777778</c:v>
                      </c:pt>
                      <c:pt idx="80">
                        <c:v>10.559844013333333</c:v>
                      </c:pt>
                      <c:pt idx="81">
                        <c:v>10.425919393333333</c:v>
                      </c:pt>
                      <c:pt idx="82">
                        <c:v>10.559928315555556</c:v>
                      </c:pt>
                      <c:pt idx="83">
                        <c:v>11.469891126666667</c:v>
                      </c:pt>
                      <c:pt idx="84">
                        <c:v>12.774900204444444</c:v>
                      </c:pt>
                      <c:pt idx="85">
                        <c:v>14.143131017777778</c:v>
                      </c:pt>
                      <c:pt idx="86">
                        <c:v>14.530720177777777</c:v>
                      </c:pt>
                      <c:pt idx="87">
                        <c:v>13.793361651111111</c:v>
                      </c:pt>
                      <c:pt idx="88">
                        <c:v>12.696601655555556</c:v>
                      </c:pt>
                      <c:pt idx="89">
                        <c:v>12.731015864444444</c:v>
                      </c:pt>
                      <c:pt idx="90">
                        <c:v>13.158954624444444</c:v>
                      </c:pt>
                      <c:pt idx="91">
                        <c:v>15.041480177777778</c:v>
                      </c:pt>
                      <c:pt idx="92">
                        <c:v>16.637445920000001</c:v>
                      </c:pt>
                      <c:pt idx="93">
                        <c:v>18.335988184444446</c:v>
                      </c:pt>
                      <c:pt idx="94">
                        <c:v>18.126972853333335</c:v>
                      </c:pt>
                      <c:pt idx="95">
                        <c:v>14.917507946666667</c:v>
                      </c:pt>
                      <c:pt idx="96">
                        <c:v>10.216458053333334</c:v>
                      </c:pt>
                      <c:pt idx="97">
                        <c:v>6.3773663577777775</c:v>
                      </c:pt>
                      <c:pt idx="98">
                        <c:v>4.1291827355555553</c:v>
                      </c:pt>
                      <c:pt idx="99">
                        <c:v>2.9332551155555557</c:v>
                      </c:pt>
                      <c:pt idx="100">
                        <c:v>2.6044136733333332</c:v>
                      </c:pt>
                      <c:pt idx="101">
                        <c:v>3.9452459755555553</c:v>
                      </c:pt>
                      <c:pt idx="102">
                        <c:v>7.1521698999999996</c:v>
                      </c:pt>
                      <c:pt idx="103">
                        <c:v>9.6585041222222223</c:v>
                      </c:pt>
                      <c:pt idx="104">
                        <c:v>10.545038142222221</c:v>
                      </c:pt>
                      <c:pt idx="105">
                        <c:v>10.511501637777778</c:v>
                      </c:pt>
                      <c:pt idx="106">
                        <c:v>10.530791333333333</c:v>
                      </c:pt>
                      <c:pt idx="107">
                        <c:v>11.695139184444445</c:v>
                      </c:pt>
                      <c:pt idx="108">
                        <c:v>12.840569333333333</c:v>
                      </c:pt>
                      <c:pt idx="109">
                        <c:v>14.172029439999999</c:v>
                      </c:pt>
                      <c:pt idx="110">
                        <c:v>14.396426875555555</c:v>
                      </c:pt>
                      <c:pt idx="111">
                        <c:v>13.759293715555556</c:v>
                      </c:pt>
                      <c:pt idx="112">
                        <c:v>12.782516275555556</c:v>
                      </c:pt>
                      <c:pt idx="113">
                        <c:v>12.496962395555556</c:v>
                      </c:pt>
                      <c:pt idx="114">
                        <c:v>12.971278175555556</c:v>
                      </c:pt>
                      <c:pt idx="115">
                        <c:v>14.969003188888889</c:v>
                      </c:pt>
                      <c:pt idx="116">
                        <c:v>16.334947944444444</c:v>
                      </c:pt>
                      <c:pt idx="117">
                        <c:v>18.354289393333332</c:v>
                      </c:pt>
                      <c:pt idx="118">
                        <c:v>18.040315395555556</c:v>
                      </c:pt>
                      <c:pt idx="119">
                        <c:v>14.994177873333333</c:v>
                      </c:pt>
                      <c:pt idx="120">
                        <c:v>10.300327291111111</c:v>
                      </c:pt>
                      <c:pt idx="121">
                        <c:v>6.4236130288888891</c:v>
                      </c:pt>
                      <c:pt idx="122">
                        <c:v>4.0497471000000003</c:v>
                      </c:pt>
                      <c:pt idx="123">
                        <c:v>2.938571017777778</c:v>
                      </c:pt>
                      <c:pt idx="124">
                        <c:v>2.5835618622222221</c:v>
                      </c:pt>
                      <c:pt idx="125">
                        <c:v>3.884491571111111</c:v>
                      </c:pt>
                      <c:pt idx="126">
                        <c:v>7.1959106955555558</c:v>
                      </c:pt>
                      <c:pt idx="127">
                        <c:v>9.7941957022222219</c:v>
                      </c:pt>
                      <c:pt idx="128">
                        <c:v>10.704067728888889</c:v>
                      </c:pt>
                      <c:pt idx="129">
                        <c:v>10.528672333333333</c:v>
                      </c:pt>
                      <c:pt idx="130">
                        <c:v>10.824564137777777</c:v>
                      </c:pt>
                      <c:pt idx="131">
                        <c:v>11.76540776</c:v>
                      </c:pt>
                      <c:pt idx="132">
                        <c:v>13.338094051111112</c:v>
                      </c:pt>
                      <c:pt idx="133">
                        <c:v>15.425992571111111</c:v>
                      </c:pt>
                      <c:pt idx="134">
                        <c:v>15.840897957777777</c:v>
                      </c:pt>
                      <c:pt idx="135">
                        <c:v>14.665227284444445</c:v>
                      </c:pt>
                      <c:pt idx="136">
                        <c:v>13.033048011111111</c:v>
                      </c:pt>
                      <c:pt idx="137">
                        <c:v>12.67030192888889</c:v>
                      </c:pt>
                      <c:pt idx="138">
                        <c:v>13.671779726666667</c:v>
                      </c:pt>
                      <c:pt idx="139">
                        <c:v>15.451763057777777</c:v>
                      </c:pt>
                      <c:pt idx="140">
                        <c:v>16.769574073333334</c:v>
                      </c:pt>
                      <c:pt idx="141">
                        <c:v>18.553178513333332</c:v>
                      </c:pt>
                      <c:pt idx="142">
                        <c:v>18.303476006666667</c:v>
                      </c:pt>
                      <c:pt idx="143">
                        <c:v>14.893687164444444</c:v>
                      </c:pt>
                      <c:pt idx="144">
                        <c:v>10.431899726666666</c:v>
                      </c:pt>
                      <c:pt idx="145">
                        <c:v>6.5679805844444443</c:v>
                      </c:pt>
                      <c:pt idx="146">
                        <c:v>4.235063464444444</c:v>
                      </c:pt>
                      <c:pt idx="147">
                        <c:v>2.901017422222222</c:v>
                      </c:pt>
                      <c:pt idx="148">
                        <c:v>2.6081658222222224</c:v>
                      </c:pt>
                      <c:pt idx="149">
                        <c:v>4.0216673377777781</c:v>
                      </c:pt>
                      <c:pt idx="150">
                        <c:v>7.3788254599999998</c:v>
                      </c:pt>
                      <c:pt idx="151">
                        <c:v>9.9449442733333342</c:v>
                      </c:pt>
                      <c:pt idx="152">
                        <c:v>11.076732062222222</c:v>
                      </c:pt>
                      <c:pt idx="153">
                        <c:v>10.774127928888889</c:v>
                      </c:pt>
                      <c:pt idx="154">
                        <c:v>10.719791735555555</c:v>
                      </c:pt>
                      <c:pt idx="155">
                        <c:v>11.732447342222223</c:v>
                      </c:pt>
                      <c:pt idx="156">
                        <c:v>12.895774833333334</c:v>
                      </c:pt>
                      <c:pt idx="157">
                        <c:v>14.372624811111111</c:v>
                      </c:pt>
                      <c:pt idx="158">
                        <c:v>14.60582139111111</c:v>
                      </c:pt>
                      <c:pt idx="159">
                        <c:v>13.799708526666667</c:v>
                      </c:pt>
                      <c:pt idx="160">
                        <c:v>12.997178253333333</c:v>
                      </c:pt>
                      <c:pt idx="161">
                        <c:v>12.817696966666666</c:v>
                      </c:pt>
                      <c:pt idx="162">
                        <c:v>13.287973297777778</c:v>
                      </c:pt>
                      <c:pt idx="163">
                        <c:v>15.217219922222222</c:v>
                      </c:pt>
                      <c:pt idx="164">
                        <c:v>16.751759159999999</c:v>
                      </c:pt>
                      <c:pt idx="165">
                        <c:v>18.40518918888889</c:v>
                      </c:pt>
                      <c:pt idx="166">
                        <c:v>18.282883513333335</c:v>
                      </c:pt>
                      <c:pt idx="167">
                        <c:v>15.008616711111111</c:v>
                      </c:pt>
                      <c:pt idx="168">
                        <c:v>10.381083066666667</c:v>
                      </c:pt>
                      <c:pt idx="169">
                        <c:v>6.5195050755555553</c:v>
                      </c:pt>
                      <c:pt idx="170">
                        <c:v>4.1923753022222225</c:v>
                      </c:pt>
                      <c:pt idx="171">
                        <c:v>2.9931956533333333</c:v>
                      </c:pt>
                      <c:pt idx="172">
                        <c:v>2.7438835088888891</c:v>
                      </c:pt>
                      <c:pt idx="173">
                        <c:v>4.1756370599999997</c:v>
                      </c:pt>
                      <c:pt idx="174">
                        <c:v>7.7846771488888891</c:v>
                      </c:pt>
                      <c:pt idx="175">
                        <c:v>10.653097242222222</c:v>
                      </c:pt>
                      <c:pt idx="176">
                        <c:v>12.151175724444444</c:v>
                      </c:pt>
                      <c:pt idx="177">
                        <c:v>12.056864482222222</c:v>
                      </c:pt>
                      <c:pt idx="178">
                        <c:v>11.498173768888888</c:v>
                      </c:pt>
                      <c:pt idx="179">
                        <c:v>12.434853253333333</c:v>
                      </c:pt>
                      <c:pt idx="180">
                        <c:v>13.975302846666667</c:v>
                      </c:pt>
                      <c:pt idx="181">
                        <c:v>15.639354915555556</c:v>
                      </c:pt>
                      <c:pt idx="182">
                        <c:v>15.858122711111111</c:v>
                      </c:pt>
                      <c:pt idx="183">
                        <c:v>15.011366768888889</c:v>
                      </c:pt>
                      <c:pt idx="184">
                        <c:v>13.554439624444445</c:v>
                      </c:pt>
                      <c:pt idx="185">
                        <c:v>13.307179713333333</c:v>
                      </c:pt>
                      <c:pt idx="186">
                        <c:v>14.140461844444445</c:v>
                      </c:pt>
                      <c:pt idx="187">
                        <c:v>16.250764446666668</c:v>
                      </c:pt>
                      <c:pt idx="188">
                        <c:v>17.72766269111111</c:v>
                      </c:pt>
                      <c:pt idx="189">
                        <c:v>19.204861037777778</c:v>
                      </c:pt>
                      <c:pt idx="190">
                        <c:v>19.252759513333334</c:v>
                      </c:pt>
                      <c:pt idx="191">
                        <c:v>16.331029822222224</c:v>
                      </c:pt>
                      <c:pt idx="192">
                        <c:v>12.010952535555555</c:v>
                      </c:pt>
                      <c:pt idx="193">
                        <c:v>7.7936562177777775</c:v>
                      </c:pt>
                      <c:pt idx="194">
                        <c:v>4.95637214</c:v>
                      </c:pt>
                      <c:pt idx="195">
                        <c:v>3.6894038422222222</c:v>
                      </c:pt>
                      <c:pt idx="196">
                        <c:v>3.0777798155555556</c:v>
                      </c:pt>
                      <c:pt idx="197">
                        <c:v>4.0695296777777781</c:v>
                      </c:pt>
                      <c:pt idx="198">
                        <c:v>6.8814062177777782</c:v>
                      </c:pt>
                      <c:pt idx="199">
                        <c:v>10.127312202222223</c:v>
                      </c:pt>
                      <c:pt idx="200">
                        <c:v>12.989591040000001</c:v>
                      </c:pt>
                      <c:pt idx="201">
                        <c:v>13.415435291111111</c:v>
                      </c:pt>
                      <c:pt idx="202">
                        <c:v>13.537803455555556</c:v>
                      </c:pt>
                      <c:pt idx="203">
                        <c:v>14.533372053333334</c:v>
                      </c:pt>
                      <c:pt idx="204">
                        <c:v>15.045841233333332</c:v>
                      </c:pt>
                      <c:pt idx="205">
                        <c:v>16.294734528888888</c:v>
                      </c:pt>
                      <c:pt idx="206">
                        <c:v>17.875917466666667</c:v>
                      </c:pt>
                      <c:pt idx="207">
                        <c:v>16.660919711111109</c:v>
                      </c:pt>
                      <c:pt idx="208">
                        <c:v>14.888877351111111</c:v>
                      </c:pt>
                      <c:pt idx="209">
                        <c:v>14.635493695555555</c:v>
                      </c:pt>
                      <c:pt idx="210">
                        <c:v>15.203949675555556</c:v>
                      </c:pt>
                      <c:pt idx="211">
                        <c:v>16.860770197777779</c:v>
                      </c:pt>
                      <c:pt idx="212">
                        <c:v>18.351774339999999</c:v>
                      </c:pt>
                      <c:pt idx="213">
                        <c:v>19.875503779999999</c:v>
                      </c:pt>
                      <c:pt idx="214">
                        <c:v>19.858560126666667</c:v>
                      </c:pt>
                      <c:pt idx="215">
                        <c:v>16.819592660000001</c:v>
                      </c:pt>
                      <c:pt idx="216">
                        <c:v>12.194040299999999</c:v>
                      </c:pt>
                      <c:pt idx="217">
                        <c:v>7.9349042599999997</c:v>
                      </c:pt>
                      <c:pt idx="218">
                        <c:v>4.9752548155555552</c:v>
                      </c:pt>
                      <c:pt idx="219">
                        <c:v>3.3953562977777776</c:v>
                      </c:pt>
                      <c:pt idx="220">
                        <c:v>2.9416866066666665</c:v>
                      </c:pt>
                      <c:pt idx="221">
                        <c:v>4.040491666666667</c:v>
                      </c:pt>
                      <c:pt idx="222">
                        <c:v>7.1264351955555556</c:v>
                      </c:pt>
                      <c:pt idx="223">
                        <c:v>10.152720304444445</c:v>
                      </c:pt>
                      <c:pt idx="224">
                        <c:v>12.437212051111111</c:v>
                      </c:pt>
                      <c:pt idx="225">
                        <c:v>12.416318195555556</c:v>
                      </c:pt>
                      <c:pt idx="226">
                        <c:v>12.352583375555556</c:v>
                      </c:pt>
                      <c:pt idx="227">
                        <c:v>12.997893353333334</c:v>
                      </c:pt>
                      <c:pt idx="228">
                        <c:v>13.889477106666666</c:v>
                      </c:pt>
                      <c:pt idx="229">
                        <c:v>15.811123073333333</c:v>
                      </c:pt>
                      <c:pt idx="230">
                        <c:v>16.259458562222221</c:v>
                      </c:pt>
                      <c:pt idx="231">
                        <c:v>15.219765191111112</c:v>
                      </c:pt>
                      <c:pt idx="232">
                        <c:v>13.845045126666667</c:v>
                      </c:pt>
                      <c:pt idx="233">
                        <c:v>13.644953551111112</c:v>
                      </c:pt>
                      <c:pt idx="234">
                        <c:v>14.362591557777778</c:v>
                      </c:pt>
                      <c:pt idx="235">
                        <c:v>15.988308195555556</c:v>
                      </c:pt>
                      <c:pt idx="236">
                        <c:v>17.717944513333332</c:v>
                      </c:pt>
                      <c:pt idx="237">
                        <c:v>19.398891837777779</c:v>
                      </c:pt>
                      <c:pt idx="238">
                        <c:v>18.95062929111111</c:v>
                      </c:pt>
                      <c:pt idx="239">
                        <c:v>15.381857666666667</c:v>
                      </c:pt>
                      <c:pt idx="240">
                        <c:v>10.442221004444445</c:v>
                      </c:pt>
                      <c:pt idx="241">
                        <c:v>6.5356436777777782</c:v>
                      </c:pt>
                      <c:pt idx="242">
                        <c:v>4.1711957311111112</c:v>
                      </c:pt>
                      <c:pt idx="243">
                        <c:v>3.0517344177777779</c:v>
                      </c:pt>
                      <c:pt idx="244">
                        <c:v>2.758084951111111</c:v>
                      </c:pt>
                      <c:pt idx="245">
                        <c:v>3.9909593177777776</c:v>
                      </c:pt>
                      <c:pt idx="246">
                        <c:v>7.3576148688888887</c:v>
                      </c:pt>
                      <c:pt idx="247">
                        <c:v>9.9114008044444439</c:v>
                      </c:pt>
                      <c:pt idx="248">
                        <c:v>11.192612375555555</c:v>
                      </c:pt>
                      <c:pt idx="249">
                        <c:v>10.867021037777779</c:v>
                      </c:pt>
                      <c:pt idx="250">
                        <c:v>10.756044866666667</c:v>
                      </c:pt>
                      <c:pt idx="251">
                        <c:v>11.642218895555555</c:v>
                      </c:pt>
                      <c:pt idx="252">
                        <c:v>12.895029568888889</c:v>
                      </c:pt>
                      <c:pt idx="253">
                        <c:v>14.317752548888889</c:v>
                      </c:pt>
                      <c:pt idx="254">
                        <c:v>14.686957291111112</c:v>
                      </c:pt>
                      <c:pt idx="255">
                        <c:v>13.979529155555555</c:v>
                      </c:pt>
                      <c:pt idx="256">
                        <c:v>13.301379595555556</c:v>
                      </c:pt>
                      <c:pt idx="257">
                        <c:v>13.149781873333334</c:v>
                      </c:pt>
                      <c:pt idx="258">
                        <c:v>13.919572186666667</c:v>
                      </c:pt>
                      <c:pt idx="259">
                        <c:v>15.834432400000001</c:v>
                      </c:pt>
                      <c:pt idx="260">
                        <c:v>17.56589999111111</c:v>
                      </c:pt>
                      <c:pt idx="261">
                        <c:v>19.151370471111111</c:v>
                      </c:pt>
                      <c:pt idx="262">
                        <c:v>18.561778248888888</c:v>
                      </c:pt>
                      <c:pt idx="263">
                        <c:v>14.875808495555555</c:v>
                      </c:pt>
                      <c:pt idx="264">
                        <c:v>10.058601397777778</c:v>
                      </c:pt>
                      <c:pt idx="265">
                        <c:v>6.2538918555555556</c:v>
                      </c:pt>
                      <c:pt idx="266">
                        <c:v>3.9871290422222221</c:v>
                      </c:pt>
                      <c:pt idx="267">
                        <c:v>2.8677961288888887</c:v>
                      </c:pt>
                      <c:pt idx="268">
                        <c:v>2.6246938133333333</c:v>
                      </c:pt>
                      <c:pt idx="269">
                        <c:v>3.9198489288888889</c:v>
                      </c:pt>
                      <c:pt idx="270">
                        <c:v>7.4320866866666666</c:v>
                      </c:pt>
                      <c:pt idx="271">
                        <c:v>10.102205713333333</c:v>
                      </c:pt>
                      <c:pt idx="272">
                        <c:v>11.148675862222222</c:v>
                      </c:pt>
                      <c:pt idx="273">
                        <c:v>10.753167155555555</c:v>
                      </c:pt>
                      <c:pt idx="274">
                        <c:v>10.887388295555555</c:v>
                      </c:pt>
                      <c:pt idx="275">
                        <c:v>11.997083644444444</c:v>
                      </c:pt>
                      <c:pt idx="276">
                        <c:v>13.294129773333333</c:v>
                      </c:pt>
                      <c:pt idx="277">
                        <c:v>14.506211957777777</c:v>
                      </c:pt>
                      <c:pt idx="278">
                        <c:v>14.80446125111111</c:v>
                      </c:pt>
                      <c:pt idx="279">
                        <c:v>14.045133942222222</c:v>
                      </c:pt>
                      <c:pt idx="280">
                        <c:v>13.334921842222222</c:v>
                      </c:pt>
                      <c:pt idx="281">
                        <c:v>13.205254828888888</c:v>
                      </c:pt>
                      <c:pt idx="282">
                        <c:v>14.248135504444445</c:v>
                      </c:pt>
                      <c:pt idx="283">
                        <c:v>15.971089133333333</c:v>
                      </c:pt>
                      <c:pt idx="284">
                        <c:v>17.707850115555555</c:v>
                      </c:pt>
                      <c:pt idx="285">
                        <c:v>19.506387146666668</c:v>
                      </c:pt>
                      <c:pt idx="286">
                        <c:v>18.72760422</c:v>
                      </c:pt>
                      <c:pt idx="287">
                        <c:v>14.841861717777778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4CCE-4206-81AF-7668647A5ABE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12-10-2026'!$D$1</c15:sqref>
                        </c15:formulaRef>
                      </c:ext>
                    </c:extLst>
                    <c:strCache>
                      <c:ptCount val="1"/>
                      <c:pt idx="0">
                        <c:v> ANB-DGW1 Throughput 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12-10-2026'!$D$2:$D$289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94.932476151111118</c:v>
                      </c:pt>
                      <c:pt idx="1">
                        <c:v>60.737532815555554</c:v>
                      </c:pt>
                      <c:pt idx="2">
                        <c:v>37.153443828888889</c:v>
                      </c:pt>
                      <c:pt idx="3">
                        <c:v>24.536483673333333</c:v>
                      </c:pt>
                      <c:pt idx="4">
                        <c:v>19.766069673333334</c:v>
                      </c:pt>
                      <c:pt idx="5">
                        <c:v>26.579473024444443</c:v>
                      </c:pt>
                      <c:pt idx="6">
                        <c:v>46.067321135555552</c:v>
                      </c:pt>
                      <c:pt idx="7">
                        <c:v>67.102362564444448</c:v>
                      </c:pt>
                      <c:pt idx="8">
                        <c:v>80.989101099999999</c:v>
                      </c:pt>
                      <c:pt idx="9">
                        <c:v>87.316315795555553</c:v>
                      </c:pt>
                      <c:pt idx="10">
                        <c:v>94.860246524444449</c:v>
                      </c:pt>
                      <c:pt idx="11">
                        <c:v>105.87844013555555</c:v>
                      </c:pt>
                      <c:pt idx="12">
                        <c:v>113.29054426666667</c:v>
                      </c:pt>
                      <c:pt idx="13">
                        <c:v>128.12709073111111</c:v>
                      </c:pt>
                      <c:pt idx="14">
                        <c:v>130.75063070888888</c:v>
                      </c:pt>
                      <c:pt idx="15">
                        <c:v>124.68736786444444</c:v>
                      </c:pt>
                      <c:pt idx="16">
                        <c:v>115.01640726888888</c:v>
                      </c:pt>
                      <c:pt idx="17">
                        <c:v>118.86731803777778</c:v>
                      </c:pt>
                      <c:pt idx="18">
                        <c:v>119.75590945777778</c:v>
                      </c:pt>
                      <c:pt idx="19">
                        <c:v>139.77850493777777</c:v>
                      </c:pt>
                      <c:pt idx="20">
                        <c:v>156.54920993111111</c:v>
                      </c:pt>
                      <c:pt idx="21">
                        <c:v>172.11959122444443</c:v>
                      </c:pt>
                      <c:pt idx="22">
                        <c:v>167.81811613111111</c:v>
                      </c:pt>
                      <c:pt idx="23">
                        <c:v>142.86934662444443</c:v>
                      </c:pt>
                      <c:pt idx="24">
                        <c:v>105.64716449111111</c:v>
                      </c:pt>
                      <c:pt idx="25">
                        <c:v>69.655822686666667</c:v>
                      </c:pt>
                      <c:pt idx="26">
                        <c:v>43.209930615555557</c:v>
                      </c:pt>
                      <c:pt idx="27">
                        <c:v>28.199108517777777</c:v>
                      </c:pt>
                      <c:pt idx="28">
                        <c:v>21.217937042222221</c:v>
                      </c:pt>
                      <c:pt idx="29">
                        <c:v>25.495309475555555</c:v>
                      </c:pt>
                      <c:pt idx="30">
                        <c:v>40.090729897777777</c:v>
                      </c:pt>
                      <c:pt idx="31">
                        <c:v>60.268760455555558</c:v>
                      </c:pt>
                      <c:pt idx="32">
                        <c:v>82.039313846666673</c:v>
                      </c:pt>
                      <c:pt idx="33">
                        <c:v>95.821368431111111</c:v>
                      </c:pt>
                      <c:pt idx="34">
                        <c:v>106.92851530444445</c:v>
                      </c:pt>
                      <c:pt idx="35">
                        <c:v>119.52725389333334</c:v>
                      </c:pt>
                      <c:pt idx="36">
                        <c:v>120.53126166444444</c:v>
                      </c:pt>
                      <c:pt idx="37">
                        <c:v>132.14022478666666</c:v>
                      </c:pt>
                      <c:pt idx="38">
                        <c:v>151.05808803555556</c:v>
                      </c:pt>
                      <c:pt idx="39">
                        <c:v>140.9234221711111</c:v>
                      </c:pt>
                      <c:pt idx="40">
                        <c:v>125.65729463777778</c:v>
                      </c:pt>
                      <c:pt idx="41">
                        <c:v>126.51539658888889</c:v>
                      </c:pt>
                      <c:pt idx="42">
                        <c:v>123.90929572888889</c:v>
                      </c:pt>
                      <c:pt idx="43">
                        <c:v>142.2024027911111</c:v>
                      </c:pt>
                      <c:pt idx="44">
                        <c:v>160.80927686222222</c:v>
                      </c:pt>
                      <c:pt idx="45">
                        <c:v>177.93067811555557</c:v>
                      </c:pt>
                      <c:pt idx="46">
                        <c:v>173.47476868222222</c:v>
                      </c:pt>
                      <c:pt idx="47">
                        <c:v>148.23106567111111</c:v>
                      </c:pt>
                      <c:pt idx="48">
                        <c:v>110.06093564</c:v>
                      </c:pt>
                      <c:pt idx="49">
                        <c:v>72.369372706666667</c:v>
                      </c:pt>
                      <c:pt idx="50">
                        <c:v>43.688824813333333</c:v>
                      </c:pt>
                      <c:pt idx="51">
                        <c:v>27.712293966666667</c:v>
                      </c:pt>
                      <c:pt idx="52">
                        <c:v>20.705102435555556</c:v>
                      </c:pt>
                      <c:pt idx="53">
                        <c:v>25.877396853333334</c:v>
                      </c:pt>
                      <c:pt idx="54">
                        <c:v>42.326217577777776</c:v>
                      </c:pt>
                      <c:pt idx="55">
                        <c:v>63.373062877777777</c:v>
                      </c:pt>
                      <c:pt idx="56">
                        <c:v>83.200125848888888</c:v>
                      </c:pt>
                      <c:pt idx="57">
                        <c:v>94.03597430666666</c:v>
                      </c:pt>
                      <c:pt idx="58">
                        <c:v>101.70291164222222</c:v>
                      </c:pt>
                      <c:pt idx="59">
                        <c:v>112.24784558666667</c:v>
                      </c:pt>
                      <c:pt idx="60">
                        <c:v>117.67265784</c:v>
                      </c:pt>
                      <c:pt idx="61">
                        <c:v>135.2732485911111</c:v>
                      </c:pt>
                      <c:pt idx="62">
                        <c:v>138.46673452666667</c:v>
                      </c:pt>
                      <c:pt idx="63">
                        <c:v>129.73092796888889</c:v>
                      </c:pt>
                      <c:pt idx="64">
                        <c:v>118.87421382666666</c:v>
                      </c:pt>
                      <c:pt idx="65">
                        <c:v>122.12466392888889</c:v>
                      </c:pt>
                      <c:pt idx="66">
                        <c:v>120.85670052222223</c:v>
                      </c:pt>
                      <c:pt idx="67">
                        <c:v>137.78564883333334</c:v>
                      </c:pt>
                      <c:pt idx="68">
                        <c:v>156.41685704888889</c:v>
                      </c:pt>
                      <c:pt idx="69">
                        <c:v>171.84144609555557</c:v>
                      </c:pt>
                      <c:pt idx="70">
                        <c:v>164.32362922888888</c:v>
                      </c:pt>
                      <c:pt idx="71">
                        <c:v>134.31519182666668</c:v>
                      </c:pt>
                      <c:pt idx="72">
                        <c:v>93.94787528444445</c:v>
                      </c:pt>
                      <c:pt idx="73">
                        <c:v>58.464316802222221</c:v>
                      </c:pt>
                      <c:pt idx="74">
                        <c:v>35.621493093333335</c:v>
                      </c:pt>
                      <c:pt idx="75">
                        <c:v>23.676237731111112</c:v>
                      </c:pt>
                      <c:pt idx="76">
                        <c:v>19.286843368888889</c:v>
                      </c:pt>
                      <c:pt idx="77">
                        <c:v>25.275687037777779</c:v>
                      </c:pt>
                      <c:pt idx="78">
                        <c:v>44.301722053333336</c:v>
                      </c:pt>
                      <c:pt idx="79">
                        <c:v>63.399652571111112</c:v>
                      </c:pt>
                      <c:pt idx="80">
                        <c:v>77.944829748888893</c:v>
                      </c:pt>
                      <c:pt idx="81">
                        <c:v>84.246087764444439</c:v>
                      </c:pt>
                      <c:pt idx="82">
                        <c:v>91.123549097777783</c:v>
                      </c:pt>
                      <c:pt idx="83">
                        <c:v>101.94203291111111</c:v>
                      </c:pt>
                      <c:pt idx="84">
                        <c:v>108.19015633555556</c:v>
                      </c:pt>
                      <c:pt idx="85">
                        <c:v>121.09182111111112</c:v>
                      </c:pt>
                      <c:pt idx="86">
                        <c:v>124.18762060888889</c:v>
                      </c:pt>
                      <c:pt idx="87">
                        <c:v>117.23229106222222</c:v>
                      </c:pt>
                      <c:pt idx="88">
                        <c:v>113.74708155555555</c:v>
                      </c:pt>
                      <c:pt idx="89">
                        <c:v>119.53326344888889</c:v>
                      </c:pt>
                      <c:pt idx="90">
                        <c:v>119.48595612666666</c:v>
                      </c:pt>
                      <c:pt idx="91">
                        <c:v>137.04870738</c:v>
                      </c:pt>
                      <c:pt idx="92">
                        <c:v>156.27430190444446</c:v>
                      </c:pt>
                      <c:pt idx="93">
                        <c:v>170.57434289333332</c:v>
                      </c:pt>
                      <c:pt idx="94">
                        <c:v>160.81353655999999</c:v>
                      </c:pt>
                      <c:pt idx="95">
                        <c:v>128.45598505555554</c:v>
                      </c:pt>
                      <c:pt idx="96">
                        <c:v>87.757118546666661</c:v>
                      </c:pt>
                      <c:pt idx="97">
                        <c:v>54.604622184444445</c:v>
                      </c:pt>
                      <c:pt idx="98">
                        <c:v>33.92359775111111</c:v>
                      </c:pt>
                      <c:pt idx="99">
                        <c:v>23.036698826666665</c:v>
                      </c:pt>
                      <c:pt idx="100">
                        <c:v>18.91495136</c:v>
                      </c:pt>
                      <c:pt idx="101">
                        <c:v>25.475012617777779</c:v>
                      </c:pt>
                      <c:pt idx="102">
                        <c:v>45.844115342222224</c:v>
                      </c:pt>
                      <c:pt idx="103">
                        <c:v>65.825817860000001</c:v>
                      </c:pt>
                      <c:pt idx="104">
                        <c:v>78.621978973333327</c:v>
                      </c:pt>
                      <c:pt idx="105">
                        <c:v>84.865425877777781</c:v>
                      </c:pt>
                      <c:pt idx="106">
                        <c:v>91.451468164444449</c:v>
                      </c:pt>
                      <c:pt idx="107">
                        <c:v>102.97351170666667</c:v>
                      </c:pt>
                      <c:pt idx="108">
                        <c:v>109.56562033555555</c:v>
                      </c:pt>
                      <c:pt idx="109">
                        <c:v>122.12085900666666</c:v>
                      </c:pt>
                      <c:pt idx="110">
                        <c:v>123.35958103777777</c:v>
                      </c:pt>
                      <c:pt idx="111">
                        <c:v>116.62461791111112</c:v>
                      </c:pt>
                      <c:pt idx="112">
                        <c:v>113.03749813777777</c:v>
                      </c:pt>
                      <c:pt idx="113">
                        <c:v>116.93512091777778</c:v>
                      </c:pt>
                      <c:pt idx="114">
                        <c:v>117.59254857111111</c:v>
                      </c:pt>
                      <c:pt idx="115">
                        <c:v>136.22369151999999</c:v>
                      </c:pt>
                      <c:pt idx="116">
                        <c:v>155.90659850222221</c:v>
                      </c:pt>
                      <c:pt idx="117">
                        <c:v>171.41726124444443</c:v>
                      </c:pt>
                      <c:pt idx="118">
                        <c:v>161.79287788666667</c:v>
                      </c:pt>
                      <c:pt idx="119">
                        <c:v>130.33656262</c:v>
                      </c:pt>
                      <c:pt idx="120">
                        <c:v>89.480365146666671</c:v>
                      </c:pt>
                      <c:pt idx="121">
                        <c:v>55.596093268888886</c:v>
                      </c:pt>
                      <c:pt idx="122">
                        <c:v>33.553990764444443</c:v>
                      </c:pt>
                      <c:pt idx="123">
                        <c:v>22.734406973333332</c:v>
                      </c:pt>
                      <c:pt idx="124">
                        <c:v>18.562726731111113</c:v>
                      </c:pt>
                      <c:pt idx="125">
                        <c:v>24.934539422222223</c:v>
                      </c:pt>
                      <c:pt idx="126">
                        <c:v>45.640247946666669</c:v>
                      </c:pt>
                      <c:pt idx="127">
                        <c:v>66.184971862222227</c:v>
                      </c:pt>
                      <c:pt idx="128">
                        <c:v>79.498217051111112</c:v>
                      </c:pt>
                      <c:pt idx="129">
                        <c:v>85.795468644444441</c:v>
                      </c:pt>
                      <c:pt idx="130">
                        <c:v>93.81133592444445</c:v>
                      </c:pt>
                      <c:pt idx="131">
                        <c:v>103.77214426888889</c:v>
                      </c:pt>
                      <c:pt idx="132">
                        <c:v>112.89398053555556</c:v>
                      </c:pt>
                      <c:pt idx="133">
                        <c:v>132.54435756444445</c:v>
                      </c:pt>
                      <c:pt idx="134">
                        <c:v>133.9523562911111</c:v>
                      </c:pt>
                      <c:pt idx="135">
                        <c:v>124.79225287777778</c:v>
                      </c:pt>
                      <c:pt idx="136">
                        <c:v>115.64720828</c:v>
                      </c:pt>
                      <c:pt idx="137">
                        <c:v>118.64654315333334</c:v>
                      </c:pt>
                      <c:pt idx="138">
                        <c:v>126.81145779111111</c:v>
                      </c:pt>
                      <c:pt idx="139">
                        <c:v>143.98069745999999</c:v>
                      </c:pt>
                      <c:pt idx="140">
                        <c:v>158.62835112666667</c:v>
                      </c:pt>
                      <c:pt idx="141">
                        <c:v>172.87947749777777</c:v>
                      </c:pt>
                      <c:pt idx="142">
                        <c:v>162.74397815555557</c:v>
                      </c:pt>
                      <c:pt idx="143">
                        <c:v>129.54292812444444</c:v>
                      </c:pt>
                      <c:pt idx="144">
                        <c:v>90.892962857777775</c:v>
                      </c:pt>
                      <c:pt idx="145">
                        <c:v>56.679320566666668</c:v>
                      </c:pt>
                      <c:pt idx="146">
                        <c:v>35.393928275555552</c:v>
                      </c:pt>
                      <c:pt idx="147">
                        <c:v>23.017507528888888</c:v>
                      </c:pt>
                      <c:pt idx="148">
                        <c:v>18.600646220000002</c:v>
                      </c:pt>
                      <c:pt idx="149">
                        <c:v>25.427063844444444</c:v>
                      </c:pt>
                      <c:pt idx="150">
                        <c:v>47.04893402222222</c:v>
                      </c:pt>
                      <c:pt idx="151">
                        <c:v>67.289628406666665</c:v>
                      </c:pt>
                      <c:pt idx="152">
                        <c:v>81.57431814666667</c:v>
                      </c:pt>
                      <c:pt idx="153">
                        <c:v>87.08167128444444</c:v>
                      </c:pt>
                      <c:pt idx="154">
                        <c:v>93.698754280000003</c:v>
                      </c:pt>
                      <c:pt idx="155">
                        <c:v>104.47679661777778</c:v>
                      </c:pt>
                      <c:pt idx="156">
                        <c:v>110.47714903333333</c:v>
                      </c:pt>
                      <c:pt idx="157">
                        <c:v>123.44630264222222</c:v>
                      </c:pt>
                      <c:pt idx="158">
                        <c:v>125.09029300888889</c:v>
                      </c:pt>
                      <c:pt idx="159">
                        <c:v>118.44210795777778</c:v>
                      </c:pt>
                      <c:pt idx="160">
                        <c:v>115.96023120222222</c:v>
                      </c:pt>
                      <c:pt idx="161">
                        <c:v>120.07709944444444</c:v>
                      </c:pt>
                      <c:pt idx="162">
                        <c:v>120.28389559777777</c:v>
                      </c:pt>
                      <c:pt idx="163">
                        <c:v>138.12930919999999</c:v>
                      </c:pt>
                      <c:pt idx="164">
                        <c:v>156.59157699555556</c:v>
                      </c:pt>
                      <c:pt idx="165">
                        <c:v>170.50612832666667</c:v>
                      </c:pt>
                      <c:pt idx="166">
                        <c:v>162.54883322000001</c:v>
                      </c:pt>
                      <c:pt idx="167">
                        <c:v>130.34804931333332</c:v>
                      </c:pt>
                      <c:pt idx="168">
                        <c:v>89.988967082222217</c:v>
                      </c:pt>
                      <c:pt idx="169">
                        <c:v>56.044445053333334</c:v>
                      </c:pt>
                      <c:pt idx="170">
                        <c:v>34.51746980888889</c:v>
                      </c:pt>
                      <c:pt idx="171">
                        <c:v>23.467305484444445</c:v>
                      </c:pt>
                      <c:pt idx="172">
                        <c:v>19.520371931111111</c:v>
                      </c:pt>
                      <c:pt idx="173">
                        <c:v>26.518323477777777</c:v>
                      </c:pt>
                      <c:pt idx="174">
                        <c:v>49.122738604444443</c:v>
                      </c:pt>
                      <c:pt idx="175">
                        <c:v>71.408360271111107</c:v>
                      </c:pt>
                      <c:pt idx="176">
                        <c:v>89.254349428888887</c:v>
                      </c:pt>
                      <c:pt idx="177">
                        <c:v>100.42957150666666</c:v>
                      </c:pt>
                      <c:pt idx="178">
                        <c:v>102.57745557333334</c:v>
                      </c:pt>
                      <c:pt idx="179">
                        <c:v>111.52887268000001</c:v>
                      </c:pt>
                      <c:pt idx="180">
                        <c:v>120.24476794888889</c:v>
                      </c:pt>
                      <c:pt idx="181">
                        <c:v>133.87266817333332</c:v>
                      </c:pt>
                      <c:pt idx="182">
                        <c:v>134.63064601777776</c:v>
                      </c:pt>
                      <c:pt idx="183">
                        <c:v>127.04581769111111</c:v>
                      </c:pt>
                      <c:pt idx="184">
                        <c:v>120.61872698666667</c:v>
                      </c:pt>
                      <c:pt idx="185">
                        <c:v>123.63853227111112</c:v>
                      </c:pt>
                      <c:pt idx="186">
                        <c:v>127.04880320888888</c:v>
                      </c:pt>
                      <c:pt idx="187">
                        <c:v>147.47180327555554</c:v>
                      </c:pt>
                      <c:pt idx="188">
                        <c:v>166.64357906000001</c:v>
                      </c:pt>
                      <c:pt idx="189">
                        <c:v>179.75551048444444</c:v>
                      </c:pt>
                      <c:pt idx="190">
                        <c:v>173.47802118444446</c:v>
                      </c:pt>
                      <c:pt idx="191">
                        <c:v>144.14011578888889</c:v>
                      </c:pt>
                      <c:pt idx="192">
                        <c:v>104.91758993555555</c:v>
                      </c:pt>
                      <c:pt idx="193">
                        <c:v>67.691919742222225</c:v>
                      </c:pt>
                      <c:pt idx="194">
                        <c:v>42.112609528888889</c:v>
                      </c:pt>
                      <c:pt idx="195">
                        <c:v>28.936167062222221</c:v>
                      </c:pt>
                      <c:pt idx="196">
                        <c:v>22.796932615555555</c:v>
                      </c:pt>
                      <c:pt idx="197">
                        <c:v>26.146296993333333</c:v>
                      </c:pt>
                      <c:pt idx="198">
                        <c:v>43.002078011111109</c:v>
                      </c:pt>
                      <c:pt idx="199">
                        <c:v>63.967274717777777</c:v>
                      </c:pt>
                      <c:pt idx="200">
                        <c:v>88.110468233333336</c:v>
                      </c:pt>
                      <c:pt idx="201">
                        <c:v>102.60119255555556</c:v>
                      </c:pt>
                      <c:pt idx="202">
                        <c:v>113.72878351111112</c:v>
                      </c:pt>
                      <c:pt idx="203">
                        <c:v>125.27744205777778</c:v>
                      </c:pt>
                      <c:pt idx="204">
                        <c:v>124.87549280666667</c:v>
                      </c:pt>
                      <c:pt idx="205">
                        <c:v>137.56089104</c:v>
                      </c:pt>
                      <c:pt idx="206">
                        <c:v>157.75046840222222</c:v>
                      </c:pt>
                      <c:pt idx="207">
                        <c:v>145.13923532000001</c:v>
                      </c:pt>
                      <c:pt idx="208">
                        <c:v>135.15592953333334</c:v>
                      </c:pt>
                      <c:pt idx="209">
                        <c:v>137.46873922444445</c:v>
                      </c:pt>
                      <c:pt idx="210">
                        <c:v>136.93306011999999</c:v>
                      </c:pt>
                      <c:pt idx="211">
                        <c:v>153.12393551333332</c:v>
                      </c:pt>
                      <c:pt idx="212">
                        <c:v>171.60127847333334</c:v>
                      </c:pt>
                      <c:pt idx="213">
                        <c:v>184.99314343777777</c:v>
                      </c:pt>
                      <c:pt idx="214">
                        <c:v>178.84726807777778</c:v>
                      </c:pt>
                      <c:pt idx="215">
                        <c:v>147.88518503777777</c:v>
                      </c:pt>
                      <c:pt idx="216">
                        <c:v>105.64450301777778</c:v>
                      </c:pt>
                      <c:pt idx="217">
                        <c:v>67.237762135555556</c:v>
                      </c:pt>
                      <c:pt idx="218">
                        <c:v>41.495253266666666</c:v>
                      </c:pt>
                      <c:pt idx="219">
                        <c:v>27.056209933333335</c:v>
                      </c:pt>
                      <c:pt idx="220">
                        <c:v>21.042429439999999</c:v>
                      </c:pt>
                      <c:pt idx="221">
                        <c:v>25.875700442222222</c:v>
                      </c:pt>
                      <c:pt idx="222">
                        <c:v>44.747356915555557</c:v>
                      </c:pt>
                      <c:pt idx="223">
                        <c:v>66.364608937777774</c:v>
                      </c:pt>
                      <c:pt idx="224">
                        <c:v>87.816549339999995</c:v>
                      </c:pt>
                      <c:pt idx="225">
                        <c:v>97.531234511111109</c:v>
                      </c:pt>
                      <c:pt idx="226">
                        <c:v>104.53933649333334</c:v>
                      </c:pt>
                      <c:pt idx="227">
                        <c:v>114.32530351555556</c:v>
                      </c:pt>
                      <c:pt idx="228">
                        <c:v>118.09141190888889</c:v>
                      </c:pt>
                      <c:pt idx="229">
                        <c:v>136.52911761555555</c:v>
                      </c:pt>
                      <c:pt idx="230">
                        <c:v>140.35391494000001</c:v>
                      </c:pt>
                      <c:pt idx="231">
                        <c:v>130.81916851555556</c:v>
                      </c:pt>
                      <c:pt idx="232">
                        <c:v>123.41689066444444</c:v>
                      </c:pt>
                      <c:pt idx="233">
                        <c:v>127.45986734</c:v>
                      </c:pt>
                      <c:pt idx="234">
                        <c:v>129.60154853777777</c:v>
                      </c:pt>
                      <c:pt idx="235">
                        <c:v>146.05492601555557</c:v>
                      </c:pt>
                      <c:pt idx="236">
                        <c:v>168.11901688</c:v>
                      </c:pt>
                      <c:pt idx="237">
                        <c:v>181.18168961555557</c:v>
                      </c:pt>
                      <c:pt idx="238">
                        <c:v>168.70688675777777</c:v>
                      </c:pt>
                      <c:pt idx="239">
                        <c:v>133.55340775333335</c:v>
                      </c:pt>
                      <c:pt idx="240">
                        <c:v>90.963502779999999</c:v>
                      </c:pt>
                      <c:pt idx="241">
                        <c:v>56.569339433333333</c:v>
                      </c:pt>
                      <c:pt idx="242">
                        <c:v>34.65034052</c:v>
                      </c:pt>
                      <c:pt idx="243">
                        <c:v>23.599260175555557</c:v>
                      </c:pt>
                      <c:pt idx="244">
                        <c:v>19.472283040000001</c:v>
                      </c:pt>
                      <c:pt idx="245">
                        <c:v>25.027565246666665</c:v>
                      </c:pt>
                      <c:pt idx="246">
                        <c:v>46.360479980000001</c:v>
                      </c:pt>
                      <c:pt idx="247">
                        <c:v>66.545003551111108</c:v>
                      </c:pt>
                      <c:pt idx="248">
                        <c:v>82.092666302222227</c:v>
                      </c:pt>
                      <c:pt idx="249">
                        <c:v>86.954991264444445</c:v>
                      </c:pt>
                      <c:pt idx="250">
                        <c:v>93.151151284444438</c:v>
                      </c:pt>
                      <c:pt idx="251">
                        <c:v>103.11404299111111</c:v>
                      </c:pt>
                      <c:pt idx="252">
                        <c:v>110.17782797333334</c:v>
                      </c:pt>
                      <c:pt idx="253">
                        <c:v>123.58493656444445</c:v>
                      </c:pt>
                      <c:pt idx="254">
                        <c:v>126.19011353333333</c:v>
                      </c:pt>
                      <c:pt idx="255">
                        <c:v>119.33940224222222</c:v>
                      </c:pt>
                      <c:pt idx="256">
                        <c:v>120.07946046222222</c:v>
                      </c:pt>
                      <c:pt idx="257">
                        <c:v>124.92222578666667</c:v>
                      </c:pt>
                      <c:pt idx="258">
                        <c:v>126.73775701111111</c:v>
                      </c:pt>
                      <c:pt idx="259">
                        <c:v>143.54194647111112</c:v>
                      </c:pt>
                      <c:pt idx="260">
                        <c:v>164.93092773333333</c:v>
                      </c:pt>
                      <c:pt idx="261">
                        <c:v>176.77097389555556</c:v>
                      </c:pt>
                      <c:pt idx="262">
                        <c:v>166.06243013777777</c:v>
                      </c:pt>
                      <c:pt idx="263">
                        <c:v>129.96887660888888</c:v>
                      </c:pt>
                      <c:pt idx="264">
                        <c:v>87.99055250666666</c:v>
                      </c:pt>
                      <c:pt idx="265">
                        <c:v>52.703014306666667</c:v>
                      </c:pt>
                      <c:pt idx="266">
                        <c:v>32.282471106666669</c:v>
                      </c:pt>
                      <c:pt idx="267">
                        <c:v>22.289360608888888</c:v>
                      </c:pt>
                      <c:pt idx="268">
                        <c:v>18.801409593333332</c:v>
                      </c:pt>
                      <c:pt idx="269">
                        <c:v>24.910601177777778</c:v>
                      </c:pt>
                      <c:pt idx="270">
                        <c:v>47.321541591111114</c:v>
                      </c:pt>
                      <c:pt idx="271">
                        <c:v>68.723875102222223</c:v>
                      </c:pt>
                      <c:pt idx="272">
                        <c:v>82.636589262222216</c:v>
                      </c:pt>
                      <c:pt idx="273">
                        <c:v>88.263029873333338</c:v>
                      </c:pt>
                      <c:pt idx="274">
                        <c:v>96.043943388888891</c:v>
                      </c:pt>
                      <c:pt idx="275">
                        <c:v>107.20454776</c:v>
                      </c:pt>
                      <c:pt idx="276">
                        <c:v>113.52533023555556</c:v>
                      </c:pt>
                      <c:pt idx="277">
                        <c:v>126.09891838</c:v>
                      </c:pt>
                      <c:pt idx="278">
                        <c:v>127.86402621555555</c:v>
                      </c:pt>
                      <c:pt idx="279">
                        <c:v>120.52967556</c:v>
                      </c:pt>
                      <c:pt idx="280">
                        <c:v>120.26936714222222</c:v>
                      </c:pt>
                      <c:pt idx="281">
                        <c:v>124.50241994222222</c:v>
                      </c:pt>
                      <c:pt idx="282">
                        <c:v>127.25422284222222</c:v>
                      </c:pt>
                      <c:pt idx="283">
                        <c:v>145.73343857555557</c:v>
                      </c:pt>
                      <c:pt idx="284">
                        <c:v>167.8146306711111</c:v>
                      </c:pt>
                      <c:pt idx="285">
                        <c:v>180.34422368888889</c:v>
                      </c:pt>
                      <c:pt idx="286">
                        <c:v>166.85315637777776</c:v>
                      </c:pt>
                      <c:pt idx="287">
                        <c:v>129.89285414444444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4CCE-4206-81AF-7668647A5ABE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12-10-2026'!$E$1</c15:sqref>
                        </c15:formulaRef>
                      </c:ext>
                    </c:extLst>
                    <c:strCache>
                      <c:ptCount val="1"/>
                      <c:pt idx="0">
                        <c:v>ANB-DGW2 SGI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12-10-2026'!$E$2:$E$289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93.523572846666667</c:v>
                      </c:pt>
                      <c:pt idx="1">
                        <c:v>59.730846873333334</c:v>
                      </c:pt>
                      <c:pt idx="2">
                        <c:v>36.304552891111108</c:v>
                      </c:pt>
                      <c:pt idx="3">
                        <c:v>23.785513053333332</c:v>
                      </c:pt>
                      <c:pt idx="4">
                        <c:v>19.207829695555557</c:v>
                      </c:pt>
                      <c:pt idx="5">
                        <c:v>25.192566791111112</c:v>
                      </c:pt>
                      <c:pt idx="6">
                        <c:v>44.75181189111111</c:v>
                      </c:pt>
                      <c:pt idx="7">
                        <c:v>65.748421122222226</c:v>
                      </c:pt>
                      <c:pt idx="8">
                        <c:v>80.642287664444439</c:v>
                      </c:pt>
                      <c:pt idx="9">
                        <c:v>87.697326540000006</c:v>
                      </c:pt>
                      <c:pt idx="10">
                        <c:v>96.55662219333334</c:v>
                      </c:pt>
                      <c:pt idx="11">
                        <c:v>107.6881846</c:v>
                      </c:pt>
                      <c:pt idx="12">
                        <c:v>114.77985992000001</c:v>
                      </c:pt>
                      <c:pt idx="13">
                        <c:v>129.49754213555556</c:v>
                      </c:pt>
                      <c:pt idx="14">
                        <c:v>131.52794581111112</c:v>
                      </c:pt>
                      <c:pt idx="15">
                        <c:v>125.34797822666667</c:v>
                      </c:pt>
                      <c:pt idx="16">
                        <c:v>116.60405925333333</c:v>
                      </c:pt>
                      <c:pt idx="17">
                        <c:v>121.74456078222222</c:v>
                      </c:pt>
                      <c:pt idx="18">
                        <c:v>122.30282214</c:v>
                      </c:pt>
                      <c:pt idx="19">
                        <c:v>142.5747125488889</c:v>
                      </c:pt>
                      <c:pt idx="20">
                        <c:v>159.98146967111111</c:v>
                      </c:pt>
                      <c:pt idx="21">
                        <c:v>175.06379393555557</c:v>
                      </c:pt>
                      <c:pt idx="22">
                        <c:v>169.45006743777779</c:v>
                      </c:pt>
                      <c:pt idx="23">
                        <c:v>142.73689049999999</c:v>
                      </c:pt>
                      <c:pt idx="24">
                        <c:v>104.66483754444444</c:v>
                      </c:pt>
                      <c:pt idx="25">
                        <c:v>69.461265460000007</c:v>
                      </c:pt>
                      <c:pt idx="26">
                        <c:v>42.600564237777775</c:v>
                      </c:pt>
                      <c:pt idx="27">
                        <c:v>27.337906862222223</c:v>
                      </c:pt>
                      <c:pt idx="28">
                        <c:v>20.453980975555556</c:v>
                      </c:pt>
                      <c:pt idx="29">
                        <c:v>24.749981013333333</c:v>
                      </c:pt>
                      <c:pt idx="30">
                        <c:v>39.330805368888889</c:v>
                      </c:pt>
                      <c:pt idx="31">
                        <c:v>58.360891924444445</c:v>
                      </c:pt>
                      <c:pt idx="32">
                        <c:v>80.241058699999996</c:v>
                      </c:pt>
                      <c:pt idx="33">
                        <c:v>94.956652017777785</c:v>
                      </c:pt>
                      <c:pt idx="34">
                        <c:v>107.03876581111111</c:v>
                      </c:pt>
                      <c:pt idx="35">
                        <c:v>119.46950098444445</c:v>
                      </c:pt>
                      <c:pt idx="36">
                        <c:v>119.1550308088889</c:v>
                      </c:pt>
                      <c:pt idx="37">
                        <c:v>130.5905344911111</c:v>
                      </c:pt>
                      <c:pt idx="38">
                        <c:v>151.31265019333333</c:v>
                      </c:pt>
                      <c:pt idx="39">
                        <c:v>138.12465129333333</c:v>
                      </c:pt>
                      <c:pt idx="40">
                        <c:v>124.28223306444444</c:v>
                      </c:pt>
                      <c:pt idx="41">
                        <c:v>126.84795715333334</c:v>
                      </c:pt>
                      <c:pt idx="42">
                        <c:v>124.4536868911111</c:v>
                      </c:pt>
                      <c:pt idx="43">
                        <c:v>144.11922992000001</c:v>
                      </c:pt>
                      <c:pt idx="44">
                        <c:v>163.71578690222222</c:v>
                      </c:pt>
                      <c:pt idx="45">
                        <c:v>181.2996697088889</c:v>
                      </c:pt>
                      <c:pt idx="46">
                        <c:v>174.65221457333334</c:v>
                      </c:pt>
                      <c:pt idx="47">
                        <c:v>147.22627848888888</c:v>
                      </c:pt>
                      <c:pt idx="48">
                        <c:v>108.42979871333333</c:v>
                      </c:pt>
                      <c:pt idx="49">
                        <c:v>71.171855446666669</c:v>
                      </c:pt>
                      <c:pt idx="50">
                        <c:v>42.639567131111114</c:v>
                      </c:pt>
                      <c:pt idx="51">
                        <c:v>27.10300746888889</c:v>
                      </c:pt>
                      <c:pt idx="52">
                        <c:v>20.29949388</c:v>
                      </c:pt>
                      <c:pt idx="53">
                        <c:v>24.650970962222221</c:v>
                      </c:pt>
                      <c:pt idx="54">
                        <c:v>40.871267924444446</c:v>
                      </c:pt>
                      <c:pt idx="55">
                        <c:v>61.333933537777774</c:v>
                      </c:pt>
                      <c:pt idx="56">
                        <c:v>81.219530791111112</c:v>
                      </c:pt>
                      <c:pt idx="57">
                        <c:v>93.408679524444437</c:v>
                      </c:pt>
                      <c:pt idx="58">
                        <c:v>102.03601768666667</c:v>
                      </c:pt>
                      <c:pt idx="59">
                        <c:v>113.37966147333333</c:v>
                      </c:pt>
                      <c:pt idx="60">
                        <c:v>117.37701018</c:v>
                      </c:pt>
                      <c:pt idx="61">
                        <c:v>136.3129424911111</c:v>
                      </c:pt>
                      <c:pt idx="62">
                        <c:v>139.6931457511111</c:v>
                      </c:pt>
                      <c:pt idx="63">
                        <c:v>130.25284400666666</c:v>
                      </c:pt>
                      <c:pt idx="64">
                        <c:v>120.21588135333333</c:v>
                      </c:pt>
                      <c:pt idx="65">
                        <c:v>125.06219255777778</c:v>
                      </c:pt>
                      <c:pt idx="66">
                        <c:v>123.06121406888889</c:v>
                      </c:pt>
                      <c:pt idx="67">
                        <c:v>140.8135676888889</c:v>
                      </c:pt>
                      <c:pt idx="68">
                        <c:v>159.85086854888888</c:v>
                      </c:pt>
                      <c:pt idx="69">
                        <c:v>175.06447938666668</c:v>
                      </c:pt>
                      <c:pt idx="70">
                        <c:v>165.63978908222222</c:v>
                      </c:pt>
                      <c:pt idx="71">
                        <c:v>133.56937528888889</c:v>
                      </c:pt>
                      <c:pt idx="72">
                        <c:v>92.524205053333333</c:v>
                      </c:pt>
                      <c:pt idx="73">
                        <c:v>57.339997531111109</c:v>
                      </c:pt>
                      <c:pt idx="74">
                        <c:v>34.694462362222225</c:v>
                      </c:pt>
                      <c:pt idx="75">
                        <c:v>23.007489337777777</c:v>
                      </c:pt>
                      <c:pt idx="76">
                        <c:v>18.543706028888888</c:v>
                      </c:pt>
                      <c:pt idx="77">
                        <c:v>24.089251395555557</c:v>
                      </c:pt>
                      <c:pt idx="78">
                        <c:v>43.103558791111112</c:v>
                      </c:pt>
                      <c:pt idx="79">
                        <c:v>62.170906893333331</c:v>
                      </c:pt>
                      <c:pt idx="80">
                        <c:v>77.509827906666672</c:v>
                      </c:pt>
                      <c:pt idx="81">
                        <c:v>85.057368044444445</c:v>
                      </c:pt>
                      <c:pt idx="82">
                        <c:v>93.249489193333332</c:v>
                      </c:pt>
                      <c:pt idx="83">
                        <c:v>104.35094814444444</c:v>
                      </c:pt>
                      <c:pt idx="84">
                        <c:v>109.46570082</c:v>
                      </c:pt>
                      <c:pt idx="85">
                        <c:v>123.23699967333333</c:v>
                      </c:pt>
                      <c:pt idx="86">
                        <c:v>126.00570484888888</c:v>
                      </c:pt>
                      <c:pt idx="87">
                        <c:v>118.28292677555555</c:v>
                      </c:pt>
                      <c:pt idx="88">
                        <c:v>115.67348646666666</c:v>
                      </c:pt>
                      <c:pt idx="89">
                        <c:v>122.52317693555555</c:v>
                      </c:pt>
                      <c:pt idx="90">
                        <c:v>121.49687586888889</c:v>
                      </c:pt>
                      <c:pt idx="91">
                        <c:v>139.78349407333334</c:v>
                      </c:pt>
                      <c:pt idx="92">
                        <c:v>160.89236549777777</c:v>
                      </c:pt>
                      <c:pt idx="93">
                        <c:v>174.6960447688889</c:v>
                      </c:pt>
                      <c:pt idx="94">
                        <c:v>162.75695599555556</c:v>
                      </c:pt>
                      <c:pt idx="95">
                        <c:v>128.85426278444444</c:v>
                      </c:pt>
                      <c:pt idx="96">
                        <c:v>87.32353008222222</c:v>
                      </c:pt>
                      <c:pt idx="97">
                        <c:v>53.67830981777778</c:v>
                      </c:pt>
                      <c:pt idx="98">
                        <c:v>32.573583988888892</c:v>
                      </c:pt>
                      <c:pt idx="99">
                        <c:v>21.953638382222223</c:v>
                      </c:pt>
                      <c:pt idx="100">
                        <c:v>18.083746433333335</c:v>
                      </c:pt>
                      <c:pt idx="101">
                        <c:v>24.074345211111112</c:v>
                      </c:pt>
                      <c:pt idx="102">
                        <c:v>43.847733702222222</c:v>
                      </c:pt>
                      <c:pt idx="103">
                        <c:v>63.800553373333337</c:v>
                      </c:pt>
                      <c:pt idx="104">
                        <c:v>78.313428999999999</c:v>
                      </c:pt>
                      <c:pt idx="105">
                        <c:v>85.407292328888886</c:v>
                      </c:pt>
                      <c:pt idx="106">
                        <c:v>93.419044411111116</c:v>
                      </c:pt>
                      <c:pt idx="107">
                        <c:v>105.21564276444444</c:v>
                      </c:pt>
                      <c:pt idx="108">
                        <c:v>110.54852515555555</c:v>
                      </c:pt>
                      <c:pt idx="109">
                        <c:v>124.24030134</c:v>
                      </c:pt>
                      <c:pt idx="110">
                        <c:v>124.72657924444445</c:v>
                      </c:pt>
                      <c:pt idx="111">
                        <c:v>117.79966574222222</c:v>
                      </c:pt>
                      <c:pt idx="112">
                        <c:v>115.40220976888889</c:v>
                      </c:pt>
                      <c:pt idx="113">
                        <c:v>119.76038623777778</c:v>
                      </c:pt>
                      <c:pt idx="114">
                        <c:v>119.34736172444444</c:v>
                      </c:pt>
                      <c:pt idx="115">
                        <c:v>138.6029742888889</c:v>
                      </c:pt>
                      <c:pt idx="116">
                        <c:v>160.58778406444443</c:v>
                      </c:pt>
                      <c:pt idx="117">
                        <c:v>176.30174772222222</c:v>
                      </c:pt>
                      <c:pt idx="118">
                        <c:v>164.27372642666666</c:v>
                      </c:pt>
                      <c:pt idx="119">
                        <c:v>130.50561805999999</c:v>
                      </c:pt>
                      <c:pt idx="120">
                        <c:v>88.522657688888884</c:v>
                      </c:pt>
                      <c:pt idx="121">
                        <c:v>54.320188191111114</c:v>
                      </c:pt>
                      <c:pt idx="122">
                        <c:v>32.543534477777776</c:v>
                      </c:pt>
                      <c:pt idx="123">
                        <c:v>21.990516402222223</c:v>
                      </c:pt>
                      <c:pt idx="124">
                        <c:v>17.956247044444446</c:v>
                      </c:pt>
                      <c:pt idx="125">
                        <c:v>24.042236146666667</c:v>
                      </c:pt>
                      <c:pt idx="126">
                        <c:v>44.272980033333333</c:v>
                      </c:pt>
                      <c:pt idx="127">
                        <c:v>64.812833402222225</c:v>
                      </c:pt>
                      <c:pt idx="128">
                        <c:v>79.567330644444439</c:v>
                      </c:pt>
                      <c:pt idx="129">
                        <c:v>86.806085951111115</c:v>
                      </c:pt>
                      <c:pt idx="130">
                        <c:v>95.564463391111104</c:v>
                      </c:pt>
                      <c:pt idx="131">
                        <c:v>105.81705143777778</c:v>
                      </c:pt>
                      <c:pt idx="132">
                        <c:v>113.98782225777778</c:v>
                      </c:pt>
                      <c:pt idx="133">
                        <c:v>134.2500349511111</c:v>
                      </c:pt>
                      <c:pt idx="134">
                        <c:v>135.08515505777777</c:v>
                      </c:pt>
                      <c:pt idx="135">
                        <c:v>125.03995372</c:v>
                      </c:pt>
                      <c:pt idx="136">
                        <c:v>117.81598852444445</c:v>
                      </c:pt>
                      <c:pt idx="137">
                        <c:v>122.09924265333333</c:v>
                      </c:pt>
                      <c:pt idx="138">
                        <c:v>129.88935386</c:v>
                      </c:pt>
                      <c:pt idx="139">
                        <c:v>148.0320798311111</c:v>
                      </c:pt>
                      <c:pt idx="140">
                        <c:v>163.04232573333334</c:v>
                      </c:pt>
                      <c:pt idx="141">
                        <c:v>177.08766631111112</c:v>
                      </c:pt>
                      <c:pt idx="142">
                        <c:v>164.58861837111112</c:v>
                      </c:pt>
                      <c:pt idx="143">
                        <c:v>129.97909910222222</c:v>
                      </c:pt>
                      <c:pt idx="144">
                        <c:v>90.896764051111106</c:v>
                      </c:pt>
                      <c:pt idx="145">
                        <c:v>56.644825488888891</c:v>
                      </c:pt>
                      <c:pt idx="146">
                        <c:v>35.088924542222223</c:v>
                      </c:pt>
                      <c:pt idx="147">
                        <c:v>22.802536802222221</c:v>
                      </c:pt>
                      <c:pt idx="148">
                        <c:v>18.238340777777779</c:v>
                      </c:pt>
                      <c:pt idx="149">
                        <c:v>24.690408382222223</c:v>
                      </c:pt>
                      <c:pt idx="150">
                        <c:v>45.788475982222224</c:v>
                      </c:pt>
                      <c:pt idx="151">
                        <c:v>65.972952191111105</c:v>
                      </c:pt>
                      <c:pt idx="152">
                        <c:v>81.048119360000001</c:v>
                      </c:pt>
                      <c:pt idx="153">
                        <c:v>88.120744855555557</c:v>
                      </c:pt>
                      <c:pt idx="154">
                        <c:v>95.539197382222227</c:v>
                      </c:pt>
                      <c:pt idx="155">
                        <c:v>106.00075612444445</c:v>
                      </c:pt>
                      <c:pt idx="156">
                        <c:v>111.10686988222223</c:v>
                      </c:pt>
                      <c:pt idx="157">
                        <c:v>124.21469594222222</c:v>
                      </c:pt>
                      <c:pt idx="158">
                        <c:v>126.73373200222223</c:v>
                      </c:pt>
                      <c:pt idx="159">
                        <c:v>118.44738622444444</c:v>
                      </c:pt>
                      <c:pt idx="160">
                        <c:v>117.59753689555555</c:v>
                      </c:pt>
                      <c:pt idx="161">
                        <c:v>122.4522063911111</c:v>
                      </c:pt>
                      <c:pt idx="162">
                        <c:v>121.88566231999999</c:v>
                      </c:pt>
                      <c:pt idx="163">
                        <c:v>140.31034933777778</c:v>
                      </c:pt>
                      <c:pt idx="164">
                        <c:v>160.62878905111111</c:v>
                      </c:pt>
                      <c:pt idx="165">
                        <c:v>173.84180270444443</c:v>
                      </c:pt>
                      <c:pt idx="166">
                        <c:v>164.02366444888889</c:v>
                      </c:pt>
                      <c:pt idx="167">
                        <c:v>130.01509205555556</c:v>
                      </c:pt>
                      <c:pt idx="168">
                        <c:v>89.348211160000005</c:v>
                      </c:pt>
                      <c:pt idx="169">
                        <c:v>54.815214508888886</c:v>
                      </c:pt>
                      <c:pt idx="170">
                        <c:v>33.246406908888886</c:v>
                      </c:pt>
                      <c:pt idx="171">
                        <c:v>22.460842553333332</c:v>
                      </c:pt>
                      <c:pt idx="172">
                        <c:v>18.404767204444443</c:v>
                      </c:pt>
                      <c:pt idx="173">
                        <c:v>24.761680153333334</c:v>
                      </c:pt>
                      <c:pt idx="174">
                        <c:v>46.397106735555553</c:v>
                      </c:pt>
                      <c:pt idx="175">
                        <c:v>68.38517080222222</c:v>
                      </c:pt>
                      <c:pt idx="176">
                        <c:v>86.71036410666666</c:v>
                      </c:pt>
                      <c:pt idx="177">
                        <c:v>99.715976126666661</c:v>
                      </c:pt>
                      <c:pt idx="178">
                        <c:v>101.67534278444444</c:v>
                      </c:pt>
                      <c:pt idx="179">
                        <c:v>108.93602290888889</c:v>
                      </c:pt>
                      <c:pt idx="180">
                        <c:v>115.63261157333334</c:v>
                      </c:pt>
                      <c:pt idx="181">
                        <c:v>129.03375106666667</c:v>
                      </c:pt>
                      <c:pt idx="182">
                        <c:v>129.66837450888889</c:v>
                      </c:pt>
                      <c:pt idx="183">
                        <c:v>121.91232623777778</c:v>
                      </c:pt>
                      <c:pt idx="184">
                        <c:v>115.90192706666667</c:v>
                      </c:pt>
                      <c:pt idx="185">
                        <c:v>119.90270440444445</c:v>
                      </c:pt>
                      <c:pt idx="186">
                        <c:v>122.40281499777778</c:v>
                      </c:pt>
                      <c:pt idx="187">
                        <c:v>142.07774133333334</c:v>
                      </c:pt>
                      <c:pt idx="188">
                        <c:v>161.15466595555554</c:v>
                      </c:pt>
                      <c:pt idx="189">
                        <c:v>173.77015887333334</c:v>
                      </c:pt>
                      <c:pt idx="190">
                        <c:v>166.39481735777778</c:v>
                      </c:pt>
                      <c:pt idx="191">
                        <c:v>137.23631097333333</c:v>
                      </c:pt>
                      <c:pt idx="192">
                        <c:v>99.603820928888894</c:v>
                      </c:pt>
                      <c:pt idx="193">
                        <c:v>64.09503679777778</c:v>
                      </c:pt>
                      <c:pt idx="194">
                        <c:v>39.841936564444445</c:v>
                      </c:pt>
                      <c:pt idx="195">
                        <c:v>27.036615722222223</c:v>
                      </c:pt>
                      <c:pt idx="196">
                        <c:v>20.676478835555557</c:v>
                      </c:pt>
                      <c:pt idx="197">
                        <c:v>23.629705971111111</c:v>
                      </c:pt>
                      <c:pt idx="198">
                        <c:v>39.546856579999996</c:v>
                      </c:pt>
                      <c:pt idx="199">
                        <c:v>58.866991679999998</c:v>
                      </c:pt>
                      <c:pt idx="200">
                        <c:v>81.469715997777783</c:v>
                      </c:pt>
                      <c:pt idx="201">
                        <c:v>95.584240117777782</c:v>
                      </c:pt>
                      <c:pt idx="202">
                        <c:v>106.87495792444444</c:v>
                      </c:pt>
                      <c:pt idx="203">
                        <c:v>118.27287091111111</c:v>
                      </c:pt>
                      <c:pt idx="204">
                        <c:v>116.25890292444444</c:v>
                      </c:pt>
                      <c:pt idx="205">
                        <c:v>128.47640140444443</c:v>
                      </c:pt>
                      <c:pt idx="206">
                        <c:v>148.64961403333334</c:v>
                      </c:pt>
                      <c:pt idx="207">
                        <c:v>136.67794086666666</c:v>
                      </c:pt>
                      <c:pt idx="208">
                        <c:v>128.76260921333332</c:v>
                      </c:pt>
                      <c:pt idx="209">
                        <c:v>131.65743162666666</c:v>
                      </c:pt>
                      <c:pt idx="210">
                        <c:v>129.82087868444444</c:v>
                      </c:pt>
                      <c:pt idx="211">
                        <c:v>145.95557926444445</c:v>
                      </c:pt>
                      <c:pt idx="212">
                        <c:v>164.90177012222222</c:v>
                      </c:pt>
                      <c:pt idx="213">
                        <c:v>176.41718506666666</c:v>
                      </c:pt>
                      <c:pt idx="214">
                        <c:v>169.19738826666668</c:v>
                      </c:pt>
                      <c:pt idx="215">
                        <c:v>138.65793893333333</c:v>
                      </c:pt>
                      <c:pt idx="216">
                        <c:v>98.583212313333334</c:v>
                      </c:pt>
                      <c:pt idx="217">
                        <c:v>62.651414279999997</c:v>
                      </c:pt>
                      <c:pt idx="218">
                        <c:v>38.590421655555552</c:v>
                      </c:pt>
                      <c:pt idx="219">
                        <c:v>24.866635613333333</c:v>
                      </c:pt>
                      <c:pt idx="220">
                        <c:v>19.138619026666667</c:v>
                      </c:pt>
                      <c:pt idx="221">
                        <c:v>23.378046188888888</c:v>
                      </c:pt>
                      <c:pt idx="222">
                        <c:v>40.704118862222224</c:v>
                      </c:pt>
                      <c:pt idx="223">
                        <c:v>60.608134808888892</c:v>
                      </c:pt>
                      <c:pt idx="224">
                        <c:v>80.382485088888885</c:v>
                      </c:pt>
                      <c:pt idx="225">
                        <c:v>90.571377095555562</c:v>
                      </c:pt>
                      <c:pt idx="226">
                        <c:v>97.900320280000003</c:v>
                      </c:pt>
                      <c:pt idx="227">
                        <c:v>107.91515910888889</c:v>
                      </c:pt>
                      <c:pt idx="228">
                        <c:v>110.95134513111111</c:v>
                      </c:pt>
                      <c:pt idx="229">
                        <c:v>129.14043417555555</c:v>
                      </c:pt>
                      <c:pt idx="230">
                        <c:v>133.01618256</c:v>
                      </c:pt>
                      <c:pt idx="231">
                        <c:v>123.60391645555555</c:v>
                      </c:pt>
                      <c:pt idx="232">
                        <c:v>118.05608940888889</c:v>
                      </c:pt>
                      <c:pt idx="233">
                        <c:v>122.31698297333334</c:v>
                      </c:pt>
                      <c:pt idx="234">
                        <c:v>124.00169392666666</c:v>
                      </c:pt>
                      <c:pt idx="235">
                        <c:v>139.94843508444444</c:v>
                      </c:pt>
                      <c:pt idx="236">
                        <c:v>161.45864718444443</c:v>
                      </c:pt>
                      <c:pt idx="237">
                        <c:v>173.83304537777778</c:v>
                      </c:pt>
                      <c:pt idx="238">
                        <c:v>159.86987578888889</c:v>
                      </c:pt>
                      <c:pt idx="239">
                        <c:v>125.13821310666667</c:v>
                      </c:pt>
                      <c:pt idx="240">
                        <c:v>85.023051651111118</c:v>
                      </c:pt>
                      <c:pt idx="241">
                        <c:v>52.066744728888892</c:v>
                      </c:pt>
                      <c:pt idx="242">
                        <c:v>31.826772219999999</c:v>
                      </c:pt>
                      <c:pt idx="243">
                        <c:v>21.755798948888888</c:v>
                      </c:pt>
                      <c:pt idx="244">
                        <c:v>17.82064745111111</c:v>
                      </c:pt>
                      <c:pt idx="245">
                        <c:v>22.881037671111113</c:v>
                      </c:pt>
                      <c:pt idx="246">
                        <c:v>42.475302820000003</c:v>
                      </c:pt>
                      <c:pt idx="247">
                        <c:v>61.402703435555559</c:v>
                      </c:pt>
                      <c:pt idx="248">
                        <c:v>76.637194071111111</c:v>
                      </c:pt>
                      <c:pt idx="249">
                        <c:v>82.45208834666667</c:v>
                      </c:pt>
                      <c:pt idx="250">
                        <c:v>88.648164777777779</c:v>
                      </c:pt>
                      <c:pt idx="251">
                        <c:v>98.394716520000003</c:v>
                      </c:pt>
                      <c:pt idx="252">
                        <c:v>104.54073410666666</c:v>
                      </c:pt>
                      <c:pt idx="253">
                        <c:v>117.87808518</c:v>
                      </c:pt>
                      <c:pt idx="254">
                        <c:v>120.29599353333333</c:v>
                      </c:pt>
                      <c:pt idx="255">
                        <c:v>113.39105134444445</c:v>
                      </c:pt>
                      <c:pt idx="256">
                        <c:v>114.40545517111111</c:v>
                      </c:pt>
                      <c:pt idx="257">
                        <c:v>119.82310643555556</c:v>
                      </c:pt>
                      <c:pt idx="258">
                        <c:v>120.394392</c:v>
                      </c:pt>
                      <c:pt idx="259">
                        <c:v>137.19779273555557</c:v>
                      </c:pt>
                      <c:pt idx="260">
                        <c:v>158.61487959555555</c:v>
                      </c:pt>
                      <c:pt idx="261">
                        <c:v>168.98421038666666</c:v>
                      </c:pt>
                      <c:pt idx="262">
                        <c:v>157.40820804888889</c:v>
                      </c:pt>
                      <c:pt idx="263">
                        <c:v>122.20619232222222</c:v>
                      </c:pt>
                      <c:pt idx="264">
                        <c:v>82.429908940000004</c:v>
                      </c:pt>
                      <c:pt idx="265">
                        <c:v>49.202732640000001</c:v>
                      </c:pt>
                      <c:pt idx="266">
                        <c:v>30.209903862222223</c:v>
                      </c:pt>
                      <c:pt idx="267">
                        <c:v>20.773510148888889</c:v>
                      </c:pt>
                      <c:pt idx="268">
                        <c:v>17.265513195555556</c:v>
                      </c:pt>
                      <c:pt idx="269">
                        <c:v>22.680477773333333</c:v>
                      </c:pt>
                      <c:pt idx="270">
                        <c:v>43.256309786666669</c:v>
                      </c:pt>
                      <c:pt idx="271">
                        <c:v>62.960036431111114</c:v>
                      </c:pt>
                      <c:pt idx="272">
                        <c:v>77.000562528888892</c:v>
                      </c:pt>
                      <c:pt idx="273">
                        <c:v>83.625285860000005</c:v>
                      </c:pt>
                      <c:pt idx="274">
                        <c:v>90.515287166666667</c:v>
                      </c:pt>
                      <c:pt idx="275">
                        <c:v>101.94207019111111</c:v>
                      </c:pt>
                      <c:pt idx="276">
                        <c:v>106.38206359555555</c:v>
                      </c:pt>
                      <c:pt idx="277">
                        <c:v>119.88947181111111</c:v>
                      </c:pt>
                      <c:pt idx="278">
                        <c:v>120.50533369333333</c:v>
                      </c:pt>
                      <c:pt idx="279">
                        <c:v>114.0890965</c:v>
                      </c:pt>
                      <c:pt idx="280">
                        <c:v>114.28067939555555</c:v>
                      </c:pt>
                      <c:pt idx="281">
                        <c:v>118.89683473111111</c:v>
                      </c:pt>
                      <c:pt idx="282">
                        <c:v>120.79499957777777</c:v>
                      </c:pt>
                      <c:pt idx="283">
                        <c:v>138.91767495555555</c:v>
                      </c:pt>
                      <c:pt idx="284">
                        <c:v>160.26984097555555</c:v>
                      </c:pt>
                      <c:pt idx="285">
                        <c:v>171.33310534222221</c:v>
                      </c:pt>
                      <c:pt idx="286">
                        <c:v>158.04176855777777</c:v>
                      </c:pt>
                      <c:pt idx="287">
                        <c:v>121.72040203555555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4CCE-4206-81AF-7668647A5ABE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12-10-2026'!$F$1</c15:sqref>
                        </c15:formulaRef>
                      </c:ext>
                    </c:extLst>
                    <c:strCache>
                      <c:ptCount val="1"/>
                      <c:pt idx="0">
                        <c:v>ANB-DGW2 GI Throughput 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12-10-2026'!$F$2:$F$289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12.057336591111111</c:v>
                      </c:pt>
                      <c:pt idx="1">
                        <c:v>7.5173506755555559</c:v>
                      </c:pt>
                      <c:pt idx="2">
                        <c:v>4.6762262466666664</c:v>
                      </c:pt>
                      <c:pt idx="3">
                        <c:v>3.2946010733333333</c:v>
                      </c:pt>
                      <c:pt idx="4">
                        <c:v>2.9766111044444443</c:v>
                      </c:pt>
                      <c:pt idx="5">
                        <c:v>4.5943309133333337</c:v>
                      </c:pt>
                      <c:pt idx="6">
                        <c:v>8.1675354133333329</c:v>
                      </c:pt>
                      <c:pt idx="7">
                        <c:v>11.34750412888889</c:v>
                      </c:pt>
                      <c:pt idx="8">
                        <c:v>12.51958784</c:v>
                      </c:pt>
                      <c:pt idx="9">
                        <c:v>12.295891415555555</c:v>
                      </c:pt>
                      <c:pt idx="10">
                        <c:v>12.532172015555556</c:v>
                      </c:pt>
                      <c:pt idx="11">
                        <c:v>13.683748593333334</c:v>
                      </c:pt>
                      <c:pt idx="12">
                        <c:v>15.298563802222223</c:v>
                      </c:pt>
                      <c:pt idx="13">
                        <c:v>16.973005279999999</c:v>
                      </c:pt>
                      <c:pt idx="14">
                        <c:v>17.245934946666665</c:v>
                      </c:pt>
                      <c:pt idx="15">
                        <c:v>16.508932962222222</c:v>
                      </c:pt>
                      <c:pt idx="16">
                        <c:v>14.592305311111112</c:v>
                      </c:pt>
                      <c:pt idx="17">
                        <c:v>14.353560426666666</c:v>
                      </c:pt>
                      <c:pt idx="18">
                        <c:v>14.931257624444445</c:v>
                      </c:pt>
                      <c:pt idx="19">
                        <c:v>17.17910331111111</c:v>
                      </c:pt>
                      <c:pt idx="20">
                        <c:v>18.679243724444444</c:v>
                      </c:pt>
                      <c:pt idx="21">
                        <c:v>20.567184055555554</c:v>
                      </c:pt>
                      <c:pt idx="22">
                        <c:v>20.827893128888888</c:v>
                      </c:pt>
                      <c:pt idx="23">
                        <c:v>17.986812095555557</c:v>
                      </c:pt>
                      <c:pt idx="24">
                        <c:v>13.344954537777777</c:v>
                      </c:pt>
                      <c:pt idx="25">
                        <c:v>8.6266715577777777</c:v>
                      </c:pt>
                      <c:pt idx="26">
                        <c:v>5.2391419466666669</c:v>
                      </c:pt>
                      <c:pt idx="27">
                        <c:v>3.5688098311111109</c:v>
                      </c:pt>
                      <c:pt idx="28">
                        <c:v>2.8987835866666667</c:v>
                      </c:pt>
                      <c:pt idx="29">
                        <c:v>4.1595728266666665</c:v>
                      </c:pt>
                      <c:pt idx="30">
                        <c:v>7.0746389177777775</c:v>
                      </c:pt>
                      <c:pt idx="31">
                        <c:v>10.480792577777779</c:v>
                      </c:pt>
                      <c:pt idx="32">
                        <c:v>13.291584011111111</c:v>
                      </c:pt>
                      <c:pt idx="33">
                        <c:v>14.140552651111111</c:v>
                      </c:pt>
                      <c:pt idx="34">
                        <c:v>14.561065791111112</c:v>
                      </c:pt>
                      <c:pt idx="35">
                        <c:v>15.793979084444445</c:v>
                      </c:pt>
                      <c:pt idx="36">
                        <c:v>16.274708028888888</c:v>
                      </c:pt>
                      <c:pt idx="37">
                        <c:v>17.705389537777776</c:v>
                      </c:pt>
                      <c:pt idx="38">
                        <c:v>19.593904926666667</c:v>
                      </c:pt>
                      <c:pt idx="39">
                        <c:v>18.032499146666666</c:v>
                      </c:pt>
                      <c:pt idx="40">
                        <c:v>15.762734602222222</c:v>
                      </c:pt>
                      <c:pt idx="41">
                        <c:v>15.22323189111111</c:v>
                      </c:pt>
                      <c:pt idx="42">
                        <c:v>15.406368935555555</c:v>
                      </c:pt>
                      <c:pt idx="43">
                        <c:v>17.469160173333332</c:v>
                      </c:pt>
                      <c:pt idx="44">
                        <c:v>19.092332111111112</c:v>
                      </c:pt>
                      <c:pt idx="45">
                        <c:v>21.089859906666668</c:v>
                      </c:pt>
                      <c:pt idx="46">
                        <c:v>21.266322502222224</c:v>
                      </c:pt>
                      <c:pt idx="47">
                        <c:v>18.561553328888888</c:v>
                      </c:pt>
                      <c:pt idx="48">
                        <c:v>13.72614602</c:v>
                      </c:pt>
                      <c:pt idx="49">
                        <c:v>9.0003223288888883</c:v>
                      </c:pt>
                      <c:pt idx="50">
                        <c:v>5.4316892088888888</c:v>
                      </c:pt>
                      <c:pt idx="51">
                        <c:v>3.6215406266666665</c:v>
                      </c:pt>
                      <c:pt idx="52">
                        <c:v>3.0883639999999999</c:v>
                      </c:pt>
                      <c:pt idx="53">
                        <c:v>4.4585457355555551</c:v>
                      </c:pt>
                      <c:pt idx="54">
                        <c:v>7.5659604844444441</c:v>
                      </c:pt>
                      <c:pt idx="55">
                        <c:v>10.905415928888889</c:v>
                      </c:pt>
                      <c:pt idx="56">
                        <c:v>13.180986497777777</c:v>
                      </c:pt>
                      <c:pt idx="57">
                        <c:v>13.605266822222223</c:v>
                      </c:pt>
                      <c:pt idx="58">
                        <c:v>13.583044848888889</c:v>
                      </c:pt>
                      <c:pt idx="59">
                        <c:v>14.550888664444445</c:v>
                      </c:pt>
                      <c:pt idx="60">
                        <c:v>15.743724915555555</c:v>
                      </c:pt>
                      <c:pt idx="61">
                        <c:v>17.712021266666667</c:v>
                      </c:pt>
                      <c:pt idx="62">
                        <c:v>18.20640452</c:v>
                      </c:pt>
                      <c:pt idx="63">
                        <c:v>17.0759258</c:v>
                      </c:pt>
                      <c:pt idx="64">
                        <c:v>15.055799371111112</c:v>
                      </c:pt>
                      <c:pt idx="65">
                        <c:v>14.715611579999999</c:v>
                      </c:pt>
                      <c:pt idx="66">
                        <c:v>15.166307440000001</c:v>
                      </c:pt>
                      <c:pt idx="67">
                        <c:v>17.024218902222223</c:v>
                      </c:pt>
                      <c:pt idx="68">
                        <c:v>18.711277848888887</c:v>
                      </c:pt>
                      <c:pt idx="69">
                        <c:v>20.673024026666667</c:v>
                      </c:pt>
                      <c:pt idx="70">
                        <c:v>20.44220582222222</c:v>
                      </c:pt>
                      <c:pt idx="71">
                        <c:v>16.861125179999998</c:v>
                      </c:pt>
                      <c:pt idx="72">
                        <c:v>11.902689093333333</c:v>
                      </c:pt>
                      <c:pt idx="73">
                        <c:v>7.2973622466666663</c:v>
                      </c:pt>
                      <c:pt idx="74">
                        <c:v>4.5661585422222224</c:v>
                      </c:pt>
                      <c:pt idx="75">
                        <c:v>3.2010681600000002</c:v>
                      </c:pt>
                      <c:pt idx="76">
                        <c:v>2.9030084933333336</c:v>
                      </c:pt>
                      <c:pt idx="77">
                        <c:v>4.502488048888889</c:v>
                      </c:pt>
                      <c:pt idx="78">
                        <c:v>8.0422684400000009</c:v>
                      </c:pt>
                      <c:pt idx="79">
                        <c:v>10.726456673333333</c:v>
                      </c:pt>
                      <c:pt idx="80">
                        <c:v>12.105022262222223</c:v>
                      </c:pt>
                      <c:pt idx="81">
                        <c:v>11.906200724444444</c:v>
                      </c:pt>
                      <c:pt idx="82">
                        <c:v>11.924934231111111</c:v>
                      </c:pt>
                      <c:pt idx="83">
                        <c:v>13.042365124444444</c:v>
                      </c:pt>
                      <c:pt idx="84">
                        <c:v>14.303269982222222</c:v>
                      </c:pt>
                      <c:pt idx="85">
                        <c:v>15.753335735555556</c:v>
                      </c:pt>
                      <c:pt idx="86">
                        <c:v>16.313231453333334</c:v>
                      </c:pt>
                      <c:pt idx="87">
                        <c:v>15.420006893333333</c:v>
                      </c:pt>
                      <c:pt idx="88">
                        <c:v>14.198765151111111</c:v>
                      </c:pt>
                      <c:pt idx="89">
                        <c:v>14.073650717777777</c:v>
                      </c:pt>
                      <c:pt idx="90">
                        <c:v>14.528042328888889</c:v>
                      </c:pt>
                      <c:pt idx="91">
                        <c:v>16.691517855555556</c:v>
                      </c:pt>
                      <c:pt idx="92">
                        <c:v>18.493332813333332</c:v>
                      </c:pt>
                      <c:pt idx="93">
                        <c:v>20.489935991111111</c:v>
                      </c:pt>
                      <c:pt idx="94">
                        <c:v>19.98290285111111</c:v>
                      </c:pt>
                      <c:pt idx="95">
                        <c:v>16.197178853333334</c:v>
                      </c:pt>
                      <c:pt idx="96">
                        <c:v>10.915546033333333</c:v>
                      </c:pt>
                      <c:pt idx="97">
                        <c:v>6.7446607244444445</c:v>
                      </c:pt>
                      <c:pt idx="98">
                        <c:v>4.2541416222222219</c:v>
                      </c:pt>
                      <c:pt idx="99">
                        <c:v>3.0287317933333333</c:v>
                      </c:pt>
                      <c:pt idx="100">
                        <c:v>2.8307529044444446</c:v>
                      </c:pt>
                      <c:pt idx="101">
                        <c:v>4.4176671933333331</c:v>
                      </c:pt>
                      <c:pt idx="102">
                        <c:v>8.0886020577777771</c:v>
                      </c:pt>
                      <c:pt idx="103">
                        <c:v>10.957256675555556</c:v>
                      </c:pt>
                      <c:pt idx="104">
                        <c:v>12.118209791111111</c:v>
                      </c:pt>
                      <c:pt idx="105">
                        <c:v>11.734505520000001</c:v>
                      </c:pt>
                      <c:pt idx="106">
                        <c:v>11.986069822222222</c:v>
                      </c:pt>
                      <c:pt idx="107">
                        <c:v>13.205936113333333</c:v>
                      </c:pt>
                      <c:pt idx="108">
                        <c:v>14.607948397777777</c:v>
                      </c:pt>
                      <c:pt idx="109">
                        <c:v>16.1585657</c:v>
                      </c:pt>
                      <c:pt idx="110">
                        <c:v>16.358362102222223</c:v>
                      </c:pt>
                      <c:pt idx="111">
                        <c:v>15.458483131111111</c:v>
                      </c:pt>
                      <c:pt idx="112">
                        <c:v>14.25745152888889</c:v>
                      </c:pt>
                      <c:pt idx="113">
                        <c:v>13.983295206666666</c:v>
                      </c:pt>
                      <c:pt idx="114">
                        <c:v>14.482708475555556</c:v>
                      </c:pt>
                      <c:pt idx="115">
                        <c:v>16.539113991111112</c:v>
                      </c:pt>
                      <c:pt idx="116">
                        <c:v>18.2907221</c:v>
                      </c:pt>
                      <c:pt idx="117">
                        <c:v>20.43938202</c:v>
                      </c:pt>
                      <c:pt idx="118">
                        <c:v>20.087207062222223</c:v>
                      </c:pt>
                      <c:pt idx="119">
                        <c:v>16.39335383111111</c:v>
                      </c:pt>
                      <c:pt idx="120">
                        <c:v>11.195288737777778</c:v>
                      </c:pt>
                      <c:pt idx="121">
                        <c:v>6.9532298533333332</c:v>
                      </c:pt>
                      <c:pt idx="122">
                        <c:v>4.3931705622222221</c:v>
                      </c:pt>
                      <c:pt idx="123">
                        <c:v>3.0805179755555554</c:v>
                      </c:pt>
                      <c:pt idx="124">
                        <c:v>2.8228722555555557</c:v>
                      </c:pt>
                      <c:pt idx="125">
                        <c:v>4.3138358888888888</c:v>
                      </c:pt>
                      <c:pt idx="126">
                        <c:v>8.0740569511111104</c:v>
                      </c:pt>
                      <c:pt idx="127">
                        <c:v>10.997687588888889</c:v>
                      </c:pt>
                      <c:pt idx="128">
                        <c:v>12.189952728888889</c:v>
                      </c:pt>
                      <c:pt idx="129">
                        <c:v>11.90200193111111</c:v>
                      </c:pt>
                      <c:pt idx="130">
                        <c:v>12.201735551111112</c:v>
                      </c:pt>
                      <c:pt idx="131">
                        <c:v>13.273727211111112</c:v>
                      </c:pt>
                      <c:pt idx="132">
                        <c:v>14.947813751111111</c:v>
                      </c:pt>
                      <c:pt idx="133">
                        <c:v>17.347255415555555</c:v>
                      </c:pt>
                      <c:pt idx="134">
                        <c:v>17.649805097777779</c:v>
                      </c:pt>
                      <c:pt idx="135">
                        <c:v>16.542154904444445</c:v>
                      </c:pt>
                      <c:pt idx="136">
                        <c:v>14.57209364</c:v>
                      </c:pt>
                      <c:pt idx="137">
                        <c:v>14.198035997777778</c:v>
                      </c:pt>
                      <c:pt idx="138">
                        <c:v>15.193041751111112</c:v>
                      </c:pt>
                      <c:pt idx="139">
                        <c:v>17.287036133333334</c:v>
                      </c:pt>
                      <c:pt idx="140">
                        <c:v>18.690699295555557</c:v>
                      </c:pt>
                      <c:pt idx="141">
                        <c:v>20.614907817777777</c:v>
                      </c:pt>
                      <c:pt idx="142">
                        <c:v>20.186955026666666</c:v>
                      </c:pt>
                      <c:pt idx="143">
                        <c:v>16.317234573333334</c:v>
                      </c:pt>
                      <c:pt idx="144">
                        <c:v>11.158706646666667</c:v>
                      </c:pt>
                      <c:pt idx="145">
                        <c:v>7.0368236800000004</c:v>
                      </c:pt>
                      <c:pt idx="146">
                        <c:v>4.4165051755555558</c:v>
                      </c:pt>
                      <c:pt idx="147">
                        <c:v>3.0856353355555557</c:v>
                      </c:pt>
                      <c:pt idx="148">
                        <c:v>2.8536404088888889</c:v>
                      </c:pt>
                      <c:pt idx="149">
                        <c:v>4.433601531111111</c:v>
                      </c:pt>
                      <c:pt idx="150">
                        <c:v>8.4079848355555562</c:v>
                      </c:pt>
                      <c:pt idx="151">
                        <c:v>11.273219775555555</c:v>
                      </c:pt>
                      <c:pt idx="152">
                        <c:v>12.446940064444444</c:v>
                      </c:pt>
                      <c:pt idx="153">
                        <c:v>11.971599244444445</c:v>
                      </c:pt>
                      <c:pt idx="154">
                        <c:v>12.010754373333333</c:v>
                      </c:pt>
                      <c:pt idx="155">
                        <c:v>13.139852704444445</c:v>
                      </c:pt>
                      <c:pt idx="156">
                        <c:v>14.546392586666666</c:v>
                      </c:pt>
                      <c:pt idx="157">
                        <c:v>15.991154655555556</c:v>
                      </c:pt>
                      <c:pt idx="158">
                        <c:v>16.358778193333332</c:v>
                      </c:pt>
                      <c:pt idx="159">
                        <c:v>15.541668351111111</c:v>
                      </c:pt>
                      <c:pt idx="160">
                        <c:v>14.613726866666667</c:v>
                      </c:pt>
                      <c:pt idx="161">
                        <c:v>14.22515742</c:v>
                      </c:pt>
                      <c:pt idx="162">
                        <c:v>14.686629155555556</c:v>
                      </c:pt>
                      <c:pt idx="163">
                        <c:v>16.748040555555555</c:v>
                      </c:pt>
                      <c:pt idx="164">
                        <c:v>18.501773231111112</c:v>
                      </c:pt>
                      <c:pt idx="165">
                        <c:v>20.436054488888889</c:v>
                      </c:pt>
                      <c:pt idx="166">
                        <c:v>20.013088477777778</c:v>
                      </c:pt>
                      <c:pt idx="167">
                        <c:v>16.274171184444445</c:v>
                      </c:pt>
                      <c:pt idx="168">
                        <c:v>11.066634255555556</c:v>
                      </c:pt>
                      <c:pt idx="169">
                        <c:v>6.8641084177777776</c:v>
                      </c:pt>
                      <c:pt idx="170">
                        <c:v>4.3871566644444444</c:v>
                      </c:pt>
                      <c:pt idx="171">
                        <c:v>3.0775622111111112</c:v>
                      </c:pt>
                      <c:pt idx="172">
                        <c:v>2.8510540666666668</c:v>
                      </c:pt>
                      <c:pt idx="173">
                        <c:v>4.4656963577777775</c:v>
                      </c:pt>
                      <c:pt idx="174">
                        <c:v>8.3404160933333333</c:v>
                      </c:pt>
                      <c:pt idx="175">
                        <c:v>11.470432175555555</c:v>
                      </c:pt>
                      <c:pt idx="176">
                        <c:v>12.897207311111112</c:v>
                      </c:pt>
                      <c:pt idx="177">
                        <c:v>12.903998591111112</c:v>
                      </c:pt>
                      <c:pt idx="178">
                        <c:v>12.267244553333333</c:v>
                      </c:pt>
                      <c:pt idx="179">
                        <c:v>13.197344982222223</c:v>
                      </c:pt>
                      <c:pt idx="180">
                        <c:v>14.732919868888889</c:v>
                      </c:pt>
                      <c:pt idx="181">
                        <c:v>16.375800479999999</c:v>
                      </c:pt>
                      <c:pt idx="182">
                        <c:v>16.78366753111111</c:v>
                      </c:pt>
                      <c:pt idx="183">
                        <c:v>15.864675457777778</c:v>
                      </c:pt>
                      <c:pt idx="184">
                        <c:v>14.379521857777778</c:v>
                      </c:pt>
                      <c:pt idx="185">
                        <c:v>14.058193093333333</c:v>
                      </c:pt>
                      <c:pt idx="186">
                        <c:v>15.047616686666666</c:v>
                      </c:pt>
                      <c:pt idx="187">
                        <c:v>17.12704229111111</c:v>
                      </c:pt>
                      <c:pt idx="188">
                        <c:v>18.612927817777777</c:v>
                      </c:pt>
                      <c:pt idx="189">
                        <c:v>20.363680788888889</c:v>
                      </c:pt>
                      <c:pt idx="190">
                        <c:v>20.216074775555555</c:v>
                      </c:pt>
                      <c:pt idx="191">
                        <c:v>17.220405008888889</c:v>
                      </c:pt>
                      <c:pt idx="192">
                        <c:v>12.496836713333334</c:v>
                      </c:pt>
                      <c:pt idx="193">
                        <c:v>7.9852125933333333</c:v>
                      </c:pt>
                      <c:pt idx="194">
                        <c:v>5.0712115511111113</c:v>
                      </c:pt>
                      <c:pt idx="195">
                        <c:v>3.8459852488888888</c:v>
                      </c:pt>
                      <c:pt idx="196">
                        <c:v>3.2157489622222224</c:v>
                      </c:pt>
                      <c:pt idx="197">
                        <c:v>4.3554467622222219</c:v>
                      </c:pt>
                      <c:pt idx="198">
                        <c:v>7.2749310088888892</c:v>
                      </c:pt>
                      <c:pt idx="199">
                        <c:v>10.66806564</c:v>
                      </c:pt>
                      <c:pt idx="200">
                        <c:v>13.716144286666667</c:v>
                      </c:pt>
                      <c:pt idx="201">
                        <c:v>14.191533651111111</c:v>
                      </c:pt>
                      <c:pt idx="202">
                        <c:v>14.38124678</c:v>
                      </c:pt>
                      <c:pt idx="203">
                        <c:v>15.385771653333334</c:v>
                      </c:pt>
                      <c:pt idx="204">
                        <c:v>15.797286333333334</c:v>
                      </c:pt>
                      <c:pt idx="205">
                        <c:v>17.073623479999998</c:v>
                      </c:pt>
                      <c:pt idx="206">
                        <c:v>18.81726656</c:v>
                      </c:pt>
                      <c:pt idx="207">
                        <c:v>17.537403977777778</c:v>
                      </c:pt>
                      <c:pt idx="208">
                        <c:v>15.827700977777777</c:v>
                      </c:pt>
                      <c:pt idx="209">
                        <c:v>15.357140917777778</c:v>
                      </c:pt>
                      <c:pt idx="210">
                        <c:v>15.85203572888889</c:v>
                      </c:pt>
                      <c:pt idx="211">
                        <c:v>17.411034295555556</c:v>
                      </c:pt>
                      <c:pt idx="212">
                        <c:v>19.206883148888888</c:v>
                      </c:pt>
                      <c:pt idx="213">
                        <c:v>20.82243768</c:v>
                      </c:pt>
                      <c:pt idx="214">
                        <c:v>20.512010724444444</c:v>
                      </c:pt>
                      <c:pt idx="215">
                        <c:v>17.272610402222224</c:v>
                      </c:pt>
                      <c:pt idx="216">
                        <c:v>12.502773357777778</c:v>
                      </c:pt>
                      <c:pt idx="217">
                        <c:v>7.7461104866666668</c:v>
                      </c:pt>
                      <c:pt idx="218">
                        <c:v>4.923062984444444</c:v>
                      </c:pt>
                      <c:pt idx="219">
                        <c:v>3.4806704755555558</c:v>
                      </c:pt>
                      <c:pt idx="220">
                        <c:v>2.9863160199999998</c:v>
                      </c:pt>
                      <c:pt idx="221">
                        <c:v>4.256551611111111</c:v>
                      </c:pt>
                      <c:pt idx="222">
                        <c:v>7.4932540266666665</c:v>
                      </c:pt>
                      <c:pt idx="223">
                        <c:v>10.789724131111111</c:v>
                      </c:pt>
                      <c:pt idx="224">
                        <c:v>12.987278979999999</c:v>
                      </c:pt>
                      <c:pt idx="225">
                        <c:v>13.161976224444444</c:v>
                      </c:pt>
                      <c:pt idx="226">
                        <c:v>12.916215093333333</c:v>
                      </c:pt>
                      <c:pt idx="227">
                        <c:v>13.786619711111111</c:v>
                      </c:pt>
                      <c:pt idx="228">
                        <c:v>14.716786473333332</c:v>
                      </c:pt>
                      <c:pt idx="229">
                        <c:v>16.703261399999999</c:v>
                      </c:pt>
                      <c:pt idx="230">
                        <c:v>17.237542362222221</c:v>
                      </c:pt>
                      <c:pt idx="231">
                        <c:v>16.243677197777778</c:v>
                      </c:pt>
                      <c:pt idx="232">
                        <c:v>14.523540497777777</c:v>
                      </c:pt>
                      <c:pt idx="233">
                        <c:v>14.334957077777778</c:v>
                      </c:pt>
                      <c:pt idx="234">
                        <c:v>15.118104300000001</c:v>
                      </c:pt>
                      <c:pt idx="235">
                        <c:v>16.91709548888889</c:v>
                      </c:pt>
                      <c:pt idx="236">
                        <c:v>18.745601137777779</c:v>
                      </c:pt>
                      <c:pt idx="237">
                        <c:v>20.361225975555556</c:v>
                      </c:pt>
                      <c:pt idx="238">
                        <c:v>19.67064728888889</c:v>
                      </c:pt>
                      <c:pt idx="239">
                        <c:v>15.73544916</c:v>
                      </c:pt>
                      <c:pt idx="240">
                        <c:v>10.723817779999999</c:v>
                      </c:pt>
                      <c:pt idx="241">
                        <c:v>6.6058292711111113</c:v>
                      </c:pt>
                      <c:pt idx="242">
                        <c:v>4.2728182911111112</c:v>
                      </c:pt>
                      <c:pt idx="243">
                        <c:v>3.0981788577777776</c:v>
                      </c:pt>
                      <c:pt idx="244">
                        <c:v>2.8985695488888887</c:v>
                      </c:pt>
                      <c:pt idx="245">
                        <c:v>4.1386498666666665</c:v>
                      </c:pt>
                      <c:pt idx="246">
                        <c:v>7.7386033244444441</c:v>
                      </c:pt>
                      <c:pt idx="247">
                        <c:v>10.547096455555556</c:v>
                      </c:pt>
                      <c:pt idx="248">
                        <c:v>11.937924246666666</c:v>
                      </c:pt>
                      <c:pt idx="249">
                        <c:v>11.344395433333334</c:v>
                      </c:pt>
                      <c:pt idx="250">
                        <c:v>11.317411664444444</c:v>
                      </c:pt>
                      <c:pt idx="251">
                        <c:v>12.245211371111111</c:v>
                      </c:pt>
                      <c:pt idx="252">
                        <c:v>13.59699528</c:v>
                      </c:pt>
                      <c:pt idx="253">
                        <c:v>15.110151986666667</c:v>
                      </c:pt>
                      <c:pt idx="254">
                        <c:v>15.592157717777777</c:v>
                      </c:pt>
                      <c:pt idx="255">
                        <c:v>14.7184005</c:v>
                      </c:pt>
                      <c:pt idx="256">
                        <c:v>13.928962702222222</c:v>
                      </c:pt>
                      <c:pt idx="257">
                        <c:v>13.720688615555556</c:v>
                      </c:pt>
                      <c:pt idx="258">
                        <c:v>14.574161866666667</c:v>
                      </c:pt>
                      <c:pt idx="259">
                        <c:v>16.461144851111111</c:v>
                      </c:pt>
                      <c:pt idx="260">
                        <c:v>18.246837893333332</c:v>
                      </c:pt>
                      <c:pt idx="261">
                        <c:v>19.897597131111112</c:v>
                      </c:pt>
                      <c:pt idx="262">
                        <c:v>19.178060944444443</c:v>
                      </c:pt>
                      <c:pt idx="263">
                        <c:v>15.025179784444445</c:v>
                      </c:pt>
                      <c:pt idx="264">
                        <c:v>10.199856164444444</c:v>
                      </c:pt>
                      <c:pt idx="265">
                        <c:v>6.2973304066666671</c:v>
                      </c:pt>
                      <c:pt idx="266">
                        <c:v>4.0459526266666668</c:v>
                      </c:pt>
                      <c:pt idx="267">
                        <c:v>2.9913165199999998</c:v>
                      </c:pt>
                      <c:pt idx="268">
                        <c:v>2.7625597088888889</c:v>
                      </c:pt>
                      <c:pt idx="269">
                        <c:v>4.1262678888888891</c:v>
                      </c:pt>
                      <c:pt idx="270">
                        <c:v>7.7751072488888893</c:v>
                      </c:pt>
                      <c:pt idx="271">
                        <c:v>10.696725453333332</c:v>
                      </c:pt>
                      <c:pt idx="272">
                        <c:v>11.818514924444445</c:v>
                      </c:pt>
                      <c:pt idx="273">
                        <c:v>11.474361764444444</c:v>
                      </c:pt>
                      <c:pt idx="274">
                        <c:v>11.639018213333333</c:v>
                      </c:pt>
                      <c:pt idx="275">
                        <c:v>12.625927162222222</c:v>
                      </c:pt>
                      <c:pt idx="276">
                        <c:v>13.96075131111111</c:v>
                      </c:pt>
                      <c:pt idx="277">
                        <c:v>15.311036726666666</c:v>
                      </c:pt>
                      <c:pt idx="278">
                        <c:v>15.700854753333333</c:v>
                      </c:pt>
                      <c:pt idx="279">
                        <c:v>14.74885508</c:v>
                      </c:pt>
                      <c:pt idx="280">
                        <c:v>13.893279137777778</c:v>
                      </c:pt>
                      <c:pt idx="281">
                        <c:v>13.860716175555556</c:v>
                      </c:pt>
                      <c:pt idx="282">
                        <c:v>14.730460064444445</c:v>
                      </c:pt>
                      <c:pt idx="283">
                        <c:v>16.7892817</c:v>
                      </c:pt>
                      <c:pt idx="284">
                        <c:v>18.676038646666665</c:v>
                      </c:pt>
                      <c:pt idx="285">
                        <c:v>20.410574377777777</c:v>
                      </c:pt>
                      <c:pt idx="286">
                        <c:v>19.45727578</c:v>
                      </c:pt>
                      <c:pt idx="287">
                        <c:v>15.390317908888889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4CCE-4206-81AF-7668647A5ABE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12-10-2026'!$G$1</c15:sqref>
                        </c15:formulaRef>
                      </c:ext>
                    </c:extLst>
                    <c:strCache>
                      <c:ptCount val="1"/>
                      <c:pt idx="0">
                        <c:v>ANB-DGW2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12-10-2026'!$G$2:$G$289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105.58090943777778</c:v>
                      </c:pt>
                      <c:pt idx="1">
                        <c:v>67.248197548888882</c:v>
                      </c:pt>
                      <c:pt idx="2">
                        <c:v>40.98077913777778</c:v>
                      </c:pt>
                      <c:pt idx="3">
                        <c:v>27.080114126666668</c:v>
                      </c:pt>
                      <c:pt idx="4">
                        <c:v>22.184440800000001</c:v>
                      </c:pt>
                      <c:pt idx="5">
                        <c:v>29.786897704444446</c:v>
                      </c:pt>
                      <c:pt idx="6">
                        <c:v>52.919347304444443</c:v>
                      </c:pt>
                      <c:pt idx="7">
                        <c:v>77.095925251111112</c:v>
                      </c:pt>
                      <c:pt idx="8">
                        <c:v>93.161875504444438</c:v>
                      </c:pt>
                      <c:pt idx="9">
                        <c:v>99.993217955555551</c:v>
                      </c:pt>
                      <c:pt idx="10">
                        <c:v>109.08879420888888</c:v>
                      </c:pt>
                      <c:pt idx="11">
                        <c:v>121.37193319333333</c:v>
                      </c:pt>
                      <c:pt idx="12">
                        <c:v>130.07842372222223</c:v>
                      </c:pt>
                      <c:pt idx="13">
                        <c:v>146.47054741555556</c:v>
                      </c:pt>
                      <c:pt idx="14">
                        <c:v>148.77388075777779</c:v>
                      </c:pt>
                      <c:pt idx="15">
                        <c:v>141.85691118888889</c:v>
                      </c:pt>
                      <c:pt idx="16">
                        <c:v>131.19636456444445</c:v>
                      </c:pt>
                      <c:pt idx="17">
                        <c:v>136.0981212088889</c:v>
                      </c:pt>
                      <c:pt idx="18">
                        <c:v>137.23407976444443</c:v>
                      </c:pt>
                      <c:pt idx="19">
                        <c:v>159.75381586</c:v>
                      </c:pt>
                      <c:pt idx="20">
                        <c:v>178.66071339555555</c:v>
                      </c:pt>
                      <c:pt idx="21">
                        <c:v>195.63097799111111</c:v>
                      </c:pt>
                      <c:pt idx="22">
                        <c:v>190.27796056666668</c:v>
                      </c:pt>
                      <c:pt idx="23">
                        <c:v>160.72370259555555</c:v>
                      </c:pt>
                      <c:pt idx="24">
                        <c:v>118.00979208222222</c:v>
                      </c:pt>
                      <c:pt idx="25">
                        <c:v>78.087937017777776</c:v>
                      </c:pt>
                      <c:pt idx="26">
                        <c:v>47.839706184444445</c:v>
                      </c:pt>
                      <c:pt idx="27">
                        <c:v>30.906716693333333</c:v>
                      </c:pt>
                      <c:pt idx="28">
                        <c:v>23.352764562222223</c:v>
                      </c:pt>
                      <c:pt idx="29">
                        <c:v>28.909553840000001</c:v>
                      </c:pt>
                      <c:pt idx="30">
                        <c:v>46.405444286666665</c:v>
                      </c:pt>
                      <c:pt idx="31">
                        <c:v>68.841684502222222</c:v>
                      </c:pt>
                      <c:pt idx="32">
                        <c:v>93.532642711111109</c:v>
                      </c:pt>
                      <c:pt idx="33">
                        <c:v>109.09720466888889</c:v>
                      </c:pt>
                      <c:pt idx="34">
                        <c:v>121.59983160222222</c:v>
                      </c:pt>
                      <c:pt idx="35">
                        <c:v>135.2634800688889</c:v>
                      </c:pt>
                      <c:pt idx="36">
                        <c:v>135.42973883777779</c:v>
                      </c:pt>
                      <c:pt idx="37">
                        <c:v>148.29592402888889</c:v>
                      </c:pt>
                      <c:pt idx="38">
                        <c:v>170.90655512000001</c:v>
                      </c:pt>
                      <c:pt idx="39">
                        <c:v>156.15715044000001</c:v>
                      </c:pt>
                      <c:pt idx="40">
                        <c:v>140.04496766666668</c:v>
                      </c:pt>
                      <c:pt idx="41">
                        <c:v>142.07118904444445</c:v>
                      </c:pt>
                      <c:pt idx="42">
                        <c:v>139.86005582666667</c:v>
                      </c:pt>
                      <c:pt idx="43">
                        <c:v>161.58839009333335</c:v>
                      </c:pt>
                      <c:pt idx="44">
                        <c:v>182.80811901333334</c:v>
                      </c:pt>
                      <c:pt idx="45">
                        <c:v>202.38952961555555</c:v>
                      </c:pt>
                      <c:pt idx="46">
                        <c:v>195.91853707555555</c:v>
                      </c:pt>
                      <c:pt idx="47">
                        <c:v>165.78783181777777</c:v>
                      </c:pt>
                      <c:pt idx="48">
                        <c:v>122.15594473333333</c:v>
                      </c:pt>
                      <c:pt idx="49">
                        <c:v>80.172177775555554</c:v>
                      </c:pt>
                      <c:pt idx="50">
                        <c:v>48.071256339999998</c:v>
                      </c:pt>
                      <c:pt idx="51">
                        <c:v>30.724548095555555</c:v>
                      </c:pt>
                      <c:pt idx="52">
                        <c:v>23.387857879999999</c:v>
                      </c:pt>
                      <c:pt idx="53">
                        <c:v>29.109516697777778</c:v>
                      </c:pt>
                      <c:pt idx="54">
                        <c:v>48.437228408888892</c:v>
                      </c:pt>
                      <c:pt idx="55">
                        <c:v>72.239349466666667</c:v>
                      </c:pt>
                      <c:pt idx="56">
                        <c:v>94.400517288888892</c:v>
                      </c:pt>
                      <c:pt idx="57">
                        <c:v>107.01394634666667</c:v>
                      </c:pt>
                      <c:pt idx="58">
                        <c:v>115.61906253555556</c:v>
                      </c:pt>
                      <c:pt idx="59">
                        <c:v>127.93055013777777</c:v>
                      </c:pt>
                      <c:pt idx="60">
                        <c:v>133.12073509555555</c:v>
                      </c:pt>
                      <c:pt idx="61">
                        <c:v>154.02496375777778</c:v>
                      </c:pt>
                      <c:pt idx="62">
                        <c:v>157.89955027111111</c:v>
                      </c:pt>
                      <c:pt idx="63">
                        <c:v>147.32876980666666</c:v>
                      </c:pt>
                      <c:pt idx="64">
                        <c:v>135.27168072444445</c:v>
                      </c:pt>
                      <c:pt idx="65">
                        <c:v>139.77780413777776</c:v>
                      </c:pt>
                      <c:pt idx="66">
                        <c:v>138.22752150888888</c:v>
                      </c:pt>
                      <c:pt idx="67">
                        <c:v>157.8377865911111</c:v>
                      </c:pt>
                      <c:pt idx="68">
                        <c:v>178.56214639777778</c:v>
                      </c:pt>
                      <c:pt idx="69">
                        <c:v>195.73750341333334</c:v>
                      </c:pt>
                      <c:pt idx="70">
                        <c:v>186.08199490444446</c:v>
                      </c:pt>
                      <c:pt idx="71">
                        <c:v>150.43050046888888</c:v>
                      </c:pt>
                      <c:pt idx="72">
                        <c:v>104.42689414666667</c:v>
                      </c:pt>
                      <c:pt idx="73">
                        <c:v>64.637359777777775</c:v>
                      </c:pt>
                      <c:pt idx="74">
                        <c:v>39.260620904444444</c:v>
                      </c:pt>
                      <c:pt idx="75">
                        <c:v>26.208557497777779</c:v>
                      </c:pt>
                      <c:pt idx="76">
                        <c:v>21.446714522222223</c:v>
                      </c:pt>
                      <c:pt idx="77">
                        <c:v>28.591739444444446</c:v>
                      </c:pt>
                      <c:pt idx="78">
                        <c:v>51.145827231111113</c:v>
                      </c:pt>
                      <c:pt idx="79">
                        <c:v>72.897363566666669</c:v>
                      </c:pt>
                      <c:pt idx="80">
                        <c:v>89.614850168888893</c:v>
                      </c:pt>
                      <c:pt idx="81">
                        <c:v>96.963568768888891</c:v>
                      </c:pt>
                      <c:pt idx="82">
                        <c:v>105.17442342444444</c:v>
                      </c:pt>
                      <c:pt idx="83">
                        <c:v>117.39331326888889</c:v>
                      </c:pt>
                      <c:pt idx="84">
                        <c:v>123.76897080222223</c:v>
                      </c:pt>
                      <c:pt idx="85">
                        <c:v>138.99033540888888</c:v>
                      </c:pt>
                      <c:pt idx="86">
                        <c:v>142.31893630222223</c:v>
                      </c:pt>
                      <c:pt idx="87">
                        <c:v>133.70293366888887</c:v>
                      </c:pt>
                      <c:pt idx="88">
                        <c:v>129.87225161777778</c:v>
                      </c:pt>
                      <c:pt idx="89">
                        <c:v>136.59682765333332</c:v>
                      </c:pt>
                      <c:pt idx="90">
                        <c:v>136.02491819777777</c:v>
                      </c:pt>
                      <c:pt idx="91">
                        <c:v>156.47501192888888</c:v>
                      </c:pt>
                      <c:pt idx="92">
                        <c:v>179.3856983111111</c:v>
                      </c:pt>
                      <c:pt idx="93">
                        <c:v>195.18598076000001</c:v>
                      </c:pt>
                      <c:pt idx="94">
                        <c:v>182.73985884666666</c:v>
                      </c:pt>
                      <c:pt idx="95">
                        <c:v>145.05144163777777</c:v>
                      </c:pt>
                      <c:pt idx="96">
                        <c:v>98.239076115555562</c:v>
                      </c:pt>
                      <c:pt idx="97">
                        <c:v>60.422970542222224</c:v>
                      </c:pt>
                      <c:pt idx="98">
                        <c:v>36.827725611111113</c:v>
                      </c:pt>
                      <c:pt idx="99">
                        <c:v>24.982370175555555</c:v>
                      </c:pt>
                      <c:pt idx="100">
                        <c:v>20.914499337777777</c:v>
                      </c:pt>
                      <c:pt idx="101">
                        <c:v>28.492012404444445</c:v>
                      </c:pt>
                      <c:pt idx="102">
                        <c:v>51.936335759999999</c:v>
                      </c:pt>
                      <c:pt idx="103">
                        <c:v>74.757810048888885</c:v>
                      </c:pt>
                      <c:pt idx="104">
                        <c:v>90.431638791111112</c:v>
                      </c:pt>
                      <c:pt idx="105">
                        <c:v>97.141797848888885</c:v>
                      </c:pt>
                      <c:pt idx="106">
                        <c:v>105.40511423333334</c:v>
                      </c:pt>
                      <c:pt idx="107">
                        <c:v>118.42157887777778</c:v>
                      </c:pt>
                      <c:pt idx="108">
                        <c:v>125.15647355333333</c:v>
                      </c:pt>
                      <c:pt idx="109">
                        <c:v>140.39886704</c:v>
                      </c:pt>
                      <c:pt idx="110">
                        <c:v>141.08494134666665</c:v>
                      </c:pt>
                      <c:pt idx="111">
                        <c:v>133.25814887333334</c:v>
                      </c:pt>
                      <c:pt idx="112">
                        <c:v>129.65966129777777</c:v>
                      </c:pt>
                      <c:pt idx="113">
                        <c:v>133.74368144444443</c:v>
                      </c:pt>
                      <c:pt idx="114">
                        <c:v>133.83007019999999</c:v>
                      </c:pt>
                      <c:pt idx="115">
                        <c:v>155.14208828</c:v>
                      </c:pt>
                      <c:pt idx="116">
                        <c:v>178.87850616444445</c:v>
                      </c:pt>
                      <c:pt idx="117">
                        <c:v>196.74112974222223</c:v>
                      </c:pt>
                      <c:pt idx="118">
                        <c:v>184.36093348888889</c:v>
                      </c:pt>
                      <c:pt idx="119">
                        <c:v>146.8989718911111</c:v>
                      </c:pt>
                      <c:pt idx="120">
                        <c:v>99.717946426666671</c:v>
                      </c:pt>
                      <c:pt idx="121">
                        <c:v>61.273418044444448</c:v>
                      </c:pt>
                      <c:pt idx="122">
                        <c:v>36.93670504</c:v>
                      </c:pt>
                      <c:pt idx="123">
                        <c:v>25.071034377777778</c:v>
                      </c:pt>
                      <c:pt idx="124">
                        <c:v>20.779119300000001</c:v>
                      </c:pt>
                      <c:pt idx="125">
                        <c:v>28.356072035555556</c:v>
                      </c:pt>
                      <c:pt idx="126">
                        <c:v>52.347036984444443</c:v>
                      </c:pt>
                      <c:pt idx="127">
                        <c:v>75.810520991111105</c:v>
                      </c:pt>
                      <c:pt idx="128">
                        <c:v>91.757283373333337</c:v>
                      </c:pt>
                      <c:pt idx="129">
                        <c:v>98.708087882222216</c:v>
                      </c:pt>
                      <c:pt idx="130">
                        <c:v>107.76619894222222</c:v>
                      </c:pt>
                      <c:pt idx="131">
                        <c:v>119.09077864888889</c:v>
                      </c:pt>
                      <c:pt idx="132">
                        <c:v>128.93563600888888</c:v>
                      </c:pt>
                      <c:pt idx="133">
                        <c:v>151.59729036666667</c:v>
                      </c:pt>
                      <c:pt idx="134">
                        <c:v>152.73496015555557</c:v>
                      </c:pt>
                      <c:pt idx="135">
                        <c:v>141.58210862444443</c:v>
                      </c:pt>
                      <c:pt idx="136">
                        <c:v>132.38808216444446</c:v>
                      </c:pt>
                      <c:pt idx="137">
                        <c:v>136.2972786511111</c:v>
                      </c:pt>
                      <c:pt idx="138">
                        <c:v>145.08239561111111</c:v>
                      </c:pt>
                      <c:pt idx="139">
                        <c:v>165.31911596444445</c:v>
                      </c:pt>
                      <c:pt idx="140">
                        <c:v>181.73302502888887</c:v>
                      </c:pt>
                      <c:pt idx="141">
                        <c:v>197.7025741288889</c:v>
                      </c:pt>
                      <c:pt idx="142">
                        <c:v>184.77557339777778</c:v>
                      </c:pt>
                      <c:pt idx="143">
                        <c:v>146.29633367555556</c:v>
                      </c:pt>
                      <c:pt idx="144">
                        <c:v>102.05547069777778</c:v>
                      </c:pt>
                      <c:pt idx="145">
                        <c:v>63.681649168888889</c:v>
                      </c:pt>
                      <c:pt idx="146">
                        <c:v>39.50542971777778</c:v>
                      </c:pt>
                      <c:pt idx="147">
                        <c:v>25.888172137777779</c:v>
                      </c:pt>
                      <c:pt idx="148">
                        <c:v>21.091981186666668</c:v>
                      </c:pt>
                      <c:pt idx="149">
                        <c:v>29.124009913333332</c:v>
                      </c:pt>
                      <c:pt idx="150">
                        <c:v>54.196460817777776</c:v>
                      </c:pt>
                      <c:pt idx="151">
                        <c:v>77.246171966666665</c:v>
                      </c:pt>
                      <c:pt idx="152">
                        <c:v>93.495059424444449</c:v>
                      </c:pt>
                      <c:pt idx="153">
                        <c:v>100.09234410000001</c:v>
                      </c:pt>
                      <c:pt idx="154">
                        <c:v>107.54995175555555</c:v>
                      </c:pt>
                      <c:pt idx="155">
                        <c:v>119.14060882888889</c:v>
                      </c:pt>
                      <c:pt idx="156">
                        <c:v>125.65326246888888</c:v>
                      </c:pt>
                      <c:pt idx="157">
                        <c:v>140.20585059777778</c:v>
                      </c:pt>
                      <c:pt idx="158">
                        <c:v>143.09251019555555</c:v>
                      </c:pt>
                      <c:pt idx="159">
                        <c:v>133.98905457555554</c:v>
                      </c:pt>
                      <c:pt idx="160">
                        <c:v>132.21126376222222</c:v>
                      </c:pt>
                      <c:pt idx="161">
                        <c:v>136.67736381111112</c:v>
                      </c:pt>
                      <c:pt idx="162">
                        <c:v>136.57229147555555</c:v>
                      </c:pt>
                      <c:pt idx="163">
                        <c:v>157.05838989333333</c:v>
                      </c:pt>
                      <c:pt idx="164">
                        <c:v>179.13056228222223</c:v>
                      </c:pt>
                      <c:pt idx="165">
                        <c:v>194.27785719333335</c:v>
                      </c:pt>
                      <c:pt idx="166">
                        <c:v>184.03675292666668</c:v>
                      </c:pt>
                      <c:pt idx="167">
                        <c:v>146.28926324</c:v>
                      </c:pt>
                      <c:pt idx="168">
                        <c:v>100.41484541555556</c:v>
                      </c:pt>
                      <c:pt idx="169">
                        <c:v>61.679322926666664</c:v>
                      </c:pt>
                      <c:pt idx="170">
                        <c:v>37.633563573333333</c:v>
                      </c:pt>
                      <c:pt idx="171">
                        <c:v>25.538404764444444</c:v>
                      </c:pt>
                      <c:pt idx="172">
                        <c:v>21.25582127111111</c:v>
                      </c:pt>
                      <c:pt idx="173">
                        <c:v>29.22737651111111</c:v>
                      </c:pt>
                      <c:pt idx="174">
                        <c:v>54.737522828888892</c:v>
                      </c:pt>
                      <c:pt idx="175">
                        <c:v>79.855602977777778</c:v>
                      </c:pt>
                      <c:pt idx="176">
                        <c:v>99.607571417777777</c:v>
                      </c:pt>
                      <c:pt idx="177">
                        <c:v>112.61997471777778</c:v>
                      </c:pt>
                      <c:pt idx="178">
                        <c:v>113.94258733777778</c:v>
                      </c:pt>
                      <c:pt idx="179">
                        <c:v>122.13336789111111</c:v>
                      </c:pt>
                      <c:pt idx="180">
                        <c:v>130.36553144222222</c:v>
                      </c:pt>
                      <c:pt idx="181">
                        <c:v>145.40955154666668</c:v>
                      </c:pt>
                      <c:pt idx="182">
                        <c:v>146.45204204000001</c:v>
                      </c:pt>
                      <c:pt idx="183">
                        <c:v>137.77700169555555</c:v>
                      </c:pt>
                      <c:pt idx="184">
                        <c:v>130.28144892444445</c:v>
                      </c:pt>
                      <c:pt idx="185">
                        <c:v>133.96089749777778</c:v>
                      </c:pt>
                      <c:pt idx="186">
                        <c:v>137.45043168444445</c:v>
                      </c:pt>
                      <c:pt idx="187">
                        <c:v>159.20478362444445</c:v>
                      </c:pt>
                      <c:pt idx="188">
                        <c:v>179.76759377333335</c:v>
                      </c:pt>
                      <c:pt idx="189">
                        <c:v>194.13383966222221</c:v>
                      </c:pt>
                      <c:pt idx="190">
                        <c:v>186.61089213333332</c:v>
                      </c:pt>
                      <c:pt idx="191">
                        <c:v>154.45671598222222</c:v>
                      </c:pt>
                      <c:pt idx="192">
                        <c:v>112.10065764222222</c:v>
                      </c:pt>
                      <c:pt idx="193">
                        <c:v>72.08024939111111</c:v>
                      </c:pt>
                      <c:pt idx="194">
                        <c:v>44.913148115555558</c:v>
                      </c:pt>
                      <c:pt idx="195">
                        <c:v>30.88260097111111</c:v>
                      </c:pt>
                      <c:pt idx="196">
                        <c:v>23.892227797777778</c:v>
                      </c:pt>
                      <c:pt idx="197">
                        <c:v>27.985152733333333</c:v>
                      </c:pt>
                      <c:pt idx="198">
                        <c:v>46.821787588888888</c:v>
                      </c:pt>
                      <c:pt idx="199">
                        <c:v>69.535057320000007</c:v>
                      </c:pt>
                      <c:pt idx="200">
                        <c:v>95.185860284444445</c:v>
                      </c:pt>
                      <c:pt idx="201">
                        <c:v>109.77577376888888</c:v>
                      </c:pt>
                      <c:pt idx="202">
                        <c:v>121.25620470444444</c:v>
                      </c:pt>
                      <c:pt idx="203">
                        <c:v>133.65864256444445</c:v>
                      </c:pt>
                      <c:pt idx="204">
                        <c:v>132.05618925777779</c:v>
                      </c:pt>
                      <c:pt idx="205">
                        <c:v>145.55002488444444</c:v>
                      </c:pt>
                      <c:pt idx="206">
                        <c:v>167.46688059333334</c:v>
                      </c:pt>
                      <c:pt idx="207">
                        <c:v>154.21534484444445</c:v>
                      </c:pt>
                      <c:pt idx="208">
                        <c:v>144.59031019111112</c:v>
                      </c:pt>
                      <c:pt idx="209">
                        <c:v>147.01457254444443</c:v>
                      </c:pt>
                      <c:pt idx="210">
                        <c:v>145.67291441333333</c:v>
                      </c:pt>
                      <c:pt idx="211">
                        <c:v>163.36661355999999</c:v>
                      </c:pt>
                      <c:pt idx="212">
                        <c:v>184.10865327111111</c:v>
                      </c:pt>
                      <c:pt idx="213">
                        <c:v>197.23962274666667</c:v>
                      </c:pt>
                      <c:pt idx="214">
                        <c:v>189.7093989911111</c:v>
                      </c:pt>
                      <c:pt idx="215">
                        <c:v>155.93054933555555</c:v>
                      </c:pt>
                      <c:pt idx="216">
                        <c:v>111.08598567111112</c:v>
                      </c:pt>
                      <c:pt idx="217">
                        <c:v>70.397524766666663</c:v>
                      </c:pt>
                      <c:pt idx="218">
                        <c:v>43.513484640000001</c:v>
                      </c:pt>
                      <c:pt idx="219">
                        <c:v>28.347306088888889</c:v>
                      </c:pt>
                      <c:pt idx="220">
                        <c:v>22.124935046666668</c:v>
                      </c:pt>
                      <c:pt idx="221">
                        <c:v>27.634597800000002</c:v>
                      </c:pt>
                      <c:pt idx="222">
                        <c:v>48.197372888888886</c:v>
                      </c:pt>
                      <c:pt idx="223">
                        <c:v>71.397858940000006</c:v>
                      </c:pt>
                      <c:pt idx="224">
                        <c:v>93.369764068888884</c:v>
                      </c:pt>
                      <c:pt idx="225">
                        <c:v>103.73335332000001</c:v>
                      </c:pt>
                      <c:pt idx="226">
                        <c:v>110.81653537333334</c:v>
                      </c:pt>
                      <c:pt idx="227">
                        <c:v>121.70177882</c:v>
                      </c:pt>
                      <c:pt idx="228">
                        <c:v>125.66813160444444</c:v>
                      </c:pt>
                      <c:pt idx="229">
                        <c:v>145.84369557555556</c:v>
                      </c:pt>
                      <c:pt idx="230">
                        <c:v>150.25372492222223</c:v>
                      </c:pt>
                      <c:pt idx="231">
                        <c:v>139.84759365333332</c:v>
                      </c:pt>
                      <c:pt idx="232">
                        <c:v>132.57962990666667</c:v>
                      </c:pt>
                      <c:pt idx="233">
                        <c:v>136.6519400511111</c:v>
                      </c:pt>
                      <c:pt idx="234">
                        <c:v>139.11979822666666</c:v>
                      </c:pt>
                      <c:pt idx="235">
                        <c:v>156.86553057333333</c:v>
                      </c:pt>
                      <c:pt idx="236">
                        <c:v>180.20424832222221</c:v>
                      </c:pt>
                      <c:pt idx="237">
                        <c:v>194.19427135333333</c:v>
                      </c:pt>
                      <c:pt idx="238">
                        <c:v>179.54052307777778</c:v>
                      </c:pt>
                      <c:pt idx="239">
                        <c:v>140.87366226666666</c:v>
                      </c:pt>
                      <c:pt idx="240">
                        <c:v>95.746869431111108</c:v>
                      </c:pt>
                      <c:pt idx="241">
                        <c:v>58.672573999999997</c:v>
                      </c:pt>
                      <c:pt idx="242">
                        <c:v>36.09959051111111</c:v>
                      </c:pt>
                      <c:pt idx="243">
                        <c:v>24.853977806666666</c:v>
                      </c:pt>
                      <c:pt idx="244">
                        <c:v>20.719217</c:v>
                      </c:pt>
                      <c:pt idx="245">
                        <c:v>27.019687537777777</c:v>
                      </c:pt>
                      <c:pt idx="246">
                        <c:v>50.213906144444444</c:v>
                      </c:pt>
                      <c:pt idx="247">
                        <c:v>71.949799891111113</c:v>
                      </c:pt>
                      <c:pt idx="248">
                        <c:v>88.575118317777779</c:v>
                      </c:pt>
                      <c:pt idx="249">
                        <c:v>93.796483780000003</c:v>
                      </c:pt>
                      <c:pt idx="250">
                        <c:v>99.965576442222229</c:v>
                      </c:pt>
                      <c:pt idx="251">
                        <c:v>110.63992789111111</c:v>
                      </c:pt>
                      <c:pt idx="252">
                        <c:v>118.13772938666666</c:v>
                      </c:pt>
                      <c:pt idx="253">
                        <c:v>132.98823716666666</c:v>
                      </c:pt>
                      <c:pt idx="254">
                        <c:v>135.88815125111111</c:v>
                      </c:pt>
                      <c:pt idx="255">
                        <c:v>128.10945184444444</c:v>
                      </c:pt>
                      <c:pt idx="256">
                        <c:v>128.33441787333334</c:v>
                      </c:pt>
                      <c:pt idx="257">
                        <c:v>133.54379505111112</c:v>
                      </c:pt>
                      <c:pt idx="258">
                        <c:v>134.96855386666667</c:v>
                      </c:pt>
                      <c:pt idx="259">
                        <c:v>153.65893758666667</c:v>
                      </c:pt>
                      <c:pt idx="260">
                        <c:v>176.8617174888889</c:v>
                      </c:pt>
                      <c:pt idx="261">
                        <c:v>188.88180751777779</c:v>
                      </c:pt>
                      <c:pt idx="262">
                        <c:v>176.58626899333333</c:v>
                      </c:pt>
                      <c:pt idx="263">
                        <c:v>137.23137210666667</c:v>
                      </c:pt>
                      <c:pt idx="264">
                        <c:v>92.629765104444445</c:v>
                      </c:pt>
                      <c:pt idx="265">
                        <c:v>55.500063046666668</c:v>
                      </c:pt>
                      <c:pt idx="266">
                        <c:v>34.255856488888888</c:v>
                      </c:pt>
                      <c:pt idx="267">
                        <c:v>23.76482666888889</c:v>
                      </c:pt>
                      <c:pt idx="268">
                        <c:v>20.028072904444443</c:v>
                      </c:pt>
                      <c:pt idx="269">
                        <c:v>26.806745662222223</c:v>
                      </c:pt>
                      <c:pt idx="270">
                        <c:v>51.031417035555556</c:v>
                      </c:pt>
                      <c:pt idx="271">
                        <c:v>73.65676188444445</c:v>
                      </c:pt>
                      <c:pt idx="272">
                        <c:v>88.819077453333335</c:v>
                      </c:pt>
                      <c:pt idx="273">
                        <c:v>95.099647624444444</c:v>
                      </c:pt>
                      <c:pt idx="274">
                        <c:v>102.15430538</c:v>
                      </c:pt>
                      <c:pt idx="275">
                        <c:v>114.56799735333334</c:v>
                      </c:pt>
                      <c:pt idx="276">
                        <c:v>120.34281490666666</c:v>
                      </c:pt>
                      <c:pt idx="277">
                        <c:v>135.20050853777778</c:v>
                      </c:pt>
                      <c:pt idx="278">
                        <c:v>136.20618844666666</c:v>
                      </c:pt>
                      <c:pt idx="279">
                        <c:v>128.83795158000001</c:v>
                      </c:pt>
                      <c:pt idx="280">
                        <c:v>128.17395853333332</c:v>
                      </c:pt>
                      <c:pt idx="281">
                        <c:v>132.75755090666667</c:v>
                      </c:pt>
                      <c:pt idx="282">
                        <c:v>135.52545964222222</c:v>
                      </c:pt>
                      <c:pt idx="283">
                        <c:v>155.70695665555556</c:v>
                      </c:pt>
                      <c:pt idx="284">
                        <c:v>178.94587962222224</c:v>
                      </c:pt>
                      <c:pt idx="285">
                        <c:v>191.74367971999999</c:v>
                      </c:pt>
                      <c:pt idx="286">
                        <c:v>177.49904433777778</c:v>
                      </c:pt>
                      <c:pt idx="287">
                        <c:v>137.11071994444444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4CCE-4206-81AF-7668647A5ABE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12-10-2026'!$H$1</c15:sqref>
                        </c15:formulaRef>
                      </c:ext>
                    </c:extLst>
                    <c:strCache>
                      <c:ptCount val="1"/>
                      <c:pt idx="0">
                        <c:v>ANB-DGW 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12-10-2026'!$H$2:$H$289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200.51338558888889</c:v>
                      </c:pt>
                      <c:pt idx="1">
                        <c:v>127.98573036444444</c:v>
                      </c:pt>
                      <c:pt idx="2">
                        <c:v>78.13422296666667</c:v>
                      </c:pt>
                      <c:pt idx="3">
                        <c:v>51.616597800000001</c:v>
                      </c:pt>
                      <c:pt idx="4">
                        <c:v>41.950510473333338</c:v>
                      </c:pt>
                      <c:pt idx="5">
                        <c:v>56.366370728888889</c:v>
                      </c:pt>
                      <c:pt idx="6">
                        <c:v>98.986668439999988</c:v>
                      </c:pt>
                      <c:pt idx="7">
                        <c:v>144.19828781555555</c:v>
                      </c:pt>
                      <c:pt idx="8">
                        <c:v>174.15097660444445</c:v>
                      </c:pt>
                      <c:pt idx="9">
                        <c:v>187.3095337511111</c:v>
                      </c:pt>
                      <c:pt idx="10">
                        <c:v>203.94904073333333</c:v>
                      </c:pt>
                      <c:pt idx="11">
                        <c:v>227.25037332888888</c:v>
                      </c:pt>
                      <c:pt idx="12">
                        <c:v>243.3689679888889</c:v>
                      </c:pt>
                      <c:pt idx="13">
                        <c:v>274.59763814666667</c:v>
                      </c:pt>
                      <c:pt idx="14">
                        <c:v>279.5245114666667</c:v>
                      </c:pt>
                      <c:pt idx="15">
                        <c:v>266.5442790533333</c:v>
                      </c:pt>
                      <c:pt idx="16">
                        <c:v>246.21277183333333</c:v>
                      </c:pt>
                      <c:pt idx="17">
                        <c:v>254.96543924666668</c:v>
                      </c:pt>
                      <c:pt idx="18">
                        <c:v>256.98998922222222</c:v>
                      </c:pt>
                      <c:pt idx="19">
                        <c:v>299.53232079777774</c:v>
                      </c:pt>
                      <c:pt idx="20">
                        <c:v>335.20992332666663</c:v>
                      </c:pt>
                      <c:pt idx="21">
                        <c:v>367.75056921555552</c:v>
                      </c:pt>
                      <c:pt idx="22">
                        <c:v>358.09607669777779</c:v>
                      </c:pt>
                      <c:pt idx="23">
                        <c:v>303.59304922000001</c:v>
                      </c:pt>
                      <c:pt idx="24">
                        <c:v>223.65695657333333</c:v>
                      </c:pt>
                      <c:pt idx="25">
                        <c:v>147.74375970444444</c:v>
                      </c:pt>
                      <c:pt idx="26">
                        <c:v>91.049636800000002</c:v>
                      </c:pt>
                      <c:pt idx="27">
                        <c:v>59.10582521111111</c:v>
                      </c:pt>
                      <c:pt idx="28">
                        <c:v>44.570701604444444</c:v>
                      </c:pt>
                      <c:pt idx="29">
                        <c:v>54.404863315555559</c:v>
                      </c:pt>
                      <c:pt idx="30">
                        <c:v>86.496174184444442</c:v>
                      </c:pt>
                      <c:pt idx="31">
                        <c:v>129.11044495777779</c:v>
                      </c:pt>
                      <c:pt idx="32">
                        <c:v>175.57195655777778</c:v>
                      </c:pt>
                      <c:pt idx="33">
                        <c:v>204.9185731</c:v>
                      </c:pt>
                      <c:pt idx="34">
                        <c:v>228.52834690666668</c:v>
                      </c:pt>
                      <c:pt idx="35">
                        <c:v>254.79073396222225</c:v>
                      </c:pt>
                      <c:pt idx="36">
                        <c:v>255.96100050222225</c:v>
                      </c:pt>
                      <c:pt idx="37">
                        <c:v>280.43614881555555</c:v>
                      </c:pt>
                      <c:pt idx="38">
                        <c:v>321.96464315555556</c:v>
                      </c:pt>
                      <c:pt idx="39">
                        <c:v>297.08057261111111</c:v>
                      </c:pt>
                      <c:pt idx="40">
                        <c:v>265.70226230444445</c:v>
                      </c:pt>
                      <c:pt idx="41">
                        <c:v>268.58658563333336</c:v>
                      </c:pt>
                      <c:pt idx="42">
                        <c:v>263.76935155555555</c:v>
                      </c:pt>
                      <c:pt idx="43">
                        <c:v>303.79079288444444</c:v>
                      </c:pt>
                      <c:pt idx="44">
                        <c:v>343.61739587555553</c:v>
                      </c:pt>
                      <c:pt idx="45">
                        <c:v>380.32020773111111</c:v>
                      </c:pt>
                      <c:pt idx="46">
                        <c:v>369.39330575777774</c:v>
                      </c:pt>
                      <c:pt idx="47">
                        <c:v>314.01889748888891</c:v>
                      </c:pt>
                      <c:pt idx="48">
                        <c:v>232.21688037333331</c:v>
                      </c:pt>
                      <c:pt idx="49">
                        <c:v>152.54155048222222</c:v>
                      </c:pt>
                      <c:pt idx="50">
                        <c:v>91.760081153333331</c:v>
                      </c:pt>
                      <c:pt idx="51">
                        <c:v>58.436842062222226</c:v>
                      </c:pt>
                      <c:pt idx="52">
                        <c:v>44.092960315555558</c:v>
                      </c:pt>
                      <c:pt idx="53">
                        <c:v>54.986913551111115</c:v>
                      </c:pt>
                      <c:pt idx="54">
                        <c:v>90.763445986666667</c:v>
                      </c:pt>
                      <c:pt idx="55">
                        <c:v>135.61241234444444</c:v>
                      </c:pt>
                      <c:pt idx="56">
                        <c:v>177.60064313777778</c:v>
                      </c:pt>
                      <c:pt idx="57">
                        <c:v>201.04992065333334</c:v>
                      </c:pt>
                      <c:pt idx="58">
                        <c:v>217.32197417777778</c:v>
                      </c:pt>
                      <c:pt idx="59">
                        <c:v>240.17839572444444</c:v>
                      </c:pt>
                      <c:pt idx="60">
                        <c:v>250.79339293555554</c:v>
                      </c:pt>
                      <c:pt idx="61">
                        <c:v>289.29821234888891</c:v>
                      </c:pt>
                      <c:pt idx="62">
                        <c:v>296.36628479777778</c:v>
                      </c:pt>
                      <c:pt idx="63">
                        <c:v>277.05969777555555</c:v>
                      </c:pt>
                      <c:pt idx="64">
                        <c:v>254.1458945511111</c:v>
                      </c:pt>
                      <c:pt idx="65">
                        <c:v>261.90246806666664</c:v>
                      </c:pt>
                      <c:pt idx="66">
                        <c:v>259.0842220311111</c:v>
                      </c:pt>
                      <c:pt idx="67">
                        <c:v>295.62343542444444</c:v>
                      </c:pt>
                      <c:pt idx="68">
                        <c:v>334.97900344666664</c:v>
                      </c:pt>
                      <c:pt idx="69">
                        <c:v>367.57894950888891</c:v>
                      </c:pt>
                      <c:pt idx="70">
                        <c:v>350.40562413333333</c:v>
                      </c:pt>
                      <c:pt idx="71">
                        <c:v>284.74569229555556</c:v>
                      </c:pt>
                      <c:pt idx="72">
                        <c:v>198.37476943111113</c:v>
                      </c:pt>
                      <c:pt idx="73">
                        <c:v>123.10167658</c:v>
                      </c:pt>
                      <c:pt idx="74">
                        <c:v>74.882113997777779</c:v>
                      </c:pt>
                      <c:pt idx="75">
                        <c:v>49.884795228888891</c:v>
                      </c:pt>
                      <c:pt idx="76">
                        <c:v>40.733557891111111</c:v>
                      </c:pt>
                      <c:pt idx="77">
                        <c:v>53.867426482222228</c:v>
                      </c:pt>
                      <c:pt idx="78">
                        <c:v>95.447549284444449</c:v>
                      </c:pt>
                      <c:pt idx="79">
                        <c:v>136.29701613777777</c:v>
                      </c:pt>
                      <c:pt idx="80">
                        <c:v>167.55967991777777</c:v>
                      </c:pt>
                      <c:pt idx="81">
                        <c:v>181.20965653333332</c:v>
                      </c:pt>
                      <c:pt idx="82">
                        <c:v>196.29797252222221</c:v>
                      </c:pt>
                      <c:pt idx="83">
                        <c:v>219.33534617999999</c:v>
                      </c:pt>
                      <c:pt idx="84">
                        <c:v>231.95912713777778</c:v>
                      </c:pt>
                      <c:pt idx="85">
                        <c:v>260.08215652000001</c:v>
                      </c:pt>
                      <c:pt idx="86">
                        <c:v>266.50655691111115</c:v>
                      </c:pt>
                      <c:pt idx="87">
                        <c:v>250.93522473111108</c:v>
                      </c:pt>
                      <c:pt idx="88">
                        <c:v>243.61933317333333</c:v>
                      </c:pt>
                      <c:pt idx="89">
                        <c:v>256.1300911022222</c:v>
                      </c:pt>
                      <c:pt idx="90">
                        <c:v>255.51087432444444</c:v>
                      </c:pt>
                      <c:pt idx="91">
                        <c:v>293.52371930888887</c:v>
                      </c:pt>
                      <c:pt idx="92">
                        <c:v>335.66000021555556</c:v>
                      </c:pt>
                      <c:pt idx="93">
                        <c:v>365.76032365333333</c:v>
                      </c:pt>
                      <c:pt idx="94">
                        <c:v>343.55339540666665</c:v>
                      </c:pt>
                      <c:pt idx="95">
                        <c:v>273.50742669333329</c:v>
                      </c:pt>
                      <c:pt idx="96">
                        <c:v>185.99619466222222</c:v>
                      </c:pt>
                      <c:pt idx="97">
                        <c:v>115.02759272666667</c:v>
                      </c:pt>
                      <c:pt idx="98">
                        <c:v>70.751323362222223</c:v>
                      </c:pt>
                      <c:pt idx="99">
                        <c:v>48.019069002222224</c:v>
                      </c:pt>
                      <c:pt idx="100">
                        <c:v>39.829450697777773</c:v>
                      </c:pt>
                      <c:pt idx="101">
                        <c:v>53.967025022222224</c:v>
                      </c:pt>
                      <c:pt idx="102">
                        <c:v>97.78045110222223</c:v>
                      </c:pt>
                      <c:pt idx="103">
                        <c:v>140.5836279088889</c:v>
                      </c:pt>
                      <c:pt idx="104">
                        <c:v>169.05361776444443</c:v>
                      </c:pt>
                      <c:pt idx="105">
                        <c:v>182.00722372666667</c:v>
                      </c:pt>
                      <c:pt idx="106">
                        <c:v>196.8565823977778</c:v>
                      </c:pt>
                      <c:pt idx="107">
                        <c:v>221.39509058444446</c:v>
                      </c:pt>
                      <c:pt idx="108">
                        <c:v>234.72209388888888</c:v>
                      </c:pt>
                      <c:pt idx="109">
                        <c:v>262.51972604666668</c:v>
                      </c:pt>
                      <c:pt idx="110">
                        <c:v>264.44452238444444</c:v>
                      </c:pt>
                      <c:pt idx="111">
                        <c:v>249.88276678444447</c:v>
                      </c:pt>
                      <c:pt idx="112">
                        <c:v>242.69715943555553</c:v>
                      </c:pt>
                      <c:pt idx="113">
                        <c:v>250.6788023622222</c:v>
                      </c:pt>
                      <c:pt idx="114">
                        <c:v>251.4226187711111</c:v>
                      </c:pt>
                      <c:pt idx="115">
                        <c:v>291.36577979999998</c:v>
                      </c:pt>
                      <c:pt idx="116">
                        <c:v>334.78510466666665</c:v>
                      </c:pt>
                      <c:pt idx="117">
                        <c:v>368.15839098666663</c:v>
                      </c:pt>
                      <c:pt idx="118">
                        <c:v>346.15381137555556</c:v>
                      </c:pt>
                      <c:pt idx="119">
                        <c:v>277.2355345111111</c:v>
                      </c:pt>
                      <c:pt idx="120">
                        <c:v>189.19831157333334</c:v>
                      </c:pt>
                      <c:pt idx="121">
                        <c:v>116.86951131333333</c:v>
                      </c:pt>
                      <c:pt idx="122">
                        <c:v>70.490695804444442</c:v>
                      </c:pt>
                      <c:pt idx="123">
                        <c:v>47.805441351111114</c:v>
                      </c:pt>
                      <c:pt idx="124">
                        <c:v>39.341846031111118</c:v>
                      </c:pt>
                      <c:pt idx="125">
                        <c:v>53.290611457777779</c:v>
                      </c:pt>
                      <c:pt idx="126">
                        <c:v>97.987284931111105</c:v>
                      </c:pt>
                      <c:pt idx="127">
                        <c:v>141.99549285333333</c:v>
                      </c:pt>
                      <c:pt idx="128">
                        <c:v>171.25550042444445</c:v>
                      </c:pt>
                      <c:pt idx="129">
                        <c:v>184.50355652666667</c:v>
                      </c:pt>
                      <c:pt idx="130">
                        <c:v>201.57753486666667</c:v>
                      </c:pt>
                      <c:pt idx="131">
                        <c:v>222.86292291777778</c:v>
                      </c:pt>
                      <c:pt idx="132">
                        <c:v>241.82961654444443</c:v>
                      </c:pt>
                      <c:pt idx="133">
                        <c:v>284.14164793111115</c:v>
                      </c:pt>
                      <c:pt idx="134">
                        <c:v>286.68731644666667</c:v>
                      </c:pt>
                      <c:pt idx="135">
                        <c:v>266.3743615022222</c:v>
                      </c:pt>
                      <c:pt idx="136">
                        <c:v>248.03529044444446</c:v>
                      </c:pt>
                      <c:pt idx="137">
                        <c:v>254.94382180444444</c:v>
                      </c:pt>
                      <c:pt idx="138">
                        <c:v>271.89385340222225</c:v>
                      </c:pt>
                      <c:pt idx="139">
                        <c:v>309.29981342444444</c:v>
                      </c:pt>
                      <c:pt idx="140">
                        <c:v>340.36137615555555</c:v>
                      </c:pt>
                      <c:pt idx="141">
                        <c:v>370.58205162666667</c:v>
                      </c:pt>
                      <c:pt idx="142">
                        <c:v>347.51955155333337</c:v>
                      </c:pt>
                      <c:pt idx="143">
                        <c:v>275.83926180000003</c:v>
                      </c:pt>
                      <c:pt idx="144">
                        <c:v>192.94843355555554</c:v>
                      </c:pt>
                      <c:pt idx="145">
                        <c:v>120.36096973555556</c:v>
                      </c:pt>
                      <c:pt idx="146">
                        <c:v>74.899357993333325</c:v>
                      </c:pt>
                      <c:pt idx="147">
                        <c:v>48.905679666666671</c:v>
                      </c:pt>
                      <c:pt idx="148">
                        <c:v>39.692627406666674</c:v>
                      </c:pt>
                      <c:pt idx="149">
                        <c:v>54.551073757777772</c:v>
                      </c:pt>
                      <c:pt idx="150">
                        <c:v>101.24539483999999</c:v>
                      </c:pt>
                      <c:pt idx="151">
                        <c:v>144.53580037333333</c:v>
                      </c:pt>
                      <c:pt idx="152">
                        <c:v>175.06937757111112</c:v>
                      </c:pt>
                      <c:pt idx="153">
                        <c:v>187.17401538444443</c:v>
                      </c:pt>
                      <c:pt idx="154">
                        <c:v>201.24870603555556</c:v>
                      </c:pt>
                      <c:pt idx="155">
                        <c:v>223.61740544666668</c:v>
                      </c:pt>
                      <c:pt idx="156">
                        <c:v>236.13041150222222</c:v>
                      </c:pt>
                      <c:pt idx="157">
                        <c:v>263.65215324000002</c:v>
                      </c:pt>
                      <c:pt idx="158">
                        <c:v>268.18280320444444</c:v>
                      </c:pt>
                      <c:pt idx="159">
                        <c:v>252.43116253333332</c:v>
                      </c:pt>
                      <c:pt idx="160">
                        <c:v>248.17149496444443</c:v>
                      </c:pt>
                      <c:pt idx="161">
                        <c:v>256.75446325555555</c:v>
                      </c:pt>
                      <c:pt idx="162">
                        <c:v>256.85618707333333</c:v>
                      </c:pt>
                      <c:pt idx="163">
                        <c:v>295.18769909333332</c:v>
                      </c:pt>
                      <c:pt idx="164">
                        <c:v>335.72213927777779</c:v>
                      </c:pt>
                      <c:pt idx="165">
                        <c:v>364.78398551999999</c:v>
                      </c:pt>
                      <c:pt idx="166">
                        <c:v>346.58558614666669</c:v>
                      </c:pt>
                      <c:pt idx="167">
                        <c:v>276.63731255333335</c:v>
                      </c:pt>
                      <c:pt idx="168">
                        <c:v>190.40381249777778</c:v>
                      </c:pt>
                      <c:pt idx="169">
                        <c:v>117.72376797999999</c:v>
                      </c:pt>
                      <c:pt idx="170">
                        <c:v>72.151033382222224</c:v>
                      </c:pt>
                      <c:pt idx="171">
                        <c:v>49.005710248888889</c:v>
                      </c:pt>
                      <c:pt idx="172">
                        <c:v>40.776193202222217</c:v>
                      </c:pt>
                      <c:pt idx="173">
                        <c:v>55.745699988888887</c:v>
                      </c:pt>
                      <c:pt idx="174">
                        <c:v>103.86026143333333</c:v>
                      </c:pt>
                      <c:pt idx="175">
                        <c:v>151.2639632488889</c:v>
                      </c:pt>
                      <c:pt idx="176">
                        <c:v>188.86192084666666</c:v>
                      </c:pt>
                      <c:pt idx="177">
                        <c:v>213.04954622444444</c:v>
                      </c:pt>
                      <c:pt idx="178">
                        <c:v>216.52004291111112</c:v>
                      </c:pt>
                      <c:pt idx="179">
                        <c:v>233.66224057111111</c:v>
                      </c:pt>
                      <c:pt idx="180">
                        <c:v>250.61029939111111</c:v>
                      </c:pt>
                      <c:pt idx="181">
                        <c:v>279.28221972</c:v>
                      </c:pt>
                      <c:pt idx="182">
                        <c:v>281.08268805777777</c:v>
                      </c:pt>
                      <c:pt idx="183">
                        <c:v>264.82281938666665</c:v>
                      </c:pt>
                      <c:pt idx="184">
                        <c:v>250.90017591111112</c:v>
                      </c:pt>
                      <c:pt idx="185">
                        <c:v>257.59942976888891</c:v>
                      </c:pt>
                      <c:pt idx="186">
                        <c:v>264.49923489333332</c:v>
                      </c:pt>
                      <c:pt idx="187">
                        <c:v>306.67658689999996</c:v>
                      </c:pt>
                      <c:pt idx="188">
                        <c:v>346.41117283333335</c:v>
                      </c:pt>
                      <c:pt idx="189">
                        <c:v>373.88935014666663</c:v>
                      </c:pt>
                      <c:pt idx="190">
                        <c:v>360.08891331777778</c:v>
                      </c:pt>
                      <c:pt idx="191">
                        <c:v>298.59683177111111</c:v>
                      </c:pt>
                      <c:pt idx="192">
                        <c:v>217.01824757777777</c:v>
                      </c:pt>
                      <c:pt idx="193">
                        <c:v>139.77216913333334</c:v>
                      </c:pt>
                      <c:pt idx="194">
                        <c:v>87.02575764444444</c:v>
                      </c:pt>
                      <c:pt idx="195">
                        <c:v>59.818768033333328</c:v>
                      </c:pt>
                      <c:pt idx="196">
                        <c:v>46.689160413333333</c:v>
                      </c:pt>
                      <c:pt idx="197">
                        <c:v>54.131449726666666</c:v>
                      </c:pt>
                      <c:pt idx="198">
                        <c:v>89.823865600000005</c:v>
                      </c:pt>
                      <c:pt idx="199">
                        <c:v>133.50233203777779</c:v>
                      </c:pt>
                      <c:pt idx="200">
                        <c:v>183.29632851777779</c:v>
                      </c:pt>
                      <c:pt idx="201">
                        <c:v>212.37696632444442</c:v>
                      </c:pt>
                      <c:pt idx="202">
                        <c:v>234.98498821555557</c:v>
                      </c:pt>
                      <c:pt idx="203">
                        <c:v>258.93608462222221</c:v>
                      </c:pt>
                      <c:pt idx="204">
                        <c:v>256.93168206444443</c:v>
                      </c:pt>
                      <c:pt idx="205">
                        <c:v>283.11091592444444</c:v>
                      </c:pt>
                      <c:pt idx="206">
                        <c:v>325.21734899555554</c:v>
                      </c:pt>
                      <c:pt idx="207">
                        <c:v>299.35458016444443</c:v>
                      </c:pt>
                      <c:pt idx="208">
                        <c:v>279.74623972444442</c:v>
                      </c:pt>
                      <c:pt idx="209">
                        <c:v>284.48331176888888</c:v>
                      </c:pt>
                      <c:pt idx="210">
                        <c:v>282.60597453333332</c:v>
                      </c:pt>
                      <c:pt idx="211">
                        <c:v>316.49054907333334</c:v>
                      </c:pt>
                      <c:pt idx="212">
                        <c:v>355.70993174444448</c:v>
                      </c:pt>
                      <c:pt idx="213">
                        <c:v>382.23276618444447</c:v>
                      </c:pt>
                      <c:pt idx="214">
                        <c:v>368.55666706888888</c:v>
                      </c:pt>
                      <c:pt idx="215">
                        <c:v>303.81573437333333</c:v>
                      </c:pt>
                      <c:pt idx="216">
                        <c:v>216.7304886888889</c:v>
                      </c:pt>
                      <c:pt idx="217">
                        <c:v>137.63528690222222</c:v>
                      </c:pt>
                      <c:pt idx="218">
                        <c:v>85.008737906666667</c:v>
                      </c:pt>
                      <c:pt idx="219">
                        <c:v>55.40351602222222</c:v>
                      </c:pt>
                      <c:pt idx="220">
                        <c:v>43.167364486666671</c:v>
                      </c:pt>
                      <c:pt idx="221">
                        <c:v>53.51029824222222</c:v>
                      </c:pt>
                      <c:pt idx="222">
                        <c:v>92.944729804444449</c:v>
                      </c:pt>
                      <c:pt idx="223">
                        <c:v>137.76246787777779</c:v>
                      </c:pt>
                      <c:pt idx="224">
                        <c:v>181.18631340888888</c:v>
                      </c:pt>
                      <c:pt idx="225">
                        <c:v>201.2645878311111</c:v>
                      </c:pt>
                      <c:pt idx="226">
                        <c:v>215.35587186666669</c:v>
                      </c:pt>
                      <c:pt idx="227">
                        <c:v>236.02708233555558</c:v>
                      </c:pt>
                      <c:pt idx="228">
                        <c:v>243.75954351333331</c:v>
                      </c:pt>
                      <c:pt idx="229">
                        <c:v>282.37281319111111</c:v>
                      </c:pt>
                      <c:pt idx="230">
                        <c:v>290.60763986222224</c:v>
                      </c:pt>
                      <c:pt idx="231">
                        <c:v>270.66676216888891</c:v>
                      </c:pt>
                      <c:pt idx="232">
                        <c:v>255.99652057111109</c:v>
                      </c:pt>
                      <c:pt idx="233">
                        <c:v>264.11180739111109</c:v>
                      </c:pt>
                      <c:pt idx="234">
                        <c:v>268.72134676444443</c:v>
                      </c:pt>
                      <c:pt idx="235">
                        <c:v>302.9204565888889</c:v>
                      </c:pt>
                      <c:pt idx="236">
                        <c:v>348.32326520222222</c:v>
                      </c:pt>
                      <c:pt idx="237">
                        <c:v>375.37596096888888</c:v>
                      </c:pt>
                      <c:pt idx="238">
                        <c:v>348.24740983555557</c:v>
                      </c:pt>
                      <c:pt idx="239">
                        <c:v>274.42707001999997</c:v>
                      </c:pt>
                      <c:pt idx="240">
                        <c:v>186.71037221111112</c:v>
                      </c:pt>
                      <c:pt idx="241">
                        <c:v>115.24191343333334</c:v>
                      </c:pt>
                      <c:pt idx="242">
                        <c:v>70.749931031111117</c:v>
                      </c:pt>
                      <c:pt idx="243">
                        <c:v>48.45323798222222</c:v>
                      </c:pt>
                      <c:pt idx="244">
                        <c:v>40.191500040000001</c:v>
                      </c:pt>
                      <c:pt idx="245">
                        <c:v>52.047252784444439</c:v>
                      </c:pt>
                      <c:pt idx="246">
                        <c:v>96.574386124444445</c:v>
                      </c:pt>
                      <c:pt idx="247">
                        <c:v>138.49480344222223</c:v>
                      </c:pt>
                      <c:pt idx="248">
                        <c:v>170.66778462000002</c:v>
                      </c:pt>
                      <c:pt idx="249">
                        <c:v>180.75147504444445</c:v>
                      </c:pt>
                      <c:pt idx="250">
                        <c:v>193.11672772666668</c:v>
                      </c:pt>
                      <c:pt idx="251">
                        <c:v>213.75397088222223</c:v>
                      </c:pt>
                      <c:pt idx="252">
                        <c:v>228.31555736000001</c:v>
                      </c:pt>
                      <c:pt idx="253">
                        <c:v>256.57317373111113</c:v>
                      </c:pt>
                      <c:pt idx="254">
                        <c:v>262.07826478444446</c:v>
                      </c:pt>
                      <c:pt idx="255">
                        <c:v>247.44885408666664</c:v>
                      </c:pt>
                      <c:pt idx="256">
                        <c:v>248.41387833555555</c:v>
                      </c:pt>
                      <c:pt idx="257">
                        <c:v>258.46602083777782</c:v>
                      </c:pt>
                      <c:pt idx="258">
                        <c:v>261.70631087777781</c:v>
                      </c:pt>
                      <c:pt idx="259">
                        <c:v>297.20088405777778</c:v>
                      </c:pt>
                      <c:pt idx="260">
                        <c:v>341.79264522222223</c:v>
                      </c:pt>
                      <c:pt idx="261">
                        <c:v>365.65278141333334</c:v>
                      </c:pt>
                      <c:pt idx="262">
                        <c:v>342.64869913111113</c:v>
                      </c:pt>
                      <c:pt idx="263">
                        <c:v>267.20024871555552</c:v>
                      </c:pt>
                      <c:pt idx="264">
                        <c:v>180.62031761111109</c:v>
                      </c:pt>
                      <c:pt idx="265">
                        <c:v>108.20307735333333</c:v>
                      </c:pt>
                      <c:pt idx="266">
                        <c:v>66.538327595555558</c:v>
                      </c:pt>
                      <c:pt idx="267">
                        <c:v>46.054187277777778</c:v>
                      </c:pt>
                      <c:pt idx="268">
                        <c:v>38.829482497777775</c:v>
                      </c:pt>
                      <c:pt idx="269">
                        <c:v>51.717346840000005</c:v>
                      </c:pt>
                      <c:pt idx="270">
                        <c:v>98.352958626666663</c:v>
                      </c:pt>
                      <c:pt idx="271">
                        <c:v>142.38063698666667</c:v>
                      </c:pt>
                      <c:pt idx="272">
                        <c:v>171.45566671555554</c:v>
                      </c:pt>
                      <c:pt idx="273">
                        <c:v>183.36267749777778</c:v>
                      </c:pt>
                      <c:pt idx="274">
                        <c:v>198.1982487688889</c:v>
                      </c:pt>
                      <c:pt idx="275">
                        <c:v>221.77254511333334</c:v>
                      </c:pt>
                      <c:pt idx="276">
                        <c:v>233.8681451422222</c:v>
                      </c:pt>
                      <c:pt idx="277">
                        <c:v>261.29942691777779</c:v>
                      </c:pt>
                      <c:pt idx="278">
                        <c:v>264.07021466222221</c:v>
                      </c:pt>
                      <c:pt idx="279">
                        <c:v>249.36762714000002</c:v>
                      </c:pt>
                      <c:pt idx="280">
                        <c:v>248.44332567555554</c:v>
                      </c:pt>
                      <c:pt idx="281">
                        <c:v>257.25997084888888</c:v>
                      </c:pt>
                      <c:pt idx="282">
                        <c:v>262.77968248444444</c:v>
                      </c:pt>
                      <c:pt idx="283">
                        <c:v>301.4403952311111</c:v>
                      </c:pt>
                      <c:pt idx="284">
                        <c:v>346.76051029333337</c:v>
                      </c:pt>
                      <c:pt idx="285">
                        <c:v>372.08790340888891</c:v>
                      </c:pt>
                      <c:pt idx="286">
                        <c:v>344.35220071555557</c:v>
                      </c:pt>
                      <c:pt idx="287">
                        <c:v>267.00357408888885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4CCE-4206-81AF-7668647A5ABE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12-10-2026'!$I$1</c15:sqref>
                        </c15:formulaRef>
                      </c:ext>
                    </c:extLst>
                    <c:strCache>
                      <c:ptCount val="1"/>
                      <c:pt idx="0">
                        <c:v>BMR-DGW1 SGi 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12-10-2026'!$I$2:$I$289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45.563863951111109</c:v>
                      </c:pt>
                      <c:pt idx="1">
                        <c:v>27.732883279999999</c:v>
                      </c:pt>
                      <c:pt idx="2">
                        <c:v>15.53583246</c:v>
                      </c:pt>
                      <c:pt idx="3">
                        <c:v>9.6613250666666666</c:v>
                      </c:pt>
                      <c:pt idx="4">
                        <c:v>7.2393937777777779</c:v>
                      </c:pt>
                      <c:pt idx="5">
                        <c:v>8.6505158244444438</c:v>
                      </c:pt>
                      <c:pt idx="6">
                        <c:v>17.63764868222222</c:v>
                      </c:pt>
                      <c:pt idx="7">
                        <c:v>27.261148162222224</c:v>
                      </c:pt>
                      <c:pt idx="8">
                        <c:v>33.166175773333336</c:v>
                      </c:pt>
                      <c:pt idx="9">
                        <c:v>36.759555346666666</c:v>
                      </c:pt>
                      <c:pt idx="10">
                        <c:v>41.150805015555555</c:v>
                      </c:pt>
                      <c:pt idx="11">
                        <c:v>46.62888650888889</c:v>
                      </c:pt>
                      <c:pt idx="12">
                        <c:v>51.337418915555553</c:v>
                      </c:pt>
                      <c:pt idx="13">
                        <c:v>58.876512326666663</c:v>
                      </c:pt>
                      <c:pt idx="14">
                        <c:v>60.690849935555555</c:v>
                      </c:pt>
                      <c:pt idx="15">
                        <c:v>58.592264526666668</c:v>
                      </c:pt>
                      <c:pt idx="16">
                        <c:v>51.045303133333334</c:v>
                      </c:pt>
                      <c:pt idx="17">
                        <c:v>52.233970553333336</c:v>
                      </c:pt>
                      <c:pt idx="18">
                        <c:v>51.96007541777778</c:v>
                      </c:pt>
                      <c:pt idx="19">
                        <c:v>61.65603214888889</c:v>
                      </c:pt>
                      <c:pt idx="20">
                        <c:v>68.91204629111111</c:v>
                      </c:pt>
                      <c:pt idx="21">
                        <c:v>79.875352022222216</c:v>
                      </c:pt>
                      <c:pt idx="22">
                        <c:v>79.029568993333328</c:v>
                      </c:pt>
                      <c:pt idx="23">
                        <c:v>67.742913006666669</c:v>
                      </c:pt>
                      <c:pt idx="24">
                        <c:v>49.858683951111111</c:v>
                      </c:pt>
                      <c:pt idx="25">
                        <c:v>31.752814155555555</c:v>
                      </c:pt>
                      <c:pt idx="26">
                        <c:v>18.728616451111112</c:v>
                      </c:pt>
                      <c:pt idx="27">
                        <c:v>11.304884937777778</c:v>
                      </c:pt>
                      <c:pt idx="28">
                        <c:v>7.8349298422222224</c:v>
                      </c:pt>
                      <c:pt idx="29">
                        <c:v>8.4292936466666664</c:v>
                      </c:pt>
                      <c:pt idx="30">
                        <c:v>15.401967668888888</c:v>
                      </c:pt>
                      <c:pt idx="31">
                        <c:v>23.509613559999998</c:v>
                      </c:pt>
                      <c:pt idx="32">
                        <c:v>33.410300588888887</c:v>
                      </c:pt>
                      <c:pt idx="33">
                        <c:v>41.104300395555555</c:v>
                      </c:pt>
                      <c:pt idx="34">
                        <c:v>47.271808184444446</c:v>
                      </c:pt>
                      <c:pt idx="35">
                        <c:v>54.525705026666664</c:v>
                      </c:pt>
                      <c:pt idx="36">
                        <c:v>55.680295928888889</c:v>
                      </c:pt>
                      <c:pt idx="37">
                        <c:v>59.999136351111112</c:v>
                      </c:pt>
                      <c:pt idx="38">
                        <c:v>70.213303335555551</c:v>
                      </c:pt>
                      <c:pt idx="39">
                        <c:v>65.487673926666673</c:v>
                      </c:pt>
                      <c:pt idx="40">
                        <c:v>53.785658528888888</c:v>
                      </c:pt>
                      <c:pt idx="41">
                        <c:v>54.604479688888887</c:v>
                      </c:pt>
                      <c:pt idx="42">
                        <c:v>54.491219166666667</c:v>
                      </c:pt>
                      <c:pt idx="43">
                        <c:v>64.704089617777782</c:v>
                      </c:pt>
                      <c:pt idx="44">
                        <c:v>72.015572006666673</c:v>
                      </c:pt>
                      <c:pt idx="45">
                        <c:v>83.759391620000002</c:v>
                      </c:pt>
                      <c:pt idx="46">
                        <c:v>81.742791313333328</c:v>
                      </c:pt>
                      <c:pt idx="47">
                        <c:v>70.551045804444442</c:v>
                      </c:pt>
                      <c:pt idx="48">
                        <c:v>51.375171700000003</c:v>
                      </c:pt>
                      <c:pt idx="49">
                        <c:v>32.631468660000003</c:v>
                      </c:pt>
                      <c:pt idx="50">
                        <c:v>18.731311777777776</c:v>
                      </c:pt>
                      <c:pt idx="51">
                        <c:v>11.230138017777778</c:v>
                      </c:pt>
                      <c:pt idx="52">
                        <c:v>8.0503135488888891</c:v>
                      </c:pt>
                      <c:pt idx="53">
                        <c:v>8.8737585066666664</c:v>
                      </c:pt>
                      <c:pt idx="54">
                        <c:v>16.228308095555555</c:v>
                      </c:pt>
                      <c:pt idx="55">
                        <c:v>24.595213228888888</c:v>
                      </c:pt>
                      <c:pt idx="56">
                        <c:v>33.758508357777778</c:v>
                      </c:pt>
                      <c:pt idx="57">
                        <c:v>39.554698860000002</c:v>
                      </c:pt>
                      <c:pt idx="58">
                        <c:v>44.024720628888886</c:v>
                      </c:pt>
                      <c:pt idx="59">
                        <c:v>49.048183233333333</c:v>
                      </c:pt>
                      <c:pt idx="60">
                        <c:v>52.050863195555557</c:v>
                      </c:pt>
                      <c:pt idx="61">
                        <c:v>60.341151651111112</c:v>
                      </c:pt>
                      <c:pt idx="62">
                        <c:v>63.591910717777779</c:v>
                      </c:pt>
                      <c:pt idx="63">
                        <c:v>60.853158644444441</c:v>
                      </c:pt>
                      <c:pt idx="64">
                        <c:v>51.613212482222224</c:v>
                      </c:pt>
                      <c:pt idx="65">
                        <c:v>52.908145535555555</c:v>
                      </c:pt>
                      <c:pt idx="66">
                        <c:v>53.087728151111108</c:v>
                      </c:pt>
                      <c:pt idx="67">
                        <c:v>62.742780257777781</c:v>
                      </c:pt>
                      <c:pt idx="68">
                        <c:v>69.897634397777779</c:v>
                      </c:pt>
                      <c:pt idx="69">
                        <c:v>80.722095717777776</c:v>
                      </c:pt>
                      <c:pt idx="70">
                        <c:v>78.409894355555551</c:v>
                      </c:pt>
                      <c:pt idx="71">
                        <c:v>64.707898173333334</c:v>
                      </c:pt>
                      <c:pt idx="72">
                        <c:v>44.434181879999997</c:v>
                      </c:pt>
                      <c:pt idx="73">
                        <c:v>26.597507113333332</c:v>
                      </c:pt>
                      <c:pt idx="74">
                        <c:v>14.978079259999999</c:v>
                      </c:pt>
                      <c:pt idx="75">
                        <c:v>9.2728033977777784</c:v>
                      </c:pt>
                      <c:pt idx="76">
                        <c:v>7.0983554555555557</c:v>
                      </c:pt>
                      <c:pt idx="77">
                        <c:v>8.2452748400000004</c:v>
                      </c:pt>
                      <c:pt idx="78">
                        <c:v>17.097112588888891</c:v>
                      </c:pt>
                      <c:pt idx="79">
                        <c:v>25.845711922222222</c:v>
                      </c:pt>
                      <c:pt idx="80">
                        <c:v>32.281650644444447</c:v>
                      </c:pt>
                      <c:pt idx="81">
                        <c:v>35.718178386666665</c:v>
                      </c:pt>
                      <c:pt idx="82">
                        <c:v>39.612077084444444</c:v>
                      </c:pt>
                      <c:pt idx="83">
                        <c:v>45.749523000000003</c:v>
                      </c:pt>
                      <c:pt idx="84">
                        <c:v>48.647258362222225</c:v>
                      </c:pt>
                      <c:pt idx="85">
                        <c:v>55.104353804444443</c:v>
                      </c:pt>
                      <c:pt idx="86">
                        <c:v>55.972121299999998</c:v>
                      </c:pt>
                      <c:pt idx="87">
                        <c:v>54.449668562222222</c:v>
                      </c:pt>
                      <c:pt idx="88">
                        <c:v>49.479396206666664</c:v>
                      </c:pt>
                      <c:pt idx="89">
                        <c:v>52.501747988888887</c:v>
                      </c:pt>
                      <c:pt idx="90">
                        <c:v>52.360312904444442</c:v>
                      </c:pt>
                      <c:pt idx="91">
                        <c:v>62.557891353333332</c:v>
                      </c:pt>
                      <c:pt idx="92">
                        <c:v>70.043250628888885</c:v>
                      </c:pt>
                      <c:pt idx="93">
                        <c:v>80.209483666666671</c:v>
                      </c:pt>
                      <c:pt idx="94">
                        <c:v>76.899672768888891</c:v>
                      </c:pt>
                      <c:pt idx="95">
                        <c:v>62.316115095555553</c:v>
                      </c:pt>
                      <c:pt idx="96">
                        <c:v>42.012067046666665</c:v>
                      </c:pt>
                      <c:pt idx="97">
                        <c:v>24.62818248</c:v>
                      </c:pt>
                      <c:pt idx="98">
                        <c:v>14.053786713333333</c:v>
                      </c:pt>
                      <c:pt idx="99">
                        <c:v>8.8529307977777769</c:v>
                      </c:pt>
                      <c:pt idx="100">
                        <c:v>6.8890800288888885</c:v>
                      </c:pt>
                      <c:pt idx="101">
                        <c:v>8.2071890555555562</c:v>
                      </c:pt>
                      <c:pt idx="102">
                        <c:v>17.347914875555556</c:v>
                      </c:pt>
                      <c:pt idx="103">
                        <c:v>27.193256422222223</c:v>
                      </c:pt>
                      <c:pt idx="104">
                        <c:v>32.631575368888889</c:v>
                      </c:pt>
                      <c:pt idx="105">
                        <c:v>35.728196786666665</c:v>
                      </c:pt>
                      <c:pt idx="106">
                        <c:v>39.446092371111114</c:v>
                      </c:pt>
                      <c:pt idx="107">
                        <c:v>45.307702517777777</c:v>
                      </c:pt>
                      <c:pt idx="108">
                        <c:v>48.713885311111113</c:v>
                      </c:pt>
                      <c:pt idx="109">
                        <c:v>55.576128560000001</c:v>
                      </c:pt>
                      <c:pt idx="110">
                        <c:v>56.654468666666666</c:v>
                      </c:pt>
                      <c:pt idx="111">
                        <c:v>55.112328328888886</c:v>
                      </c:pt>
                      <c:pt idx="112">
                        <c:v>49.498286555555552</c:v>
                      </c:pt>
                      <c:pt idx="113">
                        <c:v>52.15850362222222</c:v>
                      </c:pt>
                      <c:pt idx="114">
                        <c:v>52.103617324444443</c:v>
                      </c:pt>
                      <c:pt idx="115">
                        <c:v>62.183600048888891</c:v>
                      </c:pt>
                      <c:pt idx="116">
                        <c:v>69.999616813333333</c:v>
                      </c:pt>
                      <c:pt idx="117">
                        <c:v>81.265608811111107</c:v>
                      </c:pt>
                      <c:pt idx="118">
                        <c:v>77.522497220000005</c:v>
                      </c:pt>
                      <c:pt idx="119">
                        <c:v>63.03654391111111</c:v>
                      </c:pt>
                      <c:pt idx="120">
                        <c:v>42.488623535555554</c:v>
                      </c:pt>
                      <c:pt idx="121">
                        <c:v>25.045003699999999</c:v>
                      </c:pt>
                      <c:pt idx="122">
                        <c:v>14.087296737777777</c:v>
                      </c:pt>
                      <c:pt idx="123">
                        <c:v>8.937791544444444</c:v>
                      </c:pt>
                      <c:pt idx="124">
                        <c:v>6.9245273511111112</c:v>
                      </c:pt>
                      <c:pt idx="125">
                        <c:v>8.1329467111111118</c:v>
                      </c:pt>
                      <c:pt idx="126">
                        <c:v>17.670508439999999</c:v>
                      </c:pt>
                      <c:pt idx="127">
                        <c:v>27.093702575555554</c:v>
                      </c:pt>
                      <c:pt idx="128">
                        <c:v>32.28732708222222</c:v>
                      </c:pt>
                      <c:pt idx="129">
                        <c:v>35.881418146666668</c:v>
                      </c:pt>
                      <c:pt idx="130">
                        <c:v>40.325012815555553</c:v>
                      </c:pt>
                      <c:pt idx="131">
                        <c:v>45.980357235555559</c:v>
                      </c:pt>
                      <c:pt idx="132">
                        <c:v>50.719577764444445</c:v>
                      </c:pt>
                      <c:pt idx="133">
                        <c:v>60.210131184444442</c:v>
                      </c:pt>
                      <c:pt idx="134">
                        <c:v>61.238351568888888</c:v>
                      </c:pt>
                      <c:pt idx="135">
                        <c:v>57.588232088888887</c:v>
                      </c:pt>
                      <c:pt idx="136">
                        <c:v>50.078865251111111</c:v>
                      </c:pt>
                      <c:pt idx="137">
                        <c:v>52.184847971111111</c:v>
                      </c:pt>
                      <c:pt idx="138">
                        <c:v>56.285828408888889</c:v>
                      </c:pt>
                      <c:pt idx="139">
                        <c:v>64.796382866666661</c:v>
                      </c:pt>
                      <c:pt idx="140">
                        <c:v>70.197148157777775</c:v>
                      </c:pt>
                      <c:pt idx="141">
                        <c:v>80.653243202222228</c:v>
                      </c:pt>
                      <c:pt idx="142">
                        <c:v>77.042306304444438</c:v>
                      </c:pt>
                      <c:pt idx="143">
                        <c:v>64.285765962222229</c:v>
                      </c:pt>
                      <c:pt idx="144">
                        <c:v>45.032595093333335</c:v>
                      </c:pt>
                      <c:pt idx="145">
                        <c:v>26.852099204444446</c:v>
                      </c:pt>
                      <c:pt idx="146">
                        <c:v>16.017445804444446</c:v>
                      </c:pt>
                      <c:pt idx="147">
                        <c:v>9.3760621088888882</c:v>
                      </c:pt>
                      <c:pt idx="148">
                        <c:v>7.080638691111111</c:v>
                      </c:pt>
                      <c:pt idx="149">
                        <c:v>8.4120135377777778</c:v>
                      </c:pt>
                      <c:pt idx="150">
                        <c:v>18.002429137777778</c:v>
                      </c:pt>
                      <c:pt idx="151">
                        <c:v>27.171248724444446</c:v>
                      </c:pt>
                      <c:pt idx="152">
                        <c:v>32.788391660000002</c:v>
                      </c:pt>
                      <c:pt idx="153">
                        <c:v>35.866948753333332</c:v>
                      </c:pt>
                      <c:pt idx="154">
                        <c:v>39.929380597777779</c:v>
                      </c:pt>
                      <c:pt idx="155">
                        <c:v>45.126198251111113</c:v>
                      </c:pt>
                      <c:pt idx="156">
                        <c:v>48.752033066666669</c:v>
                      </c:pt>
                      <c:pt idx="157">
                        <c:v>55.281686435555557</c:v>
                      </c:pt>
                      <c:pt idx="158">
                        <c:v>56.709292019999999</c:v>
                      </c:pt>
                      <c:pt idx="159">
                        <c:v>54.535545766666665</c:v>
                      </c:pt>
                      <c:pt idx="160">
                        <c:v>50.332224144444446</c:v>
                      </c:pt>
                      <c:pt idx="161">
                        <c:v>53.506185291111109</c:v>
                      </c:pt>
                      <c:pt idx="162">
                        <c:v>53.665010231111111</c:v>
                      </c:pt>
                      <c:pt idx="163">
                        <c:v>62.789906788888892</c:v>
                      </c:pt>
                      <c:pt idx="164">
                        <c:v>69.916918644444451</c:v>
                      </c:pt>
                      <c:pt idx="165">
                        <c:v>80.024360380000005</c:v>
                      </c:pt>
                      <c:pt idx="166">
                        <c:v>76.497733671111106</c:v>
                      </c:pt>
                      <c:pt idx="167">
                        <c:v>61.251306857777777</c:v>
                      </c:pt>
                      <c:pt idx="168">
                        <c:v>41.804314486666669</c:v>
                      </c:pt>
                      <c:pt idx="169">
                        <c:v>24.797793142222222</c:v>
                      </c:pt>
                      <c:pt idx="170">
                        <c:v>14.222713384444445</c:v>
                      </c:pt>
                      <c:pt idx="171">
                        <c:v>8.9178119777777773</c:v>
                      </c:pt>
                      <c:pt idx="172">
                        <c:v>6.9537229511111107</c:v>
                      </c:pt>
                      <c:pt idx="173">
                        <c:v>8.4499443822222222</c:v>
                      </c:pt>
                      <c:pt idx="174">
                        <c:v>18.221537622222222</c:v>
                      </c:pt>
                      <c:pt idx="175">
                        <c:v>28.340799173333334</c:v>
                      </c:pt>
                      <c:pt idx="176">
                        <c:v>35.048407382222223</c:v>
                      </c:pt>
                      <c:pt idx="177">
                        <c:v>40.159401340000002</c:v>
                      </c:pt>
                      <c:pt idx="178">
                        <c:v>43.23981718666667</c:v>
                      </c:pt>
                      <c:pt idx="179">
                        <c:v>47.365315984444443</c:v>
                      </c:pt>
                      <c:pt idx="180">
                        <c:v>51.595771648888892</c:v>
                      </c:pt>
                      <c:pt idx="181">
                        <c:v>58.307329342222225</c:v>
                      </c:pt>
                      <c:pt idx="182">
                        <c:v>59.740879762222221</c:v>
                      </c:pt>
                      <c:pt idx="183">
                        <c:v>57.137088575555559</c:v>
                      </c:pt>
                      <c:pt idx="184">
                        <c:v>50.82433044222222</c:v>
                      </c:pt>
                      <c:pt idx="185">
                        <c:v>53.028822828888892</c:v>
                      </c:pt>
                      <c:pt idx="186">
                        <c:v>53.602573771111111</c:v>
                      </c:pt>
                      <c:pt idx="187">
                        <c:v>64.018482300000002</c:v>
                      </c:pt>
                      <c:pt idx="188">
                        <c:v>71.372277886666666</c:v>
                      </c:pt>
                      <c:pt idx="189">
                        <c:v>80.995931871111111</c:v>
                      </c:pt>
                      <c:pt idx="190">
                        <c:v>78.972190908888891</c:v>
                      </c:pt>
                      <c:pt idx="191">
                        <c:v>66.131322093333338</c:v>
                      </c:pt>
                      <c:pt idx="192">
                        <c:v>47.327224786666669</c:v>
                      </c:pt>
                      <c:pt idx="193">
                        <c:v>30.087356011111112</c:v>
                      </c:pt>
                      <c:pt idx="194">
                        <c:v>17.499759477777779</c:v>
                      </c:pt>
                      <c:pt idx="195">
                        <c:v>10.842437106666667</c:v>
                      </c:pt>
                      <c:pt idx="196">
                        <c:v>7.7090559599999997</c:v>
                      </c:pt>
                      <c:pt idx="197">
                        <c:v>8.1661794422222229</c:v>
                      </c:pt>
                      <c:pt idx="198">
                        <c:v>16.067579568888888</c:v>
                      </c:pt>
                      <c:pt idx="199">
                        <c:v>24.450426822222223</c:v>
                      </c:pt>
                      <c:pt idx="200">
                        <c:v>34.197356648888892</c:v>
                      </c:pt>
                      <c:pt idx="201">
                        <c:v>40.867165953333334</c:v>
                      </c:pt>
                      <c:pt idx="202">
                        <c:v>47.102522917777776</c:v>
                      </c:pt>
                      <c:pt idx="203">
                        <c:v>53.44664696666667</c:v>
                      </c:pt>
                      <c:pt idx="204">
                        <c:v>54.129432219999998</c:v>
                      </c:pt>
                      <c:pt idx="205">
                        <c:v>58.657039060000002</c:v>
                      </c:pt>
                      <c:pt idx="206">
                        <c:v>68.089012235555558</c:v>
                      </c:pt>
                      <c:pt idx="207">
                        <c:v>62.506473620000001</c:v>
                      </c:pt>
                      <c:pt idx="208">
                        <c:v>52.70133918222222</c:v>
                      </c:pt>
                      <c:pt idx="209">
                        <c:v>53.938003822222221</c:v>
                      </c:pt>
                      <c:pt idx="210">
                        <c:v>53.321819277777777</c:v>
                      </c:pt>
                      <c:pt idx="211">
                        <c:v>64.410407948888889</c:v>
                      </c:pt>
                      <c:pt idx="212">
                        <c:v>72.302349422222221</c:v>
                      </c:pt>
                      <c:pt idx="213">
                        <c:v>82.582310073333332</c:v>
                      </c:pt>
                      <c:pt idx="214">
                        <c:v>81.092419840000005</c:v>
                      </c:pt>
                      <c:pt idx="215">
                        <c:v>67.632824102222216</c:v>
                      </c:pt>
                      <c:pt idx="216">
                        <c:v>47.706339904444441</c:v>
                      </c:pt>
                      <c:pt idx="217">
                        <c:v>28.871710402222224</c:v>
                      </c:pt>
                      <c:pt idx="218">
                        <c:v>16.612333664444446</c:v>
                      </c:pt>
                      <c:pt idx="219">
                        <c:v>10.024430155555555</c:v>
                      </c:pt>
                      <c:pt idx="220">
                        <c:v>7.350687446666667</c:v>
                      </c:pt>
                      <c:pt idx="221">
                        <c:v>8.0443118222222214</c:v>
                      </c:pt>
                      <c:pt idx="222">
                        <c:v>16.029194775555556</c:v>
                      </c:pt>
                      <c:pt idx="223">
                        <c:v>24.976305735555556</c:v>
                      </c:pt>
                      <c:pt idx="224">
                        <c:v>33.425678228888891</c:v>
                      </c:pt>
                      <c:pt idx="225">
                        <c:v>38.80959631333333</c:v>
                      </c:pt>
                      <c:pt idx="226">
                        <c:v>42.894046377777777</c:v>
                      </c:pt>
                      <c:pt idx="227">
                        <c:v>47.794751553333334</c:v>
                      </c:pt>
                      <c:pt idx="228">
                        <c:v>50.761995357777778</c:v>
                      </c:pt>
                      <c:pt idx="229">
                        <c:v>59.994148524444448</c:v>
                      </c:pt>
                      <c:pt idx="230">
                        <c:v>62.866161226666669</c:v>
                      </c:pt>
                      <c:pt idx="231">
                        <c:v>59.206314048888892</c:v>
                      </c:pt>
                      <c:pt idx="232">
                        <c:v>51.405814508888888</c:v>
                      </c:pt>
                      <c:pt idx="233">
                        <c:v>53.134425691111112</c:v>
                      </c:pt>
                      <c:pt idx="234">
                        <c:v>53.69758736</c:v>
                      </c:pt>
                      <c:pt idx="235">
                        <c:v>63.088358497777776</c:v>
                      </c:pt>
                      <c:pt idx="236">
                        <c:v>72.244901395555559</c:v>
                      </c:pt>
                      <c:pt idx="237">
                        <c:v>82.594076084444438</c:v>
                      </c:pt>
                      <c:pt idx="238">
                        <c:v>77.114214482222224</c:v>
                      </c:pt>
                      <c:pt idx="239">
                        <c:v>61.71967816888889</c:v>
                      </c:pt>
                      <c:pt idx="240">
                        <c:v>41.024390084444441</c:v>
                      </c:pt>
                      <c:pt idx="241">
                        <c:v>24.28505391111111</c:v>
                      </c:pt>
                      <c:pt idx="242">
                        <c:v>13.896628508888888</c:v>
                      </c:pt>
                      <c:pt idx="243">
                        <c:v>8.9408250533333327</c:v>
                      </c:pt>
                      <c:pt idx="244">
                        <c:v>6.9412649111111113</c:v>
                      </c:pt>
                      <c:pt idx="245">
                        <c:v>8.0241899977777784</c:v>
                      </c:pt>
                      <c:pt idx="246">
                        <c:v>17.187426120000001</c:v>
                      </c:pt>
                      <c:pt idx="247">
                        <c:v>26.137822951111112</c:v>
                      </c:pt>
                      <c:pt idx="248">
                        <c:v>32.210286795555554</c:v>
                      </c:pt>
                      <c:pt idx="249">
                        <c:v>34.289650235555555</c:v>
                      </c:pt>
                      <c:pt idx="250">
                        <c:v>37.908462622222224</c:v>
                      </c:pt>
                      <c:pt idx="251">
                        <c:v>43.415811699999999</c:v>
                      </c:pt>
                      <c:pt idx="252">
                        <c:v>47.159939546666664</c:v>
                      </c:pt>
                      <c:pt idx="253">
                        <c:v>54.150569311111113</c:v>
                      </c:pt>
                      <c:pt idx="254">
                        <c:v>55.714357951111111</c:v>
                      </c:pt>
                      <c:pt idx="255">
                        <c:v>53.530025102222226</c:v>
                      </c:pt>
                      <c:pt idx="256">
                        <c:v>50.063815606666665</c:v>
                      </c:pt>
                      <c:pt idx="257">
                        <c:v>53.875573453333331</c:v>
                      </c:pt>
                      <c:pt idx="258">
                        <c:v>54.385591708888889</c:v>
                      </c:pt>
                      <c:pt idx="259">
                        <c:v>63.413719422222222</c:v>
                      </c:pt>
                      <c:pt idx="260">
                        <c:v>72.066868237777783</c:v>
                      </c:pt>
                      <c:pt idx="261">
                        <c:v>80.605962286666667</c:v>
                      </c:pt>
                      <c:pt idx="262">
                        <c:v>76.094253457777782</c:v>
                      </c:pt>
                      <c:pt idx="263">
                        <c:v>60.101003519999999</c:v>
                      </c:pt>
                      <c:pt idx="264">
                        <c:v>39.61294482666667</c:v>
                      </c:pt>
                      <c:pt idx="265">
                        <c:v>23.326743664444443</c:v>
                      </c:pt>
                      <c:pt idx="266">
                        <c:v>13.194433137777779</c:v>
                      </c:pt>
                      <c:pt idx="267">
                        <c:v>8.4775800177777771</c:v>
                      </c:pt>
                      <c:pt idx="268">
                        <c:v>6.7898165333333331</c:v>
                      </c:pt>
                      <c:pt idx="269">
                        <c:v>7.9884307066666667</c:v>
                      </c:pt>
                      <c:pt idx="270">
                        <c:v>17.713721273333334</c:v>
                      </c:pt>
                      <c:pt idx="271">
                        <c:v>27.107401635555554</c:v>
                      </c:pt>
                      <c:pt idx="272">
                        <c:v>32.41280880888889</c:v>
                      </c:pt>
                      <c:pt idx="273">
                        <c:v>35.414611933333333</c:v>
                      </c:pt>
                      <c:pt idx="274">
                        <c:v>39.264109924444448</c:v>
                      </c:pt>
                      <c:pt idx="275">
                        <c:v>44.37247456888889</c:v>
                      </c:pt>
                      <c:pt idx="276">
                        <c:v>48.438431762222223</c:v>
                      </c:pt>
                      <c:pt idx="277">
                        <c:v>55.126981173333334</c:v>
                      </c:pt>
                      <c:pt idx="278">
                        <c:v>55.58841845111111</c:v>
                      </c:pt>
                      <c:pt idx="279">
                        <c:v>53.490639308888888</c:v>
                      </c:pt>
                      <c:pt idx="280">
                        <c:v>50.34177216222222</c:v>
                      </c:pt>
                      <c:pt idx="281">
                        <c:v>53.525716651111111</c:v>
                      </c:pt>
                      <c:pt idx="282">
                        <c:v>53.539109655555556</c:v>
                      </c:pt>
                      <c:pt idx="283">
                        <c:v>63.554736426666665</c:v>
                      </c:pt>
                      <c:pt idx="284">
                        <c:v>72.757666866666668</c:v>
                      </c:pt>
                      <c:pt idx="285">
                        <c:v>82.257735571111112</c:v>
                      </c:pt>
                      <c:pt idx="286">
                        <c:v>76.610552662222219</c:v>
                      </c:pt>
                      <c:pt idx="287">
                        <c:v>60.362046213333336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4CCE-4206-81AF-7668647A5ABE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12-10-2026'!$J$1</c15:sqref>
                        </c15:formulaRef>
                      </c:ext>
                    </c:extLst>
                    <c:strCache>
                      <c:ptCount val="1"/>
                      <c:pt idx="0">
                        <c:v>BMR-DGW1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12-10-2026'!$J$2:$J$289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4.7150863644444447</c:v>
                      </c:pt>
                      <c:pt idx="1">
                        <c:v>2.79348274</c:v>
                      </c:pt>
                      <c:pt idx="2">
                        <c:v>1.61412936</c:v>
                      </c:pt>
                      <c:pt idx="3">
                        <c:v>1.0455524866666666</c:v>
                      </c:pt>
                      <c:pt idx="4">
                        <c:v>0.91988577111111114</c:v>
                      </c:pt>
                      <c:pt idx="5">
                        <c:v>1.3609440955555556</c:v>
                      </c:pt>
                      <c:pt idx="6">
                        <c:v>2.7166018444444444</c:v>
                      </c:pt>
                      <c:pt idx="7">
                        <c:v>3.9623833733333331</c:v>
                      </c:pt>
                      <c:pt idx="8">
                        <c:v>4.268624735555556</c:v>
                      </c:pt>
                      <c:pt idx="9">
                        <c:v>4.2399048777777777</c:v>
                      </c:pt>
                      <c:pt idx="10">
                        <c:v>4.3460099533333336</c:v>
                      </c:pt>
                      <c:pt idx="11">
                        <c:v>4.8104389666666663</c:v>
                      </c:pt>
                      <c:pt idx="12">
                        <c:v>5.4845724022222226</c:v>
                      </c:pt>
                      <c:pt idx="13">
                        <c:v>6.2901444133333335</c:v>
                      </c:pt>
                      <c:pt idx="14">
                        <c:v>6.6273526488888885</c:v>
                      </c:pt>
                      <c:pt idx="15">
                        <c:v>6.3559021822222226</c:v>
                      </c:pt>
                      <c:pt idx="16">
                        <c:v>5.3122707399999998</c:v>
                      </c:pt>
                      <c:pt idx="17">
                        <c:v>4.8941382666666664</c:v>
                      </c:pt>
                      <c:pt idx="18">
                        <c:v>5.0326159022222221</c:v>
                      </c:pt>
                      <c:pt idx="19">
                        <c:v>6.0977596955555553</c:v>
                      </c:pt>
                      <c:pt idx="20">
                        <c:v>6.5825109177777774</c:v>
                      </c:pt>
                      <c:pt idx="21">
                        <c:v>7.5775862933333329</c:v>
                      </c:pt>
                      <c:pt idx="22">
                        <c:v>7.8548659955555555</c:v>
                      </c:pt>
                      <c:pt idx="23">
                        <c:v>6.8665391755555554</c:v>
                      </c:pt>
                      <c:pt idx="24">
                        <c:v>5.0778910177777776</c:v>
                      </c:pt>
                      <c:pt idx="25">
                        <c:v>3.1814328844444444</c:v>
                      </c:pt>
                      <c:pt idx="26">
                        <c:v>1.8637652022222222</c:v>
                      </c:pt>
                      <c:pt idx="27">
                        <c:v>1.1914245644444443</c:v>
                      </c:pt>
                      <c:pt idx="28">
                        <c:v>0.94009377333333333</c:v>
                      </c:pt>
                      <c:pt idx="29">
                        <c:v>1.24613258</c:v>
                      </c:pt>
                      <c:pt idx="30">
                        <c:v>2.3634316444444443</c:v>
                      </c:pt>
                      <c:pt idx="31">
                        <c:v>3.5625835711111109</c:v>
                      </c:pt>
                      <c:pt idx="32">
                        <c:v>4.6003153711111109</c:v>
                      </c:pt>
                      <c:pt idx="33">
                        <c:v>4.9343066733333334</c:v>
                      </c:pt>
                      <c:pt idx="34">
                        <c:v>5.1702186577777773</c:v>
                      </c:pt>
                      <c:pt idx="35">
                        <c:v>5.7767192688888889</c:v>
                      </c:pt>
                      <c:pt idx="36">
                        <c:v>6.171995311111111</c:v>
                      </c:pt>
                      <c:pt idx="37">
                        <c:v>6.681857642222222</c:v>
                      </c:pt>
                      <c:pt idx="38">
                        <c:v>7.4255420422222222</c:v>
                      </c:pt>
                      <c:pt idx="39">
                        <c:v>6.9777517666666666</c:v>
                      </c:pt>
                      <c:pt idx="40">
                        <c:v>5.5883561999999998</c:v>
                      </c:pt>
                      <c:pt idx="41">
                        <c:v>5.1728916266666669</c:v>
                      </c:pt>
                      <c:pt idx="42">
                        <c:v>5.356992642222222</c:v>
                      </c:pt>
                      <c:pt idx="43">
                        <c:v>6.3945630266666669</c:v>
                      </c:pt>
                      <c:pt idx="44">
                        <c:v>6.8210814733333329</c:v>
                      </c:pt>
                      <c:pt idx="45">
                        <c:v>7.8436307311111113</c:v>
                      </c:pt>
                      <c:pt idx="46">
                        <c:v>8.1026763200000005</c:v>
                      </c:pt>
                      <c:pt idx="47">
                        <c:v>7.103100546666667</c:v>
                      </c:pt>
                      <c:pt idx="48">
                        <c:v>5.2214188200000002</c:v>
                      </c:pt>
                      <c:pt idx="49">
                        <c:v>3.2022697288888891</c:v>
                      </c:pt>
                      <c:pt idx="50">
                        <c:v>1.9273914488888888</c:v>
                      </c:pt>
                      <c:pt idx="51">
                        <c:v>1.2369375600000001</c:v>
                      </c:pt>
                      <c:pt idx="52">
                        <c:v>1.0452270822222223</c:v>
                      </c:pt>
                      <c:pt idx="53">
                        <c:v>1.4093910999999999</c:v>
                      </c:pt>
                      <c:pt idx="54">
                        <c:v>2.5706300022222224</c:v>
                      </c:pt>
                      <c:pt idx="55">
                        <c:v>3.808300251111111</c:v>
                      </c:pt>
                      <c:pt idx="56">
                        <c:v>4.579302133333333</c:v>
                      </c:pt>
                      <c:pt idx="57">
                        <c:v>4.7552931977777781</c:v>
                      </c:pt>
                      <c:pt idx="58">
                        <c:v>4.8256011466666671</c:v>
                      </c:pt>
                      <c:pt idx="59">
                        <c:v>5.2207735733333331</c:v>
                      </c:pt>
                      <c:pt idx="60">
                        <c:v>5.6867112222222218</c:v>
                      </c:pt>
                      <c:pt idx="61">
                        <c:v>6.5277457844444449</c:v>
                      </c:pt>
                      <c:pt idx="62">
                        <c:v>6.9336608955555556</c:v>
                      </c:pt>
                      <c:pt idx="63">
                        <c:v>6.5079248555555553</c:v>
                      </c:pt>
                      <c:pt idx="64">
                        <c:v>5.3527093288888885</c:v>
                      </c:pt>
                      <c:pt idx="65">
                        <c:v>4.9928417044444444</c:v>
                      </c:pt>
                      <c:pt idx="66">
                        <c:v>5.1568461644444445</c:v>
                      </c:pt>
                      <c:pt idx="67">
                        <c:v>6.183216166666667</c:v>
                      </c:pt>
                      <c:pt idx="68">
                        <c:v>6.7286867399999997</c:v>
                      </c:pt>
                      <c:pt idx="69">
                        <c:v>7.6533856133333336</c:v>
                      </c:pt>
                      <c:pt idx="70">
                        <c:v>7.7861724666666667</c:v>
                      </c:pt>
                      <c:pt idx="71">
                        <c:v>6.6226062133333334</c:v>
                      </c:pt>
                      <c:pt idx="72">
                        <c:v>4.4864985822222225</c:v>
                      </c:pt>
                      <c:pt idx="73">
                        <c:v>2.6660788533333335</c:v>
                      </c:pt>
                      <c:pt idx="74">
                        <c:v>1.60751592</c:v>
                      </c:pt>
                      <c:pt idx="75">
                        <c:v>1.1079131555555555</c:v>
                      </c:pt>
                      <c:pt idx="76">
                        <c:v>0.99560155333333333</c:v>
                      </c:pt>
                      <c:pt idx="77">
                        <c:v>1.3310038777777777</c:v>
                      </c:pt>
                      <c:pt idx="78">
                        <c:v>2.6967070977777778</c:v>
                      </c:pt>
                      <c:pt idx="79">
                        <c:v>3.7777215200000001</c:v>
                      </c:pt>
                      <c:pt idx="80">
                        <c:v>4.1682226755555556</c:v>
                      </c:pt>
                      <c:pt idx="81">
                        <c:v>4.1902742177777776</c:v>
                      </c:pt>
                      <c:pt idx="82">
                        <c:v>4.2371875066666664</c:v>
                      </c:pt>
                      <c:pt idx="83">
                        <c:v>4.6712693066666668</c:v>
                      </c:pt>
                      <c:pt idx="84">
                        <c:v>5.2006425377777781</c:v>
                      </c:pt>
                      <c:pt idx="85">
                        <c:v>5.8859264355555556</c:v>
                      </c:pt>
                      <c:pt idx="86">
                        <c:v>6.0742032711111111</c:v>
                      </c:pt>
                      <c:pt idx="87">
                        <c:v>5.8859464399999997</c:v>
                      </c:pt>
                      <c:pt idx="88">
                        <c:v>5.1000955777777781</c:v>
                      </c:pt>
                      <c:pt idx="89">
                        <c:v>4.7429827844444441</c:v>
                      </c:pt>
                      <c:pt idx="90">
                        <c:v>5.0714306644444447</c:v>
                      </c:pt>
                      <c:pt idx="91">
                        <c:v>6.0404935799999997</c:v>
                      </c:pt>
                      <c:pt idx="92">
                        <c:v>6.5411803422222219</c:v>
                      </c:pt>
                      <c:pt idx="93">
                        <c:v>7.5082221000000002</c:v>
                      </c:pt>
                      <c:pt idx="94">
                        <c:v>7.5807869333333331</c:v>
                      </c:pt>
                      <c:pt idx="95">
                        <c:v>6.3336801266666667</c:v>
                      </c:pt>
                      <c:pt idx="96">
                        <c:v>4.2658935511111107</c:v>
                      </c:pt>
                      <c:pt idx="97">
                        <c:v>2.4841240666666669</c:v>
                      </c:pt>
                      <c:pt idx="98">
                        <c:v>1.4502789177777777</c:v>
                      </c:pt>
                      <c:pt idx="99">
                        <c:v>0.99822053777777775</c:v>
                      </c:pt>
                      <c:pt idx="100">
                        <c:v>0.8997989666666667</c:v>
                      </c:pt>
                      <c:pt idx="101">
                        <c:v>1.2810598177777779</c:v>
                      </c:pt>
                      <c:pt idx="102">
                        <c:v>2.6998945088888888</c:v>
                      </c:pt>
                      <c:pt idx="103">
                        <c:v>3.8243468666666667</c:v>
                      </c:pt>
                      <c:pt idx="104">
                        <c:v>4.1934440244444442</c:v>
                      </c:pt>
                      <c:pt idx="105">
                        <c:v>4.0776339111111115</c:v>
                      </c:pt>
                      <c:pt idx="106">
                        <c:v>4.1601507222222223</c:v>
                      </c:pt>
                      <c:pt idx="107">
                        <c:v>4.63192088</c:v>
                      </c:pt>
                      <c:pt idx="108">
                        <c:v>5.2449084844444442</c:v>
                      </c:pt>
                      <c:pt idx="109">
                        <c:v>5.956073942222222</c:v>
                      </c:pt>
                      <c:pt idx="110">
                        <c:v>6.1551246111111109</c:v>
                      </c:pt>
                      <c:pt idx="111">
                        <c:v>5.9631463422222222</c:v>
                      </c:pt>
                      <c:pt idx="112">
                        <c:v>5.1437708511111113</c:v>
                      </c:pt>
                      <c:pt idx="113">
                        <c:v>4.7931888288888889</c:v>
                      </c:pt>
                      <c:pt idx="114">
                        <c:v>5.0506512311111109</c:v>
                      </c:pt>
                      <c:pt idx="115">
                        <c:v>6.1211493311111109</c:v>
                      </c:pt>
                      <c:pt idx="116">
                        <c:v>6.6074367444444446</c:v>
                      </c:pt>
                      <c:pt idx="117">
                        <c:v>7.5317638288888888</c:v>
                      </c:pt>
                      <c:pt idx="118">
                        <c:v>7.7537499288888885</c:v>
                      </c:pt>
                      <c:pt idx="119">
                        <c:v>6.402824228888889</c:v>
                      </c:pt>
                      <c:pt idx="120">
                        <c:v>4.3502429999999999</c:v>
                      </c:pt>
                      <c:pt idx="121">
                        <c:v>2.5698270311111111</c:v>
                      </c:pt>
                      <c:pt idx="122">
                        <c:v>1.5107830777777778</c:v>
                      </c:pt>
                      <c:pt idx="123">
                        <c:v>1.0147924155555557</c:v>
                      </c:pt>
                      <c:pt idx="124">
                        <c:v>0.9270931911111111</c:v>
                      </c:pt>
                      <c:pt idx="125">
                        <c:v>1.3287361955555557</c:v>
                      </c:pt>
                      <c:pt idx="126">
                        <c:v>2.8017457488888891</c:v>
                      </c:pt>
                      <c:pt idx="127">
                        <c:v>3.8979889733333333</c:v>
                      </c:pt>
                      <c:pt idx="128">
                        <c:v>4.1387310444444445</c:v>
                      </c:pt>
                      <c:pt idx="129">
                        <c:v>4.1293871111111109</c:v>
                      </c:pt>
                      <c:pt idx="130">
                        <c:v>4.2033952066666664</c:v>
                      </c:pt>
                      <c:pt idx="131">
                        <c:v>4.7061438355555554</c:v>
                      </c:pt>
                      <c:pt idx="132">
                        <c:v>5.4238897777777781</c:v>
                      </c:pt>
                      <c:pt idx="133">
                        <c:v>6.4287084733333337</c:v>
                      </c:pt>
                      <c:pt idx="134">
                        <c:v>6.751702751111111</c:v>
                      </c:pt>
                      <c:pt idx="135">
                        <c:v>6.3738901555555554</c:v>
                      </c:pt>
                      <c:pt idx="136">
                        <c:v>5.2129739333333331</c:v>
                      </c:pt>
                      <c:pt idx="137">
                        <c:v>4.9039031755555555</c:v>
                      </c:pt>
                      <c:pt idx="138">
                        <c:v>5.3465574377777774</c:v>
                      </c:pt>
                      <c:pt idx="139">
                        <c:v>6.269728146666667</c:v>
                      </c:pt>
                      <c:pt idx="140">
                        <c:v>6.6118620577777776</c:v>
                      </c:pt>
                      <c:pt idx="141">
                        <c:v>7.5861919311111112</c:v>
                      </c:pt>
                      <c:pt idx="142">
                        <c:v>7.6928131177777779</c:v>
                      </c:pt>
                      <c:pt idx="143">
                        <c:v>6.4697109866666667</c:v>
                      </c:pt>
                      <c:pt idx="144">
                        <c:v>4.3992625977777777</c:v>
                      </c:pt>
                      <c:pt idx="145">
                        <c:v>2.6338407066666667</c:v>
                      </c:pt>
                      <c:pt idx="146">
                        <c:v>1.6071727466666668</c:v>
                      </c:pt>
                      <c:pt idx="147">
                        <c:v>1.0986633800000001</c:v>
                      </c:pt>
                      <c:pt idx="148">
                        <c:v>0.97081767777777783</c:v>
                      </c:pt>
                      <c:pt idx="149">
                        <c:v>1.3534371977777777</c:v>
                      </c:pt>
                      <c:pt idx="150">
                        <c:v>2.841922842222222</c:v>
                      </c:pt>
                      <c:pt idx="151">
                        <c:v>3.9147980444444443</c:v>
                      </c:pt>
                      <c:pt idx="152">
                        <c:v>4.1817903155555554</c:v>
                      </c:pt>
                      <c:pt idx="153">
                        <c:v>4.1199407355555557</c:v>
                      </c:pt>
                      <c:pt idx="154">
                        <c:v>4.1984539088888893</c:v>
                      </c:pt>
                      <c:pt idx="155">
                        <c:v>4.6593520333333336</c:v>
                      </c:pt>
                      <c:pt idx="156">
                        <c:v>5.2540349866666665</c:v>
                      </c:pt>
                      <c:pt idx="157">
                        <c:v>5.9832125200000004</c:v>
                      </c:pt>
                      <c:pt idx="158">
                        <c:v>6.2042895977777777</c:v>
                      </c:pt>
                      <c:pt idx="159">
                        <c:v>5.9138670733333329</c:v>
                      </c:pt>
                      <c:pt idx="160">
                        <c:v>5.1693820888888888</c:v>
                      </c:pt>
                      <c:pt idx="161">
                        <c:v>4.9076590600000003</c:v>
                      </c:pt>
                      <c:pt idx="162">
                        <c:v>5.261527237777778</c:v>
                      </c:pt>
                      <c:pt idx="163">
                        <c:v>6.2610437488888886</c:v>
                      </c:pt>
                      <c:pt idx="164">
                        <c:v>6.6912453288888889</c:v>
                      </c:pt>
                      <c:pt idx="165">
                        <c:v>7.5872038599999998</c:v>
                      </c:pt>
                      <c:pt idx="166">
                        <c:v>7.6926889111111114</c:v>
                      </c:pt>
                      <c:pt idx="167">
                        <c:v>6.2673329933333335</c:v>
                      </c:pt>
                      <c:pt idx="168">
                        <c:v>4.2644409288888889</c:v>
                      </c:pt>
                      <c:pt idx="169">
                        <c:v>2.5728265355555555</c:v>
                      </c:pt>
                      <c:pt idx="170">
                        <c:v>1.5027967777777778</c:v>
                      </c:pt>
                      <c:pt idx="171">
                        <c:v>1.0548062533333333</c:v>
                      </c:pt>
                      <c:pt idx="172">
                        <c:v>0.97967067555555554</c:v>
                      </c:pt>
                      <c:pt idx="173">
                        <c:v>1.34454406</c:v>
                      </c:pt>
                      <c:pt idx="174">
                        <c:v>2.8919055333333334</c:v>
                      </c:pt>
                      <c:pt idx="175">
                        <c:v>4.0580163911111109</c:v>
                      </c:pt>
                      <c:pt idx="176">
                        <c:v>4.4464121133333334</c:v>
                      </c:pt>
                      <c:pt idx="177">
                        <c:v>4.3816503955555559</c:v>
                      </c:pt>
                      <c:pt idx="178">
                        <c:v>4.3857814399999997</c:v>
                      </c:pt>
                      <c:pt idx="179">
                        <c:v>4.7756483933333334</c:v>
                      </c:pt>
                      <c:pt idx="180">
                        <c:v>5.4189849644444443</c:v>
                      </c:pt>
                      <c:pt idx="181">
                        <c:v>6.1815599800000003</c:v>
                      </c:pt>
                      <c:pt idx="182">
                        <c:v>6.4618156066666668</c:v>
                      </c:pt>
                      <c:pt idx="183">
                        <c:v>6.2181922399999996</c:v>
                      </c:pt>
                      <c:pt idx="184">
                        <c:v>5.2163519000000003</c:v>
                      </c:pt>
                      <c:pt idx="185">
                        <c:v>5.0181355200000004</c:v>
                      </c:pt>
                      <c:pt idx="186">
                        <c:v>5.3481072488888888</c:v>
                      </c:pt>
                      <c:pt idx="187">
                        <c:v>6.3394292866666664</c:v>
                      </c:pt>
                      <c:pt idx="188">
                        <c:v>6.8318131266666668</c:v>
                      </c:pt>
                      <c:pt idx="189">
                        <c:v>7.6564977555555558</c:v>
                      </c:pt>
                      <c:pt idx="190">
                        <c:v>7.866721817777778</c:v>
                      </c:pt>
                      <c:pt idx="191">
                        <c:v>6.75098018</c:v>
                      </c:pt>
                      <c:pt idx="192">
                        <c:v>4.8733549444444444</c:v>
                      </c:pt>
                      <c:pt idx="193">
                        <c:v>3.0468550688888887</c:v>
                      </c:pt>
                      <c:pt idx="194">
                        <c:v>1.7634242466666668</c:v>
                      </c:pt>
                      <c:pt idx="195">
                        <c:v>1.2003983266666667</c:v>
                      </c:pt>
                      <c:pt idx="196">
                        <c:v>1.0376545933333334</c:v>
                      </c:pt>
                      <c:pt idx="197">
                        <c:v>1.2774697488888889</c:v>
                      </c:pt>
                      <c:pt idx="198">
                        <c:v>2.5073967844444445</c:v>
                      </c:pt>
                      <c:pt idx="199">
                        <c:v>3.7673075333333332</c:v>
                      </c:pt>
                      <c:pt idx="200">
                        <c:v>4.7074515866666671</c:v>
                      </c:pt>
                      <c:pt idx="201">
                        <c:v>5.010541326666667</c:v>
                      </c:pt>
                      <c:pt idx="202">
                        <c:v>5.1671932622222219</c:v>
                      </c:pt>
                      <c:pt idx="203">
                        <c:v>5.6953126000000003</c:v>
                      </c:pt>
                      <c:pt idx="204">
                        <c:v>6.0672338377777777</c:v>
                      </c:pt>
                      <c:pt idx="205">
                        <c:v>6.5078507111111108</c:v>
                      </c:pt>
                      <c:pt idx="206">
                        <c:v>7.1739722822222225</c:v>
                      </c:pt>
                      <c:pt idx="207">
                        <c:v>6.7187756533333332</c:v>
                      </c:pt>
                      <c:pt idx="208">
                        <c:v>5.4978564955555553</c:v>
                      </c:pt>
                      <c:pt idx="209">
                        <c:v>5.1531098399999999</c:v>
                      </c:pt>
                      <c:pt idx="210">
                        <c:v>5.4051423577777777</c:v>
                      </c:pt>
                      <c:pt idx="211">
                        <c:v>6.4455399088888887</c:v>
                      </c:pt>
                      <c:pt idx="212">
                        <c:v>6.9116645355555555</c:v>
                      </c:pt>
                      <c:pt idx="213">
                        <c:v>7.8830911133333332</c:v>
                      </c:pt>
                      <c:pt idx="214">
                        <c:v>8.0399611222222216</c:v>
                      </c:pt>
                      <c:pt idx="215">
                        <c:v>6.9344017977777774</c:v>
                      </c:pt>
                      <c:pt idx="216">
                        <c:v>4.9528256644444442</c:v>
                      </c:pt>
                      <c:pt idx="217">
                        <c:v>2.9994369933333331</c:v>
                      </c:pt>
                      <c:pt idx="218">
                        <c:v>1.7904967666666667</c:v>
                      </c:pt>
                      <c:pt idx="219">
                        <c:v>1.190976691111111</c:v>
                      </c:pt>
                      <c:pt idx="220">
                        <c:v>1.0465972444444445</c:v>
                      </c:pt>
                      <c:pt idx="221">
                        <c:v>1.3128616955555557</c:v>
                      </c:pt>
                      <c:pt idx="222">
                        <c:v>2.6759109511111112</c:v>
                      </c:pt>
                      <c:pt idx="223">
                        <c:v>3.8486576622222222</c:v>
                      </c:pt>
                      <c:pt idx="224">
                        <c:v>4.5167204822222224</c:v>
                      </c:pt>
                      <c:pt idx="225">
                        <c:v>4.6005355400000001</c:v>
                      </c:pt>
                      <c:pt idx="226">
                        <c:v>4.6840888133333332</c:v>
                      </c:pt>
                      <c:pt idx="227">
                        <c:v>5.0524247577777777</c:v>
                      </c:pt>
                      <c:pt idx="228">
                        <c:v>5.5443243111111107</c:v>
                      </c:pt>
                      <c:pt idx="229">
                        <c:v>6.4266777711111107</c:v>
                      </c:pt>
                      <c:pt idx="230">
                        <c:v>6.8432792755555552</c:v>
                      </c:pt>
                      <c:pt idx="231">
                        <c:v>6.3803419733333335</c:v>
                      </c:pt>
                      <c:pt idx="232">
                        <c:v>5.2665821066666663</c:v>
                      </c:pt>
                      <c:pt idx="233">
                        <c:v>4.9437597844444445</c:v>
                      </c:pt>
                      <c:pt idx="234">
                        <c:v>5.2179632111111109</c:v>
                      </c:pt>
                      <c:pt idx="235">
                        <c:v>6.1676056333333333</c:v>
                      </c:pt>
                      <c:pt idx="236">
                        <c:v>6.7914170088888888</c:v>
                      </c:pt>
                      <c:pt idx="237">
                        <c:v>7.742792711111111</c:v>
                      </c:pt>
                      <c:pt idx="238">
                        <c:v>7.6719518200000003</c:v>
                      </c:pt>
                      <c:pt idx="239">
                        <c:v>6.2097845555555553</c:v>
                      </c:pt>
                      <c:pt idx="240">
                        <c:v>4.1609699466666665</c:v>
                      </c:pt>
                      <c:pt idx="241">
                        <c:v>2.4243448733333333</c:v>
                      </c:pt>
                      <c:pt idx="242">
                        <c:v>1.5136026377777778</c:v>
                      </c:pt>
                      <c:pt idx="243">
                        <c:v>1.0656401733333334</c:v>
                      </c:pt>
                      <c:pt idx="244">
                        <c:v>0.92878136888888885</c:v>
                      </c:pt>
                      <c:pt idx="245">
                        <c:v>1.2654478644444445</c:v>
                      </c:pt>
                      <c:pt idx="246">
                        <c:v>2.7126816555555555</c:v>
                      </c:pt>
                      <c:pt idx="247">
                        <c:v>3.8376670155555557</c:v>
                      </c:pt>
                      <c:pt idx="248">
                        <c:v>4.0683368822222219</c:v>
                      </c:pt>
                      <c:pt idx="249">
                        <c:v>3.9962752355555557</c:v>
                      </c:pt>
                      <c:pt idx="250">
                        <c:v>4.0644305977777782</c:v>
                      </c:pt>
                      <c:pt idx="251">
                        <c:v>4.4586382022222226</c:v>
                      </c:pt>
                      <c:pt idx="252">
                        <c:v>5.0881191266666663</c:v>
                      </c:pt>
                      <c:pt idx="253">
                        <c:v>5.7878100088888891</c:v>
                      </c:pt>
                      <c:pt idx="254">
                        <c:v>6.0748576844444448</c:v>
                      </c:pt>
                      <c:pt idx="255">
                        <c:v>5.8474258688888892</c:v>
                      </c:pt>
                      <c:pt idx="256">
                        <c:v>5.0548071777777777</c:v>
                      </c:pt>
                      <c:pt idx="257">
                        <c:v>4.9216341200000002</c:v>
                      </c:pt>
                      <c:pt idx="258">
                        <c:v>5.2351188444444441</c:v>
                      </c:pt>
                      <c:pt idx="259">
                        <c:v>6.21546968</c:v>
                      </c:pt>
                      <c:pt idx="260">
                        <c:v>6.7686913044444443</c:v>
                      </c:pt>
                      <c:pt idx="261">
                        <c:v>7.7308948644444442</c:v>
                      </c:pt>
                      <c:pt idx="262">
                        <c:v>7.6132063488888893</c:v>
                      </c:pt>
                      <c:pt idx="263">
                        <c:v>6.1773803000000003</c:v>
                      </c:pt>
                      <c:pt idx="264">
                        <c:v>4.148938697777778</c:v>
                      </c:pt>
                      <c:pt idx="265">
                        <c:v>2.4096596688888887</c:v>
                      </c:pt>
                      <c:pt idx="266">
                        <c:v>1.4700217266666666</c:v>
                      </c:pt>
                      <c:pt idx="267">
                        <c:v>1.05296258</c:v>
                      </c:pt>
                      <c:pt idx="268">
                        <c:v>0.92682424444444445</c:v>
                      </c:pt>
                      <c:pt idx="269">
                        <c:v>1.3066785599999999</c:v>
                      </c:pt>
                      <c:pt idx="270">
                        <c:v>2.7892216711111111</c:v>
                      </c:pt>
                      <c:pt idx="271">
                        <c:v>3.9024414155555553</c:v>
                      </c:pt>
                      <c:pt idx="272">
                        <c:v>4.2039146111111112</c:v>
                      </c:pt>
                      <c:pt idx="273">
                        <c:v>4.0788294399999998</c:v>
                      </c:pt>
                      <c:pt idx="274">
                        <c:v>4.135962133333333</c:v>
                      </c:pt>
                      <c:pt idx="275">
                        <c:v>4.5958670177777776</c:v>
                      </c:pt>
                      <c:pt idx="276">
                        <c:v>5.1307103644444441</c:v>
                      </c:pt>
                      <c:pt idx="277">
                        <c:v>5.8220200933333333</c:v>
                      </c:pt>
                      <c:pt idx="278">
                        <c:v>5.9542781688888891</c:v>
                      </c:pt>
                      <c:pt idx="279">
                        <c:v>5.8326058533333329</c:v>
                      </c:pt>
                      <c:pt idx="280">
                        <c:v>5.1119284066666664</c:v>
                      </c:pt>
                      <c:pt idx="281">
                        <c:v>4.9103955155555559</c:v>
                      </c:pt>
                      <c:pt idx="282">
                        <c:v>5.2168076577777782</c:v>
                      </c:pt>
                      <c:pt idx="283">
                        <c:v>6.181918675555556</c:v>
                      </c:pt>
                      <c:pt idx="284">
                        <c:v>6.8226482977777776</c:v>
                      </c:pt>
                      <c:pt idx="285">
                        <c:v>7.739850726666667</c:v>
                      </c:pt>
                      <c:pt idx="286">
                        <c:v>7.5717265622222225</c:v>
                      </c:pt>
                      <c:pt idx="287">
                        <c:v>6.0342535844444445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4CCE-4206-81AF-7668647A5ABE}"/>
                  </c:ext>
                </c:extLst>
              </c15:ser>
            </c15:filteredLineSeries>
            <c15:filteredLin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12-10-2026'!$K$1</c15:sqref>
                        </c15:formulaRef>
                      </c:ext>
                    </c:extLst>
                    <c:strCache>
                      <c:ptCount val="1"/>
                      <c:pt idx="0">
                        <c:v>BMR-DGW1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12-10-2026'!$K$2:$K$289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50.278950315555555</c:v>
                      </c:pt>
                      <c:pt idx="1">
                        <c:v>30.526366020000001</c:v>
                      </c:pt>
                      <c:pt idx="2">
                        <c:v>17.149961820000001</c:v>
                      </c:pt>
                      <c:pt idx="3">
                        <c:v>10.706877553333333</c:v>
                      </c:pt>
                      <c:pt idx="4">
                        <c:v>8.1592795488888896</c:v>
                      </c:pt>
                      <c:pt idx="5">
                        <c:v>10.01145992</c:v>
                      </c:pt>
                      <c:pt idx="6">
                        <c:v>20.354250526666668</c:v>
                      </c:pt>
                      <c:pt idx="7">
                        <c:v>31.223531535555555</c:v>
                      </c:pt>
                      <c:pt idx="8">
                        <c:v>37.434800508888891</c:v>
                      </c:pt>
                      <c:pt idx="9">
                        <c:v>40.999460224444448</c:v>
                      </c:pt>
                      <c:pt idx="10">
                        <c:v>45.496814968888891</c:v>
                      </c:pt>
                      <c:pt idx="11">
                        <c:v>51.439325475555556</c:v>
                      </c:pt>
                      <c:pt idx="12">
                        <c:v>56.82199131777778</c:v>
                      </c:pt>
                      <c:pt idx="13">
                        <c:v>65.166656739999993</c:v>
                      </c:pt>
                      <c:pt idx="14">
                        <c:v>67.31820258444445</c:v>
                      </c:pt>
                      <c:pt idx="15">
                        <c:v>64.948166708888891</c:v>
                      </c:pt>
                      <c:pt idx="16">
                        <c:v>56.357573873333337</c:v>
                      </c:pt>
                      <c:pt idx="17">
                        <c:v>57.128108820000001</c:v>
                      </c:pt>
                      <c:pt idx="18">
                        <c:v>56.992691319999999</c:v>
                      </c:pt>
                      <c:pt idx="19">
                        <c:v>67.75379184444445</c:v>
                      </c:pt>
                      <c:pt idx="20">
                        <c:v>75.494557208888892</c:v>
                      </c:pt>
                      <c:pt idx="21">
                        <c:v>87.452938315555556</c:v>
                      </c:pt>
                      <c:pt idx="22">
                        <c:v>86.884434988888884</c:v>
                      </c:pt>
                      <c:pt idx="23">
                        <c:v>74.609452182222228</c:v>
                      </c:pt>
                      <c:pt idx="24">
                        <c:v>54.936574968888891</c:v>
                      </c:pt>
                      <c:pt idx="25">
                        <c:v>34.934247040000002</c:v>
                      </c:pt>
                      <c:pt idx="26">
                        <c:v>20.592381653333334</c:v>
                      </c:pt>
                      <c:pt idx="27">
                        <c:v>12.496309502222223</c:v>
                      </c:pt>
                      <c:pt idx="28">
                        <c:v>8.7750236155555559</c:v>
                      </c:pt>
                      <c:pt idx="29">
                        <c:v>9.6754262266666675</c:v>
                      </c:pt>
                      <c:pt idx="30">
                        <c:v>17.765399313333333</c:v>
                      </c:pt>
                      <c:pt idx="31">
                        <c:v>27.07219713111111</c:v>
                      </c:pt>
                      <c:pt idx="32">
                        <c:v>38.010615960000003</c:v>
                      </c:pt>
                      <c:pt idx="33">
                        <c:v>46.038607068888886</c:v>
                      </c:pt>
                      <c:pt idx="34">
                        <c:v>52.442026842222219</c:v>
                      </c:pt>
                      <c:pt idx="35">
                        <c:v>60.302424295555554</c:v>
                      </c:pt>
                      <c:pt idx="36">
                        <c:v>61.85229124</c:v>
                      </c:pt>
                      <c:pt idx="37">
                        <c:v>66.680993993333331</c:v>
                      </c:pt>
                      <c:pt idx="38">
                        <c:v>77.638845377777784</c:v>
                      </c:pt>
                      <c:pt idx="39">
                        <c:v>72.46542569333333</c:v>
                      </c:pt>
                      <c:pt idx="40">
                        <c:v>59.374014728888888</c:v>
                      </c:pt>
                      <c:pt idx="41">
                        <c:v>59.777371315555555</c:v>
                      </c:pt>
                      <c:pt idx="42">
                        <c:v>59.848211808888891</c:v>
                      </c:pt>
                      <c:pt idx="43">
                        <c:v>71.098652644444442</c:v>
                      </c:pt>
                      <c:pt idx="44">
                        <c:v>78.836653479999995</c:v>
                      </c:pt>
                      <c:pt idx="45">
                        <c:v>91.603022351111107</c:v>
                      </c:pt>
                      <c:pt idx="46">
                        <c:v>89.845467633333328</c:v>
                      </c:pt>
                      <c:pt idx="47">
                        <c:v>77.654146351111109</c:v>
                      </c:pt>
                      <c:pt idx="48">
                        <c:v>56.596590519999999</c:v>
                      </c:pt>
                      <c:pt idx="49">
                        <c:v>35.833738388888889</c:v>
                      </c:pt>
                      <c:pt idx="50">
                        <c:v>20.658703226666667</c:v>
                      </c:pt>
                      <c:pt idx="51">
                        <c:v>12.467075577777777</c:v>
                      </c:pt>
                      <c:pt idx="52">
                        <c:v>9.0955406311111116</c:v>
                      </c:pt>
                      <c:pt idx="53">
                        <c:v>10.283149606666667</c:v>
                      </c:pt>
                      <c:pt idx="54">
                        <c:v>18.798938097777778</c:v>
                      </c:pt>
                      <c:pt idx="55">
                        <c:v>28.403513480000001</c:v>
                      </c:pt>
                      <c:pt idx="56">
                        <c:v>38.337810491111114</c:v>
                      </c:pt>
                      <c:pt idx="57">
                        <c:v>44.309992057777777</c:v>
                      </c:pt>
                      <c:pt idx="58">
                        <c:v>48.850321775555557</c:v>
                      </c:pt>
                      <c:pt idx="59">
                        <c:v>54.268956806666665</c:v>
                      </c:pt>
                      <c:pt idx="60">
                        <c:v>57.737574417777779</c:v>
                      </c:pt>
                      <c:pt idx="61">
                        <c:v>66.868897435555553</c:v>
                      </c:pt>
                      <c:pt idx="62">
                        <c:v>70.525571613333327</c:v>
                      </c:pt>
                      <c:pt idx="63">
                        <c:v>67.361083500000007</c:v>
                      </c:pt>
                      <c:pt idx="64">
                        <c:v>56.965921811111109</c:v>
                      </c:pt>
                      <c:pt idx="65">
                        <c:v>57.900987239999999</c:v>
                      </c:pt>
                      <c:pt idx="66">
                        <c:v>58.244574315555553</c:v>
                      </c:pt>
                      <c:pt idx="67">
                        <c:v>68.925996424444449</c:v>
                      </c:pt>
                      <c:pt idx="68">
                        <c:v>76.626321137777779</c:v>
                      </c:pt>
                      <c:pt idx="69">
                        <c:v>88.375481331111118</c:v>
                      </c:pt>
                      <c:pt idx="70">
                        <c:v>86.196066822222221</c:v>
                      </c:pt>
                      <c:pt idx="71">
                        <c:v>71.330504386666661</c:v>
                      </c:pt>
                      <c:pt idx="72">
                        <c:v>48.920680462222222</c:v>
                      </c:pt>
                      <c:pt idx="73">
                        <c:v>29.263585966666668</c:v>
                      </c:pt>
                      <c:pt idx="74">
                        <c:v>16.585595179999999</c:v>
                      </c:pt>
                      <c:pt idx="75">
                        <c:v>10.380716553333333</c:v>
                      </c:pt>
                      <c:pt idx="76">
                        <c:v>8.0939570088888892</c:v>
                      </c:pt>
                      <c:pt idx="77">
                        <c:v>9.5762787177777771</c:v>
                      </c:pt>
                      <c:pt idx="78">
                        <c:v>19.793819686666666</c:v>
                      </c:pt>
                      <c:pt idx="79">
                        <c:v>29.623433442222222</c:v>
                      </c:pt>
                      <c:pt idx="80">
                        <c:v>36.449873320000002</c:v>
                      </c:pt>
                      <c:pt idx="81">
                        <c:v>39.908452604444442</c:v>
                      </c:pt>
                      <c:pt idx="82">
                        <c:v>43.849264591111108</c:v>
                      </c:pt>
                      <c:pt idx="83">
                        <c:v>50.420792306666669</c:v>
                      </c:pt>
                      <c:pt idx="84">
                        <c:v>53.847900899999999</c:v>
                      </c:pt>
                      <c:pt idx="85">
                        <c:v>60.990280239999997</c:v>
                      </c:pt>
                      <c:pt idx="86">
                        <c:v>62.046324571111114</c:v>
                      </c:pt>
                      <c:pt idx="87">
                        <c:v>60.33561500222222</c:v>
                      </c:pt>
                      <c:pt idx="88">
                        <c:v>54.579491784444443</c:v>
                      </c:pt>
                      <c:pt idx="89">
                        <c:v>57.24473077333333</c:v>
                      </c:pt>
                      <c:pt idx="90">
                        <c:v>57.431743568888891</c:v>
                      </c:pt>
                      <c:pt idx="91">
                        <c:v>68.598384933333335</c:v>
                      </c:pt>
                      <c:pt idx="92">
                        <c:v>76.584430971111118</c:v>
                      </c:pt>
                      <c:pt idx="93">
                        <c:v>87.717705766666668</c:v>
                      </c:pt>
                      <c:pt idx="94">
                        <c:v>84.48045970222222</c:v>
                      </c:pt>
                      <c:pt idx="95">
                        <c:v>68.649795222222224</c:v>
                      </c:pt>
                      <c:pt idx="96">
                        <c:v>46.277960597777778</c:v>
                      </c:pt>
                      <c:pt idx="97">
                        <c:v>27.112306546666666</c:v>
                      </c:pt>
                      <c:pt idx="98">
                        <c:v>15.504065631111111</c:v>
                      </c:pt>
                      <c:pt idx="99">
                        <c:v>9.8511513355555564</c:v>
                      </c:pt>
                      <c:pt idx="100">
                        <c:v>7.7888789955555557</c:v>
                      </c:pt>
                      <c:pt idx="101">
                        <c:v>9.4882488733333332</c:v>
                      </c:pt>
                      <c:pt idx="102">
                        <c:v>20.047809384444445</c:v>
                      </c:pt>
                      <c:pt idx="103">
                        <c:v>31.017603288888889</c:v>
                      </c:pt>
                      <c:pt idx="104">
                        <c:v>36.825019393333335</c:v>
                      </c:pt>
                      <c:pt idx="105">
                        <c:v>39.805830697777779</c:v>
                      </c:pt>
                      <c:pt idx="106">
                        <c:v>43.606243093333333</c:v>
                      </c:pt>
                      <c:pt idx="107">
                        <c:v>49.93962339777778</c:v>
                      </c:pt>
                      <c:pt idx="108">
                        <c:v>53.958793795555557</c:v>
                      </c:pt>
                      <c:pt idx="109">
                        <c:v>61.532202502222219</c:v>
                      </c:pt>
                      <c:pt idx="110">
                        <c:v>62.809593277777779</c:v>
                      </c:pt>
                      <c:pt idx="111">
                        <c:v>61.07547467111111</c:v>
                      </c:pt>
                      <c:pt idx="112">
                        <c:v>54.642057406666666</c:v>
                      </c:pt>
                      <c:pt idx="113">
                        <c:v>56.951692451111114</c:v>
                      </c:pt>
                      <c:pt idx="114">
                        <c:v>57.154268555555554</c:v>
                      </c:pt>
                      <c:pt idx="115">
                        <c:v>68.304749380000004</c:v>
                      </c:pt>
                      <c:pt idx="116">
                        <c:v>76.607053557777775</c:v>
                      </c:pt>
                      <c:pt idx="117">
                        <c:v>88.797372640000006</c:v>
                      </c:pt>
                      <c:pt idx="118">
                        <c:v>85.276247148888885</c:v>
                      </c:pt>
                      <c:pt idx="119">
                        <c:v>69.439368139999999</c:v>
                      </c:pt>
                      <c:pt idx="120">
                        <c:v>46.838866535555553</c:v>
                      </c:pt>
                      <c:pt idx="121">
                        <c:v>27.614830731111113</c:v>
                      </c:pt>
                      <c:pt idx="122">
                        <c:v>15.598079815555556</c:v>
                      </c:pt>
                      <c:pt idx="123">
                        <c:v>9.9525839600000001</c:v>
                      </c:pt>
                      <c:pt idx="124">
                        <c:v>7.8516205422222223</c:v>
                      </c:pt>
                      <c:pt idx="125">
                        <c:v>9.4616829066666668</c:v>
                      </c:pt>
                      <c:pt idx="126">
                        <c:v>20.47225418888889</c:v>
                      </c:pt>
                      <c:pt idx="127">
                        <c:v>30.991691548888888</c:v>
                      </c:pt>
                      <c:pt idx="128">
                        <c:v>36.426058126666668</c:v>
                      </c:pt>
                      <c:pt idx="129">
                        <c:v>40.010805257777776</c:v>
                      </c:pt>
                      <c:pt idx="130">
                        <c:v>44.528408022222223</c:v>
                      </c:pt>
                      <c:pt idx="131">
                        <c:v>50.68650107111111</c:v>
                      </c:pt>
                      <c:pt idx="132">
                        <c:v>56.143467542222226</c:v>
                      </c:pt>
                      <c:pt idx="133">
                        <c:v>66.63883965777778</c:v>
                      </c:pt>
                      <c:pt idx="134">
                        <c:v>67.990054319999999</c:v>
                      </c:pt>
                      <c:pt idx="135">
                        <c:v>63.962122244444444</c:v>
                      </c:pt>
                      <c:pt idx="136">
                        <c:v>55.291839184444441</c:v>
                      </c:pt>
                      <c:pt idx="137">
                        <c:v>57.088751146666667</c:v>
                      </c:pt>
                      <c:pt idx="138">
                        <c:v>61.632385846666665</c:v>
                      </c:pt>
                      <c:pt idx="139">
                        <c:v>71.066111013333327</c:v>
                      </c:pt>
                      <c:pt idx="140">
                        <c:v>76.80901021555556</c:v>
                      </c:pt>
                      <c:pt idx="141">
                        <c:v>88.23943513333333</c:v>
                      </c:pt>
                      <c:pt idx="142">
                        <c:v>84.735119422222226</c:v>
                      </c:pt>
                      <c:pt idx="143">
                        <c:v>70.755476948888884</c:v>
                      </c:pt>
                      <c:pt idx="144">
                        <c:v>49.431857691111112</c:v>
                      </c:pt>
                      <c:pt idx="145">
                        <c:v>29.48593991111111</c:v>
                      </c:pt>
                      <c:pt idx="146">
                        <c:v>17.624618551111112</c:v>
                      </c:pt>
                      <c:pt idx="147">
                        <c:v>10.47472548888889</c:v>
                      </c:pt>
                      <c:pt idx="148">
                        <c:v>8.0514563688888892</c:v>
                      </c:pt>
                      <c:pt idx="149">
                        <c:v>9.7654507355555555</c:v>
                      </c:pt>
                      <c:pt idx="150">
                        <c:v>20.844351979999999</c:v>
                      </c:pt>
                      <c:pt idx="151">
                        <c:v>31.086046768888888</c:v>
                      </c:pt>
                      <c:pt idx="152">
                        <c:v>36.970181975555555</c:v>
                      </c:pt>
                      <c:pt idx="153">
                        <c:v>39.986889488888892</c:v>
                      </c:pt>
                      <c:pt idx="154">
                        <c:v>44.127834506666666</c:v>
                      </c:pt>
                      <c:pt idx="155">
                        <c:v>49.785550284444447</c:v>
                      </c:pt>
                      <c:pt idx="156">
                        <c:v>54.006068053333337</c:v>
                      </c:pt>
                      <c:pt idx="157">
                        <c:v>61.264898955555559</c:v>
                      </c:pt>
                      <c:pt idx="158">
                        <c:v>62.91358161777778</c:v>
                      </c:pt>
                      <c:pt idx="159">
                        <c:v>60.449412840000001</c:v>
                      </c:pt>
                      <c:pt idx="160">
                        <c:v>55.501606233333334</c:v>
                      </c:pt>
                      <c:pt idx="161">
                        <c:v>58.413844351111109</c:v>
                      </c:pt>
                      <c:pt idx="162">
                        <c:v>58.926537468888888</c:v>
                      </c:pt>
                      <c:pt idx="163">
                        <c:v>69.05095053777778</c:v>
                      </c:pt>
                      <c:pt idx="164">
                        <c:v>76.608163973333333</c:v>
                      </c:pt>
                      <c:pt idx="165">
                        <c:v>87.611564240000007</c:v>
                      </c:pt>
                      <c:pt idx="166">
                        <c:v>84.190422582222226</c:v>
                      </c:pt>
                      <c:pt idx="167">
                        <c:v>67.518639851111118</c:v>
                      </c:pt>
                      <c:pt idx="168">
                        <c:v>46.068755415555557</c:v>
                      </c:pt>
                      <c:pt idx="169">
                        <c:v>27.370619677777778</c:v>
                      </c:pt>
                      <c:pt idx="170">
                        <c:v>15.725510162222223</c:v>
                      </c:pt>
                      <c:pt idx="171">
                        <c:v>9.9726182311111113</c:v>
                      </c:pt>
                      <c:pt idx="172">
                        <c:v>7.9333936266666667</c:v>
                      </c:pt>
                      <c:pt idx="173">
                        <c:v>9.7944884422222227</c:v>
                      </c:pt>
                      <c:pt idx="174">
                        <c:v>21.113443155555554</c:v>
                      </c:pt>
                      <c:pt idx="175">
                        <c:v>32.398815564444448</c:v>
                      </c:pt>
                      <c:pt idx="176">
                        <c:v>39.494819495555554</c:v>
                      </c:pt>
                      <c:pt idx="177">
                        <c:v>44.541051735555556</c:v>
                      </c:pt>
                      <c:pt idx="178">
                        <c:v>47.625598626666665</c:v>
                      </c:pt>
                      <c:pt idx="179">
                        <c:v>52.140964377777777</c:v>
                      </c:pt>
                      <c:pt idx="180">
                        <c:v>57.014756613333333</c:v>
                      </c:pt>
                      <c:pt idx="181">
                        <c:v>64.488889322222221</c:v>
                      </c:pt>
                      <c:pt idx="182">
                        <c:v>66.202695368888882</c:v>
                      </c:pt>
                      <c:pt idx="183">
                        <c:v>63.355280815555552</c:v>
                      </c:pt>
                      <c:pt idx="184">
                        <c:v>56.040682342222219</c:v>
                      </c:pt>
                      <c:pt idx="185">
                        <c:v>58.046958348888886</c:v>
                      </c:pt>
                      <c:pt idx="186">
                        <c:v>58.950681019999998</c:v>
                      </c:pt>
                      <c:pt idx="187">
                        <c:v>70.35791158666666</c:v>
                      </c:pt>
                      <c:pt idx="188">
                        <c:v>78.20409101333334</c:v>
                      </c:pt>
                      <c:pt idx="189">
                        <c:v>88.65242962666666</c:v>
                      </c:pt>
                      <c:pt idx="190">
                        <c:v>86.838912726666663</c:v>
                      </c:pt>
                      <c:pt idx="191">
                        <c:v>72.882302273333337</c:v>
                      </c:pt>
                      <c:pt idx="192">
                        <c:v>52.200579731111112</c:v>
                      </c:pt>
                      <c:pt idx="193">
                        <c:v>33.13421108</c:v>
                      </c:pt>
                      <c:pt idx="194">
                        <c:v>19.263183724444445</c:v>
                      </c:pt>
                      <c:pt idx="195">
                        <c:v>12.042835433333334</c:v>
                      </c:pt>
                      <c:pt idx="196">
                        <c:v>8.7467105533333331</c:v>
                      </c:pt>
                      <c:pt idx="197">
                        <c:v>9.4436491911111116</c:v>
                      </c:pt>
                      <c:pt idx="198">
                        <c:v>18.574976353333334</c:v>
                      </c:pt>
                      <c:pt idx="199">
                        <c:v>28.217734355555557</c:v>
                      </c:pt>
                      <c:pt idx="200">
                        <c:v>38.904808235555556</c:v>
                      </c:pt>
                      <c:pt idx="201">
                        <c:v>45.877707280000003</c:v>
                      </c:pt>
                      <c:pt idx="202">
                        <c:v>52.269716180000003</c:v>
                      </c:pt>
                      <c:pt idx="203">
                        <c:v>59.141959566666664</c:v>
                      </c:pt>
                      <c:pt idx="204">
                        <c:v>60.196666057777776</c:v>
                      </c:pt>
                      <c:pt idx="205">
                        <c:v>65.164889771111106</c:v>
                      </c:pt>
                      <c:pt idx="206">
                        <c:v>75.262984517777781</c:v>
                      </c:pt>
                      <c:pt idx="207">
                        <c:v>69.225249273333333</c:v>
                      </c:pt>
                      <c:pt idx="208">
                        <c:v>58.19919567777778</c:v>
                      </c:pt>
                      <c:pt idx="209">
                        <c:v>59.09111366222222</c:v>
                      </c:pt>
                      <c:pt idx="210">
                        <c:v>58.726961635555554</c:v>
                      </c:pt>
                      <c:pt idx="211">
                        <c:v>70.855947857777778</c:v>
                      </c:pt>
                      <c:pt idx="212">
                        <c:v>79.21401395777778</c:v>
                      </c:pt>
                      <c:pt idx="213">
                        <c:v>90.465401186666668</c:v>
                      </c:pt>
                      <c:pt idx="214">
                        <c:v>89.132380962222229</c:v>
                      </c:pt>
                      <c:pt idx="215">
                        <c:v>74.567225899999997</c:v>
                      </c:pt>
                      <c:pt idx="216">
                        <c:v>52.659165568888888</c:v>
                      </c:pt>
                      <c:pt idx="217">
                        <c:v>31.871147395555557</c:v>
                      </c:pt>
                      <c:pt idx="218">
                        <c:v>18.402830431111113</c:v>
                      </c:pt>
                      <c:pt idx="219">
                        <c:v>11.215406846666667</c:v>
                      </c:pt>
                      <c:pt idx="220">
                        <c:v>8.3972846911111105</c:v>
                      </c:pt>
                      <c:pt idx="221">
                        <c:v>9.3571735177777775</c:v>
                      </c:pt>
                      <c:pt idx="222">
                        <c:v>18.705105726666666</c:v>
                      </c:pt>
                      <c:pt idx="223">
                        <c:v>28.824963397777779</c:v>
                      </c:pt>
                      <c:pt idx="224">
                        <c:v>37.94239871111111</c:v>
                      </c:pt>
                      <c:pt idx="225">
                        <c:v>43.410131853333333</c:v>
                      </c:pt>
                      <c:pt idx="226">
                        <c:v>47.578135191111109</c:v>
                      </c:pt>
                      <c:pt idx="227">
                        <c:v>52.847176311111113</c:v>
                      </c:pt>
                      <c:pt idx="228">
                        <c:v>56.306319668888889</c:v>
                      </c:pt>
                      <c:pt idx="229">
                        <c:v>66.420826295555557</c:v>
                      </c:pt>
                      <c:pt idx="230">
                        <c:v>69.709440502222222</c:v>
                      </c:pt>
                      <c:pt idx="231">
                        <c:v>65.586656022222229</c:v>
                      </c:pt>
                      <c:pt idx="232">
                        <c:v>56.672396615555556</c:v>
                      </c:pt>
                      <c:pt idx="233">
                        <c:v>58.078185475555557</c:v>
                      </c:pt>
                      <c:pt idx="234">
                        <c:v>58.915550571111112</c:v>
                      </c:pt>
                      <c:pt idx="235">
                        <c:v>69.255964131111114</c:v>
                      </c:pt>
                      <c:pt idx="236">
                        <c:v>79.036318404444444</c:v>
                      </c:pt>
                      <c:pt idx="237">
                        <c:v>90.33686879555556</c:v>
                      </c:pt>
                      <c:pt idx="238">
                        <c:v>84.786166302222227</c:v>
                      </c:pt>
                      <c:pt idx="239">
                        <c:v>67.929462724444448</c:v>
                      </c:pt>
                      <c:pt idx="240">
                        <c:v>45.185360031111109</c:v>
                      </c:pt>
                      <c:pt idx="241">
                        <c:v>26.709398784444446</c:v>
                      </c:pt>
                      <c:pt idx="242">
                        <c:v>15.410231146666666</c:v>
                      </c:pt>
                      <c:pt idx="243">
                        <c:v>10.006465226666666</c:v>
                      </c:pt>
                      <c:pt idx="244">
                        <c:v>7.8700462800000004</c:v>
                      </c:pt>
                      <c:pt idx="245">
                        <c:v>9.2896378622222215</c:v>
                      </c:pt>
                      <c:pt idx="246">
                        <c:v>19.900107775555554</c:v>
                      </c:pt>
                      <c:pt idx="247">
                        <c:v>29.975489966666668</c:v>
                      </c:pt>
                      <c:pt idx="248">
                        <c:v>36.27862367777778</c:v>
                      </c:pt>
                      <c:pt idx="249">
                        <c:v>38.285925471111113</c:v>
                      </c:pt>
                      <c:pt idx="250">
                        <c:v>41.972893220000003</c:v>
                      </c:pt>
                      <c:pt idx="251">
                        <c:v>47.874449902222224</c:v>
                      </c:pt>
                      <c:pt idx="252">
                        <c:v>52.248058673333333</c:v>
                      </c:pt>
                      <c:pt idx="253">
                        <c:v>59.938379320000003</c:v>
                      </c:pt>
                      <c:pt idx="254">
                        <c:v>61.789215635555557</c:v>
                      </c:pt>
                      <c:pt idx="255">
                        <c:v>59.377450971111109</c:v>
                      </c:pt>
                      <c:pt idx="256">
                        <c:v>55.118622784444447</c:v>
                      </c:pt>
                      <c:pt idx="257">
                        <c:v>58.797207573333331</c:v>
                      </c:pt>
                      <c:pt idx="258">
                        <c:v>59.620710553333332</c:v>
                      </c:pt>
                      <c:pt idx="259">
                        <c:v>69.629189102222227</c:v>
                      </c:pt>
                      <c:pt idx="260">
                        <c:v>78.835559542222228</c:v>
                      </c:pt>
                      <c:pt idx="261">
                        <c:v>88.336857151111104</c:v>
                      </c:pt>
                      <c:pt idx="262">
                        <c:v>83.707459806666662</c:v>
                      </c:pt>
                      <c:pt idx="263">
                        <c:v>66.278383820000002</c:v>
                      </c:pt>
                      <c:pt idx="264">
                        <c:v>43.761883524444443</c:v>
                      </c:pt>
                      <c:pt idx="265">
                        <c:v>25.736403333333332</c:v>
                      </c:pt>
                      <c:pt idx="266">
                        <c:v>14.664454864444444</c:v>
                      </c:pt>
                      <c:pt idx="267">
                        <c:v>9.530542597777778</c:v>
                      </c:pt>
                      <c:pt idx="268">
                        <c:v>7.7166407777777781</c:v>
                      </c:pt>
                      <c:pt idx="269">
                        <c:v>9.2951092666666675</c:v>
                      </c:pt>
                      <c:pt idx="270">
                        <c:v>20.502942944444445</c:v>
                      </c:pt>
                      <c:pt idx="271">
                        <c:v>31.009843051111112</c:v>
                      </c:pt>
                      <c:pt idx="272">
                        <c:v>36.61672342</c:v>
                      </c:pt>
                      <c:pt idx="273">
                        <c:v>39.493441373333333</c:v>
                      </c:pt>
                      <c:pt idx="274">
                        <c:v>43.400072057777777</c:v>
                      </c:pt>
                      <c:pt idx="275">
                        <c:v>48.968341586666668</c:v>
                      </c:pt>
                      <c:pt idx="276">
                        <c:v>53.569142126666669</c:v>
                      </c:pt>
                      <c:pt idx="277">
                        <c:v>60.94900126666667</c:v>
                      </c:pt>
                      <c:pt idx="278">
                        <c:v>61.542696620000001</c:v>
                      </c:pt>
                      <c:pt idx="279">
                        <c:v>59.323245162222221</c:v>
                      </c:pt>
                      <c:pt idx="280">
                        <c:v>55.453700568888891</c:v>
                      </c:pt>
                      <c:pt idx="281">
                        <c:v>58.436112166666668</c:v>
                      </c:pt>
                      <c:pt idx="282">
                        <c:v>58.755917313333335</c:v>
                      </c:pt>
                      <c:pt idx="283">
                        <c:v>69.736655102222215</c:v>
                      </c:pt>
                      <c:pt idx="284">
                        <c:v>79.580315164444443</c:v>
                      </c:pt>
                      <c:pt idx="285">
                        <c:v>89.997586297777772</c:v>
                      </c:pt>
                      <c:pt idx="286">
                        <c:v>84.182279224444443</c:v>
                      </c:pt>
                      <c:pt idx="287">
                        <c:v>66.396299797777772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4CCE-4206-81AF-7668647A5ABE}"/>
                  </c:ext>
                </c:extLst>
              </c15:ser>
            </c15:filteredLineSeries>
            <c15:filteredLine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12-10-2026'!$L$1</c15:sqref>
                        </c15:formulaRef>
                      </c:ext>
                    </c:extLst>
                    <c:strCache>
                      <c:ptCount val="1"/>
                      <c:pt idx="0">
                        <c:v>BMR-DGW2 SGi 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12-10-2026'!$L$2:$L$289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45.385045633333334</c:v>
                      </c:pt>
                      <c:pt idx="1">
                        <c:v>27.581582879999999</c:v>
                      </c:pt>
                      <c:pt idx="2">
                        <c:v>15.632904119999999</c:v>
                      </c:pt>
                      <c:pt idx="3">
                        <c:v>9.667102875555555</c:v>
                      </c:pt>
                      <c:pt idx="4">
                        <c:v>7.2372316244444441</c:v>
                      </c:pt>
                      <c:pt idx="5">
                        <c:v>8.6642612266666674</c:v>
                      </c:pt>
                      <c:pt idx="6">
                        <c:v>17.657726102222224</c:v>
                      </c:pt>
                      <c:pt idx="7">
                        <c:v>27.36749082</c:v>
                      </c:pt>
                      <c:pt idx="8">
                        <c:v>33.244813984444441</c:v>
                      </c:pt>
                      <c:pt idx="9">
                        <c:v>36.801472531111109</c:v>
                      </c:pt>
                      <c:pt idx="10">
                        <c:v>41.211259246666664</c:v>
                      </c:pt>
                      <c:pt idx="11">
                        <c:v>46.518585728888887</c:v>
                      </c:pt>
                      <c:pt idx="12">
                        <c:v>51.114531755555554</c:v>
                      </c:pt>
                      <c:pt idx="13">
                        <c:v>58.764264462222222</c:v>
                      </c:pt>
                      <c:pt idx="14">
                        <c:v>60.468614702222219</c:v>
                      </c:pt>
                      <c:pt idx="15">
                        <c:v>58.361072966666669</c:v>
                      </c:pt>
                      <c:pt idx="16">
                        <c:v>50.855054428888891</c:v>
                      </c:pt>
                      <c:pt idx="17">
                        <c:v>52.408281557777777</c:v>
                      </c:pt>
                      <c:pt idx="18">
                        <c:v>52.165278211111108</c:v>
                      </c:pt>
                      <c:pt idx="19">
                        <c:v>61.788220442222219</c:v>
                      </c:pt>
                      <c:pt idx="20">
                        <c:v>68.945425637777774</c:v>
                      </c:pt>
                      <c:pt idx="21">
                        <c:v>79.652373666666662</c:v>
                      </c:pt>
                      <c:pt idx="22">
                        <c:v>78.848635173333335</c:v>
                      </c:pt>
                      <c:pt idx="23">
                        <c:v>67.99236885111111</c:v>
                      </c:pt>
                      <c:pt idx="24">
                        <c:v>49.73960558666667</c:v>
                      </c:pt>
                      <c:pt idx="25">
                        <c:v>31.868080286666668</c:v>
                      </c:pt>
                      <c:pt idx="26">
                        <c:v>18.954764135555557</c:v>
                      </c:pt>
                      <c:pt idx="27">
                        <c:v>11.436324586666666</c:v>
                      </c:pt>
                      <c:pt idx="28">
                        <c:v>7.8319767311111113</c:v>
                      </c:pt>
                      <c:pt idx="29">
                        <c:v>8.3629638066666665</c:v>
                      </c:pt>
                      <c:pt idx="30">
                        <c:v>15.465277333333333</c:v>
                      </c:pt>
                      <c:pt idx="31">
                        <c:v>23.532397611111112</c:v>
                      </c:pt>
                      <c:pt idx="32">
                        <c:v>33.506372380000002</c:v>
                      </c:pt>
                      <c:pt idx="33">
                        <c:v>41.311308415555558</c:v>
                      </c:pt>
                      <c:pt idx="34">
                        <c:v>47.567633073333333</c:v>
                      </c:pt>
                      <c:pt idx="35">
                        <c:v>54.796686926666666</c:v>
                      </c:pt>
                      <c:pt idx="36">
                        <c:v>55.943833506666664</c:v>
                      </c:pt>
                      <c:pt idx="37">
                        <c:v>60.058210002222225</c:v>
                      </c:pt>
                      <c:pt idx="38">
                        <c:v>70.264634066666673</c:v>
                      </c:pt>
                      <c:pt idx="39">
                        <c:v>65.432991675555556</c:v>
                      </c:pt>
                      <c:pt idx="40">
                        <c:v>53.308205628888892</c:v>
                      </c:pt>
                      <c:pt idx="41">
                        <c:v>54.254892482222225</c:v>
                      </c:pt>
                      <c:pt idx="42">
                        <c:v>53.828912891111109</c:v>
                      </c:pt>
                      <c:pt idx="43">
                        <c:v>64.119405871111113</c:v>
                      </c:pt>
                      <c:pt idx="44">
                        <c:v>70.940162391111116</c:v>
                      </c:pt>
                      <c:pt idx="45">
                        <c:v>82.635206304444438</c:v>
                      </c:pt>
                      <c:pt idx="46">
                        <c:v>81.394777528888895</c:v>
                      </c:pt>
                      <c:pt idx="47">
                        <c:v>69.889124008888885</c:v>
                      </c:pt>
                      <c:pt idx="48">
                        <c:v>51.294428642222222</c:v>
                      </c:pt>
                      <c:pt idx="49">
                        <c:v>32.354842424444442</c:v>
                      </c:pt>
                      <c:pt idx="50">
                        <c:v>18.88597513111111</c:v>
                      </c:pt>
                      <c:pt idx="51">
                        <c:v>11.457435484444444</c:v>
                      </c:pt>
                      <c:pt idx="52">
                        <c:v>7.8992348844444447</c:v>
                      </c:pt>
                      <c:pt idx="53">
                        <c:v>8.6765659222222222</c:v>
                      </c:pt>
                      <c:pt idx="54">
                        <c:v>16.193247004444444</c:v>
                      </c:pt>
                      <c:pt idx="55">
                        <c:v>24.631514504444443</c:v>
                      </c:pt>
                      <c:pt idx="56">
                        <c:v>33.929677522222221</c:v>
                      </c:pt>
                      <c:pt idx="57">
                        <c:v>39.771873635555558</c:v>
                      </c:pt>
                      <c:pt idx="58">
                        <c:v>43.805192264444443</c:v>
                      </c:pt>
                      <c:pt idx="59">
                        <c:v>48.802550651111112</c:v>
                      </c:pt>
                      <c:pt idx="60">
                        <c:v>51.970028731111114</c:v>
                      </c:pt>
                      <c:pt idx="61">
                        <c:v>60.506458053333333</c:v>
                      </c:pt>
                      <c:pt idx="62">
                        <c:v>63.664016764444447</c:v>
                      </c:pt>
                      <c:pt idx="63">
                        <c:v>61.065968633333334</c:v>
                      </c:pt>
                      <c:pt idx="64">
                        <c:v>51.656072366666663</c:v>
                      </c:pt>
                      <c:pt idx="65">
                        <c:v>52.849365182222222</c:v>
                      </c:pt>
                      <c:pt idx="66">
                        <c:v>52.879920875555555</c:v>
                      </c:pt>
                      <c:pt idx="67">
                        <c:v>62.581766700000003</c:v>
                      </c:pt>
                      <c:pt idx="68">
                        <c:v>69.209891217777781</c:v>
                      </c:pt>
                      <c:pt idx="69">
                        <c:v>79.968217559999999</c:v>
                      </c:pt>
                      <c:pt idx="70">
                        <c:v>77.482026971111111</c:v>
                      </c:pt>
                      <c:pt idx="71">
                        <c:v>64.497497042222221</c:v>
                      </c:pt>
                      <c:pt idx="72">
                        <c:v>44.645922006666666</c:v>
                      </c:pt>
                      <c:pt idx="73">
                        <c:v>26.448929726666666</c:v>
                      </c:pt>
                      <c:pt idx="74">
                        <c:v>15.230288153333333</c:v>
                      </c:pt>
                      <c:pt idx="75">
                        <c:v>9.3343494155555558</c:v>
                      </c:pt>
                      <c:pt idx="76">
                        <c:v>7.0305809422222225</c:v>
                      </c:pt>
                      <c:pt idx="77">
                        <c:v>8.4368329244444453</c:v>
                      </c:pt>
                      <c:pt idx="78">
                        <c:v>17.083903424444443</c:v>
                      </c:pt>
                      <c:pt idx="79">
                        <c:v>25.656712046666666</c:v>
                      </c:pt>
                      <c:pt idx="80">
                        <c:v>32.025842155555559</c:v>
                      </c:pt>
                      <c:pt idx="81">
                        <c:v>35.376851077777779</c:v>
                      </c:pt>
                      <c:pt idx="82">
                        <c:v>39.452517648888886</c:v>
                      </c:pt>
                      <c:pt idx="83">
                        <c:v>44.822569742222221</c:v>
                      </c:pt>
                      <c:pt idx="84">
                        <c:v>48.528198817777778</c:v>
                      </c:pt>
                      <c:pt idx="85">
                        <c:v>55.065931711111112</c:v>
                      </c:pt>
                      <c:pt idx="86">
                        <c:v>56.310977151111111</c:v>
                      </c:pt>
                      <c:pt idx="87">
                        <c:v>54.368931539999998</c:v>
                      </c:pt>
                      <c:pt idx="88">
                        <c:v>49.923954093333336</c:v>
                      </c:pt>
                      <c:pt idx="89">
                        <c:v>52.270852295555557</c:v>
                      </c:pt>
                      <c:pt idx="90">
                        <c:v>52.192347691111109</c:v>
                      </c:pt>
                      <c:pt idx="91">
                        <c:v>61.95531914888889</c:v>
                      </c:pt>
                      <c:pt idx="92">
                        <c:v>69.673366517777779</c:v>
                      </c:pt>
                      <c:pt idx="93">
                        <c:v>80.248249348888891</c:v>
                      </c:pt>
                      <c:pt idx="94">
                        <c:v>76.748639035555556</c:v>
                      </c:pt>
                      <c:pt idx="95">
                        <c:v>61.758949746666666</c:v>
                      </c:pt>
                      <c:pt idx="96">
                        <c:v>41.587073842222225</c:v>
                      </c:pt>
                      <c:pt idx="97">
                        <c:v>24.309848375555557</c:v>
                      </c:pt>
                      <c:pt idx="98">
                        <c:v>13.787038593333333</c:v>
                      </c:pt>
                      <c:pt idx="99">
                        <c:v>8.8152817244444446</c:v>
                      </c:pt>
                      <c:pt idx="100">
                        <c:v>6.8370916133333335</c:v>
                      </c:pt>
                      <c:pt idx="101">
                        <c:v>8.1135425755555559</c:v>
                      </c:pt>
                      <c:pt idx="102">
                        <c:v>17.41596353111111</c:v>
                      </c:pt>
                      <c:pt idx="103">
                        <c:v>26.522932706666666</c:v>
                      </c:pt>
                      <c:pt idx="104">
                        <c:v>32.308757720000003</c:v>
                      </c:pt>
                      <c:pt idx="105">
                        <c:v>35.31707261333333</c:v>
                      </c:pt>
                      <c:pt idx="106">
                        <c:v>39.204283415555558</c:v>
                      </c:pt>
                      <c:pt idx="107">
                        <c:v>45.263864302222224</c:v>
                      </c:pt>
                      <c:pt idx="108">
                        <c:v>48.712271653333332</c:v>
                      </c:pt>
                      <c:pt idx="109">
                        <c:v>55.527402873333337</c:v>
                      </c:pt>
                      <c:pt idx="110">
                        <c:v>56.040975486666667</c:v>
                      </c:pt>
                      <c:pt idx="111">
                        <c:v>54.691548777777776</c:v>
                      </c:pt>
                      <c:pt idx="112">
                        <c:v>49.349924326666667</c:v>
                      </c:pt>
                      <c:pt idx="113">
                        <c:v>51.645121235555557</c:v>
                      </c:pt>
                      <c:pt idx="114">
                        <c:v>51.987750946666665</c:v>
                      </c:pt>
                      <c:pt idx="115">
                        <c:v>61.493482551111114</c:v>
                      </c:pt>
                      <c:pt idx="116">
                        <c:v>69.214045515555554</c:v>
                      </c:pt>
                      <c:pt idx="117">
                        <c:v>80.211717846666673</c:v>
                      </c:pt>
                      <c:pt idx="118">
                        <c:v>76.977559295555551</c:v>
                      </c:pt>
                      <c:pt idx="119">
                        <c:v>62.93767730222222</c:v>
                      </c:pt>
                      <c:pt idx="120">
                        <c:v>42.75283905111111</c:v>
                      </c:pt>
                      <c:pt idx="121">
                        <c:v>25.123280573333332</c:v>
                      </c:pt>
                      <c:pt idx="122">
                        <c:v>14.396558086666667</c:v>
                      </c:pt>
                      <c:pt idx="123">
                        <c:v>8.9684920577777785</c:v>
                      </c:pt>
                      <c:pt idx="124">
                        <c:v>6.8834198844444447</c:v>
                      </c:pt>
                      <c:pt idx="125">
                        <c:v>8.2357434911111103</c:v>
                      </c:pt>
                      <c:pt idx="126">
                        <c:v>17.470982271111112</c:v>
                      </c:pt>
                      <c:pt idx="127">
                        <c:v>26.786152522222221</c:v>
                      </c:pt>
                      <c:pt idx="128">
                        <c:v>32.610304555555558</c:v>
                      </c:pt>
                      <c:pt idx="129">
                        <c:v>35.797818608888889</c:v>
                      </c:pt>
                      <c:pt idx="130">
                        <c:v>40.281931913333331</c:v>
                      </c:pt>
                      <c:pt idx="131">
                        <c:v>45.642352322222223</c:v>
                      </c:pt>
                      <c:pt idx="132">
                        <c:v>50.315751048888892</c:v>
                      </c:pt>
                      <c:pt idx="133">
                        <c:v>60.008626548888891</c:v>
                      </c:pt>
                      <c:pt idx="134">
                        <c:v>60.981500922222224</c:v>
                      </c:pt>
                      <c:pt idx="135">
                        <c:v>57.26327672888889</c:v>
                      </c:pt>
                      <c:pt idx="136">
                        <c:v>50.294399848888887</c:v>
                      </c:pt>
                      <c:pt idx="137">
                        <c:v>52.245939191111113</c:v>
                      </c:pt>
                      <c:pt idx="138">
                        <c:v>56.641470251111109</c:v>
                      </c:pt>
                      <c:pt idx="139">
                        <c:v>65.252548239999996</c:v>
                      </c:pt>
                      <c:pt idx="140">
                        <c:v>69.912260135555556</c:v>
                      </c:pt>
                      <c:pt idx="141">
                        <c:v>80.941043297777782</c:v>
                      </c:pt>
                      <c:pt idx="142">
                        <c:v>77.568930848888883</c:v>
                      </c:pt>
                      <c:pt idx="143">
                        <c:v>64.118294555555551</c:v>
                      </c:pt>
                      <c:pt idx="144">
                        <c:v>45.348575004444442</c:v>
                      </c:pt>
                      <c:pt idx="145">
                        <c:v>27.349921015555555</c:v>
                      </c:pt>
                      <c:pt idx="146">
                        <c:v>16.426407708888888</c:v>
                      </c:pt>
                      <c:pt idx="147">
                        <c:v>9.7025056133333329</c:v>
                      </c:pt>
                      <c:pt idx="148">
                        <c:v>7.343793793333333</c:v>
                      </c:pt>
                      <c:pt idx="149">
                        <c:v>8.6523355977777783</c:v>
                      </c:pt>
                      <c:pt idx="150">
                        <c:v>18.113571375555555</c:v>
                      </c:pt>
                      <c:pt idx="151">
                        <c:v>27.54498516</c:v>
                      </c:pt>
                      <c:pt idx="152">
                        <c:v>33.205795331111112</c:v>
                      </c:pt>
                      <c:pt idx="153">
                        <c:v>36.241237668888886</c:v>
                      </c:pt>
                      <c:pt idx="154">
                        <c:v>39.981581542222223</c:v>
                      </c:pt>
                      <c:pt idx="155">
                        <c:v>45.484459488888888</c:v>
                      </c:pt>
                      <c:pt idx="156">
                        <c:v>48.816140240000003</c:v>
                      </c:pt>
                      <c:pt idx="157">
                        <c:v>55.7654402</c:v>
                      </c:pt>
                      <c:pt idx="158">
                        <c:v>56.603483653333335</c:v>
                      </c:pt>
                      <c:pt idx="159">
                        <c:v>54.846748499999997</c:v>
                      </c:pt>
                      <c:pt idx="160">
                        <c:v>51.000443384444445</c:v>
                      </c:pt>
                      <c:pt idx="161">
                        <c:v>53.984797053333331</c:v>
                      </c:pt>
                      <c:pt idx="162">
                        <c:v>54.533787004444441</c:v>
                      </c:pt>
                      <c:pt idx="163">
                        <c:v>63.173760235555555</c:v>
                      </c:pt>
                      <c:pt idx="164">
                        <c:v>70.371479862222216</c:v>
                      </c:pt>
                      <c:pt idx="165">
                        <c:v>80.261076484444445</c:v>
                      </c:pt>
                      <c:pt idx="166">
                        <c:v>76.730569360000004</c:v>
                      </c:pt>
                      <c:pt idx="167">
                        <c:v>61.575000684444447</c:v>
                      </c:pt>
                      <c:pt idx="168">
                        <c:v>41.877265700000002</c:v>
                      </c:pt>
                      <c:pt idx="169">
                        <c:v>25.056634326666668</c:v>
                      </c:pt>
                      <c:pt idx="170">
                        <c:v>14.439809775555556</c:v>
                      </c:pt>
                      <c:pt idx="171">
                        <c:v>9.1138174444444449</c:v>
                      </c:pt>
                      <c:pt idx="172">
                        <c:v>7.0049366177777781</c:v>
                      </c:pt>
                      <c:pt idx="173">
                        <c:v>8.4280747822222217</c:v>
                      </c:pt>
                      <c:pt idx="174">
                        <c:v>18.343833526666668</c:v>
                      </c:pt>
                      <c:pt idx="175">
                        <c:v>28.550554562222221</c:v>
                      </c:pt>
                      <c:pt idx="176">
                        <c:v>34.995369153333336</c:v>
                      </c:pt>
                      <c:pt idx="177">
                        <c:v>39.828420413333333</c:v>
                      </c:pt>
                      <c:pt idx="178">
                        <c:v>42.780532897777775</c:v>
                      </c:pt>
                      <c:pt idx="179">
                        <c:v>47.199803588888891</c:v>
                      </c:pt>
                      <c:pt idx="180">
                        <c:v>51.754950148888888</c:v>
                      </c:pt>
                      <c:pt idx="181">
                        <c:v>58.414728304444445</c:v>
                      </c:pt>
                      <c:pt idx="182">
                        <c:v>59.272138868888888</c:v>
                      </c:pt>
                      <c:pt idx="183">
                        <c:v>56.946338731111112</c:v>
                      </c:pt>
                      <c:pt idx="184">
                        <c:v>51.202332488888892</c:v>
                      </c:pt>
                      <c:pt idx="185">
                        <c:v>53.381386924444442</c:v>
                      </c:pt>
                      <c:pt idx="186">
                        <c:v>53.939753662222223</c:v>
                      </c:pt>
                      <c:pt idx="187">
                        <c:v>64.122601977777776</c:v>
                      </c:pt>
                      <c:pt idx="188">
                        <c:v>71.454509871111114</c:v>
                      </c:pt>
                      <c:pt idx="189">
                        <c:v>80.839258324444444</c:v>
                      </c:pt>
                      <c:pt idx="190">
                        <c:v>78.54718829777778</c:v>
                      </c:pt>
                      <c:pt idx="191">
                        <c:v>65.652798188888895</c:v>
                      </c:pt>
                      <c:pt idx="192">
                        <c:v>47.106036979999999</c:v>
                      </c:pt>
                      <c:pt idx="193">
                        <c:v>29.581462677777779</c:v>
                      </c:pt>
                      <c:pt idx="194">
                        <c:v>17.35420420222222</c:v>
                      </c:pt>
                      <c:pt idx="195">
                        <c:v>10.912358344444444</c:v>
                      </c:pt>
                      <c:pt idx="196">
                        <c:v>7.803050182222222</c:v>
                      </c:pt>
                      <c:pt idx="197">
                        <c:v>8.0985947777777785</c:v>
                      </c:pt>
                      <c:pt idx="198">
                        <c:v>15.784047324444444</c:v>
                      </c:pt>
                      <c:pt idx="199">
                        <c:v>24.525851633333332</c:v>
                      </c:pt>
                      <c:pt idx="200">
                        <c:v>34.103019097777775</c:v>
                      </c:pt>
                      <c:pt idx="201">
                        <c:v>41.366017159999998</c:v>
                      </c:pt>
                      <c:pt idx="202">
                        <c:v>46.949837126666665</c:v>
                      </c:pt>
                      <c:pt idx="203">
                        <c:v>53.570118808888886</c:v>
                      </c:pt>
                      <c:pt idx="204">
                        <c:v>54.410991915555556</c:v>
                      </c:pt>
                      <c:pt idx="205">
                        <c:v>59.21655511777778</c:v>
                      </c:pt>
                      <c:pt idx="206">
                        <c:v>68.415642102222222</c:v>
                      </c:pt>
                      <c:pt idx="207">
                        <c:v>62.811403868888888</c:v>
                      </c:pt>
                      <c:pt idx="208">
                        <c:v>53.003811668888886</c:v>
                      </c:pt>
                      <c:pt idx="209">
                        <c:v>53.807442964444448</c:v>
                      </c:pt>
                      <c:pt idx="210">
                        <c:v>53.332549295555559</c:v>
                      </c:pt>
                      <c:pt idx="211">
                        <c:v>63.895571477777779</c:v>
                      </c:pt>
                      <c:pt idx="212">
                        <c:v>72.102433313333336</c:v>
                      </c:pt>
                      <c:pt idx="213">
                        <c:v>82.354032926666662</c:v>
                      </c:pt>
                      <c:pt idx="214">
                        <c:v>81.031652471111116</c:v>
                      </c:pt>
                      <c:pt idx="215">
                        <c:v>67.498185808888891</c:v>
                      </c:pt>
                      <c:pt idx="216">
                        <c:v>47.864771346666664</c:v>
                      </c:pt>
                      <c:pt idx="217">
                        <c:v>29.301728857777778</c:v>
                      </c:pt>
                      <c:pt idx="218">
                        <c:v>17.015017395555557</c:v>
                      </c:pt>
                      <c:pt idx="219">
                        <c:v>10.468096948888888</c:v>
                      </c:pt>
                      <c:pt idx="220">
                        <c:v>7.5889086955555554</c:v>
                      </c:pt>
                      <c:pt idx="221">
                        <c:v>8.1137130222222229</c:v>
                      </c:pt>
                      <c:pt idx="222">
                        <c:v>16.276027371111113</c:v>
                      </c:pt>
                      <c:pt idx="223">
                        <c:v>24.877046137777779</c:v>
                      </c:pt>
                      <c:pt idx="224">
                        <c:v>33.110922862222225</c:v>
                      </c:pt>
                      <c:pt idx="225">
                        <c:v>38.417894195555554</c:v>
                      </c:pt>
                      <c:pt idx="226">
                        <c:v>42.865990719999999</c:v>
                      </c:pt>
                      <c:pt idx="227">
                        <c:v>47.603089117777778</c:v>
                      </c:pt>
                      <c:pt idx="228">
                        <c:v>50.597607879999998</c:v>
                      </c:pt>
                      <c:pt idx="229">
                        <c:v>60.049799348888889</c:v>
                      </c:pt>
                      <c:pt idx="230">
                        <c:v>63.044451922222223</c:v>
                      </c:pt>
                      <c:pt idx="231">
                        <c:v>59.049439406666664</c:v>
                      </c:pt>
                      <c:pt idx="232">
                        <c:v>51.177250133333331</c:v>
                      </c:pt>
                      <c:pt idx="233">
                        <c:v>52.986828753333334</c:v>
                      </c:pt>
                      <c:pt idx="234">
                        <c:v>53.555701188888889</c:v>
                      </c:pt>
                      <c:pt idx="235">
                        <c:v>62.933414188888889</c:v>
                      </c:pt>
                      <c:pt idx="236">
                        <c:v>71.869010773333329</c:v>
                      </c:pt>
                      <c:pt idx="237">
                        <c:v>81.796371151111117</c:v>
                      </c:pt>
                      <c:pt idx="238">
                        <c:v>76.807431084444445</c:v>
                      </c:pt>
                      <c:pt idx="239">
                        <c:v>61.460040957777778</c:v>
                      </c:pt>
                      <c:pt idx="240">
                        <c:v>41.057464802222221</c:v>
                      </c:pt>
                      <c:pt idx="241">
                        <c:v>24.212766344444443</c:v>
                      </c:pt>
                      <c:pt idx="242">
                        <c:v>14.087317517777779</c:v>
                      </c:pt>
                      <c:pt idx="243">
                        <c:v>8.8611731555555551</c:v>
                      </c:pt>
                      <c:pt idx="244">
                        <c:v>6.890818091111111</c:v>
                      </c:pt>
                      <c:pt idx="245">
                        <c:v>7.8170485555555551</c:v>
                      </c:pt>
                      <c:pt idx="246">
                        <c:v>16.980400815555555</c:v>
                      </c:pt>
                      <c:pt idx="247">
                        <c:v>25.646790142222223</c:v>
                      </c:pt>
                      <c:pt idx="248">
                        <c:v>31.509948117777778</c:v>
                      </c:pt>
                      <c:pt idx="249">
                        <c:v>34.309529962222221</c:v>
                      </c:pt>
                      <c:pt idx="250">
                        <c:v>38.01827270222222</c:v>
                      </c:pt>
                      <c:pt idx="251">
                        <c:v>43.450417708888892</c:v>
                      </c:pt>
                      <c:pt idx="252">
                        <c:v>47.29599526222222</c:v>
                      </c:pt>
                      <c:pt idx="253">
                        <c:v>54.347141937777778</c:v>
                      </c:pt>
                      <c:pt idx="254">
                        <c:v>55.625452902222221</c:v>
                      </c:pt>
                      <c:pt idx="255">
                        <c:v>53.439392022222222</c:v>
                      </c:pt>
                      <c:pt idx="256">
                        <c:v>50.326388162222223</c:v>
                      </c:pt>
                      <c:pt idx="257">
                        <c:v>54.090727835555555</c:v>
                      </c:pt>
                      <c:pt idx="258">
                        <c:v>54.31649196</c:v>
                      </c:pt>
                      <c:pt idx="259">
                        <c:v>63.200416686666664</c:v>
                      </c:pt>
                      <c:pt idx="260">
                        <c:v>71.595616742222219</c:v>
                      </c:pt>
                      <c:pt idx="261">
                        <c:v>80.251360195555549</c:v>
                      </c:pt>
                      <c:pt idx="262">
                        <c:v>75.753390800000005</c:v>
                      </c:pt>
                      <c:pt idx="263">
                        <c:v>60.130278886666666</c:v>
                      </c:pt>
                      <c:pt idx="264">
                        <c:v>39.644645357777776</c:v>
                      </c:pt>
                      <c:pt idx="265">
                        <c:v>23.299280648888889</c:v>
                      </c:pt>
                      <c:pt idx="266">
                        <c:v>13.399079540000001</c:v>
                      </c:pt>
                      <c:pt idx="267">
                        <c:v>8.6451408844444444</c:v>
                      </c:pt>
                      <c:pt idx="268">
                        <c:v>6.9827436511111109</c:v>
                      </c:pt>
                      <c:pt idx="269">
                        <c:v>7.9822962333333329</c:v>
                      </c:pt>
                      <c:pt idx="270">
                        <c:v>17.578969144444443</c:v>
                      </c:pt>
                      <c:pt idx="271">
                        <c:v>27.12690018</c:v>
                      </c:pt>
                      <c:pt idx="272">
                        <c:v>32.172084264444443</c:v>
                      </c:pt>
                      <c:pt idx="273">
                        <c:v>35.404164871111114</c:v>
                      </c:pt>
                      <c:pt idx="274">
                        <c:v>39.479360964444446</c:v>
                      </c:pt>
                      <c:pt idx="275">
                        <c:v>44.404518773333336</c:v>
                      </c:pt>
                      <c:pt idx="276">
                        <c:v>48.515312915555555</c:v>
                      </c:pt>
                      <c:pt idx="277">
                        <c:v>55.253166444444446</c:v>
                      </c:pt>
                      <c:pt idx="278">
                        <c:v>55.248151924444443</c:v>
                      </c:pt>
                      <c:pt idx="279">
                        <c:v>53.15225530888889</c:v>
                      </c:pt>
                      <c:pt idx="280">
                        <c:v>50.404604564444448</c:v>
                      </c:pt>
                      <c:pt idx="281">
                        <c:v>53.659895922222219</c:v>
                      </c:pt>
                      <c:pt idx="282">
                        <c:v>53.635903973333335</c:v>
                      </c:pt>
                      <c:pt idx="283">
                        <c:v>63.812562244444443</c:v>
                      </c:pt>
                      <c:pt idx="284">
                        <c:v>72.464190795555552</c:v>
                      </c:pt>
                      <c:pt idx="285">
                        <c:v>82.022270813333336</c:v>
                      </c:pt>
                      <c:pt idx="286">
                        <c:v>76.614925251111117</c:v>
                      </c:pt>
                      <c:pt idx="287">
                        <c:v>59.900981364444448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4CCE-4206-81AF-7668647A5ABE}"/>
                  </c:ext>
                </c:extLst>
              </c15:ser>
            </c15:filteredLineSeries>
            <c15:filteredLin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12-10-2026'!$M$1</c15:sqref>
                        </c15:formulaRef>
                      </c:ext>
                    </c:extLst>
                    <c:strCache>
                      <c:ptCount val="1"/>
                      <c:pt idx="0">
                        <c:v>BMR-DGW2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12-10-2026'!$M$2:$M$289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4.7296732266666668</c:v>
                      </c:pt>
                      <c:pt idx="1">
                        <c:v>2.8128549777777776</c:v>
                      </c:pt>
                      <c:pt idx="2">
                        <c:v>1.6366178044444444</c:v>
                      </c:pt>
                      <c:pt idx="3">
                        <c:v>1.0723690155555556</c:v>
                      </c:pt>
                      <c:pt idx="4">
                        <c:v>0.93974563333333339</c:v>
                      </c:pt>
                      <c:pt idx="5">
                        <c:v>1.340708628888889</c:v>
                      </c:pt>
                      <c:pt idx="6">
                        <c:v>2.7669770888888889</c:v>
                      </c:pt>
                      <c:pt idx="7">
                        <c:v>3.9780556888888889</c:v>
                      </c:pt>
                      <c:pt idx="8">
                        <c:v>4.3474617555555559</c:v>
                      </c:pt>
                      <c:pt idx="9">
                        <c:v>4.2748298599999996</c:v>
                      </c:pt>
                      <c:pt idx="10">
                        <c:v>4.3347076288888893</c:v>
                      </c:pt>
                      <c:pt idx="11">
                        <c:v>4.7879414577777775</c:v>
                      </c:pt>
                      <c:pt idx="12">
                        <c:v>5.4794752933333335</c:v>
                      </c:pt>
                      <c:pt idx="13">
                        <c:v>6.2986891155555558</c:v>
                      </c:pt>
                      <c:pt idx="14">
                        <c:v>6.5630602466666668</c:v>
                      </c:pt>
                      <c:pt idx="15">
                        <c:v>6.345188951111111</c:v>
                      </c:pt>
                      <c:pt idx="16">
                        <c:v>5.3026396044444448</c:v>
                      </c:pt>
                      <c:pt idx="17">
                        <c:v>4.8646601044444449</c:v>
                      </c:pt>
                      <c:pt idx="18">
                        <c:v>5.0806775911111108</c:v>
                      </c:pt>
                      <c:pt idx="19">
                        <c:v>6.1119067133333331</c:v>
                      </c:pt>
                      <c:pt idx="20">
                        <c:v>6.7272735288888885</c:v>
                      </c:pt>
                      <c:pt idx="21">
                        <c:v>7.5179785288888885</c:v>
                      </c:pt>
                      <c:pt idx="22">
                        <c:v>7.9067094222222218</c:v>
                      </c:pt>
                      <c:pt idx="23">
                        <c:v>6.9541076355555553</c:v>
                      </c:pt>
                      <c:pt idx="24">
                        <c:v>5.0909481000000003</c:v>
                      </c:pt>
                      <c:pt idx="25">
                        <c:v>3.18790796</c:v>
                      </c:pt>
                      <c:pt idx="26">
                        <c:v>1.8748589822222221</c:v>
                      </c:pt>
                      <c:pt idx="27">
                        <c:v>1.2103144222222222</c:v>
                      </c:pt>
                      <c:pt idx="28">
                        <c:v>0.98698307777777783</c:v>
                      </c:pt>
                      <c:pt idx="29">
                        <c:v>1.2767294622222223</c:v>
                      </c:pt>
                      <c:pt idx="30">
                        <c:v>2.4301952733333332</c:v>
                      </c:pt>
                      <c:pt idx="31">
                        <c:v>3.6645963422222221</c:v>
                      </c:pt>
                      <c:pt idx="32">
                        <c:v>4.6402623266666669</c:v>
                      </c:pt>
                      <c:pt idx="33">
                        <c:v>4.9985165911111107</c:v>
                      </c:pt>
                      <c:pt idx="34">
                        <c:v>5.2202796755555552</c:v>
                      </c:pt>
                      <c:pt idx="35">
                        <c:v>5.8107267244444447</c:v>
                      </c:pt>
                      <c:pt idx="36">
                        <c:v>6.261279331111111</c:v>
                      </c:pt>
                      <c:pt idx="37">
                        <c:v>6.8221913177777775</c:v>
                      </c:pt>
                      <c:pt idx="38">
                        <c:v>7.5517346666666665</c:v>
                      </c:pt>
                      <c:pt idx="39">
                        <c:v>6.973452408888889</c:v>
                      </c:pt>
                      <c:pt idx="40">
                        <c:v>5.6055323799999996</c:v>
                      </c:pt>
                      <c:pt idx="41">
                        <c:v>5.1470676866666665</c:v>
                      </c:pt>
                      <c:pt idx="42">
                        <c:v>5.2643493599999998</c:v>
                      </c:pt>
                      <c:pt idx="43">
                        <c:v>6.3015207022222226</c:v>
                      </c:pt>
                      <c:pt idx="44">
                        <c:v>6.8732512155555554</c:v>
                      </c:pt>
                      <c:pt idx="45">
                        <c:v>7.7835274133333332</c:v>
                      </c:pt>
                      <c:pt idx="46">
                        <c:v>8.1466530933333328</c:v>
                      </c:pt>
                      <c:pt idx="47">
                        <c:v>7.1422671777777778</c:v>
                      </c:pt>
                      <c:pt idx="48">
                        <c:v>5.2159972000000003</c:v>
                      </c:pt>
                      <c:pt idx="49">
                        <c:v>3.2544172666666666</c:v>
                      </c:pt>
                      <c:pt idx="50">
                        <c:v>1.94720428</c:v>
                      </c:pt>
                      <c:pt idx="51">
                        <c:v>1.2420522266666667</c:v>
                      </c:pt>
                      <c:pt idx="52">
                        <c:v>1.0328962933333334</c:v>
                      </c:pt>
                      <c:pt idx="53">
                        <c:v>1.3905209844444444</c:v>
                      </c:pt>
                      <c:pt idx="54">
                        <c:v>2.6031971288888891</c:v>
                      </c:pt>
                      <c:pt idx="55">
                        <c:v>3.7982316733333334</c:v>
                      </c:pt>
                      <c:pt idx="56">
                        <c:v>4.6367132599999996</c:v>
                      </c:pt>
                      <c:pt idx="57">
                        <c:v>4.7578954222222221</c:v>
                      </c:pt>
                      <c:pt idx="58">
                        <c:v>4.83488468</c:v>
                      </c:pt>
                      <c:pt idx="59">
                        <c:v>5.1327649555555555</c:v>
                      </c:pt>
                      <c:pt idx="60">
                        <c:v>5.6939513155555552</c:v>
                      </c:pt>
                      <c:pt idx="61">
                        <c:v>6.5240660866666671</c:v>
                      </c:pt>
                      <c:pt idx="62">
                        <c:v>6.9110978844444446</c:v>
                      </c:pt>
                      <c:pt idx="63">
                        <c:v>6.662329524444444</c:v>
                      </c:pt>
                      <c:pt idx="64">
                        <c:v>5.3767303000000002</c:v>
                      </c:pt>
                      <c:pt idx="65">
                        <c:v>5.0004804977777777</c:v>
                      </c:pt>
                      <c:pt idx="66">
                        <c:v>5.1664223644444442</c:v>
                      </c:pt>
                      <c:pt idx="67">
                        <c:v>6.1881862511111114</c:v>
                      </c:pt>
                      <c:pt idx="68">
                        <c:v>6.6485260933333334</c:v>
                      </c:pt>
                      <c:pt idx="69">
                        <c:v>7.4933062466666662</c:v>
                      </c:pt>
                      <c:pt idx="70">
                        <c:v>7.6719499377777778</c:v>
                      </c:pt>
                      <c:pt idx="71">
                        <c:v>6.6140206244444446</c:v>
                      </c:pt>
                      <c:pt idx="72">
                        <c:v>4.5935347977777781</c:v>
                      </c:pt>
                      <c:pt idx="73">
                        <c:v>2.7361828199999998</c:v>
                      </c:pt>
                      <c:pt idx="74">
                        <c:v>1.6472713333333333</c:v>
                      </c:pt>
                      <c:pt idx="75">
                        <c:v>1.1239177600000001</c:v>
                      </c:pt>
                      <c:pt idx="76">
                        <c:v>0.96467937555555561</c:v>
                      </c:pt>
                      <c:pt idx="77">
                        <c:v>1.3307121377777777</c:v>
                      </c:pt>
                      <c:pt idx="78">
                        <c:v>2.7771380088888891</c:v>
                      </c:pt>
                      <c:pt idx="79">
                        <c:v>3.8514316599999998</c:v>
                      </c:pt>
                      <c:pt idx="80">
                        <c:v>4.1987607355555552</c:v>
                      </c:pt>
                      <c:pt idx="81">
                        <c:v>4.1629458444444447</c:v>
                      </c:pt>
                      <c:pt idx="82">
                        <c:v>4.214888806666667</c:v>
                      </c:pt>
                      <c:pt idx="83">
                        <c:v>4.6653316844444443</c:v>
                      </c:pt>
                      <c:pt idx="84">
                        <c:v>5.2815295044444444</c:v>
                      </c:pt>
                      <c:pt idx="85">
                        <c:v>5.87833104</c:v>
                      </c:pt>
                      <c:pt idx="86">
                        <c:v>6.2098857711111108</c:v>
                      </c:pt>
                      <c:pt idx="87">
                        <c:v>5.9381879199999998</c:v>
                      </c:pt>
                      <c:pt idx="88">
                        <c:v>5.0946891399999998</c:v>
                      </c:pt>
                      <c:pt idx="89">
                        <c:v>4.8781910266666664</c:v>
                      </c:pt>
                      <c:pt idx="90">
                        <c:v>5.0011734555555556</c:v>
                      </c:pt>
                      <c:pt idx="91">
                        <c:v>6.0690468511111115</c:v>
                      </c:pt>
                      <c:pt idx="92">
                        <c:v>6.5704992555555553</c:v>
                      </c:pt>
                      <c:pt idx="93">
                        <c:v>7.5117604199999999</c:v>
                      </c:pt>
                      <c:pt idx="94">
                        <c:v>7.6965743222222223</c:v>
                      </c:pt>
                      <c:pt idx="95">
                        <c:v>6.3135498977777775</c:v>
                      </c:pt>
                      <c:pt idx="96">
                        <c:v>4.225830148888889</c:v>
                      </c:pt>
                      <c:pt idx="97">
                        <c:v>2.4414898444444444</c:v>
                      </c:pt>
                      <c:pt idx="98">
                        <c:v>1.477133668888889</c:v>
                      </c:pt>
                      <c:pt idx="99">
                        <c:v>0.99768108444444448</c:v>
                      </c:pt>
                      <c:pt idx="100">
                        <c:v>0.90228322444444442</c:v>
                      </c:pt>
                      <c:pt idx="101">
                        <c:v>1.3045009266666667</c:v>
                      </c:pt>
                      <c:pt idx="102">
                        <c:v>2.7090682955555554</c:v>
                      </c:pt>
                      <c:pt idx="103">
                        <c:v>3.9053039177777777</c:v>
                      </c:pt>
                      <c:pt idx="104">
                        <c:v>4.1861408600000001</c:v>
                      </c:pt>
                      <c:pt idx="105">
                        <c:v>4.1210774311111109</c:v>
                      </c:pt>
                      <c:pt idx="106">
                        <c:v>4.1825175799999998</c:v>
                      </c:pt>
                      <c:pt idx="107">
                        <c:v>4.6540049644444448</c:v>
                      </c:pt>
                      <c:pt idx="108">
                        <c:v>5.2590453022222219</c:v>
                      </c:pt>
                      <c:pt idx="109">
                        <c:v>5.9569605133333337</c:v>
                      </c:pt>
                      <c:pt idx="110">
                        <c:v>6.1978966333333334</c:v>
                      </c:pt>
                      <c:pt idx="111">
                        <c:v>6.0226056466666664</c:v>
                      </c:pt>
                      <c:pt idx="112">
                        <c:v>5.14923588</c:v>
                      </c:pt>
                      <c:pt idx="113">
                        <c:v>4.8364211199999998</c:v>
                      </c:pt>
                      <c:pt idx="114">
                        <c:v>5.0737014288888886</c:v>
                      </c:pt>
                      <c:pt idx="115">
                        <c:v>6.0546683844444447</c:v>
                      </c:pt>
                      <c:pt idx="116">
                        <c:v>6.584408482222222</c:v>
                      </c:pt>
                      <c:pt idx="117">
                        <c:v>7.5278026155555553</c:v>
                      </c:pt>
                      <c:pt idx="118">
                        <c:v>7.6414060911111115</c:v>
                      </c:pt>
                      <c:pt idx="119">
                        <c:v>6.4847429200000004</c:v>
                      </c:pt>
                      <c:pt idx="120">
                        <c:v>4.3608971911111114</c:v>
                      </c:pt>
                      <c:pt idx="121">
                        <c:v>2.521605851111111</c:v>
                      </c:pt>
                      <c:pt idx="122">
                        <c:v>1.5181777844444444</c:v>
                      </c:pt>
                      <c:pt idx="123">
                        <c:v>1.0901448</c:v>
                      </c:pt>
                      <c:pt idx="124">
                        <c:v>0.98085361999999998</c:v>
                      </c:pt>
                      <c:pt idx="125">
                        <c:v>1.332005811111111</c:v>
                      </c:pt>
                      <c:pt idx="126">
                        <c:v>2.7793083822222222</c:v>
                      </c:pt>
                      <c:pt idx="127">
                        <c:v>3.9256816977777778</c:v>
                      </c:pt>
                      <c:pt idx="128">
                        <c:v>4.2141490066666663</c:v>
                      </c:pt>
                      <c:pt idx="129">
                        <c:v>4.1924806355555555</c:v>
                      </c:pt>
                      <c:pt idx="130">
                        <c:v>4.3199343222222222</c:v>
                      </c:pt>
                      <c:pt idx="131">
                        <c:v>4.7891158200000001</c:v>
                      </c:pt>
                      <c:pt idx="132">
                        <c:v>5.4632206977777775</c:v>
                      </c:pt>
                      <c:pt idx="133">
                        <c:v>6.4878877955555554</c:v>
                      </c:pt>
                      <c:pt idx="134">
                        <c:v>6.8001675711111114</c:v>
                      </c:pt>
                      <c:pt idx="135">
                        <c:v>6.4306720844444447</c:v>
                      </c:pt>
                      <c:pt idx="136">
                        <c:v>5.2717102822222222</c:v>
                      </c:pt>
                      <c:pt idx="137">
                        <c:v>4.9404064111111108</c:v>
                      </c:pt>
                      <c:pt idx="138">
                        <c:v>5.3589732000000003</c:v>
                      </c:pt>
                      <c:pt idx="139">
                        <c:v>6.2953146755555558</c:v>
                      </c:pt>
                      <c:pt idx="140">
                        <c:v>6.6201580599999996</c:v>
                      </c:pt>
                      <c:pt idx="141">
                        <c:v>7.5282365377777776</c:v>
                      </c:pt>
                      <c:pt idx="142">
                        <c:v>7.7184060666666667</c:v>
                      </c:pt>
                      <c:pt idx="143">
                        <c:v>6.4939931666666668</c:v>
                      </c:pt>
                      <c:pt idx="144">
                        <c:v>4.4292871044444446</c:v>
                      </c:pt>
                      <c:pt idx="145">
                        <c:v>2.6656946822222221</c:v>
                      </c:pt>
                      <c:pt idx="146">
                        <c:v>1.677948651111111</c:v>
                      </c:pt>
                      <c:pt idx="147">
                        <c:v>1.1356639155555555</c:v>
                      </c:pt>
                      <c:pt idx="148">
                        <c:v>0.98710098666666668</c:v>
                      </c:pt>
                      <c:pt idx="149">
                        <c:v>1.3652667199999999</c:v>
                      </c:pt>
                      <c:pt idx="150">
                        <c:v>2.80174842</c:v>
                      </c:pt>
                      <c:pt idx="151">
                        <c:v>3.9668045533333331</c:v>
                      </c:pt>
                      <c:pt idx="152">
                        <c:v>4.2596816577777776</c:v>
                      </c:pt>
                      <c:pt idx="153">
                        <c:v>4.2023742377777777</c:v>
                      </c:pt>
                      <c:pt idx="154">
                        <c:v>4.2348030244444441</c:v>
                      </c:pt>
                      <c:pt idx="155">
                        <c:v>4.7290748266666665</c:v>
                      </c:pt>
                      <c:pt idx="156">
                        <c:v>5.2771557266666669</c:v>
                      </c:pt>
                      <c:pt idx="157">
                        <c:v>5.9353716133333334</c:v>
                      </c:pt>
                      <c:pt idx="158">
                        <c:v>6.1908741466666664</c:v>
                      </c:pt>
                      <c:pt idx="159">
                        <c:v>5.9818771133333337</c:v>
                      </c:pt>
                      <c:pt idx="160">
                        <c:v>5.1694282422222226</c:v>
                      </c:pt>
                      <c:pt idx="161">
                        <c:v>4.9802850266666665</c:v>
                      </c:pt>
                      <c:pt idx="162">
                        <c:v>5.3105795955555557</c:v>
                      </c:pt>
                      <c:pt idx="163">
                        <c:v>6.2723197444444443</c:v>
                      </c:pt>
                      <c:pt idx="164">
                        <c:v>6.8326633622222221</c:v>
                      </c:pt>
                      <c:pt idx="165">
                        <c:v>7.7033206533333329</c:v>
                      </c:pt>
                      <c:pt idx="166">
                        <c:v>7.6775728711111109</c:v>
                      </c:pt>
                      <c:pt idx="167">
                        <c:v>6.3475721466666668</c:v>
                      </c:pt>
                      <c:pt idx="168">
                        <c:v>4.2484105622222224</c:v>
                      </c:pt>
                      <c:pt idx="169">
                        <c:v>2.4865328155555555</c:v>
                      </c:pt>
                      <c:pt idx="170">
                        <c:v>1.5335543644444445</c:v>
                      </c:pt>
                      <c:pt idx="171">
                        <c:v>1.0612558577777778</c:v>
                      </c:pt>
                      <c:pt idx="172">
                        <c:v>0.95379349111111111</c:v>
                      </c:pt>
                      <c:pt idx="173">
                        <c:v>1.3469764244444444</c:v>
                      </c:pt>
                      <c:pt idx="174">
                        <c:v>2.8458092533333335</c:v>
                      </c:pt>
                      <c:pt idx="175">
                        <c:v>4.088483004444444</c:v>
                      </c:pt>
                      <c:pt idx="176">
                        <c:v>4.4141703155555554</c:v>
                      </c:pt>
                      <c:pt idx="177">
                        <c:v>4.358860248888889</c:v>
                      </c:pt>
                      <c:pt idx="178">
                        <c:v>4.3130521533333335</c:v>
                      </c:pt>
                      <c:pt idx="179">
                        <c:v>4.7193364511111113</c:v>
                      </c:pt>
                      <c:pt idx="180">
                        <c:v>5.4083705533333335</c:v>
                      </c:pt>
                      <c:pt idx="181">
                        <c:v>6.1380486666666663</c:v>
                      </c:pt>
                      <c:pt idx="182">
                        <c:v>6.428396982222222</c:v>
                      </c:pt>
                      <c:pt idx="183">
                        <c:v>6.1535259022222224</c:v>
                      </c:pt>
                      <c:pt idx="184">
                        <c:v>5.2287718911111112</c:v>
                      </c:pt>
                      <c:pt idx="185">
                        <c:v>4.9535878999999996</c:v>
                      </c:pt>
                      <c:pt idx="186">
                        <c:v>5.3177589599999999</c:v>
                      </c:pt>
                      <c:pt idx="187">
                        <c:v>6.352244586666667</c:v>
                      </c:pt>
                      <c:pt idx="188">
                        <c:v>6.8338674755555555</c:v>
                      </c:pt>
                      <c:pt idx="189">
                        <c:v>7.7156865955555558</c:v>
                      </c:pt>
                      <c:pt idx="190">
                        <c:v>7.9096804088888888</c:v>
                      </c:pt>
                      <c:pt idx="191">
                        <c:v>6.7785772199999998</c:v>
                      </c:pt>
                      <c:pt idx="192">
                        <c:v>4.8030358288888886</c:v>
                      </c:pt>
                      <c:pt idx="193">
                        <c:v>3.0219965888888889</c:v>
                      </c:pt>
                      <c:pt idx="194">
                        <c:v>1.7526216288888889</c:v>
                      </c:pt>
                      <c:pt idx="195">
                        <c:v>1.2301603977777777</c:v>
                      </c:pt>
                      <c:pt idx="196">
                        <c:v>1.0559262466666666</c:v>
                      </c:pt>
                      <c:pt idx="197">
                        <c:v>1.2937442711111111</c:v>
                      </c:pt>
                      <c:pt idx="198">
                        <c:v>2.5788109266666668</c:v>
                      </c:pt>
                      <c:pt idx="199">
                        <c:v>3.8538394866666668</c:v>
                      </c:pt>
                      <c:pt idx="200">
                        <c:v>4.7576967266666665</c:v>
                      </c:pt>
                      <c:pt idx="201">
                        <c:v>4.9695277377777778</c:v>
                      </c:pt>
                      <c:pt idx="202">
                        <c:v>5.1383536799999998</c:v>
                      </c:pt>
                      <c:pt idx="203">
                        <c:v>5.6793559288888886</c:v>
                      </c:pt>
                      <c:pt idx="204">
                        <c:v>6.0581622022222223</c:v>
                      </c:pt>
                      <c:pt idx="205">
                        <c:v>6.599585982222222</c:v>
                      </c:pt>
                      <c:pt idx="206">
                        <c:v>7.3333660311111108</c:v>
                      </c:pt>
                      <c:pt idx="207">
                        <c:v>6.7742037511111111</c:v>
                      </c:pt>
                      <c:pt idx="208">
                        <c:v>5.4871008622222224</c:v>
                      </c:pt>
                      <c:pt idx="209">
                        <c:v>5.1726401088888885</c:v>
                      </c:pt>
                      <c:pt idx="210">
                        <c:v>5.4524122155555554</c:v>
                      </c:pt>
                      <c:pt idx="211">
                        <c:v>6.4816722022222226</c:v>
                      </c:pt>
                      <c:pt idx="212">
                        <c:v>7.0199686155555554</c:v>
                      </c:pt>
                      <c:pt idx="213">
                        <c:v>7.8537883711111114</c:v>
                      </c:pt>
                      <c:pt idx="214">
                        <c:v>8.0883546688888881</c:v>
                      </c:pt>
                      <c:pt idx="215">
                        <c:v>6.8700780000000004</c:v>
                      </c:pt>
                      <c:pt idx="216">
                        <c:v>4.7936374066666669</c:v>
                      </c:pt>
                      <c:pt idx="217">
                        <c:v>2.9969403844444447</c:v>
                      </c:pt>
                      <c:pt idx="218">
                        <c:v>1.7976423777777777</c:v>
                      </c:pt>
                      <c:pt idx="219">
                        <c:v>1.2212359555555556</c:v>
                      </c:pt>
                      <c:pt idx="220">
                        <c:v>1.0286766088888888</c:v>
                      </c:pt>
                      <c:pt idx="221">
                        <c:v>1.2900036177777778</c:v>
                      </c:pt>
                      <c:pt idx="222">
                        <c:v>2.6178709933333333</c:v>
                      </c:pt>
                      <c:pt idx="223">
                        <c:v>3.8257997911111112</c:v>
                      </c:pt>
                      <c:pt idx="224">
                        <c:v>4.5605411755555556</c:v>
                      </c:pt>
                      <c:pt idx="225">
                        <c:v>4.6907669533333332</c:v>
                      </c:pt>
                      <c:pt idx="226">
                        <c:v>4.6462995933333335</c:v>
                      </c:pt>
                      <c:pt idx="227">
                        <c:v>5.0441462133333337</c:v>
                      </c:pt>
                      <c:pt idx="228">
                        <c:v>5.6239922</c:v>
                      </c:pt>
                      <c:pt idx="229">
                        <c:v>6.4618576000000001</c:v>
                      </c:pt>
                      <c:pt idx="230">
                        <c:v>6.7615059400000002</c:v>
                      </c:pt>
                      <c:pt idx="231">
                        <c:v>6.3283525666666662</c:v>
                      </c:pt>
                      <c:pt idx="232">
                        <c:v>5.2643919377777779</c:v>
                      </c:pt>
                      <c:pt idx="233">
                        <c:v>4.9520725600000004</c:v>
                      </c:pt>
                      <c:pt idx="234">
                        <c:v>5.2789424044444448</c:v>
                      </c:pt>
                      <c:pt idx="235">
                        <c:v>6.2510149999999998</c:v>
                      </c:pt>
                      <c:pt idx="236">
                        <c:v>6.8729368955555552</c:v>
                      </c:pt>
                      <c:pt idx="237">
                        <c:v>7.7229337866666663</c:v>
                      </c:pt>
                      <c:pt idx="238">
                        <c:v>7.6580205288888887</c:v>
                      </c:pt>
                      <c:pt idx="239">
                        <c:v>6.2321302000000003</c:v>
                      </c:pt>
                      <c:pt idx="240">
                        <c:v>4.133213691111111</c:v>
                      </c:pt>
                      <c:pt idx="241">
                        <c:v>2.4332627800000002</c:v>
                      </c:pt>
                      <c:pt idx="242">
                        <c:v>1.4782196577777778</c:v>
                      </c:pt>
                      <c:pt idx="243">
                        <c:v>1.0924879222222221</c:v>
                      </c:pt>
                      <c:pt idx="244">
                        <c:v>0.97731330444444442</c:v>
                      </c:pt>
                      <c:pt idx="245">
                        <c:v>1.2787221933333333</c:v>
                      </c:pt>
                      <c:pt idx="246">
                        <c:v>2.7225203822222221</c:v>
                      </c:pt>
                      <c:pt idx="247">
                        <c:v>3.7769874977777778</c:v>
                      </c:pt>
                      <c:pt idx="248">
                        <c:v>4.1866978844444445</c:v>
                      </c:pt>
                      <c:pt idx="249">
                        <c:v>4.0097146311111107</c:v>
                      </c:pt>
                      <c:pt idx="250">
                        <c:v>4.0078518333333335</c:v>
                      </c:pt>
                      <c:pt idx="251">
                        <c:v>4.5312279355555551</c:v>
                      </c:pt>
                      <c:pt idx="252">
                        <c:v>5.1424629333333334</c:v>
                      </c:pt>
                      <c:pt idx="253">
                        <c:v>5.7785107599999996</c:v>
                      </c:pt>
                      <c:pt idx="254">
                        <c:v>6.0167088733333332</c:v>
                      </c:pt>
                      <c:pt idx="255">
                        <c:v>5.8018427600000004</c:v>
                      </c:pt>
                      <c:pt idx="256">
                        <c:v>5.0472161288888886</c:v>
                      </c:pt>
                      <c:pt idx="257">
                        <c:v>4.8943476577777778</c:v>
                      </c:pt>
                      <c:pt idx="258">
                        <c:v>5.3327767533333335</c:v>
                      </c:pt>
                      <c:pt idx="259">
                        <c:v>6.229735482222222</c:v>
                      </c:pt>
                      <c:pt idx="260">
                        <c:v>6.8216151355555557</c:v>
                      </c:pt>
                      <c:pt idx="261">
                        <c:v>7.6896892088888888</c:v>
                      </c:pt>
                      <c:pt idx="262">
                        <c:v>7.6401427555555559</c:v>
                      </c:pt>
                      <c:pt idx="263">
                        <c:v>6.1707189933333337</c:v>
                      </c:pt>
                      <c:pt idx="264">
                        <c:v>4.0971348088888888</c:v>
                      </c:pt>
                      <c:pt idx="265">
                        <c:v>2.3795791711111112</c:v>
                      </c:pt>
                      <c:pt idx="266">
                        <c:v>1.5046881844444444</c:v>
                      </c:pt>
                      <c:pt idx="267">
                        <c:v>1.0646959288888889</c:v>
                      </c:pt>
                      <c:pt idx="268">
                        <c:v>0.97411411111111113</c:v>
                      </c:pt>
                      <c:pt idx="269">
                        <c:v>1.2726790133333334</c:v>
                      </c:pt>
                      <c:pt idx="270">
                        <c:v>2.8105675222222222</c:v>
                      </c:pt>
                      <c:pt idx="271">
                        <c:v>4.0215021066666665</c:v>
                      </c:pt>
                      <c:pt idx="272">
                        <c:v>4.265728573333333</c:v>
                      </c:pt>
                      <c:pt idx="273">
                        <c:v>4.0668192400000001</c:v>
                      </c:pt>
                      <c:pt idx="274">
                        <c:v>4.1386782444444448</c:v>
                      </c:pt>
                      <c:pt idx="275">
                        <c:v>4.6114422022222223</c:v>
                      </c:pt>
                      <c:pt idx="276">
                        <c:v>5.2165987288888891</c:v>
                      </c:pt>
                      <c:pt idx="277">
                        <c:v>5.8806514244444443</c:v>
                      </c:pt>
                      <c:pt idx="278">
                        <c:v>6.1028437111111113</c:v>
                      </c:pt>
                      <c:pt idx="279">
                        <c:v>5.8474221022222226</c:v>
                      </c:pt>
                      <c:pt idx="280">
                        <c:v>5.0953232111111113</c:v>
                      </c:pt>
                      <c:pt idx="281">
                        <c:v>4.9254675755555555</c:v>
                      </c:pt>
                      <c:pt idx="282">
                        <c:v>5.3065818933333331</c:v>
                      </c:pt>
                      <c:pt idx="283">
                        <c:v>6.2782810044444446</c:v>
                      </c:pt>
                      <c:pt idx="284">
                        <c:v>6.8003638999999998</c:v>
                      </c:pt>
                      <c:pt idx="285">
                        <c:v>7.7894912911111112</c:v>
                      </c:pt>
                      <c:pt idx="286">
                        <c:v>7.6982980488888888</c:v>
                      </c:pt>
                      <c:pt idx="287">
                        <c:v>6.1491859800000004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4CCE-4206-81AF-7668647A5ABE}"/>
                  </c:ext>
                </c:extLst>
              </c15:ser>
            </c15:filteredLineSeries>
            <c15:filteredLine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12-10-2026'!$N$1</c15:sqref>
                        </c15:formulaRef>
                      </c:ext>
                    </c:extLst>
                    <c:strCache>
                      <c:ptCount val="1"/>
                      <c:pt idx="0">
                        <c:v>BMR-DGW2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12-10-2026'!$N$2:$N$289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50.114718860000004</c:v>
                      </c:pt>
                      <c:pt idx="1">
                        <c:v>30.394437857777778</c:v>
                      </c:pt>
                      <c:pt idx="2">
                        <c:v>17.269521924444444</c:v>
                      </c:pt>
                      <c:pt idx="3">
                        <c:v>10.73947189111111</c:v>
                      </c:pt>
                      <c:pt idx="4">
                        <c:v>8.1769772577777786</c:v>
                      </c:pt>
                      <c:pt idx="5">
                        <c:v>10.004969855555556</c:v>
                      </c:pt>
                      <c:pt idx="6">
                        <c:v>20.42470319111111</c:v>
                      </c:pt>
                      <c:pt idx="7">
                        <c:v>31.345546508888887</c:v>
                      </c:pt>
                      <c:pt idx="8">
                        <c:v>37.592275739999998</c:v>
                      </c:pt>
                      <c:pt idx="9">
                        <c:v>41.076302391111113</c:v>
                      </c:pt>
                      <c:pt idx="10">
                        <c:v>45.545966875555557</c:v>
                      </c:pt>
                      <c:pt idx="11">
                        <c:v>51.306527186666663</c:v>
                      </c:pt>
                      <c:pt idx="12">
                        <c:v>56.594007048888891</c:v>
                      </c:pt>
                      <c:pt idx="13">
                        <c:v>65.062953577777776</c:v>
                      </c:pt>
                      <c:pt idx="14">
                        <c:v>67.031674948888892</c:v>
                      </c:pt>
                      <c:pt idx="15">
                        <c:v>64.70626191777778</c:v>
                      </c:pt>
                      <c:pt idx="16">
                        <c:v>56.157694033333335</c:v>
                      </c:pt>
                      <c:pt idx="17">
                        <c:v>57.272941662222223</c:v>
                      </c:pt>
                      <c:pt idx="18">
                        <c:v>57.24595580222222</c:v>
                      </c:pt>
                      <c:pt idx="19">
                        <c:v>67.900127155555552</c:v>
                      </c:pt>
                      <c:pt idx="20">
                        <c:v>75.672699166666661</c:v>
                      </c:pt>
                      <c:pt idx="21">
                        <c:v>87.170352195555552</c:v>
                      </c:pt>
                      <c:pt idx="22">
                        <c:v>86.755344595555556</c:v>
                      </c:pt>
                      <c:pt idx="23">
                        <c:v>74.946476486666668</c:v>
                      </c:pt>
                      <c:pt idx="24">
                        <c:v>54.830553686666669</c:v>
                      </c:pt>
                      <c:pt idx="25">
                        <c:v>35.055988246666665</c:v>
                      </c:pt>
                      <c:pt idx="26">
                        <c:v>20.829623117777778</c:v>
                      </c:pt>
                      <c:pt idx="27">
                        <c:v>12.646639008888888</c:v>
                      </c:pt>
                      <c:pt idx="28">
                        <c:v>8.8189598088888896</c:v>
                      </c:pt>
                      <c:pt idx="29">
                        <c:v>9.6396932688888892</c:v>
                      </c:pt>
                      <c:pt idx="30">
                        <c:v>17.895472606666665</c:v>
                      </c:pt>
                      <c:pt idx="31">
                        <c:v>27.196993953333333</c:v>
                      </c:pt>
                      <c:pt idx="32">
                        <c:v>38.146634706666667</c:v>
                      </c:pt>
                      <c:pt idx="33">
                        <c:v>46.309825006666664</c:v>
                      </c:pt>
                      <c:pt idx="34">
                        <c:v>52.787912748888886</c:v>
                      </c:pt>
                      <c:pt idx="35">
                        <c:v>60.607413651111109</c:v>
                      </c:pt>
                      <c:pt idx="36">
                        <c:v>62.205112837777776</c:v>
                      </c:pt>
                      <c:pt idx="37">
                        <c:v>66.880401320000004</c:v>
                      </c:pt>
                      <c:pt idx="38">
                        <c:v>77.816368733333334</c:v>
                      </c:pt>
                      <c:pt idx="39">
                        <c:v>72.406444084444445</c:v>
                      </c:pt>
                      <c:pt idx="40">
                        <c:v>58.913738008888892</c:v>
                      </c:pt>
                      <c:pt idx="41">
                        <c:v>59.401960168888891</c:v>
                      </c:pt>
                      <c:pt idx="42">
                        <c:v>59.093262251111113</c:v>
                      </c:pt>
                      <c:pt idx="43">
                        <c:v>70.420926573333332</c:v>
                      </c:pt>
                      <c:pt idx="44">
                        <c:v>77.813413606666671</c:v>
                      </c:pt>
                      <c:pt idx="45">
                        <c:v>90.418733717777783</c:v>
                      </c:pt>
                      <c:pt idx="46">
                        <c:v>89.541430622222222</c:v>
                      </c:pt>
                      <c:pt idx="47">
                        <c:v>77.031391186666667</c:v>
                      </c:pt>
                      <c:pt idx="48">
                        <c:v>56.510425842222219</c:v>
                      </c:pt>
                      <c:pt idx="49">
                        <c:v>35.609259691111113</c:v>
                      </c:pt>
                      <c:pt idx="50">
                        <c:v>20.833179411111111</c:v>
                      </c:pt>
                      <c:pt idx="51">
                        <c:v>12.699487711111111</c:v>
                      </c:pt>
                      <c:pt idx="52">
                        <c:v>8.9321311777777783</c:v>
                      </c:pt>
                      <c:pt idx="53">
                        <c:v>10.067086906666667</c:v>
                      </c:pt>
                      <c:pt idx="54">
                        <c:v>18.796444133333335</c:v>
                      </c:pt>
                      <c:pt idx="55">
                        <c:v>28.429746177777776</c:v>
                      </c:pt>
                      <c:pt idx="56">
                        <c:v>38.566390782222221</c:v>
                      </c:pt>
                      <c:pt idx="57">
                        <c:v>44.529769057777777</c:v>
                      </c:pt>
                      <c:pt idx="58">
                        <c:v>48.640076944444445</c:v>
                      </c:pt>
                      <c:pt idx="59">
                        <c:v>53.93531560666667</c:v>
                      </c:pt>
                      <c:pt idx="60">
                        <c:v>57.663980046666666</c:v>
                      </c:pt>
                      <c:pt idx="61">
                        <c:v>67.030524139999997</c:v>
                      </c:pt>
                      <c:pt idx="62">
                        <c:v>70.575114648888885</c:v>
                      </c:pt>
                      <c:pt idx="63">
                        <c:v>67.728298157777772</c:v>
                      </c:pt>
                      <c:pt idx="64">
                        <c:v>57.032802666666669</c:v>
                      </c:pt>
                      <c:pt idx="65">
                        <c:v>57.849845680000001</c:v>
                      </c:pt>
                      <c:pt idx="66">
                        <c:v>58.046343239999999</c:v>
                      </c:pt>
                      <c:pt idx="67">
                        <c:v>68.769952951111108</c:v>
                      </c:pt>
                      <c:pt idx="68">
                        <c:v>75.858417311111111</c:v>
                      </c:pt>
                      <c:pt idx="69">
                        <c:v>87.461523806666662</c:v>
                      </c:pt>
                      <c:pt idx="70">
                        <c:v>85.153976908888893</c:v>
                      </c:pt>
                      <c:pt idx="71">
                        <c:v>71.111517666666671</c:v>
                      </c:pt>
                      <c:pt idx="72">
                        <c:v>49.239456804444444</c:v>
                      </c:pt>
                      <c:pt idx="73">
                        <c:v>29.185112546666666</c:v>
                      </c:pt>
                      <c:pt idx="74">
                        <c:v>16.877559486666666</c:v>
                      </c:pt>
                      <c:pt idx="75">
                        <c:v>10.458267175555555</c:v>
                      </c:pt>
                      <c:pt idx="76">
                        <c:v>7.9952603177777775</c:v>
                      </c:pt>
                      <c:pt idx="77">
                        <c:v>9.7675450622222222</c:v>
                      </c:pt>
                      <c:pt idx="78">
                        <c:v>19.861041433333334</c:v>
                      </c:pt>
                      <c:pt idx="79">
                        <c:v>29.508143706666665</c:v>
                      </c:pt>
                      <c:pt idx="80">
                        <c:v>36.224602891111111</c:v>
                      </c:pt>
                      <c:pt idx="81">
                        <c:v>39.539796922222223</c:v>
                      </c:pt>
                      <c:pt idx="82">
                        <c:v>43.667406455555557</c:v>
                      </c:pt>
                      <c:pt idx="83">
                        <c:v>49.487901426666667</c:v>
                      </c:pt>
                      <c:pt idx="84">
                        <c:v>53.80972832222222</c:v>
                      </c:pt>
                      <c:pt idx="85">
                        <c:v>60.944262751111111</c:v>
                      </c:pt>
                      <c:pt idx="86">
                        <c:v>62.520862922222221</c:v>
                      </c:pt>
                      <c:pt idx="87">
                        <c:v>60.307119460000003</c:v>
                      </c:pt>
                      <c:pt idx="88">
                        <c:v>55.018643233333336</c:v>
                      </c:pt>
                      <c:pt idx="89">
                        <c:v>57.149043322222219</c:v>
                      </c:pt>
                      <c:pt idx="90">
                        <c:v>57.193521146666669</c:v>
                      </c:pt>
                      <c:pt idx="91">
                        <c:v>68.024366000000001</c:v>
                      </c:pt>
                      <c:pt idx="92">
                        <c:v>76.24386577333334</c:v>
                      </c:pt>
                      <c:pt idx="93">
                        <c:v>87.760009768888892</c:v>
                      </c:pt>
                      <c:pt idx="94">
                        <c:v>84.445213357777774</c:v>
                      </c:pt>
                      <c:pt idx="95">
                        <c:v>68.072499644444449</c:v>
                      </c:pt>
                      <c:pt idx="96">
                        <c:v>45.812903991111114</c:v>
                      </c:pt>
                      <c:pt idx="97">
                        <c:v>26.751338220000001</c:v>
                      </c:pt>
                      <c:pt idx="98">
                        <c:v>15.264172262222223</c:v>
                      </c:pt>
                      <c:pt idx="99">
                        <c:v>9.8129628088888889</c:v>
                      </c:pt>
                      <c:pt idx="100">
                        <c:v>7.7393748377777776</c:v>
                      </c:pt>
                      <c:pt idx="101">
                        <c:v>9.418043502222222</c:v>
                      </c:pt>
                      <c:pt idx="102">
                        <c:v>20.125031826666667</c:v>
                      </c:pt>
                      <c:pt idx="103">
                        <c:v>30.428236624444445</c:v>
                      </c:pt>
                      <c:pt idx="104">
                        <c:v>36.494898579999997</c:v>
                      </c:pt>
                      <c:pt idx="105">
                        <c:v>39.438150044444441</c:v>
                      </c:pt>
                      <c:pt idx="106">
                        <c:v>43.386800995555554</c:v>
                      </c:pt>
                      <c:pt idx="107">
                        <c:v>49.917869266666663</c:v>
                      </c:pt>
                      <c:pt idx="108">
                        <c:v>53.971316955555558</c:v>
                      </c:pt>
                      <c:pt idx="109">
                        <c:v>61.484363386666665</c:v>
                      </c:pt>
                      <c:pt idx="110">
                        <c:v>62.238872120000003</c:v>
                      </c:pt>
                      <c:pt idx="111">
                        <c:v>60.714154424444445</c:v>
                      </c:pt>
                      <c:pt idx="112">
                        <c:v>54.499160206666666</c:v>
                      </c:pt>
                      <c:pt idx="113">
                        <c:v>56.481542355555554</c:v>
                      </c:pt>
                      <c:pt idx="114">
                        <c:v>57.061452375555554</c:v>
                      </c:pt>
                      <c:pt idx="115">
                        <c:v>67.548150935555554</c:v>
                      </c:pt>
                      <c:pt idx="116">
                        <c:v>75.798453997777784</c:v>
                      </c:pt>
                      <c:pt idx="117">
                        <c:v>87.739520462222217</c:v>
                      </c:pt>
                      <c:pt idx="118">
                        <c:v>84.618965386666673</c:v>
                      </c:pt>
                      <c:pt idx="119">
                        <c:v>69.422420222222229</c:v>
                      </c:pt>
                      <c:pt idx="120">
                        <c:v>47.113736242222224</c:v>
                      </c:pt>
                      <c:pt idx="121">
                        <c:v>27.644886424444444</c:v>
                      </c:pt>
                      <c:pt idx="122">
                        <c:v>15.914735871111111</c:v>
                      </c:pt>
                      <c:pt idx="123">
                        <c:v>10.058636857777778</c:v>
                      </c:pt>
                      <c:pt idx="124">
                        <c:v>7.8642735044444443</c:v>
                      </c:pt>
                      <c:pt idx="125">
                        <c:v>9.5677493022222215</c:v>
                      </c:pt>
                      <c:pt idx="126">
                        <c:v>20.250290653333334</c:v>
                      </c:pt>
                      <c:pt idx="127">
                        <c:v>30.71183422</c:v>
                      </c:pt>
                      <c:pt idx="128">
                        <c:v>36.824453562222224</c:v>
                      </c:pt>
                      <c:pt idx="129">
                        <c:v>39.990299244444444</c:v>
                      </c:pt>
                      <c:pt idx="130">
                        <c:v>44.601866235555555</c:v>
                      </c:pt>
                      <c:pt idx="131">
                        <c:v>50.431468142222222</c:v>
                      </c:pt>
                      <c:pt idx="132">
                        <c:v>55.77897174666667</c:v>
                      </c:pt>
                      <c:pt idx="133">
                        <c:v>66.496514344444449</c:v>
                      </c:pt>
                      <c:pt idx="134">
                        <c:v>67.781668493333328</c:v>
                      </c:pt>
                      <c:pt idx="135">
                        <c:v>63.693948813333336</c:v>
                      </c:pt>
                      <c:pt idx="136">
                        <c:v>55.56611013111111</c:v>
                      </c:pt>
                      <c:pt idx="137">
                        <c:v>57.186345602222225</c:v>
                      </c:pt>
                      <c:pt idx="138">
                        <c:v>62.00044345111111</c:v>
                      </c:pt>
                      <c:pt idx="139">
                        <c:v>71.547862915555555</c:v>
                      </c:pt>
                      <c:pt idx="140">
                        <c:v>76.53241819555555</c:v>
                      </c:pt>
                      <c:pt idx="141">
                        <c:v>88.469279835555554</c:v>
                      </c:pt>
                      <c:pt idx="142">
                        <c:v>85.287336915555557</c:v>
                      </c:pt>
                      <c:pt idx="143">
                        <c:v>70.61228772222222</c:v>
                      </c:pt>
                      <c:pt idx="144">
                        <c:v>49.77786210888889</c:v>
                      </c:pt>
                      <c:pt idx="145">
                        <c:v>30.015615697777779</c:v>
                      </c:pt>
                      <c:pt idx="146">
                        <c:v>18.104356360000001</c:v>
                      </c:pt>
                      <c:pt idx="147">
                        <c:v>10.838169528888889</c:v>
                      </c:pt>
                      <c:pt idx="148">
                        <c:v>8.3308947799999995</c:v>
                      </c:pt>
                      <c:pt idx="149">
                        <c:v>10.017602317777778</c:v>
                      </c:pt>
                      <c:pt idx="150">
                        <c:v>20.915319795555554</c:v>
                      </c:pt>
                      <c:pt idx="151">
                        <c:v>31.511789713333332</c:v>
                      </c:pt>
                      <c:pt idx="152">
                        <c:v>37.465476988888888</c:v>
                      </c:pt>
                      <c:pt idx="153">
                        <c:v>40.443611906666668</c:v>
                      </c:pt>
                      <c:pt idx="154">
                        <c:v>44.216384566666669</c:v>
                      </c:pt>
                      <c:pt idx="155">
                        <c:v>50.213534315555556</c:v>
                      </c:pt>
                      <c:pt idx="156">
                        <c:v>54.093295966666666</c:v>
                      </c:pt>
                      <c:pt idx="157">
                        <c:v>61.700811813333331</c:v>
                      </c:pt>
                      <c:pt idx="158">
                        <c:v>62.7943578</c:v>
                      </c:pt>
                      <c:pt idx="159">
                        <c:v>60.828625613333337</c:v>
                      </c:pt>
                      <c:pt idx="160">
                        <c:v>56.169871626666669</c:v>
                      </c:pt>
                      <c:pt idx="161">
                        <c:v>58.965082080000002</c:v>
                      </c:pt>
                      <c:pt idx="162">
                        <c:v>59.844366600000001</c:v>
                      </c:pt>
                      <c:pt idx="163">
                        <c:v>69.446079979999993</c:v>
                      </c:pt>
                      <c:pt idx="164">
                        <c:v>77.204143224444451</c:v>
                      </c:pt>
                      <c:pt idx="165">
                        <c:v>87.96439713777778</c:v>
                      </c:pt>
                      <c:pt idx="166">
                        <c:v>84.408142231111114</c:v>
                      </c:pt>
                      <c:pt idx="167">
                        <c:v>67.922572831111111</c:v>
                      </c:pt>
                      <c:pt idx="168">
                        <c:v>46.125676262222221</c:v>
                      </c:pt>
                      <c:pt idx="169">
                        <c:v>27.543167142222224</c:v>
                      </c:pt>
                      <c:pt idx="170">
                        <c:v>15.973364139999999</c:v>
                      </c:pt>
                      <c:pt idx="171">
                        <c:v>10.175073302222222</c:v>
                      </c:pt>
                      <c:pt idx="172">
                        <c:v>7.9587301088888891</c:v>
                      </c:pt>
                      <c:pt idx="173">
                        <c:v>9.7750512066666673</c:v>
                      </c:pt>
                      <c:pt idx="174">
                        <c:v>21.18964278</c:v>
                      </c:pt>
                      <c:pt idx="175">
                        <c:v>32.639037566666666</c:v>
                      </c:pt>
                      <c:pt idx="176">
                        <c:v>39.409539468888887</c:v>
                      </c:pt>
                      <c:pt idx="177">
                        <c:v>44.187280662222221</c:v>
                      </c:pt>
                      <c:pt idx="178">
                        <c:v>47.093585051111113</c:v>
                      </c:pt>
                      <c:pt idx="179">
                        <c:v>51.919140040000002</c:v>
                      </c:pt>
                      <c:pt idx="180">
                        <c:v>57.163320702222222</c:v>
                      </c:pt>
                      <c:pt idx="181">
                        <c:v>64.552776971111115</c:v>
                      </c:pt>
                      <c:pt idx="182">
                        <c:v>65.700535851111113</c:v>
                      </c:pt>
                      <c:pt idx="183">
                        <c:v>63.099864633333333</c:v>
                      </c:pt>
                      <c:pt idx="184">
                        <c:v>56.431104380000001</c:v>
                      </c:pt>
                      <c:pt idx="185">
                        <c:v>58.334974824444444</c:v>
                      </c:pt>
                      <c:pt idx="186">
                        <c:v>59.257512622222222</c:v>
                      </c:pt>
                      <c:pt idx="187">
                        <c:v>70.474846564444448</c:v>
                      </c:pt>
                      <c:pt idx="188">
                        <c:v>78.288377346666664</c:v>
                      </c:pt>
                      <c:pt idx="189">
                        <c:v>88.554944919999997</c:v>
                      </c:pt>
                      <c:pt idx="190">
                        <c:v>86.456868706666668</c:v>
                      </c:pt>
                      <c:pt idx="191">
                        <c:v>72.431375408888883</c:v>
                      </c:pt>
                      <c:pt idx="192">
                        <c:v>51.909072808888887</c:v>
                      </c:pt>
                      <c:pt idx="193">
                        <c:v>32.603459266666668</c:v>
                      </c:pt>
                      <c:pt idx="194">
                        <c:v>19.106825831111109</c:v>
                      </c:pt>
                      <c:pt idx="195">
                        <c:v>12.142518742222222</c:v>
                      </c:pt>
                      <c:pt idx="196">
                        <c:v>8.858976428888889</c:v>
                      </c:pt>
                      <c:pt idx="197">
                        <c:v>9.3923390488888892</c:v>
                      </c:pt>
                      <c:pt idx="198">
                        <c:v>18.36285825111111</c:v>
                      </c:pt>
                      <c:pt idx="199">
                        <c:v>28.37969112</c:v>
                      </c:pt>
                      <c:pt idx="200">
                        <c:v>38.860715824444448</c:v>
                      </c:pt>
                      <c:pt idx="201">
                        <c:v>46.33554489777778</c:v>
                      </c:pt>
                      <c:pt idx="202">
                        <c:v>52.088190806666667</c:v>
                      </c:pt>
                      <c:pt idx="203">
                        <c:v>59.249474737777781</c:v>
                      </c:pt>
                      <c:pt idx="204">
                        <c:v>60.469154117777776</c:v>
                      </c:pt>
                      <c:pt idx="205">
                        <c:v>65.816141099999996</c:v>
                      </c:pt>
                      <c:pt idx="206">
                        <c:v>75.749008133333334</c:v>
                      </c:pt>
                      <c:pt idx="207">
                        <c:v>69.585607620000005</c:v>
                      </c:pt>
                      <c:pt idx="208">
                        <c:v>58.490912531111114</c:v>
                      </c:pt>
                      <c:pt idx="209">
                        <c:v>58.980083073333333</c:v>
                      </c:pt>
                      <c:pt idx="210">
                        <c:v>58.784961511111113</c:v>
                      </c:pt>
                      <c:pt idx="211">
                        <c:v>70.377243680000007</c:v>
                      </c:pt>
                      <c:pt idx="212">
                        <c:v>79.122401928888891</c:v>
                      </c:pt>
                      <c:pt idx="213">
                        <c:v>90.207821297777784</c:v>
                      </c:pt>
                      <c:pt idx="214">
                        <c:v>89.120007139999998</c:v>
                      </c:pt>
                      <c:pt idx="215">
                        <c:v>74.368263808888884</c:v>
                      </c:pt>
                      <c:pt idx="216">
                        <c:v>52.658408753333333</c:v>
                      </c:pt>
                      <c:pt idx="217">
                        <c:v>32.298669242222225</c:v>
                      </c:pt>
                      <c:pt idx="218">
                        <c:v>18.812659773333333</c:v>
                      </c:pt>
                      <c:pt idx="219">
                        <c:v>11.689332904444445</c:v>
                      </c:pt>
                      <c:pt idx="220">
                        <c:v>8.6175853044444448</c:v>
                      </c:pt>
                      <c:pt idx="221">
                        <c:v>9.4037166400000007</c:v>
                      </c:pt>
                      <c:pt idx="222">
                        <c:v>18.893898364444443</c:v>
                      </c:pt>
                      <c:pt idx="223">
                        <c:v>28.702845928888888</c:v>
                      </c:pt>
                      <c:pt idx="224">
                        <c:v>37.671464037777781</c:v>
                      </c:pt>
                      <c:pt idx="225">
                        <c:v>43.108661148888892</c:v>
                      </c:pt>
                      <c:pt idx="226">
                        <c:v>47.512290313333331</c:v>
                      </c:pt>
                      <c:pt idx="227">
                        <c:v>52.647235331111112</c:v>
                      </c:pt>
                      <c:pt idx="228">
                        <c:v>56.221600080000002</c:v>
                      </c:pt>
                      <c:pt idx="229">
                        <c:v>66.511656948888884</c:v>
                      </c:pt>
                      <c:pt idx="230">
                        <c:v>69.805957862222229</c:v>
                      </c:pt>
                      <c:pt idx="231">
                        <c:v>65.377791973333331</c:v>
                      </c:pt>
                      <c:pt idx="232">
                        <c:v>56.441642071111112</c:v>
                      </c:pt>
                      <c:pt idx="233">
                        <c:v>57.938901313333332</c:v>
                      </c:pt>
                      <c:pt idx="234">
                        <c:v>58.834643593333332</c:v>
                      </c:pt>
                      <c:pt idx="235">
                        <c:v>69.184429188888885</c:v>
                      </c:pt>
                      <c:pt idx="236">
                        <c:v>78.741947668888884</c:v>
                      </c:pt>
                      <c:pt idx="237">
                        <c:v>89.519304937777775</c:v>
                      </c:pt>
                      <c:pt idx="238">
                        <c:v>84.465451613333329</c:v>
                      </c:pt>
                      <c:pt idx="239">
                        <c:v>67.692171157777778</c:v>
                      </c:pt>
                      <c:pt idx="240">
                        <c:v>45.19067849333333</c:v>
                      </c:pt>
                      <c:pt idx="241">
                        <c:v>26.646029124444443</c:v>
                      </c:pt>
                      <c:pt idx="242">
                        <c:v>15.565537175555555</c:v>
                      </c:pt>
                      <c:pt idx="243">
                        <c:v>9.9536610777777774</c:v>
                      </c:pt>
                      <c:pt idx="244">
                        <c:v>7.8681313955555554</c:v>
                      </c:pt>
                      <c:pt idx="245">
                        <c:v>9.0957707488888886</c:v>
                      </c:pt>
                      <c:pt idx="246">
                        <c:v>19.702921197777776</c:v>
                      </c:pt>
                      <c:pt idx="247">
                        <c:v>29.423777640000001</c:v>
                      </c:pt>
                      <c:pt idx="248">
                        <c:v>35.696646002222224</c:v>
                      </c:pt>
                      <c:pt idx="249">
                        <c:v>38.31924459333333</c:v>
                      </c:pt>
                      <c:pt idx="250">
                        <c:v>42.026124535555553</c:v>
                      </c:pt>
                      <c:pt idx="251">
                        <c:v>47.981645644444441</c:v>
                      </c:pt>
                      <c:pt idx="252">
                        <c:v>52.438458195555555</c:v>
                      </c:pt>
                      <c:pt idx="253">
                        <c:v>60.125652697777781</c:v>
                      </c:pt>
                      <c:pt idx="254">
                        <c:v>61.642161775555557</c:v>
                      </c:pt>
                      <c:pt idx="255">
                        <c:v>59.241234782222222</c:v>
                      </c:pt>
                      <c:pt idx="256">
                        <c:v>55.373604291111114</c:v>
                      </c:pt>
                      <c:pt idx="257">
                        <c:v>58.985075493333333</c:v>
                      </c:pt>
                      <c:pt idx="258">
                        <c:v>59.649268713333335</c:v>
                      </c:pt>
                      <c:pt idx="259">
                        <c:v>69.430152168888895</c:v>
                      </c:pt>
                      <c:pt idx="260">
                        <c:v>78.41723187777778</c:v>
                      </c:pt>
                      <c:pt idx="261">
                        <c:v>87.941049404444442</c:v>
                      </c:pt>
                      <c:pt idx="262">
                        <c:v>83.39353355555555</c:v>
                      </c:pt>
                      <c:pt idx="263">
                        <c:v>66.300997879999997</c:v>
                      </c:pt>
                      <c:pt idx="264">
                        <c:v>43.741780166666665</c:v>
                      </c:pt>
                      <c:pt idx="265">
                        <c:v>25.67885982</c:v>
                      </c:pt>
                      <c:pt idx="266">
                        <c:v>14.903767724444444</c:v>
                      </c:pt>
                      <c:pt idx="267">
                        <c:v>9.7098368133333341</c:v>
                      </c:pt>
                      <c:pt idx="268">
                        <c:v>7.9568577622222225</c:v>
                      </c:pt>
                      <c:pt idx="269">
                        <c:v>9.2549752466666675</c:v>
                      </c:pt>
                      <c:pt idx="270">
                        <c:v>20.389536666666668</c:v>
                      </c:pt>
                      <c:pt idx="271">
                        <c:v>31.148402286666666</c:v>
                      </c:pt>
                      <c:pt idx="272">
                        <c:v>36.437812837777777</c:v>
                      </c:pt>
                      <c:pt idx="273">
                        <c:v>39.470984111111115</c:v>
                      </c:pt>
                      <c:pt idx="274">
                        <c:v>43.618039208888888</c:v>
                      </c:pt>
                      <c:pt idx="275">
                        <c:v>49.015960975555558</c:v>
                      </c:pt>
                      <c:pt idx="276">
                        <c:v>53.731911644444445</c:v>
                      </c:pt>
                      <c:pt idx="277">
                        <c:v>61.13381786888889</c:v>
                      </c:pt>
                      <c:pt idx="278">
                        <c:v>61.350995635555556</c:v>
                      </c:pt>
                      <c:pt idx="279">
                        <c:v>58.999677411111108</c:v>
                      </c:pt>
                      <c:pt idx="280">
                        <c:v>55.499927775555555</c:v>
                      </c:pt>
                      <c:pt idx="281">
                        <c:v>58.585363497777777</c:v>
                      </c:pt>
                      <c:pt idx="282">
                        <c:v>58.942485866666665</c:v>
                      </c:pt>
                      <c:pt idx="283">
                        <c:v>70.090843248888888</c:v>
                      </c:pt>
                      <c:pt idx="284">
                        <c:v>79.26455469555556</c:v>
                      </c:pt>
                      <c:pt idx="285">
                        <c:v>89.811762104444441</c:v>
                      </c:pt>
                      <c:pt idx="286">
                        <c:v>84.313223300000004</c:v>
                      </c:pt>
                      <c:pt idx="287">
                        <c:v>66.050167344444446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4CCE-4206-81AF-7668647A5ABE}"/>
                  </c:ext>
                </c:extLst>
              </c15:ser>
            </c15:filteredLineSeries>
            <c15:filteredLine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12-10-2026'!$O$1</c15:sqref>
                        </c15:formulaRef>
                      </c:ext>
                    </c:extLst>
                    <c:strCache>
                      <c:ptCount val="1"/>
                      <c:pt idx="0">
                        <c:v>BMR-DGW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12-10-2026'!$O$2:$O$289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100.39366917555556</c:v>
                      </c:pt>
                      <c:pt idx="1">
                        <c:v>60.920803877777779</c:v>
                      </c:pt>
                      <c:pt idx="2">
                        <c:v>34.419483744444449</c:v>
                      </c:pt>
                      <c:pt idx="3">
                        <c:v>21.446349444444444</c:v>
                      </c:pt>
                      <c:pt idx="4">
                        <c:v>16.336256806666668</c:v>
                      </c:pt>
                      <c:pt idx="5">
                        <c:v>20.016429775555558</c:v>
                      </c:pt>
                      <c:pt idx="6">
                        <c:v>40.778953717777782</c:v>
                      </c:pt>
                      <c:pt idx="7">
                        <c:v>62.569078044444439</c:v>
                      </c:pt>
                      <c:pt idx="8">
                        <c:v>75.027076248888889</c:v>
                      </c:pt>
                      <c:pt idx="9">
                        <c:v>82.075762615555561</c:v>
                      </c:pt>
                      <c:pt idx="10">
                        <c:v>91.042781844444448</c:v>
                      </c:pt>
                      <c:pt idx="11">
                        <c:v>102.74585266222222</c:v>
                      </c:pt>
                      <c:pt idx="12">
                        <c:v>113.41599836666667</c:v>
                      </c:pt>
                      <c:pt idx="13">
                        <c:v>130.22961031777777</c:v>
                      </c:pt>
                      <c:pt idx="14">
                        <c:v>134.34987753333334</c:v>
                      </c:pt>
                      <c:pt idx="15">
                        <c:v>129.65442862666669</c:v>
                      </c:pt>
                      <c:pt idx="16">
                        <c:v>112.51526790666668</c:v>
                      </c:pt>
                      <c:pt idx="17">
                        <c:v>114.40105048222222</c:v>
                      </c:pt>
                      <c:pt idx="18">
                        <c:v>114.23864712222222</c:v>
                      </c:pt>
                      <c:pt idx="19">
                        <c:v>135.653919</c:v>
                      </c:pt>
                      <c:pt idx="20">
                        <c:v>151.16725637555555</c:v>
                      </c:pt>
                      <c:pt idx="21">
                        <c:v>174.62329051111112</c:v>
                      </c:pt>
                      <c:pt idx="22">
                        <c:v>173.63977958444445</c:v>
                      </c:pt>
                      <c:pt idx="23">
                        <c:v>149.5559286688889</c:v>
                      </c:pt>
                      <c:pt idx="24">
                        <c:v>109.76712865555555</c:v>
                      </c:pt>
                      <c:pt idx="25">
                        <c:v>69.99023528666666</c:v>
                      </c:pt>
                      <c:pt idx="26">
                        <c:v>41.422004771111112</c:v>
                      </c:pt>
                      <c:pt idx="27">
                        <c:v>25.142948511111111</c:v>
                      </c:pt>
                      <c:pt idx="28">
                        <c:v>17.593983424444446</c:v>
                      </c:pt>
                      <c:pt idx="29">
                        <c:v>19.315119495555557</c:v>
                      </c:pt>
                      <c:pt idx="30">
                        <c:v>35.660871919999998</c:v>
                      </c:pt>
                      <c:pt idx="31">
                        <c:v>54.269191084444444</c:v>
                      </c:pt>
                      <c:pt idx="32">
                        <c:v>76.15725066666667</c:v>
                      </c:pt>
                      <c:pt idx="33">
                        <c:v>92.34843207555555</c:v>
                      </c:pt>
                      <c:pt idx="34">
                        <c:v>105.2299395911111</c:v>
                      </c:pt>
                      <c:pt idx="35">
                        <c:v>120.90983794666667</c:v>
                      </c:pt>
                      <c:pt idx="36">
                        <c:v>124.05740407777778</c:v>
                      </c:pt>
                      <c:pt idx="37">
                        <c:v>133.56139531333332</c:v>
                      </c:pt>
                      <c:pt idx="38">
                        <c:v>155.4552141111111</c:v>
                      </c:pt>
                      <c:pt idx="39">
                        <c:v>144.87186977777776</c:v>
                      </c:pt>
                      <c:pt idx="40">
                        <c:v>118.28775273777778</c:v>
                      </c:pt>
                      <c:pt idx="41">
                        <c:v>119.17933148444445</c:v>
                      </c:pt>
                      <c:pt idx="42">
                        <c:v>118.94147406</c:v>
                      </c:pt>
                      <c:pt idx="43">
                        <c:v>141.51957921777779</c:v>
                      </c:pt>
                      <c:pt idx="44">
                        <c:v>156.65006708666667</c:v>
                      </c:pt>
                      <c:pt idx="45">
                        <c:v>182.02175606888889</c:v>
                      </c:pt>
                      <c:pt idx="46">
                        <c:v>179.38689825555554</c:v>
                      </c:pt>
                      <c:pt idx="47">
                        <c:v>154.68553753777778</c:v>
                      </c:pt>
                      <c:pt idx="48">
                        <c:v>113.10701636222223</c:v>
                      </c:pt>
                      <c:pt idx="49">
                        <c:v>71.442998079999995</c:v>
                      </c:pt>
                      <c:pt idx="50">
                        <c:v>41.491882637777778</c:v>
                      </c:pt>
                      <c:pt idx="51">
                        <c:v>25.166563288888888</c:v>
                      </c:pt>
                      <c:pt idx="52">
                        <c:v>18.02767180888889</c:v>
                      </c:pt>
                      <c:pt idx="53">
                        <c:v>20.350236513333336</c:v>
                      </c:pt>
                      <c:pt idx="54">
                        <c:v>37.595382231111117</c:v>
                      </c:pt>
                      <c:pt idx="55">
                        <c:v>56.833259657777774</c:v>
                      </c:pt>
                      <c:pt idx="56">
                        <c:v>76.904201273333342</c:v>
                      </c:pt>
                      <c:pt idx="57">
                        <c:v>88.839761115555547</c:v>
                      </c:pt>
                      <c:pt idx="58">
                        <c:v>97.490398720000002</c:v>
                      </c:pt>
                      <c:pt idx="59">
                        <c:v>108.20427241333334</c:v>
                      </c:pt>
                      <c:pt idx="60">
                        <c:v>115.40155446444444</c:v>
                      </c:pt>
                      <c:pt idx="61">
                        <c:v>133.89942157555555</c:v>
                      </c:pt>
                      <c:pt idx="62">
                        <c:v>141.10068626222221</c:v>
                      </c:pt>
                      <c:pt idx="63">
                        <c:v>135.08938165777778</c:v>
                      </c:pt>
                      <c:pt idx="64">
                        <c:v>113.99872447777778</c:v>
                      </c:pt>
                      <c:pt idx="65">
                        <c:v>115.75083291999999</c:v>
                      </c:pt>
                      <c:pt idx="66">
                        <c:v>116.29091755555555</c:v>
                      </c:pt>
                      <c:pt idx="67">
                        <c:v>137.69594937555556</c:v>
                      </c:pt>
                      <c:pt idx="68">
                        <c:v>152.48473844888889</c:v>
                      </c:pt>
                      <c:pt idx="69">
                        <c:v>175.83700513777779</c:v>
                      </c:pt>
                      <c:pt idx="70">
                        <c:v>171.3500437311111</c:v>
                      </c:pt>
                      <c:pt idx="71">
                        <c:v>142.44202205333335</c:v>
                      </c:pt>
                      <c:pt idx="72">
                        <c:v>98.160137266666666</c:v>
                      </c:pt>
                      <c:pt idx="73">
                        <c:v>58.448698513333333</c:v>
                      </c:pt>
                      <c:pt idx="74">
                        <c:v>33.463154666666668</c:v>
                      </c:pt>
                      <c:pt idx="75">
                        <c:v>20.838983728888888</c:v>
                      </c:pt>
                      <c:pt idx="76">
                        <c:v>16.089217326666667</c:v>
                      </c:pt>
                      <c:pt idx="77">
                        <c:v>19.343823780000001</c:v>
                      </c:pt>
                      <c:pt idx="78">
                        <c:v>39.65486112</c:v>
                      </c:pt>
                      <c:pt idx="79">
                        <c:v>59.131577148888887</c:v>
                      </c:pt>
                      <c:pt idx="80">
                        <c:v>72.674476211111113</c:v>
                      </c:pt>
                      <c:pt idx="81">
                        <c:v>79.448249526666672</c:v>
                      </c:pt>
                      <c:pt idx="82">
                        <c:v>87.516671046666659</c:v>
                      </c:pt>
                      <c:pt idx="83">
                        <c:v>99.908693733333337</c:v>
                      </c:pt>
                      <c:pt idx="84">
                        <c:v>107.65762922222223</c:v>
                      </c:pt>
                      <c:pt idx="85">
                        <c:v>121.9345429911111</c:v>
                      </c:pt>
                      <c:pt idx="86">
                        <c:v>124.56718749333334</c:v>
                      </c:pt>
                      <c:pt idx="87">
                        <c:v>120.64273446222222</c:v>
                      </c:pt>
                      <c:pt idx="88">
                        <c:v>109.59813501777778</c:v>
                      </c:pt>
                      <c:pt idx="89">
                        <c:v>114.39377409555556</c:v>
                      </c:pt>
                      <c:pt idx="90">
                        <c:v>114.62526471555556</c:v>
                      </c:pt>
                      <c:pt idx="91">
                        <c:v>136.62275093333335</c:v>
                      </c:pt>
                      <c:pt idx="92">
                        <c:v>152.82829674444446</c:v>
                      </c:pt>
                      <c:pt idx="93">
                        <c:v>175.47771553555555</c:v>
                      </c:pt>
                      <c:pt idx="94">
                        <c:v>168.92567306000001</c:v>
                      </c:pt>
                      <c:pt idx="95">
                        <c:v>136.72229486666669</c:v>
                      </c:pt>
                      <c:pt idx="96">
                        <c:v>92.090864588888891</c:v>
                      </c:pt>
                      <c:pt idx="97">
                        <c:v>53.863644766666667</c:v>
                      </c:pt>
                      <c:pt idx="98">
                        <c:v>30.768237893333335</c:v>
                      </c:pt>
                      <c:pt idx="99">
                        <c:v>19.664114144444447</c:v>
                      </c:pt>
                      <c:pt idx="100">
                        <c:v>15.528253833333334</c:v>
                      </c:pt>
                      <c:pt idx="101">
                        <c:v>18.906292375555555</c:v>
                      </c:pt>
                      <c:pt idx="102">
                        <c:v>40.172841211111113</c:v>
                      </c:pt>
                      <c:pt idx="103">
                        <c:v>61.44583991333333</c:v>
                      </c:pt>
                      <c:pt idx="104">
                        <c:v>73.319917973333332</c:v>
                      </c:pt>
                      <c:pt idx="105">
                        <c:v>79.24398074222222</c:v>
                      </c:pt>
                      <c:pt idx="106">
                        <c:v>86.993044088888894</c:v>
                      </c:pt>
                      <c:pt idx="107">
                        <c:v>99.857492664444436</c:v>
                      </c:pt>
                      <c:pt idx="108">
                        <c:v>107.93011075111112</c:v>
                      </c:pt>
                      <c:pt idx="109">
                        <c:v>123.01656588888889</c:v>
                      </c:pt>
                      <c:pt idx="110">
                        <c:v>125.04846539777779</c:v>
                      </c:pt>
                      <c:pt idx="111">
                        <c:v>121.78962909555555</c:v>
                      </c:pt>
                      <c:pt idx="112">
                        <c:v>109.14121761333334</c:v>
                      </c:pt>
                      <c:pt idx="113">
                        <c:v>113.43323480666666</c:v>
                      </c:pt>
                      <c:pt idx="114">
                        <c:v>114.21572093111111</c:v>
                      </c:pt>
                      <c:pt idx="115">
                        <c:v>135.85290031555556</c:v>
                      </c:pt>
                      <c:pt idx="116">
                        <c:v>152.40550755555557</c:v>
                      </c:pt>
                      <c:pt idx="117">
                        <c:v>176.53689310222222</c:v>
                      </c:pt>
                      <c:pt idx="118">
                        <c:v>169.89521253555557</c:v>
                      </c:pt>
                      <c:pt idx="119">
                        <c:v>138.86178836222223</c:v>
                      </c:pt>
                      <c:pt idx="120">
                        <c:v>93.95260277777777</c:v>
                      </c:pt>
                      <c:pt idx="121">
                        <c:v>55.259717155555556</c:v>
                      </c:pt>
                      <c:pt idx="122">
                        <c:v>31.512815686666666</c:v>
                      </c:pt>
                      <c:pt idx="123">
                        <c:v>20.011220817777776</c:v>
                      </c:pt>
                      <c:pt idx="124">
                        <c:v>15.715894046666666</c:v>
                      </c:pt>
                      <c:pt idx="125">
                        <c:v>19.029432208888888</c:v>
                      </c:pt>
                      <c:pt idx="126">
                        <c:v>40.72254484222222</c:v>
                      </c:pt>
                      <c:pt idx="127">
                        <c:v>61.703525768888888</c:v>
                      </c:pt>
                      <c:pt idx="128">
                        <c:v>73.250511688888892</c:v>
                      </c:pt>
                      <c:pt idx="129">
                        <c:v>80.001104502222219</c:v>
                      </c:pt>
                      <c:pt idx="130">
                        <c:v>89.130274257777785</c:v>
                      </c:pt>
                      <c:pt idx="131">
                        <c:v>101.11796921333334</c:v>
                      </c:pt>
                      <c:pt idx="132">
                        <c:v>111.9224392888889</c:v>
                      </c:pt>
                      <c:pt idx="133">
                        <c:v>133.13535400222224</c:v>
                      </c:pt>
                      <c:pt idx="134">
                        <c:v>135.77172281333333</c:v>
                      </c:pt>
                      <c:pt idx="135">
                        <c:v>127.65607105777778</c:v>
                      </c:pt>
                      <c:pt idx="136">
                        <c:v>110.85794931555554</c:v>
                      </c:pt>
                      <c:pt idx="137">
                        <c:v>114.2750967488889</c:v>
                      </c:pt>
                      <c:pt idx="138">
                        <c:v>123.63282929777777</c:v>
                      </c:pt>
                      <c:pt idx="139">
                        <c:v>142.61397392888887</c:v>
                      </c:pt>
                      <c:pt idx="140">
                        <c:v>153.34142841111111</c:v>
                      </c:pt>
                      <c:pt idx="141">
                        <c:v>176.7087149688889</c:v>
                      </c:pt>
                      <c:pt idx="142">
                        <c:v>170.02245633777778</c:v>
                      </c:pt>
                      <c:pt idx="143">
                        <c:v>141.3677646711111</c:v>
                      </c:pt>
                      <c:pt idx="144">
                        <c:v>99.209719800000002</c:v>
                      </c:pt>
                      <c:pt idx="145">
                        <c:v>59.501555608888893</c:v>
                      </c:pt>
                      <c:pt idx="146">
                        <c:v>35.728974911111109</c:v>
                      </c:pt>
                      <c:pt idx="147">
                        <c:v>21.312895017777777</c:v>
                      </c:pt>
                      <c:pt idx="148">
                        <c:v>16.382351148888887</c:v>
                      </c:pt>
                      <c:pt idx="149">
                        <c:v>19.783053053333333</c:v>
                      </c:pt>
                      <c:pt idx="150">
                        <c:v>41.759671775555553</c:v>
                      </c:pt>
                      <c:pt idx="151">
                        <c:v>62.59783648222222</c:v>
                      </c:pt>
                      <c:pt idx="152">
                        <c:v>74.435658964444443</c:v>
                      </c:pt>
                      <c:pt idx="153">
                        <c:v>80.430501395555552</c:v>
                      </c:pt>
                      <c:pt idx="154">
                        <c:v>88.344219073333335</c:v>
                      </c:pt>
                      <c:pt idx="155">
                        <c:v>99.999084600000003</c:v>
                      </c:pt>
                      <c:pt idx="156">
                        <c:v>108.09936402</c:v>
                      </c:pt>
                      <c:pt idx="157">
                        <c:v>122.9657107688889</c:v>
                      </c:pt>
                      <c:pt idx="158">
                        <c:v>125.70793941777778</c:v>
                      </c:pt>
                      <c:pt idx="159">
                        <c:v>121.27803845333334</c:v>
                      </c:pt>
                      <c:pt idx="160">
                        <c:v>111.67147786000001</c:v>
                      </c:pt>
                      <c:pt idx="161">
                        <c:v>117.37892643111111</c:v>
                      </c:pt>
                      <c:pt idx="162">
                        <c:v>118.77090406888888</c:v>
                      </c:pt>
                      <c:pt idx="163">
                        <c:v>138.49703051777777</c:v>
                      </c:pt>
                      <c:pt idx="164">
                        <c:v>153.81230719777778</c:v>
                      </c:pt>
                      <c:pt idx="165">
                        <c:v>175.57596137777779</c:v>
                      </c:pt>
                      <c:pt idx="166">
                        <c:v>168.59856481333333</c:v>
                      </c:pt>
                      <c:pt idx="167">
                        <c:v>135.44121268222221</c:v>
                      </c:pt>
                      <c:pt idx="168">
                        <c:v>92.194431677777771</c:v>
                      </c:pt>
                      <c:pt idx="169">
                        <c:v>54.913786819999999</c:v>
                      </c:pt>
                      <c:pt idx="170">
                        <c:v>31.698874302222222</c:v>
                      </c:pt>
                      <c:pt idx="171">
                        <c:v>20.147691533333333</c:v>
                      </c:pt>
                      <c:pt idx="172">
                        <c:v>15.892123735555556</c:v>
                      </c:pt>
                      <c:pt idx="173">
                        <c:v>19.569539648888892</c:v>
                      </c:pt>
                      <c:pt idx="174">
                        <c:v>42.303085935555558</c:v>
                      </c:pt>
                      <c:pt idx="175">
                        <c:v>65.03785313111112</c:v>
                      </c:pt>
                      <c:pt idx="176">
                        <c:v>78.904358964444441</c:v>
                      </c:pt>
                      <c:pt idx="177">
                        <c:v>88.728332397777777</c:v>
                      </c:pt>
                      <c:pt idx="178">
                        <c:v>94.719183677777778</c:v>
                      </c:pt>
                      <c:pt idx="179">
                        <c:v>104.06010441777778</c:v>
                      </c:pt>
                      <c:pt idx="180">
                        <c:v>114.17807731555556</c:v>
                      </c:pt>
                      <c:pt idx="181">
                        <c:v>129.04166629333332</c:v>
                      </c:pt>
                      <c:pt idx="182">
                        <c:v>131.90323122000001</c:v>
                      </c:pt>
                      <c:pt idx="183">
                        <c:v>126.45514544888889</c:v>
                      </c:pt>
                      <c:pt idx="184">
                        <c:v>112.47178672222222</c:v>
                      </c:pt>
                      <c:pt idx="185">
                        <c:v>116.38193317333332</c:v>
                      </c:pt>
                      <c:pt idx="186">
                        <c:v>118.20819364222223</c:v>
                      </c:pt>
                      <c:pt idx="187">
                        <c:v>140.83275815111111</c:v>
                      </c:pt>
                      <c:pt idx="188">
                        <c:v>156.49246836</c:v>
                      </c:pt>
                      <c:pt idx="189">
                        <c:v>177.20737454666664</c:v>
                      </c:pt>
                      <c:pt idx="190">
                        <c:v>173.29578143333333</c:v>
                      </c:pt>
                      <c:pt idx="191">
                        <c:v>145.31367768222222</c:v>
                      </c:pt>
                      <c:pt idx="192">
                        <c:v>104.10965254</c:v>
                      </c:pt>
                      <c:pt idx="193">
                        <c:v>65.737670346666675</c:v>
                      </c:pt>
                      <c:pt idx="194">
                        <c:v>38.370009555555555</c:v>
                      </c:pt>
                      <c:pt idx="195">
                        <c:v>24.185354175555556</c:v>
                      </c:pt>
                      <c:pt idx="196">
                        <c:v>17.605686982222224</c:v>
                      </c:pt>
                      <c:pt idx="197">
                        <c:v>18.835988239999999</c:v>
                      </c:pt>
                      <c:pt idx="198">
                        <c:v>36.937834604444447</c:v>
                      </c:pt>
                      <c:pt idx="199">
                        <c:v>56.597425475555553</c:v>
                      </c:pt>
                      <c:pt idx="200">
                        <c:v>77.765524060000004</c:v>
                      </c:pt>
                      <c:pt idx="201">
                        <c:v>92.213252177777775</c:v>
                      </c:pt>
                      <c:pt idx="202">
                        <c:v>104.35790698666668</c:v>
                      </c:pt>
                      <c:pt idx="203">
                        <c:v>118.39143430444445</c:v>
                      </c:pt>
                      <c:pt idx="204">
                        <c:v>120.66582017555555</c:v>
                      </c:pt>
                      <c:pt idx="205">
                        <c:v>130.9810308711111</c:v>
                      </c:pt>
                      <c:pt idx="206">
                        <c:v>151.01199265111111</c:v>
                      </c:pt>
                      <c:pt idx="207">
                        <c:v>138.81085689333332</c:v>
                      </c:pt>
                      <c:pt idx="208">
                        <c:v>116.69010820888889</c:v>
                      </c:pt>
                      <c:pt idx="209">
                        <c:v>118.07119673555556</c:v>
                      </c:pt>
                      <c:pt idx="210">
                        <c:v>117.51192314666667</c:v>
                      </c:pt>
                      <c:pt idx="211">
                        <c:v>141.23319153777777</c:v>
                      </c:pt>
                      <c:pt idx="212">
                        <c:v>158.33641588666666</c:v>
                      </c:pt>
                      <c:pt idx="213">
                        <c:v>180.67322248444447</c:v>
                      </c:pt>
                      <c:pt idx="214">
                        <c:v>178.25238810222223</c:v>
                      </c:pt>
                      <c:pt idx="215">
                        <c:v>148.93548970888889</c:v>
                      </c:pt>
                      <c:pt idx="216">
                        <c:v>105.31757432222221</c:v>
                      </c:pt>
                      <c:pt idx="217">
                        <c:v>64.169816637777785</c:v>
                      </c:pt>
                      <c:pt idx="218">
                        <c:v>37.21549020444445</c:v>
                      </c:pt>
                      <c:pt idx="219">
                        <c:v>22.904739751111112</c:v>
                      </c:pt>
                      <c:pt idx="220">
                        <c:v>17.014869995555557</c:v>
                      </c:pt>
                      <c:pt idx="221">
                        <c:v>18.76089015777778</c:v>
                      </c:pt>
                      <c:pt idx="222">
                        <c:v>37.599004091111112</c:v>
                      </c:pt>
                      <c:pt idx="223">
                        <c:v>57.52780932666667</c:v>
                      </c:pt>
                      <c:pt idx="224">
                        <c:v>75.613862748888891</c:v>
                      </c:pt>
                      <c:pt idx="225">
                        <c:v>86.518793002222225</c:v>
                      </c:pt>
                      <c:pt idx="226">
                        <c:v>95.09042550444444</c:v>
                      </c:pt>
                      <c:pt idx="227">
                        <c:v>105.49441164222222</c:v>
                      </c:pt>
                      <c:pt idx="228">
                        <c:v>112.52791974888889</c:v>
                      </c:pt>
                      <c:pt idx="229">
                        <c:v>132.93248324444443</c:v>
                      </c:pt>
                      <c:pt idx="230">
                        <c:v>139.51539836444445</c:v>
                      </c:pt>
                      <c:pt idx="231">
                        <c:v>130.96444799555556</c:v>
                      </c:pt>
                      <c:pt idx="232">
                        <c:v>113.11403868666667</c:v>
                      </c:pt>
                      <c:pt idx="233">
                        <c:v>116.01708678888889</c:v>
                      </c:pt>
                      <c:pt idx="234">
                        <c:v>117.75019416444445</c:v>
                      </c:pt>
                      <c:pt idx="235">
                        <c:v>138.44039332</c:v>
                      </c:pt>
                      <c:pt idx="236">
                        <c:v>157.77826607333333</c:v>
                      </c:pt>
                      <c:pt idx="237">
                        <c:v>179.85617373333332</c:v>
                      </c:pt>
                      <c:pt idx="238">
                        <c:v>169.25161791555556</c:v>
                      </c:pt>
                      <c:pt idx="239">
                        <c:v>135.62163388222223</c:v>
                      </c:pt>
                      <c:pt idx="240">
                        <c:v>90.376038524444439</c:v>
                      </c:pt>
                      <c:pt idx="241">
                        <c:v>53.355427908888885</c:v>
                      </c:pt>
                      <c:pt idx="242">
                        <c:v>30.975768322222223</c:v>
                      </c:pt>
                      <c:pt idx="243">
                        <c:v>19.960126304444444</c:v>
                      </c:pt>
                      <c:pt idx="244">
                        <c:v>15.738177675555555</c:v>
                      </c:pt>
                      <c:pt idx="245">
                        <c:v>18.38540861111111</c:v>
                      </c:pt>
                      <c:pt idx="246">
                        <c:v>39.60302897333333</c:v>
                      </c:pt>
                      <c:pt idx="247">
                        <c:v>59.399267606666669</c:v>
                      </c:pt>
                      <c:pt idx="248">
                        <c:v>71.975269679999997</c:v>
                      </c:pt>
                      <c:pt idx="249">
                        <c:v>76.605170064444451</c:v>
                      </c:pt>
                      <c:pt idx="250">
                        <c:v>83.999017755555556</c:v>
                      </c:pt>
                      <c:pt idx="251">
                        <c:v>95.856095546666666</c:v>
                      </c:pt>
                      <c:pt idx="252">
                        <c:v>104.68651686888889</c:v>
                      </c:pt>
                      <c:pt idx="253">
                        <c:v>120.06403201777778</c:v>
                      </c:pt>
                      <c:pt idx="254">
                        <c:v>123.43137741111111</c:v>
                      </c:pt>
                      <c:pt idx="255">
                        <c:v>118.61868575333332</c:v>
                      </c:pt>
                      <c:pt idx="256">
                        <c:v>110.49222707555556</c:v>
                      </c:pt>
                      <c:pt idx="257">
                        <c:v>117.78228306666666</c:v>
                      </c:pt>
                      <c:pt idx="258">
                        <c:v>119.26997926666667</c:v>
                      </c:pt>
                      <c:pt idx="259">
                        <c:v>139.05934127111112</c:v>
                      </c:pt>
                      <c:pt idx="260">
                        <c:v>157.25279141999999</c:v>
                      </c:pt>
                      <c:pt idx="261">
                        <c:v>176.27790655555555</c:v>
                      </c:pt>
                      <c:pt idx="262">
                        <c:v>167.1009933622222</c:v>
                      </c:pt>
                      <c:pt idx="263">
                        <c:v>132.5793817</c:v>
                      </c:pt>
                      <c:pt idx="264">
                        <c:v>87.503663691111115</c:v>
                      </c:pt>
                      <c:pt idx="265">
                        <c:v>51.415263153333328</c:v>
                      </c:pt>
                      <c:pt idx="266">
                        <c:v>29.568222588888887</c:v>
                      </c:pt>
                      <c:pt idx="267">
                        <c:v>19.240379411111114</c:v>
                      </c:pt>
                      <c:pt idx="268">
                        <c:v>15.673498540000001</c:v>
                      </c:pt>
                      <c:pt idx="269">
                        <c:v>18.550084513333335</c:v>
                      </c:pt>
                      <c:pt idx="270">
                        <c:v>40.892479611111114</c:v>
                      </c:pt>
                      <c:pt idx="271">
                        <c:v>62.158245337777778</c:v>
                      </c:pt>
                      <c:pt idx="272">
                        <c:v>73.054536257777784</c:v>
                      </c:pt>
                      <c:pt idx="273">
                        <c:v>78.964425484444448</c:v>
                      </c:pt>
                      <c:pt idx="274">
                        <c:v>87.018111266666665</c:v>
                      </c:pt>
                      <c:pt idx="275">
                        <c:v>97.984302562222226</c:v>
                      </c:pt>
                      <c:pt idx="276">
                        <c:v>107.30105377111111</c:v>
                      </c:pt>
                      <c:pt idx="277">
                        <c:v>122.08281913555555</c:v>
                      </c:pt>
                      <c:pt idx="278">
                        <c:v>122.89369225555555</c:v>
                      </c:pt>
                      <c:pt idx="279">
                        <c:v>118.32292257333333</c:v>
                      </c:pt>
                      <c:pt idx="280">
                        <c:v>110.95362834444444</c:v>
                      </c:pt>
                      <c:pt idx="281">
                        <c:v>117.02147566444444</c:v>
                      </c:pt>
                      <c:pt idx="282">
                        <c:v>117.69840318</c:v>
                      </c:pt>
                      <c:pt idx="283">
                        <c:v>139.8274983511111</c:v>
                      </c:pt>
                      <c:pt idx="284">
                        <c:v>158.84486986000002</c:v>
                      </c:pt>
                      <c:pt idx="285">
                        <c:v>179.80934840222221</c:v>
                      </c:pt>
                      <c:pt idx="286">
                        <c:v>168.49550252444445</c:v>
                      </c:pt>
                      <c:pt idx="287">
                        <c:v>132.44646714222222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4CCE-4206-81AF-7668647A5ABE}"/>
                  </c:ext>
                </c:extLst>
              </c15:ser>
            </c15:filteredLineSeries>
            <c15:filteredLine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12-10-2026'!$P$1</c15:sqref>
                        </c15:formulaRef>
                      </c:ext>
                    </c:extLst>
                    <c:strCache>
                      <c:ptCount val="1"/>
                      <c:pt idx="0">
                        <c:v>OUG-DGW1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12-10-2026'!$P$2:$P$289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73.893598157777774</c:v>
                      </c:pt>
                      <c:pt idx="1">
                        <c:v>46.293475942222223</c:v>
                      </c:pt>
                      <c:pt idx="2">
                        <c:v>27.764487582222223</c:v>
                      </c:pt>
                      <c:pt idx="3">
                        <c:v>17.888008175555555</c:v>
                      </c:pt>
                      <c:pt idx="4">
                        <c:v>14.187140668888889</c:v>
                      </c:pt>
                      <c:pt idx="5">
                        <c:v>18.697539237777779</c:v>
                      </c:pt>
                      <c:pt idx="6">
                        <c:v>37.749079684444446</c:v>
                      </c:pt>
                      <c:pt idx="7">
                        <c:v>52.281139528888886</c:v>
                      </c:pt>
                      <c:pt idx="8">
                        <c:v>62.165456195555556</c:v>
                      </c:pt>
                      <c:pt idx="9">
                        <c:v>66.993388475555562</c:v>
                      </c:pt>
                      <c:pt idx="10">
                        <c:v>73.854698728888891</c:v>
                      </c:pt>
                      <c:pt idx="11">
                        <c:v>82.637979591111105</c:v>
                      </c:pt>
                      <c:pt idx="12">
                        <c:v>88.135286899999997</c:v>
                      </c:pt>
                      <c:pt idx="13">
                        <c:v>97.667470622222226</c:v>
                      </c:pt>
                      <c:pt idx="14">
                        <c:v>98.492005653333337</c:v>
                      </c:pt>
                      <c:pt idx="15">
                        <c:v>94.015774031111107</c:v>
                      </c:pt>
                      <c:pt idx="16">
                        <c:v>86.25847113333333</c:v>
                      </c:pt>
                      <c:pt idx="17">
                        <c:v>87.577844128888884</c:v>
                      </c:pt>
                      <c:pt idx="18">
                        <c:v>85.408974551111115</c:v>
                      </c:pt>
                      <c:pt idx="19">
                        <c:v>98.338233004444447</c:v>
                      </c:pt>
                      <c:pt idx="20">
                        <c:v>108.31972172666667</c:v>
                      </c:pt>
                      <c:pt idx="21">
                        <c:v>121.12168252666666</c:v>
                      </c:pt>
                      <c:pt idx="22">
                        <c:v>121.25428092</c:v>
                      </c:pt>
                      <c:pt idx="23">
                        <c:v>107.01395670444444</c:v>
                      </c:pt>
                      <c:pt idx="24">
                        <c:v>81.294425457777777</c:v>
                      </c:pt>
                      <c:pt idx="25">
                        <c:v>54.437609235555556</c:v>
                      </c:pt>
                      <c:pt idx="26">
                        <c:v>33.325599808888889</c:v>
                      </c:pt>
                      <c:pt idx="27">
                        <c:v>21.050836124444444</c:v>
                      </c:pt>
                      <c:pt idx="28">
                        <c:v>15.670171682222222</c:v>
                      </c:pt>
                      <c:pt idx="29">
                        <c:v>18.440737337777779</c:v>
                      </c:pt>
                      <c:pt idx="30">
                        <c:v>34.33720145777778</c:v>
                      </c:pt>
                      <c:pt idx="31">
                        <c:v>47.681330508888891</c:v>
                      </c:pt>
                      <c:pt idx="32">
                        <c:v>60.056341095555553</c:v>
                      </c:pt>
                      <c:pt idx="33">
                        <c:v>70.652385022222219</c:v>
                      </c:pt>
                      <c:pt idx="34">
                        <c:v>80.981437208888892</c:v>
                      </c:pt>
                      <c:pt idx="35">
                        <c:v>89.942114313333335</c:v>
                      </c:pt>
                      <c:pt idx="36">
                        <c:v>91.40685832222222</c:v>
                      </c:pt>
                      <c:pt idx="37">
                        <c:v>94.182828804444441</c:v>
                      </c:pt>
                      <c:pt idx="38">
                        <c:v>109.18115320666666</c:v>
                      </c:pt>
                      <c:pt idx="39">
                        <c:v>101.93050001777777</c:v>
                      </c:pt>
                      <c:pt idx="40">
                        <c:v>89.635383708888895</c:v>
                      </c:pt>
                      <c:pt idx="41">
                        <c:v>88.354913260000004</c:v>
                      </c:pt>
                      <c:pt idx="42">
                        <c:v>86.802804395555555</c:v>
                      </c:pt>
                      <c:pt idx="43">
                        <c:v>101.24565619333333</c:v>
                      </c:pt>
                      <c:pt idx="44">
                        <c:v>112.50662079555556</c:v>
                      </c:pt>
                      <c:pt idx="45">
                        <c:v>126.2117300488889</c:v>
                      </c:pt>
                      <c:pt idx="46">
                        <c:v>124.88732705777778</c:v>
                      </c:pt>
                      <c:pt idx="47">
                        <c:v>109.76202234444445</c:v>
                      </c:pt>
                      <c:pt idx="48">
                        <c:v>83.301880157777774</c:v>
                      </c:pt>
                      <c:pt idx="49">
                        <c:v>55.153759513333334</c:v>
                      </c:pt>
                      <c:pt idx="50">
                        <c:v>33.477403246666668</c:v>
                      </c:pt>
                      <c:pt idx="51">
                        <c:v>21.149764900000001</c:v>
                      </c:pt>
                      <c:pt idx="52">
                        <c:v>15.730910422222221</c:v>
                      </c:pt>
                      <c:pt idx="53">
                        <c:v>18.979721444444444</c:v>
                      </c:pt>
                      <c:pt idx="54">
                        <c:v>36.546432735555555</c:v>
                      </c:pt>
                      <c:pt idx="55">
                        <c:v>49.792808306666664</c:v>
                      </c:pt>
                      <c:pt idx="56">
                        <c:v>60.711284326666664</c:v>
                      </c:pt>
                      <c:pt idx="57">
                        <c:v>69.192850239999999</c:v>
                      </c:pt>
                      <c:pt idx="58">
                        <c:v>75.57346257333333</c:v>
                      </c:pt>
                      <c:pt idx="59">
                        <c:v>83.176912588888882</c:v>
                      </c:pt>
                      <c:pt idx="60">
                        <c:v>87.827034717777778</c:v>
                      </c:pt>
                      <c:pt idx="61">
                        <c:v>98.624018682222228</c:v>
                      </c:pt>
                      <c:pt idx="62">
                        <c:v>102.13056795333334</c:v>
                      </c:pt>
                      <c:pt idx="63">
                        <c:v>96.936280846666662</c:v>
                      </c:pt>
                      <c:pt idx="64">
                        <c:v>87.46025027333333</c:v>
                      </c:pt>
                      <c:pt idx="65">
                        <c:v>87.174828893333327</c:v>
                      </c:pt>
                      <c:pt idx="66">
                        <c:v>83.600405415555556</c:v>
                      </c:pt>
                      <c:pt idx="67">
                        <c:v>97.447633102222227</c:v>
                      </c:pt>
                      <c:pt idx="68">
                        <c:v>109.18186661333333</c:v>
                      </c:pt>
                      <c:pt idx="69">
                        <c:v>121.90321497111111</c:v>
                      </c:pt>
                      <c:pt idx="70">
                        <c:v>120.11953531555555</c:v>
                      </c:pt>
                      <c:pt idx="71">
                        <c:v>102.58852785777778</c:v>
                      </c:pt>
                      <c:pt idx="72">
                        <c:v>73.208696513333336</c:v>
                      </c:pt>
                      <c:pt idx="73">
                        <c:v>45.776658111111111</c:v>
                      </c:pt>
                      <c:pt idx="74">
                        <c:v>27.459681133333333</c:v>
                      </c:pt>
                      <c:pt idx="75">
                        <c:v>17.536202344444444</c:v>
                      </c:pt>
                      <c:pt idx="76">
                        <c:v>14.016317795555555</c:v>
                      </c:pt>
                      <c:pt idx="77">
                        <c:v>18.094642837777776</c:v>
                      </c:pt>
                      <c:pt idx="78">
                        <c:v>36.152006419999999</c:v>
                      </c:pt>
                      <c:pt idx="79">
                        <c:v>49.76559565777778</c:v>
                      </c:pt>
                      <c:pt idx="80">
                        <c:v>59.60455892666667</c:v>
                      </c:pt>
                      <c:pt idx="81">
                        <c:v>65.225133897777781</c:v>
                      </c:pt>
                      <c:pt idx="82">
                        <c:v>71.28729407555555</c:v>
                      </c:pt>
                      <c:pt idx="83">
                        <c:v>79.304443493333338</c:v>
                      </c:pt>
                      <c:pt idx="84">
                        <c:v>85.356999268888885</c:v>
                      </c:pt>
                      <c:pt idx="85">
                        <c:v>94.716440326666671</c:v>
                      </c:pt>
                      <c:pt idx="86">
                        <c:v>94.86575978444445</c:v>
                      </c:pt>
                      <c:pt idx="87">
                        <c:v>89.885776684444451</c:v>
                      </c:pt>
                      <c:pt idx="88">
                        <c:v>84.169128786666661</c:v>
                      </c:pt>
                      <c:pt idx="89">
                        <c:v>85.502442608888884</c:v>
                      </c:pt>
                      <c:pt idx="90">
                        <c:v>82.995588951111117</c:v>
                      </c:pt>
                      <c:pt idx="91">
                        <c:v>97.122156384444438</c:v>
                      </c:pt>
                      <c:pt idx="92">
                        <c:v>108.79322846888888</c:v>
                      </c:pt>
                      <c:pt idx="93">
                        <c:v>121.95443027333333</c:v>
                      </c:pt>
                      <c:pt idx="94">
                        <c:v>119.56501166444444</c:v>
                      </c:pt>
                      <c:pt idx="95">
                        <c:v>100.12438323555556</c:v>
                      </c:pt>
                      <c:pt idx="96">
                        <c:v>70.311527271111117</c:v>
                      </c:pt>
                      <c:pt idx="97">
                        <c:v>43.314785297777775</c:v>
                      </c:pt>
                      <c:pt idx="98">
                        <c:v>25.837729526666667</c:v>
                      </c:pt>
                      <c:pt idx="99">
                        <c:v>17.130287037777777</c:v>
                      </c:pt>
                      <c:pt idx="100">
                        <c:v>13.755882873333332</c:v>
                      </c:pt>
                      <c:pt idx="101">
                        <c:v>17.814424455555557</c:v>
                      </c:pt>
                      <c:pt idx="102">
                        <c:v>36.95097247333333</c:v>
                      </c:pt>
                      <c:pt idx="103">
                        <c:v>50.642137937777775</c:v>
                      </c:pt>
                      <c:pt idx="104">
                        <c:v>60.183663075555557</c:v>
                      </c:pt>
                      <c:pt idx="105">
                        <c:v>65.649624177777781</c:v>
                      </c:pt>
                      <c:pt idx="106">
                        <c:v>72.052085297777779</c:v>
                      </c:pt>
                      <c:pt idx="107">
                        <c:v>80.70732798666667</c:v>
                      </c:pt>
                      <c:pt idx="108">
                        <c:v>85.641424368888892</c:v>
                      </c:pt>
                      <c:pt idx="109">
                        <c:v>95.182882882222216</c:v>
                      </c:pt>
                      <c:pt idx="110">
                        <c:v>95.059337260000007</c:v>
                      </c:pt>
                      <c:pt idx="111">
                        <c:v>90.033337564444437</c:v>
                      </c:pt>
                      <c:pt idx="112">
                        <c:v>84.345191944444451</c:v>
                      </c:pt>
                      <c:pt idx="113">
                        <c:v>85.72629641333333</c:v>
                      </c:pt>
                      <c:pt idx="114">
                        <c:v>83.666828617777782</c:v>
                      </c:pt>
                      <c:pt idx="115">
                        <c:v>97.924529555555551</c:v>
                      </c:pt>
                      <c:pt idx="116">
                        <c:v>110.01407681555555</c:v>
                      </c:pt>
                      <c:pt idx="117">
                        <c:v>123.37972790222223</c:v>
                      </c:pt>
                      <c:pt idx="118">
                        <c:v>120.43837820888889</c:v>
                      </c:pt>
                      <c:pt idx="119">
                        <c:v>100.34112082888889</c:v>
                      </c:pt>
                      <c:pt idx="120">
                        <c:v>70.551458526666664</c:v>
                      </c:pt>
                      <c:pt idx="121">
                        <c:v>43.278846064444444</c:v>
                      </c:pt>
                      <c:pt idx="122">
                        <c:v>25.727025126666668</c:v>
                      </c:pt>
                      <c:pt idx="123">
                        <c:v>16.641386204444444</c:v>
                      </c:pt>
                      <c:pt idx="124">
                        <c:v>13.549710608888889</c:v>
                      </c:pt>
                      <c:pt idx="125">
                        <c:v>17.905057055555556</c:v>
                      </c:pt>
                      <c:pt idx="126">
                        <c:v>37.126935062222223</c:v>
                      </c:pt>
                      <c:pt idx="127">
                        <c:v>51.438524384444442</c:v>
                      </c:pt>
                      <c:pt idx="128">
                        <c:v>60.805304735555552</c:v>
                      </c:pt>
                      <c:pt idx="129">
                        <c:v>66.730136211111116</c:v>
                      </c:pt>
                      <c:pt idx="130">
                        <c:v>73.271623591111108</c:v>
                      </c:pt>
                      <c:pt idx="131">
                        <c:v>80.904350973333337</c:v>
                      </c:pt>
                      <c:pt idx="132">
                        <c:v>87.502273897777783</c:v>
                      </c:pt>
                      <c:pt idx="133">
                        <c:v>98.982141008888888</c:v>
                      </c:pt>
                      <c:pt idx="134">
                        <c:v>99.394332442222222</c:v>
                      </c:pt>
                      <c:pt idx="135">
                        <c:v>93.414085959999994</c:v>
                      </c:pt>
                      <c:pt idx="136">
                        <c:v>84.092824264444445</c:v>
                      </c:pt>
                      <c:pt idx="137">
                        <c:v>84.649338544444447</c:v>
                      </c:pt>
                      <c:pt idx="138">
                        <c:v>90.284366391111107</c:v>
                      </c:pt>
                      <c:pt idx="139">
                        <c:v>105.16194638666667</c:v>
                      </c:pt>
                      <c:pt idx="140">
                        <c:v>110.48566636</c:v>
                      </c:pt>
                      <c:pt idx="141">
                        <c:v>122.93892111111111</c:v>
                      </c:pt>
                      <c:pt idx="142">
                        <c:v>119.85965729333333</c:v>
                      </c:pt>
                      <c:pt idx="143">
                        <c:v>100.21307476</c:v>
                      </c:pt>
                      <c:pt idx="144">
                        <c:v>73.256315724444448</c:v>
                      </c:pt>
                      <c:pt idx="145">
                        <c:v>45.930103124444443</c:v>
                      </c:pt>
                      <c:pt idx="146">
                        <c:v>27.717197217777777</c:v>
                      </c:pt>
                      <c:pt idx="147">
                        <c:v>16.922602877777777</c:v>
                      </c:pt>
                      <c:pt idx="148">
                        <c:v>13.5624784</c:v>
                      </c:pt>
                      <c:pt idx="149">
                        <c:v>18.121142733333333</c:v>
                      </c:pt>
                      <c:pt idx="150">
                        <c:v>37.753402020000003</c:v>
                      </c:pt>
                      <c:pt idx="151">
                        <c:v>52.016419339999999</c:v>
                      </c:pt>
                      <c:pt idx="152">
                        <c:v>61.174667275555557</c:v>
                      </c:pt>
                      <c:pt idx="153">
                        <c:v>66.892109673333337</c:v>
                      </c:pt>
                      <c:pt idx="154">
                        <c:v>72.806182722222218</c:v>
                      </c:pt>
                      <c:pt idx="155">
                        <c:v>80.492962755555553</c:v>
                      </c:pt>
                      <c:pt idx="156">
                        <c:v>85.663312673333337</c:v>
                      </c:pt>
                      <c:pt idx="157">
                        <c:v>95.209524908888895</c:v>
                      </c:pt>
                      <c:pt idx="158">
                        <c:v>95.037894606666669</c:v>
                      </c:pt>
                      <c:pt idx="159">
                        <c:v>90.545562751111106</c:v>
                      </c:pt>
                      <c:pt idx="160">
                        <c:v>85.367243866666669</c:v>
                      </c:pt>
                      <c:pt idx="161">
                        <c:v>86.948872919999999</c:v>
                      </c:pt>
                      <c:pt idx="162">
                        <c:v>85.391312355555556</c:v>
                      </c:pt>
                      <c:pt idx="163">
                        <c:v>98.32218646222222</c:v>
                      </c:pt>
                      <c:pt idx="164">
                        <c:v>108.88365146888889</c:v>
                      </c:pt>
                      <c:pt idx="165">
                        <c:v>121.7857049</c:v>
                      </c:pt>
                      <c:pt idx="166">
                        <c:v>119.73030184222222</c:v>
                      </c:pt>
                      <c:pt idx="167">
                        <c:v>99.848302013333338</c:v>
                      </c:pt>
                      <c:pt idx="168">
                        <c:v>70.509049571111106</c:v>
                      </c:pt>
                      <c:pt idx="169">
                        <c:v>44.000321175555555</c:v>
                      </c:pt>
                      <c:pt idx="170">
                        <c:v>26.528072117777779</c:v>
                      </c:pt>
                      <c:pt idx="171">
                        <c:v>17.302201575555557</c:v>
                      </c:pt>
                      <c:pt idx="172">
                        <c:v>14.189189653333333</c:v>
                      </c:pt>
                      <c:pt idx="173">
                        <c:v>18.814379302222221</c:v>
                      </c:pt>
                      <c:pt idx="174">
                        <c:v>38.622795635555555</c:v>
                      </c:pt>
                      <c:pt idx="175">
                        <c:v>54.248524997777778</c:v>
                      </c:pt>
                      <c:pt idx="176">
                        <c:v>66.255268106666662</c:v>
                      </c:pt>
                      <c:pt idx="177">
                        <c:v>73.737137228888884</c:v>
                      </c:pt>
                      <c:pt idx="178">
                        <c:v>77.090828008888892</c:v>
                      </c:pt>
                      <c:pt idx="179">
                        <c:v>82.818377699999999</c:v>
                      </c:pt>
                      <c:pt idx="180">
                        <c:v>88.752073073333335</c:v>
                      </c:pt>
                      <c:pt idx="181">
                        <c:v>98.549602224444442</c:v>
                      </c:pt>
                      <c:pt idx="182">
                        <c:v>97.692341395555559</c:v>
                      </c:pt>
                      <c:pt idx="183">
                        <c:v>92.080682073333335</c:v>
                      </c:pt>
                      <c:pt idx="184">
                        <c:v>86.249837828888886</c:v>
                      </c:pt>
                      <c:pt idx="185">
                        <c:v>86.668645664444441</c:v>
                      </c:pt>
                      <c:pt idx="186">
                        <c:v>86.249443577777782</c:v>
                      </c:pt>
                      <c:pt idx="187">
                        <c:v>100.25074396666666</c:v>
                      </c:pt>
                      <c:pt idx="188">
                        <c:v>110.06176416888889</c:v>
                      </c:pt>
                      <c:pt idx="189">
                        <c:v>122.14333683333334</c:v>
                      </c:pt>
                      <c:pt idx="190">
                        <c:v>122.19574076888888</c:v>
                      </c:pt>
                      <c:pt idx="191">
                        <c:v>107.18818723777778</c:v>
                      </c:pt>
                      <c:pt idx="192">
                        <c:v>80.992091959999996</c:v>
                      </c:pt>
                      <c:pt idx="193">
                        <c:v>53.25564489111111</c:v>
                      </c:pt>
                      <c:pt idx="194">
                        <c:v>32.772427880000002</c:v>
                      </c:pt>
                      <c:pt idx="195">
                        <c:v>21.058976640000001</c:v>
                      </c:pt>
                      <c:pt idx="196">
                        <c:v>15.595219575555555</c:v>
                      </c:pt>
                      <c:pt idx="197">
                        <c:v>18.009995842222221</c:v>
                      </c:pt>
                      <c:pt idx="198">
                        <c:v>34.996712073333335</c:v>
                      </c:pt>
                      <c:pt idx="199">
                        <c:v>48.374470746666667</c:v>
                      </c:pt>
                      <c:pt idx="200">
                        <c:v>60.962591186666664</c:v>
                      </c:pt>
                      <c:pt idx="201">
                        <c:v>71.157575862222217</c:v>
                      </c:pt>
                      <c:pt idx="202">
                        <c:v>81.047953851111117</c:v>
                      </c:pt>
                      <c:pt idx="203">
                        <c:v>90.18628149333334</c:v>
                      </c:pt>
                      <c:pt idx="204">
                        <c:v>91.937960184444449</c:v>
                      </c:pt>
                      <c:pt idx="205">
                        <c:v>95.339860284444441</c:v>
                      </c:pt>
                      <c:pt idx="206">
                        <c:v>109.1118945311111</c:v>
                      </c:pt>
                      <c:pt idx="207">
                        <c:v>100.54089387333333</c:v>
                      </c:pt>
                      <c:pt idx="208">
                        <c:v>91.640265568888893</c:v>
                      </c:pt>
                      <c:pt idx="209">
                        <c:v>90.301588091111114</c:v>
                      </c:pt>
                      <c:pt idx="210">
                        <c:v>88.974139300000004</c:v>
                      </c:pt>
                      <c:pt idx="211">
                        <c:v>103.35751858444445</c:v>
                      </c:pt>
                      <c:pt idx="212">
                        <c:v>114.22090551111111</c:v>
                      </c:pt>
                      <c:pt idx="213">
                        <c:v>126.32066663555555</c:v>
                      </c:pt>
                      <c:pt idx="214">
                        <c:v>126.38824058666667</c:v>
                      </c:pt>
                      <c:pt idx="215">
                        <c:v>109.39903779777778</c:v>
                      </c:pt>
                      <c:pt idx="216">
                        <c:v>82.053055724444448</c:v>
                      </c:pt>
                      <c:pt idx="217">
                        <c:v>53.356899235555552</c:v>
                      </c:pt>
                      <c:pt idx="218">
                        <c:v>32.625683875555552</c:v>
                      </c:pt>
                      <c:pt idx="219">
                        <c:v>20.622247486666666</c:v>
                      </c:pt>
                      <c:pt idx="220">
                        <c:v>15.072393248888888</c:v>
                      </c:pt>
                      <c:pt idx="221">
                        <c:v>18.430377384444444</c:v>
                      </c:pt>
                      <c:pt idx="222">
                        <c:v>36.79225632</c:v>
                      </c:pt>
                      <c:pt idx="223">
                        <c:v>51.738429413333336</c:v>
                      </c:pt>
                      <c:pt idx="224">
                        <c:v>62.667337846666669</c:v>
                      </c:pt>
                      <c:pt idx="225">
                        <c:v>69.460150015555556</c:v>
                      </c:pt>
                      <c:pt idx="226">
                        <c:v>76.747972168888893</c:v>
                      </c:pt>
                      <c:pt idx="227">
                        <c:v>84.321577977777778</c:v>
                      </c:pt>
                      <c:pt idx="228">
                        <c:v>88.81144716888889</c:v>
                      </c:pt>
                      <c:pt idx="229">
                        <c:v>100.09178477777778</c:v>
                      </c:pt>
                      <c:pt idx="230">
                        <c:v>103.16090968666667</c:v>
                      </c:pt>
                      <c:pt idx="231">
                        <c:v>96.608901900000006</c:v>
                      </c:pt>
                      <c:pt idx="232">
                        <c:v>88.489692837777781</c:v>
                      </c:pt>
                      <c:pt idx="233">
                        <c:v>88.830965144444448</c:v>
                      </c:pt>
                      <c:pt idx="234">
                        <c:v>88.74093885111111</c:v>
                      </c:pt>
                      <c:pt idx="235">
                        <c:v>101.61801858</c:v>
                      </c:pt>
                      <c:pt idx="236">
                        <c:v>114.5356423088889</c:v>
                      </c:pt>
                      <c:pt idx="237">
                        <c:v>127.05133743777778</c:v>
                      </c:pt>
                      <c:pt idx="238">
                        <c:v>121.98745373555556</c:v>
                      </c:pt>
                      <c:pt idx="239">
                        <c:v>101.85685338666667</c:v>
                      </c:pt>
                      <c:pt idx="240">
                        <c:v>71.754759908888886</c:v>
                      </c:pt>
                      <c:pt idx="241">
                        <c:v>45.319844844444447</c:v>
                      </c:pt>
                      <c:pt idx="242">
                        <c:v>27.047181104444444</c:v>
                      </c:pt>
                      <c:pt idx="243">
                        <c:v>17.661515288888889</c:v>
                      </c:pt>
                      <c:pt idx="244">
                        <c:v>14.224151366666666</c:v>
                      </c:pt>
                      <c:pt idx="245">
                        <c:v>17.700138104444445</c:v>
                      </c:pt>
                      <c:pt idx="246">
                        <c:v>37.322040080000001</c:v>
                      </c:pt>
                      <c:pt idx="247">
                        <c:v>51.055549266666667</c:v>
                      </c:pt>
                      <c:pt idx="248">
                        <c:v>61.390102584444442</c:v>
                      </c:pt>
                      <c:pt idx="249">
                        <c:v>65.901454155555555</c:v>
                      </c:pt>
                      <c:pt idx="250">
                        <c:v>71.926135666666667</c:v>
                      </c:pt>
                      <c:pt idx="251">
                        <c:v>79.338617544444446</c:v>
                      </c:pt>
                      <c:pt idx="252">
                        <c:v>85.940428260000004</c:v>
                      </c:pt>
                      <c:pt idx="253">
                        <c:v>94.951756028888894</c:v>
                      </c:pt>
                      <c:pt idx="254">
                        <c:v>94.698886202222226</c:v>
                      </c:pt>
                      <c:pt idx="255">
                        <c:v>90.271801888888888</c:v>
                      </c:pt>
                      <c:pt idx="256">
                        <c:v>86.268601751111106</c:v>
                      </c:pt>
                      <c:pt idx="257">
                        <c:v>89.772438913333332</c:v>
                      </c:pt>
                      <c:pt idx="258">
                        <c:v>89.170877711111117</c:v>
                      </c:pt>
                      <c:pt idx="259">
                        <c:v>101.00505962666666</c:v>
                      </c:pt>
                      <c:pt idx="260">
                        <c:v>112.09978876</c:v>
                      </c:pt>
                      <c:pt idx="261">
                        <c:v>123.86941341555556</c:v>
                      </c:pt>
                      <c:pt idx="262">
                        <c:v>119.78158854444445</c:v>
                      </c:pt>
                      <c:pt idx="263">
                        <c:v>97.293575202222229</c:v>
                      </c:pt>
                      <c:pt idx="264">
                        <c:v>70.823954371111114</c:v>
                      </c:pt>
                      <c:pt idx="265">
                        <c:v>44.140662524444444</c:v>
                      </c:pt>
                      <c:pt idx="266">
                        <c:v>26.236760375555555</c:v>
                      </c:pt>
                      <c:pt idx="267">
                        <c:v>17.05516393111111</c:v>
                      </c:pt>
                      <c:pt idx="268">
                        <c:v>13.818534677777778</c:v>
                      </c:pt>
                      <c:pt idx="269">
                        <c:v>17.719068797777776</c:v>
                      </c:pt>
                      <c:pt idx="270">
                        <c:v>38.258943251111113</c:v>
                      </c:pt>
                      <c:pt idx="271">
                        <c:v>52.820698802222225</c:v>
                      </c:pt>
                      <c:pt idx="272">
                        <c:v>62.231616024444442</c:v>
                      </c:pt>
                      <c:pt idx="273">
                        <c:v>66.813032840000005</c:v>
                      </c:pt>
                      <c:pt idx="274">
                        <c:v>72.980096577777772</c:v>
                      </c:pt>
                      <c:pt idx="275">
                        <c:v>80.616216757777778</c:v>
                      </c:pt>
                      <c:pt idx="276">
                        <c:v>86.944709986666666</c:v>
                      </c:pt>
                      <c:pt idx="277">
                        <c:v>95.645520471111112</c:v>
                      </c:pt>
                      <c:pt idx="278">
                        <c:v>94.550374897777772</c:v>
                      </c:pt>
                      <c:pt idx="279">
                        <c:v>89.947961084444444</c:v>
                      </c:pt>
                      <c:pt idx="280">
                        <c:v>87.081075651111107</c:v>
                      </c:pt>
                      <c:pt idx="281">
                        <c:v>88.928515364444451</c:v>
                      </c:pt>
                      <c:pt idx="282">
                        <c:v>88.487617795555551</c:v>
                      </c:pt>
                      <c:pt idx="283">
                        <c:v>101.91556476222222</c:v>
                      </c:pt>
                      <c:pt idx="284">
                        <c:v>114.01791317999999</c:v>
                      </c:pt>
                      <c:pt idx="285">
                        <c:v>124.94137442444445</c:v>
                      </c:pt>
                      <c:pt idx="286">
                        <c:v>118.57234370444445</c:v>
                      </c:pt>
                      <c:pt idx="287">
                        <c:v>97.181130960000004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4CCE-4206-81AF-7668647A5ABE}"/>
                  </c:ext>
                </c:extLst>
              </c15:ser>
            </c15:filteredLineSeries>
            <c15:filteredLine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12-10-2026'!$Q$1</c15:sqref>
                        </c15:formulaRef>
                      </c:ext>
                    </c:extLst>
                    <c:strCache>
                      <c:ptCount val="1"/>
                      <c:pt idx="0">
                        <c:v>OUG-DGW1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12-10-2026'!$Q$2:$Q$289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6.4848139044444446</c:v>
                      </c:pt>
                      <c:pt idx="1">
                        <c:v>4.1733277977777776</c:v>
                      </c:pt>
                      <c:pt idx="2">
                        <c:v>2.6481524955555558</c:v>
                      </c:pt>
                      <c:pt idx="3">
                        <c:v>1.8870614488888888</c:v>
                      </c:pt>
                      <c:pt idx="4">
                        <c:v>1.6361562199999999</c:v>
                      </c:pt>
                      <c:pt idx="5">
                        <c:v>2.3178599599999998</c:v>
                      </c:pt>
                      <c:pt idx="6">
                        <c:v>4.5189363933333331</c:v>
                      </c:pt>
                      <c:pt idx="7">
                        <c:v>5.8078294711111109</c:v>
                      </c:pt>
                      <c:pt idx="8">
                        <c:v>5.9561856488888889</c:v>
                      </c:pt>
                      <c:pt idx="9">
                        <c:v>5.69524148</c:v>
                      </c:pt>
                      <c:pt idx="10">
                        <c:v>5.7039447799999996</c:v>
                      </c:pt>
                      <c:pt idx="11">
                        <c:v>6.1684694111111114</c:v>
                      </c:pt>
                      <c:pt idx="12">
                        <c:v>7.0265264933333329</c:v>
                      </c:pt>
                      <c:pt idx="13">
                        <c:v>8.1042883400000001</c:v>
                      </c:pt>
                      <c:pt idx="14">
                        <c:v>8.4816179555555564</c:v>
                      </c:pt>
                      <c:pt idx="15">
                        <c:v>8.2033360599999998</c:v>
                      </c:pt>
                      <c:pt idx="16">
                        <c:v>7.137349168888889</c:v>
                      </c:pt>
                      <c:pt idx="17">
                        <c:v>6.4075873711111111</c:v>
                      </c:pt>
                      <c:pt idx="18">
                        <c:v>6.4410592466666667</c:v>
                      </c:pt>
                      <c:pt idx="19">
                        <c:v>7.072668071111111</c:v>
                      </c:pt>
                      <c:pt idx="20">
                        <c:v>7.8612651044444446</c:v>
                      </c:pt>
                      <c:pt idx="21">
                        <c:v>8.9910698444444446</c:v>
                      </c:pt>
                      <c:pt idx="22">
                        <c:v>9.7191654511111114</c:v>
                      </c:pt>
                      <c:pt idx="23">
                        <c:v>8.9264366066666661</c:v>
                      </c:pt>
                      <c:pt idx="24">
                        <c:v>6.9892139088888889</c:v>
                      </c:pt>
                      <c:pt idx="25">
                        <c:v>4.7295124911111115</c:v>
                      </c:pt>
                      <c:pt idx="26">
                        <c:v>3.0666538533333334</c:v>
                      </c:pt>
                      <c:pt idx="27">
                        <c:v>2.0437981399999998</c:v>
                      </c:pt>
                      <c:pt idx="28">
                        <c:v>1.6710197955555555</c:v>
                      </c:pt>
                      <c:pt idx="29">
                        <c:v>2.3046894955555555</c:v>
                      </c:pt>
                      <c:pt idx="30">
                        <c:v>4.1959811399999998</c:v>
                      </c:pt>
                      <c:pt idx="31">
                        <c:v>5.4839721222222222</c:v>
                      </c:pt>
                      <c:pt idx="32">
                        <c:v>6.3173643355555553</c:v>
                      </c:pt>
                      <c:pt idx="33">
                        <c:v>6.4217122022222224</c:v>
                      </c:pt>
                      <c:pt idx="34">
                        <c:v>6.618797746666667</c:v>
                      </c:pt>
                      <c:pt idx="35">
                        <c:v>7.2615834799999996</c:v>
                      </c:pt>
                      <c:pt idx="36">
                        <c:v>7.9334235822222219</c:v>
                      </c:pt>
                      <c:pt idx="37">
                        <c:v>8.5413558244444445</c:v>
                      </c:pt>
                      <c:pt idx="38">
                        <c:v>9.4203577955555549</c:v>
                      </c:pt>
                      <c:pt idx="39">
                        <c:v>8.955535853333334</c:v>
                      </c:pt>
                      <c:pt idx="40">
                        <c:v>7.581127168888889</c:v>
                      </c:pt>
                      <c:pt idx="41">
                        <c:v>6.7971868000000004</c:v>
                      </c:pt>
                      <c:pt idx="42">
                        <c:v>6.7279153222222225</c:v>
                      </c:pt>
                      <c:pt idx="43">
                        <c:v>7.4351163511111107</c:v>
                      </c:pt>
                      <c:pt idx="44">
                        <c:v>8.2066662333333333</c:v>
                      </c:pt>
                      <c:pt idx="45">
                        <c:v>9.3287468977777781</c:v>
                      </c:pt>
                      <c:pt idx="46">
                        <c:v>9.8423906088888895</c:v>
                      </c:pt>
                      <c:pt idx="47">
                        <c:v>9.0963968888888882</c:v>
                      </c:pt>
                      <c:pt idx="48">
                        <c:v>7.019631546666667</c:v>
                      </c:pt>
                      <c:pt idx="49">
                        <c:v>4.8220867377777781</c:v>
                      </c:pt>
                      <c:pt idx="50">
                        <c:v>3.0576477066666667</c:v>
                      </c:pt>
                      <c:pt idx="51">
                        <c:v>2.127557828888889</c:v>
                      </c:pt>
                      <c:pt idx="52">
                        <c:v>1.726821351111111</c:v>
                      </c:pt>
                      <c:pt idx="53">
                        <c:v>2.4004485333333334</c:v>
                      </c:pt>
                      <c:pt idx="54">
                        <c:v>4.3677065577777778</c:v>
                      </c:pt>
                      <c:pt idx="55">
                        <c:v>5.7461799466666665</c:v>
                      </c:pt>
                      <c:pt idx="56">
                        <c:v>6.282119586666667</c:v>
                      </c:pt>
                      <c:pt idx="57">
                        <c:v>6.2200614200000004</c:v>
                      </c:pt>
                      <c:pt idx="58">
                        <c:v>6.1286910777777779</c:v>
                      </c:pt>
                      <c:pt idx="59">
                        <c:v>6.4594635644444445</c:v>
                      </c:pt>
                      <c:pt idx="60">
                        <c:v>7.1729380577777775</c:v>
                      </c:pt>
                      <c:pt idx="61">
                        <c:v>8.2560576999999995</c:v>
                      </c:pt>
                      <c:pt idx="62">
                        <c:v>8.7911645200000006</c:v>
                      </c:pt>
                      <c:pt idx="63">
                        <c:v>8.4107333666666673</c:v>
                      </c:pt>
                      <c:pt idx="64">
                        <c:v>7.2472520688888888</c:v>
                      </c:pt>
                      <c:pt idx="65">
                        <c:v>6.3469119955555557</c:v>
                      </c:pt>
                      <c:pt idx="66">
                        <c:v>6.2958224999999999</c:v>
                      </c:pt>
                      <c:pt idx="67">
                        <c:v>6.9886371399999998</c:v>
                      </c:pt>
                      <c:pt idx="68">
                        <c:v>7.8635189133333334</c:v>
                      </c:pt>
                      <c:pt idx="69">
                        <c:v>8.9907994888888894</c:v>
                      </c:pt>
                      <c:pt idx="70">
                        <c:v>9.5256573977777776</c:v>
                      </c:pt>
                      <c:pt idx="71">
                        <c:v>8.5495673555555562</c:v>
                      </c:pt>
                      <c:pt idx="72">
                        <c:v>6.3047191555555555</c:v>
                      </c:pt>
                      <c:pt idx="73">
                        <c:v>4.1055305266666666</c:v>
                      </c:pt>
                      <c:pt idx="74">
                        <c:v>2.6152225933333333</c:v>
                      </c:pt>
                      <c:pt idx="75">
                        <c:v>1.80081136</c:v>
                      </c:pt>
                      <c:pt idx="76">
                        <c:v>1.5699921733333333</c:v>
                      </c:pt>
                      <c:pt idx="77">
                        <c:v>2.228707942222222</c:v>
                      </c:pt>
                      <c:pt idx="78">
                        <c:v>4.4347264111111109</c:v>
                      </c:pt>
                      <c:pt idx="79">
                        <c:v>5.6051629177777782</c:v>
                      </c:pt>
                      <c:pt idx="80">
                        <c:v>5.7854592822222219</c:v>
                      </c:pt>
                      <c:pt idx="81">
                        <c:v>5.4864260577777779</c:v>
                      </c:pt>
                      <c:pt idx="82">
                        <c:v>5.445569357777778</c:v>
                      </c:pt>
                      <c:pt idx="83">
                        <c:v>5.8731935622222222</c:v>
                      </c:pt>
                      <c:pt idx="84">
                        <c:v>6.6874038288888888</c:v>
                      </c:pt>
                      <c:pt idx="85">
                        <c:v>7.6344404244444446</c:v>
                      </c:pt>
                      <c:pt idx="86">
                        <c:v>7.9537348777777774</c:v>
                      </c:pt>
                      <c:pt idx="87">
                        <c:v>7.7433404088888889</c:v>
                      </c:pt>
                      <c:pt idx="88">
                        <c:v>6.8248418888888889</c:v>
                      </c:pt>
                      <c:pt idx="89">
                        <c:v>6.1071135711111113</c:v>
                      </c:pt>
                      <c:pt idx="90">
                        <c:v>6.1026392822222224</c:v>
                      </c:pt>
                      <c:pt idx="91">
                        <c:v>6.8963316155555558</c:v>
                      </c:pt>
                      <c:pt idx="92">
                        <c:v>7.6613838266666665</c:v>
                      </c:pt>
                      <c:pt idx="93">
                        <c:v>8.847937848888888</c:v>
                      </c:pt>
                      <c:pt idx="94">
                        <c:v>9.3601047488888884</c:v>
                      </c:pt>
                      <c:pt idx="95">
                        <c:v>8.1477691777777785</c:v>
                      </c:pt>
                      <c:pt idx="96">
                        <c:v>6.0079476822222224</c:v>
                      </c:pt>
                      <c:pt idx="97">
                        <c:v>3.8314739133333333</c:v>
                      </c:pt>
                      <c:pt idx="98">
                        <c:v>2.3607963422222222</c:v>
                      </c:pt>
                      <c:pt idx="99">
                        <c:v>1.6992397466666667</c:v>
                      </c:pt>
                      <c:pt idx="100">
                        <c:v>1.5242650977777779</c:v>
                      </c:pt>
                      <c:pt idx="101">
                        <c:v>2.1908610022222224</c:v>
                      </c:pt>
                      <c:pt idx="102">
                        <c:v>4.3613639622222218</c:v>
                      </c:pt>
                      <c:pt idx="103">
                        <c:v>5.6935933844444442</c:v>
                      </c:pt>
                      <c:pt idx="104">
                        <c:v>5.8146957800000001</c:v>
                      </c:pt>
                      <c:pt idx="105">
                        <c:v>5.5227772311111112</c:v>
                      </c:pt>
                      <c:pt idx="106">
                        <c:v>5.5627813155555552</c:v>
                      </c:pt>
                      <c:pt idx="107">
                        <c:v>6.0130732755555556</c:v>
                      </c:pt>
                      <c:pt idx="108">
                        <c:v>6.8021026733333336</c:v>
                      </c:pt>
                      <c:pt idx="109">
                        <c:v>7.741298768888889</c:v>
                      </c:pt>
                      <c:pt idx="110">
                        <c:v>8.0442757133333327</c:v>
                      </c:pt>
                      <c:pt idx="111">
                        <c:v>7.7739904244444444</c:v>
                      </c:pt>
                      <c:pt idx="112">
                        <c:v>6.8409079244444442</c:v>
                      </c:pt>
                      <c:pt idx="113">
                        <c:v>6.170427962222222</c:v>
                      </c:pt>
                      <c:pt idx="114">
                        <c:v>6.1332935800000001</c:v>
                      </c:pt>
                      <c:pt idx="115">
                        <c:v>6.8900262155555554</c:v>
                      </c:pt>
                      <c:pt idx="116">
                        <c:v>7.7232723044444445</c:v>
                      </c:pt>
                      <c:pt idx="117">
                        <c:v>8.9850700555555552</c:v>
                      </c:pt>
                      <c:pt idx="118">
                        <c:v>9.4901160266666675</c:v>
                      </c:pt>
                      <c:pt idx="119">
                        <c:v>8.3643279555555559</c:v>
                      </c:pt>
                      <c:pt idx="120">
                        <c:v>6.0567975177777775</c:v>
                      </c:pt>
                      <c:pt idx="121">
                        <c:v>3.8319463800000002</c:v>
                      </c:pt>
                      <c:pt idx="122">
                        <c:v>2.3854809244444444</c:v>
                      </c:pt>
                      <c:pt idx="123">
                        <c:v>1.6448465311111111</c:v>
                      </c:pt>
                      <c:pt idx="124">
                        <c:v>1.5098227533333333</c:v>
                      </c:pt>
                      <c:pt idx="125">
                        <c:v>2.2068899555555554</c:v>
                      </c:pt>
                      <c:pt idx="126">
                        <c:v>4.479227042222222</c:v>
                      </c:pt>
                      <c:pt idx="127">
                        <c:v>5.6614021355555559</c:v>
                      </c:pt>
                      <c:pt idx="128">
                        <c:v>5.7515998000000002</c:v>
                      </c:pt>
                      <c:pt idx="129">
                        <c:v>5.5777083644444447</c:v>
                      </c:pt>
                      <c:pt idx="130">
                        <c:v>5.5695249666666671</c:v>
                      </c:pt>
                      <c:pt idx="131">
                        <c:v>5.9656807622222221</c:v>
                      </c:pt>
                      <c:pt idx="132">
                        <c:v>6.856348928888889</c:v>
                      </c:pt>
                      <c:pt idx="133">
                        <c:v>8.0866893755555562</c:v>
                      </c:pt>
                      <c:pt idx="134">
                        <c:v>8.4166837799999996</c:v>
                      </c:pt>
                      <c:pt idx="135">
                        <c:v>8.0606389311111108</c:v>
                      </c:pt>
                      <c:pt idx="136">
                        <c:v>6.8787334844444441</c:v>
                      </c:pt>
                      <c:pt idx="137">
                        <c:v>6.1483148888888888</c:v>
                      </c:pt>
                      <c:pt idx="138">
                        <c:v>6.3635057599999998</c:v>
                      </c:pt>
                      <c:pt idx="139">
                        <c:v>7.0981940200000002</c:v>
                      </c:pt>
                      <c:pt idx="140">
                        <c:v>7.7151824466666667</c:v>
                      </c:pt>
                      <c:pt idx="141">
                        <c:v>8.9714289822222231</c:v>
                      </c:pt>
                      <c:pt idx="142">
                        <c:v>9.476593371111111</c:v>
                      </c:pt>
                      <c:pt idx="143">
                        <c:v>8.351960046666667</c:v>
                      </c:pt>
                      <c:pt idx="144">
                        <c:v>6.1316604955555558</c:v>
                      </c:pt>
                      <c:pt idx="145">
                        <c:v>3.9327249533333335</c:v>
                      </c:pt>
                      <c:pt idx="146">
                        <c:v>2.4864014688888889</c:v>
                      </c:pt>
                      <c:pt idx="147">
                        <c:v>1.7880520577777779</c:v>
                      </c:pt>
                      <c:pt idx="148">
                        <c:v>1.5645171911111111</c:v>
                      </c:pt>
                      <c:pt idx="149">
                        <c:v>2.1836269488888891</c:v>
                      </c:pt>
                      <c:pt idx="150">
                        <c:v>4.4469939444444444</c:v>
                      </c:pt>
                      <c:pt idx="151">
                        <c:v>5.6819355866666665</c:v>
                      </c:pt>
                      <c:pt idx="152">
                        <c:v>5.8123249866666669</c:v>
                      </c:pt>
                      <c:pt idx="153">
                        <c:v>5.5195577533333333</c:v>
                      </c:pt>
                      <c:pt idx="154">
                        <c:v>5.5005270955555554</c:v>
                      </c:pt>
                      <c:pt idx="155">
                        <c:v>5.9293715822222222</c:v>
                      </c:pt>
                      <c:pt idx="156">
                        <c:v>6.7415405422222223</c:v>
                      </c:pt>
                      <c:pt idx="157">
                        <c:v>7.7230212244444445</c:v>
                      </c:pt>
                      <c:pt idx="158">
                        <c:v>7.9611807088888886</c:v>
                      </c:pt>
                      <c:pt idx="159">
                        <c:v>7.8241299155555559</c:v>
                      </c:pt>
                      <c:pt idx="160">
                        <c:v>6.8736268066666666</c:v>
                      </c:pt>
                      <c:pt idx="161">
                        <c:v>6.213618811111111</c:v>
                      </c:pt>
                      <c:pt idx="162">
                        <c:v>6.1935284733333331</c:v>
                      </c:pt>
                      <c:pt idx="163">
                        <c:v>6.9401013333333337</c:v>
                      </c:pt>
                      <c:pt idx="164">
                        <c:v>7.8018558066666666</c:v>
                      </c:pt>
                      <c:pt idx="165">
                        <c:v>8.8906285422222222</c:v>
                      </c:pt>
                      <c:pt idx="166">
                        <c:v>9.3969312533333333</c:v>
                      </c:pt>
                      <c:pt idx="167">
                        <c:v>8.3110199666666666</c:v>
                      </c:pt>
                      <c:pt idx="168">
                        <c:v>6.1214417000000001</c:v>
                      </c:pt>
                      <c:pt idx="169">
                        <c:v>3.9049420822222221</c:v>
                      </c:pt>
                      <c:pt idx="170">
                        <c:v>2.4388492400000001</c:v>
                      </c:pt>
                      <c:pt idx="171">
                        <c:v>1.7402084288888888</c:v>
                      </c:pt>
                      <c:pt idx="172">
                        <c:v>1.5617194311111111</c:v>
                      </c:pt>
                      <c:pt idx="173">
                        <c:v>2.255426531111111</c:v>
                      </c:pt>
                      <c:pt idx="174">
                        <c:v>4.5654195955555554</c:v>
                      </c:pt>
                      <c:pt idx="175">
                        <c:v>5.9146627911111107</c:v>
                      </c:pt>
                      <c:pt idx="176">
                        <c:v>6.274579568888889</c:v>
                      </c:pt>
                      <c:pt idx="177">
                        <c:v>5.9692126822222225</c:v>
                      </c:pt>
                      <c:pt idx="178">
                        <c:v>5.7123958155555554</c:v>
                      </c:pt>
                      <c:pt idx="179">
                        <c:v>6.0622688977777779</c:v>
                      </c:pt>
                      <c:pt idx="180">
                        <c:v>6.933275677777778</c:v>
                      </c:pt>
                      <c:pt idx="181">
                        <c:v>7.9691180333333334</c:v>
                      </c:pt>
                      <c:pt idx="182">
                        <c:v>8.2617909644444438</c:v>
                      </c:pt>
                      <c:pt idx="183">
                        <c:v>7.9421914222222219</c:v>
                      </c:pt>
                      <c:pt idx="184">
                        <c:v>7.0555947666666663</c:v>
                      </c:pt>
                      <c:pt idx="185">
                        <c:v>6.3282082777777777</c:v>
                      </c:pt>
                      <c:pt idx="186">
                        <c:v>6.3673622066666669</c:v>
                      </c:pt>
                      <c:pt idx="187">
                        <c:v>7.1124967222222226</c:v>
                      </c:pt>
                      <c:pt idx="188">
                        <c:v>7.8831990111111114</c:v>
                      </c:pt>
                      <c:pt idx="189">
                        <c:v>8.9585082177777782</c:v>
                      </c:pt>
                      <c:pt idx="190">
                        <c:v>9.5885637044444447</c:v>
                      </c:pt>
                      <c:pt idx="191">
                        <c:v>8.7540494866666663</c:v>
                      </c:pt>
                      <c:pt idx="192">
                        <c:v>6.7249933866666662</c:v>
                      </c:pt>
                      <c:pt idx="193">
                        <c:v>4.5374846066666663</c:v>
                      </c:pt>
                      <c:pt idx="194">
                        <c:v>2.8598871644444444</c:v>
                      </c:pt>
                      <c:pt idx="195">
                        <c:v>1.9578796355555557</c:v>
                      </c:pt>
                      <c:pt idx="196">
                        <c:v>1.6759447555555556</c:v>
                      </c:pt>
                      <c:pt idx="197">
                        <c:v>2.1575107400000002</c:v>
                      </c:pt>
                      <c:pt idx="198">
                        <c:v>4.0828753177777779</c:v>
                      </c:pt>
                      <c:pt idx="199">
                        <c:v>5.544772077777778</c:v>
                      </c:pt>
                      <c:pt idx="200">
                        <c:v>6.2460595266666665</c:v>
                      </c:pt>
                      <c:pt idx="201">
                        <c:v>6.4778632177777782</c:v>
                      </c:pt>
                      <c:pt idx="202">
                        <c:v>6.6289109288888888</c:v>
                      </c:pt>
                      <c:pt idx="203">
                        <c:v>7.2538021422222219</c:v>
                      </c:pt>
                      <c:pt idx="204">
                        <c:v>7.8941103511111113</c:v>
                      </c:pt>
                      <c:pt idx="205">
                        <c:v>8.514246833333333</c:v>
                      </c:pt>
                      <c:pt idx="206">
                        <c:v>9.1863677177777774</c:v>
                      </c:pt>
                      <c:pt idx="207">
                        <c:v>8.7137516622222222</c:v>
                      </c:pt>
                      <c:pt idx="208">
                        <c:v>7.5219535022222219</c:v>
                      </c:pt>
                      <c:pt idx="209">
                        <c:v>6.6825485844444446</c:v>
                      </c:pt>
                      <c:pt idx="210">
                        <c:v>6.5987567355555559</c:v>
                      </c:pt>
                      <c:pt idx="211">
                        <c:v>7.3804724688888887</c:v>
                      </c:pt>
                      <c:pt idx="212">
                        <c:v>8.0883682755555562</c:v>
                      </c:pt>
                      <c:pt idx="213">
                        <c:v>9.2097565555555558</c:v>
                      </c:pt>
                      <c:pt idx="214">
                        <c:v>9.7425452688888896</c:v>
                      </c:pt>
                      <c:pt idx="215">
                        <c:v>8.9371348044444439</c:v>
                      </c:pt>
                      <c:pt idx="216">
                        <c:v>6.854654191111111</c:v>
                      </c:pt>
                      <c:pt idx="217">
                        <c:v>4.4971585711111111</c:v>
                      </c:pt>
                      <c:pt idx="218">
                        <c:v>2.8660184244444444</c:v>
                      </c:pt>
                      <c:pt idx="219">
                        <c:v>1.9738664177777778</c:v>
                      </c:pt>
                      <c:pt idx="220">
                        <c:v>1.6781560177777777</c:v>
                      </c:pt>
                      <c:pt idx="221">
                        <c:v>2.2147375155555555</c:v>
                      </c:pt>
                      <c:pt idx="222">
                        <c:v>4.2420903377777774</c:v>
                      </c:pt>
                      <c:pt idx="223">
                        <c:v>5.7214378822222223</c:v>
                      </c:pt>
                      <c:pt idx="224">
                        <c:v>6.2945866111111108</c:v>
                      </c:pt>
                      <c:pt idx="225">
                        <c:v>6.1957096088888886</c:v>
                      </c:pt>
                      <c:pt idx="226">
                        <c:v>6.1364579844444442</c:v>
                      </c:pt>
                      <c:pt idx="227">
                        <c:v>6.4824167555555556</c:v>
                      </c:pt>
                      <c:pt idx="228">
                        <c:v>7.0626307800000001</c:v>
                      </c:pt>
                      <c:pt idx="229">
                        <c:v>8.1871114644444436</c:v>
                      </c:pt>
                      <c:pt idx="230">
                        <c:v>8.6848294488888893</c:v>
                      </c:pt>
                      <c:pt idx="231">
                        <c:v>8.3112634666666665</c:v>
                      </c:pt>
                      <c:pt idx="232">
                        <c:v>7.1119224422222223</c:v>
                      </c:pt>
                      <c:pt idx="233">
                        <c:v>6.3258128044444444</c:v>
                      </c:pt>
                      <c:pt idx="234">
                        <c:v>6.4284301688888892</c:v>
                      </c:pt>
                      <c:pt idx="235">
                        <c:v>7.200026873333333</c:v>
                      </c:pt>
                      <c:pt idx="236">
                        <c:v>8.0806165822222216</c:v>
                      </c:pt>
                      <c:pt idx="237">
                        <c:v>9.2427024777777778</c:v>
                      </c:pt>
                      <c:pt idx="238">
                        <c:v>9.6298952822222219</c:v>
                      </c:pt>
                      <c:pt idx="239">
                        <c:v>8.4308662777777776</c:v>
                      </c:pt>
                      <c:pt idx="240">
                        <c:v>6.0532920666666667</c:v>
                      </c:pt>
                      <c:pt idx="241">
                        <c:v>3.8027760533333335</c:v>
                      </c:pt>
                      <c:pt idx="242">
                        <c:v>2.401012711111111</c:v>
                      </c:pt>
                      <c:pt idx="243">
                        <c:v>1.7409795733333333</c:v>
                      </c:pt>
                      <c:pt idx="244">
                        <c:v>1.5814418777777777</c:v>
                      </c:pt>
                      <c:pt idx="245">
                        <c:v>2.1426620844444444</c:v>
                      </c:pt>
                      <c:pt idx="246">
                        <c:v>4.3604413777777777</c:v>
                      </c:pt>
                      <c:pt idx="247">
                        <c:v>5.6147673755555552</c:v>
                      </c:pt>
                      <c:pt idx="248">
                        <c:v>5.8498468600000004</c:v>
                      </c:pt>
                      <c:pt idx="249">
                        <c:v>5.5735098422222222</c:v>
                      </c:pt>
                      <c:pt idx="250">
                        <c:v>5.4276034422222219</c:v>
                      </c:pt>
                      <c:pt idx="251">
                        <c:v>5.8262708088888893</c:v>
                      </c:pt>
                      <c:pt idx="252">
                        <c:v>6.7307687999999999</c:v>
                      </c:pt>
                      <c:pt idx="253">
                        <c:v>7.5652046311111114</c:v>
                      </c:pt>
                      <c:pt idx="254">
                        <c:v>7.8479396755555557</c:v>
                      </c:pt>
                      <c:pt idx="255">
                        <c:v>7.6145288133333331</c:v>
                      </c:pt>
                      <c:pt idx="256">
                        <c:v>6.7507097044444446</c:v>
                      </c:pt>
                      <c:pt idx="257">
                        <c:v>6.199619728888889</c:v>
                      </c:pt>
                      <c:pt idx="258">
                        <c:v>6.4384070044444446</c:v>
                      </c:pt>
                      <c:pt idx="259">
                        <c:v>7.1529460911111107</c:v>
                      </c:pt>
                      <c:pt idx="260">
                        <c:v>7.9785123577777775</c:v>
                      </c:pt>
                      <c:pt idx="261">
                        <c:v>9.2036037666666672</c:v>
                      </c:pt>
                      <c:pt idx="262">
                        <c:v>9.5706682555555549</c:v>
                      </c:pt>
                      <c:pt idx="263">
                        <c:v>8.304229877777777</c:v>
                      </c:pt>
                      <c:pt idx="264">
                        <c:v>6.0881137333333335</c:v>
                      </c:pt>
                      <c:pt idx="265">
                        <c:v>3.8636968555555558</c:v>
                      </c:pt>
                      <c:pt idx="266">
                        <c:v>2.4400890199999998</c:v>
                      </c:pt>
                      <c:pt idx="267">
                        <c:v>1.7576676066666668</c:v>
                      </c:pt>
                      <c:pt idx="268">
                        <c:v>1.5889980111111111</c:v>
                      </c:pt>
                      <c:pt idx="269">
                        <c:v>2.212301048888889</c:v>
                      </c:pt>
                      <c:pt idx="270">
                        <c:v>4.5144081622222219</c:v>
                      </c:pt>
                      <c:pt idx="271">
                        <c:v>5.8143945866666664</c:v>
                      </c:pt>
                      <c:pt idx="272">
                        <c:v>5.8807442666666665</c:v>
                      </c:pt>
                      <c:pt idx="273">
                        <c:v>5.5935744200000004</c:v>
                      </c:pt>
                      <c:pt idx="274">
                        <c:v>5.4440971955555559</c:v>
                      </c:pt>
                      <c:pt idx="275">
                        <c:v>5.8409348977777782</c:v>
                      </c:pt>
                      <c:pt idx="276">
                        <c:v>6.7971187733333336</c:v>
                      </c:pt>
                      <c:pt idx="277">
                        <c:v>7.6888659377777779</c:v>
                      </c:pt>
                      <c:pt idx="278">
                        <c:v>7.9287469644444446</c:v>
                      </c:pt>
                      <c:pt idx="279">
                        <c:v>7.6506858266666669</c:v>
                      </c:pt>
                      <c:pt idx="280">
                        <c:v>6.8980111311111107</c:v>
                      </c:pt>
                      <c:pt idx="281">
                        <c:v>6.3257151911111107</c:v>
                      </c:pt>
                      <c:pt idx="282">
                        <c:v>6.5181352022222221</c:v>
                      </c:pt>
                      <c:pt idx="283">
                        <c:v>7.2391081933333332</c:v>
                      </c:pt>
                      <c:pt idx="284">
                        <c:v>8.1176869866666674</c:v>
                      </c:pt>
                      <c:pt idx="285">
                        <c:v>9.2551112511111118</c:v>
                      </c:pt>
                      <c:pt idx="286">
                        <c:v>9.6024377777777783</c:v>
                      </c:pt>
                      <c:pt idx="287">
                        <c:v>8.2430986466666667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4CCE-4206-81AF-7668647A5ABE}"/>
                  </c:ext>
                </c:extLst>
              </c15:ser>
            </c15:filteredLineSeries>
            <c15:filteredLineSeries>
              <c15:ser>
                <c:idx val="16"/>
                <c:order val="1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12-10-2026'!$R$1</c15:sqref>
                        </c15:formulaRef>
                      </c:ext>
                    </c:extLst>
                    <c:strCache>
                      <c:ptCount val="1"/>
                      <c:pt idx="0">
                        <c:v>OUG-DGW1 Thtoughput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12-10-2026'!$R$2:$R$289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80.378412062222225</c:v>
                      </c:pt>
                      <c:pt idx="1">
                        <c:v>50.466803740000003</c:v>
                      </c:pt>
                      <c:pt idx="2">
                        <c:v>30.412640077777777</c:v>
                      </c:pt>
                      <c:pt idx="3">
                        <c:v>19.775069624444445</c:v>
                      </c:pt>
                      <c:pt idx="4">
                        <c:v>15.823296888888889</c:v>
                      </c:pt>
                      <c:pt idx="5">
                        <c:v>21.015399197777779</c:v>
                      </c:pt>
                      <c:pt idx="6">
                        <c:v>42.26801607777778</c:v>
                      </c:pt>
                      <c:pt idx="7">
                        <c:v>58.088968999999999</c:v>
                      </c:pt>
                      <c:pt idx="8">
                        <c:v>68.12164184444444</c:v>
                      </c:pt>
                      <c:pt idx="9">
                        <c:v>72.688629955555555</c:v>
                      </c:pt>
                      <c:pt idx="10">
                        <c:v>79.558643508888892</c:v>
                      </c:pt>
                      <c:pt idx="11">
                        <c:v>88.806449002222223</c:v>
                      </c:pt>
                      <c:pt idx="12">
                        <c:v>95.161813393333333</c:v>
                      </c:pt>
                      <c:pt idx="13">
                        <c:v>105.77175896222222</c:v>
                      </c:pt>
                      <c:pt idx="14">
                        <c:v>106.97362360888889</c:v>
                      </c:pt>
                      <c:pt idx="15">
                        <c:v>102.21911009111111</c:v>
                      </c:pt>
                      <c:pt idx="16">
                        <c:v>93.395820302222219</c:v>
                      </c:pt>
                      <c:pt idx="17">
                        <c:v>93.985431500000004</c:v>
                      </c:pt>
                      <c:pt idx="18">
                        <c:v>91.850033797777783</c:v>
                      </c:pt>
                      <c:pt idx="19">
                        <c:v>105.41090107555556</c:v>
                      </c:pt>
                      <c:pt idx="20">
                        <c:v>116.18098683111111</c:v>
                      </c:pt>
                      <c:pt idx="21">
                        <c:v>130.1127523711111</c:v>
                      </c:pt>
                      <c:pt idx="22">
                        <c:v>130.97344637111112</c:v>
                      </c:pt>
                      <c:pt idx="23">
                        <c:v>115.94039331111111</c:v>
                      </c:pt>
                      <c:pt idx="24">
                        <c:v>88.283639366666662</c:v>
                      </c:pt>
                      <c:pt idx="25">
                        <c:v>59.167121726666664</c:v>
                      </c:pt>
                      <c:pt idx="26">
                        <c:v>36.392253662222224</c:v>
                      </c:pt>
                      <c:pt idx="27">
                        <c:v>23.094634264444444</c:v>
                      </c:pt>
                      <c:pt idx="28">
                        <c:v>17.341191477777777</c:v>
                      </c:pt>
                      <c:pt idx="29">
                        <c:v>20.745426833333333</c:v>
                      </c:pt>
                      <c:pt idx="30">
                        <c:v>38.533182597777781</c:v>
                      </c:pt>
                      <c:pt idx="31">
                        <c:v>53.165302631111111</c:v>
                      </c:pt>
                      <c:pt idx="32">
                        <c:v>66.373705431111105</c:v>
                      </c:pt>
                      <c:pt idx="33">
                        <c:v>77.074097224444444</c:v>
                      </c:pt>
                      <c:pt idx="34">
                        <c:v>87.60023495555555</c:v>
                      </c:pt>
                      <c:pt idx="35">
                        <c:v>97.203697793333333</c:v>
                      </c:pt>
                      <c:pt idx="36">
                        <c:v>99.340281904444439</c:v>
                      </c:pt>
                      <c:pt idx="37">
                        <c:v>102.72418462888889</c:v>
                      </c:pt>
                      <c:pt idx="38">
                        <c:v>118.60151100222222</c:v>
                      </c:pt>
                      <c:pt idx="39">
                        <c:v>110.8860358711111</c:v>
                      </c:pt>
                      <c:pt idx="40">
                        <c:v>97.216510877777779</c:v>
                      </c:pt>
                      <c:pt idx="41">
                        <c:v>95.152100059999995</c:v>
                      </c:pt>
                      <c:pt idx="42">
                        <c:v>93.530719717777771</c:v>
                      </c:pt>
                      <c:pt idx="43">
                        <c:v>108.68077254444445</c:v>
                      </c:pt>
                      <c:pt idx="44">
                        <c:v>120.71328702888889</c:v>
                      </c:pt>
                      <c:pt idx="45">
                        <c:v>135.54047694666667</c:v>
                      </c:pt>
                      <c:pt idx="46">
                        <c:v>134.72971766666666</c:v>
                      </c:pt>
                      <c:pt idx="47">
                        <c:v>118.85841923333334</c:v>
                      </c:pt>
                      <c:pt idx="48">
                        <c:v>90.321511704444447</c:v>
                      </c:pt>
                      <c:pt idx="49">
                        <c:v>59.975846251111108</c:v>
                      </c:pt>
                      <c:pt idx="50">
                        <c:v>36.535050953333332</c:v>
                      </c:pt>
                      <c:pt idx="51">
                        <c:v>23.27732272888889</c:v>
                      </c:pt>
                      <c:pt idx="52">
                        <c:v>17.457731773333332</c:v>
                      </c:pt>
                      <c:pt idx="53">
                        <c:v>21.380169977777779</c:v>
                      </c:pt>
                      <c:pt idx="54">
                        <c:v>40.914139293333335</c:v>
                      </c:pt>
                      <c:pt idx="55">
                        <c:v>55.538988253333336</c:v>
                      </c:pt>
                      <c:pt idx="56">
                        <c:v>66.993403913333339</c:v>
                      </c:pt>
                      <c:pt idx="57">
                        <c:v>75.412911660000006</c:v>
                      </c:pt>
                      <c:pt idx="58">
                        <c:v>81.702153651111118</c:v>
                      </c:pt>
                      <c:pt idx="59">
                        <c:v>89.63637615333333</c:v>
                      </c:pt>
                      <c:pt idx="60">
                        <c:v>94.999972775555563</c:v>
                      </c:pt>
                      <c:pt idx="61">
                        <c:v>106.88007638222223</c:v>
                      </c:pt>
                      <c:pt idx="62">
                        <c:v>110.92173247333334</c:v>
                      </c:pt>
                      <c:pt idx="63">
                        <c:v>105.34701421333334</c:v>
                      </c:pt>
                      <c:pt idx="64">
                        <c:v>94.707502342222227</c:v>
                      </c:pt>
                      <c:pt idx="65">
                        <c:v>93.521740888888885</c:v>
                      </c:pt>
                      <c:pt idx="66">
                        <c:v>89.896227915555556</c:v>
                      </c:pt>
                      <c:pt idx="67">
                        <c:v>104.43627024222222</c:v>
                      </c:pt>
                      <c:pt idx="68">
                        <c:v>117.04538552666666</c:v>
                      </c:pt>
                      <c:pt idx="69">
                        <c:v>130.89401445999999</c:v>
                      </c:pt>
                      <c:pt idx="70">
                        <c:v>129.64519271333333</c:v>
                      </c:pt>
                      <c:pt idx="71">
                        <c:v>111.13809521333333</c:v>
                      </c:pt>
                      <c:pt idx="72">
                        <c:v>79.513415668888882</c:v>
                      </c:pt>
                      <c:pt idx="73">
                        <c:v>49.88218863777778</c:v>
                      </c:pt>
                      <c:pt idx="74">
                        <c:v>30.074903726666665</c:v>
                      </c:pt>
                      <c:pt idx="75">
                        <c:v>19.337013704444445</c:v>
                      </c:pt>
                      <c:pt idx="76">
                        <c:v>15.586309968888889</c:v>
                      </c:pt>
                      <c:pt idx="77">
                        <c:v>20.323350779999998</c:v>
                      </c:pt>
                      <c:pt idx="78">
                        <c:v>40.586732831111114</c:v>
                      </c:pt>
                      <c:pt idx="79">
                        <c:v>55.370758575555556</c:v>
                      </c:pt>
                      <c:pt idx="80">
                        <c:v>65.39001820888889</c:v>
                      </c:pt>
                      <c:pt idx="81">
                        <c:v>70.711559955555558</c:v>
                      </c:pt>
                      <c:pt idx="82">
                        <c:v>76.732863433333335</c:v>
                      </c:pt>
                      <c:pt idx="83">
                        <c:v>85.17763705555555</c:v>
                      </c:pt>
                      <c:pt idx="84">
                        <c:v>92.044403097777774</c:v>
                      </c:pt>
                      <c:pt idx="85">
                        <c:v>102.35088075111111</c:v>
                      </c:pt>
                      <c:pt idx="86">
                        <c:v>102.81949466222223</c:v>
                      </c:pt>
                      <c:pt idx="87">
                        <c:v>97.629117093333335</c:v>
                      </c:pt>
                      <c:pt idx="88">
                        <c:v>90.993970675555559</c:v>
                      </c:pt>
                      <c:pt idx="89">
                        <c:v>91.609556179999998</c:v>
                      </c:pt>
                      <c:pt idx="90">
                        <c:v>89.09822823333333</c:v>
                      </c:pt>
                      <c:pt idx="91">
                        <c:v>104.018488</c:v>
                      </c:pt>
                      <c:pt idx="92">
                        <c:v>116.45461229555555</c:v>
                      </c:pt>
                      <c:pt idx="93">
                        <c:v>130.80236812222222</c:v>
                      </c:pt>
                      <c:pt idx="94">
                        <c:v>128.92511641333334</c:v>
                      </c:pt>
                      <c:pt idx="95">
                        <c:v>108.27215241333333</c:v>
                      </c:pt>
                      <c:pt idx="96">
                        <c:v>76.319474953333327</c:v>
                      </c:pt>
                      <c:pt idx="97">
                        <c:v>47.146259211111108</c:v>
                      </c:pt>
                      <c:pt idx="98">
                        <c:v>28.19852586888889</c:v>
                      </c:pt>
                      <c:pt idx="99">
                        <c:v>18.829526784444443</c:v>
                      </c:pt>
                      <c:pt idx="100">
                        <c:v>15.280147971111111</c:v>
                      </c:pt>
                      <c:pt idx="101">
                        <c:v>20.005285457777777</c:v>
                      </c:pt>
                      <c:pt idx="102">
                        <c:v>41.312336435555558</c:v>
                      </c:pt>
                      <c:pt idx="103">
                        <c:v>56.335731322222223</c:v>
                      </c:pt>
                      <c:pt idx="104">
                        <c:v>65.998358855555551</c:v>
                      </c:pt>
                      <c:pt idx="105">
                        <c:v>71.172401408888888</c:v>
                      </c:pt>
                      <c:pt idx="106">
                        <c:v>77.614866613333334</c:v>
                      </c:pt>
                      <c:pt idx="107">
                        <c:v>86.720401262222225</c:v>
                      </c:pt>
                      <c:pt idx="108">
                        <c:v>92.443527042222229</c:v>
                      </c:pt>
                      <c:pt idx="109">
                        <c:v>102.92418165111111</c:v>
                      </c:pt>
                      <c:pt idx="110">
                        <c:v>103.10361297333333</c:v>
                      </c:pt>
                      <c:pt idx="111">
                        <c:v>97.807327988888886</c:v>
                      </c:pt>
                      <c:pt idx="112">
                        <c:v>91.186099868888888</c:v>
                      </c:pt>
                      <c:pt idx="113">
                        <c:v>91.89672437555555</c:v>
                      </c:pt>
                      <c:pt idx="114">
                        <c:v>89.800122197777782</c:v>
                      </c:pt>
                      <c:pt idx="115">
                        <c:v>104.81455577111112</c:v>
                      </c:pt>
                      <c:pt idx="116">
                        <c:v>117.73734912</c:v>
                      </c:pt>
                      <c:pt idx="117">
                        <c:v>132.36479795777777</c:v>
                      </c:pt>
                      <c:pt idx="118">
                        <c:v>129.92849423555555</c:v>
                      </c:pt>
                      <c:pt idx="119">
                        <c:v>108.70544878444444</c:v>
                      </c:pt>
                      <c:pt idx="120">
                        <c:v>76.608256044444445</c:v>
                      </c:pt>
                      <c:pt idx="121">
                        <c:v>47.110792444444442</c:v>
                      </c:pt>
                      <c:pt idx="122">
                        <c:v>28.112506051111112</c:v>
                      </c:pt>
                      <c:pt idx="123">
                        <c:v>18.286232735555554</c:v>
                      </c:pt>
                      <c:pt idx="124">
                        <c:v>15.059533362222222</c:v>
                      </c:pt>
                      <c:pt idx="125">
                        <c:v>20.111947011111113</c:v>
                      </c:pt>
                      <c:pt idx="126">
                        <c:v>41.606162104444444</c:v>
                      </c:pt>
                      <c:pt idx="127">
                        <c:v>57.099926519999997</c:v>
                      </c:pt>
                      <c:pt idx="128">
                        <c:v>66.55690453555556</c:v>
                      </c:pt>
                      <c:pt idx="129">
                        <c:v>72.307844575555549</c:v>
                      </c:pt>
                      <c:pt idx="130">
                        <c:v>78.841148557777771</c:v>
                      </c:pt>
                      <c:pt idx="131">
                        <c:v>86.870031735555557</c:v>
                      </c:pt>
                      <c:pt idx="132">
                        <c:v>94.358622826666661</c:v>
                      </c:pt>
                      <c:pt idx="133">
                        <c:v>107.06883038444444</c:v>
                      </c:pt>
                      <c:pt idx="134">
                        <c:v>107.81101622222222</c:v>
                      </c:pt>
                      <c:pt idx="135">
                        <c:v>101.47472489111111</c:v>
                      </c:pt>
                      <c:pt idx="136">
                        <c:v>90.971557748888884</c:v>
                      </c:pt>
                      <c:pt idx="137">
                        <c:v>90.797653433333338</c:v>
                      </c:pt>
                      <c:pt idx="138">
                        <c:v>96.647872151111116</c:v>
                      </c:pt>
                      <c:pt idx="139">
                        <c:v>112.26014040666666</c:v>
                      </c:pt>
                      <c:pt idx="140">
                        <c:v>118.20084880666667</c:v>
                      </c:pt>
                      <c:pt idx="141">
                        <c:v>131.91035009333334</c:v>
                      </c:pt>
                      <c:pt idx="142">
                        <c:v>129.33625066444444</c:v>
                      </c:pt>
                      <c:pt idx="143">
                        <c:v>108.56503480666667</c:v>
                      </c:pt>
                      <c:pt idx="144">
                        <c:v>79.387976219999999</c:v>
                      </c:pt>
                      <c:pt idx="145">
                        <c:v>49.862828077777777</c:v>
                      </c:pt>
                      <c:pt idx="146">
                        <c:v>30.203598686666666</c:v>
                      </c:pt>
                      <c:pt idx="147">
                        <c:v>18.710654935555556</c:v>
                      </c:pt>
                      <c:pt idx="148">
                        <c:v>15.126995591111111</c:v>
                      </c:pt>
                      <c:pt idx="149">
                        <c:v>20.304769682222222</c:v>
                      </c:pt>
                      <c:pt idx="150">
                        <c:v>42.200395964444446</c:v>
                      </c:pt>
                      <c:pt idx="151">
                        <c:v>57.698354926666667</c:v>
                      </c:pt>
                      <c:pt idx="152">
                        <c:v>66.986992262222216</c:v>
                      </c:pt>
                      <c:pt idx="153">
                        <c:v>72.411667426666668</c:v>
                      </c:pt>
                      <c:pt idx="154">
                        <c:v>78.306709817777772</c:v>
                      </c:pt>
                      <c:pt idx="155">
                        <c:v>86.422334337777784</c:v>
                      </c:pt>
                      <c:pt idx="156">
                        <c:v>92.404853215555562</c:v>
                      </c:pt>
                      <c:pt idx="157">
                        <c:v>102.93254613333333</c:v>
                      </c:pt>
                      <c:pt idx="158">
                        <c:v>102.99907531555556</c:v>
                      </c:pt>
                      <c:pt idx="159">
                        <c:v>98.369692666666666</c:v>
                      </c:pt>
                      <c:pt idx="160">
                        <c:v>92.240870673333333</c:v>
                      </c:pt>
                      <c:pt idx="161">
                        <c:v>93.162491731111118</c:v>
                      </c:pt>
                      <c:pt idx="162">
                        <c:v>91.584840828888886</c:v>
                      </c:pt>
                      <c:pt idx="163">
                        <c:v>105.26228779555555</c:v>
                      </c:pt>
                      <c:pt idx="164">
                        <c:v>116.68550727555555</c:v>
                      </c:pt>
                      <c:pt idx="165">
                        <c:v>130.67633344222222</c:v>
                      </c:pt>
                      <c:pt idx="166">
                        <c:v>129.12723309555557</c:v>
                      </c:pt>
                      <c:pt idx="167">
                        <c:v>108.15932198</c:v>
                      </c:pt>
                      <c:pt idx="168">
                        <c:v>76.630491271111111</c:v>
                      </c:pt>
                      <c:pt idx="169">
                        <c:v>47.905263257777776</c:v>
                      </c:pt>
                      <c:pt idx="170">
                        <c:v>28.966921357777778</c:v>
                      </c:pt>
                      <c:pt idx="171">
                        <c:v>19.042410004444445</c:v>
                      </c:pt>
                      <c:pt idx="172">
                        <c:v>15.750909084444444</c:v>
                      </c:pt>
                      <c:pt idx="173">
                        <c:v>21.069805833333334</c:v>
                      </c:pt>
                      <c:pt idx="174">
                        <c:v>43.188215231111108</c:v>
                      </c:pt>
                      <c:pt idx="175">
                        <c:v>60.163187788888891</c:v>
                      </c:pt>
                      <c:pt idx="176">
                        <c:v>72.529847675555558</c:v>
                      </c:pt>
                      <c:pt idx="177">
                        <c:v>79.706349911111104</c:v>
                      </c:pt>
                      <c:pt idx="178">
                        <c:v>82.803223824444444</c:v>
                      </c:pt>
                      <c:pt idx="179">
                        <c:v>88.880646597777783</c:v>
                      </c:pt>
                      <c:pt idx="180">
                        <c:v>95.685348751111107</c:v>
                      </c:pt>
                      <c:pt idx="181">
                        <c:v>106.51872025777777</c:v>
                      </c:pt>
                      <c:pt idx="182">
                        <c:v>105.95413236</c:v>
                      </c:pt>
                      <c:pt idx="183">
                        <c:v>100.02287349555556</c:v>
                      </c:pt>
                      <c:pt idx="184">
                        <c:v>93.305432595555558</c:v>
                      </c:pt>
                      <c:pt idx="185">
                        <c:v>92.996853942222216</c:v>
                      </c:pt>
                      <c:pt idx="186">
                        <c:v>92.616805784444438</c:v>
                      </c:pt>
                      <c:pt idx="187">
                        <c:v>107.36324068888889</c:v>
                      </c:pt>
                      <c:pt idx="188">
                        <c:v>117.94496318</c:v>
                      </c:pt>
                      <c:pt idx="189">
                        <c:v>131.1018450511111</c:v>
                      </c:pt>
                      <c:pt idx="190">
                        <c:v>131.78430447333332</c:v>
                      </c:pt>
                      <c:pt idx="191">
                        <c:v>115.94223672444444</c:v>
                      </c:pt>
                      <c:pt idx="192">
                        <c:v>87.717085346666664</c:v>
                      </c:pt>
                      <c:pt idx="193">
                        <c:v>57.793129497777777</c:v>
                      </c:pt>
                      <c:pt idx="194">
                        <c:v>35.632315044444447</c:v>
                      </c:pt>
                      <c:pt idx="195">
                        <c:v>23.016856275555554</c:v>
                      </c:pt>
                      <c:pt idx="196">
                        <c:v>17.271164331111112</c:v>
                      </c:pt>
                      <c:pt idx="197">
                        <c:v>20.167506582222224</c:v>
                      </c:pt>
                      <c:pt idx="198">
                        <c:v>39.079587391111112</c:v>
                      </c:pt>
                      <c:pt idx="199">
                        <c:v>53.919242824444446</c:v>
                      </c:pt>
                      <c:pt idx="200">
                        <c:v>67.208650713333327</c:v>
                      </c:pt>
                      <c:pt idx="201">
                        <c:v>77.635439079999998</c:v>
                      </c:pt>
                      <c:pt idx="202">
                        <c:v>87.676864780000002</c:v>
                      </c:pt>
                      <c:pt idx="203">
                        <c:v>97.440083635555553</c:v>
                      </c:pt>
                      <c:pt idx="204">
                        <c:v>99.832070535555559</c:v>
                      </c:pt>
                      <c:pt idx="205">
                        <c:v>103.85410711777777</c:v>
                      </c:pt>
                      <c:pt idx="206">
                        <c:v>118.29826224888889</c:v>
                      </c:pt>
                      <c:pt idx="207">
                        <c:v>109.25464553555555</c:v>
                      </c:pt>
                      <c:pt idx="208">
                        <c:v>99.16221907111111</c:v>
                      </c:pt>
                      <c:pt idx="209">
                        <c:v>96.984136675555561</c:v>
                      </c:pt>
                      <c:pt idx="210">
                        <c:v>95.572896035555559</c:v>
                      </c:pt>
                      <c:pt idx="211">
                        <c:v>110.73799105333333</c:v>
                      </c:pt>
                      <c:pt idx="212">
                        <c:v>122.30927378666667</c:v>
                      </c:pt>
                      <c:pt idx="213">
                        <c:v>135.53042319111111</c:v>
                      </c:pt>
                      <c:pt idx="214">
                        <c:v>136.13078585555556</c:v>
                      </c:pt>
                      <c:pt idx="215">
                        <c:v>118.33617260222222</c:v>
                      </c:pt>
                      <c:pt idx="216">
                        <c:v>88.907709915555557</c:v>
                      </c:pt>
                      <c:pt idx="217">
                        <c:v>57.854057806666667</c:v>
                      </c:pt>
                      <c:pt idx="218">
                        <c:v>35.4917023</c:v>
                      </c:pt>
                      <c:pt idx="219">
                        <c:v>22.596113904444444</c:v>
                      </c:pt>
                      <c:pt idx="220">
                        <c:v>16.750549266666667</c:v>
                      </c:pt>
                      <c:pt idx="221">
                        <c:v>20.645114899999999</c:v>
                      </c:pt>
                      <c:pt idx="222">
                        <c:v>41.034346657777775</c:v>
                      </c:pt>
                      <c:pt idx="223">
                        <c:v>57.459867295555554</c:v>
                      </c:pt>
                      <c:pt idx="224">
                        <c:v>68.961924457777783</c:v>
                      </c:pt>
                      <c:pt idx="225">
                        <c:v>75.655859624444446</c:v>
                      </c:pt>
                      <c:pt idx="226">
                        <c:v>82.884430153333327</c:v>
                      </c:pt>
                      <c:pt idx="227">
                        <c:v>90.80399473333334</c:v>
                      </c:pt>
                      <c:pt idx="228">
                        <c:v>95.874077948888882</c:v>
                      </c:pt>
                      <c:pt idx="229">
                        <c:v>108.27889624222222</c:v>
                      </c:pt>
                      <c:pt idx="230">
                        <c:v>111.84573913555556</c:v>
                      </c:pt>
                      <c:pt idx="231">
                        <c:v>104.92016536666667</c:v>
                      </c:pt>
                      <c:pt idx="232">
                        <c:v>95.601615280000004</c:v>
                      </c:pt>
                      <c:pt idx="233">
                        <c:v>95.156777948888887</c:v>
                      </c:pt>
                      <c:pt idx="234">
                        <c:v>95.169369020000005</c:v>
                      </c:pt>
                      <c:pt idx="235">
                        <c:v>108.81804545333334</c:v>
                      </c:pt>
                      <c:pt idx="236">
                        <c:v>122.61625889111112</c:v>
                      </c:pt>
                      <c:pt idx="237">
                        <c:v>136.29403991555554</c:v>
                      </c:pt>
                      <c:pt idx="238">
                        <c:v>131.61734901777777</c:v>
                      </c:pt>
                      <c:pt idx="239">
                        <c:v>110.28771966444444</c:v>
                      </c:pt>
                      <c:pt idx="240">
                        <c:v>77.808051975555557</c:v>
                      </c:pt>
                      <c:pt idx="241">
                        <c:v>49.122620897777779</c:v>
                      </c:pt>
                      <c:pt idx="242">
                        <c:v>29.448193815555555</c:v>
                      </c:pt>
                      <c:pt idx="243">
                        <c:v>19.402494862222223</c:v>
                      </c:pt>
                      <c:pt idx="244">
                        <c:v>15.805593244444445</c:v>
                      </c:pt>
                      <c:pt idx="245">
                        <c:v>19.842800188888887</c:v>
                      </c:pt>
                      <c:pt idx="246">
                        <c:v>41.682481457777776</c:v>
                      </c:pt>
                      <c:pt idx="247">
                        <c:v>56.670316642222225</c:v>
                      </c:pt>
                      <c:pt idx="248">
                        <c:v>67.239949444444449</c:v>
                      </c:pt>
                      <c:pt idx="249">
                        <c:v>71.474963997777778</c:v>
                      </c:pt>
                      <c:pt idx="250">
                        <c:v>77.353739108888888</c:v>
                      </c:pt>
                      <c:pt idx="251">
                        <c:v>85.164888353333339</c:v>
                      </c:pt>
                      <c:pt idx="252">
                        <c:v>92.671197059999997</c:v>
                      </c:pt>
                      <c:pt idx="253">
                        <c:v>102.51696066</c:v>
                      </c:pt>
                      <c:pt idx="254">
                        <c:v>102.54682587777778</c:v>
                      </c:pt>
                      <c:pt idx="255">
                        <c:v>97.886330702222224</c:v>
                      </c:pt>
                      <c:pt idx="256">
                        <c:v>93.019311455555552</c:v>
                      </c:pt>
                      <c:pt idx="257">
                        <c:v>95.972058642222223</c:v>
                      </c:pt>
                      <c:pt idx="258">
                        <c:v>95.60928471555556</c:v>
                      </c:pt>
                      <c:pt idx="259">
                        <c:v>108.15800571777778</c:v>
                      </c:pt>
                      <c:pt idx="260">
                        <c:v>120.07830111777778</c:v>
                      </c:pt>
                      <c:pt idx="261">
                        <c:v>133.07301718222223</c:v>
                      </c:pt>
                      <c:pt idx="262">
                        <c:v>129.35225679999999</c:v>
                      </c:pt>
                      <c:pt idx="263">
                        <c:v>105.59780508</c:v>
                      </c:pt>
                      <c:pt idx="264">
                        <c:v>76.912068104444444</c:v>
                      </c:pt>
                      <c:pt idx="265">
                        <c:v>48.004359379999997</c:v>
                      </c:pt>
                      <c:pt idx="266">
                        <c:v>28.676849395555557</c:v>
                      </c:pt>
                      <c:pt idx="267">
                        <c:v>18.812831537777779</c:v>
                      </c:pt>
                      <c:pt idx="268">
                        <c:v>15.407532688888889</c:v>
                      </c:pt>
                      <c:pt idx="269">
                        <c:v>19.931369846666666</c:v>
                      </c:pt>
                      <c:pt idx="270">
                        <c:v>42.77335141333333</c:v>
                      </c:pt>
                      <c:pt idx="271">
                        <c:v>58.63509338888889</c:v>
                      </c:pt>
                      <c:pt idx="272">
                        <c:v>68.112360291111116</c:v>
                      </c:pt>
                      <c:pt idx="273">
                        <c:v>72.406607260000001</c:v>
                      </c:pt>
                      <c:pt idx="274">
                        <c:v>78.424193773333329</c:v>
                      </c:pt>
                      <c:pt idx="275">
                        <c:v>86.457151655555549</c:v>
                      </c:pt>
                      <c:pt idx="276">
                        <c:v>93.741828760000004</c:v>
                      </c:pt>
                      <c:pt idx="277">
                        <c:v>103.33438640888889</c:v>
                      </c:pt>
                      <c:pt idx="278">
                        <c:v>102.47912186222223</c:v>
                      </c:pt>
                      <c:pt idx="279">
                        <c:v>97.598646911111118</c:v>
                      </c:pt>
                      <c:pt idx="280">
                        <c:v>93.979086782222225</c:v>
                      </c:pt>
                      <c:pt idx="281">
                        <c:v>95.254230555555552</c:v>
                      </c:pt>
                      <c:pt idx="282">
                        <c:v>95.005752997777776</c:v>
                      </c:pt>
                      <c:pt idx="283">
                        <c:v>109.15467295555555</c:v>
                      </c:pt>
                      <c:pt idx="284">
                        <c:v>122.13560016666666</c:v>
                      </c:pt>
                      <c:pt idx="285">
                        <c:v>134.19648567555555</c:v>
                      </c:pt>
                      <c:pt idx="286">
                        <c:v>128.17478148222222</c:v>
                      </c:pt>
                      <c:pt idx="287">
                        <c:v>105.42422960666667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4CCE-4206-81AF-7668647A5ABE}"/>
                  </c:ext>
                </c:extLst>
              </c15:ser>
            </c15:filteredLineSeries>
            <c15:filteredLineSeries>
              <c15:ser>
                <c:idx val="17"/>
                <c:order val="1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12-10-2026'!$S$1</c15:sqref>
                        </c15:formulaRef>
                      </c:ext>
                    </c:extLst>
                    <c:strCache>
                      <c:ptCount val="1"/>
                      <c:pt idx="0">
                        <c:v>OUG-DGW2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12-10-2026'!$S$2:$S$289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74.399737337777779</c:v>
                      </c:pt>
                      <c:pt idx="1">
                        <c:v>46.979724313333335</c:v>
                      </c:pt>
                      <c:pt idx="2">
                        <c:v>27.800122193333333</c:v>
                      </c:pt>
                      <c:pt idx="3">
                        <c:v>17.805317851111113</c:v>
                      </c:pt>
                      <c:pt idx="4">
                        <c:v>14.069210788888888</c:v>
                      </c:pt>
                      <c:pt idx="5">
                        <c:v>18.604003526666666</c:v>
                      </c:pt>
                      <c:pt idx="6">
                        <c:v>37.826357277777781</c:v>
                      </c:pt>
                      <c:pt idx="7">
                        <c:v>52.143283197777777</c:v>
                      </c:pt>
                      <c:pt idx="8">
                        <c:v>62.301662835555554</c:v>
                      </c:pt>
                      <c:pt idx="9">
                        <c:v>67.526599719999993</c:v>
                      </c:pt>
                      <c:pt idx="10">
                        <c:v>74.406661768888895</c:v>
                      </c:pt>
                      <c:pt idx="11">
                        <c:v>82.087841726666667</c:v>
                      </c:pt>
                      <c:pt idx="12">
                        <c:v>88.499012731111108</c:v>
                      </c:pt>
                      <c:pt idx="13">
                        <c:v>98.05955123555556</c:v>
                      </c:pt>
                      <c:pt idx="14">
                        <c:v>98.896761864444443</c:v>
                      </c:pt>
                      <c:pt idx="15">
                        <c:v>94.326301791111106</c:v>
                      </c:pt>
                      <c:pt idx="16">
                        <c:v>86.650138437777784</c:v>
                      </c:pt>
                      <c:pt idx="17">
                        <c:v>87.958417524444442</c:v>
                      </c:pt>
                      <c:pt idx="18">
                        <c:v>85.78521582444445</c:v>
                      </c:pt>
                      <c:pt idx="19">
                        <c:v>98.627686693333331</c:v>
                      </c:pt>
                      <c:pt idx="20">
                        <c:v>108.22652655111111</c:v>
                      </c:pt>
                      <c:pt idx="21">
                        <c:v>121.39701345333333</c:v>
                      </c:pt>
                      <c:pt idx="22">
                        <c:v>121.80864160222222</c:v>
                      </c:pt>
                      <c:pt idx="23">
                        <c:v>107.19674758444444</c:v>
                      </c:pt>
                      <c:pt idx="24">
                        <c:v>81.486664911111106</c:v>
                      </c:pt>
                      <c:pt idx="25">
                        <c:v>54.188666228888891</c:v>
                      </c:pt>
                      <c:pt idx="26">
                        <c:v>33.877765331111114</c:v>
                      </c:pt>
                      <c:pt idx="27">
                        <c:v>21.383484288888887</c:v>
                      </c:pt>
                      <c:pt idx="28">
                        <c:v>15.413055817777778</c:v>
                      </c:pt>
                      <c:pt idx="29">
                        <c:v>18.276195126666668</c:v>
                      </c:pt>
                      <c:pt idx="30">
                        <c:v>34.432089257777776</c:v>
                      </c:pt>
                      <c:pt idx="31">
                        <c:v>47.585147284444446</c:v>
                      </c:pt>
                      <c:pt idx="32">
                        <c:v>60.40795722888889</c:v>
                      </c:pt>
                      <c:pt idx="33">
                        <c:v>71.476197560000003</c:v>
                      </c:pt>
                      <c:pt idx="34">
                        <c:v>81.252987575555551</c:v>
                      </c:pt>
                      <c:pt idx="35">
                        <c:v>90.326529351111105</c:v>
                      </c:pt>
                      <c:pt idx="36">
                        <c:v>91.766888195555552</c:v>
                      </c:pt>
                      <c:pt idx="37">
                        <c:v>94.782342482222219</c:v>
                      </c:pt>
                      <c:pt idx="38">
                        <c:v>109.69775226666667</c:v>
                      </c:pt>
                      <c:pt idx="39">
                        <c:v>102.11223361333333</c:v>
                      </c:pt>
                      <c:pt idx="40">
                        <c:v>90.259009526666674</c:v>
                      </c:pt>
                      <c:pt idx="41">
                        <c:v>89.385788755555552</c:v>
                      </c:pt>
                      <c:pt idx="42">
                        <c:v>87.338964757777774</c:v>
                      </c:pt>
                      <c:pt idx="43">
                        <c:v>101.39794481777778</c:v>
                      </c:pt>
                      <c:pt idx="44">
                        <c:v>112.47558084444445</c:v>
                      </c:pt>
                      <c:pt idx="45">
                        <c:v>126.45932977777778</c:v>
                      </c:pt>
                      <c:pt idx="46">
                        <c:v>124.98022349333333</c:v>
                      </c:pt>
                      <c:pt idx="47">
                        <c:v>109.62140194</c:v>
                      </c:pt>
                      <c:pt idx="48">
                        <c:v>83.344804588888891</c:v>
                      </c:pt>
                      <c:pt idx="49">
                        <c:v>55.324735473333334</c:v>
                      </c:pt>
                      <c:pt idx="50">
                        <c:v>33.489455584444443</c:v>
                      </c:pt>
                      <c:pt idx="51">
                        <c:v>20.816106604444446</c:v>
                      </c:pt>
                      <c:pt idx="52">
                        <c:v>15.390423402222222</c:v>
                      </c:pt>
                      <c:pt idx="53">
                        <c:v>18.6851801</c:v>
                      </c:pt>
                      <c:pt idx="54">
                        <c:v>35.593505182222223</c:v>
                      </c:pt>
                      <c:pt idx="55">
                        <c:v>49.65201351333333</c:v>
                      </c:pt>
                      <c:pt idx="56">
                        <c:v>61.479599093333334</c:v>
                      </c:pt>
                      <c:pt idx="57">
                        <c:v>69.015359959999998</c:v>
                      </c:pt>
                      <c:pt idx="58">
                        <c:v>76.619348740000007</c:v>
                      </c:pt>
                      <c:pt idx="59">
                        <c:v>83.988628188888896</c:v>
                      </c:pt>
                      <c:pt idx="60">
                        <c:v>88.641087713333334</c:v>
                      </c:pt>
                      <c:pt idx="61">
                        <c:v>99.369209308888884</c:v>
                      </c:pt>
                      <c:pt idx="62">
                        <c:v>102.94675871777778</c:v>
                      </c:pt>
                      <c:pt idx="63">
                        <c:v>97.563590715555549</c:v>
                      </c:pt>
                      <c:pt idx="64">
                        <c:v>87.742613031111105</c:v>
                      </c:pt>
                      <c:pt idx="65">
                        <c:v>87.488627944444445</c:v>
                      </c:pt>
                      <c:pt idx="66">
                        <c:v>84.135519871111114</c:v>
                      </c:pt>
                      <c:pt idx="67">
                        <c:v>97.664705671111108</c:v>
                      </c:pt>
                      <c:pt idx="68">
                        <c:v>108.86225707111112</c:v>
                      </c:pt>
                      <c:pt idx="69">
                        <c:v>121.89983510222223</c:v>
                      </c:pt>
                      <c:pt idx="70">
                        <c:v>120.28691002666666</c:v>
                      </c:pt>
                      <c:pt idx="71">
                        <c:v>102.71402544222222</c:v>
                      </c:pt>
                      <c:pt idx="72">
                        <c:v>74.065583286666666</c:v>
                      </c:pt>
                      <c:pt idx="73">
                        <c:v>45.759762468888887</c:v>
                      </c:pt>
                      <c:pt idx="74">
                        <c:v>27.042666366666666</c:v>
                      </c:pt>
                      <c:pt idx="75">
                        <c:v>17.231957659999999</c:v>
                      </c:pt>
                      <c:pt idx="76">
                        <c:v>13.732530966666667</c:v>
                      </c:pt>
                      <c:pt idx="77">
                        <c:v>18.10678472</c:v>
                      </c:pt>
                      <c:pt idx="78">
                        <c:v>36.431680159999999</c:v>
                      </c:pt>
                      <c:pt idx="79">
                        <c:v>50.077793773333333</c:v>
                      </c:pt>
                      <c:pt idx="80">
                        <c:v>59.63316109777778</c:v>
                      </c:pt>
                      <c:pt idx="81">
                        <c:v>65.142086939999999</c:v>
                      </c:pt>
                      <c:pt idx="82">
                        <c:v>71.618608726666665</c:v>
                      </c:pt>
                      <c:pt idx="83">
                        <c:v>79.42376136</c:v>
                      </c:pt>
                      <c:pt idx="84">
                        <c:v>85.16215900666667</c:v>
                      </c:pt>
                      <c:pt idx="85">
                        <c:v>94.636183082222217</c:v>
                      </c:pt>
                      <c:pt idx="86">
                        <c:v>94.695103188888893</c:v>
                      </c:pt>
                      <c:pt idx="87">
                        <c:v>89.59943485777778</c:v>
                      </c:pt>
                      <c:pt idx="88">
                        <c:v>84.004122011111107</c:v>
                      </c:pt>
                      <c:pt idx="89">
                        <c:v>85.14000419333334</c:v>
                      </c:pt>
                      <c:pt idx="90">
                        <c:v>83.342532248888887</c:v>
                      </c:pt>
                      <c:pt idx="91">
                        <c:v>96.90824920888889</c:v>
                      </c:pt>
                      <c:pt idx="92">
                        <c:v>108.55635348222222</c:v>
                      </c:pt>
                      <c:pt idx="93">
                        <c:v>121.59338658666667</c:v>
                      </c:pt>
                      <c:pt idx="94">
                        <c:v>118.90007609555556</c:v>
                      </c:pt>
                      <c:pt idx="95">
                        <c:v>99.091492691111114</c:v>
                      </c:pt>
                      <c:pt idx="96">
                        <c:v>69.525022417777777</c:v>
                      </c:pt>
                      <c:pt idx="97">
                        <c:v>42.878682691111109</c:v>
                      </c:pt>
                      <c:pt idx="98">
                        <c:v>25.410670731111111</c:v>
                      </c:pt>
                      <c:pt idx="99">
                        <c:v>16.491530446666665</c:v>
                      </c:pt>
                      <c:pt idx="100">
                        <c:v>13.522392348888889</c:v>
                      </c:pt>
                      <c:pt idx="101">
                        <c:v>17.86011695111111</c:v>
                      </c:pt>
                      <c:pt idx="102">
                        <c:v>36.907325493333332</c:v>
                      </c:pt>
                      <c:pt idx="103">
                        <c:v>50.760124359999999</c:v>
                      </c:pt>
                      <c:pt idx="104">
                        <c:v>60.193082259999997</c:v>
                      </c:pt>
                      <c:pt idx="105">
                        <c:v>65.713258628888894</c:v>
                      </c:pt>
                      <c:pt idx="106">
                        <c:v>71.714806166666662</c:v>
                      </c:pt>
                      <c:pt idx="107">
                        <c:v>80.173948304444451</c:v>
                      </c:pt>
                      <c:pt idx="108">
                        <c:v>85.73935144666666</c:v>
                      </c:pt>
                      <c:pt idx="109">
                        <c:v>95.157084060000003</c:v>
                      </c:pt>
                      <c:pt idx="110">
                        <c:v>94.738127262222221</c:v>
                      </c:pt>
                      <c:pt idx="111">
                        <c:v>89.394426186666664</c:v>
                      </c:pt>
                      <c:pt idx="112">
                        <c:v>83.81218705111111</c:v>
                      </c:pt>
                      <c:pt idx="113">
                        <c:v>85.419819126666667</c:v>
                      </c:pt>
                      <c:pt idx="114">
                        <c:v>83.711602631111106</c:v>
                      </c:pt>
                      <c:pt idx="115">
                        <c:v>97.79566916666667</c:v>
                      </c:pt>
                      <c:pt idx="116">
                        <c:v>109.55743056444445</c:v>
                      </c:pt>
                      <c:pt idx="117">
                        <c:v>123.82467526666667</c:v>
                      </c:pt>
                      <c:pt idx="118">
                        <c:v>120.05413985111112</c:v>
                      </c:pt>
                      <c:pt idx="119">
                        <c:v>100.59500278666667</c:v>
                      </c:pt>
                      <c:pt idx="120">
                        <c:v>70.744445668888886</c:v>
                      </c:pt>
                      <c:pt idx="121">
                        <c:v>43.279778515555556</c:v>
                      </c:pt>
                      <c:pt idx="122">
                        <c:v>25.569745171111112</c:v>
                      </c:pt>
                      <c:pt idx="123">
                        <c:v>16.398690975555557</c:v>
                      </c:pt>
                      <c:pt idx="124">
                        <c:v>13.340801266666666</c:v>
                      </c:pt>
                      <c:pt idx="125">
                        <c:v>17.873857600000001</c:v>
                      </c:pt>
                      <c:pt idx="126">
                        <c:v>37.25244040222222</c:v>
                      </c:pt>
                      <c:pt idx="127">
                        <c:v>51.438134777777776</c:v>
                      </c:pt>
                      <c:pt idx="128">
                        <c:v>60.999495893333332</c:v>
                      </c:pt>
                      <c:pt idx="129">
                        <c:v>66.431338719999999</c:v>
                      </c:pt>
                      <c:pt idx="130">
                        <c:v>72.964817744444446</c:v>
                      </c:pt>
                      <c:pt idx="131">
                        <c:v>80.243268317777776</c:v>
                      </c:pt>
                      <c:pt idx="132">
                        <c:v>87.678787753333339</c:v>
                      </c:pt>
                      <c:pt idx="133">
                        <c:v>99.231860273333339</c:v>
                      </c:pt>
                      <c:pt idx="134">
                        <c:v>99.64185332444444</c:v>
                      </c:pt>
                      <c:pt idx="135">
                        <c:v>94.096231051111104</c:v>
                      </c:pt>
                      <c:pt idx="136">
                        <c:v>84.645902320000005</c:v>
                      </c:pt>
                      <c:pt idx="137">
                        <c:v>85.524527922222219</c:v>
                      </c:pt>
                      <c:pt idx="138">
                        <c:v>91.100568711111109</c:v>
                      </c:pt>
                      <c:pt idx="139">
                        <c:v>105.10138058</c:v>
                      </c:pt>
                      <c:pt idx="140">
                        <c:v>111.10933682888889</c:v>
                      </c:pt>
                      <c:pt idx="141">
                        <c:v>123.75171130888889</c:v>
                      </c:pt>
                      <c:pt idx="142">
                        <c:v>120.59997752444444</c:v>
                      </c:pt>
                      <c:pt idx="143">
                        <c:v>100.80730470888889</c:v>
                      </c:pt>
                      <c:pt idx="144">
                        <c:v>73.383686882222221</c:v>
                      </c:pt>
                      <c:pt idx="145">
                        <c:v>46.120685284444441</c:v>
                      </c:pt>
                      <c:pt idx="146">
                        <c:v>27.725388435555555</c:v>
                      </c:pt>
                      <c:pt idx="147">
                        <c:v>17.175521913333334</c:v>
                      </c:pt>
                      <c:pt idx="148">
                        <c:v>13.655442902222223</c:v>
                      </c:pt>
                      <c:pt idx="149">
                        <c:v>18.006300673333332</c:v>
                      </c:pt>
                      <c:pt idx="150">
                        <c:v>38.294845904444443</c:v>
                      </c:pt>
                      <c:pt idx="151">
                        <c:v>52.225009282222224</c:v>
                      </c:pt>
                      <c:pt idx="152">
                        <c:v>61.37591784</c:v>
                      </c:pt>
                      <c:pt idx="153">
                        <c:v>66.716812131111112</c:v>
                      </c:pt>
                      <c:pt idx="154">
                        <c:v>72.906718371111111</c:v>
                      </c:pt>
                      <c:pt idx="155">
                        <c:v>81.027641826666667</c:v>
                      </c:pt>
                      <c:pt idx="156">
                        <c:v>86.476988391111107</c:v>
                      </c:pt>
                      <c:pt idx="157">
                        <c:v>95.616440848888885</c:v>
                      </c:pt>
                      <c:pt idx="158">
                        <c:v>95.454535106666668</c:v>
                      </c:pt>
                      <c:pt idx="159">
                        <c:v>91.328230495555559</c:v>
                      </c:pt>
                      <c:pt idx="160">
                        <c:v>86.189767453333332</c:v>
                      </c:pt>
                      <c:pt idx="161">
                        <c:v>87.154726033333333</c:v>
                      </c:pt>
                      <c:pt idx="162">
                        <c:v>85.079397317777776</c:v>
                      </c:pt>
                      <c:pt idx="163">
                        <c:v>98.058105637777771</c:v>
                      </c:pt>
                      <c:pt idx="164">
                        <c:v>108.83328012888889</c:v>
                      </c:pt>
                      <c:pt idx="165">
                        <c:v>121.65460482222223</c:v>
                      </c:pt>
                      <c:pt idx="166">
                        <c:v>119.62472758666667</c:v>
                      </c:pt>
                      <c:pt idx="167">
                        <c:v>100.53076274</c:v>
                      </c:pt>
                      <c:pt idx="168">
                        <c:v>71.159757277777771</c:v>
                      </c:pt>
                      <c:pt idx="169">
                        <c:v>44.107736673333335</c:v>
                      </c:pt>
                      <c:pt idx="170">
                        <c:v>26.62364058888889</c:v>
                      </c:pt>
                      <c:pt idx="171">
                        <c:v>17.333222817777777</c:v>
                      </c:pt>
                      <c:pt idx="172">
                        <c:v>14.118394493333334</c:v>
                      </c:pt>
                      <c:pt idx="173">
                        <c:v>18.339855964444446</c:v>
                      </c:pt>
                      <c:pt idx="174">
                        <c:v>38.842611264444443</c:v>
                      </c:pt>
                      <c:pt idx="175">
                        <c:v>54.788997973333331</c:v>
                      </c:pt>
                      <c:pt idx="176">
                        <c:v>66.404427044444446</c:v>
                      </c:pt>
                      <c:pt idx="177">
                        <c:v>74.047956015555556</c:v>
                      </c:pt>
                      <c:pt idx="178">
                        <c:v>77.682011266666663</c:v>
                      </c:pt>
                      <c:pt idx="179">
                        <c:v>83.367572908888889</c:v>
                      </c:pt>
                      <c:pt idx="180">
                        <c:v>89.434730406666674</c:v>
                      </c:pt>
                      <c:pt idx="181">
                        <c:v>99.039073748888896</c:v>
                      </c:pt>
                      <c:pt idx="182">
                        <c:v>98.398364333333333</c:v>
                      </c:pt>
                      <c:pt idx="183">
                        <c:v>92.864818908888893</c:v>
                      </c:pt>
                      <c:pt idx="184">
                        <c:v>87.526665288888893</c:v>
                      </c:pt>
                      <c:pt idx="185">
                        <c:v>87.63144446222222</c:v>
                      </c:pt>
                      <c:pt idx="186">
                        <c:v>87.338885559999994</c:v>
                      </c:pt>
                      <c:pt idx="187">
                        <c:v>101.59817099777777</c:v>
                      </c:pt>
                      <c:pt idx="188">
                        <c:v>111.15312050444444</c:v>
                      </c:pt>
                      <c:pt idx="189">
                        <c:v>123.04781405111112</c:v>
                      </c:pt>
                      <c:pt idx="190">
                        <c:v>122.55612406666667</c:v>
                      </c:pt>
                      <c:pt idx="191">
                        <c:v>107.24408148444445</c:v>
                      </c:pt>
                      <c:pt idx="192">
                        <c:v>80.836220562222223</c:v>
                      </c:pt>
                      <c:pt idx="193">
                        <c:v>53.214376886666663</c:v>
                      </c:pt>
                      <c:pt idx="194">
                        <c:v>32.426702675555553</c:v>
                      </c:pt>
                      <c:pt idx="195">
                        <c:v>21.045222384444443</c:v>
                      </c:pt>
                      <c:pt idx="196">
                        <c:v>15.801697595555556</c:v>
                      </c:pt>
                      <c:pt idx="197">
                        <c:v>18.129206366666665</c:v>
                      </c:pt>
                      <c:pt idx="198">
                        <c:v>34.980278666666663</c:v>
                      </c:pt>
                      <c:pt idx="199">
                        <c:v>48.49994664222222</c:v>
                      </c:pt>
                      <c:pt idx="200">
                        <c:v>61.302305142222224</c:v>
                      </c:pt>
                      <c:pt idx="201">
                        <c:v>71.602000751111106</c:v>
                      </c:pt>
                      <c:pt idx="202">
                        <c:v>81.480151882222216</c:v>
                      </c:pt>
                      <c:pt idx="203">
                        <c:v>90.448807535555559</c:v>
                      </c:pt>
                      <c:pt idx="204">
                        <c:v>91.853473115555559</c:v>
                      </c:pt>
                      <c:pt idx="205">
                        <c:v>95.141687360000006</c:v>
                      </c:pt>
                      <c:pt idx="206">
                        <c:v>110.03373435555555</c:v>
                      </c:pt>
                      <c:pt idx="207">
                        <c:v>101.67010584444445</c:v>
                      </c:pt>
                      <c:pt idx="208">
                        <c:v>91.374740937777773</c:v>
                      </c:pt>
                      <c:pt idx="209">
                        <c:v>90.953186466666665</c:v>
                      </c:pt>
                      <c:pt idx="210">
                        <c:v>89.268296057777775</c:v>
                      </c:pt>
                      <c:pt idx="211">
                        <c:v>103.53735096666666</c:v>
                      </c:pt>
                      <c:pt idx="212">
                        <c:v>114.79941407777778</c:v>
                      </c:pt>
                      <c:pt idx="213">
                        <c:v>126.67605615777778</c:v>
                      </c:pt>
                      <c:pt idx="214">
                        <c:v>126.35558122888889</c:v>
                      </c:pt>
                      <c:pt idx="215">
                        <c:v>109.45246566</c:v>
                      </c:pt>
                      <c:pt idx="216">
                        <c:v>81.668019991111109</c:v>
                      </c:pt>
                      <c:pt idx="217">
                        <c:v>53.153147275555554</c:v>
                      </c:pt>
                      <c:pt idx="218">
                        <c:v>32.915278677777778</c:v>
                      </c:pt>
                      <c:pt idx="219">
                        <c:v>20.667360797777778</c:v>
                      </c:pt>
                      <c:pt idx="220">
                        <c:v>15.527166948888889</c:v>
                      </c:pt>
                      <c:pt idx="221">
                        <c:v>18.20621672888889</c:v>
                      </c:pt>
                      <c:pt idx="222">
                        <c:v>36.546312928888888</c:v>
                      </c:pt>
                      <c:pt idx="223">
                        <c:v>51.267387173333333</c:v>
                      </c:pt>
                      <c:pt idx="224">
                        <c:v>62.794932028888887</c:v>
                      </c:pt>
                      <c:pt idx="225">
                        <c:v>70.437113944444448</c:v>
                      </c:pt>
                      <c:pt idx="226">
                        <c:v>77.302925713333337</c:v>
                      </c:pt>
                      <c:pt idx="227">
                        <c:v>84.813166384444443</c:v>
                      </c:pt>
                      <c:pt idx="228">
                        <c:v>89.524986611111117</c:v>
                      </c:pt>
                      <c:pt idx="229">
                        <c:v>99.886858471111111</c:v>
                      </c:pt>
                      <c:pt idx="230">
                        <c:v>102.89149029555556</c:v>
                      </c:pt>
                      <c:pt idx="231">
                        <c:v>96.696871928888882</c:v>
                      </c:pt>
                      <c:pt idx="232">
                        <c:v>88.310145246666664</c:v>
                      </c:pt>
                      <c:pt idx="233">
                        <c:v>88.971872711111118</c:v>
                      </c:pt>
                      <c:pt idx="234">
                        <c:v>88.568711699999994</c:v>
                      </c:pt>
                      <c:pt idx="235">
                        <c:v>101.45519392666667</c:v>
                      </c:pt>
                      <c:pt idx="236">
                        <c:v>114.29633584444444</c:v>
                      </c:pt>
                      <c:pt idx="237">
                        <c:v>126.77528696888889</c:v>
                      </c:pt>
                      <c:pt idx="238">
                        <c:v>121.90023561111111</c:v>
                      </c:pt>
                      <c:pt idx="239">
                        <c:v>101.60637734888888</c:v>
                      </c:pt>
                      <c:pt idx="240">
                        <c:v>71.805477928888891</c:v>
                      </c:pt>
                      <c:pt idx="241">
                        <c:v>44.539187220000002</c:v>
                      </c:pt>
                      <c:pt idx="242">
                        <c:v>26.884585084444446</c:v>
                      </c:pt>
                      <c:pt idx="243">
                        <c:v>17.59983301777778</c:v>
                      </c:pt>
                      <c:pt idx="244">
                        <c:v>14.271419304444445</c:v>
                      </c:pt>
                      <c:pt idx="245">
                        <c:v>17.886067873333332</c:v>
                      </c:pt>
                      <c:pt idx="246">
                        <c:v>36.916181242222223</c:v>
                      </c:pt>
                      <c:pt idx="247">
                        <c:v>51.163191633333334</c:v>
                      </c:pt>
                      <c:pt idx="248">
                        <c:v>61.997472153333334</c:v>
                      </c:pt>
                      <c:pt idx="249">
                        <c:v>66.330314315555555</c:v>
                      </c:pt>
                      <c:pt idx="250">
                        <c:v>71.516139071111112</c:v>
                      </c:pt>
                      <c:pt idx="251">
                        <c:v>79.217729455555556</c:v>
                      </c:pt>
                      <c:pt idx="252">
                        <c:v>85.065731268888882</c:v>
                      </c:pt>
                      <c:pt idx="253">
                        <c:v>94.786898593333333</c:v>
                      </c:pt>
                      <c:pt idx="254">
                        <c:v>94.517048982222221</c:v>
                      </c:pt>
                      <c:pt idx="255">
                        <c:v>89.959933140000004</c:v>
                      </c:pt>
                      <c:pt idx="256">
                        <c:v>86.268280082222219</c:v>
                      </c:pt>
                      <c:pt idx="257">
                        <c:v>90.185806277777772</c:v>
                      </c:pt>
                      <c:pt idx="258">
                        <c:v>89.77419854</c:v>
                      </c:pt>
                      <c:pt idx="259">
                        <c:v>101.47316427333334</c:v>
                      </c:pt>
                      <c:pt idx="260">
                        <c:v>112.5040419</c:v>
                      </c:pt>
                      <c:pt idx="261">
                        <c:v>123.33506366666667</c:v>
                      </c:pt>
                      <c:pt idx="262">
                        <c:v>119.65180492888889</c:v>
                      </c:pt>
                      <c:pt idx="263">
                        <c:v>97.68166884888889</c:v>
                      </c:pt>
                      <c:pt idx="264">
                        <c:v>70.419135920000002</c:v>
                      </c:pt>
                      <c:pt idx="265">
                        <c:v>43.318245615555554</c:v>
                      </c:pt>
                      <c:pt idx="266">
                        <c:v>25.888105486666667</c:v>
                      </c:pt>
                      <c:pt idx="267">
                        <c:v>17.061748277777777</c:v>
                      </c:pt>
                      <c:pt idx="268">
                        <c:v>13.608882966666666</c:v>
                      </c:pt>
                      <c:pt idx="269">
                        <c:v>17.841624268888889</c:v>
                      </c:pt>
                      <c:pt idx="270">
                        <c:v>38.51640822666667</c:v>
                      </c:pt>
                      <c:pt idx="271">
                        <c:v>52.947358444444447</c:v>
                      </c:pt>
                      <c:pt idx="272">
                        <c:v>62.542125031111112</c:v>
                      </c:pt>
                      <c:pt idx="273">
                        <c:v>67.260723222222225</c:v>
                      </c:pt>
                      <c:pt idx="274">
                        <c:v>72.959419106666672</c:v>
                      </c:pt>
                      <c:pt idx="275">
                        <c:v>80.988736977777776</c:v>
                      </c:pt>
                      <c:pt idx="276">
                        <c:v>86.552719986666673</c:v>
                      </c:pt>
                      <c:pt idx="277">
                        <c:v>96.10969445111111</c:v>
                      </c:pt>
                      <c:pt idx="278">
                        <c:v>94.769114537777781</c:v>
                      </c:pt>
                      <c:pt idx="279">
                        <c:v>90.267654717777773</c:v>
                      </c:pt>
                      <c:pt idx="280">
                        <c:v>86.949963593333337</c:v>
                      </c:pt>
                      <c:pt idx="281">
                        <c:v>88.927758606666671</c:v>
                      </c:pt>
                      <c:pt idx="282">
                        <c:v>88.353663053333335</c:v>
                      </c:pt>
                      <c:pt idx="283">
                        <c:v>102.57814761333333</c:v>
                      </c:pt>
                      <c:pt idx="284">
                        <c:v>114.17413296444444</c:v>
                      </c:pt>
                      <c:pt idx="285">
                        <c:v>124.73817196444445</c:v>
                      </c:pt>
                      <c:pt idx="286">
                        <c:v>118.66842494444444</c:v>
                      </c:pt>
                      <c:pt idx="287">
                        <c:v>97.494331686666669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5-4CCE-4206-81AF-7668647A5ABE}"/>
                  </c:ext>
                </c:extLst>
              </c15:ser>
            </c15:filteredLineSeries>
            <c15:filteredLineSeries>
              <c15:ser>
                <c:idx val="18"/>
                <c:order val="1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12-10-2026'!$T$1</c15:sqref>
                        </c15:formulaRef>
                      </c:ext>
                    </c:extLst>
                    <c:strCache>
                      <c:ptCount val="1"/>
                      <c:pt idx="0">
                        <c:v>OUG-DGW2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12-10-2026'!$T$2:$T$289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6.4217460711111114</c:v>
                      </c:pt>
                      <c:pt idx="1">
                        <c:v>4.0540969799999997</c:v>
                      </c:pt>
                      <c:pt idx="2">
                        <c:v>2.606160108888889</c:v>
                      </c:pt>
                      <c:pt idx="3">
                        <c:v>1.8585286444444444</c:v>
                      </c:pt>
                      <c:pt idx="4">
                        <c:v>1.6096889733333333</c:v>
                      </c:pt>
                      <c:pt idx="5">
                        <c:v>2.3362894622222221</c:v>
                      </c:pt>
                      <c:pt idx="6">
                        <c:v>4.5318252266666663</c:v>
                      </c:pt>
                      <c:pt idx="7">
                        <c:v>5.8489209955555559</c:v>
                      </c:pt>
                      <c:pt idx="8">
                        <c:v>6.0224772022222224</c:v>
                      </c:pt>
                      <c:pt idx="9">
                        <c:v>5.7167386822222221</c:v>
                      </c:pt>
                      <c:pt idx="10">
                        <c:v>5.7402639000000004</c:v>
                      </c:pt>
                      <c:pt idx="11">
                        <c:v>6.1555530288888889</c:v>
                      </c:pt>
                      <c:pt idx="12">
                        <c:v>6.9428073622222222</c:v>
                      </c:pt>
                      <c:pt idx="13">
                        <c:v>7.9659647511111107</c:v>
                      </c:pt>
                      <c:pt idx="14">
                        <c:v>8.3981755333333332</c:v>
                      </c:pt>
                      <c:pt idx="15">
                        <c:v>8.1867047377777773</c:v>
                      </c:pt>
                      <c:pt idx="16">
                        <c:v>7.0978523288888891</c:v>
                      </c:pt>
                      <c:pt idx="17">
                        <c:v>6.3348940977777781</c:v>
                      </c:pt>
                      <c:pt idx="18">
                        <c:v>6.3697947466666669</c:v>
                      </c:pt>
                      <c:pt idx="19">
                        <c:v>7.1220391111111114</c:v>
                      </c:pt>
                      <c:pt idx="20">
                        <c:v>7.749892766666667</c:v>
                      </c:pt>
                      <c:pt idx="21">
                        <c:v>8.9066505888888887</c:v>
                      </c:pt>
                      <c:pt idx="22">
                        <c:v>9.5723373088888888</c:v>
                      </c:pt>
                      <c:pt idx="23">
                        <c:v>8.8988826022222227</c:v>
                      </c:pt>
                      <c:pt idx="24">
                        <c:v>6.9699455244444444</c:v>
                      </c:pt>
                      <c:pt idx="25">
                        <c:v>4.7867379866666671</c:v>
                      </c:pt>
                      <c:pt idx="26">
                        <c:v>3.0485451066666664</c:v>
                      </c:pt>
                      <c:pt idx="27">
                        <c:v>2.0955502199999998</c:v>
                      </c:pt>
                      <c:pt idx="28">
                        <c:v>1.6995432622222222</c:v>
                      </c:pt>
                      <c:pt idx="29">
                        <c:v>2.2090950355555554</c:v>
                      </c:pt>
                      <c:pt idx="30">
                        <c:v>4.1408264311111109</c:v>
                      </c:pt>
                      <c:pt idx="31">
                        <c:v>5.5672479244444446</c:v>
                      </c:pt>
                      <c:pt idx="32">
                        <c:v>6.2970511866666667</c:v>
                      </c:pt>
                      <c:pt idx="33">
                        <c:v>6.5228353422222218</c:v>
                      </c:pt>
                      <c:pt idx="34">
                        <c:v>6.5615170933333333</c:v>
                      </c:pt>
                      <c:pt idx="35">
                        <c:v>7.2056031111111114</c:v>
                      </c:pt>
                      <c:pt idx="36">
                        <c:v>7.9567133977777775</c:v>
                      </c:pt>
                      <c:pt idx="37">
                        <c:v>8.5417565466666669</c:v>
                      </c:pt>
                      <c:pt idx="38">
                        <c:v>9.3490991999999995</c:v>
                      </c:pt>
                      <c:pt idx="39">
                        <c:v>8.9456585377777778</c:v>
                      </c:pt>
                      <c:pt idx="40">
                        <c:v>7.5671239666666663</c:v>
                      </c:pt>
                      <c:pt idx="41">
                        <c:v>6.7314625577777774</c:v>
                      </c:pt>
                      <c:pt idx="42">
                        <c:v>6.6680808022222227</c:v>
                      </c:pt>
                      <c:pt idx="43">
                        <c:v>7.430429728888889</c:v>
                      </c:pt>
                      <c:pt idx="44">
                        <c:v>8.1145538088888891</c:v>
                      </c:pt>
                      <c:pt idx="45">
                        <c:v>9.1602434511111106</c:v>
                      </c:pt>
                      <c:pt idx="46">
                        <c:v>9.7753836911111112</c:v>
                      </c:pt>
                      <c:pt idx="47">
                        <c:v>9.116846653333333</c:v>
                      </c:pt>
                      <c:pt idx="48">
                        <c:v>7.0685953622222222</c:v>
                      </c:pt>
                      <c:pt idx="49">
                        <c:v>4.7848925555555555</c:v>
                      </c:pt>
                      <c:pt idx="50">
                        <c:v>3.0465486488888889</c:v>
                      </c:pt>
                      <c:pt idx="51">
                        <c:v>2.1426313666666665</c:v>
                      </c:pt>
                      <c:pt idx="52">
                        <c:v>1.79835744</c:v>
                      </c:pt>
                      <c:pt idx="53">
                        <c:v>2.3959932022222223</c:v>
                      </c:pt>
                      <c:pt idx="54">
                        <c:v>4.4189133511111107</c:v>
                      </c:pt>
                      <c:pt idx="55">
                        <c:v>5.7590986866666665</c:v>
                      </c:pt>
                      <c:pt idx="56">
                        <c:v>6.3843514377777781</c:v>
                      </c:pt>
                      <c:pt idx="57">
                        <c:v>6.1541308444444445</c:v>
                      </c:pt>
                      <c:pt idx="58">
                        <c:v>6.1223560911111115</c:v>
                      </c:pt>
                      <c:pt idx="59">
                        <c:v>6.5698808688888892</c:v>
                      </c:pt>
                      <c:pt idx="60">
                        <c:v>7.2198029955555558</c:v>
                      </c:pt>
                      <c:pt idx="61">
                        <c:v>8.337159695555556</c:v>
                      </c:pt>
                      <c:pt idx="62">
                        <c:v>8.9328752288888893</c:v>
                      </c:pt>
                      <c:pt idx="63">
                        <c:v>8.5968022511111108</c:v>
                      </c:pt>
                      <c:pt idx="64">
                        <c:v>7.2910801733333335</c:v>
                      </c:pt>
                      <c:pt idx="65">
                        <c:v>6.4657695488888889</c:v>
                      </c:pt>
                      <c:pt idx="66">
                        <c:v>6.2850072422222221</c:v>
                      </c:pt>
                      <c:pt idx="67">
                        <c:v>7.0113062355555558</c:v>
                      </c:pt>
                      <c:pt idx="68">
                        <c:v>7.8071425288888889</c:v>
                      </c:pt>
                      <c:pt idx="69">
                        <c:v>8.9322261755555559</c:v>
                      </c:pt>
                      <c:pt idx="70">
                        <c:v>9.4613273088888885</c:v>
                      </c:pt>
                      <c:pt idx="71">
                        <c:v>8.6427975000000004</c:v>
                      </c:pt>
                      <c:pt idx="72">
                        <c:v>6.4666481200000003</c:v>
                      </c:pt>
                      <c:pt idx="73">
                        <c:v>4.1538399777777775</c:v>
                      </c:pt>
                      <c:pt idx="74">
                        <c:v>2.6303306133333333</c:v>
                      </c:pt>
                      <c:pt idx="75">
                        <c:v>1.7942290555555556</c:v>
                      </c:pt>
                      <c:pt idx="76">
                        <c:v>1.5808927555555556</c:v>
                      </c:pt>
                      <c:pt idx="77">
                        <c:v>2.2611092955555554</c:v>
                      </c:pt>
                      <c:pt idx="78">
                        <c:v>4.416881786666667</c:v>
                      </c:pt>
                      <c:pt idx="79">
                        <c:v>5.5959988355555552</c:v>
                      </c:pt>
                      <c:pt idx="80">
                        <c:v>5.8301764333333335</c:v>
                      </c:pt>
                      <c:pt idx="81">
                        <c:v>5.5743055222222226</c:v>
                      </c:pt>
                      <c:pt idx="82">
                        <c:v>5.5289023266666666</c:v>
                      </c:pt>
                      <c:pt idx="83">
                        <c:v>5.8949009244444444</c:v>
                      </c:pt>
                      <c:pt idx="84">
                        <c:v>6.7642977399999999</c:v>
                      </c:pt>
                      <c:pt idx="85">
                        <c:v>7.6249833466666663</c:v>
                      </c:pt>
                      <c:pt idx="86">
                        <c:v>7.9538503533333333</c:v>
                      </c:pt>
                      <c:pt idx="87">
                        <c:v>7.7420245222222226</c:v>
                      </c:pt>
                      <c:pt idx="88">
                        <c:v>6.8484026955555555</c:v>
                      </c:pt>
                      <c:pt idx="89">
                        <c:v>6.16874418</c:v>
                      </c:pt>
                      <c:pt idx="90">
                        <c:v>6.1640764600000004</c:v>
                      </c:pt>
                      <c:pt idx="91">
                        <c:v>6.9157429666666665</c:v>
                      </c:pt>
                      <c:pt idx="92">
                        <c:v>7.7237468311111108</c:v>
                      </c:pt>
                      <c:pt idx="93">
                        <c:v>8.9676851822222226</c:v>
                      </c:pt>
                      <c:pt idx="94">
                        <c:v>9.4483054711111105</c:v>
                      </c:pt>
                      <c:pt idx="95">
                        <c:v>8.3713248066666672</c:v>
                      </c:pt>
                      <c:pt idx="96">
                        <c:v>6.0054571155555552</c:v>
                      </c:pt>
                      <c:pt idx="97">
                        <c:v>3.8187942466666667</c:v>
                      </c:pt>
                      <c:pt idx="98">
                        <c:v>2.3864823400000001</c:v>
                      </c:pt>
                      <c:pt idx="99">
                        <c:v>1.675594</c:v>
                      </c:pt>
                      <c:pt idx="100">
                        <c:v>1.4852061599999999</c:v>
                      </c:pt>
                      <c:pt idx="101">
                        <c:v>2.2205708333333334</c:v>
                      </c:pt>
                      <c:pt idx="102">
                        <c:v>4.3972435577777782</c:v>
                      </c:pt>
                      <c:pt idx="103">
                        <c:v>5.5846237511111108</c:v>
                      </c:pt>
                      <c:pt idx="104">
                        <c:v>5.7923887222222223</c:v>
                      </c:pt>
                      <c:pt idx="105">
                        <c:v>5.4867381466666663</c:v>
                      </c:pt>
                      <c:pt idx="106">
                        <c:v>5.461361615555556</c:v>
                      </c:pt>
                      <c:pt idx="107">
                        <c:v>5.9755307288888888</c:v>
                      </c:pt>
                      <c:pt idx="108">
                        <c:v>6.8127272066666666</c:v>
                      </c:pt>
                      <c:pt idx="109">
                        <c:v>7.7214392199999997</c:v>
                      </c:pt>
                      <c:pt idx="110">
                        <c:v>8.0581849266666659</c:v>
                      </c:pt>
                      <c:pt idx="111">
                        <c:v>7.6338229777777782</c:v>
                      </c:pt>
                      <c:pt idx="112">
                        <c:v>6.7656631955555557</c:v>
                      </c:pt>
                      <c:pt idx="113">
                        <c:v>6.1272217933333337</c:v>
                      </c:pt>
                      <c:pt idx="114">
                        <c:v>6.1918334311111112</c:v>
                      </c:pt>
                      <c:pt idx="115">
                        <c:v>6.9089424244444446</c:v>
                      </c:pt>
                      <c:pt idx="116">
                        <c:v>7.7945813688888892</c:v>
                      </c:pt>
                      <c:pt idx="117">
                        <c:v>8.922587502222223</c:v>
                      </c:pt>
                      <c:pt idx="118">
                        <c:v>9.502117682222222</c:v>
                      </c:pt>
                      <c:pt idx="119">
                        <c:v>8.4215476466666672</c:v>
                      </c:pt>
                      <c:pt idx="120">
                        <c:v>6.0063507266666667</c:v>
                      </c:pt>
                      <c:pt idx="121">
                        <c:v>3.8375652800000002</c:v>
                      </c:pt>
                      <c:pt idx="122">
                        <c:v>2.3720625111111113</c:v>
                      </c:pt>
                      <c:pt idx="123">
                        <c:v>1.664022828888889</c:v>
                      </c:pt>
                      <c:pt idx="124">
                        <c:v>1.4814142422222223</c:v>
                      </c:pt>
                      <c:pt idx="125">
                        <c:v>2.1508541088888888</c:v>
                      </c:pt>
                      <c:pt idx="126">
                        <c:v>4.3866433066666666</c:v>
                      </c:pt>
                      <c:pt idx="127">
                        <c:v>5.6476040177777778</c:v>
                      </c:pt>
                      <c:pt idx="128">
                        <c:v>5.8138270377777781</c:v>
                      </c:pt>
                      <c:pt idx="129">
                        <c:v>5.5351726577777773</c:v>
                      </c:pt>
                      <c:pt idx="130">
                        <c:v>5.554638131111111</c:v>
                      </c:pt>
                      <c:pt idx="131">
                        <c:v>5.9989463088888888</c:v>
                      </c:pt>
                      <c:pt idx="132">
                        <c:v>6.9025845044444445</c:v>
                      </c:pt>
                      <c:pt idx="133">
                        <c:v>8.0664296266666664</c:v>
                      </c:pt>
                      <c:pt idx="134">
                        <c:v>8.4554096777777783</c:v>
                      </c:pt>
                      <c:pt idx="135">
                        <c:v>8.0911919688888894</c:v>
                      </c:pt>
                      <c:pt idx="136">
                        <c:v>6.9071039577777782</c:v>
                      </c:pt>
                      <c:pt idx="137">
                        <c:v>6.1959689555555553</c:v>
                      </c:pt>
                      <c:pt idx="138">
                        <c:v>6.4527470888888887</c:v>
                      </c:pt>
                      <c:pt idx="139">
                        <c:v>7.2956902377777775</c:v>
                      </c:pt>
                      <c:pt idx="140">
                        <c:v>7.7791280599999997</c:v>
                      </c:pt>
                      <c:pt idx="141">
                        <c:v>8.9377879666666669</c:v>
                      </c:pt>
                      <c:pt idx="142">
                        <c:v>9.4536398488888889</c:v>
                      </c:pt>
                      <c:pt idx="143">
                        <c:v>8.3914851288888883</c:v>
                      </c:pt>
                      <c:pt idx="144">
                        <c:v>6.1325659733333335</c:v>
                      </c:pt>
                      <c:pt idx="145">
                        <c:v>3.882458511111111</c:v>
                      </c:pt>
                      <c:pt idx="146">
                        <c:v>2.5399253466666667</c:v>
                      </c:pt>
                      <c:pt idx="147">
                        <c:v>1.756126968888889</c:v>
                      </c:pt>
                      <c:pt idx="148">
                        <c:v>1.5097423311111111</c:v>
                      </c:pt>
                      <c:pt idx="149">
                        <c:v>2.2090306399999999</c:v>
                      </c:pt>
                      <c:pt idx="150">
                        <c:v>4.4530796777777777</c:v>
                      </c:pt>
                      <c:pt idx="151">
                        <c:v>5.6560403977777778</c:v>
                      </c:pt>
                      <c:pt idx="152">
                        <c:v>5.8342247666666669</c:v>
                      </c:pt>
                      <c:pt idx="153">
                        <c:v>5.6325037066666663</c:v>
                      </c:pt>
                      <c:pt idx="154">
                        <c:v>5.5460206066666666</c:v>
                      </c:pt>
                      <c:pt idx="155">
                        <c:v>6.0052584755555554</c:v>
                      </c:pt>
                      <c:pt idx="156">
                        <c:v>6.8229169533333334</c:v>
                      </c:pt>
                      <c:pt idx="157">
                        <c:v>7.743143782222222</c:v>
                      </c:pt>
                      <c:pt idx="158">
                        <c:v>8.0946922177777783</c:v>
                      </c:pt>
                      <c:pt idx="159">
                        <c:v>7.7599514444444448</c:v>
                      </c:pt>
                      <c:pt idx="160">
                        <c:v>6.9570594222222226</c:v>
                      </c:pt>
                      <c:pt idx="161">
                        <c:v>6.260577675555556</c:v>
                      </c:pt>
                      <c:pt idx="162">
                        <c:v>6.2603607377777779</c:v>
                      </c:pt>
                      <c:pt idx="163">
                        <c:v>6.8894365200000003</c:v>
                      </c:pt>
                      <c:pt idx="164">
                        <c:v>7.76856934</c:v>
                      </c:pt>
                      <c:pt idx="165">
                        <c:v>8.909616477777778</c:v>
                      </c:pt>
                      <c:pt idx="166">
                        <c:v>9.459167104444445</c:v>
                      </c:pt>
                      <c:pt idx="167">
                        <c:v>8.2888782488888886</c:v>
                      </c:pt>
                      <c:pt idx="168">
                        <c:v>5.9969300933333329</c:v>
                      </c:pt>
                      <c:pt idx="169">
                        <c:v>3.8550504999999999</c:v>
                      </c:pt>
                      <c:pt idx="170">
                        <c:v>2.5287605933333333</c:v>
                      </c:pt>
                      <c:pt idx="171">
                        <c:v>1.7318796911111112</c:v>
                      </c:pt>
                      <c:pt idx="172">
                        <c:v>1.55205354</c:v>
                      </c:pt>
                      <c:pt idx="173">
                        <c:v>2.2640025000000001</c:v>
                      </c:pt>
                      <c:pt idx="174">
                        <c:v>4.6491538088888893</c:v>
                      </c:pt>
                      <c:pt idx="175">
                        <c:v>5.9558194177777777</c:v>
                      </c:pt>
                      <c:pt idx="176">
                        <c:v>6.2369327200000004</c:v>
                      </c:pt>
                      <c:pt idx="177">
                        <c:v>5.9604220844444447</c:v>
                      </c:pt>
                      <c:pt idx="178">
                        <c:v>5.718234291111111</c:v>
                      </c:pt>
                      <c:pt idx="179">
                        <c:v>6.0818252555555556</c:v>
                      </c:pt>
                      <c:pt idx="180">
                        <c:v>7.019686377777778</c:v>
                      </c:pt>
                      <c:pt idx="181">
                        <c:v>8.0535277844444444</c:v>
                      </c:pt>
                      <c:pt idx="182">
                        <c:v>8.3586126066666662</c:v>
                      </c:pt>
                      <c:pt idx="183">
                        <c:v>7.9914974155555552</c:v>
                      </c:pt>
                      <c:pt idx="184">
                        <c:v>6.951687317777778</c:v>
                      </c:pt>
                      <c:pt idx="185">
                        <c:v>6.2955761488888893</c:v>
                      </c:pt>
                      <c:pt idx="186">
                        <c:v>6.4091892444444447</c:v>
                      </c:pt>
                      <c:pt idx="187">
                        <c:v>7.2013129111111107</c:v>
                      </c:pt>
                      <c:pt idx="188">
                        <c:v>7.9642447422222222</c:v>
                      </c:pt>
                      <c:pt idx="189">
                        <c:v>9.039235504444445</c:v>
                      </c:pt>
                      <c:pt idx="190">
                        <c:v>9.6337623222222231</c:v>
                      </c:pt>
                      <c:pt idx="191">
                        <c:v>8.8192242066666662</c:v>
                      </c:pt>
                      <c:pt idx="192">
                        <c:v>6.7787863777777781</c:v>
                      </c:pt>
                      <c:pt idx="193">
                        <c:v>4.5053144555555553</c:v>
                      </c:pt>
                      <c:pt idx="194">
                        <c:v>2.8645914666666665</c:v>
                      </c:pt>
                      <c:pt idx="195">
                        <c:v>2.0176522355555555</c:v>
                      </c:pt>
                      <c:pt idx="196">
                        <c:v>1.6150253888888888</c:v>
                      </c:pt>
                      <c:pt idx="197">
                        <c:v>2.1578671200000001</c:v>
                      </c:pt>
                      <c:pt idx="198">
                        <c:v>4.1252926555555556</c:v>
                      </c:pt>
                      <c:pt idx="199">
                        <c:v>5.4828709199999999</c:v>
                      </c:pt>
                      <c:pt idx="200">
                        <c:v>6.3483215444444445</c:v>
                      </c:pt>
                      <c:pt idx="201">
                        <c:v>6.4596165177777776</c:v>
                      </c:pt>
                      <c:pt idx="202">
                        <c:v>6.5881095399999996</c:v>
                      </c:pt>
                      <c:pt idx="203">
                        <c:v>7.1876037711111112</c:v>
                      </c:pt>
                      <c:pt idx="204">
                        <c:v>7.8808676644444446</c:v>
                      </c:pt>
                      <c:pt idx="205">
                        <c:v>8.4952128466666661</c:v>
                      </c:pt>
                      <c:pt idx="206">
                        <c:v>9.3059444800000009</c:v>
                      </c:pt>
                      <c:pt idx="207">
                        <c:v>8.7782626422222219</c:v>
                      </c:pt>
                      <c:pt idx="208">
                        <c:v>7.5110318844444448</c:v>
                      </c:pt>
                      <c:pt idx="209">
                        <c:v>6.6959484755555554</c:v>
                      </c:pt>
                      <c:pt idx="210">
                        <c:v>6.7137264844444449</c:v>
                      </c:pt>
                      <c:pt idx="211">
                        <c:v>7.470805137777778</c:v>
                      </c:pt>
                      <c:pt idx="212">
                        <c:v>8.267376173333334</c:v>
                      </c:pt>
                      <c:pt idx="213">
                        <c:v>9.2899642111111103</c:v>
                      </c:pt>
                      <c:pt idx="214">
                        <c:v>9.8018449000000007</c:v>
                      </c:pt>
                      <c:pt idx="215">
                        <c:v>8.913583128888888</c:v>
                      </c:pt>
                      <c:pt idx="216">
                        <c:v>6.8489589066666667</c:v>
                      </c:pt>
                      <c:pt idx="217">
                        <c:v>4.4964812288888885</c:v>
                      </c:pt>
                      <c:pt idx="218">
                        <c:v>2.8892299622222222</c:v>
                      </c:pt>
                      <c:pt idx="219">
                        <c:v>2.0004851933333332</c:v>
                      </c:pt>
                      <c:pt idx="220">
                        <c:v>1.6511574133333333</c:v>
                      </c:pt>
                      <c:pt idx="221">
                        <c:v>2.1981246533333332</c:v>
                      </c:pt>
                      <c:pt idx="222">
                        <c:v>4.3206997088888892</c:v>
                      </c:pt>
                      <c:pt idx="223">
                        <c:v>5.7501144311111112</c:v>
                      </c:pt>
                      <c:pt idx="224">
                        <c:v>6.2630174533333332</c:v>
                      </c:pt>
                      <c:pt idx="225">
                        <c:v>6.2307750177777779</c:v>
                      </c:pt>
                      <c:pt idx="226">
                        <c:v>6.1258418644444443</c:v>
                      </c:pt>
                      <c:pt idx="227">
                        <c:v>6.3910041688888892</c:v>
                      </c:pt>
                      <c:pt idx="228">
                        <c:v>7.1675354066666666</c:v>
                      </c:pt>
                      <c:pt idx="229">
                        <c:v>8.1886770688888895</c:v>
                      </c:pt>
                      <c:pt idx="230">
                        <c:v>8.6498879955555559</c:v>
                      </c:pt>
                      <c:pt idx="231">
                        <c:v>8.406160357777777</c:v>
                      </c:pt>
                      <c:pt idx="232">
                        <c:v>7.1223174800000004</c:v>
                      </c:pt>
                      <c:pt idx="233">
                        <c:v>6.4236794266666664</c:v>
                      </c:pt>
                      <c:pt idx="234">
                        <c:v>6.4935446288888885</c:v>
                      </c:pt>
                      <c:pt idx="235">
                        <c:v>7.2571734799999996</c:v>
                      </c:pt>
                      <c:pt idx="236">
                        <c:v>8.1036060955555556</c:v>
                      </c:pt>
                      <c:pt idx="237">
                        <c:v>9.1640907977777779</c:v>
                      </c:pt>
                      <c:pt idx="238">
                        <c:v>9.6859267444444441</c:v>
                      </c:pt>
                      <c:pt idx="239">
                        <c:v>8.4007929000000008</c:v>
                      </c:pt>
                      <c:pt idx="240">
                        <c:v>5.9820442244444445</c:v>
                      </c:pt>
                      <c:pt idx="241">
                        <c:v>3.7852308488888888</c:v>
                      </c:pt>
                      <c:pt idx="242">
                        <c:v>2.4497499688888889</c:v>
                      </c:pt>
                      <c:pt idx="243">
                        <c:v>1.7275890866666668</c:v>
                      </c:pt>
                      <c:pt idx="244">
                        <c:v>1.5351026577777778</c:v>
                      </c:pt>
                      <c:pt idx="245">
                        <c:v>2.1795135155555556</c:v>
                      </c:pt>
                      <c:pt idx="246">
                        <c:v>4.4190562933333331</c:v>
                      </c:pt>
                      <c:pt idx="247">
                        <c:v>5.6190543555555559</c:v>
                      </c:pt>
                      <c:pt idx="248">
                        <c:v>5.9146234711111108</c:v>
                      </c:pt>
                      <c:pt idx="249">
                        <c:v>5.6061372377777774</c:v>
                      </c:pt>
                      <c:pt idx="250">
                        <c:v>5.4573730933333335</c:v>
                      </c:pt>
                      <c:pt idx="251">
                        <c:v>5.8275633444444441</c:v>
                      </c:pt>
                      <c:pt idx="252">
                        <c:v>6.687962793333333</c:v>
                      </c:pt>
                      <c:pt idx="253">
                        <c:v>7.5730962555555559</c:v>
                      </c:pt>
                      <c:pt idx="254">
                        <c:v>7.8283236133333336</c:v>
                      </c:pt>
                      <c:pt idx="255">
                        <c:v>7.5891122644444442</c:v>
                      </c:pt>
                      <c:pt idx="256">
                        <c:v>6.7411012222222224</c:v>
                      </c:pt>
                      <c:pt idx="257">
                        <c:v>6.2642916800000004</c:v>
                      </c:pt>
                      <c:pt idx="258">
                        <c:v>6.4922068355555558</c:v>
                      </c:pt>
                      <c:pt idx="259">
                        <c:v>7.1851339111111114</c:v>
                      </c:pt>
                      <c:pt idx="260">
                        <c:v>7.998025304444444</c:v>
                      </c:pt>
                      <c:pt idx="261">
                        <c:v>9.1358342933333336</c:v>
                      </c:pt>
                      <c:pt idx="262">
                        <c:v>9.4815127355555564</c:v>
                      </c:pt>
                      <c:pt idx="263">
                        <c:v>8.0354089911111117</c:v>
                      </c:pt>
                      <c:pt idx="264">
                        <c:v>5.9456612488888885</c:v>
                      </c:pt>
                      <c:pt idx="265">
                        <c:v>3.805149522222222</c:v>
                      </c:pt>
                      <c:pt idx="266">
                        <c:v>2.3997871066666665</c:v>
                      </c:pt>
                      <c:pt idx="267">
                        <c:v>1.7306311266666667</c:v>
                      </c:pt>
                      <c:pt idx="268">
                        <c:v>1.5735897488888888</c:v>
                      </c:pt>
                      <c:pt idx="269">
                        <c:v>2.2787258977777776</c:v>
                      </c:pt>
                      <c:pt idx="270">
                        <c:v>4.5151205399999998</c:v>
                      </c:pt>
                      <c:pt idx="271">
                        <c:v>5.8277197711111111</c:v>
                      </c:pt>
                      <c:pt idx="272">
                        <c:v>5.9368531355555554</c:v>
                      </c:pt>
                      <c:pt idx="273">
                        <c:v>5.5565952622222223</c:v>
                      </c:pt>
                      <c:pt idx="274">
                        <c:v>5.4532142288888892</c:v>
                      </c:pt>
                      <c:pt idx="275">
                        <c:v>5.9736543133333333</c:v>
                      </c:pt>
                      <c:pt idx="276">
                        <c:v>6.8656320911111113</c:v>
                      </c:pt>
                      <c:pt idx="277">
                        <c:v>7.7733909133333334</c:v>
                      </c:pt>
                      <c:pt idx="278">
                        <c:v>8.035600695555555</c:v>
                      </c:pt>
                      <c:pt idx="279">
                        <c:v>7.7033875711111115</c:v>
                      </c:pt>
                      <c:pt idx="280">
                        <c:v>6.863328082222222</c:v>
                      </c:pt>
                      <c:pt idx="281">
                        <c:v>6.3891513355555558</c:v>
                      </c:pt>
                      <c:pt idx="282">
                        <c:v>6.541690657777778</c:v>
                      </c:pt>
                      <c:pt idx="283">
                        <c:v>7.2553572466666667</c:v>
                      </c:pt>
                      <c:pt idx="284">
                        <c:v>8.1429285533333342</c:v>
                      </c:pt>
                      <c:pt idx="285">
                        <c:v>9.3337185711111115</c:v>
                      </c:pt>
                      <c:pt idx="286">
                        <c:v>9.642613482222222</c:v>
                      </c:pt>
                      <c:pt idx="287">
                        <c:v>8.2178801822222223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6-4CCE-4206-81AF-7668647A5ABE}"/>
                  </c:ext>
                </c:extLst>
              </c15:ser>
            </c15:filteredLineSeries>
            <c15:filteredLineSeries>
              <c15:ser>
                <c:idx val="19"/>
                <c:order val="1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12-10-2026'!$U$1</c15:sqref>
                        </c15:formulaRef>
                      </c:ext>
                    </c:extLst>
                    <c:strCache>
                      <c:ptCount val="1"/>
                      <c:pt idx="0">
                        <c:v>OUG-DGW2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12-10-2026'!$U$2:$U$289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80.821483408888895</c:v>
                      </c:pt>
                      <c:pt idx="1">
                        <c:v>51.033821293333332</c:v>
                      </c:pt>
                      <c:pt idx="2">
                        <c:v>30.406282302222223</c:v>
                      </c:pt>
                      <c:pt idx="3">
                        <c:v>19.663846495555557</c:v>
                      </c:pt>
                      <c:pt idx="4">
                        <c:v>15.678899762222223</c:v>
                      </c:pt>
                      <c:pt idx="5">
                        <c:v>20.940292988888888</c:v>
                      </c:pt>
                      <c:pt idx="6">
                        <c:v>42.358182504444443</c:v>
                      </c:pt>
                      <c:pt idx="7">
                        <c:v>57.992204193333336</c:v>
                      </c:pt>
                      <c:pt idx="8">
                        <c:v>68.324140037777781</c:v>
                      </c:pt>
                      <c:pt idx="9">
                        <c:v>73.243338402222221</c:v>
                      </c:pt>
                      <c:pt idx="10">
                        <c:v>80.146925668888883</c:v>
                      </c:pt>
                      <c:pt idx="11">
                        <c:v>88.243394755555556</c:v>
                      </c:pt>
                      <c:pt idx="12">
                        <c:v>95.441820093333334</c:v>
                      </c:pt>
                      <c:pt idx="13">
                        <c:v>106.02551598666666</c:v>
                      </c:pt>
                      <c:pt idx="14">
                        <c:v>107.29493739777777</c:v>
                      </c:pt>
                      <c:pt idx="15">
                        <c:v>102.51300652888889</c:v>
                      </c:pt>
                      <c:pt idx="16">
                        <c:v>93.747990766666661</c:v>
                      </c:pt>
                      <c:pt idx="17">
                        <c:v>94.29331162222222</c:v>
                      </c:pt>
                      <c:pt idx="18">
                        <c:v>92.155010571111106</c:v>
                      </c:pt>
                      <c:pt idx="19">
                        <c:v>105.74972580444444</c:v>
                      </c:pt>
                      <c:pt idx="20">
                        <c:v>115.97641931777778</c:v>
                      </c:pt>
                      <c:pt idx="21">
                        <c:v>130.30366404222221</c:v>
                      </c:pt>
                      <c:pt idx="22">
                        <c:v>131.3809789111111</c:v>
                      </c:pt>
                      <c:pt idx="23">
                        <c:v>116.09563018666667</c:v>
                      </c:pt>
                      <c:pt idx="24">
                        <c:v>88.456610435555561</c:v>
                      </c:pt>
                      <c:pt idx="25">
                        <c:v>58.975404215555557</c:v>
                      </c:pt>
                      <c:pt idx="26">
                        <c:v>36.926310437777779</c:v>
                      </c:pt>
                      <c:pt idx="27">
                        <c:v>23.479034508888891</c:v>
                      </c:pt>
                      <c:pt idx="28">
                        <c:v>17.112599079999999</c:v>
                      </c:pt>
                      <c:pt idx="29">
                        <c:v>20.485290162222221</c:v>
                      </c:pt>
                      <c:pt idx="30">
                        <c:v>38.572915688888891</c:v>
                      </c:pt>
                      <c:pt idx="31">
                        <c:v>53.15239520888889</c:v>
                      </c:pt>
                      <c:pt idx="32">
                        <c:v>66.705008415555554</c:v>
                      </c:pt>
                      <c:pt idx="33">
                        <c:v>77.999032902222226</c:v>
                      </c:pt>
                      <c:pt idx="34">
                        <c:v>87.814504668888887</c:v>
                      </c:pt>
                      <c:pt idx="35">
                        <c:v>97.532132462222222</c:v>
                      </c:pt>
                      <c:pt idx="36">
                        <c:v>99.723601593333328</c:v>
                      </c:pt>
                      <c:pt idx="37">
                        <c:v>103.3240990288889</c:v>
                      </c:pt>
                      <c:pt idx="38">
                        <c:v>119.04685146666667</c:v>
                      </c:pt>
                      <c:pt idx="39">
                        <c:v>111.0578921511111</c:v>
                      </c:pt>
                      <c:pt idx="40">
                        <c:v>97.82613349333333</c:v>
                      </c:pt>
                      <c:pt idx="41">
                        <c:v>96.117251313333327</c:v>
                      </c:pt>
                      <c:pt idx="42">
                        <c:v>94.007045559999995</c:v>
                      </c:pt>
                      <c:pt idx="43">
                        <c:v>108.82837454666667</c:v>
                      </c:pt>
                      <c:pt idx="44">
                        <c:v>120.59013465333334</c:v>
                      </c:pt>
                      <c:pt idx="45">
                        <c:v>135.6195732288889</c:v>
                      </c:pt>
                      <c:pt idx="46">
                        <c:v>134.75560718444444</c:v>
                      </c:pt>
                      <c:pt idx="47">
                        <c:v>118.73824859333334</c:v>
                      </c:pt>
                      <c:pt idx="48">
                        <c:v>90.413399951111117</c:v>
                      </c:pt>
                      <c:pt idx="49">
                        <c:v>60.109628028888892</c:v>
                      </c:pt>
                      <c:pt idx="50">
                        <c:v>36.536004233333337</c:v>
                      </c:pt>
                      <c:pt idx="51">
                        <c:v>22.958737971111113</c:v>
                      </c:pt>
                      <c:pt idx="52">
                        <c:v>17.188780842222222</c:v>
                      </c:pt>
                      <c:pt idx="53">
                        <c:v>21.081173302222222</c:v>
                      </c:pt>
                      <c:pt idx="54">
                        <c:v>40.012418533333332</c:v>
                      </c:pt>
                      <c:pt idx="55">
                        <c:v>55.411112199999998</c:v>
                      </c:pt>
                      <c:pt idx="56">
                        <c:v>67.863950531111115</c:v>
                      </c:pt>
                      <c:pt idx="57">
                        <c:v>75.16949080444445</c:v>
                      </c:pt>
                      <c:pt idx="58">
                        <c:v>82.741704831111107</c:v>
                      </c:pt>
                      <c:pt idx="59">
                        <c:v>90.558509057777783</c:v>
                      </c:pt>
                      <c:pt idx="60">
                        <c:v>95.860890708888888</c:v>
                      </c:pt>
                      <c:pt idx="61">
                        <c:v>107.70636900444444</c:v>
                      </c:pt>
                      <c:pt idx="62">
                        <c:v>111.87963394666667</c:v>
                      </c:pt>
                      <c:pt idx="63">
                        <c:v>106.16039296666666</c:v>
                      </c:pt>
                      <c:pt idx="64">
                        <c:v>95.033693204444447</c:v>
                      </c:pt>
                      <c:pt idx="65">
                        <c:v>93.954397493333332</c:v>
                      </c:pt>
                      <c:pt idx="66">
                        <c:v>90.420527113333335</c:v>
                      </c:pt>
                      <c:pt idx="67">
                        <c:v>104.67601190666667</c:v>
                      </c:pt>
                      <c:pt idx="68">
                        <c:v>116.66939960000001</c:v>
                      </c:pt>
                      <c:pt idx="69">
                        <c:v>130.83206127777777</c:v>
                      </c:pt>
                      <c:pt idx="70">
                        <c:v>129.74823733555556</c:v>
                      </c:pt>
                      <c:pt idx="71">
                        <c:v>111.35682294222222</c:v>
                      </c:pt>
                      <c:pt idx="72">
                        <c:v>80.532231406666668</c:v>
                      </c:pt>
                      <c:pt idx="73">
                        <c:v>49.913602446666665</c:v>
                      </c:pt>
                      <c:pt idx="74">
                        <c:v>29.672996980000001</c:v>
                      </c:pt>
                      <c:pt idx="75">
                        <c:v>19.026186715555557</c:v>
                      </c:pt>
                      <c:pt idx="76">
                        <c:v>15.313423722222222</c:v>
                      </c:pt>
                      <c:pt idx="77">
                        <c:v>20.367894015555557</c:v>
                      </c:pt>
                      <c:pt idx="78">
                        <c:v>40.848561946666663</c:v>
                      </c:pt>
                      <c:pt idx="79">
                        <c:v>55.673792608888888</c:v>
                      </c:pt>
                      <c:pt idx="80">
                        <c:v>65.463337531111108</c:v>
                      </c:pt>
                      <c:pt idx="81">
                        <c:v>70.716392462222217</c:v>
                      </c:pt>
                      <c:pt idx="82">
                        <c:v>77.147511053333332</c:v>
                      </c:pt>
                      <c:pt idx="83">
                        <c:v>85.318662284444443</c:v>
                      </c:pt>
                      <c:pt idx="84">
                        <c:v>91.926456746666673</c:v>
                      </c:pt>
                      <c:pt idx="85">
                        <c:v>102.26116642888888</c:v>
                      </c:pt>
                      <c:pt idx="86">
                        <c:v>102.64895354222222</c:v>
                      </c:pt>
                      <c:pt idx="87">
                        <c:v>97.341459380000003</c:v>
                      </c:pt>
                      <c:pt idx="88">
                        <c:v>90.852524706666671</c:v>
                      </c:pt>
                      <c:pt idx="89">
                        <c:v>91.30874837333333</c:v>
                      </c:pt>
                      <c:pt idx="90">
                        <c:v>89.506608708888891</c:v>
                      </c:pt>
                      <c:pt idx="91">
                        <c:v>103.82399217555556</c:v>
                      </c:pt>
                      <c:pt idx="92">
                        <c:v>116.28010031333334</c:v>
                      </c:pt>
                      <c:pt idx="93">
                        <c:v>130.56107176888889</c:v>
                      </c:pt>
                      <c:pt idx="94">
                        <c:v>128.34838156666666</c:v>
                      </c:pt>
                      <c:pt idx="95">
                        <c:v>107.46281749777778</c:v>
                      </c:pt>
                      <c:pt idx="96">
                        <c:v>75.530479533333335</c:v>
                      </c:pt>
                      <c:pt idx="97">
                        <c:v>46.697476937777779</c:v>
                      </c:pt>
                      <c:pt idx="98">
                        <c:v>27.797153071111111</c:v>
                      </c:pt>
                      <c:pt idx="99">
                        <c:v>18.167124446666666</c:v>
                      </c:pt>
                      <c:pt idx="100">
                        <c:v>15.007598508888888</c:v>
                      </c:pt>
                      <c:pt idx="101">
                        <c:v>20.080687784444443</c:v>
                      </c:pt>
                      <c:pt idx="102">
                        <c:v>41.304569051111109</c:v>
                      </c:pt>
                      <c:pt idx="103">
                        <c:v>56.344748111111109</c:v>
                      </c:pt>
                      <c:pt idx="104">
                        <c:v>65.985470982222225</c:v>
                      </c:pt>
                      <c:pt idx="105">
                        <c:v>71.199996775555562</c:v>
                      </c:pt>
                      <c:pt idx="106">
                        <c:v>77.176167782222223</c:v>
                      </c:pt>
                      <c:pt idx="107">
                        <c:v>86.149479033333336</c:v>
                      </c:pt>
                      <c:pt idx="108">
                        <c:v>92.552078653333339</c:v>
                      </c:pt>
                      <c:pt idx="109">
                        <c:v>102.87852328</c:v>
                      </c:pt>
                      <c:pt idx="110">
                        <c:v>102.79631218888889</c:v>
                      </c:pt>
                      <c:pt idx="111">
                        <c:v>97.028249164444446</c:v>
                      </c:pt>
                      <c:pt idx="112">
                        <c:v>90.577850246666671</c:v>
                      </c:pt>
                      <c:pt idx="113">
                        <c:v>91.547040920000001</c:v>
                      </c:pt>
                      <c:pt idx="114">
                        <c:v>89.903436062222227</c:v>
                      </c:pt>
                      <c:pt idx="115">
                        <c:v>104.70461159111112</c:v>
                      </c:pt>
                      <c:pt idx="116">
                        <c:v>117.35201193333333</c:v>
                      </c:pt>
                      <c:pt idx="117">
                        <c:v>132.7472627688889</c:v>
                      </c:pt>
                      <c:pt idx="118">
                        <c:v>129.55625753333334</c:v>
                      </c:pt>
                      <c:pt idx="119">
                        <c:v>109.01655043333334</c:v>
                      </c:pt>
                      <c:pt idx="120">
                        <c:v>76.750796395555554</c:v>
                      </c:pt>
                      <c:pt idx="121">
                        <c:v>47.117343795555556</c:v>
                      </c:pt>
                      <c:pt idx="122">
                        <c:v>27.941807682222223</c:v>
                      </c:pt>
                      <c:pt idx="123">
                        <c:v>18.062713804444446</c:v>
                      </c:pt>
                      <c:pt idx="124">
                        <c:v>14.822215508888888</c:v>
                      </c:pt>
                      <c:pt idx="125">
                        <c:v>20.024711708888891</c:v>
                      </c:pt>
                      <c:pt idx="126">
                        <c:v>41.63908370888889</c:v>
                      </c:pt>
                      <c:pt idx="127">
                        <c:v>57.085738795555557</c:v>
                      </c:pt>
                      <c:pt idx="128">
                        <c:v>66.813322931111117</c:v>
                      </c:pt>
                      <c:pt idx="129">
                        <c:v>71.966511377777778</c:v>
                      </c:pt>
                      <c:pt idx="130">
                        <c:v>78.519455875555551</c:v>
                      </c:pt>
                      <c:pt idx="131">
                        <c:v>86.242214626666666</c:v>
                      </c:pt>
                      <c:pt idx="132">
                        <c:v>94.581372257777772</c:v>
                      </c:pt>
                      <c:pt idx="133">
                        <c:v>107.2982899</c:v>
                      </c:pt>
                      <c:pt idx="134">
                        <c:v>108.09726300222222</c:v>
                      </c:pt>
                      <c:pt idx="135">
                        <c:v>102.18742302</c:v>
                      </c:pt>
                      <c:pt idx="136">
                        <c:v>91.553006277777783</c:v>
                      </c:pt>
                      <c:pt idx="137">
                        <c:v>91.720496877777776</c:v>
                      </c:pt>
                      <c:pt idx="138">
                        <c:v>97.553315799999993</c:v>
                      </c:pt>
                      <c:pt idx="139">
                        <c:v>112.39707081777777</c:v>
                      </c:pt>
                      <c:pt idx="140">
                        <c:v>118.88846488888889</c:v>
                      </c:pt>
                      <c:pt idx="141">
                        <c:v>132.68949927555556</c:v>
                      </c:pt>
                      <c:pt idx="142">
                        <c:v>130.05361737333334</c:v>
                      </c:pt>
                      <c:pt idx="143">
                        <c:v>109.19878983777778</c:v>
                      </c:pt>
                      <c:pt idx="144">
                        <c:v>79.51625285555555</c:v>
                      </c:pt>
                      <c:pt idx="145">
                        <c:v>50.003143795555559</c:v>
                      </c:pt>
                      <c:pt idx="146">
                        <c:v>30.265313782222222</c:v>
                      </c:pt>
                      <c:pt idx="147">
                        <c:v>18.931648882222223</c:v>
                      </c:pt>
                      <c:pt idx="148">
                        <c:v>15.165185233333334</c:v>
                      </c:pt>
                      <c:pt idx="149">
                        <c:v>20.215331313333333</c:v>
                      </c:pt>
                      <c:pt idx="150">
                        <c:v>42.747925582222223</c:v>
                      </c:pt>
                      <c:pt idx="151">
                        <c:v>57.881049679999997</c:v>
                      </c:pt>
                      <c:pt idx="152">
                        <c:v>67.210142606666665</c:v>
                      </c:pt>
                      <c:pt idx="153">
                        <c:v>72.34931583777778</c:v>
                      </c:pt>
                      <c:pt idx="154">
                        <c:v>78.452738977777784</c:v>
                      </c:pt>
                      <c:pt idx="155">
                        <c:v>87.032900302222217</c:v>
                      </c:pt>
                      <c:pt idx="156">
                        <c:v>93.29990534444444</c:v>
                      </c:pt>
                      <c:pt idx="157">
                        <c:v>103.3595846311111</c:v>
                      </c:pt>
                      <c:pt idx="158">
                        <c:v>103.54922732444444</c:v>
                      </c:pt>
                      <c:pt idx="159">
                        <c:v>99.088181939999998</c:v>
                      </c:pt>
                      <c:pt idx="160">
                        <c:v>93.146826875555561</c:v>
                      </c:pt>
                      <c:pt idx="161">
                        <c:v>93.415303708888885</c:v>
                      </c:pt>
                      <c:pt idx="162">
                        <c:v>91.339758055555549</c:v>
                      </c:pt>
                      <c:pt idx="163">
                        <c:v>104.94754215777778</c:v>
                      </c:pt>
                      <c:pt idx="164">
                        <c:v>116.60184946888889</c:v>
                      </c:pt>
                      <c:pt idx="165">
                        <c:v>130.56422130000001</c:v>
                      </c:pt>
                      <c:pt idx="166">
                        <c:v>129.08389469111111</c:v>
                      </c:pt>
                      <c:pt idx="167">
                        <c:v>108.81964098888889</c:v>
                      </c:pt>
                      <c:pt idx="168">
                        <c:v>77.156687371111104</c:v>
                      </c:pt>
                      <c:pt idx="169">
                        <c:v>47.962787173333332</c:v>
                      </c:pt>
                      <c:pt idx="170">
                        <c:v>29.152401182222221</c:v>
                      </c:pt>
                      <c:pt idx="171">
                        <c:v>19.065102508888888</c:v>
                      </c:pt>
                      <c:pt idx="172">
                        <c:v>15.670448033333333</c:v>
                      </c:pt>
                      <c:pt idx="173">
                        <c:v>20.603858464444443</c:v>
                      </c:pt>
                      <c:pt idx="174">
                        <c:v>43.491765073333333</c:v>
                      </c:pt>
                      <c:pt idx="175">
                        <c:v>60.744817391111113</c:v>
                      </c:pt>
                      <c:pt idx="176">
                        <c:v>72.641359764444445</c:v>
                      </c:pt>
                      <c:pt idx="177">
                        <c:v>80.008378100000002</c:v>
                      </c:pt>
                      <c:pt idx="178">
                        <c:v>83.400245557777779</c:v>
                      </c:pt>
                      <c:pt idx="179">
                        <c:v>89.449398164444446</c:v>
                      </c:pt>
                      <c:pt idx="180">
                        <c:v>96.454416784444447</c:v>
                      </c:pt>
                      <c:pt idx="181">
                        <c:v>107.09260153333334</c:v>
                      </c:pt>
                      <c:pt idx="182">
                        <c:v>106.75697694</c:v>
                      </c:pt>
                      <c:pt idx="183">
                        <c:v>100.85631632444445</c:v>
                      </c:pt>
                      <c:pt idx="184">
                        <c:v>94.478352606666661</c:v>
                      </c:pt>
                      <c:pt idx="185">
                        <c:v>93.927020611111118</c:v>
                      </c:pt>
                      <c:pt idx="186">
                        <c:v>93.748074804444443</c:v>
                      </c:pt>
                      <c:pt idx="187">
                        <c:v>108.79948390888889</c:v>
                      </c:pt>
                      <c:pt idx="188">
                        <c:v>119.11736524666667</c:v>
                      </c:pt>
                      <c:pt idx="189">
                        <c:v>132.08704955555555</c:v>
                      </c:pt>
                      <c:pt idx="190">
                        <c:v>132.18988638888888</c:v>
                      </c:pt>
                      <c:pt idx="191">
                        <c:v>116.06330569111111</c:v>
                      </c:pt>
                      <c:pt idx="192">
                        <c:v>87.615006940000001</c:v>
                      </c:pt>
                      <c:pt idx="193">
                        <c:v>57.71969134222222</c:v>
                      </c:pt>
                      <c:pt idx="194">
                        <c:v>35.29129414222222</c:v>
                      </c:pt>
                      <c:pt idx="195">
                        <c:v>23.062874619999999</c:v>
                      </c:pt>
                      <c:pt idx="196">
                        <c:v>17.416722984444444</c:v>
                      </c:pt>
                      <c:pt idx="197">
                        <c:v>20.287073486666667</c:v>
                      </c:pt>
                      <c:pt idx="198">
                        <c:v>39.105571322222225</c:v>
                      </c:pt>
                      <c:pt idx="199">
                        <c:v>53.982817562222223</c:v>
                      </c:pt>
                      <c:pt idx="200">
                        <c:v>67.650626686666669</c:v>
                      </c:pt>
                      <c:pt idx="201">
                        <c:v>78.061617268888895</c:v>
                      </c:pt>
                      <c:pt idx="202">
                        <c:v>88.068261422222221</c:v>
                      </c:pt>
                      <c:pt idx="203">
                        <c:v>97.636411306666673</c:v>
                      </c:pt>
                      <c:pt idx="204">
                        <c:v>99.734340779999997</c:v>
                      </c:pt>
                      <c:pt idx="205">
                        <c:v>103.63690020666667</c:v>
                      </c:pt>
                      <c:pt idx="206">
                        <c:v>119.33967883555556</c:v>
                      </c:pt>
                      <c:pt idx="207">
                        <c:v>110.44836848666667</c:v>
                      </c:pt>
                      <c:pt idx="208">
                        <c:v>98.885772822222222</c:v>
                      </c:pt>
                      <c:pt idx="209">
                        <c:v>97.649134942222219</c:v>
                      </c:pt>
                      <c:pt idx="210">
                        <c:v>95.982022542222225</c:v>
                      </c:pt>
                      <c:pt idx="211">
                        <c:v>111.00815610444444</c:v>
                      </c:pt>
                      <c:pt idx="212">
                        <c:v>123.06679025111112</c:v>
                      </c:pt>
                      <c:pt idx="213">
                        <c:v>135.96602036888888</c:v>
                      </c:pt>
                      <c:pt idx="214">
                        <c:v>136.15742612888889</c:v>
                      </c:pt>
                      <c:pt idx="215">
                        <c:v>118.36604878888889</c:v>
                      </c:pt>
                      <c:pt idx="216">
                        <c:v>88.516978897777776</c:v>
                      </c:pt>
                      <c:pt idx="217">
                        <c:v>57.649628504444443</c:v>
                      </c:pt>
                      <c:pt idx="218">
                        <c:v>35.804508640000002</c:v>
                      </c:pt>
                      <c:pt idx="219">
                        <c:v>22.667845991111111</c:v>
                      </c:pt>
                      <c:pt idx="220">
                        <c:v>17.178324362222224</c:v>
                      </c:pt>
                      <c:pt idx="221">
                        <c:v>20.404341382222221</c:v>
                      </c:pt>
                      <c:pt idx="222">
                        <c:v>40.867012637777776</c:v>
                      </c:pt>
                      <c:pt idx="223">
                        <c:v>57.017501604444448</c:v>
                      </c:pt>
                      <c:pt idx="224">
                        <c:v>69.057949482222227</c:v>
                      </c:pt>
                      <c:pt idx="225">
                        <c:v>76.667888962222221</c:v>
                      </c:pt>
                      <c:pt idx="226">
                        <c:v>83.428767577777776</c:v>
                      </c:pt>
                      <c:pt idx="227">
                        <c:v>91.204170553333327</c:v>
                      </c:pt>
                      <c:pt idx="228">
                        <c:v>96.692522017777776</c:v>
                      </c:pt>
                      <c:pt idx="229">
                        <c:v>108.07553554</c:v>
                      </c:pt>
                      <c:pt idx="230">
                        <c:v>111.54137829111112</c:v>
                      </c:pt>
                      <c:pt idx="231">
                        <c:v>105.10303228666666</c:v>
                      </c:pt>
                      <c:pt idx="232">
                        <c:v>95.432462726666671</c:v>
                      </c:pt>
                      <c:pt idx="233">
                        <c:v>95.395552137777784</c:v>
                      </c:pt>
                      <c:pt idx="234">
                        <c:v>95.062256328888893</c:v>
                      </c:pt>
                      <c:pt idx="235">
                        <c:v>108.71236740666667</c:v>
                      </c:pt>
                      <c:pt idx="236">
                        <c:v>122.39994194000001</c:v>
                      </c:pt>
                      <c:pt idx="237">
                        <c:v>135.93937776666667</c:v>
                      </c:pt>
                      <c:pt idx="238">
                        <c:v>131.58616235555556</c:v>
                      </c:pt>
                      <c:pt idx="239">
                        <c:v>110.00717024888888</c:v>
                      </c:pt>
                      <c:pt idx="240">
                        <c:v>77.787522153333327</c:v>
                      </c:pt>
                      <c:pt idx="241">
                        <c:v>48.324418068888889</c:v>
                      </c:pt>
                      <c:pt idx="242">
                        <c:v>29.334335053333334</c:v>
                      </c:pt>
                      <c:pt idx="243">
                        <c:v>19.327422104444445</c:v>
                      </c:pt>
                      <c:pt idx="244">
                        <c:v>15.806521962222222</c:v>
                      </c:pt>
                      <c:pt idx="245">
                        <c:v>20.065581388888887</c:v>
                      </c:pt>
                      <c:pt idx="246">
                        <c:v>41.335237535555557</c:v>
                      </c:pt>
                      <c:pt idx="247">
                        <c:v>56.782245988888889</c:v>
                      </c:pt>
                      <c:pt idx="248">
                        <c:v>67.912095624444447</c:v>
                      </c:pt>
                      <c:pt idx="249">
                        <c:v>71.936451553333328</c:v>
                      </c:pt>
                      <c:pt idx="250">
                        <c:v>76.973512164444443</c:v>
                      </c:pt>
                      <c:pt idx="251">
                        <c:v>85.045292799999999</c:v>
                      </c:pt>
                      <c:pt idx="252">
                        <c:v>91.753694062222223</c:v>
                      </c:pt>
                      <c:pt idx="253">
                        <c:v>102.35999484888889</c:v>
                      </c:pt>
                      <c:pt idx="254">
                        <c:v>102.34537259555556</c:v>
                      </c:pt>
                      <c:pt idx="255">
                        <c:v>97.549045404444442</c:v>
                      </c:pt>
                      <c:pt idx="256">
                        <c:v>93.009381304444446</c:v>
                      </c:pt>
                      <c:pt idx="257">
                        <c:v>96.450097957777771</c:v>
                      </c:pt>
                      <c:pt idx="258">
                        <c:v>96.26640537555555</c:v>
                      </c:pt>
                      <c:pt idx="259">
                        <c:v>108.65829818444445</c:v>
                      </c:pt>
                      <c:pt idx="260">
                        <c:v>120.50206720444444</c:v>
                      </c:pt>
                      <c:pt idx="261">
                        <c:v>132.47089796</c:v>
                      </c:pt>
                      <c:pt idx="262">
                        <c:v>129.13331766444443</c:v>
                      </c:pt>
                      <c:pt idx="263">
                        <c:v>105.71707784</c:v>
                      </c:pt>
                      <c:pt idx="264">
                        <c:v>76.364797168888884</c:v>
                      </c:pt>
                      <c:pt idx="265">
                        <c:v>47.123395137777777</c:v>
                      </c:pt>
                      <c:pt idx="266">
                        <c:v>28.287892593333332</c:v>
                      </c:pt>
                      <c:pt idx="267">
                        <c:v>18.792379404444443</c:v>
                      </c:pt>
                      <c:pt idx="268">
                        <c:v>15.182472715555555</c:v>
                      </c:pt>
                      <c:pt idx="269">
                        <c:v>20.120350166666668</c:v>
                      </c:pt>
                      <c:pt idx="270">
                        <c:v>43.031528766666668</c:v>
                      </c:pt>
                      <c:pt idx="271">
                        <c:v>58.775078215555553</c:v>
                      </c:pt>
                      <c:pt idx="272">
                        <c:v>68.478978166666664</c:v>
                      </c:pt>
                      <c:pt idx="273">
                        <c:v>72.817318484444442</c:v>
                      </c:pt>
                      <c:pt idx="274">
                        <c:v>78.412633335555554</c:v>
                      </c:pt>
                      <c:pt idx="275">
                        <c:v>86.962391291111118</c:v>
                      </c:pt>
                      <c:pt idx="276">
                        <c:v>93.418352077777783</c:v>
                      </c:pt>
                      <c:pt idx="277">
                        <c:v>103.88308536444444</c:v>
                      </c:pt>
                      <c:pt idx="278">
                        <c:v>102.80471523333334</c:v>
                      </c:pt>
                      <c:pt idx="279">
                        <c:v>97.971042288888896</c:v>
                      </c:pt>
                      <c:pt idx="280">
                        <c:v>93.813291675555561</c:v>
                      </c:pt>
                      <c:pt idx="281">
                        <c:v>95.316909942222225</c:v>
                      </c:pt>
                      <c:pt idx="282">
                        <c:v>94.895353711111113</c:v>
                      </c:pt>
                      <c:pt idx="283">
                        <c:v>109.83350486000001</c:v>
                      </c:pt>
                      <c:pt idx="284">
                        <c:v>122.31706151777777</c:v>
                      </c:pt>
                      <c:pt idx="285">
                        <c:v>134.07189053555555</c:v>
                      </c:pt>
                      <c:pt idx="286">
                        <c:v>128.31103842666667</c:v>
                      </c:pt>
                      <c:pt idx="287">
                        <c:v>105.71221186888889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7-4CCE-4206-81AF-7668647A5ABE}"/>
                  </c:ext>
                </c:extLst>
              </c15:ser>
            </c15:filteredLineSeries>
            <c15:filteredLineSeries>
              <c15:ser>
                <c:idx val="20"/>
                <c:order val="2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12-10-2026'!$V$1</c15:sqref>
                        </c15:formulaRef>
                      </c:ext>
                    </c:extLst>
                    <c:strCache>
                      <c:ptCount val="1"/>
                      <c:pt idx="0">
                        <c:v>OUG-DGW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12-10-2026'!$V$2:$V$289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161.19989547111112</c:v>
                      </c:pt>
                      <c:pt idx="1">
                        <c:v>101.50062503333334</c:v>
                      </c:pt>
                      <c:pt idx="2">
                        <c:v>60.818922380000004</c:v>
                      </c:pt>
                      <c:pt idx="3">
                        <c:v>39.438916120000002</c:v>
                      </c:pt>
                      <c:pt idx="4">
                        <c:v>31.502196651111113</c:v>
                      </c:pt>
                      <c:pt idx="5">
                        <c:v>41.955692186666667</c:v>
                      </c:pt>
                      <c:pt idx="6">
                        <c:v>84.62619858222223</c:v>
                      </c:pt>
                      <c:pt idx="7">
                        <c:v>116.08117319333334</c:v>
                      </c:pt>
                      <c:pt idx="8">
                        <c:v>136.44578188222221</c:v>
                      </c:pt>
                      <c:pt idx="9">
                        <c:v>145.93196835777778</c:v>
                      </c:pt>
                      <c:pt idx="10">
                        <c:v>159.70556917777776</c:v>
                      </c:pt>
                      <c:pt idx="11">
                        <c:v>177.04984375777778</c:v>
                      </c:pt>
                      <c:pt idx="12">
                        <c:v>190.60363348666667</c:v>
                      </c:pt>
                      <c:pt idx="13">
                        <c:v>211.79727494888888</c:v>
                      </c:pt>
                      <c:pt idx="14">
                        <c:v>214.26856100666666</c:v>
                      </c:pt>
                      <c:pt idx="15">
                        <c:v>204.73211662</c:v>
                      </c:pt>
                      <c:pt idx="16">
                        <c:v>187.14381106888888</c:v>
                      </c:pt>
                      <c:pt idx="17">
                        <c:v>188.27874312222224</c:v>
                      </c:pt>
                      <c:pt idx="18">
                        <c:v>184.00504436888889</c:v>
                      </c:pt>
                      <c:pt idx="19">
                        <c:v>211.16062688</c:v>
                      </c:pt>
                      <c:pt idx="20">
                        <c:v>232.1574061488889</c:v>
                      </c:pt>
                      <c:pt idx="21">
                        <c:v>260.41641641333331</c:v>
                      </c:pt>
                      <c:pt idx="22">
                        <c:v>262.35442528222222</c:v>
                      </c:pt>
                      <c:pt idx="23">
                        <c:v>232.03602349777776</c:v>
                      </c:pt>
                      <c:pt idx="24">
                        <c:v>176.74024980222222</c:v>
                      </c:pt>
                      <c:pt idx="25">
                        <c:v>118.14252594222222</c:v>
                      </c:pt>
                      <c:pt idx="26">
                        <c:v>73.318564100000003</c:v>
                      </c:pt>
                      <c:pt idx="27">
                        <c:v>46.573668773333338</c:v>
                      </c:pt>
                      <c:pt idx="28">
                        <c:v>34.453790557777779</c:v>
                      </c:pt>
                      <c:pt idx="29">
                        <c:v>41.230716995555554</c:v>
                      </c:pt>
                      <c:pt idx="30">
                        <c:v>77.106098286666679</c:v>
                      </c:pt>
                      <c:pt idx="31">
                        <c:v>106.31769783999999</c:v>
                      </c:pt>
                      <c:pt idx="32">
                        <c:v>133.07871384666666</c:v>
                      </c:pt>
                      <c:pt idx="33">
                        <c:v>155.07313012666668</c:v>
                      </c:pt>
                      <c:pt idx="34">
                        <c:v>175.41473962444445</c:v>
                      </c:pt>
                      <c:pt idx="35">
                        <c:v>194.73583025555556</c:v>
                      </c:pt>
                      <c:pt idx="36">
                        <c:v>199.06388349777777</c:v>
                      </c:pt>
                      <c:pt idx="37">
                        <c:v>206.0482836577778</c:v>
                      </c:pt>
                      <c:pt idx="38">
                        <c:v>237.64836246888888</c:v>
                      </c:pt>
                      <c:pt idx="39">
                        <c:v>221.94392802222222</c:v>
                      </c:pt>
                      <c:pt idx="40">
                        <c:v>195.04264437111112</c:v>
                      </c:pt>
                      <c:pt idx="41">
                        <c:v>191.26935137333334</c:v>
                      </c:pt>
                      <c:pt idx="42">
                        <c:v>187.53776527777777</c:v>
                      </c:pt>
                      <c:pt idx="43">
                        <c:v>217.50914709111112</c:v>
                      </c:pt>
                      <c:pt idx="44">
                        <c:v>241.30342168222222</c:v>
                      </c:pt>
                      <c:pt idx="45">
                        <c:v>271.16005017555557</c:v>
                      </c:pt>
                      <c:pt idx="46">
                        <c:v>269.4853248511111</c:v>
                      </c:pt>
                      <c:pt idx="47">
                        <c:v>237.59666782666667</c:v>
                      </c:pt>
                      <c:pt idx="48">
                        <c:v>180.73491165555555</c:v>
                      </c:pt>
                      <c:pt idx="49">
                        <c:v>120.08547428</c:v>
                      </c:pt>
                      <c:pt idx="50">
                        <c:v>73.071055186666669</c:v>
                      </c:pt>
                      <c:pt idx="51">
                        <c:v>46.236060700000003</c:v>
                      </c:pt>
                      <c:pt idx="52">
                        <c:v>34.646512615555551</c:v>
                      </c:pt>
                      <c:pt idx="53">
                        <c:v>42.461343280000001</c:v>
                      </c:pt>
                      <c:pt idx="54">
                        <c:v>80.926557826666667</c:v>
                      </c:pt>
                      <c:pt idx="55">
                        <c:v>110.95010045333333</c:v>
                      </c:pt>
                      <c:pt idx="56">
                        <c:v>134.85735444444447</c:v>
                      </c:pt>
                      <c:pt idx="57">
                        <c:v>150.58240246444444</c:v>
                      </c:pt>
                      <c:pt idx="58">
                        <c:v>164.44385848222223</c:v>
                      </c:pt>
                      <c:pt idx="59">
                        <c:v>180.19488521111111</c:v>
                      </c:pt>
                      <c:pt idx="60">
                        <c:v>190.86086348444445</c:v>
                      </c:pt>
                      <c:pt idx="61">
                        <c:v>214.58644538666667</c:v>
                      </c:pt>
                      <c:pt idx="62">
                        <c:v>222.80136642000002</c:v>
                      </c:pt>
                      <c:pt idx="63">
                        <c:v>211.50740718</c:v>
                      </c:pt>
                      <c:pt idx="64">
                        <c:v>189.74119554666669</c:v>
                      </c:pt>
                      <c:pt idx="65">
                        <c:v>187.47613838222222</c:v>
                      </c:pt>
                      <c:pt idx="66">
                        <c:v>180.31675502888891</c:v>
                      </c:pt>
                      <c:pt idx="67">
                        <c:v>209.11228214888888</c:v>
                      </c:pt>
                      <c:pt idx="68">
                        <c:v>233.71478512666667</c:v>
                      </c:pt>
                      <c:pt idx="69">
                        <c:v>261.72607573777776</c:v>
                      </c:pt>
                      <c:pt idx="70">
                        <c:v>259.39343004888889</c:v>
                      </c:pt>
                      <c:pt idx="71">
                        <c:v>222.49491815555555</c:v>
                      </c:pt>
                      <c:pt idx="72">
                        <c:v>160.04564707555556</c:v>
                      </c:pt>
                      <c:pt idx="73">
                        <c:v>99.795791084444446</c:v>
                      </c:pt>
                      <c:pt idx="74">
                        <c:v>59.74790070666667</c:v>
                      </c:pt>
                      <c:pt idx="75">
                        <c:v>38.363200419999998</c:v>
                      </c:pt>
                      <c:pt idx="76">
                        <c:v>30.899733691111109</c:v>
                      </c:pt>
                      <c:pt idx="77">
                        <c:v>40.691244795555555</c:v>
                      </c:pt>
                      <c:pt idx="78">
                        <c:v>81.435294777777784</c:v>
                      </c:pt>
                      <c:pt idx="79">
                        <c:v>111.04455118444444</c:v>
                      </c:pt>
                      <c:pt idx="80">
                        <c:v>130.85335573999998</c:v>
                      </c:pt>
                      <c:pt idx="81">
                        <c:v>141.42795241777776</c:v>
                      </c:pt>
                      <c:pt idx="82">
                        <c:v>153.88037448666665</c:v>
                      </c:pt>
                      <c:pt idx="83">
                        <c:v>170.49629934000001</c:v>
                      </c:pt>
                      <c:pt idx="84">
                        <c:v>183.97085984444445</c:v>
                      </c:pt>
                      <c:pt idx="85">
                        <c:v>204.61204717999999</c:v>
                      </c:pt>
                      <c:pt idx="86">
                        <c:v>205.46844820444443</c:v>
                      </c:pt>
                      <c:pt idx="87">
                        <c:v>194.97057647333332</c:v>
                      </c:pt>
                      <c:pt idx="88">
                        <c:v>181.84649538222223</c:v>
                      </c:pt>
                      <c:pt idx="89">
                        <c:v>182.91830455333331</c:v>
                      </c:pt>
                      <c:pt idx="90">
                        <c:v>178.60483694222222</c:v>
                      </c:pt>
                      <c:pt idx="91">
                        <c:v>207.84248017555558</c:v>
                      </c:pt>
                      <c:pt idx="92">
                        <c:v>232.73471260888888</c:v>
                      </c:pt>
                      <c:pt idx="93">
                        <c:v>261.36343989111111</c:v>
                      </c:pt>
                      <c:pt idx="94">
                        <c:v>257.27349798</c:v>
                      </c:pt>
                      <c:pt idx="95">
                        <c:v>215.73496991111111</c:v>
                      </c:pt>
                      <c:pt idx="96">
                        <c:v>151.84995448666666</c:v>
                      </c:pt>
                      <c:pt idx="97">
                        <c:v>93.843736148888894</c:v>
                      </c:pt>
                      <c:pt idx="98">
                        <c:v>55.995678940000005</c:v>
                      </c:pt>
                      <c:pt idx="99">
                        <c:v>36.996651231111109</c:v>
                      </c:pt>
                      <c:pt idx="100">
                        <c:v>30.287746479999999</c:v>
                      </c:pt>
                      <c:pt idx="101">
                        <c:v>40.085973242222224</c:v>
                      </c:pt>
                      <c:pt idx="102">
                        <c:v>82.616905486666667</c:v>
                      </c:pt>
                      <c:pt idx="103">
                        <c:v>112.68047943333333</c:v>
                      </c:pt>
                      <c:pt idx="104">
                        <c:v>131.98382983777776</c:v>
                      </c:pt>
                      <c:pt idx="105">
                        <c:v>142.37239818444445</c:v>
                      </c:pt>
                      <c:pt idx="106">
                        <c:v>154.79103439555556</c:v>
                      </c:pt>
                      <c:pt idx="107">
                        <c:v>172.86988029555556</c:v>
                      </c:pt>
                      <c:pt idx="108">
                        <c:v>184.99560569555558</c:v>
                      </c:pt>
                      <c:pt idx="109">
                        <c:v>205.80270493111112</c:v>
                      </c:pt>
                      <c:pt idx="110">
                        <c:v>205.89992516222222</c:v>
                      </c:pt>
                      <c:pt idx="111">
                        <c:v>194.83557715333333</c:v>
                      </c:pt>
                      <c:pt idx="112">
                        <c:v>181.76395011555556</c:v>
                      </c:pt>
                      <c:pt idx="113">
                        <c:v>183.44376529555555</c:v>
                      </c:pt>
                      <c:pt idx="114">
                        <c:v>179.70355826000002</c:v>
                      </c:pt>
                      <c:pt idx="115">
                        <c:v>209.51916736222222</c:v>
                      </c:pt>
                      <c:pt idx="116">
                        <c:v>235.08936105333333</c:v>
                      </c:pt>
                      <c:pt idx="117">
                        <c:v>265.11206072666664</c:v>
                      </c:pt>
                      <c:pt idx="118">
                        <c:v>259.48475176888888</c:v>
                      </c:pt>
                      <c:pt idx="119">
                        <c:v>217.72199921777778</c:v>
                      </c:pt>
                      <c:pt idx="120">
                        <c:v>153.35905244</c:v>
                      </c:pt>
                      <c:pt idx="121">
                        <c:v>94.228136239999998</c:v>
                      </c:pt>
                      <c:pt idx="122">
                        <c:v>56.054313733333331</c:v>
                      </c:pt>
                      <c:pt idx="123">
                        <c:v>36.34894654</c:v>
                      </c:pt>
                      <c:pt idx="124">
                        <c:v>29.88174887111111</c:v>
                      </c:pt>
                      <c:pt idx="125">
                        <c:v>40.13665872</c:v>
                      </c:pt>
                      <c:pt idx="126">
                        <c:v>83.245245813333327</c:v>
                      </c:pt>
                      <c:pt idx="127">
                        <c:v>114.18566531555555</c:v>
                      </c:pt>
                      <c:pt idx="128">
                        <c:v>133.37022746666668</c:v>
                      </c:pt>
                      <c:pt idx="129">
                        <c:v>144.27435595333333</c:v>
                      </c:pt>
                      <c:pt idx="130">
                        <c:v>157.36060443333332</c:v>
                      </c:pt>
                      <c:pt idx="131">
                        <c:v>173.11224636222221</c:v>
                      </c:pt>
                      <c:pt idx="132">
                        <c:v>188.93999508444443</c:v>
                      </c:pt>
                      <c:pt idx="133">
                        <c:v>214.36712028444444</c:v>
                      </c:pt>
                      <c:pt idx="134">
                        <c:v>215.90827922444444</c:v>
                      </c:pt>
                      <c:pt idx="135">
                        <c:v>203.66214791111111</c:v>
                      </c:pt>
                      <c:pt idx="136">
                        <c:v>182.52456402666667</c:v>
                      </c:pt>
                      <c:pt idx="137">
                        <c:v>182.51815031111113</c:v>
                      </c:pt>
                      <c:pt idx="138">
                        <c:v>194.20118795111111</c:v>
                      </c:pt>
                      <c:pt idx="139">
                        <c:v>224.65721122444444</c:v>
                      </c:pt>
                      <c:pt idx="140">
                        <c:v>237.08931369555557</c:v>
                      </c:pt>
                      <c:pt idx="141">
                        <c:v>264.5998493688889</c:v>
                      </c:pt>
                      <c:pt idx="142">
                        <c:v>259.38986803777777</c:v>
                      </c:pt>
                      <c:pt idx="143">
                        <c:v>217.76382464444447</c:v>
                      </c:pt>
                      <c:pt idx="144">
                        <c:v>158.90422907555555</c:v>
                      </c:pt>
                      <c:pt idx="145">
                        <c:v>99.865971873333336</c:v>
                      </c:pt>
                      <c:pt idx="146">
                        <c:v>60.468912468888888</c:v>
                      </c:pt>
                      <c:pt idx="147">
                        <c:v>37.64230381777778</c:v>
                      </c:pt>
                      <c:pt idx="148">
                        <c:v>30.292180824444443</c:v>
                      </c:pt>
                      <c:pt idx="149">
                        <c:v>40.520100995555552</c:v>
                      </c:pt>
                      <c:pt idx="150">
                        <c:v>84.948321546666676</c:v>
                      </c:pt>
                      <c:pt idx="151">
                        <c:v>115.57940460666666</c:v>
                      </c:pt>
                      <c:pt idx="152">
                        <c:v>134.1971348688889</c:v>
                      </c:pt>
                      <c:pt idx="153">
                        <c:v>144.76098326444446</c:v>
                      </c:pt>
                      <c:pt idx="154">
                        <c:v>156.75944879555556</c:v>
                      </c:pt>
                      <c:pt idx="155">
                        <c:v>173.45523464000001</c:v>
                      </c:pt>
                      <c:pt idx="156">
                        <c:v>185.70475856000002</c:v>
                      </c:pt>
                      <c:pt idx="157">
                        <c:v>206.29213076444444</c:v>
                      </c:pt>
                      <c:pt idx="158">
                        <c:v>206.54830264</c:v>
                      </c:pt>
                      <c:pt idx="159">
                        <c:v>197.45787460666668</c:v>
                      </c:pt>
                      <c:pt idx="160">
                        <c:v>185.38769754888889</c:v>
                      </c:pt>
                      <c:pt idx="161">
                        <c:v>186.57779543999999</c:v>
                      </c:pt>
                      <c:pt idx="162">
                        <c:v>182.92459888444444</c:v>
                      </c:pt>
                      <c:pt idx="163">
                        <c:v>210.20982995333333</c:v>
                      </c:pt>
                      <c:pt idx="164">
                        <c:v>233.28735674444442</c:v>
                      </c:pt>
                      <c:pt idx="165">
                        <c:v>261.24055474222223</c:v>
                      </c:pt>
                      <c:pt idx="166">
                        <c:v>258.21112778666668</c:v>
                      </c:pt>
                      <c:pt idx="167">
                        <c:v>216.97896296888888</c:v>
                      </c:pt>
                      <c:pt idx="168">
                        <c:v>153.78717864222222</c:v>
                      </c:pt>
                      <c:pt idx="169">
                        <c:v>95.868050431111101</c:v>
                      </c:pt>
                      <c:pt idx="170">
                        <c:v>58.119322539999999</c:v>
                      </c:pt>
                      <c:pt idx="171">
                        <c:v>38.107512513333333</c:v>
                      </c:pt>
                      <c:pt idx="172">
                        <c:v>31.421357117777777</c:v>
                      </c:pt>
                      <c:pt idx="173">
                        <c:v>41.673664297777776</c:v>
                      </c:pt>
                      <c:pt idx="174">
                        <c:v>86.679980304444442</c:v>
                      </c:pt>
                      <c:pt idx="175">
                        <c:v>120.90800518</c:v>
                      </c:pt>
                      <c:pt idx="176">
                        <c:v>145.17120743999999</c:v>
                      </c:pt>
                      <c:pt idx="177">
                        <c:v>159.71472801111111</c:v>
                      </c:pt>
                      <c:pt idx="178">
                        <c:v>166.20346938222224</c:v>
                      </c:pt>
                      <c:pt idx="179">
                        <c:v>178.33004476222223</c:v>
                      </c:pt>
                      <c:pt idx="180">
                        <c:v>192.13976553555557</c:v>
                      </c:pt>
                      <c:pt idx="181">
                        <c:v>213.6113217911111</c:v>
                      </c:pt>
                      <c:pt idx="182">
                        <c:v>212.7111093</c:v>
                      </c:pt>
                      <c:pt idx="183">
                        <c:v>200.87918982000002</c:v>
                      </c:pt>
                      <c:pt idx="184">
                        <c:v>187.78378520222222</c:v>
                      </c:pt>
                      <c:pt idx="185">
                        <c:v>186.92387455333335</c:v>
                      </c:pt>
                      <c:pt idx="186">
                        <c:v>186.36488058888887</c:v>
                      </c:pt>
                      <c:pt idx="187">
                        <c:v>216.16272459777778</c:v>
                      </c:pt>
                      <c:pt idx="188">
                        <c:v>237.06232842666668</c:v>
                      </c:pt>
                      <c:pt idx="189">
                        <c:v>263.18889460666662</c:v>
                      </c:pt>
                      <c:pt idx="190">
                        <c:v>263.9741908622222</c:v>
                      </c:pt>
                      <c:pt idx="191">
                        <c:v>232.00554241555557</c:v>
                      </c:pt>
                      <c:pt idx="192">
                        <c:v>175.33209228666666</c:v>
                      </c:pt>
                      <c:pt idx="193">
                        <c:v>115.51282083999999</c:v>
                      </c:pt>
                      <c:pt idx="194">
                        <c:v>70.923609186666667</c:v>
                      </c:pt>
                      <c:pt idx="195">
                        <c:v>46.079730895555556</c:v>
                      </c:pt>
                      <c:pt idx="196">
                        <c:v>34.687887315555557</c:v>
                      </c:pt>
                      <c:pt idx="197">
                        <c:v>40.454580068888887</c:v>
                      </c:pt>
                      <c:pt idx="198">
                        <c:v>78.185158713333337</c:v>
                      </c:pt>
                      <c:pt idx="199">
                        <c:v>107.90206038666668</c:v>
                      </c:pt>
                      <c:pt idx="200">
                        <c:v>134.8592774</c:v>
                      </c:pt>
                      <c:pt idx="201">
                        <c:v>155.69705634888891</c:v>
                      </c:pt>
                      <c:pt idx="202">
                        <c:v>175.74512620222222</c:v>
                      </c:pt>
                      <c:pt idx="203">
                        <c:v>195.07649494222221</c:v>
                      </c:pt>
                      <c:pt idx="204">
                        <c:v>199.56641131555557</c:v>
                      </c:pt>
                      <c:pt idx="205">
                        <c:v>207.49100732444444</c:v>
                      </c:pt>
                      <c:pt idx="206">
                        <c:v>237.63794108444444</c:v>
                      </c:pt>
                      <c:pt idx="207">
                        <c:v>219.70301402222222</c:v>
                      </c:pt>
                      <c:pt idx="208">
                        <c:v>198.04799189333335</c:v>
                      </c:pt>
                      <c:pt idx="209">
                        <c:v>194.63327161777778</c:v>
                      </c:pt>
                      <c:pt idx="210">
                        <c:v>191.55491857777778</c:v>
                      </c:pt>
                      <c:pt idx="211">
                        <c:v>221.74614715777778</c:v>
                      </c:pt>
                      <c:pt idx="212">
                        <c:v>245.37606403777778</c:v>
                      </c:pt>
                      <c:pt idx="213">
                        <c:v>271.49644355999999</c:v>
                      </c:pt>
                      <c:pt idx="214">
                        <c:v>272.28821198444444</c:v>
                      </c:pt>
                      <c:pt idx="215">
                        <c:v>236.7022213911111</c:v>
                      </c:pt>
                      <c:pt idx="216">
                        <c:v>177.42468881333332</c:v>
                      </c:pt>
                      <c:pt idx="217">
                        <c:v>115.50368631111111</c:v>
                      </c:pt>
                      <c:pt idx="218">
                        <c:v>71.296210940000009</c:v>
                      </c:pt>
                      <c:pt idx="219">
                        <c:v>45.263959895555558</c:v>
                      </c:pt>
                      <c:pt idx="220">
                        <c:v>33.928873628888894</c:v>
                      </c:pt>
                      <c:pt idx="221">
                        <c:v>41.049456282222224</c:v>
                      </c:pt>
                      <c:pt idx="222">
                        <c:v>81.901359295555551</c:v>
                      </c:pt>
                      <c:pt idx="223">
                        <c:v>114.4773689</c:v>
                      </c:pt>
                      <c:pt idx="224">
                        <c:v>138.01987394000002</c:v>
                      </c:pt>
                      <c:pt idx="225">
                        <c:v>152.32374858666668</c:v>
                      </c:pt>
                      <c:pt idx="226">
                        <c:v>166.3131977311111</c:v>
                      </c:pt>
                      <c:pt idx="227">
                        <c:v>182.00816528666667</c:v>
                      </c:pt>
                      <c:pt idx="228">
                        <c:v>192.56659996666667</c:v>
                      </c:pt>
                      <c:pt idx="229">
                        <c:v>216.35443178222221</c:v>
                      </c:pt>
                      <c:pt idx="230">
                        <c:v>223.38711742666669</c:v>
                      </c:pt>
                      <c:pt idx="231">
                        <c:v>210.02319765333334</c:v>
                      </c:pt>
                      <c:pt idx="232">
                        <c:v>191.03407800666668</c:v>
                      </c:pt>
                      <c:pt idx="233">
                        <c:v>190.55233008666667</c:v>
                      </c:pt>
                      <c:pt idx="234">
                        <c:v>190.23162534888888</c:v>
                      </c:pt>
                      <c:pt idx="235">
                        <c:v>217.53041286000001</c:v>
                      </c:pt>
                      <c:pt idx="236">
                        <c:v>245.01620083111112</c:v>
                      </c:pt>
                      <c:pt idx="237">
                        <c:v>272.23341768222224</c:v>
                      </c:pt>
                      <c:pt idx="238">
                        <c:v>263.2035113733333</c:v>
                      </c:pt>
                      <c:pt idx="239">
                        <c:v>220.29488991333332</c:v>
                      </c:pt>
                      <c:pt idx="240">
                        <c:v>155.59557412888887</c:v>
                      </c:pt>
                      <c:pt idx="241">
                        <c:v>97.447038966666668</c:v>
                      </c:pt>
                      <c:pt idx="242">
                        <c:v>58.782528868888889</c:v>
                      </c:pt>
                      <c:pt idx="243">
                        <c:v>38.729916966666664</c:v>
                      </c:pt>
                      <c:pt idx="244">
                        <c:v>31.612115206666665</c:v>
                      </c:pt>
                      <c:pt idx="245">
                        <c:v>39.908381577777774</c:v>
                      </c:pt>
                      <c:pt idx="246">
                        <c:v>83.017718993333332</c:v>
                      </c:pt>
                      <c:pt idx="247">
                        <c:v>113.45256263111111</c:v>
                      </c:pt>
                      <c:pt idx="248">
                        <c:v>135.1520450688889</c:v>
                      </c:pt>
                      <c:pt idx="249">
                        <c:v>143.41141555111111</c:v>
                      </c:pt>
                      <c:pt idx="250">
                        <c:v>154.32725127333333</c:v>
                      </c:pt>
                      <c:pt idx="251">
                        <c:v>170.21018115333334</c:v>
                      </c:pt>
                      <c:pt idx="252">
                        <c:v>184.42489112222222</c:v>
                      </c:pt>
                      <c:pt idx="253">
                        <c:v>204.8769555088889</c:v>
                      </c:pt>
                      <c:pt idx="254">
                        <c:v>204.89219847333334</c:v>
                      </c:pt>
                      <c:pt idx="255">
                        <c:v>195.43537610666667</c:v>
                      </c:pt>
                      <c:pt idx="256">
                        <c:v>186.02869276000001</c:v>
                      </c:pt>
                      <c:pt idx="257">
                        <c:v>192.42215659999999</c:v>
                      </c:pt>
                      <c:pt idx="258">
                        <c:v>191.8756900911111</c:v>
                      </c:pt>
                      <c:pt idx="259">
                        <c:v>216.81630390222222</c:v>
                      </c:pt>
                      <c:pt idx="260">
                        <c:v>240.58036832222223</c:v>
                      </c:pt>
                      <c:pt idx="261">
                        <c:v>265.5439151422222</c:v>
                      </c:pt>
                      <c:pt idx="262">
                        <c:v>258.48557446444443</c:v>
                      </c:pt>
                      <c:pt idx="263">
                        <c:v>211.31488292</c:v>
                      </c:pt>
                      <c:pt idx="264">
                        <c:v>153.27686527333333</c:v>
                      </c:pt>
                      <c:pt idx="265">
                        <c:v>95.127754517777774</c:v>
                      </c:pt>
                      <c:pt idx="266">
                        <c:v>56.964741988888889</c:v>
                      </c:pt>
                      <c:pt idx="267">
                        <c:v>37.605210942222222</c:v>
                      </c:pt>
                      <c:pt idx="268">
                        <c:v>30.590005404444444</c:v>
                      </c:pt>
                      <c:pt idx="269">
                        <c:v>40.051720013333338</c:v>
                      </c:pt>
                      <c:pt idx="270">
                        <c:v>85.804880179999998</c:v>
                      </c:pt>
                      <c:pt idx="271">
                        <c:v>117.41017160444444</c:v>
                      </c:pt>
                      <c:pt idx="272">
                        <c:v>136.59133845777779</c:v>
                      </c:pt>
                      <c:pt idx="273">
                        <c:v>145.22392574444444</c:v>
                      </c:pt>
                      <c:pt idx="274">
                        <c:v>156.83682710888888</c:v>
                      </c:pt>
                      <c:pt idx="275">
                        <c:v>173.41954294666667</c:v>
                      </c:pt>
                      <c:pt idx="276">
                        <c:v>187.16018083777777</c:v>
                      </c:pt>
                      <c:pt idx="277">
                        <c:v>207.21747177333333</c:v>
                      </c:pt>
                      <c:pt idx="278">
                        <c:v>205.28383709555555</c:v>
                      </c:pt>
                      <c:pt idx="279">
                        <c:v>195.56968920000003</c:v>
                      </c:pt>
                      <c:pt idx="280">
                        <c:v>187.79237845777777</c:v>
                      </c:pt>
                      <c:pt idx="281">
                        <c:v>190.57114049777778</c:v>
                      </c:pt>
                      <c:pt idx="282">
                        <c:v>189.9011067088889</c:v>
                      </c:pt>
                      <c:pt idx="283">
                        <c:v>218.98817781555556</c:v>
                      </c:pt>
                      <c:pt idx="284">
                        <c:v>244.45266168444442</c:v>
                      </c:pt>
                      <c:pt idx="285">
                        <c:v>268.2683762111111</c:v>
                      </c:pt>
                      <c:pt idx="286">
                        <c:v>256.48581990888886</c:v>
                      </c:pt>
                      <c:pt idx="287">
                        <c:v>211.13644147555556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8-4CCE-4206-81AF-7668647A5ABE}"/>
                  </c:ext>
                </c:extLst>
              </c15:ser>
            </c15:filteredLineSeries>
            <c15:filteredLineSeries>
              <c15:ser>
                <c:idx val="21"/>
                <c:order val="2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12-10-2026'!$W$1</c15:sqref>
                        </c15:formulaRef>
                      </c:ext>
                    </c:extLst>
                    <c:strCache>
                      <c:ptCount val="1"/>
                      <c:pt idx="0">
                        <c:v>EPG MUS SGI Troughput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12-10-2026'!$W$2:$W$289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103.38328594244001</c:v>
                      </c:pt>
                      <c:pt idx="1">
                        <c:v>66.960112217268872</c:v>
                      </c:pt>
                      <c:pt idx="2">
                        <c:v>41.264136070608892</c:v>
                      </c:pt>
                      <c:pt idx="3">
                        <c:v>27.515332315484422</c:v>
                      </c:pt>
                      <c:pt idx="4">
                        <c:v>21.034144556875539</c:v>
                      </c:pt>
                      <c:pt idx="5">
                        <c:v>23.835949928131139</c:v>
                      </c:pt>
                      <c:pt idx="6">
                        <c:v>45.237754497113301</c:v>
                      </c:pt>
                      <c:pt idx="7">
                        <c:v>69.853481335297772</c:v>
                      </c:pt>
                      <c:pt idx="8">
                        <c:v>84.716411042351112</c:v>
                      </c:pt>
                      <c:pt idx="9">
                        <c:v>91.628468506848904</c:v>
                      </c:pt>
                      <c:pt idx="10">
                        <c:v>101.18124109605114</c:v>
                      </c:pt>
                      <c:pt idx="11">
                        <c:v>110.9874899688958</c:v>
                      </c:pt>
                      <c:pt idx="12">
                        <c:v>116.79192967961599</c:v>
                      </c:pt>
                      <c:pt idx="13">
                        <c:v>128.8892499413692</c:v>
                      </c:pt>
                      <c:pt idx="14">
                        <c:v>134.45771304547341</c:v>
                      </c:pt>
                      <c:pt idx="15">
                        <c:v>134.30175283036681</c:v>
                      </c:pt>
                      <c:pt idx="16">
                        <c:v>122.6464364172932</c:v>
                      </c:pt>
                      <c:pt idx="17">
                        <c:v>131.55271183856271</c:v>
                      </c:pt>
                      <c:pt idx="18">
                        <c:v>129.10569236729111</c:v>
                      </c:pt>
                      <c:pt idx="19">
                        <c:v>143.94581160543541</c:v>
                      </c:pt>
                      <c:pt idx="20">
                        <c:v>155.51610185004</c:v>
                      </c:pt>
                      <c:pt idx="21">
                        <c:v>178.8035139142531</c:v>
                      </c:pt>
                      <c:pt idx="22">
                        <c:v>176.6398446258867</c:v>
                      </c:pt>
                      <c:pt idx="23">
                        <c:v>152.18414886080041</c:v>
                      </c:pt>
                      <c:pt idx="24">
                        <c:v>116.3338618405399</c:v>
                      </c:pt>
                      <c:pt idx="25">
                        <c:v>80.479913749944473</c:v>
                      </c:pt>
                      <c:pt idx="26">
                        <c:v>51.219208535413287</c:v>
                      </c:pt>
                      <c:pt idx="27">
                        <c:v>33.20139954434449</c:v>
                      </c:pt>
                      <c:pt idx="28">
                        <c:v>23.48246866394226</c:v>
                      </c:pt>
                      <c:pt idx="29">
                        <c:v>23.058054392688863</c:v>
                      </c:pt>
                      <c:pt idx="30">
                        <c:v>36.611838772333378</c:v>
                      </c:pt>
                      <c:pt idx="31">
                        <c:v>51.21892334753997</c:v>
                      </c:pt>
                      <c:pt idx="32">
                        <c:v>71.377368975979991</c:v>
                      </c:pt>
                      <c:pt idx="33">
                        <c:v>89.259630369444494</c:v>
                      </c:pt>
                      <c:pt idx="34">
                        <c:v>105.24402859502442</c:v>
                      </c:pt>
                      <c:pt idx="35">
                        <c:v>118.9733851445156</c:v>
                      </c:pt>
                      <c:pt idx="36">
                        <c:v>118.41025550953511</c:v>
                      </c:pt>
                      <c:pt idx="37">
                        <c:v>124.0448262775716</c:v>
                      </c:pt>
                      <c:pt idx="38">
                        <c:v>156.54824452127738</c:v>
                      </c:pt>
                      <c:pt idx="39">
                        <c:v>151.21367503200619</c:v>
                      </c:pt>
                      <c:pt idx="40">
                        <c:v>130.14590860619779</c:v>
                      </c:pt>
                      <c:pt idx="41">
                        <c:v>135.37928052067321</c:v>
                      </c:pt>
                      <c:pt idx="42">
                        <c:v>131.1549941651221</c:v>
                      </c:pt>
                      <c:pt idx="43">
                        <c:v>149.7838049977932</c:v>
                      </c:pt>
                      <c:pt idx="44">
                        <c:v>162.96507260370839</c:v>
                      </c:pt>
                      <c:pt idx="45">
                        <c:v>188.207804868842</c:v>
                      </c:pt>
                      <c:pt idx="46">
                        <c:v>184.7054085993089</c:v>
                      </c:pt>
                      <c:pt idx="47">
                        <c:v>161.4144716448067</c:v>
                      </c:pt>
                      <c:pt idx="48">
                        <c:v>123.17125429329757</c:v>
                      </c:pt>
                      <c:pt idx="49">
                        <c:v>83.560855432735579</c:v>
                      </c:pt>
                      <c:pt idx="50">
                        <c:v>52.417774652535527</c:v>
                      </c:pt>
                      <c:pt idx="51">
                        <c:v>32.876446047906704</c:v>
                      </c:pt>
                      <c:pt idx="52">
                        <c:v>23.178907679137779</c:v>
                      </c:pt>
                      <c:pt idx="53">
                        <c:v>23.087334690431081</c:v>
                      </c:pt>
                      <c:pt idx="54">
                        <c:v>38.293716563733369</c:v>
                      </c:pt>
                      <c:pt idx="55">
                        <c:v>56.221518182186671</c:v>
                      </c:pt>
                      <c:pt idx="56">
                        <c:v>75.985117366871137</c:v>
                      </c:pt>
                      <c:pt idx="57">
                        <c:v>91.919211851613298</c:v>
                      </c:pt>
                      <c:pt idx="58">
                        <c:v>103.73574309192892</c:v>
                      </c:pt>
                      <c:pt idx="59">
                        <c:v>114.0027001802929</c:v>
                      </c:pt>
                      <c:pt idx="60">
                        <c:v>118.3877383328378</c:v>
                      </c:pt>
                      <c:pt idx="61">
                        <c:v>134.40737929771132</c:v>
                      </c:pt>
                      <c:pt idx="62">
                        <c:v>142.89947869120238</c:v>
                      </c:pt>
                      <c:pt idx="63">
                        <c:v>140.7031661262557</c:v>
                      </c:pt>
                      <c:pt idx="64">
                        <c:v>126.2075797780996</c:v>
                      </c:pt>
                      <c:pt idx="65">
                        <c:v>134.38297820772689</c:v>
                      </c:pt>
                      <c:pt idx="66">
                        <c:v>131.05140865554628</c:v>
                      </c:pt>
                      <c:pt idx="67">
                        <c:v>144.37130976891359</c:v>
                      </c:pt>
                      <c:pt idx="68">
                        <c:v>156.6416415661642</c:v>
                      </c:pt>
                      <c:pt idx="69">
                        <c:v>181.0027095636423</c:v>
                      </c:pt>
                      <c:pt idx="70">
                        <c:v>176.62634444826702</c:v>
                      </c:pt>
                      <c:pt idx="71">
                        <c:v>147.0434505504312</c:v>
                      </c:pt>
                      <c:pt idx="72">
                        <c:v>104.35784605040001</c:v>
                      </c:pt>
                      <c:pt idx="73">
                        <c:v>66.812058019711131</c:v>
                      </c:pt>
                      <c:pt idx="74">
                        <c:v>41.367067700779977</c:v>
                      </c:pt>
                      <c:pt idx="75">
                        <c:v>27.008617946837777</c:v>
                      </c:pt>
                      <c:pt idx="76">
                        <c:v>20.666355462495588</c:v>
                      </c:pt>
                      <c:pt idx="77">
                        <c:v>22.568235865944413</c:v>
                      </c:pt>
                      <c:pt idx="78">
                        <c:v>42.772828974993338</c:v>
                      </c:pt>
                      <c:pt idx="79">
                        <c:v>66.99676361363997</c:v>
                      </c:pt>
                      <c:pt idx="80">
                        <c:v>82.368953525302231</c:v>
                      </c:pt>
                      <c:pt idx="81">
                        <c:v>90.416738358762203</c:v>
                      </c:pt>
                      <c:pt idx="82">
                        <c:v>99.606095694022216</c:v>
                      </c:pt>
                      <c:pt idx="83">
                        <c:v>109.76797117627781</c:v>
                      </c:pt>
                      <c:pt idx="84">
                        <c:v>114.51407025045791</c:v>
                      </c:pt>
                      <c:pt idx="85">
                        <c:v>125.555345794822</c:v>
                      </c:pt>
                      <c:pt idx="86">
                        <c:v>130.05880863108021</c:v>
                      </c:pt>
                      <c:pt idx="87">
                        <c:v>128.75670421240901</c:v>
                      </c:pt>
                      <c:pt idx="88">
                        <c:v>121.78542880835811</c:v>
                      </c:pt>
                      <c:pt idx="89">
                        <c:v>132.96233390605809</c:v>
                      </c:pt>
                      <c:pt idx="90">
                        <c:v>129.1332739628821</c:v>
                      </c:pt>
                      <c:pt idx="91">
                        <c:v>145.00631293778</c:v>
                      </c:pt>
                      <c:pt idx="92">
                        <c:v>158.85296135496671</c:v>
                      </c:pt>
                      <c:pt idx="93">
                        <c:v>183.14665010339371</c:v>
                      </c:pt>
                      <c:pt idx="94">
                        <c:v>175.9523325131866</c:v>
                      </c:pt>
                      <c:pt idx="95">
                        <c:v>144.25080760047331</c:v>
                      </c:pt>
                      <c:pt idx="96">
                        <c:v>100.87871009742223</c:v>
                      </c:pt>
                      <c:pt idx="97">
                        <c:v>63.89134158380449</c:v>
                      </c:pt>
                      <c:pt idx="98">
                        <c:v>39.056014174606695</c:v>
                      </c:pt>
                      <c:pt idx="99">
                        <c:v>25.836558346862219</c:v>
                      </c:pt>
                      <c:pt idx="100">
                        <c:v>19.973452003411079</c:v>
                      </c:pt>
                      <c:pt idx="101">
                        <c:v>22.14888028569781</c:v>
                      </c:pt>
                      <c:pt idx="102">
                        <c:v>43.688071875986687</c:v>
                      </c:pt>
                      <c:pt idx="103">
                        <c:v>69.337981794493373</c:v>
                      </c:pt>
                      <c:pt idx="104">
                        <c:v>84.387202544846616</c:v>
                      </c:pt>
                      <c:pt idx="105">
                        <c:v>91.314118595671147</c:v>
                      </c:pt>
                      <c:pt idx="106">
                        <c:v>100.5251432987756</c:v>
                      </c:pt>
                      <c:pt idx="107">
                        <c:v>111.89111016570031</c:v>
                      </c:pt>
                      <c:pt idx="108">
                        <c:v>117.1432633373003</c:v>
                      </c:pt>
                      <c:pt idx="109">
                        <c:v>127.2038457499753</c:v>
                      </c:pt>
                      <c:pt idx="110">
                        <c:v>131.73478058528269</c:v>
                      </c:pt>
                      <c:pt idx="111">
                        <c:v>130.4314361357734</c:v>
                      </c:pt>
                      <c:pt idx="112">
                        <c:v>123.5078262269891</c:v>
                      </c:pt>
                      <c:pt idx="113">
                        <c:v>133.71016746842861</c:v>
                      </c:pt>
                      <c:pt idx="114">
                        <c:v>130.2274581891779</c:v>
                      </c:pt>
                      <c:pt idx="115">
                        <c:v>145.971202680684</c:v>
                      </c:pt>
                      <c:pt idx="116">
                        <c:v>161.0062480583974</c:v>
                      </c:pt>
                      <c:pt idx="117">
                        <c:v>186.66946040863138</c:v>
                      </c:pt>
                      <c:pt idx="118">
                        <c:v>178.21646402442661</c:v>
                      </c:pt>
                      <c:pt idx="119">
                        <c:v>145.56165318176261</c:v>
                      </c:pt>
                      <c:pt idx="120">
                        <c:v>100.92774939283781</c:v>
                      </c:pt>
                      <c:pt idx="121">
                        <c:v>63.662423969624413</c:v>
                      </c:pt>
                      <c:pt idx="122">
                        <c:v>39.166182665793329</c:v>
                      </c:pt>
                      <c:pt idx="123">
                        <c:v>25.56907009690444</c:v>
                      </c:pt>
                      <c:pt idx="124">
                        <c:v>19.68369548596004</c:v>
                      </c:pt>
                      <c:pt idx="125">
                        <c:v>22.236487970995519</c:v>
                      </c:pt>
                      <c:pt idx="126">
                        <c:v>45.009619935515538</c:v>
                      </c:pt>
                      <c:pt idx="127">
                        <c:v>71.195921630468916</c:v>
                      </c:pt>
                      <c:pt idx="128">
                        <c:v>85.562975680411171</c:v>
                      </c:pt>
                      <c:pt idx="129">
                        <c:v>92.491999053840033</c:v>
                      </c:pt>
                      <c:pt idx="130">
                        <c:v>101.6315670534356</c:v>
                      </c:pt>
                      <c:pt idx="131">
                        <c:v>111.4240526712511</c:v>
                      </c:pt>
                      <c:pt idx="132">
                        <c:v>119.2386914551376</c:v>
                      </c:pt>
                      <c:pt idx="133">
                        <c:v>136.30541352161069</c:v>
                      </c:pt>
                      <c:pt idx="134">
                        <c:v>140.379574106673</c:v>
                      </c:pt>
                      <c:pt idx="135">
                        <c:v>137.60850201196871</c:v>
                      </c:pt>
                      <c:pt idx="136">
                        <c:v>125.94636947844239</c:v>
                      </c:pt>
                      <c:pt idx="137">
                        <c:v>136.08895426695989</c:v>
                      </c:pt>
                      <c:pt idx="138">
                        <c:v>145.4183512825108</c:v>
                      </c:pt>
                      <c:pt idx="139">
                        <c:v>161.99992717813379</c:v>
                      </c:pt>
                      <c:pt idx="140">
                        <c:v>165.39349207302908</c:v>
                      </c:pt>
                      <c:pt idx="141">
                        <c:v>188.7736254521333</c:v>
                      </c:pt>
                      <c:pt idx="142">
                        <c:v>178.08278990936628</c:v>
                      </c:pt>
                      <c:pt idx="143">
                        <c:v>144.43842337954192</c:v>
                      </c:pt>
                      <c:pt idx="144">
                        <c:v>105.60650396636449</c:v>
                      </c:pt>
                      <c:pt idx="145">
                        <c:v>67.491063357073372</c:v>
                      </c:pt>
                      <c:pt idx="146">
                        <c:v>42.845943474040006</c:v>
                      </c:pt>
                      <c:pt idx="147">
                        <c:v>26.285849106544433</c:v>
                      </c:pt>
                      <c:pt idx="148">
                        <c:v>20.38211829470886</c:v>
                      </c:pt>
                      <c:pt idx="149">
                        <c:v>23.068562006091142</c:v>
                      </c:pt>
                      <c:pt idx="150">
                        <c:v>45.826547979257796</c:v>
                      </c:pt>
                      <c:pt idx="151">
                        <c:v>72.17687483411558</c:v>
                      </c:pt>
                      <c:pt idx="152">
                        <c:v>87.728004955575571</c:v>
                      </c:pt>
                      <c:pt idx="153">
                        <c:v>93.636023982499978</c:v>
                      </c:pt>
                      <c:pt idx="154">
                        <c:v>102.13671508570441</c:v>
                      </c:pt>
                      <c:pt idx="155">
                        <c:v>111.6908807825353</c:v>
                      </c:pt>
                      <c:pt idx="156">
                        <c:v>115.97821468782639</c:v>
                      </c:pt>
                      <c:pt idx="157">
                        <c:v>126.67077626835311</c:v>
                      </c:pt>
                      <c:pt idx="158">
                        <c:v>131.2831842019782</c:v>
                      </c:pt>
                      <c:pt idx="159">
                        <c:v>129.832459403629</c:v>
                      </c:pt>
                      <c:pt idx="160">
                        <c:v>124.9914031833088</c:v>
                      </c:pt>
                      <c:pt idx="161">
                        <c:v>138.33061616827581</c:v>
                      </c:pt>
                      <c:pt idx="162">
                        <c:v>134.3216134690181</c:v>
                      </c:pt>
                      <c:pt idx="163">
                        <c:v>149.2954218919796</c:v>
                      </c:pt>
                      <c:pt idx="164">
                        <c:v>162.75323810401332</c:v>
                      </c:pt>
                      <c:pt idx="165">
                        <c:v>184.5962578445376</c:v>
                      </c:pt>
                      <c:pt idx="166">
                        <c:v>177.2678346692351</c:v>
                      </c:pt>
                      <c:pt idx="167">
                        <c:v>142.81450432554411</c:v>
                      </c:pt>
                      <c:pt idx="168">
                        <c:v>99.999884404402223</c:v>
                      </c:pt>
                      <c:pt idx="169">
                        <c:v>63.408227359591095</c:v>
                      </c:pt>
                      <c:pt idx="170">
                        <c:v>39.438362108706706</c:v>
                      </c:pt>
                      <c:pt idx="171">
                        <c:v>26.195862677419999</c:v>
                      </c:pt>
                      <c:pt idx="172">
                        <c:v>20.526046578646692</c:v>
                      </c:pt>
                      <c:pt idx="173">
                        <c:v>23.772390544108859</c:v>
                      </c:pt>
                      <c:pt idx="174">
                        <c:v>47.3053443569667</c:v>
                      </c:pt>
                      <c:pt idx="175">
                        <c:v>76.877470424962254</c:v>
                      </c:pt>
                      <c:pt idx="176">
                        <c:v>96.516519699588898</c:v>
                      </c:pt>
                      <c:pt idx="177">
                        <c:v>104.39307914090219</c:v>
                      </c:pt>
                      <c:pt idx="178">
                        <c:v>111.13002987542001</c:v>
                      </c:pt>
                      <c:pt idx="179">
                        <c:v>118.0150754331068</c:v>
                      </c:pt>
                      <c:pt idx="180">
                        <c:v>122.0517439321776</c:v>
                      </c:pt>
                      <c:pt idx="181">
                        <c:v>132.6502738301707</c:v>
                      </c:pt>
                      <c:pt idx="182">
                        <c:v>136.5306931872999</c:v>
                      </c:pt>
                      <c:pt idx="183">
                        <c:v>135.02537612864259</c:v>
                      </c:pt>
                      <c:pt idx="184">
                        <c:v>126.7642163173107</c:v>
                      </c:pt>
                      <c:pt idx="185">
                        <c:v>137.02077524041522</c:v>
                      </c:pt>
                      <c:pt idx="186">
                        <c:v>136.31634331581381</c:v>
                      </c:pt>
                      <c:pt idx="187">
                        <c:v>153.27873788972218</c:v>
                      </c:pt>
                      <c:pt idx="188">
                        <c:v>163.28835708010021</c:v>
                      </c:pt>
                      <c:pt idx="189">
                        <c:v>183.4327156113269</c:v>
                      </c:pt>
                      <c:pt idx="190">
                        <c:v>179.78474140213959</c:v>
                      </c:pt>
                      <c:pt idx="191">
                        <c:v>152.7414831265551</c:v>
                      </c:pt>
                      <c:pt idx="192">
                        <c:v>115.3039352714089</c:v>
                      </c:pt>
                      <c:pt idx="193">
                        <c:v>79.315965207751091</c:v>
                      </c:pt>
                      <c:pt idx="194">
                        <c:v>51.033445249822194</c:v>
                      </c:pt>
                      <c:pt idx="195">
                        <c:v>33.54496771068667</c:v>
                      </c:pt>
                      <c:pt idx="196">
                        <c:v>23.61883863296891</c:v>
                      </c:pt>
                      <c:pt idx="197">
                        <c:v>22.055808077435511</c:v>
                      </c:pt>
                      <c:pt idx="198">
                        <c:v>37.006114670757768</c:v>
                      </c:pt>
                      <c:pt idx="199">
                        <c:v>53.433294376626705</c:v>
                      </c:pt>
                      <c:pt idx="200">
                        <c:v>75.532332894020072</c:v>
                      </c:pt>
                      <c:pt idx="201">
                        <c:v>95.146678313557743</c:v>
                      </c:pt>
                      <c:pt idx="202">
                        <c:v>109.95641648261744</c:v>
                      </c:pt>
                      <c:pt idx="203">
                        <c:v>121.782186246767</c:v>
                      </c:pt>
                      <c:pt idx="204">
                        <c:v>120.16638657659961</c:v>
                      </c:pt>
                      <c:pt idx="205">
                        <c:v>126.5289468663223</c:v>
                      </c:pt>
                      <c:pt idx="206">
                        <c:v>156.78430808169742</c:v>
                      </c:pt>
                      <c:pt idx="207">
                        <c:v>149.48602064174838</c:v>
                      </c:pt>
                      <c:pt idx="208">
                        <c:v>133.86604156301729</c:v>
                      </c:pt>
                      <c:pt idx="209">
                        <c:v>140.26856385301599</c:v>
                      </c:pt>
                      <c:pt idx="210">
                        <c:v>136.13520548265342</c:v>
                      </c:pt>
                      <c:pt idx="211">
                        <c:v>154.14889328598912</c:v>
                      </c:pt>
                      <c:pt idx="212">
                        <c:v>167.20270906733072</c:v>
                      </c:pt>
                      <c:pt idx="213">
                        <c:v>188.5103729853758</c:v>
                      </c:pt>
                      <c:pt idx="214">
                        <c:v>187.57489227723539</c:v>
                      </c:pt>
                      <c:pt idx="215">
                        <c:v>158.13186140307769</c:v>
                      </c:pt>
                      <c:pt idx="216">
                        <c:v>116.52080881361978</c:v>
                      </c:pt>
                      <c:pt idx="217">
                        <c:v>76.956353392971153</c:v>
                      </c:pt>
                      <c:pt idx="218">
                        <c:v>48.060698346737759</c:v>
                      </c:pt>
                      <c:pt idx="219">
                        <c:v>30.58222516357338</c:v>
                      </c:pt>
                      <c:pt idx="220">
                        <c:v>22.077239534339981</c:v>
                      </c:pt>
                      <c:pt idx="221">
                        <c:v>21.750619500848888</c:v>
                      </c:pt>
                      <c:pt idx="222">
                        <c:v>38.153602395919982</c:v>
                      </c:pt>
                      <c:pt idx="223">
                        <c:v>57.705586498664424</c:v>
                      </c:pt>
                      <c:pt idx="224">
                        <c:v>77.926934957357801</c:v>
                      </c:pt>
                      <c:pt idx="225">
                        <c:v>92.894390073568914</c:v>
                      </c:pt>
                      <c:pt idx="226">
                        <c:v>104.49897997614663</c:v>
                      </c:pt>
                      <c:pt idx="227">
                        <c:v>115.2755538767023</c:v>
                      </c:pt>
                      <c:pt idx="228">
                        <c:v>118.68579439012029</c:v>
                      </c:pt>
                      <c:pt idx="229">
                        <c:v>134.32380363381139</c:v>
                      </c:pt>
                      <c:pt idx="230">
                        <c:v>143.12781124127591</c:v>
                      </c:pt>
                      <c:pt idx="231">
                        <c:v>139.11983862829109</c:v>
                      </c:pt>
                      <c:pt idx="232">
                        <c:v>128.13330499921381</c:v>
                      </c:pt>
                      <c:pt idx="233">
                        <c:v>138.30100046205371</c:v>
                      </c:pt>
                      <c:pt idx="234">
                        <c:v>135.40376634580429</c:v>
                      </c:pt>
                      <c:pt idx="235">
                        <c:v>150.16915957377969</c:v>
                      </c:pt>
                      <c:pt idx="236">
                        <c:v>166.05034646744639</c:v>
                      </c:pt>
                      <c:pt idx="237">
                        <c:v>188.88557696114461</c:v>
                      </c:pt>
                      <c:pt idx="238">
                        <c:v>177.29217437584018</c:v>
                      </c:pt>
                      <c:pt idx="239">
                        <c:v>143.26071628325792</c:v>
                      </c:pt>
                      <c:pt idx="240">
                        <c:v>99.56512761578665</c:v>
                      </c:pt>
                      <c:pt idx="241">
                        <c:v>62.89577206540671</c:v>
                      </c:pt>
                      <c:pt idx="242">
                        <c:v>38.254891434051103</c:v>
                      </c:pt>
                      <c:pt idx="243">
                        <c:v>25.275388919977811</c:v>
                      </c:pt>
                      <c:pt idx="244">
                        <c:v>19.916242330779991</c:v>
                      </c:pt>
                      <c:pt idx="245">
                        <c:v>21.97775943199332</c:v>
                      </c:pt>
                      <c:pt idx="246">
                        <c:v>43.756624053191089</c:v>
                      </c:pt>
                      <c:pt idx="247">
                        <c:v>69.658641565513364</c:v>
                      </c:pt>
                      <c:pt idx="248">
                        <c:v>84.09655516427334</c:v>
                      </c:pt>
                      <c:pt idx="249">
                        <c:v>90.698425946079993</c:v>
                      </c:pt>
                      <c:pt idx="250">
                        <c:v>100.0163232440044</c:v>
                      </c:pt>
                      <c:pt idx="251">
                        <c:v>110.66210921266</c:v>
                      </c:pt>
                      <c:pt idx="252">
                        <c:v>115.97272860940009</c:v>
                      </c:pt>
                      <c:pt idx="253">
                        <c:v>127.52865909298909</c:v>
                      </c:pt>
                      <c:pt idx="254">
                        <c:v>132.31884629045561</c:v>
                      </c:pt>
                      <c:pt idx="255">
                        <c:v>130.44443851973512</c:v>
                      </c:pt>
                      <c:pt idx="256">
                        <c:v>128.9711099100399</c:v>
                      </c:pt>
                      <c:pt idx="257">
                        <c:v>141.42641198633959</c:v>
                      </c:pt>
                      <c:pt idx="258">
                        <c:v>136.1182023736462</c:v>
                      </c:pt>
                      <c:pt idx="259">
                        <c:v>150.52892883788189</c:v>
                      </c:pt>
                      <c:pt idx="260">
                        <c:v>165.95506513614879</c:v>
                      </c:pt>
                      <c:pt idx="261">
                        <c:v>186.31520275076201</c:v>
                      </c:pt>
                      <c:pt idx="262">
                        <c:v>175.9356366342441</c:v>
                      </c:pt>
                      <c:pt idx="263">
                        <c:v>139.93117904003159</c:v>
                      </c:pt>
                      <c:pt idx="264">
                        <c:v>95.791924918048892</c:v>
                      </c:pt>
                      <c:pt idx="265">
                        <c:v>59.147263788480018</c:v>
                      </c:pt>
                      <c:pt idx="266">
                        <c:v>36.053887522119965</c:v>
                      </c:pt>
                      <c:pt idx="267">
                        <c:v>24.312377141197793</c:v>
                      </c:pt>
                      <c:pt idx="268">
                        <c:v>19.482274261664458</c:v>
                      </c:pt>
                      <c:pt idx="269">
                        <c:v>21.701853778693341</c:v>
                      </c:pt>
                      <c:pt idx="270">
                        <c:v>44.521700135388912</c:v>
                      </c:pt>
                      <c:pt idx="271">
                        <c:v>72.115615756491181</c:v>
                      </c:pt>
                      <c:pt idx="272">
                        <c:v>85.819985936315575</c:v>
                      </c:pt>
                      <c:pt idx="273">
                        <c:v>93.069457693051092</c:v>
                      </c:pt>
                      <c:pt idx="274">
                        <c:v>102.33014339354891</c:v>
                      </c:pt>
                      <c:pt idx="275">
                        <c:v>112.58489680569781</c:v>
                      </c:pt>
                      <c:pt idx="276">
                        <c:v>117.41505375395121</c:v>
                      </c:pt>
                      <c:pt idx="277">
                        <c:v>127.74397103871961</c:v>
                      </c:pt>
                      <c:pt idx="278">
                        <c:v>132.5075179025464</c:v>
                      </c:pt>
                      <c:pt idx="279">
                        <c:v>130.83965855848891</c:v>
                      </c:pt>
                      <c:pt idx="280">
                        <c:v>129.41280026116479</c:v>
                      </c:pt>
                      <c:pt idx="281">
                        <c:v>139.72393477169371</c:v>
                      </c:pt>
                      <c:pt idx="282">
                        <c:v>135.56918754324221</c:v>
                      </c:pt>
                      <c:pt idx="283">
                        <c:v>152.84702279296931</c:v>
                      </c:pt>
                      <c:pt idx="284">
                        <c:v>169.72420534561988</c:v>
                      </c:pt>
                      <c:pt idx="285">
                        <c:v>191.09661512841132</c:v>
                      </c:pt>
                      <c:pt idx="286">
                        <c:v>178.78581174689381</c:v>
                      </c:pt>
                      <c:pt idx="287">
                        <c:v>141.10006644070489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9-4CCE-4206-81AF-7668647A5ABE}"/>
                  </c:ext>
                </c:extLst>
              </c15:ser>
            </c15:filteredLineSeries>
            <c15:filteredLineSeries>
              <c15:ser>
                <c:idx val="22"/>
                <c:order val="2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12-10-2026'!$X$1</c15:sqref>
                        </c15:formulaRef>
                      </c:ext>
                    </c:extLst>
                    <c:strCache>
                      <c:ptCount val="1"/>
                      <c:pt idx="0">
                        <c:v>EPG MUS GI Troughput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12-10-2026'!$X$2:$X$289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9.2491591666111148</c:v>
                      </c:pt>
                      <c:pt idx="1">
                        <c:v>5.7688277236444421</c:v>
                      </c:pt>
                      <c:pt idx="2">
                        <c:v>3.6731064566444398</c:v>
                      </c:pt>
                      <c:pt idx="3">
                        <c:v>2.5901285877177731</c:v>
                      </c:pt>
                      <c:pt idx="4">
                        <c:v>2.0126366985333393</c:v>
                      </c:pt>
                      <c:pt idx="5">
                        <c:v>2.6824386961733371</c:v>
                      </c:pt>
                      <c:pt idx="6">
                        <c:v>5.426062050153333</c:v>
                      </c:pt>
                      <c:pt idx="7">
                        <c:v>7.8449363191644412</c:v>
                      </c:pt>
                      <c:pt idx="8">
                        <c:v>9.0066171938088804</c:v>
                      </c:pt>
                      <c:pt idx="9">
                        <c:v>9.3718681363488834</c:v>
                      </c:pt>
                      <c:pt idx="10">
                        <c:v>10.111693883526661</c:v>
                      </c:pt>
                      <c:pt idx="11">
                        <c:v>11.232899533584412</c:v>
                      </c:pt>
                      <c:pt idx="12">
                        <c:v>12.426329912446631</c:v>
                      </c:pt>
                      <c:pt idx="13">
                        <c:v>13.57508041928223</c:v>
                      </c:pt>
                      <c:pt idx="14">
                        <c:v>14.07859030418223</c:v>
                      </c:pt>
                      <c:pt idx="15">
                        <c:v>14.029291241480051</c:v>
                      </c:pt>
                      <c:pt idx="16">
                        <c:v>12.741551898608877</c:v>
                      </c:pt>
                      <c:pt idx="17">
                        <c:v>13.3196436140556</c:v>
                      </c:pt>
                      <c:pt idx="18">
                        <c:v>13.184478628817791</c:v>
                      </c:pt>
                      <c:pt idx="19">
                        <c:v>14.63898057683776</c:v>
                      </c:pt>
                      <c:pt idx="20">
                        <c:v>15.51274944300228</c:v>
                      </c:pt>
                      <c:pt idx="21">
                        <c:v>17.432057244060029</c:v>
                      </c:pt>
                      <c:pt idx="22">
                        <c:v>17.016248599315549</c:v>
                      </c:pt>
                      <c:pt idx="23">
                        <c:v>13.977355911088878</c:v>
                      </c:pt>
                      <c:pt idx="24">
                        <c:v>10.177956432697771</c:v>
                      </c:pt>
                      <c:pt idx="25">
                        <c:v>6.88337158843777</c:v>
                      </c:pt>
                      <c:pt idx="26">
                        <c:v>4.2329755542111078</c:v>
                      </c:pt>
                      <c:pt idx="27">
                        <c:v>2.8864153993488872</c:v>
                      </c:pt>
                      <c:pt idx="28">
                        <c:v>2.1964278398733317</c:v>
                      </c:pt>
                      <c:pt idx="29">
                        <c:v>2.5720232512111147</c:v>
                      </c:pt>
                      <c:pt idx="30">
                        <c:v>4.5115870169111165</c:v>
                      </c:pt>
                      <c:pt idx="31">
                        <c:v>6.4775718585000055</c:v>
                      </c:pt>
                      <c:pt idx="32">
                        <c:v>8.7650930070666604</c:v>
                      </c:pt>
                      <c:pt idx="33">
                        <c:v>10.121409034802211</c:v>
                      </c:pt>
                      <c:pt idx="34">
                        <c:v>11.274870687184487</c:v>
                      </c:pt>
                      <c:pt idx="35">
                        <c:v>12.295383209679956</c:v>
                      </c:pt>
                      <c:pt idx="36">
                        <c:v>12.419765464586666</c:v>
                      </c:pt>
                      <c:pt idx="37">
                        <c:v>13.272990113624489</c:v>
                      </c:pt>
                      <c:pt idx="38">
                        <c:v>15.59373344458001</c:v>
                      </c:pt>
                      <c:pt idx="39">
                        <c:v>15.1826019511222</c:v>
                      </c:pt>
                      <c:pt idx="40">
                        <c:v>12.943761534815522</c:v>
                      </c:pt>
                      <c:pt idx="41">
                        <c:v>13.11953089685109</c:v>
                      </c:pt>
                      <c:pt idx="42">
                        <c:v>12.960683449817759</c:v>
                      </c:pt>
                      <c:pt idx="43">
                        <c:v>14.670390628393321</c:v>
                      </c:pt>
                      <c:pt idx="44">
                        <c:v>15.593031839557739</c:v>
                      </c:pt>
                      <c:pt idx="45">
                        <c:v>17.732122618486702</c:v>
                      </c:pt>
                      <c:pt idx="46">
                        <c:v>17.477182293248919</c:v>
                      </c:pt>
                      <c:pt idx="47">
                        <c:v>14.894176420240001</c:v>
                      </c:pt>
                      <c:pt idx="48">
                        <c:v>10.869745654931078</c:v>
                      </c:pt>
                      <c:pt idx="49">
                        <c:v>7.1808004575066651</c:v>
                      </c:pt>
                      <c:pt idx="50">
                        <c:v>4.4181617366266712</c:v>
                      </c:pt>
                      <c:pt idx="51">
                        <c:v>2.9640081384355601</c:v>
                      </c:pt>
                      <c:pt idx="52">
                        <c:v>2.2403135142800021</c:v>
                      </c:pt>
                      <c:pt idx="53">
                        <c:v>2.613725706111115</c:v>
                      </c:pt>
                      <c:pt idx="54">
                        <c:v>4.6553651322777769</c:v>
                      </c:pt>
                      <c:pt idx="55">
                        <c:v>6.6096130854066626</c:v>
                      </c:pt>
                      <c:pt idx="56">
                        <c:v>8.6756830164977874</c:v>
                      </c:pt>
                      <c:pt idx="57">
                        <c:v>9.9063847339333275</c:v>
                      </c:pt>
                      <c:pt idx="58">
                        <c:v>10.720046056093333</c:v>
                      </c:pt>
                      <c:pt idx="59">
                        <c:v>11.732837483897756</c:v>
                      </c:pt>
                      <c:pt idx="60">
                        <c:v>12.473466498491078</c:v>
                      </c:pt>
                      <c:pt idx="61">
                        <c:v>13.72864501297113</c:v>
                      </c:pt>
                      <c:pt idx="62">
                        <c:v>14.42664158446442</c:v>
                      </c:pt>
                      <c:pt idx="63">
                        <c:v>14.00053978418441</c:v>
                      </c:pt>
                      <c:pt idx="64">
                        <c:v>12.472751280731133</c:v>
                      </c:pt>
                      <c:pt idx="65">
                        <c:v>12.824159915162271</c:v>
                      </c:pt>
                      <c:pt idx="66">
                        <c:v>12.45457286665337</c:v>
                      </c:pt>
                      <c:pt idx="67">
                        <c:v>13.73351604269328</c:v>
                      </c:pt>
                      <c:pt idx="68">
                        <c:v>14.568133972955579</c:v>
                      </c:pt>
                      <c:pt idx="69">
                        <c:v>16.5963800156422</c:v>
                      </c:pt>
                      <c:pt idx="70">
                        <c:v>16.350076954073298</c:v>
                      </c:pt>
                      <c:pt idx="71">
                        <c:v>13.140560990226689</c:v>
                      </c:pt>
                      <c:pt idx="72">
                        <c:v>8.7117314543888895</c:v>
                      </c:pt>
                      <c:pt idx="73">
                        <c:v>5.3404931932622262</c:v>
                      </c:pt>
                      <c:pt idx="74">
                        <c:v>3.3529135220688917</c:v>
                      </c:pt>
                      <c:pt idx="75">
                        <c:v>2.3315792156933308</c:v>
                      </c:pt>
                      <c:pt idx="76">
                        <c:v>1.9091119596866657</c:v>
                      </c:pt>
                      <c:pt idx="77">
                        <c:v>2.443633966008889</c:v>
                      </c:pt>
                      <c:pt idx="78">
                        <c:v>4.9701782605177804</c:v>
                      </c:pt>
                      <c:pt idx="79">
                        <c:v>7.0125873588755496</c:v>
                      </c:pt>
                      <c:pt idx="80">
                        <c:v>8.2215523392999934</c:v>
                      </c:pt>
                      <c:pt idx="81">
                        <c:v>8.5493138092888898</c:v>
                      </c:pt>
                      <c:pt idx="82">
                        <c:v>9.3485511341999992</c:v>
                      </c:pt>
                      <c:pt idx="83">
                        <c:v>10.499055385891108</c:v>
                      </c:pt>
                      <c:pt idx="84">
                        <c:v>11.52154186623115</c:v>
                      </c:pt>
                      <c:pt idx="85">
                        <c:v>12.54694749567998</c:v>
                      </c:pt>
                      <c:pt idx="86">
                        <c:v>12.950883748986699</c:v>
                      </c:pt>
                      <c:pt idx="87">
                        <c:v>12.763475455322178</c:v>
                      </c:pt>
                      <c:pt idx="88">
                        <c:v>12.001337630826622</c:v>
                      </c:pt>
                      <c:pt idx="89">
                        <c:v>12.63898010439774</c:v>
                      </c:pt>
                      <c:pt idx="90">
                        <c:v>12.36216724609109</c:v>
                      </c:pt>
                      <c:pt idx="91">
                        <c:v>13.90485213086667</c:v>
                      </c:pt>
                      <c:pt idx="92">
                        <c:v>14.901458670682189</c:v>
                      </c:pt>
                      <c:pt idx="93">
                        <c:v>16.921716680084451</c:v>
                      </c:pt>
                      <c:pt idx="94">
                        <c:v>16.147638546719982</c:v>
                      </c:pt>
                      <c:pt idx="95">
                        <c:v>12.874181852415576</c:v>
                      </c:pt>
                      <c:pt idx="96">
                        <c:v>8.6485953323533433</c:v>
                      </c:pt>
                      <c:pt idx="97">
                        <c:v>5.3549433781777793</c:v>
                      </c:pt>
                      <c:pt idx="98">
                        <c:v>3.2803518688333302</c:v>
                      </c:pt>
                      <c:pt idx="99">
                        <c:v>2.2482868260577757</c:v>
                      </c:pt>
                      <c:pt idx="100">
                        <c:v>1.8753758068622155</c:v>
                      </c:pt>
                      <c:pt idx="101">
                        <c:v>2.5181662793200039</c:v>
                      </c:pt>
                      <c:pt idx="102">
                        <c:v>5.1444416223488867</c:v>
                      </c:pt>
                      <c:pt idx="103">
                        <c:v>7.4922046938933375</c:v>
                      </c:pt>
                      <c:pt idx="104">
                        <c:v>8.7228665471933358</c:v>
                      </c:pt>
                      <c:pt idx="105">
                        <c:v>8.9986054737311196</c:v>
                      </c:pt>
                      <c:pt idx="106">
                        <c:v>9.7273456754977783</c:v>
                      </c:pt>
                      <c:pt idx="107">
                        <c:v>10.969854683248899</c:v>
                      </c:pt>
                      <c:pt idx="108">
                        <c:v>11.969300117566689</c:v>
                      </c:pt>
                      <c:pt idx="109">
                        <c:v>13.05678067496887</c:v>
                      </c:pt>
                      <c:pt idx="110">
                        <c:v>13.263579616304481</c:v>
                      </c:pt>
                      <c:pt idx="111">
                        <c:v>13.019897516997757</c:v>
                      </c:pt>
                      <c:pt idx="112">
                        <c:v>12.112643180877766</c:v>
                      </c:pt>
                      <c:pt idx="113">
                        <c:v>12.68506637174449</c:v>
                      </c:pt>
                      <c:pt idx="114">
                        <c:v>12.60736581268446</c:v>
                      </c:pt>
                      <c:pt idx="115">
                        <c:v>14.096096462288841</c:v>
                      </c:pt>
                      <c:pt idx="116">
                        <c:v>15.254989144964481</c:v>
                      </c:pt>
                      <c:pt idx="117">
                        <c:v>17.31180655107331</c:v>
                      </c:pt>
                      <c:pt idx="118">
                        <c:v>16.38847542284223</c:v>
                      </c:pt>
                      <c:pt idx="119">
                        <c:v>13.079243777471156</c:v>
                      </c:pt>
                      <c:pt idx="120">
                        <c:v>8.6157294633555583</c:v>
                      </c:pt>
                      <c:pt idx="121">
                        <c:v>5.3254103512244431</c:v>
                      </c:pt>
                      <c:pt idx="122">
                        <c:v>3.191146936415556</c:v>
                      </c:pt>
                      <c:pt idx="123">
                        <c:v>2.2141335463511065</c:v>
                      </c:pt>
                      <c:pt idx="124">
                        <c:v>1.8648801711177756</c:v>
                      </c:pt>
                      <c:pt idx="125">
                        <c:v>2.4608290255711092</c:v>
                      </c:pt>
                      <c:pt idx="126">
                        <c:v>5.1710123930866647</c:v>
                      </c:pt>
                      <c:pt idx="127">
                        <c:v>7.5168698660444484</c:v>
                      </c:pt>
                      <c:pt idx="128">
                        <c:v>8.924241147586665</c:v>
                      </c:pt>
                      <c:pt idx="129">
                        <c:v>9.0599453651066657</c:v>
                      </c:pt>
                      <c:pt idx="130">
                        <c:v>9.9068075315599966</c:v>
                      </c:pt>
                      <c:pt idx="131">
                        <c:v>10.768327312191115</c:v>
                      </c:pt>
                      <c:pt idx="132">
                        <c:v>12.12740880886221</c:v>
                      </c:pt>
                      <c:pt idx="133">
                        <c:v>14.02927946344221</c:v>
                      </c:pt>
                      <c:pt idx="134">
                        <c:v>14.36104436406446</c:v>
                      </c:pt>
                      <c:pt idx="135">
                        <c:v>13.95310667273772</c:v>
                      </c:pt>
                      <c:pt idx="136">
                        <c:v>12.470038421559956</c:v>
                      </c:pt>
                      <c:pt idx="137">
                        <c:v>12.93160670739559</c:v>
                      </c:pt>
                      <c:pt idx="138">
                        <c:v>13.07110270126889</c:v>
                      </c:pt>
                      <c:pt idx="139">
                        <c:v>14.50773402090892</c:v>
                      </c:pt>
                      <c:pt idx="140">
                        <c:v>15.500191078646699</c:v>
                      </c:pt>
                      <c:pt idx="141">
                        <c:v>17.41131919879777</c:v>
                      </c:pt>
                      <c:pt idx="142">
                        <c:v>16.57164595072221</c:v>
                      </c:pt>
                      <c:pt idx="143">
                        <c:v>13.006093863988911</c:v>
                      </c:pt>
                      <c:pt idx="144">
                        <c:v>8.8127632131333424</c:v>
                      </c:pt>
                      <c:pt idx="145">
                        <c:v>5.4343248757711198</c:v>
                      </c:pt>
                      <c:pt idx="146">
                        <c:v>3.3869635424844349</c:v>
                      </c:pt>
                      <c:pt idx="147">
                        <c:v>2.3275181755644412</c:v>
                      </c:pt>
                      <c:pt idx="148">
                        <c:v>1.9245996699622212</c:v>
                      </c:pt>
                      <c:pt idx="149">
                        <c:v>2.5789931645866688</c:v>
                      </c:pt>
                      <c:pt idx="150">
                        <c:v>5.4655685724488929</c:v>
                      </c:pt>
                      <c:pt idx="151">
                        <c:v>7.8999614420644422</c:v>
                      </c:pt>
                      <c:pt idx="152">
                        <c:v>9.1038392669844441</c:v>
                      </c:pt>
                      <c:pt idx="153">
                        <c:v>9.2688758674933247</c:v>
                      </c:pt>
                      <c:pt idx="154">
                        <c:v>10.014104581991107</c:v>
                      </c:pt>
                      <c:pt idx="155">
                        <c:v>11.147004297120011</c:v>
                      </c:pt>
                      <c:pt idx="156">
                        <c:v>11.999364011446641</c:v>
                      </c:pt>
                      <c:pt idx="157">
                        <c:v>13.00756320207107</c:v>
                      </c:pt>
                      <c:pt idx="158">
                        <c:v>13.409720673306671</c:v>
                      </c:pt>
                      <c:pt idx="159">
                        <c:v>13.028153809875556</c:v>
                      </c:pt>
                      <c:pt idx="160">
                        <c:v>12.393416204224476</c:v>
                      </c:pt>
                      <c:pt idx="161">
                        <c:v>13.359674102346679</c:v>
                      </c:pt>
                      <c:pt idx="162">
                        <c:v>13.18773616275997</c:v>
                      </c:pt>
                      <c:pt idx="163">
                        <c:v>14.678317780017771</c:v>
                      </c:pt>
                      <c:pt idx="164">
                        <c:v>15.65948091227998</c:v>
                      </c:pt>
                      <c:pt idx="165">
                        <c:v>17.417726040388899</c:v>
                      </c:pt>
                      <c:pt idx="166">
                        <c:v>16.491978440522271</c:v>
                      </c:pt>
                      <c:pt idx="167">
                        <c:v>13.001447788135545</c:v>
                      </c:pt>
                      <c:pt idx="168">
                        <c:v>8.6509270466399926</c:v>
                      </c:pt>
                      <c:pt idx="169">
                        <c:v>5.3311339105555566</c:v>
                      </c:pt>
                      <c:pt idx="170">
                        <c:v>3.3447635288933331</c:v>
                      </c:pt>
                      <c:pt idx="171">
                        <c:v>2.3642665727822196</c:v>
                      </c:pt>
                      <c:pt idx="172">
                        <c:v>1.9719390516999991</c:v>
                      </c:pt>
                      <c:pt idx="173">
                        <c:v>2.6485028925066638</c:v>
                      </c:pt>
                      <c:pt idx="174">
                        <c:v>5.5798250569955581</c:v>
                      </c:pt>
                      <c:pt idx="175">
                        <c:v>8.3823031880333403</c:v>
                      </c:pt>
                      <c:pt idx="176">
                        <c:v>10.151679917731116</c:v>
                      </c:pt>
                      <c:pt idx="177">
                        <c:v>9.846394561551115</c:v>
                      </c:pt>
                      <c:pt idx="178">
                        <c:v>10.280972046946662</c:v>
                      </c:pt>
                      <c:pt idx="179">
                        <c:v>11.190773305680001</c:v>
                      </c:pt>
                      <c:pt idx="180">
                        <c:v>12.226920123457779</c:v>
                      </c:pt>
                      <c:pt idx="181">
                        <c:v>13.324851642177791</c:v>
                      </c:pt>
                      <c:pt idx="182">
                        <c:v>13.60674626461115</c:v>
                      </c:pt>
                      <c:pt idx="183">
                        <c:v>13.51786714425551</c:v>
                      </c:pt>
                      <c:pt idx="184">
                        <c:v>12.623506430073343</c:v>
                      </c:pt>
                      <c:pt idx="185">
                        <c:v>13.350186677251081</c:v>
                      </c:pt>
                      <c:pt idx="186">
                        <c:v>13.448854452453331</c:v>
                      </c:pt>
                      <c:pt idx="187">
                        <c:v>14.89528495870224</c:v>
                      </c:pt>
                      <c:pt idx="188">
                        <c:v>15.744953071111091</c:v>
                      </c:pt>
                      <c:pt idx="189">
                        <c:v>17.589479169375579</c:v>
                      </c:pt>
                      <c:pt idx="190">
                        <c:v>16.720820337086639</c:v>
                      </c:pt>
                      <c:pt idx="191">
                        <c:v>13.79207775767332</c:v>
                      </c:pt>
                      <c:pt idx="192">
                        <c:v>10.070013899400001</c:v>
                      </c:pt>
                      <c:pt idx="193">
                        <c:v>6.7431355506577866</c:v>
                      </c:pt>
                      <c:pt idx="194">
                        <c:v>4.3546675927711069</c:v>
                      </c:pt>
                      <c:pt idx="195">
                        <c:v>2.9564958727333313</c:v>
                      </c:pt>
                      <c:pt idx="196">
                        <c:v>2.3150017454599978</c:v>
                      </c:pt>
                      <c:pt idx="197">
                        <c:v>2.523913039011108</c:v>
                      </c:pt>
                      <c:pt idx="198">
                        <c:v>4.6145953358599927</c:v>
                      </c:pt>
                      <c:pt idx="199">
                        <c:v>6.6696888574466673</c:v>
                      </c:pt>
                      <c:pt idx="200">
                        <c:v>9.1472215763400015</c:v>
                      </c:pt>
                      <c:pt idx="201">
                        <c:v>10.685781580455567</c:v>
                      </c:pt>
                      <c:pt idx="202">
                        <c:v>11.549045547602265</c:v>
                      </c:pt>
                      <c:pt idx="203">
                        <c:v>12.351859041600012</c:v>
                      </c:pt>
                      <c:pt idx="204">
                        <c:v>12.161339351406644</c:v>
                      </c:pt>
                      <c:pt idx="205">
                        <c:v>13.003464752004421</c:v>
                      </c:pt>
                      <c:pt idx="206">
                        <c:v>15.226947505671099</c:v>
                      </c:pt>
                      <c:pt idx="207">
                        <c:v>14.65377598290665</c:v>
                      </c:pt>
                      <c:pt idx="208">
                        <c:v>13.182990429451122</c:v>
                      </c:pt>
                      <c:pt idx="209">
                        <c:v>13.681444378446731</c:v>
                      </c:pt>
                      <c:pt idx="210">
                        <c:v>13.39370481069111</c:v>
                      </c:pt>
                      <c:pt idx="211">
                        <c:v>15.076244578942241</c:v>
                      </c:pt>
                      <c:pt idx="212">
                        <c:v>16.115387760811121</c:v>
                      </c:pt>
                      <c:pt idx="213">
                        <c:v>17.859739001233329</c:v>
                      </c:pt>
                      <c:pt idx="214">
                        <c:v>16.919223256908928</c:v>
                      </c:pt>
                      <c:pt idx="215">
                        <c:v>13.919124229871102</c:v>
                      </c:pt>
                      <c:pt idx="216">
                        <c:v>10.105854006202222</c:v>
                      </c:pt>
                      <c:pt idx="217">
                        <c:v>6.4290915331644332</c:v>
                      </c:pt>
                      <c:pt idx="218">
                        <c:v>4.0584048673311157</c:v>
                      </c:pt>
                      <c:pt idx="219">
                        <c:v>2.6863126524555527</c:v>
                      </c:pt>
                      <c:pt idx="220">
                        <c:v>2.1386476993888901</c:v>
                      </c:pt>
                      <c:pt idx="221">
                        <c:v>2.4610126313800014</c:v>
                      </c:pt>
                      <c:pt idx="222">
                        <c:v>4.7828105520222213</c:v>
                      </c:pt>
                      <c:pt idx="223">
                        <c:v>6.7328865625400001</c:v>
                      </c:pt>
                      <c:pt idx="224">
                        <c:v>8.7435984506688875</c:v>
                      </c:pt>
                      <c:pt idx="225">
                        <c:v>9.9391421430355429</c:v>
                      </c:pt>
                      <c:pt idx="226">
                        <c:v>10.596410186664443</c:v>
                      </c:pt>
                      <c:pt idx="227">
                        <c:v>11.276794709286621</c:v>
                      </c:pt>
                      <c:pt idx="228">
                        <c:v>11.7813720417022</c:v>
                      </c:pt>
                      <c:pt idx="229">
                        <c:v>13.256860606882261</c:v>
                      </c:pt>
                      <c:pt idx="230">
                        <c:v>13.79227351644669</c:v>
                      </c:pt>
                      <c:pt idx="231">
                        <c:v>13.228036495653312</c:v>
                      </c:pt>
                      <c:pt idx="232">
                        <c:v>11.969584587004446</c:v>
                      </c:pt>
                      <c:pt idx="233">
                        <c:v>12.460918323264409</c:v>
                      </c:pt>
                      <c:pt idx="234">
                        <c:v>12.35534299758887</c:v>
                      </c:pt>
                      <c:pt idx="235">
                        <c:v>13.86347658938001</c:v>
                      </c:pt>
                      <c:pt idx="236">
                        <c:v>15.131475051715569</c:v>
                      </c:pt>
                      <c:pt idx="237">
                        <c:v>16.830248722311161</c:v>
                      </c:pt>
                      <c:pt idx="238">
                        <c:v>15.711730083184419</c:v>
                      </c:pt>
                      <c:pt idx="239">
                        <c:v>12.162346571908911</c:v>
                      </c:pt>
                      <c:pt idx="240">
                        <c:v>7.9858411347288873</c:v>
                      </c:pt>
                      <c:pt idx="241">
                        <c:v>4.7911298346622209</c:v>
                      </c:pt>
                      <c:pt idx="242">
                        <c:v>2.9611755827555513</c:v>
                      </c:pt>
                      <c:pt idx="243">
                        <c:v>2.1094454207200037</c:v>
                      </c:pt>
                      <c:pt idx="244">
                        <c:v>1.7595869298577791</c:v>
                      </c:pt>
                      <c:pt idx="245">
                        <c:v>2.2115212426799999</c:v>
                      </c:pt>
                      <c:pt idx="246">
                        <c:v>4.8504657738888843</c:v>
                      </c:pt>
                      <c:pt idx="247">
                        <c:v>6.9068436917155651</c:v>
                      </c:pt>
                      <c:pt idx="248">
                        <c:v>8.2018524236555503</c:v>
                      </c:pt>
                      <c:pt idx="249">
                        <c:v>8.3615656775266771</c:v>
                      </c:pt>
                      <c:pt idx="250">
                        <c:v>8.9996661159888891</c:v>
                      </c:pt>
                      <c:pt idx="251">
                        <c:v>10.188300427962226</c:v>
                      </c:pt>
                      <c:pt idx="252">
                        <c:v>11.189231267780045</c:v>
                      </c:pt>
                      <c:pt idx="253">
                        <c:v>12.128596805464488</c:v>
                      </c:pt>
                      <c:pt idx="254">
                        <c:v>12.633862631891109</c:v>
                      </c:pt>
                      <c:pt idx="255">
                        <c:v>12.378438348522245</c:v>
                      </c:pt>
                      <c:pt idx="256">
                        <c:v>12.057151587333378</c:v>
                      </c:pt>
                      <c:pt idx="257">
                        <c:v>12.826628462680031</c:v>
                      </c:pt>
                      <c:pt idx="258">
                        <c:v>12.77399561071336</c:v>
                      </c:pt>
                      <c:pt idx="259">
                        <c:v>14.25008884078666</c:v>
                      </c:pt>
                      <c:pt idx="260">
                        <c:v>15.593510890173329</c:v>
                      </c:pt>
                      <c:pt idx="261">
                        <c:v>17.183185089020032</c:v>
                      </c:pt>
                      <c:pt idx="262">
                        <c:v>15.866873535919989</c:v>
                      </c:pt>
                      <c:pt idx="263">
                        <c:v>12.198263555966657</c:v>
                      </c:pt>
                      <c:pt idx="264">
                        <c:v>7.9094177016488976</c:v>
                      </c:pt>
                      <c:pt idx="265">
                        <c:v>4.8445249625466644</c:v>
                      </c:pt>
                      <c:pt idx="266">
                        <c:v>2.9496883569800061</c:v>
                      </c:pt>
                      <c:pt idx="267">
                        <c:v>2.1361679579955495</c:v>
                      </c:pt>
                      <c:pt idx="268">
                        <c:v>1.8167948954711088</c:v>
                      </c:pt>
                      <c:pt idx="269">
                        <c:v>2.4230231451488944</c:v>
                      </c:pt>
                      <c:pt idx="270">
                        <c:v>5.3240599016399957</c:v>
                      </c:pt>
                      <c:pt idx="271">
                        <c:v>7.7610749336955545</c:v>
                      </c:pt>
                      <c:pt idx="272">
                        <c:v>8.8071792866133389</c:v>
                      </c:pt>
                      <c:pt idx="273">
                        <c:v>8.9556379053599926</c:v>
                      </c:pt>
                      <c:pt idx="274">
                        <c:v>9.6455494596911198</c:v>
                      </c:pt>
                      <c:pt idx="275">
                        <c:v>10.80768868060666</c:v>
                      </c:pt>
                      <c:pt idx="276">
                        <c:v>11.728613546855509</c:v>
                      </c:pt>
                      <c:pt idx="277">
                        <c:v>12.906081562691099</c:v>
                      </c:pt>
                      <c:pt idx="278">
                        <c:v>13.079464651524489</c:v>
                      </c:pt>
                      <c:pt idx="279">
                        <c:v>12.722080088500011</c:v>
                      </c:pt>
                      <c:pt idx="280">
                        <c:v>12.450810475735576</c:v>
                      </c:pt>
                      <c:pt idx="281">
                        <c:v>13.15556675772663</c:v>
                      </c:pt>
                      <c:pt idx="282">
                        <c:v>13.025045681231159</c:v>
                      </c:pt>
                      <c:pt idx="283">
                        <c:v>14.722746284455519</c:v>
                      </c:pt>
                      <c:pt idx="284">
                        <c:v>16.132433583375569</c:v>
                      </c:pt>
                      <c:pt idx="285">
                        <c:v>17.674189370782269</c:v>
                      </c:pt>
                      <c:pt idx="286">
                        <c:v>16.388765912431118</c:v>
                      </c:pt>
                      <c:pt idx="287">
                        <c:v>12.630114787560032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A-4CCE-4206-81AF-7668647A5ABE}"/>
                  </c:ext>
                </c:extLst>
              </c15:ser>
            </c15:filteredLineSeries>
            <c15:filteredLineSeries>
              <c15:ser>
                <c:idx val="23"/>
                <c:order val="2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12-10-2026'!$Y$1</c15:sqref>
                        </c15:formulaRef>
                      </c:ext>
                    </c:extLst>
                    <c:strCache>
                      <c:ptCount val="1"/>
                      <c:pt idx="0">
                        <c:v>EPG MUS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12-10-2026'!$Y$2:$Y$289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112.63244510905113</c:v>
                      </c:pt>
                      <c:pt idx="1">
                        <c:v>72.728939940913307</c:v>
                      </c:pt>
                      <c:pt idx="2">
                        <c:v>44.937242527253332</c:v>
                      </c:pt>
                      <c:pt idx="3">
                        <c:v>30.105460903202193</c:v>
                      </c:pt>
                      <c:pt idx="4">
                        <c:v>23.046781255408877</c:v>
                      </c:pt>
                      <c:pt idx="5">
                        <c:v>26.518388624304478</c:v>
                      </c:pt>
                      <c:pt idx="6">
                        <c:v>50.663816547266634</c:v>
                      </c:pt>
                      <c:pt idx="7">
                        <c:v>77.698417654462219</c:v>
                      </c:pt>
                      <c:pt idx="8">
                        <c:v>93.72302823615999</c:v>
                      </c:pt>
                      <c:pt idx="9">
                        <c:v>101.00033664319778</c:v>
                      </c:pt>
                      <c:pt idx="10">
                        <c:v>111.29293497957779</c:v>
                      </c:pt>
                      <c:pt idx="11">
                        <c:v>122.22038950248022</c:v>
                      </c:pt>
                      <c:pt idx="12">
                        <c:v>129.21825959206262</c:v>
                      </c:pt>
                      <c:pt idx="13">
                        <c:v>142.46433036065145</c:v>
                      </c:pt>
                      <c:pt idx="14">
                        <c:v>148.53630334965564</c:v>
                      </c:pt>
                      <c:pt idx="15">
                        <c:v>148.33104407184686</c:v>
                      </c:pt>
                      <c:pt idx="16">
                        <c:v>135.38798831590208</c:v>
                      </c:pt>
                      <c:pt idx="17">
                        <c:v>144.87235545261831</c:v>
                      </c:pt>
                      <c:pt idx="18">
                        <c:v>142.29017099610891</c:v>
                      </c:pt>
                      <c:pt idx="19">
                        <c:v>158.58479218227316</c:v>
                      </c:pt>
                      <c:pt idx="20">
                        <c:v>171.02885129304229</c:v>
                      </c:pt>
                      <c:pt idx="21">
                        <c:v>196.23557115831312</c:v>
                      </c:pt>
                      <c:pt idx="22">
                        <c:v>193.65609322520226</c:v>
                      </c:pt>
                      <c:pt idx="23">
                        <c:v>166.16150477188927</c:v>
                      </c:pt>
                      <c:pt idx="24">
                        <c:v>126.51181827323767</c:v>
                      </c:pt>
                      <c:pt idx="25">
                        <c:v>87.363285338382241</c:v>
                      </c:pt>
                      <c:pt idx="26">
                        <c:v>55.452184089624396</c:v>
                      </c:pt>
                      <c:pt idx="27">
                        <c:v>36.087814943693374</c:v>
                      </c:pt>
                      <c:pt idx="28">
                        <c:v>25.678896503815594</c:v>
                      </c:pt>
                      <c:pt idx="29">
                        <c:v>25.630077643899977</c:v>
                      </c:pt>
                      <c:pt idx="30">
                        <c:v>41.123425789244493</c:v>
                      </c:pt>
                      <c:pt idx="31">
                        <c:v>57.696495206039977</c:v>
                      </c:pt>
                      <c:pt idx="32">
                        <c:v>80.142461983046644</c:v>
                      </c:pt>
                      <c:pt idx="33">
                        <c:v>99.381039404246707</c:v>
                      </c:pt>
                      <c:pt idx="34">
                        <c:v>116.51889928220891</c:v>
                      </c:pt>
                      <c:pt idx="35">
                        <c:v>131.26876835419557</c:v>
                      </c:pt>
                      <c:pt idx="36">
                        <c:v>130.83002097412177</c:v>
                      </c:pt>
                      <c:pt idx="37">
                        <c:v>137.31781639119609</c:v>
                      </c:pt>
                      <c:pt idx="38">
                        <c:v>172.14197796585739</c:v>
                      </c:pt>
                      <c:pt idx="39">
                        <c:v>166.39627698312839</c:v>
                      </c:pt>
                      <c:pt idx="40">
                        <c:v>143.0896701410133</c:v>
                      </c:pt>
                      <c:pt idx="41">
                        <c:v>148.49881141752431</c:v>
                      </c:pt>
                      <c:pt idx="42">
                        <c:v>144.11567761493987</c:v>
                      </c:pt>
                      <c:pt idx="43">
                        <c:v>164.4541956261865</c:v>
                      </c:pt>
                      <c:pt idx="44">
                        <c:v>178.55810444326613</c:v>
                      </c:pt>
                      <c:pt idx="45">
                        <c:v>205.9399274873287</c:v>
                      </c:pt>
                      <c:pt idx="46">
                        <c:v>202.18259089255781</c:v>
                      </c:pt>
                      <c:pt idx="47">
                        <c:v>176.3086480650467</c:v>
                      </c:pt>
                      <c:pt idx="48">
                        <c:v>134.04099994822863</c:v>
                      </c:pt>
                      <c:pt idx="49">
                        <c:v>90.741655890242242</c:v>
                      </c:pt>
                      <c:pt idx="50">
                        <c:v>56.8359363891622</c:v>
                      </c:pt>
                      <c:pt idx="51">
                        <c:v>35.840454186342264</c:v>
                      </c:pt>
                      <c:pt idx="52">
                        <c:v>25.419221193417783</c:v>
                      </c:pt>
                      <c:pt idx="53">
                        <c:v>25.701060396542196</c:v>
                      </c:pt>
                      <c:pt idx="54">
                        <c:v>42.949081696011149</c:v>
                      </c:pt>
                      <c:pt idx="55">
                        <c:v>62.831131267593335</c:v>
                      </c:pt>
                      <c:pt idx="56">
                        <c:v>84.660800383368922</c:v>
                      </c:pt>
                      <c:pt idx="57">
                        <c:v>101.82559658554662</c:v>
                      </c:pt>
                      <c:pt idx="58">
                        <c:v>114.45578914802226</c:v>
                      </c:pt>
                      <c:pt idx="59">
                        <c:v>125.73553766419066</c:v>
                      </c:pt>
                      <c:pt idx="60">
                        <c:v>130.86120483132888</c:v>
                      </c:pt>
                      <c:pt idx="61">
                        <c:v>148.13602431068244</c:v>
                      </c:pt>
                      <c:pt idx="62">
                        <c:v>157.3261202756668</c:v>
                      </c:pt>
                      <c:pt idx="63">
                        <c:v>154.70370591044011</c:v>
                      </c:pt>
                      <c:pt idx="64">
                        <c:v>138.68033105883075</c:v>
                      </c:pt>
                      <c:pt idx="65">
                        <c:v>147.20713812288918</c:v>
                      </c:pt>
                      <c:pt idx="66">
                        <c:v>143.50598152219965</c:v>
                      </c:pt>
                      <c:pt idx="67">
                        <c:v>158.10482581160687</c:v>
                      </c:pt>
                      <c:pt idx="68">
                        <c:v>171.20977553911979</c:v>
                      </c:pt>
                      <c:pt idx="69">
                        <c:v>197.59908957928451</c:v>
                      </c:pt>
                      <c:pt idx="70">
                        <c:v>192.97642140234032</c:v>
                      </c:pt>
                      <c:pt idx="71">
                        <c:v>160.18401154065788</c:v>
                      </c:pt>
                      <c:pt idx="72">
                        <c:v>113.0695775047889</c:v>
                      </c:pt>
                      <c:pt idx="73">
                        <c:v>72.15255121297335</c:v>
                      </c:pt>
                      <c:pt idx="74">
                        <c:v>44.719981222848865</c:v>
                      </c:pt>
                      <c:pt idx="75">
                        <c:v>29.340197162531108</c:v>
                      </c:pt>
                      <c:pt idx="76">
                        <c:v>22.575467422182253</c:v>
                      </c:pt>
                      <c:pt idx="77">
                        <c:v>25.011869831953302</c:v>
                      </c:pt>
                      <c:pt idx="78">
                        <c:v>47.743007235511115</c:v>
                      </c:pt>
                      <c:pt idx="79">
                        <c:v>74.00935097251552</c:v>
                      </c:pt>
                      <c:pt idx="80">
                        <c:v>90.590505864602221</c:v>
                      </c:pt>
                      <c:pt idx="81">
                        <c:v>98.966052168051093</c:v>
                      </c:pt>
                      <c:pt idx="82">
                        <c:v>108.95464682822221</c:v>
                      </c:pt>
                      <c:pt idx="83">
                        <c:v>120.26702656216892</c:v>
                      </c:pt>
                      <c:pt idx="84">
                        <c:v>126.03561211668905</c:v>
                      </c:pt>
                      <c:pt idx="85">
                        <c:v>138.10229329050199</c:v>
                      </c:pt>
                      <c:pt idx="86">
                        <c:v>143.00969238006692</c:v>
                      </c:pt>
                      <c:pt idx="87">
                        <c:v>141.52017966773118</c:v>
                      </c:pt>
                      <c:pt idx="88">
                        <c:v>133.78676643918473</c:v>
                      </c:pt>
                      <c:pt idx="89">
                        <c:v>145.60131401045584</c:v>
                      </c:pt>
                      <c:pt idx="90">
                        <c:v>141.4954412089732</c:v>
                      </c:pt>
                      <c:pt idx="91">
                        <c:v>158.91116506864665</c:v>
                      </c:pt>
                      <c:pt idx="92">
                        <c:v>173.7544200256489</c:v>
                      </c:pt>
                      <c:pt idx="93">
                        <c:v>200.06836678347815</c:v>
                      </c:pt>
                      <c:pt idx="94">
                        <c:v>192.09997105990658</c:v>
                      </c:pt>
                      <c:pt idx="95">
                        <c:v>157.12498945288888</c:v>
                      </c:pt>
                      <c:pt idx="96">
                        <c:v>109.52730542977557</c:v>
                      </c:pt>
                      <c:pt idx="97">
                        <c:v>69.246284961982269</c:v>
                      </c:pt>
                      <c:pt idx="98">
                        <c:v>42.336366043440023</c:v>
                      </c:pt>
                      <c:pt idx="99">
                        <c:v>28.084845172919994</c:v>
                      </c:pt>
                      <c:pt idx="100">
                        <c:v>21.848827810273296</c:v>
                      </c:pt>
                      <c:pt idx="101">
                        <c:v>24.667046565017813</c:v>
                      </c:pt>
                      <c:pt idx="102">
                        <c:v>48.832513498335572</c:v>
                      </c:pt>
                      <c:pt idx="103">
                        <c:v>76.830186488386715</c:v>
                      </c:pt>
                      <c:pt idx="104">
                        <c:v>93.11006909203995</c:v>
                      </c:pt>
                      <c:pt idx="105">
                        <c:v>100.31272406940226</c:v>
                      </c:pt>
                      <c:pt idx="106">
                        <c:v>110.25248897427338</c:v>
                      </c:pt>
                      <c:pt idx="107">
                        <c:v>122.86096484894921</c:v>
                      </c:pt>
                      <c:pt idx="108">
                        <c:v>129.11256345486697</c:v>
                      </c:pt>
                      <c:pt idx="109">
                        <c:v>140.26062642494418</c:v>
                      </c:pt>
                      <c:pt idx="110">
                        <c:v>144.99836020158716</c:v>
                      </c:pt>
                      <c:pt idx="111">
                        <c:v>143.45133365277115</c:v>
                      </c:pt>
                      <c:pt idx="112">
                        <c:v>135.62046940786686</c:v>
                      </c:pt>
                      <c:pt idx="113">
                        <c:v>146.39523384017309</c:v>
                      </c:pt>
                      <c:pt idx="114">
                        <c:v>142.83482400186236</c:v>
                      </c:pt>
                      <c:pt idx="115">
                        <c:v>160.06729914297284</c:v>
                      </c:pt>
                      <c:pt idx="116">
                        <c:v>176.26123720336187</c:v>
                      </c:pt>
                      <c:pt idx="117">
                        <c:v>203.9812669597047</c:v>
                      </c:pt>
                      <c:pt idx="118">
                        <c:v>194.60493944726883</c:v>
                      </c:pt>
                      <c:pt idx="119">
                        <c:v>158.64089695923377</c:v>
                      </c:pt>
                      <c:pt idx="120">
                        <c:v>109.54347885619337</c:v>
                      </c:pt>
                      <c:pt idx="121">
                        <c:v>68.987834320848862</c:v>
                      </c:pt>
                      <c:pt idx="122">
                        <c:v>42.357329602208885</c:v>
                      </c:pt>
                      <c:pt idx="123">
                        <c:v>27.783203643255547</c:v>
                      </c:pt>
                      <c:pt idx="124">
                        <c:v>21.548575657077816</c:v>
                      </c:pt>
                      <c:pt idx="125">
                        <c:v>24.697316996566627</c:v>
                      </c:pt>
                      <c:pt idx="126">
                        <c:v>50.180632328602201</c:v>
                      </c:pt>
                      <c:pt idx="127">
                        <c:v>78.712791496513361</c:v>
                      </c:pt>
                      <c:pt idx="128">
                        <c:v>94.487216827997841</c:v>
                      </c:pt>
                      <c:pt idx="129">
                        <c:v>101.5519444189467</c:v>
                      </c:pt>
                      <c:pt idx="130">
                        <c:v>111.53837458499559</c:v>
                      </c:pt>
                      <c:pt idx="131">
                        <c:v>122.19237998344222</c:v>
                      </c:pt>
                      <c:pt idx="132">
                        <c:v>131.36610026399981</c:v>
                      </c:pt>
                      <c:pt idx="133">
                        <c:v>150.3346929850529</c:v>
                      </c:pt>
                      <c:pt idx="134">
                        <c:v>154.74061847073747</c:v>
                      </c:pt>
                      <c:pt idx="135">
                        <c:v>151.56160868470644</c:v>
                      </c:pt>
                      <c:pt idx="136">
                        <c:v>138.41640790000235</c:v>
                      </c:pt>
                      <c:pt idx="137">
                        <c:v>149.02056097435548</c:v>
                      </c:pt>
                      <c:pt idx="138">
                        <c:v>158.4894539837797</c:v>
                      </c:pt>
                      <c:pt idx="139">
                        <c:v>176.5076611990427</c:v>
                      </c:pt>
                      <c:pt idx="140">
                        <c:v>180.89368315167579</c:v>
                      </c:pt>
                      <c:pt idx="141">
                        <c:v>206.18494465093107</c:v>
                      </c:pt>
                      <c:pt idx="142">
                        <c:v>194.65443586008848</c:v>
                      </c:pt>
                      <c:pt idx="143">
                        <c:v>157.44451724353084</c:v>
                      </c:pt>
                      <c:pt idx="144">
                        <c:v>114.41926717949782</c:v>
                      </c:pt>
                      <c:pt idx="145">
                        <c:v>72.925388232844497</c:v>
                      </c:pt>
                      <c:pt idx="146">
                        <c:v>46.232907016524443</c:v>
                      </c:pt>
                      <c:pt idx="147">
                        <c:v>28.613367282108875</c:v>
                      </c:pt>
                      <c:pt idx="148">
                        <c:v>22.30671796467108</c:v>
                      </c:pt>
                      <c:pt idx="149">
                        <c:v>25.647555170677812</c:v>
                      </c:pt>
                      <c:pt idx="150">
                        <c:v>51.292116551706691</c:v>
                      </c:pt>
                      <c:pt idx="151">
                        <c:v>80.076836276180018</c:v>
                      </c:pt>
                      <c:pt idx="152">
                        <c:v>96.831844222560022</c:v>
                      </c:pt>
                      <c:pt idx="153">
                        <c:v>102.9048998499933</c:v>
                      </c:pt>
                      <c:pt idx="154">
                        <c:v>112.15081966769552</c:v>
                      </c:pt>
                      <c:pt idx="155">
                        <c:v>122.83788507965531</c:v>
                      </c:pt>
                      <c:pt idx="156">
                        <c:v>127.97757869927304</c:v>
                      </c:pt>
                      <c:pt idx="157">
                        <c:v>139.67833947042419</c:v>
                      </c:pt>
                      <c:pt idx="158">
                        <c:v>144.69290487528488</c:v>
                      </c:pt>
                      <c:pt idx="159">
                        <c:v>142.86061321350456</c:v>
                      </c:pt>
                      <c:pt idx="160">
                        <c:v>137.38481938753327</c:v>
                      </c:pt>
                      <c:pt idx="161">
                        <c:v>151.69029027062248</c:v>
                      </c:pt>
                      <c:pt idx="162">
                        <c:v>147.50934963177806</c:v>
                      </c:pt>
                      <c:pt idx="163">
                        <c:v>163.97373967199738</c:v>
                      </c:pt>
                      <c:pt idx="164">
                        <c:v>178.41271901629329</c:v>
                      </c:pt>
                      <c:pt idx="165">
                        <c:v>202.01398388492652</c:v>
                      </c:pt>
                      <c:pt idx="166">
                        <c:v>193.75981310975737</c:v>
                      </c:pt>
                      <c:pt idx="167">
                        <c:v>155.81595211367966</c:v>
                      </c:pt>
                      <c:pt idx="168">
                        <c:v>108.65081145104222</c:v>
                      </c:pt>
                      <c:pt idx="169">
                        <c:v>68.739361270146645</c:v>
                      </c:pt>
                      <c:pt idx="170">
                        <c:v>42.783125637600037</c:v>
                      </c:pt>
                      <c:pt idx="171">
                        <c:v>28.56012925020222</c:v>
                      </c:pt>
                      <c:pt idx="172">
                        <c:v>22.49798563034669</c:v>
                      </c:pt>
                      <c:pt idx="173">
                        <c:v>26.420893436615522</c:v>
                      </c:pt>
                      <c:pt idx="174">
                        <c:v>52.885169413962259</c:v>
                      </c:pt>
                      <c:pt idx="175">
                        <c:v>85.259773612995588</c:v>
                      </c:pt>
                      <c:pt idx="176">
                        <c:v>106.66819961732001</c:v>
                      </c:pt>
                      <c:pt idx="177">
                        <c:v>114.2394737024533</c:v>
                      </c:pt>
                      <c:pt idx="178">
                        <c:v>121.41100192236667</c:v>
                      </c:pt>
                      <c:pt idx="179">
                        <c:v>129.20584873878681</c:v>
                      </c:pt>
                      <c:pt idx="180">
                        <c:v>134.27866405563537</c:v>
                      </c:pt>
                      <c:pt idx="181">
                        <c:v>145.97512547234851</c:v>
                      </c:pt>
                      <c:pt idx="182">
                        <c:v>150.13743945191106</c:v>
                      </c:pt>
                      <c:pt idx="183">
                        <c:v>148.54324327289811</c:v>
                      </c:pt>
                      <c:pt idx="184">
                        <c:v>139.38772274738403</c:v>
                      </c:pt>
                      <c:pt idx="185">
                        <c:v>150.37096191766631</c:v>
                      </c:pt>
                      <c:pt idx="186">
                        <c:v>149.76519776826714</c:v>
                      </c:pt>
                      <c:pt idx="187">
                        <c:v>168.17402284842441</c:v>
                      </c:pt>
                      <c:pt idx="188">
                        <c:v>179.03331015121131</c:v>
                      </c:pt>
                      <c:pt idx="189">
                        <c:v>201.02219478070248</c:v>
                      </c:pt>
                      <c:pt idx="190">
                        <c:v>196.50556173922624</c:v>
                      </c:pt>
                      <c:pt idx="191">
                        <c:v>166.53356088422842</c:v>
                      </c:pt>
                      <c:pt idx="192">
                        <c:v>125.3739491708089</c:v>
                      </c:pt>
                      <c:pt idx="193">
                        <c:v>86.059100758408874</c:v>
                      </c:pt>
                      <c:pt idx="194">
                        <c:v>55.388112842593301</c:v>
                      </c:pt>
                      <c:pt idx="195">
                        <c:v>36.501463583420005</c:v>
                      </c:pt>
                      <c:pt idx="196">
                        <c:v>25.933840378428908</c:v>
                      </c:pt>
                      <c:pt idx="197">
                        <c:v>24.57972111644662</c:v>
                      </c:pt>
                      <c:pt idx="198">
                        <c:v>41.620710006617763</c:v>
                      </c:pt>
                      <c:pt idx="199">
                        <c:v>60.102983234073371</c:v>
                      </c:pt>
                      <c:pt idx="200">
                        <c:v>84.679554470360074</c:v>
                      </c:pt>
                      <c:pt idx="201">
                        <c:v>105.83245989401331</c:v>
                      </c:pt>
                      <c:pt idx="202">
                        <c:v>121.5054620302197</c:v>
                      </c:pt>
                      <c:pt idx="203">
                        <c:v>134.13404528836702</c:v>
                      </c:pt>
                      <c:pt idx="204">
                        <c:v>132.32772592800626</c:v>
                      </c:pt>
                      <c:pt idx="205">
                        <c:v>139.53241161832673</c:v>
                      </c:pt>
                      <c:pt idx="206">
                        <c:v>172.01125558736851</c:v>
                      </c:pt>
                      <c:pt idx="207">
                        <c:v>164.13979662465502</c:v>
                      </c:pt>
                      <c:pt idx="208">
                        <c:v>147.0490319924684</c:v>
                      </c:pt>
                      <c:pt idx="209">
                        <c:v>153.95000823146273</c:v>
                      </c:pt>
                      <c:pt idx="210">
                        <c:v>149.52891029334452</c:v>
                      </c:pt>
                      <c:pt idx="211">
                        <c:v>169.22513786493136</c:v>
                      </c:pt>
                      <c:pt idx="212">
                        <c:v>183.31809682814185</c:v>
                      </c:pt>
                      <c:pt idx="213">
                        <c:v>206.37011198660912</c:v>
                      </c:pt>
                      <c:pt idx="214">
                        <c:v>204.49411553414433</c:v>
                      </c:pt>
                      <c:pt idx="215">
                        <c:v>172.05098563294879</c:v>
                      </c:pt>
                      <c:pt idx="216">
                        <c:v>126.626662819822</c:v>
                      </c:pt>
                      <c:pt idx="217">
                        <c:v>83.385444926135591</c:v>
                      </c:pt>
                      <c:pt idx="218">
                        <c:v>52.119103214068872</c:v>
                      </c:pt>
                      <c:pt idx="219">
                        <c:v>33.268537816028932</c:v>
                      </c:pt>
                      <c:pt idx="220">
                        <c:v>24.215887233728871</c:v>
                      </c:pt>
                      <c:pt idx="221">
                        <c:v>24.211632132228889</c:v>
                      </c:pt>
                      <c:pt idx="222">
                        <c:v>42.936412947942202</c:v>
                      </c:pt>
                      <c:pt idx="223">
                        <c:v>64.438473061204419</c:v>
                      </c:pt>
                      <c:pt idx="224">
                        <c:v>86.670533408026685</c:v>
                      </c:pt>
                      <c:pt idx="225">
                        <c:v>102.83353221660445</c:v>
                      </c:pt>
                      <c:pt idx="226">
                        <c:v>115.09539016281107</c:v>
                      </c:pt>
                      <c:pt idx="227">
                        <c:v>126.55234858598892</c:v>
                      </c:pt>
                      <c:pt idx="228">
                        <c:v>130.46716643182251</c:v>
                      </c:pt>
                      <c:pt idx="229">
                        <c:v>147.58066424069366</c:v>
                      </c:pt>
                      <c:pt idx="230">
                        <c:v>156.92008475772261</c:v>
                      </c:pt>
                      <c:pt idx="231">
                        <c:v>152.34787512394439</c:v>
                      </c:pt>
                      <c:pt idx="232">
                        <c:v>140.10288958621825</c:v>
                      </c:pt>
                      <c:pt idx="233">
                        <c:v>150.76191878531813</c:v>
                      </c:pt>
                      <c:pt idx="234">
                        <c:v>147.75910934339316</c:v>
                      </c:pt>
                      <c:pt idx="235">
                        <c:v>164.03263616315971</c:v>
                      </c:pt>
                      <c:pt idx="236">
                        <c:v>181.18182151916196</c:v>
                      </c:pt>
                      <c:pt idx="237">
                        <c:v>205.71582568345576</c:v>
                      </c:pt>
                      <c:pt idx="238">
                        <c:v>193.0039044590246</c:v>
                      </c:pt>
                      <c:pt idx="239">
                        <c:v>155.42306285516682</c:v>
                      </c:pt>
                      <c:pt idx="240">
                        <c:v>107.55096875051554</c:v>
                      </c:pt>
                      <c:pt idx="241">
                        <c:v>67.686901900068932</c:v>
                      </c:pt>
                      <c:pt idx="242">
                        <c:v>41.216067016806655</c:v>
                      </c:pt>
                      <c:pt idx="243">
                        <c:v>27.384834340697815</c:v>
                      </c:pt>
                      <c:pt idx="244">
                        <c:v>21.675829260637769</c:v>
                      </c:pt>
                      <c:pt idx="245">
                        <c:v>24.18928067467332</c:v>
                      </c:pt>
                      <c:pt idx="246">
                        <c:v>48.607089827079974</c:v>
                      </c:pt>
                      <c:pt idx="247">
                        <c:v>76.565485257228929</c:v>
                      </c:pt>
                      <c:pt idx="248">
                        <c:v>92.298407587928892</c:v>
                      </c:pt>
                      <c:pt idx="249">
                        <c:v>99.059991623606663</c:v>
                      </c:pt>
                      <c:pt idx="250">
                        <c:v>109.01598935999328</c:v>
                      </c:pt>
                      <c:pt idx="251">
                        <c:v>120.85040964062222</c:v>
                      </c:pt>
                      <c:pt idx="252">
                        <c:v>127.16195987718014</c:v>
                      </c:pt>
                      <c:pt idx="253">
                        <c:v>139.65725589845357</c:v>
                      </c:pt>
                      <c:pt idx="254">
                        <c:v>144.95270892234672</c:v>
                      </c:pt>
                      <c:pt idx="255">
                        <c:v>142.82287686825737</c:v>
                      </c:pt>
                      <c:pt idx="256">
                        <c:v>141.02826149737328</c:v>
                      </c:pt>
                      <c:pt idx="257">
                        <c:v>154.25304044901961</c:v>
                      </c:pt>
                      <c:pt idx="258">
                        <c:v>148.89219798435957</c:v>
                      </c:pt>
                      <c:pt idx="259">
                        <c:v>164.77901767866854</c:v>
                      </c:pt>
                      <c:pt idx="260">
                        <c:v>181.54857602632211</c:v>
                      </c:pt>
                      <c:pt idx="261">
                        <c:v>203.49838783978205</c:v>
                      </c:pt>
                      <c:pt idx="262">
                        <c:v>191.80251017016408</c:v>
                      </c:pt>
                      <c:pt idx="263">
                        <c:v>152.12944259599826</c:v>
                      </c:pt>
                      <c:pt idx="264">
                        <c:v>103.70134261969778</c:v>
                      </c:pt>
                      <c:pt idx="265">
                        <c:v>63.991788751026682</c:v>
                      </c:pt>
                      <c:pt idx="266">
                        <c:v>39.003575879099969</c:v>
                      </c:pt>
                      <c:pt idx="267">
                        <c:v>26.448545099193343</c:v>
                      </c:pt>
                      <c:pt idx="268">
                        <c:v>21.299069157135566</c:v>
                      </c:pt>
                      <c:pt idx="269">
                        <c:v>24.124876923842237</c:v>
                      </c:pt>
                      <c:pt idx="270">
                        <c:v>49.84576003702891</c:v>
                      </c:pt>
                      <c:pt idx="271">
                        <c:v>79.876690690186734</c:v>
                      </c:pt>
                      <c:pt idx="272">
                        <c:v>94.627165222928909</c:v>
                      </c:pt>
                      <c:pt idx="273">
                        <c:v>102.02509559841108</c:v>
                      </c:pt>
                      <c:pt idx="274">
                        <c:v>111.97569285324003</c:v>
                      </c:pt>
                      <c:pt idx="275">
                        <c:v>123.39258548630447</c:v>
                      </c:pt>
                      <c:pt idx="276">
                        <c:v>129.14366730080673</c:v>
                      </c:pt>
                      <c:pt idx="277">
                        <c:v>140.65005260141072</c:v>
                      </c:pt>
                      <c:pt idx="278">
                        <c:v>145.58698255407089</c:v>
                      </c:pt>
                      <c:pt idx="279">
                        <c:v>143.56173864698891</c:v>
                      </c:pt>
                      <c:pt idx="280">
                        <c:v>141.86361073690037</c:v>
                      </c:pt>
                      <c:pt idx="281">
                        <c:v>152.87950152942034</c:v>
                      </c:pt>
                      <c:pt idx="282">
                        <c:v>148.59423322447336</c:v>
                      </c:pt>
                      <c:pt idx="283">
                        <c:v>167.56976907742484</c:v>
                      </c:pt>
                      <c:pt idx="284">
                        <c:v>185.85663892899544</c:v>
                      </c:pt>
                      <c:pt idx="285">
                        <c:v>208.77080449919359</c:v>
                      </c:pt>
                      <c:pt idx="286">
                        <c:v>195.17457765932494</c:v>
                      </c:pt>
                      <c:pt idx="287">
                        <c:v>153.73018122826494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B-4CCE-4206-81AF-7668647A5ABE}"/>
                  </c:ext>
                </c:extLst>
              </c15:ser>
            </c15:filteredLineSeries>
            <c15:filteredLineSeries>
              <c15:ser>
                <c:idx val="24"/>
                <c:order val="2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12-10-2026'!$Z$1</c15:sqref>
                        </c15:formulaRef>
                      </c:ext>
                    </c:extLst>
                    <c:strCache>
                      <c:ptCount val="1"/>
                      <c:pt idx="0">
                        <c:v>EPG ORN SGI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12-10-2026'!$Z$2:$Z$289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136.14688478448491</c:v>
                      </c:pt>
                      <c:pt idx="1">
                        <c:v>85.996086266164468</c:v>
                      </c:pt>
                      <c:pt idx="2">
                        <c:v>51.646777347302198</c:v>
                      </c:pt>
                      <c:pt idx="3">
                        <c:v>31.23448519174222</c:v>
                      </c:pt>
                      <c:pt idx="4">
                        <c:v>22.260252567864402</c:v>
                      </c:pt>
                      <c:pt idx="5">
                        <c:v>21.341360764786621</c:v>
                      </c:pt>
                      <c:pt idx="6">
                        <c:v>41.505717867155511</c:v>
                      </c:pt>
                      <c:pt idx="7">
                        <c:v>65.529399156539995</c:v>
                      </c:pt>
                      <c:pt idx="8">
                        <c:v>85.346152658757774</c:v>
                      </c:pt>
                      <c:pt idx="9">
                        <c:v>94.770025383011159</c:v>
                      </c:pt>
                      <c:pt idx="10">
                        <c:v>107.7917351760555</c:v>
                      </c:pt>
                      <c:pt idx="11">
                        <c:v>124.1838883804689</c:v>
                      </c:pt>
                      <c:pt idx="12">
                        <c:v>137.5429142611664</c:v>
                      </c:pt>
                      <c:pt idx="13">
                        <c:v>151.35857840456009</c:v>
                      </c:pt>
                      <c:pt idx="14">
                        <c:v>162.08701293815989</c:v>
                      </c:pt>
                      <c:pt idx="15">
                        <c:v>160.54131131671318</c:v>
                      </c:pt>
                      <c:pt idx="16">
                        <c:v>143.52586301172272</c:v>
                      </c:pt>
                      <c:pt idx="17">
                        <c:v>148.18706330616919</c:v>
                      </c:pt>
                      <c:pt idx="18">
                        <c:v>149.69739581497569</c:v>
                      </c:pt>
                      <c:pt idx="19">
                        <c:v>164.29519725420619</c:v>
                      </c:pt>
                      <c:pt idx="20">
                        <c:v>180.08636672762901</c:v>
                      </c:pt>
                      <c:pt idx="21">
                        <c:v>224.01946541126841</c:v>
                      </c:pt>
                      <c:pt idx="22">
                        <c:v>235.38460120155378</c:v>
                      </c:pt>
                      <c:pt idx="23">
                        <c:v>206.3237099160242</c:v>
                      </c:pt>
                      <c:pt idx="24">
                        <c:v>153.88022637080209</c:v>
                      </c:pt>
                      <c:pt idx="25">
                        <c:v>96.460001616071068</c:v>
                      </c:pt>
                      <c:pt idx="26">
                        <c:v>56.970209144837789</c:v>
                      </c:pt>
                      <c:pt idx="27">
                        <c:v>38.30546961246668</c:v>
                      </c:pt>
                      <c:pt idx="28">
                        <c:v>26.110662313231099</c:v>
                      </c:pt>
                      <c:pt idx="29">
                        <c:v>22.501098649242209</c:v>
                      </c:pt>
                      <c:pt idx="30">
                        <c:v>36.657474824282176</c:v>
                      </c:pt>
                      <c:pt idx="31">
                        <c:v>51.709098527255534</c:v>
                      </c:pt>
                      <c:pt idx="32">
                        <c:v>76.921755329208864</c:v>
                      </c:pt>
                      <c:pt idx="33">
                        <c:v>100.20485904939997</c:v>
                      </c:pt>
                      <c:pt idx="34">
                        <c:v>120.09015920188689</c:v>
                      </c:pt>
                      <c:pt idx="35">
                        <c:v>135.71344820229359</c:v>
                      </c:pt>
                      <c:pt idx="36">
                        <c:v>148.16066560041961</c:v>
                      </c:pt>
                      <c:pt idx="37">
                        <c:v>154.45385828688239</c:v>
                      </c:pt>
                      <c:pt idx="38">
                        <c:v>193.0861432179579</c:v>
                      </c:pt>
                      <c:pt idx="39">
                        <c:v>183.9132414037243</c:v>
                      </c:pt>
                      <c:pt idx="40">
                        <c:v>153.14303844280479</c:v>
                      </c:pt>
                      <c:pt idx="41">
                        <c:v>154.48513351659298</c:v>
                      </c:pt>
                      <c:pt idx="42">
                        <c:v>155.87750392619341</c:v>
                      </c:pt>
                      <c:pt idx="43">
                        <c:v>169.81668261328861</c:v>
                      </c:pt>
                      <c:pt idx="44">
                        <c:v>186.9028959993484</c:v>
                      </c:pt>
                      <c:pt idx="45">
                        <c:v>234.32449405470419</c:v>
                      </c:pt>
                      <c:pt idx="46">
                        <c:v>241.71934877526621</c:v>
                      </c:pt>
                      <c:pt idx="47">
                        <c:v>213.46233962781119</c:v>
                      </c:pt>
                      <c:pt idx="48">
                        <c:v>159.88395008662931</c:v>
                      </c:pt>
                      <c:pt idx="49">
                        <c:v>105.30012528766662</c:v>
                      </c:pt>
                      <c:pt idx="50">
                        <c:v>62.86709723831116</c:v>
                      </c:pt>
                      <c:pt idx="51">
                        <c:v>37.839158146715526</c:v>
                      </c:pt>
                      <c:pt idx="52">
                        <c:v>24.950225373173293</c:v>
                      </c:pt>
                      <c:pt idx="53">
                        <c:v>21.484418533235537</c:v>
                      </c:pt>
                      <c:pt idx="54">
                        <c:v>37.129627966880008</c:v>
                      </c:pt>
                      <c:pt idx="55">
                        <c:v>55.037790919135588</c:v>
                      </c:pt>
                      <c:pt idx="56">
                        <c:v>79.745407229557799</c:v>
                      </c:pt>
                      <c:pt idx="57">
                        <c:v>99.354521086202254</c:v>
                      </c:pt>
                      <c:pt idx="58">
                        <c:v>114.2003636738111</c:v>
                      </c:pt>
                      <c:pt idx="59">
                        <c:v>132.0252695957513</c:v>
                      </c:pt>
                      <c:pt idx="60">
                        <c:v>143.9599803205449</c:v>
                      </c:pt>
                      <c:pt idx="61">
                        <c:v>161.66092981049579</c:v>
                      </c:pt>
                      <c:pt idx="62">
                        <c:v>176.8496514115796</c:v>
                      </c:pt>
                      <c:pt idx="63">
                        <c:v>170.3613298243736</c:v>
                      </c:pt>
                      <c:pt idx="64">
                        <c:v>148.60900253194029</c:v>
                      </c:pt>
                      <c:pt idx="65">
                        <c:v>151.65534217741808</c:v>
                      </c:pt>
                      <c:pt idx="66">
                        <c:v>153.28241571762871</c:v>
                      </c:pt>
                      <c:pt idx="67">
                        <c:v>167.22488919400712</c:v>
                      </c:pt>
                      <c:pt idx="68">
                        <c:v>182.0285059580529</c:v>
                      </c:pt>
                      <c:pt idx="69">
                        <c:v>227.38026160279159</c:v>
                      </c:pt>
                      <c:pt idx="70">
                        <c:v>232.63069483458929</c:v>
                      </c:pt>
                      <c:pt idx="71">
                        <c:v>195.39944359019509</c:v>
                      </c:pt>
                      <c:pt idx="72">
                        <c:v>136.2034510775091</c:v>
                      </c:pt>
                      <c:pt idx="73">
                        <c:v>83.773344538653333</c:v>
                      </c:pt>
                      <c:pt idx="74">
                        <c:v>49.346723393002243</c:v>
                      </c:pt>
                      <c:pt idx="75">
                        <c:v>30.2728119244067</c:v>
                      </c:pt>
                      <c:pt idx="76">
                        <c:v>21.180769235691109</c:v>
                      </c:pt>
                      <c:pt idx="77">
                        <c:v>20.411248236488859</c:v>
                      </c:pt>
                      <c:pt idx="78">
                        <c:v>39.871167084631111</c:v>
                      </c:pt>
                      <c:pt idx="79">
                        <c:v>63.625480773348883</c:v>
                      </c:pt>
                      <c:pt idx="80">
                        <c:v>83.976570714584469</c:v>
                      </c:pt>
                      <c:pt idx="81">
                        <c:v>94.021833361317803</c:v>
                      </c:pt>
                      <c:pt idx="82">
                        <c:v>106.3901337048267</c:v>
                      </c:pt>
                      <c:pt idx="83">
                        <c:v>122.4870769771732</c:v>
                      </c:pt>
                      <c:pt idx="84">
                        <c:v>134.6533530139981</c:v>
                      </c:pt>
                      <c:pt idx="85">
                        <c:v>145.98145820196021</c:v>
                      </c:pt>
                      <c:pt idx="86">
                        <c:v>153.44077809230879</c:v>
                      </c:pt>
                      <c:pt idx="87">
                        <c:v>150.24291451637112</c:v>
                      </c:pt>
                      <c:pt idx="88">
                        <c:v>139.01477918995579</c:v>
                      </c:pt>
                      <c:pt idx="89">
                        <c:v>147.28689045632402</c:v>
                      </c:pt>
                      <c:pt idx="90">
                        <c:v>148.20608583134629</c:v>
                      </c:pt>
                      <c:pt idx="91">
                        <c:v>166.58006366484227</c:v>
                      </c:pt>
                      <c:pt idx="92">
                        <c:v>181.52210875538441</c:v>
                      </c:pt>
                      <c:pt idx="93">
                        <c:v>227.94303523898878</c:v>
                      </c:pt>
                      <c:pt idx="94">
                        <c:v>231.17610082141312</c:v>
                      </c:pt>
                      <c:pt idx="95">
                        <c:v>189.341815543731</c:v>
                      </c:pt>
                      <c:pt idx="96">
                        <c:v>130.4615626552602</c:v>
                      </c:pt>
                      <c:pt idx="97">
                        <c:v>80.2191810278578</c:v>
                      </c:pt>
                      <c:pt idx="98">
                        <c:v>46.981855380135507</c:v>
                      </c:pt>
                      <c:pt idx="99">
                        <c:v>29.08634734073776</c:v>
                      </c:pt>
                      <c:pt idx="100">
                        <c:v>20.79780775631108</c:v>
                      </c:pt>
                      <c:pt idx="101">
                        <c:v>20.03677909359774</c:v>
                      </c:pt>
                      <c:pt idx="102">
                        <c:v>40.4013247202667</c:v>
                      </c:pt>
                      <c:pt idx="103">
                        <c:v>64.873424582328909</c:v>
                      </c:pt>
                      <c:pt idx="104">
                        <c:v>84.284070866040025</c:v>
                      </c:pt>
                      <c:pt idx="105">
                        <c:v>94.095259801853359</c:v>
                      </c:pt>
                      <c:pt idx="106">
                        <c:v>106.85013136916</c:v>
                      </c:pt>
                      <c:pt idx="107">
                        <c:v>124.1106807658136</c:v>
                      </c:pt>
                      <c:pt idx="108">
                        <c:v>136.4488162182997</c:v>
                      </c:pt>
                      <c:pt idx="109">
                        <c:v>148.1954343771641</c:v>
                      </c:pt>
                      <c:pt idx="110">
                        <c:v>154.89117679912181</c:v>
                      </c:pt>
                      <c:pt idx="111">
                        <c:v>152.13415368048481</c:v>
                      </c:pt>
                      <c:pt idx="112">
                        <c:v>139.03217441704399</c:v>
                      </c:pt>
                      <c:pt idx="113">
                        <c:v>147.93440739223558</c:v>
                      </c:pt>
                      <c:pt idx="114">
                        <c:v>149.70585239287379</c:v>
                      </c:pt>
                      <c:pt idx="115">
                        <c:v>167.53269740057809</c:v>
                      </c:pt>
                      <c:pt idx="116">
                        <c:v>182.31930389275732</c:v>
                      </c:pt>
                      <c:pt idx="117">
                        <c:v>230.94602325487961</c:v>
                      </c:pt>
                      <c:pt idx="118">
                        <c:v>231.621972424658</c:v>
                      </c:pt>
                      <c:pt idx="119">
                        <c:v>190.7940255398818</c:v>
                      </c:pt>
                      <c:pt idx="120">
                        <c:v>130.6241907048931</c:v>
                      </c:pt>
                      <c:pt idx="121">
                        <c:v>80.28545655686446</c:v>
                      </c:pt>
                      <c:pt idx="122">
                        <c:v>46.581303803215519</c:v>
                      </c:pt>
                      <c:pt idx="123">
                        <c:v>28.819120631755542</c:v>
                      </c:pt>
                      <c:pt idx="124">
                        <c:v>20.689882297431097</c:v>
                      </c:pt>
                      <c:pt idx="125">
                        <c:v>20.195116110937789</c:v>
                      </c:pt>
                      <c:pt idx="126">
                        <c:v>41.257001485882178</c:v>
                      </c:pt>
                      <c:pt idx="127">
                        <c:v>66.315369168811173</c:v>
                      </c:pt>
                      <c:pt idx="128">
                        <c:v>86.980272295646643</c:v>
                      </c:pt>
                      <c:pt idx="129">
                        <c:v>97.063119582811069</c:v>
                      </c:pt>
                      <c:pt idx="130">
                        <c:v>109.7389892684689</c:v>
                      </c:pt>
                      <c:pt idx="131">
                        <c:v>125.5285613210313</c:v>
                      </c:pt>
                      <c:pt idx="132">
                        <c:v>141.49784561637301</c:v>
                      </c:pt>
                      <c:pt idx="133">
                        <c:v>161.9444745875887</c:v>
                      </c:pt>
                      <c:pt idx="134">
                        <c:v>169.2875242242892</c:v>
                      </c:pt>
                      <c:pt idx="135">
                        <c:v>161.91441364231338</c:v>
                      </c:pt>
                      <c:pt idx="136">
                        <c:v>141.76022542326641</c:v>
                      </c:pt>
                      <c:pt idx="137">
                        <c:v>149.86322245188478</c:v>
                      </c:pt>
                      <c:pt idx="138">
                        <c:v>165.85508295502871</c:v>
                      </c:pt>
                      <c:pt idx="139">
                        <c:v>186.62589218884659</c:v>
                      </c:pt>
                      <c:pt idx="140">
                        <c:v>189.23842931305569</c:v>
                      </c:pt>
                      <c:pt idx="141">
                        <c:v>235.74576922556889</c:v>
                      </c:pt>
                      <c:pt idx="142">
                        <c:v>234.0663524037646</c:v>
                      </c:pt>
                      <c:pt idx="143">
                        <c:v>191.31196501993301</c:v>
                      </c:pt>
                      <c:pt idx="144">
                        <c:v>135.77912523976039</c:v>
                      </c:pt>
                      <c:pt idx="145">
                        <c:v>83.620283703522276</c:v>
                      </c:pt>
                      <c:pt idx="146">
                        <c:v>50.632083021804483</c:v>
                      </c:pt>
                      <c:pt idx="147">
                        <c:v>30.112729274148883</c:v>
                      </c:pt>
                      <c:pt idx="148">
                        <c:v>21.865440538624398</c:v>
                      </c:pt>
                      <c:pt idx="149">
                        <c:v>21.452927393160039</c:v>
                      </c:pt>
                      <c:pt idx="150">
                        <c:v>41.349887816015602</c:v>
                      </c:pt>
                      <c:pt idx="151">
                        <c:v>66.616918795895586</c:v>
                      </c:pt>
                      <c:pt idx="152">
                        <c:v>88.23150519176221</c:v>
                      </c:pt>
                      <c:pt idx="153">
                        <c:v>97.706303335688901</c:v>
                      </c:pt>
                      <c:pt idx="154">
                        <c:v>109.95243316604889</c:v>
                      </c:pt>
                      <c:pt idx="155">
                        <c:v>123.2541343745974</c:v>
                      </c:pt>
                      <c:pt idx="156">
                        <c:v>137.05021635383321</c:v>
                      </c:pt>
                      <c:pt idx="157">
                        <c:v>148.24023747375369</c:v>
                      </c:pt>
                      <c:pt idx="158">
                        <c:v>157.55561201507979</c:v>
                      </c:pt>
                      <c:pt idx="159">
                        <c:v>154.70285547330869</c:v>
                      </c:pt>
                      <c:pt idx="160">
                        <c:v>142.77671010047999</c:v>
                      </c:pt>
                      <c:pt idx="161">
                        <c:v>152.80551385988031</c:v>
                      </c:pt>
                      <c:pt idx="162">
                        <c:v>153.76715878330421</c:v>
                      </c:pt>
                      <c:pt idx="163">
                        <c:v>174.01125265444918</c:v>
                      </c:pt>
                      <c:pt idx="164">
                        <c:v>185.47860948381529</c:v>
                      </c:pt>
                      <c:pt idx="165">
                        <c:v>232.75676212855598</c:v>
                      </c:pt>
                      <c:pt idx="166">
                        <c:v>232.39216522182929</c:v>
                      </c:pt>
                      <c:pt idx="167">
                        <c:v>185.3727360756086</c:v>
                      </c:pt>
                      <c:pt idx="168">
                        <c:v>125.9492142169577</c:v>
                      </c:pt>
                      <c:pt idx="169">
                        <c:v>75.096829061377775</c:v>
                      </c:pt>
                      <c:pt idx="170">
                        <c:v>45.971443487682237</c:v>
                      </c:pt>
                      <c:pt idx="171">
                        <c:v>29.220064661051072</c:v>
                      </c:pt>
                      <c:pt idx="172">
                        <c:v>21.28165703910447</c:v>
                      </c:pt>
                      <c:pt idx="173">
                        <c:v>21.282468719568929</c:v>
                      </c:pt>
                      <c:pt idx="174">
                        <c:v>43.128516203462205</c:v>
                      </c:pt>
                      <c:pt idx="175">
                        <c:v>72.11629324743339</c:v>
                      </c:pt>
                      <c:pt idx="176">
                        <c:v>95.079545665540053</c:v>
                      </c:pt>
                      <c:pt idx="177">
                        <c:v>107.35818161068667</c:v>
                      </c:pt>
                      <c:pt idx="178">
                        <c:v>117.5204830580691</c:v>
                      </c:pt>
                      <c:pt idx="179">
                        <c:v>130.5312122678022</c:v>
                      </c:pt>
                      <c:pt idx="180">
                        <c:v>142.0716908526818</c:v>
                      </c:pt>
                      <c:pt idx="181">
                        <c:v>154.46376624564257</c:v>
                      </c:pt>
                      <c:pt idx="182">
                        <c:v>162.86357252973329</c:v>
                      </c:pt>
                      <c:pt idx="183">
                        <c:v>159.86773889546458</c:v>
                      </c:pt>
                      <c:pt idx="184">
                        <c:v>144.09466722750619</c:v>
                      </c:pt>
                      <c:pt idx="185">
                        <c:v>150.7440926868471</c:v>
                      </c:pt>
                      <c:pt idx="186">
                        <c:v>150.29153010874239</c:v>
                      </c:pt>
                      <c:pt idx="187">
                        <c:v>174.25425927358691</c:v>
                      </c:pt>
                      <c:pt idx="188">
                        <c:v>186.66011835910638</c:v>
                      </c:pt>
                      <c:pt idx="189">
                        <c:v>230.3796859500554</c:v>
                      </c:pt>
                      <c:pt idx="190">
                        <c:v>235.6349653183818</c:v>
                      </c:pt>
                      <c:pt idx="191">
                        <c:v>200.71136065016699</c:v>
                      </c:pt>
                      <c:pt idx="192">
                        <c:v>146.40434612301161</c:v>
                      </c:pt>
                      <c:pt idx="193">
                        <c:v>95.360232782880018</c:v>
                      </c:pt>
                      <c:pt idx="194">
                        <c:v>59.464979223511079</c:v>
                      </c:pt>
                      <c:pt idx="195">
                        <c:v>38.244257228013339</c:v>
                      </c:pt>
                      <c:pt idx="196">
                        <c:v>26.170565147557809</c:v>
                      </c:pt>
                      <c:pt idx="197">
                        <c:v>22.5878753886489</c:v>
                      </c:pt>
                      <c:pt idx="198">
                        <c:v>37.445311534584469</c:v>
                      </c:pt>
                      <c:pt idx="199">
                        <c:v>56.012634677846691</c:v>
                      </c:pt>
                      <c:pt idx="200">
                        <c:v>81.604544645328943</c:v>
                      </c:pt>
                      <c:pt idx="201">
                        <c:v>103.57112722556666</c:v>
                      </c:pt>
                      <c:pt idx="202">
                        <c:v>122.85044919151301</c:v>
                      </c:pt>
                      <c:pt idx="203">
                        <c:v>143.48992446188689</c:v>
                      </c:pt>
                      <c:pt idx="204">
                        <c:v>150.79144924384241</c:v>
                      </c:pt>
                      <c:pt idx="205">
                        <c:v>156.54930774674671</c:v>
                      </c:pt>
                      <c:pt idx="206">
                        <c:v>195.12501550387111</c:v>
                      </c:pt>
                      <c:pt idx="207">
                        <c:v>184.24249368163819</c:v>
                      </c:pt>
                      <c:pt idx="208">
                        <c:v>153.57759828310179</c:v>
                      </c:pt>
                      <c:pt idx="209">
                        <c:v>157.14223654964692</c:v>
                      </c:pt>
                      <c:pt idx="210">
                        <c:v>154.43494202075141</c:v>
                      </c:pt>
                      <c:pt idx="211">
                        <c:v>178.84792102465579</c:v>
                      </c:pt>
                      <c:pt idx="212">
                        <c:v>190.7179167355286</c:v>
                      </c:pt>
                      <c:pt idx="213">
                        <c:v>237.0596798756423</c:v>
                      </c:pt>
                      <c:pt idx="214">
                        <c:v>244.65582251859959</c:v>
                      </c:pt>
                      <c:pt idx="215">
                        <c:v>208.76988953343371</c:v>
                      </c:pt>
                      <c:pt idx="216">
                        <c:v>151.1392737734582</c:v>
                      </c:pt>
                      <c:pt idx="217">
                        <c:v>95.891949758851098</c:v>
                      </c:pt>
                      <c:pt idx="218">
                        <c:v>56.975451507208859</c:v>
                      </c:pt>
                      <c:pt idx="219">
                        <c:v>34.229177635015567</c:v>
                      </c:pt>
                      <c:pt idx="220">
                        <c:v>23.32893882007777</c:v>
                      </c:pt>
                      <c:pt idx="221">
                        <c:v>20.942297563031161</c:v>
                      </c:pt>
                      <c:pt idx="222">
                        <c:v>37.312929345777789</c:v>
                      </c:pt>
                      <c:pt idx="223">
                        <c:v>57.748310710335566</c:v>
                      </c:pt>
                      <c:pt idx="224">
                        <c:v>82.348174766706691</c:v>
                      </c:pt>
                      <c:pt idx="225">
                        <c:v>101.11872697149775</c:v>
                      </c:pt>
                      <c:pt idx="226">
                        <c:v>115.7018872812978</c:v>
                      </c:pt>
                      <c:pt idx="227">
                        <c:v>131.931748713122</c:v>
                      </c:pt>
                      <c:pt idx="228">
                        <c:v>142.20232531844232</c:v>
                      </c:pt>
                      <c:pt idx="229">
                        <c:v>163.2430845105801</c:v>
                      </c:pt>
                      <c:pt idx="230">
                        <c:v>177.50334674994912</c:v>
                      </c:pt>
                      <c:pt idx="231">
                        <c:v>171.93403675938879</c:v>
                      </c:pt>
                      <c:pt idx="232">
                        <c:v>147.59653210512931</c:v>
                      </c:pt>
                      <c:pt idx="233">
                        <c:v>153.579529431791</c:v>
                      </c:pt>
                      <c:pt idx="234">
                        <c:v>152.47616977931361</c:v>
                      </c:pt>
                      <c:pt idx="235">
                        <c:v>173.90949841737299</c:v>
                      </c:pt>
                      <c:pt idx="236">
                        <c:v>190.60464485672</c:v>
                      </c:pt>
                      <c:pt idx="237">
                        <c:v>239.4759070920731</c:v>
                      </c:pt>
                      <c:pt idx="238">
                        <c:v>233.4706425033938</c:v>
                      </c:pt>
                      <c:pt idx="239">
                        <c:v>188.01656895627588</c:v>
                      </c:pt>
                      <c:pt idx="240">
                        <c:v>127.4469630602847</c:v>
                      </c:pt>
                      <c:pt idx="241">
                        <c:v>77.953796932471164</c:v>
                      </c:pt>
                      <c:pt idx="242">
                        <c:v>45.565024374602189</c:v>
                      </c:pt>
                      <c:pt idx="243">
                        <c:v>27.954861188382182</c:v>
                      </c:pt>
                      <c:pt idx="244">
                        <c:v>20.21018826860443</c:v>
                      </c:pt>
                      <c:pt idx="245">
                        <c:v>20.077344395071123</c:v>
                      </c:pt>
                      <c:pt idx="246">
                        <c:v>40.666963268824411</c:v>
                      </c:pt>
                      <c:pt idx="247">
                        <c:v>66.236421616666661</c:v>
                      </c:pt>
                      <c:pt idx="248">
                        <c:v>84.940934384817794</c:v>
                      </c:pt>
                      <c:pt idx="249">
                        <c:v>93.326051000353317</c:v>
                      </c:pt>
                      <c:pt idx="250">
                        <c:v>105.6016090169577</c:v>
                      </c:pt>
                      <c:pt idx="251">
                        <c:v>122.69263084339291</c:v>
                      </c:pt>
                      <c:pt idx="252">
                        <c:v>134.2713562182731</c:v>
                      </c:pt>
                      <c:pt idx="253">
                        <c:v>146.8125208131801</c:v>
                      </c:pt>
                      <c:pt idx="254">
                        <c:v>154.64061251615362</c:v>
                      </c:pt>
                      <c:pt idx="255">
                        <c:v>153.0390677899826</c:v>
                      </c:pt>
                      <c:pt idx="256">
                        <c:v>141.85090537543729</c:v>
                      </c:pt>
                      <c:pt idx="257">
                        <c:v>156.07049492282241</c:v>
                      </c:pt>
                      <c:pt idx="258">
                        <c:v>153.61930260367322</c:v>
                      </c:pt>
                      <c:pt idx="259">
                        <c:v>173.88753859452629</c:v>
                      </c:pt>
                      <c:pt idx="260">
                        <c:v>187.81237354842909</c:v>
                      </c:pt>
                      <c:pt idx="261">
                        <c:v>233.2470927763668</c:v>
                      </c:pt>
                      <c:pt idx="262">
                        <c:v>229.39519337344259</c:v>
                      </c:pt>
                      <c:pt idx="263">
                        <c:v>179.45227153674628</c:v>
                      </c:pt>
                      <c:pt idx="264">
                        <c:v>118.89319982446489</c:v>
                      </c:pt>
                      <c:pt idx="265">
                        <c:v>71.187903564735549</c:v>
                      </c:pt>
                      <c:pt idx="266">
                        <c:v>41.600480237424428</c:v>
                      </c:pt>
                      <c:pt idx="267">
                        <c:v>26.50762547755107</c:v>
                      </c:pt>
                      <c:pt idx="268">
                        <c:v>19.56802167459999</c:v>
                      </c:pt>
                      <c:pt idx="269">
                        <c:v>19.926356458248932</c:v>
                      </c:pt>
                      <c:pt idx="270">
                        <c:v>40.996990131817725</c:v>
                      </c:pt>
                      <c:pt idx="271">
                        <c:v>67.940417084800032</c:v>
                      </c:pt>
                      <c:pt idx="272">
                        <c:v>87.857543462668929</c:v>
                      </c:pt>
                      <c:pt idx="273">
                        <c:v>95.95561525727112</c:v>
                      </c:pt>
                      <c:pt idx="274">
                        <c:v>108.0813035890244</c:v>
                      </c:pt>
                      <c:pt idx="275">
                        <c:v>124.59682191149319</c:v>
                      </c:pt>
                      <c:pt idx="276">
                        <c:v>136.25209616772011</c:v>
                      </c:pt>
                      <c:pt idx="277">
                        <c:v>148.81432037927129</c:v>
                      </c:pt>
                      <c:pt idx="278">
                        <c:v>156.7129289274576</c:v>
                      </c:pt>
                      <c:pt idx="279">
                        <c:v>154.30270141559819</c:v>
                      </c:pt>
                      <c:pt idx="280">
                        <c:v>142.24034077619771</c:v>
                      </c:pt>
                      <c:pt idx="281">
                        <c:v>153.0177181499248</c:v>
                      </c:pt>
                      <c:pt idx="282">
                        <c:v>150.11218027969511</c:v>
                      </c:pt>
                      <c:pt idx="283">
                        <c:v>173.82022549019308</c:v>
                      </c:pt>
                      <c:pt idx="284">
                        <c:v>190.7027994378671</c:v>
                      </c:pt>
                      <c:pt idx="285">
                        <c:v>238.6825964019489</c:v>
                      </c:pt>
                      <c:pt idx="286">
                        <c:v>231.94672763142421</c:v>
                      </c:pt>
                      <c:pt idx="287">
                        <c:v>181.20816972105789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C-4CCE-4206-81AF-7668647A5ABE}"/>
                  </c:ext>
                </c:extLst>
              </c15:ser>
            </c15:filteredLineSeries>
            <c15:filteredLineSeries>
              <c15:ser>
                <c:idx val="25"/>
                <c:order val="2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12-10-2026'!$AA$1</c15:sqref>
                        </c15:formulaRef>
                      </c:ext>
                    </c:extLst>
                    <c:strCache>
                      <c:ptCount val="1"/>
                      <c:pt idx="0">
                        <c:v>EPG ORN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12-10-2026'!$AA$2:$AA$289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11.933338776975566</c:v>
                      </c:pt>
                      <c:pt idx="1">
                        <c:v>7.3787036914377859</c:v>
                      </c:pt>
                      <c:pt idx="2">
                        <c:v>4.3275472202355498</c:v>
                      </c:pt>
                      <c:pt idx="3">
                        <c:v>2.685837855608888</c:v>
                      </c:pt>
                      <c:pt idx="4">
                        <c:v>2.1093860054044482</c:v>
                      </c:pt>
                      <c:pt idx="5">
                        <c:v>2.4429410470555601</c:v>
                      </c:pt>
                      <c:pt idx="6">
                        <c:v>5.3001335316044473</c:v>
                      </c:pt>
                      <c:pt idx="7">
                        <c:v>8.0166091168066664</c:v>
                      </c:pt>
                      <c:pt idx="8">
                        <c:v>9.8074697456688877</c:v>
                      </c:pt>
                      <c:pt idx="9">
                        <c:v>10.051369498126668</c:v>
                      </c:pt>
                      <c:pt idx="10">
                        <c:v>10.838840476344448</c:v>
                      </c:pt>
                      <c:pt idx="11">
                        <c:v>12.15199541846221</c:v>
                      </c:pt>
                      <c:pt idx="12">
                        <c:v>14.062176415784441</c:v>
                      </c:pt>
                      <c:pt idx="13">
                        <c:v>15.43268269231778</c:v>
                      </c:pt>
                      <c:pt idx="14">
                        <c:v>16.382696893588911</c:v>
                      </c:pt>
                      <c:pt idx="15">
                        <c:v>16.294747603495562</c:v>
                      </c:pt>
                      <c:pt idx="16">
                        <c:v>14.392087844184491</c:v>
                      </c:pt>
                      <c:pt idx="17">
                        <c:v>14.172330878786671</c:v>
                      </c:pt>
                      <c:pt idx="18">
                        <c:v>13.93750145517553</c:v>
                      </c:pt>
                      <c:pt idx="19">
                        <c:v>15.19814924197998</c:v>
                      </c:pt>
                      <c:pt idx="20">
                        <c:v>16.647437735595549</c:v>
                      </c:pt>
                      <c:pt idx="21">
                        <c:v>20.0447397874022</c:v>
                      </c:pt>
                      <c:pt idx="22">
                        <c:v>21.197256127731109</c:v>
                      </c:pt>
                      <c:pt idx="23">
                        <c:v>18.531486830293289</c:v>
                      </c:pt>
                      <c:pt idx="24">
                        <c:v>13.573684414931078</c:v>
                      </c:pt>
                      <c:pt idx="25">
                        <c:v>8.5061755185399974</c:v>
                      </c:pt>
                      <c:pt idx="26">
                        <c:v>5.0084216204755538</c:v>
                      </c:pt>
                      <c:pt idx="27">
                        <c:v>3.4346774328244458</c:v>
                      </c:pt>
                      <c:pt idx="28">
                        <c:v>2.43526843479111</c:v>
                      </c:pt>
                      <c:pt idx="29">
                        <c:v>2.4882120271266692</c:v>
                      </c:pt>
                      <c:pt idx="30">
                        <c:v>4.5576494682133371</c:v>
                      </c:pt>
                      <c:pt idx="31">
                        <c:v>6.5502869992911092</c:v>
                      </c:pt>
                      <c:pt idx="32">
                        <c:v>9.3624966123600064</c:v>
                      </c:pt>
                      <c:pt idx="33">
                        <c:v>11.218620076024433</c:v>
                      </c:pt>
                      <c:pt idx="34">
                        <c:v>12.496046058726643</c:v>
                      </c:pt>
                      <c:pt idx="35">
                        <c:v>15.40733258473559</c:v>
                      </c:pt>
                      <c:pt idx="36">
                        <c:v>15.60192393743333</c:v>
                      </c:pt>
                      <c:pt idx="37">
                        <c:v>15.97822691720442</c:v>
                      </c:pt>
                      <c:pt idx="38">
                        <c:v>18.73892019931116</c:v>
                      </c:pt>
                      <c:pt idx="39">
                        <c:v>17.85279902296449</c:v>
                      </c:pt>
                      <c:pt idx="40">
                        <c:v>15.053783696017749</c:v>
                      </c:pt>
                      <c:pt idx="41">
                        <c:v>14.59657645853331</c:v>
                      </c:pt>
                      <c:pt idx="42">
                        <c:v>14.354718876688921</c:v>
                      </c:pt>
                      <c:pt idx="43">
                        <c:v>15.450858213197749</c:v>
                      </c:pt>
                      <c:pt idx="44">
                        <c:v>16.899092652942201</c:v>
                      </c:pt>
                      <c:pt idx="45">
                        <c:v>20.692483466102189</c:v>
                      </c:pt>
                      <c:pt idx="46">
                        <c:v>21.664692695886661</c:v>
                      </c:pt>
                      <c:pt idx="47">
                        <c:v>19.228437157757732</c:v>
                      </c:pt>
                      <c:pt idx="48">
                        <c:v>14.182344634704412</c:v>
                      </c:pt>
                      <c:pt idx="49">
                        <c:v>9.1038434824888945</c:v>
                      </c:pt>
                      <c:pt idx="50">
                        <c:v>5.313896520162217</c:v>
                      </c:pt>
                      <c:pt idx="51">
                        <c:v>3.2513750517133371</c:v>
                      </c:pt>
                      <c:pt idx="52">
                        <c:v>2.2871211951666632</c:v>
                      </c:pt>
                      <c:pt idx="53">
                        <c:v>2.432504423657782</c:v>
                      </c:pt>
                      <c:pt idx="54">
                        <c:v>4.7038906575444432</c:v>
                      </c:pt>
                      <c:pt idx="55">
                        <c:v>6.9518213834622236</c:v>
                      </c:pt>
                      <c:pt idx="56">
                        <c:v>9.6024797405488833</c:v>
                      </c:pt>
                      <c:pt idx="57">
                        <c:v>11.107817206615522</c:v>
                      </c:pt>
                      <c:pt idx="58">
                        <c:v>11.857238550173333</c:v>
                      </c:pt>
                      <c:pt idx="59">
                        <c:v>13.19694012520219</c:v>
                      </c:pt>
                      <c:pt idx="60">
                        <c:v>14.643034822159979</c:v>
                      </c:pt>
                      <c:pt idx="61">
                        <c:v>16.282179599651091</c:v>
                      </c:pt>
                      <c:pt idx="62">
                        <c:v>17.429756720931088</c:v>
                      </c:pt>
                      <c:pt idx="63">
                        <c:v>16.895508781442221</c:v>
                      </c:pt>
                      <c:pt idx="64">
                        <c:v>14.584883999608891</c:v>
                      </c:pt>
                      <c:pt idx="65">
                        <c:v>14.10169015345776</c:v>
                      </c:pt>
                      <c:pt idx="66">
                        <c:v>14.060061174488901</c:v>
                      </c:pt>
                      <c:pt idx="67">
                        <c:v>15.19201302635776</c:v>
                      </c:pt>
                      <c:pt idx="68">
                        <c:v>16.582510614788898</c:v>
                      </c:pt>
                      <c:pt idx="69">
                        <c:v>20.301423894915622</c:v>
                      </c:pt>
                      <c:pt idx="70">
                        <c:v>21.056405338359991</c:v>
                      </c:pt>
                      <c:pt idx="71">
                        <c:v>17.591611387875581</c:v>
                      </c:pt>
                      <c:pt idx="72">
                        <c:v>12.086002037657744</c:v>
                      </c:pt>
                      <c:pt idx="73">
                        <c:v>7.31401633773112</c:v>
                      </c:pt>
                      <c:pt idx="74">
                        <c:v>4.246092719042224</c:v>
                      </c:pt>
                      <c:pt idx="75">
                        <c:v>2.6649786315599959</c:v>
                      </c:pt>
                      <c:pt idx="76">
                        <c:v>2.0698763684111068</c:v>
                      </c:pt>
                      <c:pt idx="77">
                        <c:v>2.395456450031114</c:v>
                      </c:pt>
                      <c:pt idx="78">
                        <c:v>5.0657650834044379</c:v>
                      </c:pt>
                      <c:pt idx="79">
                        <c:v>7.6837124999955577</c:v>
                      </c:pt>
                      <c:pt idx="80">
                        <c:v>9.2929951191488946</c:v>
                      </c:pt>
                      <c:pt idx="81">
                        <c:v>9.5941886984822222</c:v>
                      </c:pt>
                      <c:pt idx="82">
                        <c:v>10.290980093000005</c:v>
                      </c:pt>
                      <c:pt idx="83">
                        <c:v>11.93894741019108</c:v>
                      </c:pt>
                      <c:pt idx="84">
                        <c:v>13.673093134295591</c:v>
                      </c:pt>
                      <c:pt idx="85">
                        <c:v>14.56949623946441</c:v>
                      </c:pt>
                      <c:pt idx="86">
                        <c:v>15.421437208571099</c:v>
                      </c:pt>
                      <c:pt idx="87">
                        <c:v>15.153967966904439</c:v>
                      </c:pt>
                      <c:pt idx="88">
                        <c:v>13.87624744235333</c:v>
                      </c:pt>
                      <c:pt idx="89">
                        <c:v>13.91838007491782</c:v>
                      </c:pt>
                      <c:pt idx="90">
                        <c:v>13.47676369104002</c:v>
                      </c:pt>
                      <c:pt idx="91">
                        <c:v>14.95152181284668</c:v>
                      </c:pt>
                      <c:pt idx="92">
                        <c:v>16.382511606946672</c:v>
                      </c:pt>
                      <c:pt idx="93">
                        <c:v>20.047746201828929</c:v>
                      </c:pt>
                      <c:pt idx="94">
                        <c:v>20.527279819859999</c:v>
                      </c:pt>
                      <c:pt idx="95">
                        <c:v>16.751156195888878</c:v>
                      </c:pt>
                      <c:pt idx="96">
                        <c:v>11.168705638626633</c:v>
                      </c:pt>
                      <c:pt idx="97">
                        <c:v>6.7469156259044425</c:v>
                      </c:pt>
                      <c:pt idx="98">
                        <c:v>3.9169589083955572</c:v>
                      </c:pt>
                      <c:pt idx="99">
                        <c:v>2.5335994002466689</c:v>
                      </c:pt>
                      <c:pt idx="100">
                        <c:v>1.9753641678444456</c:v>
                      </c:pt>
                      <c:pt idx="101">
                        <c:v>2.266937407331107</c:v>
                      </c:pt>
                      <c:pt idx="102">
                        <c:v>5.1086593886266645</c:v>
                      </c:pt>
                      <c:pt idx="103">
                        <c:v>7.795466475695557</c:v>
                      </c:pt>
                      <c:pt idx="104">
                        <c:v>9.4348028671266633</c:v>
                      </c:pt>
                      <c:pt idx="105">
                        <c:v>9.650909107395556</c:v>
                      </c:pt>
                      <c:pt idx="106">
                        <c:v>10.355593981464438</c:v>
                      </c:pt>
                      <c:pt idx="107">
                        <c:v>11.89132253783996</c:v>
                      </c:pt>
                      <c:pt idx="108">
                        <c:v>13.547917816682221</c:v>
                      </c:pt>
                      <c:pt idx="109">
                        <c:v>14.581781495437779</c:v>
                      </c:pt>
                      <c:pt idx="110">
                        <c:v>15.2536153950533</c:v>
                      </c:pt>
                      <c:pt idx="111">
                        <c:v>15.016587160511161</c:v>
                      </c:pt>
                      <c:pt idx="112">
                        <c:v>13.730636048075571</c:v>
                      </c:pt>
                      <c:pt idx="113">
                        <c:v>13.755434873175611</c:v>
                      </c:pt>
                      <c:pt idx="114">
                        <c:v>13.523992465428901</c:v>
                      </c:pt>
                      <c:pt idx="115">
                        <c:v>14.90971016816442</c:v>
                      </c:pt>
                      <c:pt idx="116">
                        <c:v>16.244189960666699</c:v>
                      </c:pt>
                      <c:pt idx="117">
                        <c:v>20.039366490795601</c:v>
                      </c:pt>
                      <c:pt idx="118">
                        <c:v>20.50897170257106</c:v>
                      </c:pt>
                      <c:pt idx="119">
                        <c:v>16.82840679541107</c:v>
                      </c:pt>
                      <c:pt idx="120">
                        <c:v>11.296188510975599</c:v>
                      </c:pt>
                      <c:pt idx="121">
                        <c:v>6.7829532903555547</c:v>
                      </c:pt>
                      <c:pt idx="122">
                        <c:v>3.9456393184111112</c:v>
                      </c:pt>
                      <c:pt idx="123">
                        <c:v>2.5754250882844469</c:v>
                      </c:pt>
                      <c:pt idx="124">
                        <c:v>1.9440593653222178</c:v>
                      </c:pt>
                      <c:pt idx="125">
                        <c:v>2.2372825152888902</c:v>
                      </c:pt>
                      <c:pt idx="126">
                        <c:v>5.1624886710711166</c:v>
                      </c:pt>
                      <c:pt idx="127">
                        <c:v>8.0461600261977839</c:v>
                      </c:pt>
                      <c:pt idx="128">
                        <c:v>9.5018901194822298</c:v>
                      </c:pt>
                      <c:pt idx="129">
                        <c:v>9.824048130300012</c:v>
                      </c:pt>
                      <c:pt idx="130">
                        <c:v>10.616571535991104</c:v>
                      </c:pt>
                      <c:pt idx="131">
                        <c:v>11.94223652014448</c:v>
                      </c:pt>
                      <c:pt idx="132">
                        <c:v>13.980586589795541</c:v>
                      </c:pt>
                      <c:pt idx="133">
                        <c:v>16.095344104288881</c:v>
                      </c:pt>
                      <c:pt idx="134">
                        <c:v>16.789653734642219</c:v>
                      </c:pt>
                      <c:pt idx="135">
                        <c:v>16.01140605944223</c:v>
                      </c:pt>
                      <c:pt idx="136">
                        <c:v>13.914194573219969</c:v>
                      </c:pt>
                      <c:pt idx="137">
                        <c:v>13.959068831466631</c:v>
                      </c:pt>
                      <c:pt idx="138">
                        <c:v>14.2857553307778</c:v>
                      </c:pt>
                      <c:pt idx="139">
                        <c:v>15.93873732535117</c:v>
                      </c:pt>
                      <c:pt idx="140">
                        <c:v>16.836612650166689</c:v>
                      </c:pt>
                      <c:pt idx="141">
                        <c:v>20.610553021724431</c:v>
                      </c:pt>
                      <c:pt idx="142">
                        <c:v>20.871202085653369</c:v>
                      </c:pt>
                      <c:pt idx="143">
                        <c:v>17.090838240768829</c:v>
                      </c:pt>
                      <c:pt idx="144">
                        <c:v>11.599038187782201</c:v>
                      </c:pt>
                      <c:pt idx="145">
                        <c:v>6.9716291471888914</c:v>
                      </c:pt>
                      <c:pt idx="146">
                        <c:v>4.2526020450444495</c:v>
                      </c:pt>
                      <c:pt idx="147">
                        <c:v>2.835852462862217</c:v>
                      </c:pt>
                      <c:pt idx="148">
                        <c:v>2.1904967600022216</c:v>
                      </c:pt>
                      <c:pt idx="149">
                        <c:v>2.4533974514777732</c:v>
                      </c:pt>
                      <c:pt idx="150">
                        <c:v>5.2861339089377806</c:v>
                      </c:pt>
                      <c:pt idx="151">
                        <c:v>8.0954160109866535</c:v>
                      </c:pt>
                      <c:pt idx="152">
                        <c:v>9.7881325699777832</c:v>
                      </c:pt>
                      <c:pt idx="153">
                        <c:v>9.915715467360009</c:v>
                      </c:pt>
                      <c:pt idx="154">
                        <c:v>10.616306544926658</c:v>
                      </c:pt>
                      <c:pt idx="155">
                        <c:v>11.87861001826669</c:v>
                      </c:pt>
                      <c:pt idx="156">
                        <c:v>13.60600707916441</c:v>
                      </c:pt>
                      <c:pt idx="157">
                        <c:v>14.649791151353311</c:v>
                      </c:pt>
                      <c:pt idx="158">
                        <c:v>15.65661568806223</c:v>
                      </c:pt>
                      <c:pt idx="159">
                        <c:v>15.408341950677761</c:v>
                      </c:pt>
                      <c:pt idx="160">
                        <c:v>14.196074315773339</c:v>
                      </c:pt>
                      <c:pt idx="161">
                        <c:v>14.28913969728</c:v>
                      </c:pt>
                      <c:pt idx="162">
                        <c:v>14.044667750204431</c:v>
                      </c:pt>
                      <c:pt idx="163">
                        <c:v>15.69949884780219</c:v>
                      </c:pt>
                      <c:pt idx="164">
                        <c:v>17.011013802544412</c:v>
                      </c:pt>
                      <c:pt idx="165">
                        <c:v>20.64093553462666</c:v>
                      </c:pt>
                      <c:pt idx="166">
                        <c:v>20.820252169766619</c:v>
                      </c:pt>
                      <c:pt idx="167">
                        <c:v>16.61859310916666</c:v>
                      </c:pt>
                      <c:pt idx="168">
                        <c:v>10.868451269948856</c:v>
                      </c:pt>
                      <c:pt idx="169">
                        <c:v>6.3564408785311102</c:v>
                      </c:pt>
                      <c:pt idx="170">
                        <c:v>3.931627409031115</c:v>
                      </c:pt>
                      <c:pt idx="171">
                        <c:v>2.6098850545911123</c:v>
                      </c:pt>
                      <c:pt idx="172">
                        <c:v>2.1111591682466591</c:v>
                      </c:pt>
                      <c:pt idx="173">
                        <c:v>2.4504469842777752</c:v>
                      </c:pt>
                      <c:pt idx="174">
                        <c:v>5.4988226982199988</c:v>
                      </c:pt>
                      <c:pt idx="175">
                        <c:v>8.7177858979244576</c:v>
                      </c:pt>
                      <c:pt idx="176">
                        <c:v>10.43752606282</c:v>
                      </c:pt>
                      <c:pt idx="177">
                        <c:v>10.412551732740001</c:v>
                      </c:pt>
                      <c:pt idx="178">
                        <c:v>10.953344456680009</c:v>
                      </c:pt>
                      <c:pt idx="179">
                        <c:v>12.210233515886671</c:v>
                      </c:pt>
                      <c:pt idx="180">
                        <c:v>13.977700460488929</c:v>
                      </c:pt>
                      <c:pt idx="181">
                        <c:v>15.225488708028871</c:v>
                      </c:pt>
                      <c:pt idx="182">
                        <c:v>16.0622694067022</c:v>
                      </c:pt>
                      <c:pt idx="183">
                        <c:v>15.787807360786651</c:v>
                      </c:pt>
                      <c:pt idx="184">
                        <c:v>14.140728703257778</c:v>
                      </c:pt>
                      <c:pt idx="185">
                        <c:v>14.245812851893369</c:v>
                      </c:pt>
                      <c:pt idx="186">
                        <c:v>13.921902332431179</c:v>
                      </c:pt>
                      <c:pt idx="187">
                        <c:v>15.92542409501551</c:v>
                      </c:pt>
                      <c:pt idx="188">
                        <c:v>17.049403416486641</c:v>
                      </c:pt>
                      <c:pt idx="189">
                        <c:v>20.521625259517773</c:v>
                      </c:pt>
                      <c:pt idx="190">
                        <c:v>21.005380972744479</c:v>
                      </c:pt>
                      <c:pt idx="191">
                        <c:v>18.009473467331123</c:v>
                      </c:pt>
                      <c:pt idx="192">
                        <c:v>12.785836846317791</c:v>
                      </c:pt>
                      <c:pt idx="193">
                        <c:v>8.142043168782223</c:v>
                      </c:pt>
                      <c:pt idx="194">
                        <c:v>4.9540596122577742</c:v>
                      </c:pt>
                      <c:pt idx="195">
                        <c:v>3.2021882194155551</c:v>
                      </c:pt>
                      <c:pt idx="196">
                        <c:v>2.3788201862200027</c:v>
                      </c:pt>
                      <c:pt idx="197">
                        <c:v>2.3753880669533332</c:v>
                      </c:pt>
                      <c:pt idx="198">
                        <c:v>4.6280368132244449</c:v>
                      </c:pt>
                      <c:pt idx="199">
                        <c:v>6.9498610835688792</c:v>
                      </c:pt>
                      <c:pt idx="200">
                        <c:v>9.6413509840288842</c:v>
                      </c:pt>
                      <c:pt idx="201">
                        <c:v>11.294358297173332</c:v>
                      </c:pt>
                      <c:pt idx="202">
                        <c:v>12.278485497453378</c:v>
                      </c:pt>
                      <c:pt idx="203">
                        <c:v>13.90312254988884</c:v>
                      </c:pt>
                      <c:pt idx="204">
                        <c:v>14.83788249884001</c:v>
                      </c:pt>
                      <c:pt idx="205">
                        <c:v>15.776735239466671</c:v>
                      </c:pt>
                      <c:pt idx="206">
                        <c:v>18.375185895542213</c:v>
                      </c:pt>
                      <c:pt idx="207">
                        <c:v>17.542265735242221</c:v>
                      </c:pt>
                      <c:pt idx="208">
                        <c:v>14.55900883316666</c:v>
                      </c:pt>
                      <c:pt idx="209">
                        <c:v>14.215503504086689</c:v>
                      </c:pt>
                      <c:pt idx="210">
                        <c:v>13.53266914269777</c:v>
                      </c:pt>
                      <c:pt idx="211">
                        <c:v>15.63597614645558</c:v>
                      </c:pt>
                      <c:pt idx="212">
                        <c:v>17.15827775700447</c:v>
                      </c:pt>
                      <c:pt idx="213">
                        <c:v>20.783558457340018</c:v>
                      </c:pt>
                      <c:pt idx="214">
                        <c:v>21.693072422317741</c:v>
                      </c:pt>
                      <c:pt idx="215">
                        <c:v>18.741786999904459</c:v>
                      </c:pt>
                      <c:pt idx="216">
                        <c:v>13.335561612893288</c:v>
                      </c:pt>
                      <c:pt idx="217">
                        <c:v>8.3498933988200026</c:v>
                      </c:pt>
                      <c:pt idx="218">
                        <c:v>4.9885938267088816</c:v>
                      </c:pt>
                      <c:pt idx="219">
                        <c:v>3.0036306687866721</c:v>
                      </c:pt>
                      <c:pt idx="220">
                        <c:v>2.1474786173955578</c:v>
                      </c:pt>
                      <c:pt idx="221">
                        <c:v>2.2908872026044502</c:v>
                      </c:pt>
                      <c:pt idx="222">
                        <c:v>4.6973451819800003</c:v>
                      </c:pt>
                      <c:pt idx="223">
                        <c:v>7.1235464185177788</c:v>
                      </c:pt>
                      <c:pt idx="224">
                        <c:v>9.7603777783022192</c:v>
                      </c:pt>
                      <c:pt idx="225">
                        <c:v>10.94717036957331</c:v>
                      </c:pt>
                      <c:pt idx="226">
                        <c:v>11.653085486640032</c:v>
                      </c:pt>
                      <c:pt idx="227">
                        <c:v>12.89345277253998</c:v>
                      </c:pt>
                      <c:pt idx="228">
                        <c:v>14.104598613340029</c:v>
                      </c:pt>
                      <c:pt idx="229">
                        <c:v>15.99941741107558</c:v>
                      </c:pt>
                      <c:pt idx="230">
                        <c:v>17.374544473628891</c:v>
                      </c:pt>
                      <c:pt idx="231">
                        <c:v>16.731489388720011</c:v>
                      </c:pt>
                      <c:pt idx="232">
                        <c:v>14.26478964357781</c:v>
                      </c:pt>
                      <c:pt idx="233">
                        <c:v>14.03579358865778</c:v>
                      </c:pt>
                      <c:pt idx="234">
                        <c:v>13.717784587544429</c:v>
                      </c:pt>
                      <c:pt idx="235">
                        <c:v>15.62326153264447</c:v>
                      </c:pt>
                      <c:pt idx="236">
                        <c:v>16.985611439675559</c:v>
                      </c:pt>
                      <c:pt idx="237">
                        <c:v>20.861689663846679</c:v>
                      </c:pt>
                      <c:pt idx="238">
                        <c:v>20.96115775200003</c:v>
                      </c:pt>
                      <c:pt idx="239">
                        <c:v>16.91128003594665</c:v>
                      </c:pt>
                      <c:pt idx="240">
                        <c:v>11.048959793104478</c:v>
                      </c:pt>
                      <c:pt idx="241">
                        <c:v>6.5799109284888919</c:v>
                      </c:pt>
                      <c:pt idx="242">
                        <c:v>3.856765246388886</c:v>
                      </c:pt>
                      <c:pt idx="243">
                        <c:v>2.5107426393422232</c:v>
                      </c:pt>
                      <c:pt idx="244">
                        <c:v>1.9059931443555544</c:v>
                      </c:pt>
                      <c:pt idx="245">
                        <c:v>2.2404204862755561</c:v>
                      </c:pt>
                      <c:pt idx="246">
                        <c:v>5.1182394976511096</c:v>
                      </c:pt>
                      <c:pt idx="247">
                        <c:v>7.8079925898911178</c:v>
                      </c:pt>
                      <c:pt idx="248">
                        <c:v>9.3956613324977827</c:v>
                      </c:pt>
                      <c:pt idx="249">
                        <c:v>9.3813954346688995</c:v>
                      </c:pt>
                      <c:pt idx="250">
                        <c:v>10.178194894575547</c:v>
                      </c:pt>
                      <c:pt idx="251">
                        <c:v>11.670143563377778</c:v>
                      </c:pt>
                      <c:pt idx="252">
                        <c:v>13.156264978382239</c:v>
                      </c:pt>
                      <c:pt idx="253">
                        <c:v>14.34231640460003</c:v>
                      </c:pt>
                      <c:pt idx="254">
                        <c:v>15.192522976208879</c:v>
                      </c:pt>
                      <c:pt idx="255">
                        <c:v>15.205072104311149</c:v>
                      </c:pt>
                      <c:pt idx="256">
                        <c:v>13.810133448871101</c:v>
                      </c:pt>
                      <c:pt idx="257">
                        <c:v>14.22953274425552</c:v>
                      </c:pt>
                      <c:pt idx="258">
                        <c:v>13.867449045851089</c:v>
                      </c:pt>
                      <c:pt idx="259">
                        <c:v>15.802298989646621</c:v>
                      </c:pt>
                      <c:pt idx="260">
                        <c:v>17.083716190304429</c:v>
                      </c:pt>
                      <c:pt idx="261">
                        <c:v>20.68830745329555</c:v>
                      </c:pt>
                      <c:pt idx="262">
                        <c:v>20.45350903280892</c:v>
                      </c:pt>
                      <c:pt idx="263">
                        <c:v>16.022661853531101</c:v>
                      </c:pt>
                      <c:pt idx="264">
                        <c:v>10.233409534262218</c:v>
                      </c:pt>
                      <c:pt idx="265">
                        <c:v>6.0474914869466696</c:v>
                      </c:pt>
                      <c:pt idx="266">
                        <c:v>3.591849156593331</c:v>
                      </c:pt>
                      <c:pt idx="267">
                        <c:v>2.387483352168891</c:v>
                      </c:pt>
                      <c:pt idx="268">
                        <c:v>2.0006260074911091</c:v>
                      </c:pt>
                      <c:pt idx="269">
                        <c:v>2.303514466742226</c:v>
                      </c:pt>
                      <c:pt idx="270">
                        <c:v>5.209430808222228</c:v>
                      </c:pt>
                      <c:pt idx="271">
                        <c:v>8.230416457913341</c:v>
                      </c:pt>
                      <c:pt idx="272">
                        <c:v>9.6178529784777886</c:v>
                      </c:pt>
                      <c:pt idx="273">
                        <c:v>9.7099438104377658</c:v>
                      </c:pt>
                      <c:pt idx="274">
                        <c:v>10.352752805099991</c:v>
                      </c:pt>
                      <c:pt idx="275">
                        <c:v>11.764615388406634</c:v>
                      </c:pt>
                      <c:pt idx="276">
                        <c:v>13.417463034548849</c:v>
                      </c:pt>
                      <c:pt idx="277">
                        <c:v>14.647024119046691</c:v>
                      </c:pt>
                      <c:pt idx="278">
                        <c:v>15.397560829399939</c:v>
                      </c:pt>
                      <c:pt idx="279">
                        <c:v>15.23088278786663</c:v>
                      </c:pt>
                      <c:pt idx="280">
                        <c:v>13.865672298666681</c:v>
                      </c:pt>
                      <c:pt idx="281">
                        <c:v>14.146497448786629</c:v>
                      </c:pt>
                      <c:pt idx="282">
                        <c:v>13.56587245676441</c:v>
                      </c:pt>
                      <c:pt idx="283">
                        <c:v>15.66414446169329</c:v>
                      </c:pt>
                      <c:pt idx="284">
                        <c:v>17.201015050051129</c:v>
                      </c:pt>
                      <c:pt idx="285">
                        <c:v>21.087491587488902</c:v>
                      </c:pt>
                      <c:pt idx="286">
                        <c:v>20.70704493097784</c:v>
                      </c:pt>
                      <c:pt idx="287">
                        <c:v>16.014743498471141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D-4CCE-4206-81AF-7668647A5ABE}"/>
                  </c:ext>
                </c:extLst>
              </c15:ser>
            </c15:filteredLineSeries>
            <c15:filteredLineSeries>
              <c15:ser>
                <c:idx val="26"/>
                <c:order val="2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12-10-2026'!$AB$1</c15:sqref>
                        </c15:formulaRef>
                      </c:ext>
                    </c:extLst>
                    <c:strCache>
                      <c:ptCount val="1"/>
                      <c:pt idx="0">
                        <c:v>EPG ORN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12-10-2026'!$AB$2:$AB$289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148.08022356146049</c:v>
                      </c:pt>
                      <c:pt idx="1">
                        <c:v>93.37478995760226</c:v>
                      </c:pt>
                      <c:pt idx="2">
                        <c:v>55.974324567537749</c:v>
                      </c:pt>
                      <c:pt idx="3">
                        <c:v>33.920323047351104</c:v>
                      </c:pt>
                      <c:pt idx="4">
                        <c:v>24.369638573268851</c:v>
                      </c:pt>
                      <c:pt idx="5">
                        <c:v>23.78430181184218</c:v>
                      </c:pt>
                      <c:pt idx="6">
                        <c:v>46.805851398759955</c:v>
                      </c:pt>
                      <c:pt idx="7">
                        <c:v>73.546008273346658</c:v>
                      </c:pt>
                      <c:pt idx="8">
                        <c:v>95.153622404426656</c:v>
                      </c:pt>
                      <c:pt idx="9">
                        <c:v>104.82139488113782</c:v>
                      </c:pt>
                      <c:pt idx="10">
                        <c:v>118.63057565239994</c:v>
                      </c:pt>
                      <c:pt idx="11">
                        <c:v>136.33588379893112</c:v>
                      </c:pt>
                      <c:pt idx="12">
                        <c:v>151.60509067695085</c:v>
                      </c:pt>
                      <c:pt idx="13">
                        <c:v>166.79126109687786</c:v>
                      </c:pt>
                      <c:pt idx="14">
                        <c:v>178.46970983174879</c:v>
                      </c:pt>
                      <c:pt idx="15">
                        <c:v>176.83605892020873</c:v>
                      </c:pt>
                      <c:pt idx="16">
                        <c:v>157.91795085590721</c:v>
                      </c:pt>
                      <c:pt idx="17">
                        <c:v>162.35939418495587</c:v>
                      </c:pt>
                      <c:pt idx="18">
                        <c:v>163.63489727015121</c:v>
                      </c:pt>
                      <c:pt idx="19">
                        <c:v>179.49334649618618</c:v>
                      </c:pt>
                      <c:pt idx="20">
                        <c:v>196.73380446322457</c:v>
                      </c:pt>
                      <c:pt idx="21">
                        <c:v>244.06420519867061</c:v>
                      </c:pt>
                      <c:pt idx="22">
                        <c:v>256.5818573292849</c:v>
                      </c:pt>
                      <c:pt idx="23">
                        <c:v>224.85519674631749</c:v>
                      </c:pt>
                      <c:pt idx="24">
                        <c:v>167.45391078573317</c:v>
                      </c:pt>
                      <c:pt idx="25">
                        <c:v>104.96617713461106</c:v>
                      </c:pt>
                      <c:pt idx="26">
                        <c:v>61.978630765313341</c:v>
                      </c:pt>
                      <c:pt idx="27">
                        <c:v>41.740147045291124</c:v>
                      </c:pt>
                      <c:pt idx="28">
                        <c:v>28.545930748022208</c:v>
                      </c:pt>
                      <c:pt idx="29">
                        <c:v>24.989310676368877</c:v>
                      </c:pt>
                      <c:pt idx="30">
                        <c:v>41.21512429249551</c:v>
                      </c:pt>
                      <c:pt idx="31">
                        <c:v>58.259385526546644</c:v>
                      </c:pt>
                      <c:pt idx="32">
                        <c:v>86.284251941568868</c:v>
                      </c:pt>
                      <c:pt idx="33">
                        <c:v>111.42347912542441</c:v>
                      </c:pt>
                      <c:pt idx="34">
                        <c:v>132.58620526061353</c:v>
                      </c:pt>
                      <c:pt idx="35">
                        <c:v>151.12078078702919</c:v>
                      </c:pt>
                      <c:pt idx="36">
                        <c:v>163.76258953785293</c:v>
                      </c:pt>
                      <c:pt idx="37">
                        <c:v>170.4320852040868</c:v>
                      </c:pt>
                      <c:pt idx="38">
                        <c:v>211.82506341726906</c:v>
                      </c:pt>
                      <c:pt idx="39">
                        <c:v>201.76604042668879</c:v>
                      </c:pt>
                      <c:pt idx="40">
                        <c:v>168.19682213882254</c:v>
                      </c:pt>
                      <c:pt idx="41">
                        <c:v>169.0817099751263</c:v>
                      </c:pt>
                      <c:pt idx="42">
                        <c:v>170.23222280288235</c:v>
                      </c:pt>
                      <c:pt idx="43">
                        <c:v>185.26754082648637</c:v>
                      </c:pt>
                      <c:pt idx="44">
                        <c:v>203.80198865229062</c:v>
                      </c:pt>
                      <c:pt idx="45">
                        <c:v>255.01697752080639</c:v>
                      </c:pt>
                      <c:pt idx="46">
                        <c:v>263.3840414711529</c:v>
                      </c:pt>
                      <c:pt idx="47">
                        <c:v>232.69077678556891</c:v>
                      </c:pt>
                      <c:pt idx="48">
                        <c:v>174.06629472133372</c:v>
                      </c:pt>
                      <c:pt idx="49">
                        <c:v>114.40396877015552</c:v>
                      </c:pt>
                      <c:pt idx="50">
                        <c:v>68.180993758473377</c:v>
                      </c:pt>
                      <c:pt idx="51">
                        <c:v>41.090533198428865</c:v>
                      </c:pt>
                      <c:pt idx="52">
                        <c:v>27.237346568339955</c:v>
                      </c:pt>
                      <c:pt idx="53">
                        <c:v>23.91692295689332</c:v>
                      </c:pt>
                      <c:pt idx="54">
                        <c:v>41.83351862442445</c:v>
                      </c:pt>
                      <c:pt idx="55">
                        <c:v>61.989612302597813</c:v>
                      </c:pt>
                      <c:pt idx="56">
                        <c:v>89.347886970106686</c:v>
                      </c:pt>
                      <c:pt idx="57">
                        <c:v>110.46233829281778</c:v>
                      </c:pt>
                      <c:pt idx="58">
                        <c:v>126.05760222398443</c:v>
                      </c:pt>
                      <c:pt idx="59">
                        <c:v>145.22220972095349</c:v>
                      </c:pt>
                      <c:pt idx="60">
                        <c:v>158.60301514270489</c:v>
                      </c:pt>
                      <c:pt idx="61">
                        <c:v>177.94310941014689</c:v>
                      </c:pt>
                      <c:pt idx="62">
                        <c:v>194.2794081325107</c:v>
                      </c:pt>
                      <c:pt idx="63">
                        <c:v>187.25683860581583</c:v>
                      </c:pt>
                      <c:pt idx="64">
                        <c:v>163.1938865315492</c:v>
                      </c:pt>
                      <c:pt idx="65">
                        <c:v>165.75703233087583</c:v>
                      </c:pt>
                      <c:pt idx="66">
                        <c:v>167.34247689211762</c:v>
                      </c:pt>
                      <c:pt idx="67">
                        <c:v>182.41690222036488</c:v>
                      </c:pt>
                      <c:pt idx="68">
                        <c:v>198.61101657284181</c:v>
                      </c:pt>
                      <c:pt idx="69">
                        <c:v>247.68168549770721</c:v>
                      </c:pt>
                      <c:pt idx="70">
                        <c:v>253.68710017294927</c:v>
                      </c:pt>
                      <c:pt idx="71">
                        <c:v>212.99105497807068</c:v>
                      </c:pt>
                      <c:pt idx="72">
                        <c:v>148.28945311516685</c:v>
                      </c:pt>
                      <c:pt idx="73">
                        <c:v>91.087360876384452</c:v>
                      </c:pt>
                      <c:pt idx="74">
                        <c:v>53.592816112044467</c:v>
                      </c:pt>
                      <c:pt idx="75">
                        <c:v>32.937790555966693</c:v>
                      </c:pt>
                      <c:pt idx="76">
                        <c:v>23.250645604102218</c:v>
                      </c:pt>
                      <c:pt idx="77">
                        <c:v>22.806704686519971</c:v>
                      </c:pt>
                      <c:pt idx="78">
                        <c:v>44.936932168035547</c:v>
                      </c:pt>
                      <c:pt idx="79">
                        <c:v>71.309193273344448</c:v>
                      </c:pt>
                      <c:pt idx="80">
                        <c:v>93.269565833733367</c:v>
                      </c:pt>
                      <c:pt idx="81">
                        <c:v>103.61602205980003</c:v>
                      </c:pt>
                      <c:pt idx="82">
                        <c:v>116.6811137978267</c:v>
                      </c:pt>
                      <c:pt idx="83">
                        <c:v>134.42602438736429</c:v>
                      </c:pt>
                      <c:pt idx="84">
                        <c:v>148.32644614829368</c:v>
                      </c:pt>
                      <c:pt idx="85">
                        <c:v>160.55095444142461</c:v>
                      </c:pt>
                      <c:pt idx="86">
                        <c:v>168.86221530087988</c:v>
                      </c:pt>
                      <c:pt idx="87">
                        <c:v>165.39688248327556</c:v>
                      </c:pt>
                      <c:pt idx="88">
                        <c:v>152.89102663230912</c:v>
                      </c:pt>
                      <c:pt idx="89">
                        <c:v>161.20527053124184</c:v>
                      </c:pt>
                      <c:pt idx="90">
                        <c:v>161.68284952238631</c:v>
                      </c:pt>
                      <c:pt idx="91">
                        <c:v>181.53158547768896</c:v>
                      </c:pt>
                      <c:pt idx="92">
                        <c:v>197.90462036233109</c:v>
                      </c:pt>
                      <c:pt idx="93">
                        <c:v>247.99078144081773</c:v>
                      </c:pt>
                      <c:pt idx="94">
                        <c:v>251.7033806412731</c:v>
                      </c:pt>
                      <c:pt idx="95">
                        <c:v>206.09297173961988</c:v>
                      </c:pt>
                      <c:pt idx="96">
                        <c:v>141.63026829388684</c:v>
                      </c:pt>
                      <c:pt idx="97">
                        <c:v>86.966096653762236</c:v>
                      </c:pt>
                      <c:pt idx="98">
                        <c:v>50.898814288531064</c:v>
                      </c:pt>
                      <c:pt idx="99">
                        <c:v>31.619946740984428</c:v>
                      </c:pt>
                      <c:pt idx="100">
                        <c:v>22.773171924155527</c:v>
                      </c:pt>
                      <c:pt idx="101">
                        <c:v>22.303716500928847</c:v>
                      </c:pt>
                      <c:pt idx="102">
                        <c:v>45.509984108893363</c:v>
                      </c:pt>
                      <c:pt idx="103">
                        <c:v>72.668891058024471</c:v>
                      </c:pt>
                      <c:pt idx="104">
                        <c:v>93.718873733166689</c:v>
                      </c:pt>
                      <c:pt idx="105">
                        <c:v>103.74616890924892</c:v>
                      </c:pt>
                      <c:pt idx="106">
                        <c:v>117.20572535062443</c:v>
                      </c:pt>
                      <c:pt idx="107">
                        <c:v>136.00200330365357</c:v>
                      </c:pt>
                      <c:pt idx="108">
                        <c:v>149.99673403498193</c:v>
                      </c:pt>
                      <c:pt idx="109">
                        <c:v>162.77721587260189</c:v>
                      </c:pt>
                      <c:pt idx="110">
                        <c:v>170.1447921941751</c:v>
                      </c:pt>
                      <c:pt idx="111">
                        <c:v>167.15074084099598</c:v>
                      </c:pt>
                      <c:pt idx="112">
                        <c:v>152.76281046511957</c:v>
                      </c:pt>
                      <c:pt idx="113">
                        <c:v>161.68984226541119</c:v>
                      </c:pt>
                      <c:pt idx="114">
                        <c:v>163.2298448583027</c:v>
                      </c:pt>
                      <c:pt idx="115">
                        <c:v>182.44240756874251</c:v>
                      </c:pt>
                      <c:pt idx="116">
                        <c:v>198.56349385342401</c:v>
                      </c:pt>
                      <c:pt idx="117">
                        <c:v>250.98538974567521</c:v>
                      </c:pt>
                      <c:pt idx="118">
                        <c:v>252.13094412722904</c:v>
                      </c:pt>
                      <c:pt idx="119">
                        <c:v>207.62243233529287</c:v>
                      </c:pt>
                      <c:pt idx="120">
                        <c:v>141.92037921586871</c:v>
                      </c:pt>
                      <c:pt idx="121">
                        <c:v>87.068409847220011</c:v>
                      </c:pt>
                      <c:pt idx="122">
                        <c:v>50.52694312162663</c:v>
                      </c:pt>
                      <c:pt idx="123">
                        <c:v>31.394545720039989</c:v>
                      </c:pt>
                      <c:pt idx="124">
                        <c:v>22.633941662753315</c:v>
                      </c:pt>
                      <c:pt idx="125">
                        <c:v>22.432398626226679</c:v>
                      </c:pt>
                      <c:pt idx="126">
                        <c:v>46.419490156953295</c:v>
                      </c:pt>
                      <c:pt idx="127">
                        <c:v>74.361529195008956</c:v>
                      </c:pt>
                      <c:pt idx="128">
                        <c:v>96.482162415128869</c:v>
                      </c:pt>
                      <c:pt idx="129">
                        <c:v>106.88716771311108</c:v>
                      </c:pt>
                      <c:pt idx="130">
                        <c:v>120.35556080446</c:v>
                      </c:pt>
                      <c:pt idx="131">
                        <c:v>137.47079784117579</c:v>
                      </c:pt>
                      <c:pt idx="132">
                        <c:v>155.47843220616855</c:v>
                      </c:pt>
                      <c:pt idx="133">
                        <c:v>178.03981869187757</c:v>
                      </c:pt>
                      <c:pt idx="134">
                        <c:v>186.07717795893143</c:v>
                      </c:pt>
                      <c:pt idx="135">
                        <c:v>177.92581970175561</c:v>
                      </c:pt>
                      <c:pt idx="136">
                        <c:v>155.67441999648636</c:v>
                      </c:pt>
                      <c:pt idx="137">
                        <c:v>163.8222912833514</c:v>
                      </c:pt>
                      <c:pt idx="138">
                        <c:v>180.1408382858065</c:v>
                      </c:pt>
                      <c:pt idx="139">
                        <c:v>202.56462951419775</c:v>
                      </c:pt>
                      <c:pt idx="140">
                        <c:v>206.07504196322239</c:v>
                      </c:pt>
                      <c:pt idx="141">
                        <c:v>256.35632224729335</c:v>
                      </c:pt>
                      <c:pt idx="142">
                        <c:v>254.93755448941798</c:v>
                      </c:pt>
                      <c:pt idx="143">
                        <c:v>208.40280326070183</c:v>
                      </c:pt>
                      <c:pt idx="144">
                        <c:v>147.3781634275426</c:v>
                      </c:pt>
                      <c:pt idx="145">
                        <c:v>90.591912850711168</c:v>
                      </c:pt>
                      <c:pt idx="146">
                        <c:v>54.884685066848931</c:v>
                      </c:pt>
                      <c:pt idx="147">
                        <c:v>32.948581737011096</c:v>
                      </c:pt>
                      <c:pt idx="148">
                        <c:v>24.05593729862662</c:v>
                      </c:pt>
                      <c:pt idx="149">
                        <c:v>23.906324844637812</c:v>
                      </c:pt>
                      <c:pt idx="150">
                        <c:v>46.63602172495338</c:v>
                      </c:pt>
                      <c:pt idx="151">
                        <c:v>74.712334806882239</c:v>
                      </c:pt>
                      <c:pt idx="152">
                        <c:v>98.01963776174</c:v>
                      </c:pt>
                      <c:pt idx="153">
                        <c:v>107.62201880304892</c:v>
                      </c:pt>
                      <c:pt idx="154">
                        <c:v>120.56873971097555</c:v>
                      </c:pt>
                      <c:pt idx="155">
                        <c:v>135.13274439286408</c:v>
                      </c:pt>
                      <c:pt idx="156">
                        <c:v>150.65622343299762</c:v>
                      </c:pt>
                      <c:pt idx="157">
                        <c:v>162.89002862510699</c:v>
                      </c:pt>
                      <c:pt idx="158">
                        <c:v>173.21222770314202</c:v>
                      </c:pt>
                      <c:pt idx="159">
                        <c:v>170.11119742398645</c:v>
                      </c:pt>
                      <c:pt idx="160">
                        <c:v>156.97278441625332</c:v>
                      </c:pt>
                      <c:pt idx="161">
                        <c:v>167.09465355716031</c:v>
                      </c:pt>
                      <c:pt idx="162">
                        <c:v>167.81182653350865</c:v>
                      </c:pt>
                      <c:pt idx="163">
                        <c:v>189.71075150225136</c:v>
                      </c:pt>
                      <c:pt idx="164">
                        <c:v>202.48962328635969</c:v>
                      </c:pt>
                      <c:pt idx="165">
                        <c:v>253.39769766318264</c:v>
                      </c:pt>
                      <c:pt idx="166">
                        <c:v>253.21241739159592</c:v>
                      </c:pt>
                      <c:pt idx="167">
                        <c:v>201.99132918477525</c:v>
                      </c:pt>
                      <c:pt idx="168">
                        <c:v>136.81766548690655</c:v>
                      </c:pt>
                      <c:pt idx="169">
                        <c:v>81.453269939908893</c:v>
                      </c:pt>
                      <c:pt idx="170">
                        <c:v>49.903070896713352</c:v>
                      </c:pt>
                      <c:pt idx="171">
                        <c:v>31.829949715642186</c:v>
                      </c:pt>
                      <c:pt idx="172">
                        <c:v>23.392816207351128</c:v>
                      </c:pt>
                      <c:pt idx="173">
                        <c:v>23.732915703846704</c:v>
                      </c:pt>
                      <c:pt idx="174">
                        <c:v>48.627338901682201</c:v>
                      </c:pt>
                      <c:pt idx="175">
                        <c:v>80.834079145357848</c:v>
                      </c:pt>
                      <c:pt idx="176">
                        <c:v>105.51707172836005</c:v>
                      </c:pt>
                      <c:pt idx="177">
                        <c:v>117.77073334342667</c:v>
                      </c:pt>
                      <c:pt idx="178">
                        <c:v>128.4738275147491</c:v>
                      </c:pt>
                      <c:pt idx="179">
                        <c:v>142.74144578368887</c:v>
                      </c:pt>
                      <c:pt idx="180">
                        <c:v>156.04939131317073</c:v>
                      </c:pt>
                      <c:pt idx="181">
                        <c:v>169.68925495367145</c:v>
                      </c:pt>
                      <c:pt idx="182">
                        <c:v>178.92584193643549</c:v>
                      </c:pt>
                      <c:pt idx="183">
                        <c:v>175.65554625625123</c:v>
                      </c:pt>
                      <c:pt idx="184">
                        <c:v>158.23539593076396</c:v>
                      </c:pt>
                      <c:pt idx="185">
                        <c:v>164.98990553874046</c:v>
                      </c:pt>
                      <c:pt idx="186">
                        <c:v>164.21343244117358</c:v>
                      </c:pt>
                      <c:pt idx="187">
                        <c:v>190.17968336860241</c:v>
                      </c:pt>
                      <c:pt idx="188">
                        <c:v>203.70952177559303</c:v>
                      </c:pt>
                      <c:pt idx="189">
                        <c:v>250.90131120957318</c:v>
                      </c:pt>
                      <c:pt idx="190">
                        <c:v>256.64034629112626</c:v>
                      </c:pt>
                      <c:pt idx="191">
                        <c:v>218.72083411749813</c:v>
                      </c:pt>
                      <c:pt idx="192">
                        <c:v>159.19018296932938</c:v>
                      </c:pt>
                      <c:pt idx="193">
                        <c:v>103.50227595166224</c:v>
                      </c:pt>
                      <c:pt idx="194">
                        <c:v>64.419038835768859</c:v>
                      </c:pt>
                      <c:pt idx="195">
                        <c:v>41.446445447428893</c:v>
                      </c:pt>
                      <c:pt idx="196">
                        <c:v>28.549385333777813</c:v>
                      </c:pt>
                      <c:pt idx="197">
                        <c:v>24.963263455602235</c:v>
                      </c:pt>
                      <c:pt idx="198">
                        <c:v>42.073348347808917</c:v>
                      </c:pt>
                      <c:pt idx="199">
                        <c:v>62.962495761415568</c:v>
                      </c:pt>
                      <c:pt idx="200">
                        <c:v>91.245895629357832</c:v>
                      </c:pt>
                      <c:pt idx="201">
                        <c:v>114.86548552273999</c:v>
                      </c:pt>
                      <c:pt idx="202">
                        <c:v>135.12893468896638</c:v>
                      </c:pt>
                      <c:pt idx="203">
                        <c:v>157.39304701177574</c:v>
                      </c:pt>
                      <c:pt idx="204">
                        <c:v>165.62933174268241</c:v>
                      </c:pt>
                      <c:pt idx="205">
                        <c:v>172.32604298621337</c:v>
                      </c:pt>
                      <c:pt idx="206">
                        <c:v>213.50020139941333</c:v>
                      </c:pt>
                      <c:pt idx="207">
                        <c:v>201.78475941688041</c:v>
                      </c:pt>
                      <c:pt idx="208">
                        <c:v>168.13660711626846</c:v>
                      </c:pt>
                      <c:pt idx="209">
                        <c:v>171.35774005373361</c:v>
                      </c:pt>
                      <c:pt idx="210">
                        <c:v>167.96761116344919</c:v>
                      </c:pt>
                      <c:pt idx="211">
                        <c:v>194.48389717111138</c:v>
                      </c:pt>
                      <c:pt idx="212">
                        <c:v>207.87619449253307</c:v>
                      </c:pt>
                      <c:pt idx="213">
                        <c:v>257.84323833298231</c:v>
                      </c:pt>
                      <c:pt idx="214">
                        <c:v>266.34889494091732</c:v>
                      </c:pt>
                      <c:pt idx="215">
                        <c:v>227.51167653333817</c:v>
                      </c:pt>
                      <c:pt idx="216">
                        <c:v>164.47483538635149</c:v>
                      </c:pt>
                      <c:pt idx="217">
                        <c:v>104.2418431576711</c:v>
                      </c:pt>
                      <c:pt idx="218">
                        <c:v>61.964045333917738</c:v>
                      </c:pt>
                      <c:pt idx="219">
                        <c:v>37.232808303802237</c:v>
                      </c:pt>
                      <c:pt idx="220">
                        <c:v>25.476417437473327</c:v>
                      </c:pt>
                      <c:pt idx="221">
                        <c:v>23.233184765635613</c:v>
                      </c:pt>
                      <c:pt idx="222">
                        <c:v>42.010274527757787</c:v>
                      </c:pt>
                      <c:pt idx="223">
                        <c:v>64.87185712885335</c:v>
                      </c:pt>
                      <c:pt idx="224">
                        <c:v>92.108552545008905</c:v>
                      </c:pt>
                      <c:pt idx="225">
                        <c:v>112.06589734107106</c:v>
                      </c:pt>
                      <c:pt idx="226">
                        <c:v>127.35497276793784</c:v>
                      </c:pt>
                      <c:pt idx="227">
                        <c:v>144.82520148566198</c:v>
                      </c:pt>
                      <c:pt idx="228">
                        <c:v>156.30692393178234</c:v>
                      </c:pt>
                      <c:pt idx="229">
                        <c:v>179.24250192165567</c:v>
                      </c:pt>
                      <c:pt idx="230">
                        <c:v>194.87789122357802</c:v>
                      </c:pt>
                      <c:pt idx="231">
                        <c:v>188.6655261481088</c:v>
                      </c:pt>
                      <c:pt idx="232">
                        <c:v>161.86132174870713</c:v>
                      </c:pt>
                      <c:pt idx="233">
                        <c:v>167.61532302044878</c:v>
                      </c:pt>
                      <c:pt idx="234">
                        <c:v>166.19395436685804</c:v>
                      </c:pt>
                      <c:pt idx="235">
                        <c:v>189.53275995001746</c:v>
                      </c:pt>
                      <c:pt idx="236">
                        <c:v>207.59025629639555</c:v>
                      </c:pt>
                      <c:pt idx="237">
                        <c:v>260.33759675591978</c:v>
                      </c:pt>
                      <c:pt idx="238">
                        <c:v>254.43180025539382</c:v>
                      </c:pt>
                      <c:pt idx="239">
                        <c:v>204.92784899222252</c:v>
                      </c:pt>
                      <c:pt idx="240">
                        <c:v>138.49592285338917</c:v>
                      </c:pt>
                      <c:pt idx="241">
                        <c:v>84.53370786096005</c:v>
                      </c:pt>
                      <c:pt idx="242">
                        <c:v>49.421789620991078</c:v>
                      </c:pt>
                      <c:pt idx="243">
                        <c:v>30.465603827724404</c:v>
                      </c:pt>
                      <c:pt idx="244">
                        <c:v>22.116181412959985</c:v>
                      </c:pt>
                      <c:pt idx="245">
                        <c:v>22.31776488134668</c:v>
                      </c:pt>
                      <c:pt idx="246">
                        <c:v>45.785202766475521</c:v>
                      </c:pt>
                      <c:pt idx="247">
                        <c:v>74.044414206557775</c:v>
                      </c:pt>
                      <c:pt idx="248">
                        <c:v>94.336595717315575</c:v>
                      </c:pt>
                      <c:pt idx="249">
                        <c:v>102.70744643502222</c:v>
                      </c:pt>
                      <c:pt idx="250">
                        <c:v>115.77980391153324</c:v>
                      </c:pt>
                      <c:pt idx="251">
                        <c:v>134.36277440677068</c:v>
                      </c:pt>
                      <c:pt idx="252">
                        <c:v>147.42762119665534</c:v>
                      </c:pt>
                      <c:pt idx="253">
                        <c:v>161.15483721778014</c:v>
                      </c:pt>
                      <c:pt idx="254">
                        <c:v>169.83313549236252</c:v>
                      </c:pt>
                      <c:pt idx="255">
                        <c:v>168.24413989429374</c:v>
                      </c:pt>
                      <c:pt idx="256">
                        <c:v>155.66103882430841</c:v>
                      </c:pt>
                      <c:pt idx="257">
                        <c:v>170.30002766707793</c:v>
                      </c:pt>
                      <c:pt idx="258">
                        <c:v>167.48675164952431</c:v>
                      </c:pt>
                      <c:pt idx="259">
                        <c:v>189.68983758417292</c:v>
                      </c:pt>
                      <c:pt idx="260">
                        <c:v>204.89608973873351</c:v>
                      </c:pt>
                      <c:pt idx="261">
                        <c:v>253.93540022966235</c:v>
                      </c:pt>
                      <c:pt idx="262">
                        <c:v>249.8487024062515</c:v>
                      </c:pt>
                      <c:pt idx="263">
                        <c:v>195.47493339027739</c:v>
                      </c:pt>
                      <c:pt idx="264">
                        <c:v>129.12660935872711</c:v>
                      </c:pt>
                      <c:pt idx="265">
                        <c:v>77.235395051682218</c:v>
                      </c:pt>
                      <c:pt idx="266">
                        <c:v>45.192329394017762</c:v>
                      </c:pt>
                      <c:pt idx="267">
                        <c:v>28.895108829719959</c:v>
                      </c:pt>
                      <c:pt idx="268">
                        <c:v>21.5686476820911</c:v>
                      </c:pt>
                      <c:pt idx="269">
                        <c:v>22.229870924991157</c:v>
                      </c:pt>
                      <c:pt idx="270">
                        <c:v>46.206420940039955</c:v>
                      </c:pt>
                      <c:pt idx="271">
                        <c:v>76.170833542713368</c:v>
                      </c:pt>
                      <c:pt idx="272">
                        <c:v>97.475396441146714</c:v>
                      </c:pt>
                      <c:pt idx="273">
                        <c:v>105.66555906770888</c:v>
                      </c:pt>
                      <c:pt idx="274">
                        <c:v>118.4340563941244</c:v>
                      </c:pt>
                      <c:pt idx="275">
                        <c:v>136.36143729989982</c:v>
                      </c:pt>
                      <c:pt idx="276">
                        <c:v>149.66955920226897</c:v>
                      </c:pt>
                      <c:pt idx="277">
                        <c:v>163.461344498318</c:v>
                      </c:pt>
                      <c:pt idx="278">
                        <c:v>172.11048975685753</c:v>
                      </c:pt>
                      <c:pt idx="279">
                        <c:v>169.53358420346481</c:v>
                      </c:pt>
                      <c:pt idx="280">
                        <c:v>156.10601307486439</c:v>
                      </c:pt>
                      <c:pt idx="281">
                        <c:v>167.16421559871142</c:v>
                      </c:pt>
                      <c:pt idx="282">
                        <c:v>163.67805273645951</c:v>
                      </c:pt>
                      <c:pt idx="283">
                        <c:v>189.48436995188638</c:v>
                      </c:pt>
                      <c:pt idx="284">
                        <c:v>207.90381448791823</c:v>
                      </c:pt>
                      <c:pt idx="285">
                        <c:v>259.7700879894378</c:v>
                      </c:pt>
                      <c:pt idx="286">
                        <c:v>252.65377256240205</c:v>
                      </c:pt>
                      <c:pt idx="287">
                        <c:v>197.22291321952903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E-4CCE-4206-81AF-7668647A5ABE}"/>
                  </c:ext>
                </c:extLst>
              </c15:ser>
            </c15:filteredLineSeries>
            <c15:filteredLineSeries>
              <c15:ser>
                <c:idx val="27"/>
                <c:order val="2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12-10-2026'!$AC$1</c15:sqref>
                        </c15:formulaRef>
                      </c:ext>
                    </c:extLst>
                    <c:strCache>
                      <c:ptCount val="1"/>
                      <c:pt idx="0">
                        <c:v>vEPG ORN SGI Throughput 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12-10-2026'!$AC$2:$AC$289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36.687297244208878</c:v>
                      </c:pt>
                      <c:pt idx="1">
                        <c:v>21.61706265889114</c:v>
                      </c:pt>
                      <c:pt idx="2">
                        <c:v>12.664494606833332</c:v>
                      </c:pt>
                      <c:pt idx="3">
                        <c:v>7.9856238790333318</c:v>
                      </c:pt>
                      <c:pt idx="4">
                        <c:v>5.7284924828022188</c:v>
                      </c:pt>
                      <c:pt idx="5">
                        <c:v>6.6224935404844416</c:v>
                      </c:pt>
                      <c:pt idx="6">
                        <c:v>14.12610003486447</c:v>
                      </c:pt>
                      <c:pt idx="7">
                        <c:v>21.57511382406447</c:v>
                      </c:pt>
                      <c:pt idx="8">
                        <c:v>26.970060746688908</c:v>
                      </c:pt>
                      <c:pt idx="9">
                        <c:v>29.578852835575578</c:v>
                      </c:pt>
                      <c:pt idx="10">
                        <c:v>33.231663955675558</c:v>
                      </c:pt>
                      <c:pt idx="11">
                        <c:v>38.076588583217799</c:v>
                      </c:pt>
                      <c:pt idx="12">
                        <c:v>42.279454614320031</c:v>
                      </c:pt>
                      <c:pt idx="13">
                        <c:v>47.979865139433358</c:v>
                      </c:pt>
                      <c:pt idx="14">
                        <c:v>50.017496314933346</c:v>
                      </c:pt>
                      <c:pt idx="15">
                        <c:v>49.01802203078887</c:v>
                      </c:pt>
                      <c:pt idx="16">
                        <c:v>42.79794243098894</c:v>
                      </c:pt>
                      <c:pt idx="17">
                        <c:v>45.29937698309331</c:v>
                      </c:pt>
                      <c:pt idx="18">
                        <c:v>45.038023672564492</c:v>
                      </c:pt>
                      <c:pt idx="19">
                        <c:v>52.528187644839974</c:v>
                      </c:pt>
                      <c:pt idx="20">
                        <c:v>58.026356981175539</c:v>
                      </c:pt>
                      <c:pt idx="21">
                        <c:v>71.318550775433295</c:v>
                      </c:pt>
                      <c:pt idx="22">
                        <c:v>70.398413346957781</c:v>
                      </c:pt>
                      <c:pt idx="23">
                        <c:v>58.669360316871149</c:v>
                      </c:pt>
                      <c:pt idx="24">
                        <c:v>41.830811761908862</c:v>
                      </c:pt>
                      <c:pt idx="25">
                        <c:v>26.316861700884399</c:v>
                      </c:pt>
                      <c:pt idx="26">
                        <c:v>15.642544818233381</c:v>
                      </c:pt>
                      <c:pt idx="27">
                        <c:v>9.5660687779688924</c:v>
                      </c:pt>
                      <c:pt idx="28">
                        <c:v>6.4288942763355532</c:v>
                      </c:pt>
                      <c:pt idx="29">
                        <c:v>6.3008996620133386</c:v>
                      </c:pt>
                      <c:pt idx="30">
                        <c:v>12.348944932788912</c:v>
                      </c:pt>
                      <c:pt idx="31">
                        <c:v>18.7619071268733</c:v>
                      </c:pt>
                      <c:pt idx="32">
                        <c:v>27.490812204704479</c:v>
                      </c:pt>
                      <c:pt idx="33">
                        <c:v>33.89415427468888</c:v>
                      </c:pt>
                      <c:pt idx="34">
                        <c:v>39.673341498311117</c:v>
                      </c:pt>
                      <c:pt idx="35">
                        <c:v>46.021562391268922</c:v>
                      </c:pt>
                      <c:pt idx="36">
                        <c:v>46.594609172275604</c:v>
                      </c:pt>
                      <c:pt idx="37">
                        <c:v>49.0360536068711</c:v>
                      </c:pt>
                      <c:pt idx="38">
                        <c:v>60.752144815531125</c:v>
                      </c:pt>
                      <c:pt idx="39">
                        <c:v>55.948395830466687</c:v>
                      </c:pt>
                      <c:pt idx="40">
                        <c:v>45.80616901171777</c:v>
                      </c:pt>
                      <c:pt idx="41">
                        <c:v>46.368161479608858</c:v>
                      </c:pt>
                      <c:pt idx="42">
                        <c:v>45.858751632991073</c:v>
                      </c:pt>
                      <c:pt idx="43">
                        <c:v>54.783562923859989</c:v>
                      </c:pt>
                      <c:pt idx="44">
                        <c:v>60.396856837320065</c:v>
                      </c:pt>
                      <c:pt idx="45">
                        <c:v>74.541771165224475</c:v>
                      </c:pt>
                      <c:pt idx="46">
                        <c:v>72.596677307093316</c:v>
                      </c:pt>
                      <c:pt idx="47">
                        <c:v>61.081583187788922</c:v>
                      </c:pt>
                      <c:pt idx="48">
                        <c:v>43.944480897919988</c:v>
                      </c:pt>
                      <c:pt idx="49">
                        <c:v>27.484191420062199</c:v>
                      </c:pt>
                      <c:pt idx="50">
                        <c:v>16.09859427060222</c:v>
                      </c:pt>
                      <c:pt idx="51">
                        <c:v>9.4665568555533337</c:v>
                      </c:pt>
                      <c:pt idx="52">
                        <c:v>6.2595553136044488</c:v>
                      </c:pt>
                      <c:pt idx="53">
                        <c:v>6.4387091828911087</c:v>
                      </c:pt>
                      <c:pt idx="54">
                        <c:v>12.970021013522267</c:v>
                      </c:pt>
                      <c:pt idx="55">
                        <c:v>19.586493575026701</c:v>
                      </c:pt>
                      <c:pt idx="56">
                        <c:v>27.453522617757731</c:v>
                      </c:pt>
                      <c:pt idx="57">
                        <c:v>32.620794082377742</c:v>
                      </c:pt>
                      <c:pt idx="58">
                        <c:v>36.45220221023559</c:v>
                      </c:pt>
                      <c:pt idx="59">
                        <c:v>41.903930685313291</c:v>
                      </c:pt>
                      <c:pt idx="60">
                        <c:v>45.15030220639337</c:v>
                      </c:pt>
                      <c:pt idx="61">
                        <c:v>52.554777677744397</c:v>
                      </c:pt>
                      <c:pt idx="62">
                        <c:v>55.343246543904471</c:v>
                      </c:pt>
                      <c:pt idx="63">
                        <c:v>53.11319526387112</c:v>
                      </c:pt>
                      <c:pt idx="64">
                        <c:v>44.398021044166697</c:v>
                      </c:pt>
                      <c:pt idx="65">
                        <c:v>45.525272353853332</c:v>
                      </c:pt>
                      <c:pt idx="66">
                        <c:v>46.023410895302199</c:v>
                      </c:pt>
                      <c:pt idx="67">
                        <c:v>53.294949050648874</c:v>
                      </c:pt>
                      <c:pt idx="68">
                        <c:v>58.995284018924409</c:v>
                      </c:pt>
                      <c:pt idx="69">
                        <c:v>71.50691804074448</c:v>
                      </c:pt>
                      <c:pt idx="70">
                        <c:v>68.429210382273311</c:v>
                      </c:pt>
                      <c:pt idx="71">
                        <c:v>54.203429119488902</c:v>
                      </c:pt>
                      <c:pt idx="72">
                        <c:v>35.696761956104424</c:v>
                      </c:pt>
                      <c:pt idx="73">
                        <c:v>21.158182364151081</c:v>
                      </c:pt>
                      <c:pt idx="74">
                        <c:v>12.328586978866657</c:v>
                      </c:pt>
                      <c:pt idx="75">
                        <c:v>7.7190955133466677</c:v>
                      </c:pt>
                      <c:pt idx="76">
                        <c:v>5.6985109455711092</c:v>
                      </c:pt>
                      <c:pt idx="77">
                        <c:v>6.3252343171644503</c:v>
                      </c:pt>
                      <c:pt idx="78">
                        <c:v>13.62613825321332</c:v>
                      </c:pt>
                      <c:pt idx="79">
                        <c:v>20.053143336573331</c:v>
                      </c:pt>
                      <c:pt idx="80">
                        <c:v>25.332957830211129</c:v>
                      </c:pt>
                      <c:pt idx="81">
                        <c:v>28.751392979022221</c:v>
                      </c:pt>
                      <c:pt idx="82">
                        <c:v>32.420929679202267</c:v>
                      </c:pt>
                      <c:pt idx="83">
                        <c:v>37.344018029111069</c:v>
                      </c:pt>
                      <c:pt idx="84">
                        <c:v>40.561707257466644</c:v>
                      </c:pt>
                      <c:pt idx="85">
                        <c:v>45.443360256339986</c:v>
                      </c:pt>
                      <c:pt idx="86">
                        <c:v>46.705043146426711</c:v>
                      </c:pt>
                      <c:pt idx="87">
                        <c:v>45.754159998117757</c:v>
                      </c:pt>
                      <c:pt idx="88">
                        <c:v>41.685559878806671</c:v>
                      </c:pt>
                      <c:pt idx="89">
                        <c:v>44.805621302631131</c:v>
                      </c:pt>
                      <c:pt idx="90">
                        <c:v>43.155464489317758</c:v>
                      </c:pt>
                      <c:pt idx="91">
                        <c:v>50.994138030999991</c:v>
                      </c:pt>
                      <c:pt idx="92">
                        <c:v>56.893646644191087</c:v>
                      </c:pt>
                      <c:pt idx="93">
                        <c:v>69.909563090084418</c:v>
                      </c:pt>
                      <c:pt idx="94">
                        <c:v>66.753801191095533</c:v>
                      </c:pt>
                      <c:pt idx="95">
                        <c:v>52.045665558660019</c:v>
                      </c:pt>
                      <c:pt idx="96">
                        <c:v>34.426272513477791</c:v>
                      </c:pt>
                      <c:pt idx="97">
                        <c:v>20.34009713366887</c:v>
                      </c:pt>
                      <c:pt idx="98">
                        <c:v>11.683684724902212</c:v>
                      </c:pt>
                      <c:pt idx="99">
                        <c:v>7.2923346775333338</c:v>
                      </c:pt>
                      <c:pt idx="100">
                        <c:v>5.4854549735955587</c:v>
                      </c:pt>
                      <c:pt idx="101">
                        <c:v>6.0981753622488952</c:v>
                      </c:pt>
                      <c:pt idx="102">
                        <c:v>13.786404268282189</c:v>
                      </c:pt>
                      <c:pt idx="103">
                        <c:v>20.72773646513776</c:v>
                      </c:pt>
                      <c:pt idx="104">
                        <c:v>26.280121796773361</c:v>
                      </c:pt>
                      <c:pt idx="105">
                        <c:v>29.191747062133299</c:v>
                      </c:pt>
                      <c:pt idx="106">
                        <c:v>32.700411780311128</c:v>
                      </c:pt>
                      <c:pt idx="107">
                        <c:v>37.682655729126694</c:v>
                      </c:pt>
                      <c:pt idx="108">
                        <c:v>41.07916167639997</c:v>
                      </c:pt>
                      <c:pt idx="109">
                        <c:v>45.799891256486688</c:v>
                      </c:pt>
                      <c:pt idx="110">
                        <c:v>47.006028842831086</c:v>
                      </c:pt>
                      <c:pt idx="111">
                        <c:v>45.886232422184484</c:v>
                      </c:pt>
                      <c:pt idx="112">
                        <c:v>41.672877965340007</c:v>
                      </c:pt>
                      <c:pt idx="113">
                        <c:v>44.551224562988871</c:v>
                      </c:pt>
                      <c:pt idx="114">
                        <c:v>43.247249811884444</c:v>
                      </c:pt>
                      <c:pt idx="115">
                        <c:v>51.331512953091156</c:v>
                      </c:pt>
                      <c:pt idx="116">
                        <c:v>57.5125486323467</c:v>
                      </c:pt>
                      <c:pt idx="117">
                        <c:v>70.967055806891167</c:v>
                      </c:pt>
                      <c:pt idx="118">
                        <c:v>67.109892882886726</c:v>
                      </c:pt>
                      <c:pt idx="119">
                        <c:v>52.334907194060008</c:v>
                      </c:pt>
                      <c:pt idx="120">
                        <c:v>34.484700405524421</c:v>
                      </c:pt>
                      <c:pt idx="121">
                        <c:v>20.405752644824481</c:v>
                      </c:pt>
                      <c:pt idx="122">
                        <c:v>11.53450878920221</c:v>
                      </c:pt>
                      <c:pt idx="123">
                        <c:v>7.1081874981666644</c:v>
                      </c:pt>
                      <c:pt idx="124">
                        <c:v>5.356364390831116</c:v>
                      </c:pt>
                      <c:pt idx="125">
                        <c:v>6.278830075177777</c:v>
                      </c:pt>
                      <c:pt idx="126">
                        <c:v>14.02349840408003</c:v>
                      </c:pt>
                      <c:pt idx="127">
                        <c:v>21.468131948228908</c:v>
                      </c:pt>
                      <c:pt idx="128">
                        <c:v>26.931631986657731</c:v>
                      </c:pt>
                      <c:pt idx="129">
                        <c:v>29.769986396128861</c:v>
                      </c:pt>
                      <c:pt idx="130">
                        <c:v>33.638481826882227</c:v>
                      </c:pt>
                      <c:pt idx="131">
                        <c:v>37.99527007159552</c:v>
                      </c:pt>
                      <c:pt idx="132">
                        <c:v>41.847812849322189</c:v>
                      </c:pt>
                      <c:pt idx="133">
                        <c:v>49.653331108544471</c:v>
                      </c:pt>
                      <c:pt idx="134">
                        <c:v>51.273147400166664</c:v>
                      </c:pt>
                      <c:pt idx="135">
                        <c:v>48.990434721979959</c:v>
                      </c:pt>
                      <c:pt idx="136">
                        <c:v>42.139511463033301</c:v>
                      </c:pt>
                      <c:pt idx="137">
                        <c:v>44.852996434740021</c:v>
                      </c:pt>
                      <c:pt idx="138">
                        <c:v>47.868099189948929</c:v>
                      </c:pt>
                      <c:pt idx="139">
                        <c:v>55.572192926442256</c:v>
                      </c:pt>
                      <c:pt idx="140">
                        <c:v>58.364401110248906</c:v>
                      </c:pt>
                      <c:pt idx="141">
                        <c:v>71.186234351311114</c:v>
                      </c:pt>
                      <c:pt idx="142">
                        <c:v>67.64338808471777</c:v>
                      </c:pt>
                      <c:pt idx="143">
                        <c:v>53.651626559373298</c:v>
                      </c:pt>
                      <c:pt idx="144">
                        <c:v>36.359225415746707</c:v>
                      </c:pt>
                      <c:pt idx="145">
                        <c:v>21.650326346504482</c:v>
                      </c:pt>
                      <c:pt idx="146">
                        <c:v>13.403139955186631</c:v>
                      </c:pt>
                      <c:pt idx="147">
                        <c:v>7.5695847813155517</c:v>
                      </c:pt>
                      <c:pt idx="148">
                        <c:v>5.6130492035955557</c:v>
                      </c:pt>
                      <c:pt idx="149">
                        <c:v>6.3211180714666622</c:v>
                      </c:pt>
                      <c:pt idx="150">
                        <c:v>14.4507117866911</c:v>
                      </c:pt>
                      <c:pt idx="151">
                        <c:v>22.0650100026911</c:v>
                      </c:pt>
                      <c:pt idx="152">
                        <c:v>27.417925359202179</c:v>
                      </c:pt>
                      <c:pt idx="153">
                        <c:v>30.02278786287782</c:v>
                      </c:pt>
                      <c:pt idx="154">
                        <c:v>33.31660412167998</c:v>
                      </c:pt>
                      <c:pt idx="155">
                        <c:v>37.472687342915577</c:v>
                      </c:pt>
                      <c:pt idx="156">
                        <c:v>40.567772974697796</c:v>
                      </c:pt>
                      <c:pt idx="157">
                        <c:v>45.793440813055511</c:v>
                      </c:pt>
                      <c:pt idx="158">
                        <c:v>47.091973484364416</c:v>
                      </c:pt>
                      <c:pt idx="159">
                        <c:v>46.37956982488663</c:v>
                      </c:pt>
                      <c:pt idx="160">
                        <c:v>42.823316203286716</c:v>
                      </c:pt>
                      <c:pt idx="161">
                        <c:v>45.851849728611121</c:v>
                      </c:pt>
                      <c:pt idx="162">
                        <c:v>45.084785632139997</c:v>
                      </c:pt>
                      <c:pt idx="163">
                        <c:v>53.514615982651101</c:v>
                      </c:pt>
                      <c:pt idx="164">
                        <c:v>59.756768088382252</c:v>
                      </c:pt>
                      <c:pt idx="165">
                        <c:v>71.924199284471086</c:v>
                      </c:pt>
                      <c:pt idx="166">
                        <c:v>67.850563445546626</c:v>
                      </c:pt>
                      <c:pt idx="167">
                        <c:v>51.130763340226672</c:v>
                      </c:pt>
                      <c:pt idx="168">
                        <c:v>33.224775851879969</c:v>
                      </c:pt>
                      <c:pt idx="169">
                        <c:v>19.68276442154443</c:v>
                      </c:pt>
                      <c:pt idx="170">
                        <c:v>11.505991102588888</c:v>
                      </c:pt>
                      <c:pt idx="171">
                        <c:v>7.2543132279399982</c:v>
                      </c:pt>
                      <c:pt idx="172">
                        <c:v>5.5374960675555593</c:v>
                      </c:pt>
                      <c:pt idx="173">
                        <c:v>6.2581238136800046</c:v>
                      </c:pt>
                      <c:pt idx="174">
                        <c:v>14.576358420508932</c:v>
                      </c:pt>
                      <c:pt idx="175">
                        <c:v>23.339351425824411</c:v>
                      </c:pt>
                      <c:pt idx="176">
                        <c:v>29.856481557213378</c:v>
                      </c:pt>
                      <c:pt idx="177">
                        <c:v>33.642968519840011</c:v>
                      </c:pt>
                      <c:pt idx="178">
                        <c:v>36.27048490340448</c:v>
                      </c:pt>
                      <c:pt idx="179">
                        <c:v>39.608004233237736</c:v>
                      </c:pt>
                      <c:pt idx="180">
                        <c:v>43.181745083762209</c:v>
                      </c:pt>
                      <c:pt idx="181">
                        <c:v>48.509645121615591</c:v>
                      </c:pt>
                      <c:pt idx="182">
                        <c:v>49.955603693975519</c:v>
                      </c:pt>
                      <c:pt idx="183">
                        <c:v>48.728087743464478</c:v>
                      </c:pt>
                      <c:pt idx="184">
                        <c:v>42.929707183191084</c:v>
                      </c:pt>
                      <c:pt idx="185">
                        <c:v>45.772210279382257</c:v>
                      </c:pt>
                      <c:pt idx="186">
                        <c:v>45.474275401817778</c:v>
                      </c:pt>
                      <c:pt idx="187">
                        <c:v>54.764750781457764</c:v>
                      </c:pt>
                      <c:pt idx="188">
                        <c:v>60.661763775360043</c:v>
                      </c:pt>
                      <c:pt idx="189">
                        <c:v>72.030508804740066</c:v>
                      </c:pt>
                      <c:pt idx="190">
                        <c:v>69.927510812508899</c:v>
                      </c:pt>
                      <c:pt idx="191">
                        <c:v>56.68549841019783</c:v>
                      </c:pt>
                      <c:pt idx="192">
                        <c:v>39.651146845231111</c:v>
                      </c:pt>
                      <c:pt idx="193">
                        <c:v>24.943153013533358</c:v>
                      </c:pt>
                      <c:pt idx="194">
                        <c:v>14.69127844575779</c:v>
                      </c:pt>
                      <c:pt idx="195">
                        <c:v>9.3091621988133397</c:v>
                      </c:pt>
                      <c:pt idx="196">
                        <c:v>6.4590539982355519</c:v>
                      </c:pt>
                      <c:pt idx="197">
                        <c:v>6.2546367113822257</c:v>
                      </c:pt>
                      <c:pt idx="198">
                        <c:v>12.848813019271155</c:v>
                      </c:pt>
                      <c:pt idx="199">
                        <c:v>19.92786836695112</c:v>
                      </c:pt>
                      <c:pt idx="200">
                        <c:v>28.25206283197338</c:v>
                      </c:pt>
                      <c:pt idx="201">
                        <c:v>34.215268205855509</c:v>
                      </c:pt>
                      <c:pt idx="202">
                        <c:v>39.65648307246893</c:v>
                      </c:pt>
                      <c:pt idx="203">
                        <c:v>45.835445279435525</c:v>
                      </c:pt>
                      <c:pt idx="204">
                        <c:v>46.010594396180018</c:v>
                      </c:pt>
                      <c:pt idx="205">
                        <c:v>49.285705652357784</c:v>
                      </c:pt>
                      <c:pt idx="206">
                        <c:v>61.112345037848883</c:v>
                      </c:pt>
                      <c:pt idx="207">
                        <c:v>55.599641208355564</c:v>
                      </c:pt>
                      <c:pt idx="208">
                        <c:v>45.905535174182269</c:v>
                      </c:pt>
                      <c:pt idx="209">
                        <c:v>47.413694928844407</c:v>
                      </c:pt>
                      <c:pt idx="210">
                        <c:v>45.348872512691138</c:v>
                      </c:pt>
                      <c:pt idx="211">
                        <c:v>54.877291484733355</c:v>
                      </c:pt>
                      <c:pt idx="212">
                        <c:v>61.222778920417824</c:v>
                      </c:pt>
                      <c:pt idx="213">
                        <c:v>73.535957166291126</c:v>
                      </c:pt>
                      <c:pt idx="214">
                        <c:v>72.381139101577801</c:v>
                      </c:pt>
                      <c:pt idx="215">
                        <c:v>58.37176513951556</c:v>
                      </c:pt>
                      <c:pt idx="216">
                        <c:v>40.074846339771121</c:v>
                      </c:pt>
                      <c:pt idx="217">
                        <c:v>24.175349060200009</c:v>
                      </c:pt>
                      <c:pt idx="218">
                        <c:v>13.86526520054888</c:v>
                      </c:pt>
                      <c:pt idx="219">
                        <c:v>8.3009115123511101</c:v>
                      </c:pt>
                      <c:pt idx="220">
                        <c:v>5.8303988524400019</c:v>
                      </c:pt>
                      <c:pt idx="221">
                        <c:v>6.0925931693511126</c:v>
                      </c:pt>
                      <c:pt idx="222">
                        <c:v>13.070701593035578</c:v>
                      </c:pt>
                      <c:pt idx="223">
                        <c:v>20.067308847548841</c:v>
                      </c:pt>
                      <c:pt idx="224">
                        <c:v>27.810690639664429</c:v>
                      </c:pt>
                      <c:pt idx="225">
                        <c:v>32.673833781517821</c:v>
                      </c:pt>
                      <c:pt idx="226">
                        <c:v>36.254809812822202</c:v>
                      </c:pt>
                      <c:pt idx="227">
                        <c:v>41.187485953728839</c:v>
                      </c:pt>
                      <c:pt idx="228">
                        <c:v>43.56561478246887</c:v>
                      </c:pt>
                      <c:pt idx="229">
                        <c:v>51.626303759113362</c:v>
                      </c:pt>
                      <c:pt idx="230">
                        <c:v>54.844970835331068</c:v>
                      </c:pt>
                      <c:pt idx="231">
                        <c:v>52.246234323777799</c:v>
                      </c:pt>
                      <c:pt idx="232">
                        <c:v>44.341639908882222</c:v>
                      </c:pt>
                      <c:pt idx="233">
                        <c:v>46.347666012968922</c:v>
                      </c:pt>
                      <c:pt idx="234">
                        <c:v>45.18698277036669</c:v>
                      </c:pt>
                      <c:pt idx="235">
                        <c:v>53.309003881913377</c:v>
                      </c:pt>
                      <c:pt idx="236">
                        <c:v>60.762539392562218</c:v>
                      </c:pt>
                      <c:pt idx="237">
                        <c:v>72.818442049780018</c:v>
                      </c:pt>
                      <c:pt idx="238">
                        <c:v>67.361487038357794</c:v>
                      </c:pt>
                      <c:pt idx="239">
                        <c:v>51.42962106168671</c:v>
                      </c:pt>
                      <c:pt idx="240">
                        <c:v>32.974809097702213</c:v>
                      </c:pt>
                      <c:pt idx="241">
                        <c:v>19.351111041293368</c:v>
                      </c:pt>
                      <c:pt idx="242">
                        <c:v>11.084204536433312</c:v>
                      </c:pt>
                      <c:pt idx="243">
                        <c:v>7.0319151773022268</c:v>
                      </c:pt>
                      <c:pt idx="244">
                        <c:v>5.4985580956933369</c:v>
                      </c:pt>
                      <c:pt idx="245">
                        <c:v>6.1117907474711064</c:v>
                      </c:pt>
                      <c:pt idx="246">
                        <c:v>13.76016966553553</c:v>
                      </c:pt>
                      <c:pt idx="247">
                        <c:v>20.753740440211089</c:v>
                      </c:pt>
                      <c:pt idx="248">
                        <c:v>26.06744411269554</c:v>
                      </c:pt>
                      <c:pt idx="249">
                        <c:v>28.481090664262261</c:v>
                      </c:pt>
                      <c:pt idx="250">
                        <c:v>32.229377901135521</c:v>
                      </c:pt>
                      <c:pt idx="251">
                        <c:v>37.149001218997739</c:v>
                      </c:pt>
                      <c:pt idx="252">
                        <c:v>41.140278863519967</c:v>
                      </c:pt>
                      <c:pt idx="253">
                        <c:v>47.485892675846671</c:v>
                      </c:pt>
                      <c:pt idx="254">
                        <c:v>49.140025478873312</c:v>
                      </c:pt>
                      <c:pt idx="255">
                        <c:v>47.696652414835569</c:v>
                      </c:pt>
                      <c:pt idx="256">
                        <c:v>43.884285143793321</c:v>
                      </c:pt>
                      <c:pt idx="257">
                        <c:v>48.254508739188871</c:v>
                      </c:pt>
                      <c:pt idx="258">
                        <c:v>46.150450261033356</c:v>
                      </c:pt>
                      <c:pt idx="259">
                        <c:v>53.93006867585774</c:v>
                      </c:pt>
                      <c:pt idx="260">
                        <c:v>61.145046343193314</c:v>
                      </c:pt>
                      <c:pt idx="261">
                        <c:v>71.746504121684424</c:v>
                      </c:pt>
                      <c:pt idx="262">
                        <c:v>66.524424279793337</c:v>
                      </c:pt>
                      <c:pt idx="263">
                        <c:v>50.060693137224476</c:v>
                      </c:pt>
                      <c:pt idx="264">
                        <c:v>31.76014516531782</c:v>
                      </c:pt>
                      <c:pt idx="265">
                        <c:v>18.13987195638887</c:v>
                      </c:pt>
                      <c:pt idx="266">
                        <c:v>10.557093121815553</c:v>
                      </c:pt>
                      <c:pt idx="267">
                        <c:v>6.7745614861822263</c:v>
                      </c:pt>
                      <c:pt idx="268">
                        <c:v>5.3957535740711116</c:v>
                      </c:pt>
                      <c:pt idx="269">
                        <c:v>5.878257680024447</c:v>
                      </c:pt>
                      <c:pt idx="270">
                        <c:v>14.01858865783338</c:v>
                      </c:pt>
                      <c:pt idx="271">
                        <c:v>21.762002041022203</c:v>
                      </c:pt>
                      <c:pt idx="272">
                        <c:v>26.66739407589111</c:v>
                      </c:pt>
                      <c:pt idx="273">
                        <c:v>29.470849768886662</c:v>
                      </c:pt>
                      <c:pt idx="274">
                        <c:v>32.827033247742193</c:v>
                      </c:pt>
                      <c:pt idx="275">
                        <c:v>37.924644986957766</c:v>
                      </c:pt>
                      <c:pt idx="276">
                        <c:v>40.906015699824479</c:v>
                      </c:pt>
                      <c:pt idx="277">
                        <c:v>46.281517734315585</c:v>
                      </c:pt>
                      <c:pt idx="278">
                        <c:v>47.187140393959979</c:v>
                      </c:pt>
                      <c:pt idx="279">
                        <c:v>45.727801209775556</c:v>
                      </c:pt>
                      <c:pt idx="280">
                        <c:v>42.312875077666703</c:v>
                      </c:pt>
                      <c:pt idx="281">
                        <c:v>46.161960328564469</c:v>
                      </c:pt>
                      <c:pt idx="282">
                        <c:v>44.473542585624415</c:v>
                      </c:pt>
                      <c:pt idx="283">
                        <c:v>53.20010081645551</c:v>
                      </c:pt>
                      <c:pt idx="284">
                        <c:v>60.996639959933376</c:v>
                      </c:pt>
                      <c:pt idx="285">
                        <c:v>72.438668637155601</c:v>
                      </c:pt>
                      <c:pt idx="286">
                        <c:v>66.810134258422266</c:v>
                      </c:pt>
                      <c:pt idx="287">
                        <c:v>49.41528880480228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F-4CCE-4206-81AF-7668647A5ABE}"/>
                  </c:ext>
                </c:extLst>
              </c15:ser>
            </c15:filteredLineSeries>
            <c15:filteredLineSeries>
              <c15:ser>
                <c:idx val="28"/>
                <c:order val="2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12-10-2026'!$AD$1</c15:sqref>
                        </c15:formulaRef>
                      </c:ext>
                    </c:extLst>
                    <c:strCache>
                      <c:ptCount val="1"/>
                      <c:pt idx="0">
                        <c:v>vEPG ORN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12-10-2026'!$AD$2:$AD$289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4.902129813142218</c:v>
                      </c:pt>
                      <c:pt idx="1">
                        <c:v>2.9693461361822258</c:v>
                      </c:pt>
                      <c:pt idx="2">
                        <c:v>1.717895521384448</c:v>
                      </c:pt>
                      <c:pt idx="3">
                        <c:v>1.1224807346533356</c:v>
                      </c:pt>
                      <c:pt idx="4">
                        <c:v>0.93792811018888844</c:v>
                      </c:pt>
                      <c:pt idx="5">
                        <c:v>1.3422633715866712</c:v>
                      </c:pt>
                      <c:pt idx="6">
                        <c:v>3.0488413240311072</c:v>
                      </c:pt>
                      <c:pt idx="7">
                        <c:v>4.423432449995552</c:v>
                      </c:pt>
                      <c:pt idx="8">
                        <c:v>4.9949771794711122</c:v>
                      </c:pt>
                      <c:pt idx="9">
                        <c:v>5.0517941867488849</c:v>
                      </c:pt>
                      <c:pt idx="10">
                        <c:v>5.3284728945511048</c:v>
                      </c:pt>
                      <c:pt idx="11">
                        <c:v>5.9437312337955621</c:v>
                      </c:pt>
                      <c:pt idx="12">
                        <c:v>6.7554225645577821</c:v>
                      </c:pt>
                      <c:pt idx="13">
                        <c:v>7.5640116099577757</c:v>
                      </c:pt>
                      <c:pt idx="14">
                        <c:v>7.7666899910733314</c:v>
                      </c:pt>
                      <c:pt idx="15">
                        <c:v>7.5505223617844468</c:v>
                      </c:pt>
                      <c:pt idx="16">
                        <c:v>6.6035594510688798</c:v>
                      </c:pt>
                      <c:pt idx="17">
                        <c:v>6.5811028918622192</c:v>
                      </c:pt>
                      <c:pt idx="18">
                        <c:v>6.5238502446999904</c:v>
                      </c:pt>
                      <c:pt idx="19">
                        <c:v>7.4204671251022205</c:v>
                      </c:pt>
                      <c:pt idx="20">
                        <c:v>8.0924225784244435</c:v>
                      </c:pt>
                      <c:pt idx="21">
                        <c:v>9.3322277786488907</c:v>
                      </c:pt>
                      <c:pt idx="22">
                        <c:v>9.4760611850311136</c:v>
                      </c:pt>
                      <c:pt idx="23">
                        <c:v>7.9955149339955547</c:v>
                      </c:pt>
                      <c:pt idx="24">
                        <c:v>5.5736958691022211</c:v>
                      </c:pt>
                      <c:pt idx="25">
                        <c:v>3.4455111368488849</c:v>
                      </c:pt>
                      <c:pt idx="26">
                        <c:v>2.1468145220555579</c:v>
                      </c:pt>
                      <c:pt idx="27">
                        <c:v>1.3263543387955556</c:v>
                      </c:pt>
                      <c:pt idx="28">
                        <c:v>1.0083197826377785</c:v>
                      </c:pt>
                      <c:pt idx="29">
                        <c:v>1.2958329501911157</c:v>
                      </c:pt>
                      <c:pt idx="30">
                        <c:v>2.7215236927133302</c:v>
                      </c:pt>
                      <c:pt idx="31">
                        <c:v>3.9854250831244498</c:v>
                      </c:pt>
                      <c:pt idx="32">
                        <c:v>5.2863573569355573</c:v>
                      </c:pt>
                      <c:pt idx="33">
                        <c:v>5.812445169995561</c:v>
                      </c:pt>
                      <c:pt idx="34">
                        <c:v>6.3529915539200079</c:v>
                      </c:pt>
                      <c:pt idx="35">
                        <c:v>6.9865901919088893</c:v>
                      </c:pt>
                      <c:pt idx="36">
                        <c:v>7.1886199695911204</c:v>
                      </c:pt>
                      <c:pt idx="37">
                        <c:v>7.5992530939777758</c:v>
                      </c:pt>
                      <c:pt idx="38">
                        <c:v>8.7975655532711183</c:v>
                      </c:pt>
                      <c:pt idx="39">
                        <c:v>8.3693337701533359</c:v>
                      </c:pt>
                      <c:pt idx="40">
                        <c:v>7.0283890187933329</c:v>
                      </c:pt>
                      <c:pt idx="41">
                        <c:v>6.7499542923866578</c:v>
                      </c:pt>
                      <c:pt idx="42">
                        <c:v>6.5557129551577757</c:v>
                      </c:pt>
                      <c:pt idx="43">
                        <c:v>7.7699382358599927</c:v>
                      </c:pt>
                      <c:pt idx="44">
                        <c:v>8.2942041765755548</c:v>
                      </c:pt>
                      <c:pt idx="45">
                        <c:v>9.5563770692977705</c:v>
                      </c:pt>
                      <c:pt idx="46">
                        <c:v>9.625711976717783</c:v>
                      </c:pt>
                      <c:pt idx="47">
                        <c:v>8.2270281700377801</c:v>
                      </c:pt>
                      <c:pt idx="48">
                        <c:v>5.8726844490155594</c:v>
                      </c:pt>
                      <c:pt idx="49">
                        <c:v>3.6992222954911087</c:v>
                      </c:pt>
                      <c:pt idx="50">
                        <c:v>2.1579465624911101</c:v>
                      </c:pt>
                      <c:pt idx="51">
                        <c:v>1.3342699500355588</c:v>
                      </c:pt>
                      <c:pt idx="52">
                        <c:v>1.0346522905777773</c:v>
                      </c:pt>
                      <c:pt idx="53">
                        <c:v>1.3192828418866689</c:v>
                      </c:pt>
                      <c:pt idx="54">
                        <c:v>2.8817349199977729</c:v>
                      </c:pt>
                      <c:pt idx="55">
                        <c:v>4.2704746593977729</c:v>
                      </c:pt>
                      <c:pt idx="56">
                        <c:v>5.3037847960044449</c:v>
                      </c:pt>
                      <c:pt idx="57">
                        <c:v>5.6399380222599991</c:v>
                      </c:pt>
                      <c:pt idx="58">
                        <c:v>6.0107441527888952</c:v>
                      </c:pt>
                      <c:pt idx="59">
                        <c:v>6.631952125882222</c:v>
                      </c:pt>
                      <c:pt idx="60">
                        <c:v>7.2377851615777846</c:v>
                      </c:pt>
                      <c:pt idx="61">
                        <c:v>8.1877367413133335</c:v>
                      </c:pt>
                      <c:pt idx="62">
                        <c:v>8.4951713116022223</c:v>
                      </c:pt>
                      <c:pt idx="63">
                        <c:v>8.0793318555622236</c:v>
                      </c:pt>
                      <c:pt idx="64">
                        <c:v>6.8400109921222221</c:v>
                      </c:pt>
                      <c:pt idx="65">
                        <c:v>6.5615468299644446</c:v>
                      </c:pt>
                      <c:pt idx="66">
                        <c:v>6.5936715569266724</c:v>
                      </c:pt>
                      <c:pt idx="67">
                        <c:v>7.5734543091888868</c:v>
                      </c:pt>
                      <c:pt idx="68">
                        <c:v>8.1832192582911123</c:v>
                      </c:pt>
                      <c:pt idx="69">
                        <c:v>9.5139492515644459</c:v>
                      </c:pt>
                      <c:pt idx="70">
                        <c:v>9.4168095825066587</c:v>
                      </c:pt>
                      <c:pt idx="71">
                        <c:v>7.6313966208488964</c:v>
                      </c:pt>
                      <c:pt idx="72">
                        <c:v>5.0675155416088833</c:v>
                      </c:pt>
                      <c:pt idx="73">
                        <c:v>2.9835662314288829</c:v>
                      </c:pt>
                      <c:pt idx="74">
                        <c:v>1.7292731273311091</c:v>
                      </c:pt>
                      <c:pt idx="75">
                        <c:v>1.1330797294488857</c:v>
                      </c:pt>
                      <c:pt idx="76">
                        <c:v>0.99608192304222221</c:v>
                      </c:pt>
                      <c:pt idx="77">
                        <c:v>1.4022353495266708</c:v>
                      </c:pt>
                      <c:pt idx="78">
                        <c:v>3.1761578113444471</c:v>
                      </c:pt>
                      <c:pt idx="79">
                        <c:v>4.3343590284155509</c:v>
                      </c:pt>
                      <c:pt idx="80">
                        <c:v>4.9046495265866659</c:v>
                      </c:pt>
                      <c:pt idx="81">
                        <c:v>4.9125132525933273</c:v>
                      </c:pt>
                      <c:pt idx="82">
                        <c:v>5.2086264985066686</c:v>
                      </c:pt>
                      <c:pt idx="83">
                        <c:v>5.8976020144355576</c:v>
                      </c:pt>
                      <c:pt idx="84">
                        <c:v>6.6620012320377704</c:v>
                      </c:pt>
                      <c:pt idx="85">
                        <c:v>7.2162153192066665</c:v>
                      </c:pt>
                      <c:pt idx="86">
                        <c:v>7.4720948993044409</c:v>
                      </c:pt>
                      <c:pt idx="87">
                        <c:v>7.3414036527288813</c:v>
                      </c:pt>
                      <c:pt idx="88">
                        <c:v>6.6714946864399982</c:v>
                      </c:pt>
                      <c:pt idx="89">
                        <c:v>6.6252420460911114</c:v>
                      </c:pt>
                      <c:pt idx="90">
                        <c:v>6.3170348992133363</c:v>
                      </c:pt>
                      <c:pt idx="91">
                        <c:v>7.3440914220311058</c:v>
                      </c:pt>
                      <c:pt idx="92">
                        <c:v>7.9872667990444377</c:v>
                      </c:pt>
                      <c:pt idx="93">
                        <c:v>9.2393389332599938</c:v>
                      </c:pt>
                      <c:pt idx="94">
                        <c:v>9.0416168859711199</c:v>
                      </c:pt>
                      <c:pt idx="95">
                        <c:v>7.1938984604422229</c:v>
                      </c:pt>
                      <c:pt idx="96">
                        <c:v>4.7341154781844423</c:v>
                      </c:pt>
                      <c:pt idx="97">
                        <c:v>2.7446477351777814</c:v>
                      </c:pt>
                      <c:pt idx="98">
                        <c:v>1.620875687119997</c:v>
                      </c:pt>
                      <c:pt idx="99">
                        <c:v>1.0738913720644412</c:v>
                      </c:pt>
                      <c:pt idx="100">
                        <c:v>0.90846664628000084</c:v>
                      </c:pt>
                      <c:pt idx="101">
                        <c:v>1.2997806187600021</c:v>
                      </c:pt>
                      <c:pt idx="102">
                        <c:v>3.080176960757782</c:v>
                      </c:pt>
                      <c:pt idx="103">
                        <c:v>4.3075842690533301</c:v>
                      </c:pt>
                      <c:pt idx="104">
                        <c:v>4.9104422672733401</c:v>
                      </c:pt>
                      <c:pt idx="105">
                        <c:v>4.9101519097555544</c:v>
                      </c:pt>
                      <c:pt idx="106">
                        <c:v>5.1462482139244505</c:v>
                      </c:pt>
                      <c:pt idx="107">
                        <c:v>5.8675121777288899</c:v>
                      </c:pt>
                      <c:pt idx="108">
                        <c:v>6.5873486474311163</c:v>
                      </c:pt>
                      <c:pt idx="109">
                        <c:v>7.3646799970777757</c:v>
                      </c:pt>
                      <c:pt idx="110">
                        <c:v>7.477331710091117</c:v>
                      </c:pt>
                      <c:pt idx="111">
                        <c:v>7.2750398691244484</c:v>
                      </c:pt>
                      <c:pt idx="112">
                        <c:v>6.5020177557644461</c:v>
                      </c:pt>
                      <c:pt idx="113">
                        <c:v>6.4968428577333315</c:v>
                      </c:pt>
                      <c:pt idx="114">
                        <c:v>6.3634182847200034</c:v>
                      </c:pt>
                      <c:pt idx="115">
                        <c:v>7.3472491922066672</c:v>
                      </c:pt>
                      <c:pt idx="116">
                        <c:v>8.0196515082022284</c:v>
                      </c:pt>
                      <c:pt idx="117">
                        <c:v>9.2752419218222215</c:v>
                      </c:pt>
                      <c:pt idx="118">
                        <c:v>9.0759236262777705</c:v>
                      </c:pt>
                      <c:pt idx="119">
                        <c:v>7.1451628880000015</c:v>
                      </c:pt>
                      <c:pt idx="120">
                        <c:v>4.60286265221111</c:v>
                      </c:pt>
                      <c:pt idx="121">
                        <c:v>2.626289892840008</c:v>
                      </c:pt>
                      <c:pt idx="122">
                        <c:v>1.5733079383333319</c:v>
                      </c:pt>
                      <c:pt idx="123">
                        <c:v>1.0343294741311115</c:v>
                      </c:pt>
                      <c:pt idx="124">
                        <c:v>0.88878839182888913</c:v>
                      </c:pt>
                      <c:pt idx="125">
                        <c:v>1.2715492146444398</c:v>
                      </c:pt>
                      <c:pt idx="126">
                        <c:v>3.0590053370244443</c:v>
                      </c:pt>
                      <c:pt idx="127">
                        <c:v>4.2810232997777788</c:v>
                      </c:pt>
                      <c:pt idx="128">
                        <c:v>4.8780901071511105</c:v>
                      </c:pt>
                      <c:pt idx="129">
                        <c:v>4.9095544294888933</c:v>
                      </c:pt>
                      <c:pt idx="130">
                        <c:v>5.2813086289644406</c:v>
                      </c:pt>
                      <c:pt idx="131">
                        <c:v>5.8572759917133297</c:v>
                      </c:pt>
                      <c:pt idx="132">
                        <c:v>6.7174328441866615</c:v>
                      </c:pt>
                      <c:pt idx="133">
                        <c:v>7.7471592309111026</c:v>
                      </c:pt>
                      <c:pt idx="134">
                        <c:v>7.9372069789777768</c:v>
                      </c:pt>
                      <c:pt idx="135">
                        <c:v>7.6075052975577746</c:v>
                      </c:pt>
                      <c:pt idx="136">
                        <c:v>6.43016144775555</c:v>
                      </c:pt>
                      <c:pt idx="137">
                        <c:v>6.4121273682177824</c:v>
                      </c:pt>
                      <c:pt idx="138">
                        <c:v>6.4382013144244485</c:v>
                      </c:pt>
                      <c:pt idx="139">
                        <c:v>7.508378176206663</c:v>
                      </c:pt>
                      <c:pt idx="140">
                        <c:v>8.0109849553999979</c:v>
                      </c:pt>
                      <c:pt idx="141">
                        <c:v>9.2988318880044538</c:v>
                      </c:pt>
                      <c:pt idx="142">
                        <c:v>9.1313912132000006</c:v>
                      </c:pt>
                      <c:pt idx="143">
                        <c:v>7.3161176157422201</c:v>
                      </c:pt>
                      <c:pt idx="144">
                        <c:v>4.7557112924177778</c:v>
                      </c:pt>
                      <c:pt idx="145">
                        <c:v>2.7762981976599979</c:v>
                      </c:pt>
                      <c:pt idx="146">
                        <c:v>1.6956074741977829</c:v>
                      </c:pt>
                      <c:pt idx="147">
                        <c:v>1.0896301065333356</c:v>
                      </c:pt>
                      <c:pt idx="148">
                        <c:v>0.9686140565711121</c:v>
                      </c:pt>
                      <c:pt idx="149">
                        <c:v>1.3415384866733358</c:v>
                      </c:pt>
                      <c:pt idx="150">
                        <c:v>3.28023351626</c:v>
                      </c:pt>
                      <c:pt idx="151">
                        <c:v>4.4405463571177766</c:v>
                      </c:pt>
                      <c:pt idx="152">
                        <c:v>5.0738326785022281</c:v>
                      </c:pt>
                      <c:pt idx="153">
                        <c:v>4.9916982228066678</c:v>
                      </c:pt>
                      <c:pt idx="154">
                        <c:v>5.2156039963266654</c:v>
                      </c:pt>
                      <c:pt idx="155">
                        <c:v>5.759959556837785</c:v>
                      </c:pt>
                      <c:pt idx="156">
                        <c:v>6.4383949096933373</c:v>
                      </c:pt>
                      <c:pt idx="157">
                        <c:v>7.0877670031000068</c:v>
                      </c:pt>
                      <c:pt idx="158">
                        <c:v>7.2334603877777823</c:v>
                      </c:pt>
                      <c:pt idx="159">
                        <c:v>7.2121741493644409</c:v>
                      </c:pt>
                      <c:pt idx="160">
                        <c:v>6.5961207372111126</c:v>
                      </c:pt>
                      <c:pt idx="161">
                        <c:v>6.6144914032888895</c:v>
                      </c:pt>
                      <c:pt idx="162">
                        <c:v>6.5010176383266698</c:v>
                      </c:pt>
                      <c:pt idx="163">
                        <c:v>7.4968994660133319</c:v>
                      </c:pt>
                      <c:pt idx="164">
                        <c:v>8.0561960330488951</c:v>
                      </c:pt>
                      <c:pt idx="165">
                        <c:v>9.3387493086822211</c:v>
                      </c:pt>
                      <c:pt idx="166">
                        <c:v>9.0327610066488848</c:v>
                      </c:pt>
                      <c:pt idx="167">
                        <c:v>6.9761013350377725</c:v>
                      </c:pt>
                      <c:pt idx="168">
                        <c:v>4.5599408849799961</c:v>
                      </c:pt>
                      <c:pt idx="169">
                        <c:v>2.5711717424688891</c:v>
                      </c:pt>
                      <c:pt idx="170">
                        <c:v>1.4894940175355578</c:v>
                      </c:pt>
                      <c:pt idx="171">
                        <c:v>0.99797266771333359</c:v>
                      </c:pt>
                      <c:pt idx="172">
                        <c:v>0.84883025435333359</c:v>
                      </c:pt>
                      <c:pt idx="173">
                        <c:v>1.3030544240555579</c:v>
                      </c:pt>
                      <c:pt idx="174">
                        <c:v>3.2011897472466622</c:v>
                      </c:pt>
                      <c:pt idx="175">
                        <c:v>4.7388588779844465</c:v>
                      </c:pt>
                      <c:pt idx="176">
                        <c:v>5.3950285136511082</c:v>
                      </c:pt>
                      <c:pt idx="177">
                        <c:v>5.3026570425822266</c:v>
                      </c:pt>
                      <c:pt idx="178">
                        <c:v>5.3893786844777747</c:v>
                      </c:pt>
                      <c:pt idx="179">
                        <c:v>5.8948429058333325</c:v>
                      </c:pt>
                      <c:pt idx="180">
                        <c:v>6.6610505894822261</c:v>
                      </c:pt>
                      <c:pt idx="181">
                        <c:v>7.4131847356022238</c:v>
                      </c:pt>
                      <c:pt idx="182">
                        <c:v>7.5218881104911102</c:v>
                      </c:pt>
                      <c:pt idx="183">
                        <c:v>7.3980280427111165</c:v>
                      </c:pt>
                      <c:pt idx="184">
                        <c:v>6.4877401952977731</c:v>
                      </c:pt>
                      <c:pt idx="185">
                        <c:v>6.4517648341311187</c:v>
                      </c:pt>
                      <c:pt idx="186">
                        <c:v>6.3051489418177802</c:v>
                      </c:pt>
                      <c:pt idx="187">
                        <c:v>7.5677729202844466</c:v>
                      </c:pt>
                      <c:pt idx="188">
                        <c:v>8.2267026336333355</c:v>
                      </c:pt>
                      <c:pt idx="189">
                        <c:v>9.4236961251666713</c:v>
                      </c:pt>
                      <c:pt idx="190">
                        <c:v>9.3891188919466657</c:v>
                      </c:pt>
                      <c:pt idx="191">
                        <c:v>7.7039957695000032</c:v>
                      </c:pt>
                      <c:pt idx="192">
                        <c:v>5.3490710097355505</c:v>
                      </c:pt>
                      <c:pt idx="193">
                        <c:v>3.2187614458333309</c:v>
                      </c:pt>
                      <c:pt idx="194">
                        <c:v>1.921189887355554</c:v>
                      </c:pt>
                      <c:pt idx="195">
                        <c:v>1.2677560561088934</c:v>
                      </c:pt>
                      <c:pt idx="196">
                        <c:v>1.0315957065555559</c:v>
                      </c:pt>
                      <c:pt idx="197">
                        <c:v>1.2539362771422244</c:v>
                      </c:pt>
                      <c:pt idx="198">
                        <c:v>2.8302038178288851</c:v>
                      </c:pt>
                      <c:pt idx="199">
                        <c:v>4.1998717337955522</c:v>
                      </c:pt>
                      <c:pt idx="200">
                        <c:v>5.3917236944066689</c:v>
                      </c:pt>
                      <c:pt idx="201">
                        <c:v>5.7391651203577725</c:v>
                      </c:pt>
                      <c:pt idx="202">
                        <c:v>6.1217004806333382</c:v>
                      </c:pt>
                      <c:pt idx="203">
                        <c:v>6.9105746211399888</c:v>
                      </c:pt>
                      <c:pt idx="204">
                        <c:v>7.1749576533844515</c:v>
                      </c:pt>
                      <c:pt idx="205">
                        <c:v>7.5523290784177757</c:v>
                      </c:pt>
                      <c:pt idx="206">
                        <c:v>8.7857267141244382</c:v>
                      </c:pt>
                      <c:pt idx="207">
                        <c:v>8.1916107496644468</c:v>
                      </c:pt>
                      <c:pt idx="208">
                        <c:v>7.0046860547377712</c:v>
                      </c:pt>
                      <c:pt idx="209">
                        <c:v>6.8191820316599996</c:v>
                      </c:pt>
                      <c:pt idx="210">
                        <c:v>6.5933221915600075</c:v>
                      </c:pt>
                      <c:pt idx="211">
                        <c:v>7.8130218264155609</c:v>
                      </c:pt>
                      <c:pt idx="212">
                        <c:v>8.4895011570044403</c:v>
                      </c:pt>
                      <c:pt idx="213">
                        <c:v>9.7052762899111098</c:v>
                      </c:pt>
                      <c:pt idx="214">
                        <c:v>9.5656555790511071</c:v>
                      </c:pt>
                      <c:pt idx="215">
                        <c:v>7.9115020801422258</c:v>
                      </c:pt>
                      <c:pt idx="216">
                        <c:v>5.4222343445022174</c:v>
                      </c:pt>
                      <c:pt idx="217">
                        <c:v>3.185172780133334</c:v>
                      </c:pt>
                      <c:pt idx="218">
                        <c:v>1.8602252423400001</c:v>
                      </c:pt>
                      <c:pt idx="219">
                        <c:v>1.2045740516333379</c:v>
                      </c:pt>
                      <c:pt idx="220">
                        <c:v>0.99983893288000103</c:v>
                      </c:pt>
                      <c:pt idx="221">
                        <c:v>1.2284722605377743</c:v>
                      </c:pt>
                      <c:pt idx="222">
                        <c:v>2.8448538965022241</c:v>
                      </c:pt>
                      <c:pt idx="223">
                        <c:v>4.2225525645088888</c:v>
                      </c:pt>
                      <c:pt idx="224">
                        <c:v>5.3106785872266711</c:v>
                      </c:pt>
                      <c:pt idx="225">
                        <c:v>5.5658403275199948</c:v>
                      </c:pt>
                      <c:pt idx="226">
                        <c:v>5.7327700153399999</c:v>
                      </c:pt>
                      <c:pt idx="227">
                        <c:v>6.3948840289133297</c:v>
                      </c:pt>
                      <c:pt idx="228">
                        <c:v>6.9196029941044488</c:v>
                      </c:pt>
                      <c:pt idx="229">
                        <c:v>7.9482091056488846</c:v>
                      </c:pt>
                      <c:pt idx="230">
                        <c:v>8.3716567842044487</c:v>
                      </c:pt>
                      <c:pt idx="231">
                        <c:v>7.9239570295600004</c:v>
                      </c:pt>
                      <c:pt idx="232">
                        <c:v>6.7573158899800063</c:v>
                      </c:pt>
                      <c:pt idx="233">
                        <c:v>6.5476803364977805</c:v>
                      </c:pt>
                      <c:pt idx="234">
                        <c:v>6.4231672884755611</c:v>
                      </c:pt>
                      <c:pt idx="235">
                        <c:v>7.4922248434088896</c:v>
                      </c:pt>
                      <c:pt idx="236">
                        <c:v>8.3192099104466735</c:v>
                      </c:pt>
                      <c:pt idx="237">
                        <c:v>9.4866769807800022</c:v>
                      </c:pt>
                      <c:pt idx="238">
                        <c:v>9.1483604993844381</c:v>
                      </c:pt>
                      <c:pt idx="239">
                        <c:v>7.26566338934445</c:v>
                      </c:pt>
                      <c:pt idx="240">
                        <c:v>4.6839568518511143</c:v>
                      </c:pt>
                      <c:pt idx="241">
                        <c:v>2.671371940251106</c:v>
                      </c:pt>
                      <c:pt idx="242">
                        <c:v>1.5507598848622244</c:v>
                      </c:pt>
                      <c:pt idx="243">
                        <c:v>1.059879719484444</c:v>
                      </c:pt>
                      <c:pt idx="244">
                        <c:v>0.97008710438000012</c:v>
                      </c:pt>
                      <c:pt idx="245">
                        <c:v>1.2855067395866677</c:v>
                      </c:pt>
                      <c:pt idx="246">
                        <c:v>3.0326380107044448</c:v>
                      </c:pt>
                      <c:pt idx="247">
                        <c:v>4.3820753660599978</c:v>
                      </c:pt>
                      <c:pt idx="248">
                        <c:v>4.9499660577066624</c:v>
                      </c:pt>
                      <c:pt idx="249">
                        <c:v>4.9058187903977846</c:v>
                      </c:pt>
                      <c:pt idx="250">
                        <c:v>5.1234800126844489</c:v>
                      </c:pt>
                      <c:pt idx="251">
                        <c:v>5.747914262348889</c:v>
                      </c:pt>
                      <c:pt idx="252">
                        <c:v>6.5253309724155582</c:v>
                      </c:pt>
                      <c:pt idx="253">
                        <c:v>7.2927706205333402</c:v>
                      </c:pt>
                      <c:pt idx="254">
                        <c:v>7.567509983651111</c:v>
                      </c:pt>
                      <c:pt idx="255">
                        <c:v>7.3215149165888986</c:v>
                      </c:pt>
                      <c:pt idx="256">
                        <c:v>6.7565131066066719</c:v>
                      </c:pt>
                      <c:pt idx="257">
                        <c:v>6.8705927970622298</c:v>
                      </c:pt>
                      <c:pt idx="258">
                        <c:v>6.5854685143577782</c:v>
                      </c:pt>
                      <c:pt idx="259">
                        <c:v>7.60385156946223</c:v>
                      </c:pt>
                      <c:pt idx="260">
                        <c:v>8.4099330343133385</c:v>
                      </c:pt>
                      <c:pt idx="261">
                        <c:v>9.5523740191955593</c:v>
                      </c:pt>
                      <c:pt idx="262">
                        <c:v>9.006827211157777</c:v>
                      </c:pt>
                      <c:pt idx="263">
                        <c:v>6.8968822784244423</c:v>
                      </c:pt>
                      <c:pt idx="264">
                        <c:v>4.3691924682333338</c:v>
                      </c:pt>
                      <c:pt idx="265">
                        <c:v>2.4709549186111111</c:v>
                      </c:pt>
                      <c:pt idx="266">
                        <c:v>1.4752630152355535</c:v>
                      </c:pt>
                      <c:pt idx="267">
                        <c:v>1.0553966073600001</c:v>
                      </c:pt>
                      <c:pt idx="268">
                        <c:v>0.92077578733111132</c:v>
                      </c:pt>
                      <c:pt idx="269">
                        <c:v>1.2770067343688889</c:v>
                      </c:pt>
                      <c:pt idx="270">
                        <c:v>3.1173344736133299</c:v>
                      </c:pt>
                      <c:pt idx="271">
                        <c:v>4.4554007928488835</c:v>
                      </c:pt>
                      <c:pt idx="272">
                        <c:v>4.942140551808885</c:v>
                      </c:pt>
                      <c:pt idx="273">
                        <c:v>4.8199824829466626</c:v>
                      </c:pt>
                      <c:pt idx="274">
                        <c:v>5.1289312847088837</c:v>
                      </c:pt>
                      <c:pt idx="275">
                        <c:v>5.8802238541555596</c:v>
                      </c:pt>
                      <c:pt idx="276">
                        <c:v>6.4796975201244518</c:v>
                      </c:pt>
                      <c:pt idx="277">
                        <c:v>7.1090141679355483</c:v>
                      </c:pt>
                      <c:pt idx="278">
                        <c:v>7.2338823507555583</c:v>
                      </c:pt>
                      <c:pt idx="279">
                        <c:v>7.1724037217200003</c:v>
                      </c:pt>
                      <c:pt idx="280">
                        <c:v>6.3662475562911167</c:v>
                      </c:pt>
                      <c:pt idx="281">
                        <c:v>6.5423339837422239</c:v>
                      </c:pt>
                      <c:pt idx="282">
                        <c:v>6.3713258748666632</c:v>
                      </c:pt>
                      <c:pt idx="283">
                        <c:v>7.5039410099911095</c:v>
                      </c:pt>
                      <c:pt idx="284">
                        <c:v>8.3124069023355567</c:v>
                      </c:pt>
                      <c:pt idx="285">
                        <c:v>9.5043473587266618</c:v>
                      </c:pt>
                      <c:pt idx="286">
                        <c:v>9.0092229453355639</c:v>
                      </c:pt>
                      <c:pt idx="287">
                        <c:v>6.788388992722223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0-4CCE-4206-81AF-7668647A5ABE}"/>
                  </c:ext>
                </c:extLst>
              </c15:ser>
            </c15:filteredLineSeries>
            <c15:filteredLineSeries>
              <c15:ser>
                <c:idx val="29"/>
                <c:order val="2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12-10-2026'!$AE$1</c15:sqref>
                        </c15:formulaRef>
                      </c:ext>
                    </c:extLst>
                    <c:strCache>
                      <c:ptCount val="1"/>
                      <c:pt idx="0">
                        <c:v>vEPG ORN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12-10-2026'!$AE$2:$AE$289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41.589427057351095</c:v>
                      </c:pt>
                      <c:pt idx="1">
                        <c:v>24.586408795073364</c:v>
                      </c:pt>
                      <c:pt idx="2">
                        <c:v>14.382390128217779</c:v>
                      </c:pt>
                      <c:pt idx="3">
                        <c:v>9.1081046136866668</c:v>
                      </c:pt>
                      <c:pt idx="4">
                        <c:v>6.6664205929911073</c:v>
                      </c:pt>
                      <c:pt idx="5">
                        <c:v>7.9647569120711132</c:v>
                      </c:pt>
                      <c:pt idx="6">
                        <c:v>17.174941358895577</c:v>
                      </c:pt>
                      <c:pt idx="7">
                        <c:v>25.998546274060022</c:v>
                      </c:pt>
                      <c:pt idx="8">
                        <c:v>31.965037926160022</c:v>
                      </c:pt>
                      <c:pt idx="9">
                        <c:v>34.63064702232446</c:v>
                      </c:pt>
                      <c:pt idx="10">
                        <c:v>38.560136850226662</c:v>
                      </c:pt>
                      <c:pt idx="11">
                        <c:v>44.020319817013359</c:v>
                      </c:pt>
                      <c:pt idx="12">
                        <c:v>49.034877178877814</c:v>
                      </c:pt>
                      <c:pt idx="13">
                        <c:v>55.543876749391131</c:v>
                      </c:pt>
                      <c:pt idx="14">
                        <c:v>57.784186306006674</c:v>
                      </c:pt>
                      <c:pt idx="15">
                        <c:v>56.568544392573315</c:v>
                      </c:pt>
                      <c:pt idx="16">
                        <c:v>49.401501882057822</c:v>
                      </c:pt>
                      <c:pt idx="17">
                        <c:v>51.880479874955526</c:v>
                      </c:pt>
                      <c:pt idx="18">
                        <c:v>51.561873917264485</c:v>
                      </c:pt>
                      <c:pt idx="19">
                        <c:v>59.948654769942195</c:v>
                      </c:pt>
                      <c:pt idx="20">
                        <c:v>66.118779559599986</c:v>
                      </c:pt>
                      <c:pt idx="21">
                        <c:v>80.65077855408218</c:v>
                      </c:pt>
                      <c:pt idx="22">
                        <c:v>79.874474531988895</c:v>
                      </c:pt>
                      <c:pt idx="23">
                        <c:v>66.6648752508667</c:v>
                      </c:pt>
                      <c:pt idx="24">
                        <c:v>47.404507631011086</c:v>
                      </c:pt>
                      <c:pt idx="25">
                        <c:v>29.762372837733285</c:v>
                      </c:pt>
                      <c:pt idx="26">
                        <c:v>17.789359340288939</c:v>
                      </c:pt>
                      <c:pt idx="27">
                        <c:v>10.892423116764448</c:v>
                      </c:pt>
                      <c:pt idx="28">
                        <c:v>7.437214058973332</c:v>
                      </c:pt>
                      <c:pt idx="29">
                        <c:v>7.5967326122044545</c:v>
                      </c:pt>
                      <c:pt idx="30">
                        <c:v>15.070468625502242</c:v>
                      </c:pt>
                      <c:pt idx="31">
                        <c:v>22.747332209997751</c:v>
                      </c:pt>
                      <c:pt idx="32">
                        <c:v>32.777169561640036</c:v>
                      </c:pt>
                      <c:pt idx="33">
                        <c:v>39.706599444684443</c:v>
                      </c:pt>
                      <c:pt idx="34">
                        <c:v>46.026333052231124</c:v>
                      </c:pt>
                      <c:pt idx="35">
                        <c:v>53.008152583177811</c:v>
                      </c:pt>
                      <c:pt idx="36">
                        <c:v>53.783229141866727</c:v>
                      </c:pt>
                      <c:pt idx="37">
                        <c:v>56.635306700848872</c:v>
                      </c:pt>
                      <c:pt idx="38">
                        <c:v>69.549710368802238</c:v>
                      </c:pt>
                      <c:pt idx="39">
                        <c:v>64.317729600620027</c:v>
                      </c:pt>
                      <c:pt idx="40">
                        <c:v>52.834558030511104</c:v>
                      </c:pt>
                      <c:pt idx="41">
                        <c:v>53.118115771995519</c:v>
                      </c:pt>
                      <c:pt idx="42">
                        <c:v>52.414464588148846</c:v>
                      </c:pt>
                      <c:pt idx="43">
                        <c:v>62.553501159719985</c:v>
                      </c:pt>
                      <c:pt idx="44">
                        <c:v>68.69106101389562</c:v>
                      </c:pt>
                      <c:pt idx="45">
                        <c:v>84.098148234522242</c:v>
                      </c:pt>
                      <c:pt idx="46">
                        <c:v>82.222389283811097</c:v>
                      </c:pt>
                      <c:pt idx="47">
                        <c:v>69.308611357826706</c:v>
                      </c:pt>
                      <c:pt idx="48">
                        <c:v>49.817165346935546</c:v>
                      </c:pt>
                      <c:pt idx="49">
                        <c:v>31.183413715553307</c:v>
                      </c:pt>
                      <c:pt idx="50">
                        <c:v>18.256540833093329</c:v>
                      </c:pt>
                      <c:pt idx="51">
                        <c:v>10.800826805588892</c:v>
                      </c:pt>
                      <c:pt idx="52">
                        <c:v>7.2942076041822261</c:v>
                      </c:pt>
                      <c:pt idx="53">
                        <c:v>7.7579920247777778</c:v>
                      </c:pt>
                      <c:pt idx="54">
                        <c:v>15.851755933520039</c:v>
                      </c:pt>
                      <c:pt idx="55">
                        <c:v>23.856968234424475</c:v>
                      </c:pt>
                      <c:pt idx="56">
                        <c:v>32.757307413762177</c:v>
                      </c:pt>
                      <c:pt idx="57">
                        <c:v>38.260732104637739</c:v>
                      </c:pt>
                      <c:pt idx="58">
                        <c:v>42.462946363024486</c:v>
                      </c:pt>
                      <c:pt idx="59">
                        <c:v>48.535882811195513</c:v>
                      </c:pt>
                      <c:pt idx="60">
                        <c:v>52.388087367971153</c:v>
                      </c:pt>
                      <c:pt idx="61">
                        <c:v>60.742514419057727</c:v>
                      </c:pt>
                      <c:pt idx="62">
                        <c:v>63.838417855506691</c:v>
                      </c:pt>
                      <c:pt idx="63">
                        <c:v>61.192527119433343</c:v>
                      </c:pt>
                      <c:pt idx="64">
                        <c:v>51.238032036288921</c:v>
                      </c:pt>
                      <c:pt idx="65">
                        <c:v>52.086819183817774</c:v>
                      </c:pt>
                      <c:pt idx="66">
                        <c:v>52.617082452228871</c:v>
                      </c:pt>
                      <c:pt idx="67">
                        <c:v>60.868403359837764</c:v>
                      </c:pt>
                      <c:pt idx="68">
                        <c:v>67.178503277215526</c:v>
                      </c:pt>
                      <c:pt idx="69">
                        <c:v>81.020867292308921</c:v>
                      </c:pt>
                      <c:pt idx="70">
                        <c:v>77.84601996477997</c:v>
                      </c:pt>
                      <c:pt idx="71">
                        <c:v>61.834825740337799</c:v>
                      </c:pt>
                      <c:pt idx="72">
                        <c:v>40.764277497713309</c:v>
                      </c:pt>
                      <c:pt idx="73">
                        <c:v>24.141748595579962</c:v>
                      </c:pt>
                      <c:pt idx="74">
                        <c:v>14.057860106197765</c:v>
                      </c:pt>
                      <c:pt idx="75">
                        <c:v>8.8521752427955533</c:v>
                      </c:pt>
                      <c:pt idx="76">
                        <c:v>6.6945928686133316</c:v>
                      </c:pt>
                      <c:pt idx="77">
                        <c:v>7.7274696666911211</c:v>
                      </c:pt>
                      <c:pt idx="78">
                        <c:v>16.802296064557765</c:v>
                      </c:pt>
                      <c:pt idx="79">
                        <c:v>24.387502364988883</c:v>
                      </c:pt>
                      <c:pt idx="80">
                        <c:v>30.237607356797795</c:v>
                      </c:pt>
                      <c:pt idx="81">
                        <c:v>33.663906231615549</c:v>
                      </c:pt>
                      <c:pt idx="82">
                        <c:v>37.629556177708935</c:v>
                      </c:pt>
                      <c:pt idx="83">
                        <c:v>43.241620043546625</c:v>
                      </c:pt>
                      <c:pt idx="84">
                        <c:v>47.223708489504418</c:v>
                      </c:pt>
                      <c:pt idx="85">
                        <c:v>52.659575575546654</c:v>
                      </c:pt>
                      <c:pt idx="86">
                        <c:v>54.177138045731155</c:v>
                      </c:pt>
                      <c:pt idx="87">
                        <c:v>53.095563650846636</c:v>
                      </c:pt>
                      <c:pt idx="88">
                        <c:v>48.357054565246671</c:v>
                      </c:pt>
                      <c:pt idx="89">
                        <c:v>51.430863348722241</c:v>
                      </c:pt>
                      <c:pt idx="90">
                        <c:v>49.472499388531091</c:v>
                      </c:pt>
                      <c:pt idx="91">
                        <c:v>58.338229453031097</c:v>
                      </c:pt>
                      <c:pt idx="92">
                        <c:v>64.880913443235528</c:v>
                      </c:pt>
                      <c:pt idx="93">
                        <c:v>79.148902023344419</c:v>
                      </c:pt>
                      <c:pt idx="94">
                        <c:v>75.795418077066657</c:v>
                      </c:pt>
                      <c:pt idx="95">
                        <c:v>59.239564019102239</c:v>
                      </c:pt>
                      <c:pt idx="96">
                        <c:v>39.160387991662233</c:v>
                      </c:pt>
                      <c:pt idx="97">
                        <c:v>23.084744868846652</c:v>
                      </c:pt>
                      <c:pt idx="98">
                        <c:v>13.304560412022209</c:v>
                      </c:pt>
                      <c:pt idx="99">
                        <c:v>8.3662260495977741</c:v>
                      </c:pt>
                      <c:pt idx="100">
                        <c:v>6.3939216198755595</c:v>
                      </c:pt>
                      <c:pt idx="101">
                        <c:v>7.3979559810088968</c:v>
                      </c:pt>
                      <c:pt idx="102">
                        <c:v>16.866581229039969</c:v>
                      </c:pt>
                      <c:pt idx="103">
                        <c:v>25.035320734191089</c:v>
                      </c:pt>
                      <c:pt idx="104">
                        <c:v>31.190564064046701</c:v>
                      </c:pt>
                      <c:pt idx="105">
                        <c:v>34.101898971888851</c:v>
                      </c:pt>
                      <c:pt idx="106">
                        <c:v>37.84665999423558</c:v>
                      </c:pt>
                      <c:pt idx="107">
                        <c:v>43.550167906855584</c:v>
                      </c:pt>
                      <c:pt idx="108">
                        <c:v>47.666510323831083</c:v>
                      </c:pt>
                      <c:pt idx="109">
                        <c:v>53.164571253564461</c:v>
                      </c:pt>
                      <c:pt idx="110">
                        <c:v>54.4833605529222</c:v>
                      </c:pt>
                      <c:pt idx="111">
                        <c:v>53.161272291308933</c:v>
                      </c:pt>
                      <c:pt idx="112">
                        <c:v>48.174895721104456</c:v>
                      </c:pt>
                      <c:pt idx="113">
                        <c:v>51.048067420722205</c:v>
                      </c:pt>
                      <c:pt idx="114">
                        <c:v>49.610668096604449</c:v>
                      </c:pt>
                      <c:pt idx="115">
                        <c:v>58.678762145297824</c:v>
                      </c:pt>
                      <c:pt idx="116">
                        <c:v>65.532200140548923</c:v>
                      </c:pt>
                      <c:pt idx="117">
                        <c:v>80.242297728713396</c:v>
                      </c:pt>
                      <c:pt idx="118">
                        <c:v>76.185816509164496</c:v>
                      </c:pt>
                      <c:pt idx="119">
                        <c:v>59.48007008206001</c:v>
                      </c:pt>
                      <c:pt idx="120">
                        <c:v>39.08756305773553</c:v>
                      </c:pt>
                      <c:pt idx="121">
                        <c:v>23.032042537664488</c:v>
                      </c:pt>
                      <c:pt idx="122">
                        <c:v>13.107816727535543</c:v>
                      </c:pt>
                      <c:pt idx="123">
                        <c:v>8.1425169722977753</c:v>
                      </c:pt>
                      <c:pt idx="124">
                        <c:v>6.2451527826600053</c:v>
                      </c:pt>
                      <c:pt idx="125">
                        <c:v>7.5503792898222173</c:v>
                      </c:pt>
                      <c:pt idx="126">
                        <c:v>17.082503741104475</c:v>
                      </c:pt>
                      <c:pt idx="127">
                        <c:v>25.749155248006687</c:v>
                      </c:pt>
                      <c:pt idx="128">
                        <c:v>31.809722093808841</c:v>
                      </c:pt>
                      <c:pt idx="129">
                        <c:v>34.679540825617757</c:v>
                      </c:pt>
                      <c:pt idx="130">
                        <c:v>38.919790455846666</c:v>
                      </c:pt>
                      <c:pt idx="131">
                        <c:v>43.85254606330885</c:v>
                      </c:pt>
                      <c:pt idx="132">
                        <c:v>48.565245693508849</c:v>
                      </c:pt>
                      <c:pt idx="133">
                        <c:v>57.400490339455573</c:v>
                      </c:pt>
                      <c:pt idx="134">
                        <c:v>59.210354379144441</c:v>
                      </c:pt>
                      <c:pt idx="135">
                        <c:v>56.597940019537731</c:v>
                      </c:pt>
                      <c:pt idx="136">
                        <c:v>48.569672910788853</c:v>
                      </c:pt>
                      <c:pt idx="137">
                        <c:v>51.265123802957802</c:v>
                      </c:pt>
                      <c:pt idx="138">
                        <c:v>54.306300504373375</c:v>
                      </c:pt>
                      <c:pt idx="139">
                        <c:v>63.080571102648918</c:v>
                      </c:pt>
                      <c:pt idx="140">
                        <c:v>66.375386065648911</c:v>
                      </c:pt>
                      <c:pt idx="141">
                        <c:v>80.485066239315572</c:v>
                      </c:pt>
                      <c:pt idx="142">
                        <c:v>76.774779297917775</c:v>
                      </c:pt>
                      <c:pt idx="143">
                        <c:v>60.96774417511552</c:v>
                      </c:pt>
                      <c:pt idx="144">
                        <c:v>41.114936708164485</c:v>
                      </c:pt>
                      <c:pt idx="145">
                        <c:v>24.426624544164479</c:v>
                      </c:pt>
                      <c:pt idx="146">
                        <c:v>15.098747429384414</c:v>
                      </c:pt>
                      <c:pt idx="147">
                        <c:v>8.6592148878488864</c:v>
                      </c:pt>
                      <c:pt idx="148">
                        <c:v>6.5816632601666676</c:v>
                      </c:pt>
                      <c:pt idx="149">
                        <c:v>7.6626565581399984</c:v>
                      </c:pt>
                      <c:pt idx="150">
                        <c:v>17.730945302951099</c:v>
                      </c:pt>
                      <c:pt idx="151">
                        <c:v>26.505556359808878</c:v>
                      </c:pt>
                      <c:pt idx="152">
                        <c:v>32.491758037704408</c:v>
                      </c:pt>
                      <c:pt idx="153">
                        <c:v>35.014486085684489</c:v>
                      </c:pt>
                      <c:pt idx="154">
                        <c:v>38.532208118006643</c:v>
                      </c:pt>
                      <c:pt idx="155">
                        <c:v>43.232646899753362</c:v>
                      </c:pt>
                      <c:pt idx="156">
                        <c:v>47.006167884391132</c:v>
                      </c:pt>
                      <c:pt idx="157">
                        <c:v>52.881207816155516</c:v>
                      </c:pt>
                      <c:pt idx="158">
                        <c:v>54.325433872142199</c:v>
                      </c:pt>
                      <c:pt idx="159">
                        <c:v>53.591743974251074</c:v>
                      </c:pt>
                      <c:pt idx="160">
                        <c:v>49.419436940497832</c:v>
                      </c:pt>
                      <c:pt idx="161">
                        <c:v>52.466341131900009</c:v>
                      </c:pt>
                      <c:pt idx="162">
                        <c:v>51.58580327046667</c:v>
                      </c:pt>
                      <c:pt idx="163">
                        <c:v>61.011515448664433</c:v>
                      </c:pt>
                      <c:pt idx="164">
                        <c:v>67.81296412143115</c:v>
                      </c:pt>
                      <c:pt idx="165">
                        <c:v>81.262948593153311</c:v>
                      </c:pt>
                      <c:pt idx="166">
                        <c:v>76.883324452195509</c:v>
                      </c:pt>
                      <c:pt idx="167">
                        <c:v>58.106864675264447</c:v>
                      </c:pt>
                      <c:pt idx="168">
                        <c:v>37.784716736859963</c:v>
                      </c:pt>
                      <c:pt idx="169">
                        <c:v>22.253936164013318</c:v>
                      </c:pt>
                      <c:pt idx="170">
                        <c:v>12.995485120124446</c:v>
                      </c:pt>
                      <c:pt idx="171">
                        <c:v>8.2522858956533316</c:v>
                      </c:pt>
                      <c:pt idx="172">
                        <c:v>6.3863263219088928</c:v>
                      </c:pt>
                      <c:pt idx="173">
                        <c:v>7.5611782377355627</c:v>
                      </c:pt>
                      <c:pt idx="174">
                        <c:v>17.777548167755594</c:v>
                      </c:pt>
                      <c:pt idx="175">
                        <c:v>28.078210303808859</c:v>
                      </c:pt>
                      <c:pt idx="176">
                        <c:v>35.251510070864484</c:v>
                      </c:pt>
                      <c:pt idx="177">
                        <c:v>38.945625562422236</c:v>
                      </c:pt>
                      <c:pt idx="178">
                        <c:v>41.659863587882256</c:v>
                      </c:pt>
                      <c:pt idx="179">
                        <c:v>45.502847139071065</c:v>
                      </c:pt>
                      <c:pt idx="180">
                        <c:v>49.842795673244439</c:v>
                      </c:pt>
                      <c:pt idx="181">
                        <c:v>55.922829857217813</c:v>
                      </c:pt>
                      <c:pt idx="182">
                        <c:v>57.477491804466631</c:v>
                      </c:pt>
                      <c:pt idx="183">
                        <c:v>56.126115786175596</c:v>
                      </c:pt>
                      <c:pt idx="184">
                        <c:v>49.417447378488859</c:v>
                      </c:pt>
                      <c:pt idx="185">
                        <c:v>52.223975113513376</c:v>
                      </c:pt>
                      <c:pt idx="186">
                        <c:v>51.779424343635554</c:v>
                      </c:pt>
                      <c:pt idx="187">
                        <c:v>62.332523701742211</c:v>
                      </c:pt>
                      <c:pt idx="188">
                        <c:v>68.888466408993381</c:v>
                      </c:pt>
                      <c:pt idx="189">
                        <c:v>81.454204929906737</c:v>
                      </c:pt>
                      <c:pt idx="190">
                        <c:v>79.316629704455565</c:v>
                      </c:pt>
                      <c:pt idx="191">
                        <c:v>64.389494179697834</c:v>
                      </c:pt>
                      <c:pt idx="192">
                        <c:v>45.000217854966664</c:v>
                      </c:pt>
                      <c:pt idx="193">
                        <c:v>28.161914459366688</c:v>
                      </c:pt>
                      <c:pt idx="194">
                        <c:v>16.612468333113345</c:v>
                      </c:pt>
                      <c:pt idx="195">
                        <c:v>10.576918254922234</c:v>
                      </c:pt>
                      <c:pt idx="196">
                        <c:v>7.4906497047911076</c:v>
                      </c:pt>
                      <c:pt idx="197">
                        <c:v>7.5085729885244499</c:v>
                      </c:pt>
                      <c:pt idx="198">
                        <c:v>15.67901683710004</c:v>
                      </c:pt>
                      <c:pt idx="199">
                        <c:v>24.127740100746671</c:v>
                      </c:pt>
                      <c:pt idx="200">
                        <c:v>33.643786526380048</c:v>
                      </c:pt>
                      <c:pt idx="201">
                        <c:v>39.954433326213284</c:v>
                      </c:pt>
                      <c:pt idx="202">
                        <c:v>45.778183553102267</c:v>
                      </c:pt>
                      <c:pt idx="203">
                        <c:v>52.746019900575511</c:v>
                      </c:pt>
                      <c:pt idx="204">
                        <c:v>53.185552049564471</c:v>
                      </c:pt>
                      <c:pt idx="205">
                        <c:v>56.838034730775561</c:v>
                      </c:pt>
                      <c:pt idx="206">
                        <c:v>69.898071751973319</c:v>
                      </c:pt>
                      <c:pt idx="207">
                        <c:v>63.791251958020013</c:v>
                      </c:pt>
                      <c:pt idx="208">
                        <c:v>52.910221228920037</c:v>
                      </c:pt>
                      <c:pt idx="209">
                        <c:v>54.232876960504406</c:v>
                      </c:pt>
                      <c:pt idx="210">
                        <c:v>51.942194704251143</c:v>
                      </c:pt>
                      <c:pt idx="211">
                        <c:v>62.690313311148913</c:v>
                      </c:pt>
                      <c:pt idx="212">
                        <c:v>69.712280077422264</c:v>
                      </c:pt>
                      <c:pt idx="213">
                        <c:v>83.241233456202238</c:v>
                      </c:pt>
                      <c:pt idx="214">
                        <c:v>81.946794680628912</c:v>
                      </c:pt>
                      <c:pt idx="215">
                        <c:v>66.283267219657787</c:v>
                      </c:pt>
                      <c:pt idx="216">
                        <c:v>45.497080684273335</c:v>
                      </c:pt>
                      <c:pt idx="217">
                        <c:v>27.360521840333345</c:v>
                      </c:pt>
                      <c:pt idx="218">
                        <c:v>15.72549044288888</c:v>
                      </c:pt>
                      <c:pt idx="219">
                        <c:v>9.5054855639844487</c:v>
                      </c:pt>
                      <c:pt idx="220">
                        <c:v>6.8302377853200031</c:v>
                      </c:pt>
                      <c:pt idx="221">
                        <c:v>7.3210654298888871</c:v>
                      </c:pt>
                      <c:pt idx="222">
                        <c:v>15.915555489537802</c:v>
                      </c:pt>
                      <c:pt idx="223">
                        <c:v>24.289861412057729</c:v>
                      </c:pt>
                      <c:pt idx="224">
                        <c:v>33.121369226891098</c:v>
                      </c:pt>
                      <c:pt idx="225">
                        <c:v>38.239674109037814</c:v>
                      </c:pt>
                      <c:pt idx="226">
                        <c:v>41.987579828162204</c:v>
                      </c:pt>
                      <c:pt idx="227">
                        <c:v>47.58236998264217</c:v>
                      </c:pt>
                      <c:pt idx="228">
                        <c:v>50.485217776573322</c:v>
                      </c:pt>
                      <c:pt idx="229">
                        <c:v>59.574512864762248</c:v>
                      </c:pt>
                      <c:pt idx="230">
                        <c:v>63.216627619535515</c:v>
                      </c:pt>
                      <c:pt idx="231">
                        <c:v>60.170191353337799</c:v>
                      </c:pt>
                      <c:pt idx="232">
                        <c:v>51.098955798862228</c:v>
                      </c:pt>
                      <c:pt idx="233">
                        <c:v>52.895346349466706</c:v>
                      </c:pt>
                      <c:pt idx="234">
                        <c:v>51.610150058842251</c:v>
                      </c:pt>
                      <c:pt idx="235">
                        <c:v>60.801228725322268</c:v>
                      </c:pt>
                      <c:pt idx="236">
                        <c:v>69.081749303008891</c:v>
                      </c:pt>
                      <c:pt idx="237">
                        <c:v>82.305119030560022</c:v>
                      </c:pt>
                      <c:pt idx="238">
                        <c:v>76.509847537742232</c:v>
                      </c:pt>
                      <c:pt idx="239">
                        <c:v>58.695284451031156</c:v>
                      </c:pt>
                      <c:pt idx="240">
                        <c:v>37.658765949553327</c:v>
                      </c:pt>
                      <c:pt idx="241">
                        <c:v>22.022482981544474</c:v>
                      </c:pt>
                      <c:pt idx="242">
                        <c:v>12.634964421295535</c:v>
                      </c:pt>
                      <c:pt idx="243">
                        <c:v>8.09179489678667</c:v>
                      </c:pt>
                      <c:pt idx="244">
                        <c:v>6.468645200073337</c:v>
                      </c:pt>
                      <c:pt idx="245">
                        <c:v>7.3972974870577737</c:v>
                      </c:pt>
                      <c:pt idx="246">
                        <c:v>16.792807676239974</c:v>
                      </c:pt>
                      <c:pt idx="247">
                        <c:v>25.135815806271086</c:v>
                      </c:pt>
                      <c:pt idx="248">
                        <c:v>31.017410170402201</c:v>
                      </c:pt>
                      <c:pt idx="249">
                        <c:v>33.386909454660042</c:v>
                      </c:pt>
                      <c:pt idx="250">
                        <c:v>37.352857913819967</c:v>
                      </c:pt>
                      <c:pt idx="251">
                        <c:v>42.896915481346625</c:v>
                      </c:pt>
                      <c:pt idx="252">
                        <c:v>47.665609835935527</c:v>
                      </c:pt>
                      <c:pt idx="253">
                        <c:v>54.77866329638001</c:v>
                      </c:pt>
                      <c:pt idx="254">
                        <c:v>56.707535462524426</c:v>
                      </c:pt>
                      <c:pt idx="255">
                        <c:v>55.018167331424465</c:v>
                      </c:pt>
                      <c:pt idx="256">
                        <c:v>50.640798250399996</c:v>
                      </c:pt>
                      <c:pt idx="257">
                        <c:v>55.125101536251101</c:v>
                      </c:pt>
                      <c:pt idx="258">
                        <c:v>52.735918775391134</c:v>
                      </c:pt>
                      <c:pt idx="259">
                        <c:v>61.533920245319969</c:v>
                      </c:pt>
                      <c:pt idx="260">
                        <c:v>69.554979377506655</c:v>
                      </c:pt>
                      <c:pt idx="261">
                        <c:v>81.298878140879978</c:v>
                      </c:pt>
                      <c:pt idx="262">
                        <c:v>75.531251490951121</c:v>
                      </c:pt>
                      <c:pt idx="263">
                        <c:v>56.957575415648918</c:v>
                      </c:pt>
                      <c:pt idx="264">
                        <c:v>36.129337633551152</c:v>
                      </c:pt>
                      <c:pt idx="265">
                        <c:v>20.610826874999979</c:v>
                      </c:pt>
                      <c:pt idx="266">
                        <c:v>12.032356137051107</c:v>
                      </c:pt>
                      <c:pt idx="267">
                        <c:v>7.8299580935422259</c:v>
                      </c:pt>
                      <c:pt idx="268">
                        <c:v>6.3165293614022229</c:v>
                      </c:pt>
                      <c:pt idx="269">
                        <c:v>7.1552644143933364</c:v>
                      </c:pt>
                      <c:pt idx="270">
                        <c:v>17.13592313144671</c:v>
                      </c:pt>
                      <c:pt idx="271">
                        <c:v>26.217402833871088</c:v>
                      </c:pt>
                      <c:pt idx="272">
                        <c:v>31.609534627699993</c:v>
                      </c:pt>
                      <c:pt idx="273">
                        <c:v>34.290832251833322</c:v>
                      </c:pt>
                      <c:pt idx="274">
                        <c:v>37.955964532451077</c:v>
                      </c:pt>
                      <c:pt idx="275">
                        <c:v>43.804868841113326</c:v>
                      </c:pt>
                      <c:pt idx="276">
                        <c:v>47.385713219948933</c:v>
                      </c:pt>
                      <c:pt idx="277">
                        <c:v>53.390531902251134</c:v>
                      </c:pt>
                      <c:pt idx="278">
                        <c:v>54.421022744715536</c:v>
                      </c:pt>
                      <c:pt idx="279">
                        <c:v>52.900204931495558</c:v>
                      </c:pt>
                      <c:pt idx="280">
                        <c:v>48.679122633957817</c:v>
                      </c:pt>
                      <c:pt idx="281">
                        <c:v>52.704294312306693</c:v>
                      </c:pt>
                      <c:pt idx="282">
                        <c:v>50.844868460491078</c:v>
                      </c:pt>
                      <c:pt idx="283">
                        <c:v>60.70404182644662</c:v>
                      </c:pt>
                      <c:pt idx="284">
                        <c:v>69.309046862268929</c:v>
                      </c:pt>
                      <c:pt idx="285">
                        <c:v>81.943015995882263</c:v>
                      </c:pt>
                      <c:pt idx="286">
                        <c:v>75.819357203757832</c:v>
                      </c:pt>
                      <c:pt idx="287">
                        <c:v>56.203677797524506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1-4CCE-4206-81AF-7668647A5ABE}"/>
                  </c:ext>
                </c:extLst>
              </c15:ser>
            </c15:filteredLineSeries>
            <c15:filteredLineSeries>
              <c15:ser>
                <c:idx val="30"/>
                <c:order val="3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12-10-2026'!$AF$1</c15:sqref>
                        </c15:formulaRef>
                      </c:ext>
                    </c:extLst>
                    <c:strCache>
                      <c:ptCount val="1"/>
                      <c:pt idx="0">
                        <c:v>vEPG BMR SGI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12-10-2026'!$AF$2:$AF$289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78.373486269464479</c:v>
                      </c:pt>
                      <c:pt idx="1">
                        <c:v>50.735538361093326</c:v>
                      </c:pt>
                      <c:pt idx="2">
                        <c:v>29.831557932951089</c:v>
                      </c:pt>
                      <c:pt idx="3">
                        <c:v>16.818825609244438</c:v>
                      </c:pt>
                      <c:pt idx="4">
                        <c:v>11.441623541524432</c:v>
                      </c:pt>
                      <c:pt idx="5">
                        <c:v>10.971617425193323</c:v>
                      </c:pt>
                      <c:pt idx="6">
                        <c:v>20.761742368448882</c:v>
                      </c:pt>
                      <c:pt idx="7">
                        <c:v>34.489746737817768</c:v>
                      </c:pt>
                      <c:pt idx="8">
                        <c:v>45.424305286793334</c:v>
                      </c:pt>
                      <c:pt idx="9">
                        <c:v>51.494822575500045</c:v>
                      </c:pt>
                      <c:pt idx="10">
                        <c:v>58.128346568484481</c:v>
                      </c:pt>
                      <c:pt idx="11">
                        <c:v>65.96331156229337</c:v>
                      </c:pt>
                      <c:pt idx="12">
                        <c:v>71.014898600460015</c:v>
                      </c:pt>
                      <c:pt idx="13">
                        <c:v>77.85761495900222</c:v>
                      </c:pt>
                      <c:pt idx="14">
                        <c:v>83.838264498393315</c:v>
                      </c:pt>
                      <c:pt idx="15">
                        <c:v>79.610655224095538</c:v>
                      </c:pt>
                      <c:pt idx="16">
                        <c:v>71.187282993384429</c:v>
                      </c:pt>
                      <c:pt idx="17">
                        <c:v>71.109643160993386</c:v>
                      </c:pt>
                      <c:pt idx="18">
                        <c:v>69.690467280491148</c:v>
                      </c:pt>
                      <c:pt idx="19">
                        <c:v>72.477794801722268</c:v>
                      </c:pt>
                      <c:pt idx="20">
                        <c:v>84.662166580008957</c:v>
                      </c:pt>
                      <c:pt idx="21">
                        <c:v>97.590519842646714</c:v>
                      </c:pt>
                      <c:pt idx="22">
                        <c:v>106.57933693197336</c:v>
                      </c:pt>
                      <c:pt idx="23">
                        <c:v>104.25022681447332</c:v>
                      </c:pt>
                      <c:pt idx="24">
                        <c:v>84.419398295613377</c:v>
                      </c:pt>
                      <c:pt idx="25">
                        <c:v>55.407044736453308</c:v>
                      </c:pt>
                      <c:pt idx="26">
                        <c:v>30.41229929285333</c:v>
                      </c:pt>
                      <c:pt idx="27">
                        <c:v>19.83336103887558</c:v>
                      </c:pt>
                      <c:pt idx="28">
                        <c:v>12.785453433642189</c:v>
                      </c:pt>
                      <c:pt idx="29">
                        <c:v>10.619568730591112</c:v>
                      </c:pt>
                      <c:pt idx="30">
                        <c:v>18.585079441955529</c:v>
                      </c:pt>
                      <c:pt idx="31">
                        <c:v>29.878676321131159</c:v>
                      </c:pt>
                      <c:pt idx="32">
                        <c:v>41.715957225448889</c:v>
                      </c:pt>
                      <c:pt idx="33">
                        <c:v>52.583343817797768</c:v>
                      </c:pt>
                      <c:pt idx="34">
                        <c:v>61.763548790682194</c:v>
                      </c:pt>
                      <c:pt idx="35">
                        <c:v>72.84864110524444</c:v>
                      </c:pt>
                      <c:pt idx="36">
                        <c:v>76.789621596820041</c:v>
                      </c:pt>
                      <c:pt idx="37">
                        <c:v>74.035828173986658</c:v>
                      </c:pt>
                      <c:pt idx="38">
                        <c:v>91.661300848915602</c:v>
                      </c:pt>
                      <c:pt idx="39">
                        <c:v>88.177038619539999</c:v>
                      </c:pt>
                      <c:pt idx="40">
                        <c:v>74.973483762100031</c:v>
                      </c:pt>
                      <c:pt idx="41">
                        <c:v>72.107380270657742</c:v>
                      </c:pt>
                      <c:pt idx="42">
                        <c:v>70.221629153191131</c:v>
                      </c:pt>
                      <c:pt idx="43">
                        <c:v>75.827857902766667</c:v>
                      </c:pt>
                      <c:pt idx="44">
                        <c:v>88.976517128884453</c:v>
                      </c:pt>
                      <c:pt idx="45">
                        <c:v>102.82787913077999</c:v>
                      </c:pt>
                      <c:pt idx="46">
                        <c:v>110.29587077140623</c:v>
                      </c:pt>
                      <c:pt idx="47">
                        <c:v>107.59538210908669</c:v>
                      </c:pt>
                      <c:pt idx="48">
                        <c:v>88.419980086831089</c:v>
                      </c:pt>
                      <c:pt idx="49">
                        <c:v>61.185864339584462</c:v>
                      </c:pt>
                      <c:pt idx="50">
                        <c:v>36.933037990817766</c:v>
                      </c:pt>
                      <c:pt idx="51">
                        <c:v>21.545346117580021</c:v>
                      </c:pt>
                      <c:pt idx="52">
                        <c:v>13.05282473056891</c:v>
                      </c:pt>
                      <c:pt idx="53">
                        <c:v>10.517453881439998</c:v>
                      </c:pt>
                      <c:pt idx="54">
                        <c:v>18.763896015344418</c:v>
                      </c:pt>
                      <c:pt idx="55">
                        <c:v>30.97672697781114</c:v>
                      </c:pt>
                      <c:pt idx="56">
                        <c:v>41.731546711724469</c:v>
                      </c:pt>
                      <c:pt idx="57">
                        <c:v>51.37203516201329</c:v>
                      </c:pt>
                      <c:pt idx="58">
                        <c:v>59.152704238422182</c:v>
                      </c:pt>
                      <c:pt idx="59">
                        <c:v>68.60396303189556</c:v>
                      </c:pt>
                      <c:pt idx="60">
                        <c:v>73.307361082586695</c:v>
                      </c:pt>
                      <c:pt idx="61">
                        <c:v>81.194704338264415</c:v>
                      </c:pt>
                      <c:pt idx="62">
                        <c:v>89.364084864780011</c:v>
                      </c:pt>
                      <c:pt idx="63">
                        <c:v>85.11451909638447</c:v>
                      </c:pt>
                      <c:pt idx="64">
                        <c:v>74.952361699762221</c:v>
                      </c:pt>
                      <c:pt idx="65">
                        <c:v>73.110858116008956</c:v>
                      </c:pt>
                      <c:pt idx="66">
                        <c:v>69.901417052244497</c:v>
                      </c:pt>
                      <c:pt idx="67">
                        <c:v>74.550281791042238</c:v>
                      </c:pt>
                      <c:pt idx="68">
                        <c:v>85.854594521759978</c:v>
                      </c:pt>
                      <c:pt idx="69">
                        <c:v>98.002390728071106</c:v>
                      </c:pt>
                      <c:pt idx="70">
                        <c:v>106.10563918010884</c:v>
                      </c:pt>
                      <c:pt idx="71">
                        <c:v>101.01315907865333</c:v>
                      </c:pt>
                      <c:pt idx="72">
                        <c:v>78.320715956017821</c:v>
                      </c:pt>
                      <c:pt idx="73">
                        <c:v>49.651928491697824</c:v>
                      </c:pt>
                      <c:pt idx="74">
                        <c:v>28.38227474811114</c:v>
                      </c:pt>
                      <c:pt idx="75">
                        <c:v>16.45089940660003</c:v>
                      </c:pt>
                      <c:pt idx="76">
                        <c:v>10.958721094411111</c:v>
                      </c:pt>
                      <c:pt idx="77">
                        <c:v>10.133335082135559</c:v>
                      </c:pt>
                      <c:pt idx="78">
                        <c:v>19.706870305517732</c:v>
                      </c:pt>
                      <c:pt idx="79">
                        <c:v>32.19968007610219</c:v>
                      </c:pt>
                      <c:pt idx="80">
                        <c:v>42.7630372148733</c:v>
                      </c:pt>
                      <c:pt idx="81">
                        <c:v>50.204144061111108</c:v>
                      </c:pt>
                      <c:pt idx="82">
                        <c:v>56.971743589968931</c:v>
                      </c:pt>
                      <c:pt idx="83">
                        <c:v>63.973475287453361</c:v>
                      </c:pt>
                      <c:pt idx="84">
                        <c:v>68.703360789962218</c:v>
                      </c:pt>
                      <c:pt idx="85">
                        <c:v>74.872045958037774</c:v>
                      </c:pt>
                      <c:pt idx="86">
                        <c:v>79.967459296664416</c:v>
                      </c:pt>
                      <c:pt idx="87">
                        <c:v>75.884887151906682</c:v>
                      </c:pt>
                      <c:pt idx="88">
                        <c:v>68.81803832963999</c:v>
                      </c:pt>
                      <c:pt idx="89">
                        <c:v>69.634881423673363</c:v>
                      </c:pt>
                      <c:pt idx="90">
                        <c:v>68.478358677764462</c:v>
                      </c:pt>
                      <c:pt idx="91">
                        <c:v>73.131427265857823</c:v>
                      </c:pt>
                      <c:pt idx="92">
                        <c:v>85.645988165851122</c:v>
                      </c:pt>
                      <c:pt idx="93">
                        <c:v>98.992034068095592</c:v>
                      </c:pt>
                      <c:pt idx="94">
                        <c:v>106.56560824286662</c:v>
                      </c:pt>
                      <c:pt idx="95">
                        <c:v>99.377948176515588</c:v>
                      </c:pt>
                      <c:pt idx="96">
                        <c:v>75.611990533873325</c:v>
                      </c:pt>
                      <c:pt idx="97">
                        <c:v>47.586222761937798</c:v>
                      </c:pt>
                      <c:pt idx="98">
                        <c:v>26.90593604637996</c:v>
                      </c:pt>
                      <c:pt idx="99">
                        <c:v>15.380656173093321</c:v>
                      </c:pt>
                      <c:pt idx="100">
                        <c:v>10.661723497799999</c:v>
                      </c:pt>
                      <c:pt idx="101">
                        <c:v>9.6989602930488878</c:v>
                      </c:pt>
                      <c:pt idx="102">
                        <c:v>18.958811272075589</c:v>
                      </c:pt>
                      <c:pt idx="103">
                        <c:v>32.722693265468912</c:v>
                      </c:pt>
                      <c:pt idx="104">
                        <c:v>43.115758808951078</c:v>
                      </c:pt>
                      <c:pt idx="105">
                        <c:v>50.08102738702221</c:v>
                      </c:pt>
                      <c:pt idx="106">
                        <c:v>57.002929380964446</c:v>
                      </c:pt>
                      <c:pt idx="107">
                        <c:v>64.881577367748903</c:v>
                      </c:pt>
                      <c:pt idx="108">
                        <c:v>69.458732550700006</c:v>
                      </c:pt>
                      <c:pt idx="109">
                        <c:v>75.945527650337752</c:v>
                      </c:pt>
                      <c:pt idx="110">
                        <c:v>80.521314022511149</c:v>
                      </c:pt>
                      <c:pt idx="111">
                        <c:v>76.636000922602264</c:v>
                      </c:pt>
                      <c:pt idx="112">
                        <c:v>69.783078521206718</c:v>
                      </c:pt>
                      <c:pt idx="113">
                        <c:v>70.293616086235559</c:v>
                      </c:pt>
                      <c:pt idx="114">
                        <c:v>69.016725113484483</c:v>
                      </c:pt>
                      <c:pt idx="115">
                        <c:v>73.938554347546656</c:v>
                      </c:pt>
                      <c:pt idx="116">
                        <c:v>85.901228545904431</c:v>
                      </c:pt>
                      <c:pt idx="117">
                        <c:v>100.95828122351776</c:v>
                      </c:pt>
                      <c:pt idx="118">
                        <c:v>107.75507288629552</c:v>
                      </c:pt>
                      <c:pt idx="119">
                        <c:v>100.60095174819782</c:v>
                      </c:pt>
                      <c:pt idx="120">
                        <c:v>75.569704465413366</c:v>
                      </c:pt>
                      <c:pt idx="121">
                        <c:v>47.044419454319993</c:v>
                      </c:pt>
                      <c:pt idx="122">
                        <c:v>26.491233129542209</c:v>
                      </c:pt>
                      <c:pt idx="123">
                        <c:v>15.30378342721559</c:v>
                      </c:pt>
                      <c:pt idx="124">
                        <c:v>10.929093830637733</c:v>
                      </c:pt>
                      <c:pt idx="125">
                        <c:v>10.345434812828893</c:v>
                      </c:pt>
                      <c:pt idx="126">
                        <c:v>20.054621655833301</c:v>
                      </c:pt>
                      <c:pt idx="127">
                        <c:v>34.165017434253286</c:v>
                      </c:pt>
                      <c:pt idx="128">
                        <c:v>44.98924879869778</c:v>
                      </c:pt>
                      <c:pt idx="129">
                        <c:v>52.456375597131121</c:v>
                      </c:pt>
                      <c:pt idx="130">
                        <c:v>57.920538413157793</c:v>
                      </c:pt>
                      <c:pt idx="131">
                        <c:v>65.063564643517807</c:v>
                      </c:pt>
                      <c:pt idx="132">
                        <c:v>70.694769779355582</c:v>
                      </c:pt>
                      <c:pt idx="133">
                        <c:v>79.318907848497815</c:v>
                      </c:pt>
                      <c:pt idx="134">
                        <c:v>83.499692392175604</c:v>
                      </c:pt>
                      <c:pt idx="135">
                        <c:v>78.589898958240028</c:v>
                      </c:pt>
                      <c:pt idx="136">
                        <c:v>69.997517389891073</c:v>
                      </c:pt>
                      <c:pt idx="137">
                        <c:v>70.485237334982259</c:v>
                      </c:pt>
                      <c:pt idx="138">
                        <c:v>79.217620318266654</c:v>
                      </c:pt>
                      <c:pt idx="139">
                        <c:v>86.304971155911133</c:v>
                      </c:pt>
                      <c:pt idx="140">
                        <c:v>89.376972189680032</c:v>
                      </c:pt>
                      <c:pt idx="141">
                        <c:v>102.8187340112911</c:v>
                      </c:pt>
                      <c:pt idx="142">
                        <c:v>108.68766365545551</c:v>
                      </c:pt>
                      <c:pt idx="143">
                        <c:v>100.69659883143557</c:v>
                      </c:pt>
                      <c:pt idx="144">
                        <c:v>78.366594246619997</c:v>
                      </c:pt>
                      <c:pt idx="145">
                        <c:v>48.917735682631097</c:v>
                      </c:pt>
                      <c:pt idx="146">
                        <c:v>28.96376429410893</c:v>
                      </c:pt>
                      <c:pt idx="147">
                        <c:v>15.978975299459991</c:v>
                      </c:pt>
                      <c:pt idx="148">
                        <c:v>10.363565550984443</c:v>
                      </c:pt>
                      <c:pt idx="149">
                        <c:v>9.8443215496266632</c:v>
                      </c:pt>
                      <c:pt idx="150">
                        <c:v>20.115098728835509</c:v>
                      </c:pt>
                      <c:pt idx="151">
                        <c:v>34.794052057082197</c:v>
                      </c:pt>
                      <c:pt idx="152">
                        <c:v>46.027690225853334</c:v>
                      </c:pt>
                      <c:pt idx="153">
                        <c:v>52.45628632200669</c:v>
                      </c:pt>
                      <c:pt idx="154">
                        <c:v>58.670904434486722</c:v>
                      </c:pt>
                      <c:pt idx="155">
                        <c:v>65.946740555333321</c:v>
                      </c:pt>
                      <c:pt idx="156">
                        <c:v>70.155182892682276</c:v>
                      </c:pt>
                      <c:pt idx="157">
                        <c:v>76.489225153197793</c:v>
                      </c:pt>
                      <c:pt idx="158">
                        <c:v>81.18150569384224</c:v>
                      </c:pt>
                      <c:pt idx="159">
                        <c:v>78.78646811432219</c:v>
                      </c:pt>
                      <c:pt idx="160">
                        <c:v>71.572781860673373</c:v>
                      </c:pt>
                      <c:pt idx="161">
                        <c:v>71.988663399904439</c:v>
                      </c:pt>
                      <c:pt idx="162">
                        <c:v>70.793298944588855</c:v>
                      </c:pt>
                      <c:pt idx="163">
                        <c:v>76.201702156111125</c:v>
                      </c:pt>
                      <c:pt idx="164">
                        <c:v>85.989234114495602</c:v>
                      </c:pt>
                      <c:pt idx="165">
                        <c:v>99.678880507151163</c:v>
                      </c:pt>
                      <c:pt idx="166">
                        <c:v>108.74049459969558</c:v>
                      </c:pt>
                      <c:pt idx="167">
                        <c:v>100.03067591003551</c:v>
                      </c:pt>
                      <c:pt idx="168">
                        <c:v>75.065934956871075</c:v>
                      </c:pt>
                      <c:pt idx="169">
                        <c:v>47.117090004268903</c:v>
                      </c:pt>
                      <c:pt idx="170">
                        <c:v>26.59666399882224</c:v>
                      </c:pt>
                      <c:pt idx="171">
                        <c:v>15.542054469020041</c:v>
                      </c:pt>
                      <c:pt idx="172">
                        <c:v>10.730209082673332</c:v>
                      </c:pt>
                      <c:pt idx="173">
                        <c:v>10.181585607853332</c:v>
                      </c:pt>
                      <c:pt idx="174">
                        <c:v>20.965379863366699</c:v>
                      </c:pt>
                      <c:pt idx="175">
                        <c:v>36.992845025793386</c:v>
                      </c:pt>
                      <c:pt idx="176">
                        <c:v>48.623312138748894</c:v>
                      </c:pt>
                      <c:pt idx="177">
                        <c:v>59.135421969308894</c:v>
                      </c:pt>
                      <c:pt idx="178">
                        <c:v>65.404380425933368</c:v>
                      </c:pt>
                      <c:pt idx="179">
                        <c:v>71.388821023371165</c:v>
                      </c:pt>
                      <c:pt idx="180">
                        <c:v>74.922042705131147</c:v>
                      </c:pt>
                      <c:pt idx="181">
                        <c:v>80.834626224873375</c:v>
                      </c:pt>
                      <c:pt idx="182">
                        <c:v>85.136495091202264</c:v>
                      </c:pt>
                      <c:pt idx="183">
                        <c:v>81.870186694128932</c:v>
                      </c:pt>
                      <c:pt idx="184">
                        <c:v>73.375711743673335</c:v>
                      </c:pt>
                      <c:pt idx="185">
                        <c:v>72.99956047392223</c:v>
                      </c:pt>
                      <c:pt idx="186">
                        <c:v>71.277635710011154</c:v>
                      </c:pt>
                      <c:pt idx="187">
                        <c:v>79.291010819122206</c:v>
                      </c:pt>
                      <c:pt idx="188">
                        <c:v>88.03435640852004</c:v>
                      </c:pt>
                      <c:pt idx="189">
                        <c:v>101.92001245455782</c:v>
                      </c:pt>
                      <c:pt idx="190">
                        <c:v>110.26319378524433</c:v>
                      </c:pt>
                      <c:pt idx="191">
                        <c:v>104.35963440808</c:v>
                      </c:pt>
                      <c:pt idx="192">
                        <c:v>83.072544662302263</c:v>
                      </c:pt>
                      <c:pt idx="193">
                        <c:v>55.032510303337794</c:v>
                      </c:pt>
                      <c:pt idx="194">
                        <c:v>33.281090744006619</c:v>
                      </c:pt>
                      <c:pt idx="195">
                        <c:v>19.924792493026711</c:v>
                      </c:pt>
                      <c:pt idx="196">
                        <c:v>12.84402629896219</c:v>
                      </c:pt>
                      <c:pt idx="197">
                        <c:v>10.556125664597774</c:v>
                      </c:pt>
                      <c:pt idx="198">
                        <c:v>19.437937345462263</c:v>
                      </c:pt>
                      <c:pt idx="199">
                        <c:v>31.917229970806709</c:v>
                      </c:pt>
                      <c:pt idx="200">
                        <c:v>43.554240372135581</c:v>
                      </c:pt>
                      <c:pt idx="201">
                        <c:v>53.718720565859989</c:v>
                      </c:pt>
                      <c:pt idx="202">
                        <c:v>62.941897408648934</c:v>
                      </c:pt>
                      <c:pt idx="203">
                        <c:v>73.73118796742223</c:v>
                      </c:pt>
                      <c:pt idx="204">
                        <c:v>76.380216818920033</c:v>
                      </c:pt>
                      <c:pt idx="205">
                        <c:v>75.026868659702259</c:v>
                      </c:pt>
                      <c:pt idx="206">
                        <c:v>92.381335016746647</c:v>
                      </c:pt>
                      <c:pt idx="207">
                        <c:v>88.587847122377823</c:v>
                      </c:pt>
                      <c:pt idx="208">
                        <c:v>75.536874645511148</c:v>
                      </c:pt>
                      <c:pt idx="209">
                        <c:v>73.406377207940025</c:v>
                      </c:pt>
                      <c:pt idx="210">
                        <c:v>71.891672066964446</c:v>
                      </c:pt>
                      <c:pt idx="211">
                        <c:v>81.790708622093362</c:v>
                      </c:pt>
                      <c:pt idx="212">
                        <c:v>91.104082462420024</c:v>
                      </c:pt>
                      <c:pt idx="213">
                        <c:v>104.5470556761333</c:v>
                      </c:pt>
                      <c:pt idx="214">
                        <c:v>114.0362492416801</c:v>
                      </c:pt>
                      <c:pt idx="215">
                        <c:v>106.82236509101109</c:v>
                      </c:pt>
                      <c:pt idx="216">
                        <c:v>84.548312123293371</c:v>
                      </c:pt>
                      <c:pt idx="217">
                        <c:v>56.235219616831095</c:v>
                      </c:pt>
                      <c:pt idx="218">
                        <c:v>33.46335421280002</c:v>
                      </c:pt>
                      <c:pt idx="219">
                        <c:v>19.429677207131089</c:v>
                      </c:pt>
                      <c:pt idx="220">
                        <c:v>12.236761579831157</c:v>
                      </c:pt>
                      <c:pt idx="221">
                        <c:v>10.298544434880007</c:v>
                      </c:pt>
                      <c:pt idx="222">
                        <c:v>19.289733075080008</c:v>
                      </c:pt>
                      <c:pt idx="223">
                        <c:v>32.966580124602181</c:v>
                      </c:pt>
                      <c:pt idx="224">
                        <c:v>44.898610108055571</c:v>
                      </c:pt>
                      <c:pt idx="225">
                        <c:v>54.006533849817757</c:v>
                      </c:pt>
                      <c:pt idx="226">
                        <c:v>61.186672431782213</c:v>
                      </c:pt>
                      <c:pt idx="227">
                        <c:v>69.065011082242265</c:v>
                      </c:pt>
                      <c:pt idx="228">
                        <c:v>73.602541614946702</c:v>
                      </c:pt>
                      <c:pt idx="229">
                        <c:v>81.409019218980035</c:v>
                      </c:pt>
                      <c:pt idx="230">
                        <c:v>89.010788315251077</c:v>
                      </c:pt>
                      <c:pt idx="231">
                        <c:v>85.340004062171161</c:v>
                      </c:pt>
                      <c:pt idx="232">
                        <c:v>75.410514632562226</c:v>
                      </c:pt>
                      <c:pt idx="233">
                        <c:v>74.926442307702189</c:v>
                      </c:pt>
                      <c:pt idx="234">
                        <c:v>74.560947705917826</c:v>
                      </c:pt>
                      <c:pt idx="235">
                        <c:v>81.63663587901776</c:v>
                      </c:pt>
                      <c:pt idx="236">
                        <c:v>91.348809585755561</c:v>
                      </c:pt>
                      <c:pt idx="237">
                        <c:v>105.68704653300222</c:v>
                      </c:pt>
                      <c:pt idx="238">
                        <c:v>108.7924046819378</c:v>
                      </c:pt>
                      <c:pt idx="239">
                        <c:v>100.25737739827997</c:v>
                      </c:pt>
                      <c:pt idx="240">
                        <c:v>74.48209044024226</c:v>
                      </c:pt>
                      <c:pt idx="241">
                        <c:v>47.522484777566703</c:v>
                      </c:pt>
                      <c:pt idx="242">
                        <c:v>27.189139758297799</c:v>
                      </c:pt>
                      <c:pt idx="243">
                        <c:v>16.02438956299773</c:v>
                      </c:pt>
                      <c:pt idx="244">
                        <c:v>10.650058610768891</c:v>
                      </c:pt>
                      <c:pt idx="245">
                        <c:v>9.7521199689688896</c:v>
                      </c:pt>
                      <c:pt idx="246">
                        <c:v>20.02795191223333</c:v>
                      </c:pt>
                      <c:pt idx="247">
                        <c:v>34.135818221951077</c:v>
                      </c:pt>
                      <c:pt idx="248">
                        <c:v>45.321014561037757</c:v>
                      </c:pt>
                      <c:pt idx="249">
                        <c:v>52.658182047000011</c:v>
                      </c:pt>
                      <c:pt idx="250">
                        <c:v>59.961590085417782</c:v>
                      </c:pt>
                      <c:pt idx="251">
                        <c:v>67.773305647313336</c:v>
                      </c:pt>
                      <c:pt idx="252">
                        <c:v>72.009528233204492</c:v>
                      </c:pt>
                      <c:pt idx="253">
                        <c:v>78.228593225688883</c:v>
                      </c:pt>
                      <c:pt idx="254">
                        <c:v>83.378953275924403</c:v>
                      </c:pt>
                      <c:pt idx="255">
                        <c:v>80.537995169599967</c:v>
                      </c:pt>
                      <c:pt idx="256">
                        <c:v>72.894481849633337</c:v>
                      </c:pt>
                      <c:pt idx="257">
                        <c:v>77.979301281786633</c:v>
                      </c:pt>
                      <c:pt idx="258">
                        <c:v>76.755163812611144</c:v>
                      </c:pt>
                      <c:pt idx="259">
                        <c:v>82.250607868637729</c:v>
                      </c:pt>
                      <c:pt idx="260">
                        <c:v>89.146061807153387</c:v>
                      </c:pt>
                      <c:pt idx="261">
                        <c:v>102.56480871449558</c:v>
                      </c:pt>
                      <c:pt idx="262">
                        <c:v>108.39236103780888</c:v>
                      </c:pt>
                      <c:pt idx="263">
                        <c:v>96.879688259466633</c:v>
                      </c:pt>
                      <c:pt idx="264">
                        <c:v>70.344176547124476</c:v>
                      </c:pt>
                      <c:pt idx="265">
                        <c:v>42.49070298420223</c:v>
                      </c:pt>
                      <c:pt idx="266">
                        <c:v>23.838343501393322</c:v>
                      </c:pt>
                      <c:pt idx="267">
                        <c:v>14.31329999332227</c:v>
                      </c:pt>
                      <c:pt idx="268">
                        <c:v>9.8660290288822203</c:v>
                      </c:pt>
                      <c:pt idx="269">
                        <c:v>9.4736234513977813</c:v>
                      </c:pt>
                      <c:pt idx="270">
                        <c:v>19.488027330537797</c:v>
                      </c:pt>
                      <c:pt idx="271">
                        <c:v>34.128799179744398</c:v>
                      </c:pt>
                      <c:pt idx="272">
                        <c:v>44.596702559715538</c:v>
                      </c:pt>
                      <c:pt idx="273">
                        <c:v>51.157936617155514</c:v>
                      </c:pt>
                      <c:pt idx="274">
                        <c:v>57.236536218406677</c:v>
                      </c:pt>
                      <c:pt idx="275">
                        <c:v>65.226458117204444</c:v>
                      </c:pt>
                      <c:pt idx="276">
                        <c:v>69.238584822097749</c:v>
                      </c:pt>
                      <c:pt idx="277">
                        <c:v>75.161064608408878</c:v>
                      </c:pt>
                      <c:pt idx="278">
                        <c:v>79.167301453339974</c:v>
                      </c:pt>
                      <c:pt idx="279">
                        <c:v>77.47031192412885</c:v>
                      </c:pt>
                      <c:pt idx="280">
                        <c:v>70.205187499568893</c:v>
                      </c:pt>
                      <c:pt idx="281">
                        <c:v>72.830868784193314</c:v>
                      </c:pt>
                      <c:pt idx="282">
                        <c:v>71.182592153326709</c:v>
                      </c:pt>
                      <c:pt idx="283">
                        <c:v>79.885275435515609</c:v>
                      </c:pt>
                      <c:pt idx="284">
                        <c:v>88.426593378204473</c:v>
                      </c:pt>
                      <c:pt idx="285">
                        <c:v>103.35646364897781</c:v>
                      </c:pt>
                      <c:pt idx="286">
                        <c:v>110.41367672075511</c:v>
                      </c:pt>
                      <c:pt idx="287">
                        <c:v>99.047165644108844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2-4CCE-4206-81AF-7668647A5ABE}"/>
                  </c:ext>
                </c:extLst>
              </c15:ser>
            </c15:filteredLineSeries>
            <c15:filteredLineSeries>
              <c15:ser>
                <c:idx val="31"/>
                <c:order val="3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12-10-2026'!$AG$1</c15:sqref>
                        </c15:formulaRef>
                      </c:ext>
                    </c:extLst>
                    <c:strCache>
                      <c:ptCount val="1"/>
                      <c:pt idx="0">
                        <c:v>vEPG BMR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12-10-2026'!$AG$2:$AG$289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5.9279236467777734</c:v>
                      </c:pt>
                      <c:pt idx="1">
                        <c:v>3.7356185379111113</c:v>
                      </c:pt>
                      <c:pt idx="2">
                        <c:v>2.090928131791109</c:v>
                      </c:pt>
                      <c:pt idx="3">
                        <c:v>1.2524833727666655</c:v>
                      </c:pt>
                      <c:pt idx="4">
                        <c:v>0.95754174544666748</c:v>
                      </c:pt>
                      <c:pt idx="5">
                        <c:v>1.0201480484200005</c:v>
                      </c:pt>
                      <c:pt idx="6">
                        <c:v>2.304788184631116</c:v>
                      </c:pt>
                      <c:pt idx="7">
                        <c:v>3.772249803984443</c:v>
                      </c:pt>
                      <c:pt idx="8">
                        <c:v>4.4497575889577741</c:v>
                      </c:pt>
                      <c:pt idx="9">
                        <c:v>4.6153101229511098</c:v>
                      </c:pt>
                      <c:pt idx="10">
                        <c:v>4.8747392369555529</c:v>
                      </c:pt>
                      <c:pt idx="11">
                        <c:v>5.4298507689400068</c:v>
                      </c:pt>
                      <c:pt idx="12">
                        <c:v>6.1298848629444409</c:v>
                      </c:pt>
                      <c:pt idx="13">
                        <c:v>6.7893395642377774</c:v>
                      </c:pt>
                      <c:pt idx="14">
                        <c:v>7.3396793068844302</c:v>
                      </c:pt>
                      <c:pt idx="15">
                        <c:v>7.1036008839666778</c:v>
                      </c:pt>
                      <c:pt idx="16">
                        <c:v>6.4709157287444405</c:v>
                      </c:pt>
                      <c:pt idx="17">
                        <c:v>6.1432452047133292</c:v>
                      </c:pt>
                      <c:pt idx="18">
                        <c:v>5.7084261355488826</c:v>
                      </c:pt>
                      <c:pt idx="19">
                        <c:v>5.8693137822688959</c:v>
                      </c:pt>
                      <c:pt idx="20">
                        <c:v>6.8412646987133297</c:v>
                      </c:pt>
                      <c:pt idx="21">
                        <c:v>7.8731280821955503</c:v>
                      </c:pt>
                      <c:pt idx="22">
                        <c:v>8.5830260243666654</c:v>
                      </c:pt>
                      <c:pt idx="23">
                        <c:v>8.2903483409444405</c:v>
                      </c:pt>
                      <c:pt idx="24">
                        <c:v>6.4394889269511175</c:v>
                      </c:pt>
                      <c:pt idx="25">
                        <c:v>4.1212157711311139</c:v>
                      </c:pt>
                      <c:pt idx="26">
                        <c:v>2.2857164612177772</c:v>
                      </c:pt>
                      <c:pt idx="27">
                        <c:v>1.4821652110222179</c:v>
                      </c:pt>
                      <c:pt idx="28">
                        <c:v>0.99117582504888868</c:v>
                      </c:pt>
                      <c:pt idx="29">
                        <c:v>0.98408959297999965</c:v>
                      </c:pt>
                      <c:pt idx="30">
                        <c:v>2.0203532260955601</c:v>
                      </c:pt>
                      <c:pt idx="31">
                        <c:v>3.3859805746533329</c:v>
                      </c:pt>
                      <c:pt idx="32">
                        <c:v>4.4949210642600006</c:v>
                      </c:pt>
                      <c:pt idx="33">
                        <c:v>5.2254982256288836</c:v>
                      </c:pt>
                      <c:pt idx="34">
                        <c:v>5.6419406197422255</c:v>
                      </c:pt>
                      <c:pt idx="35">
                        <c:v>6.3070833827288819</c:v>
                      </c:pt>
                      <c:pt idx="36">
                        <c:v>6.7899270586755653</c:v>
                      </c:pt>
                      <c:pt idx="37">
                        <c:v>6.8253748002577712</c:v>
                      </c:pt>
                      <c:pt idx="38">
                        <c:v>7.9244699033866643</c:v>
                      </c:pt>
                      <c:pt idx="39">
                        <c:v>7.8092916809088848</c:v>
                      </c:pt>
                      <c:pt idx="40">
                        <c:v>6.7572198302222137</c:v>
                      </c:pt>
                      <c:pt idx="41">
                        <c:v>6.1918830382911123</c:v>
                      </c:pt>
                      <c:pt idx="42">
                        <c:v>5.7042025176799909</c:v>
                      </c:pt>
                      <c:pt idx="43">
                        <c:v>6.1063841565088826</c:v>
                      </c:pt>
                      <c:pt idx="44">
                        <c:v>7.0372501114955508</c:v>
                      </c:pt>
                      <c:pt idx="45">
                        <c:v>8.0650845888177827</c:v>
                      </c:pt>
                      <c:pt idx="46">
                        <c:v>8.6620919636800036</c:v>
                      </c:pt>
                      <c:pt idx="47">
                        <c:v>8.3198672770111184</c:v>
                      </c:pt>
                      <c:pt idx="48">
                        <c:v>6.6573321085533408</c:v>
                      </c:pt>
                      <c:pt idx="49">
                        <c:v>4.4291775480844393</c:v>
                      </c:pt>
                      <c:pt idx="50">
                        <c:v>2.5981102236111129</c:v>
                      </c:pt>
                      <c:pt idx="51">
                        <c:v>1.4645125881822265</c:v>
                      </c:pt>
                      <c:pt idx="52">
                        <c:v>0.97914637884444544</c:v>
                      </c:pt>
                      <c:pt idx="53">
                        <c:v>0.97789899866666674</c:v>
                      </c:pt>
                      <c:pt idx="54">
                        <c:v>2.0871685907800011</c:v>
                      </c:pt>
                      <c:pt idx="55">
                        <c:v>3.4433740098822216</c:v>
                      </c:pt>
                      <c:pt idx="56">
                        <c:v>4.4295590987822253</c:v>
                      </c:pt>
                      <c:pt idx="57">
                        <c:v>4.9307930568155554</c:v>
                      </c:pt>
                      <c:pt idx="58">
                        <c:v>5.2148436206355591</c:v>
                      </c:pt>
                      <c:pt idx="59">
                        <c:v>5.7690215787511097</c:v>
                      </c:pt>
                      <c:pt idx="60">
                        <c:v>6.264220376579992</c:v>
                      </c:pt>
                      <c:pt idx="61">
                        <c:v>7.0195471198444421</c:v>
                      </c:pt>
                      <c:pt idx="62">
                        <c:v>7.6801678004955596</c:v>
                      </c:pt>
                      <c:pt idx="63">
                        <c:v>7.3212540805799993</c:v>
                      </c:pt>
                      <c:pt idx="64">
                        <c:v>6.5183323140333354</c:v>
                      </c:pt>
                      <c:pt idx="65">
                        <c:v>6.012674080971097</c:v>
                      </c:pt>
                      <c:pt idx="66">
                        <c:v>5.6317041223311213</c:v>
                      </c:pt>
                      <c:pt idx="67">
                        <c:v>5.9182214500533252</c:v>
                      </c:pt>
                      <c:pt idx="68">
                        <c:v>6.758535309988889</c:v>
                      </c:pt>
                      <c:pt idx="69">
                        <c:v>7.7026706884733347</c:v>
                      </c:pt>
                      <c:pt idx="70">
                        <c:v>8.3105802889155491</c:v>
                      </c:pt>
                      <c:pt idx="71">
                        <c:v>7.9009600998844434</c:v>
                      </c:pt>
                      <c:pt idx="72">
                        <c:v>5.9025831088955512</c:v>
                      </c:pt>
                      <c:pt idx="73">
                        <c:v>3.6392293472711081</c:v>
                      </c:pt>
                      <c:pt idx="74">
                        <c:v>1.9773744824533361</c:v>
                      </c:pt>
                      <c:pt idx="75">
                        <c:v>1.1822786337466658</c:v>
                      </c:pt>
                      <c:pt idx="76">
                        <c:v>0.8934717430400001</c:v>
                      </c:pt>
                      <c:pt idx="77">
                        <c:v>0.9350427420199996</c:v>
                      </c:pt>
                      <c:pt idx="78">
                        <c:v>2.1505667719644408</c:v>
                      </c:pt>
                      <c:pt idx="79">
                        <c:v>3.5939765537777806</c:v>
                      </c:pt>
                      <c:pt idx="80">
                        <c:v>4.229908890411112</c:v>
                      </c:pt>
                      <c:pt idx="81">
                        <c:v>4.4503183221577771</c:v>
                      </c:pt>
                      <c:pt idx="82">
                        <c:v>4.692504269891109</c:v>
                      </c:pt>
                      <c:pt idx="83">
                        <c:v>5.2299075877111179</c:v>
                      </c:pt>
                      <c:pt idx="84">
                        <c:v>5.9515862471088958</c:v>
                      </c:pt>
                      <c:pt idx="85">
                        <c:v>6.4879566612511193</c:v>
                      </c:pt>
                      <c:pt idx="86">
                        <c:v>6.9700527776400021</c:v>
                      </c:pt>
                      <c:pt idx="87">
                        <c:v>6.7714927231955535</c:v>
                      </c:pt>
                      <c:pt idx="88">
                        <c:v>6.1300836650088959</c:v>
                      </c:pt>
                      <c:pt idx="89">
                        <c:v>5.8683037481177891</c:v>
                      </c:pt>
                      <c:pt idx="90">
                        <c:v>5.4595764340577784</c:v>
                      </c:pt>
                      <c:pt idx="91">
                        <c:v>5.7808781843555455</c:v>
                      </c:pt>
                      <c:pt idx="92">
                        <c:v>6.6734291433422364</c:v>
                      </c:pt>
                      <c:pt idx="93">
                        <c:v>7.7586233213155484</c:v>
                      </c:pt>
                      <c:pt idx="94">
                        <c:v>8.4062459936488843</c:v>
                      </c:pt>
                      <c:pt idx="95">
                        <c:v>7.811670137711106</c:v>
                      </c:pt>
                      <c:pt idx="96">
                        <c:v>5.6044644764444493</c:v>
                      </c:pt>
                      <c:pt idx="97">
                        <c:v>3.4202002717533313</c:v>
                      </c:pt>
                      <c:pt idx="98">
                        <c:v>1.8775486300066611</c:v>
                      </c:pt>
                      <c:pt idx="99">
                        <c:v>1.141104418048889</c:v>
                      </c:pt>
                      <c:pt idx="100">
                        <c:v>0.84604057321333348</c:v>
                      </c:pt>
                      <c:pt idx="101">
                        <c:v>0.90225782629111062</c:v>
                      </c:pt>
                      <c:pt idx="102">
                        <c:v>2.1267974453688918</c:v>
                      </c:pt>
                      <c:pt idx="103">
                        <c:v>3.5843603198666689</c:v>
                      </c:pt>
                      <c:pt idx="104">
                        <c:v>4.2615056891999972</c:v>
                      </c:pt>
                      <c:pt idx="105">
                        <c:v>4.4810053386266633</c:v>
                      </c:pt>
                      <c:pt idx="106">
                        <c:v>4.7246511138000047</c:v>
                      </c:pt>
                      <c:pt idx="107">
                        <c:v>5.2366375507888963</c:v>
                      </c:pt>
                      <c:pt idx="108">
                        <c:v>5.9067353693311189</c:v>
                      </c:pt>
                      <c:pt idx="109">
                        <c:v>6.444353080766656</c:v>
                      </c:pt>
                      <c:pt idx="110">
                        <c:v>6.9085442103999952</c:v>
                      </c:pt>
                      <c:pt idx="111">
                        <c:v>6.7401647523133228</c:v>
                      </c:pt>
                      <c:pt idx="112">
                        <c:v>6.0812494483155612</c:v>
                      </c:pt>
                      <c:pt idx="113">
                        <c:v>5.8230292263711085</c:v>
                      </c:pt>
                      <c:pt idx="114">
                        <c:v>5.4463758465555516</c:v>
                      </c:pt>
                      <c:pt idx="115">
                        <c:v>5.7552463889288914</c:v>
                      </c:pt>
                      <c:pt idx="116">
                        <c:v>6.6994483515755539</c:v>
                      </c:pt>
                      <c:pt idx="117">
                        <c:v>7.763477417335551</c:v>
                      </c:pt>
                      <c:pt idx="118">
                        <c:v>8.3681643258089036</c:v>
                      </c:pt>
                      <c:pt idx="119">
                        <c:v>7.7413023229511042</c:v>
                      </c:pt>
                      <c:pt idx="120">
                        <c:v>5.5722082622577869</c:v>
                      </c:pt>
                      <c:pt idx="121">
                        <c:v>3.322088534006661</c:v>
                      </c:pt>
                      <c:pt idx="122">
                        <c:v>1.85805463532667</c:v>
                      </c:pt>
                      <c:pt idx="123">
                        <c:v>1.1219279405377822</c:v>
                      </c:pt>
                      <c:pt idx="124">
                        <c:v>0.83431304962666664</c:v>
                      </c:pt>
                      <c:pt idx="125">
                        <c:v>0.93328845216666778</c:v>
                      </c:pt>
                      <c:pt idx="126">
                        <c:v>2.161198115233335</c:v>
                      </c:pt>
                      <c:pt idx="127">
                        <c:v>3.6528009643555563</c:v>
                      </c:pt>
                      <c:pt idx="128">
                        <c:v>4.3114749252288922</c:v>
                      </c:pt>
                      <c:pt idx="129">
                        <c:v>4.5021338297422266</c:v>
                      </c:pt>
                      <c:pt idx="130">
                        <c:v>4.734678137242228</c:v>
                      </c:pt>
                      <c:pt idx="131">
                        <c:v>5.1948944399799961</c:v>
                      </c:pt>
                      <c:pt idx="132">
                        <c:v>5.9989170610555504</c:v>
                      </c:pt>
                      <c:pt idx="133">
                        <c:v>6.8587374505844476</c:v>
                      </c:pt>
                      <c:pt idx="134">
                        <c:v>7.2352571316488952</c:v>
                      </c:pt>
                      <c:pt idx="135">
                        <c:v>6.9413477277999931</c:v>
                      </c:pt>
                      <c:pt idx="136">
                        <c:v>6.1778572156066618</c:v>
                      </c:pt>
                      <c:pt idx="137">
                        <c:v>5.8567872468888842</c:v>
                      </c:pt>
                      <c:pt idx="138">
                        <c:v>5.7468387449111136</c:v>
                      </c:pt>
                      <c:pt idx="139">
                        <c:v>6.2286383434355601</c:v>
                      </c:pt>
                      <c:pt idx="140">
                        <c:v>6.8512720045377797</c:v>
                      </c:pt>
                      <c:pt idx="141">
                        <c:v>7.8594658193711151</c:v>
                      </c:pt>
                      <c:pt idx="142">
                        <c:v>8.3877741527488876</c:v>
                      </c:pt>
                      <c:pt idx="143">
                        <c:v>7.7225559829866635</c:v>
                      </c:pt>
                      <c:pt idx="144">
                        <c:v>5.6228876307555433</c:v>
                      </c:pt>
                      <c:pt idx="145">
                        <c:v>3.4181412108866649</c:v>
                      </c:pt>
                      <c:pt idx="146">
                        <c:v>1.953082752495555</c:v>
                      </c:pt>
                      <c:pt idx="147">
                        <c:v>1.1497857672488891</c:v>
                      </c:pt>
                      <c:pt idx="148">
                        <c:v>0.82708509391777896</c:v>
                      </c:pt>
                      <c:pt idx="149">
                        <c:v>0.94546391960000065</c:v>
                      </c:pt>
                      <c:pt idx="150">
                        <c:v>2.2232554917066691</c:v>
                      </c:pt>
                      <c:pt idx="151">
                        <c:v>3.7357770845488831</c:v>
                      </c:pt>
                      <c:pt idx="152">
                        <c:v>4.4181889880288843</c:v>
                      </c:pt>
                      <c:pt idx="153">
                        <c:v>4.5377940921511168</c:v>
                      </c:pt>
                      <c:pt idx="154">
                        <c:v>4.7293450112622226</c:v>
                      </c:pt>
                      <c:pt idx="155">
                        <c:v>5.2397435988711134</c:v>
                      </c:pt>
                      <c:pt idx="156">
                        <c:v>5.8297888208222224</c:v>
                      </c:pt>
                      <c:pt idx="157">
                        <c:v>6.4426503319466661</c:v>
                      </c:pt>
                      <c:pt idx="158">
                        <c:v>6.8863566167777801</c:v>
                      </c:pt>
                      <c:pt idx="159">
                        <c:v>6.8358578213799976</c:v>
                      </c:pt>
                      <c:pt idx="160">
                        <c:v>6.2178193724288882</c:v>
                      </c:pt>
                      <c:pt idx="161">
                        <c:v>5.9914775979444412</c:v>
                      </c:pt>
                      <c:pt idx="162">
                        <c:v>5.6388453254266775</c:v>
                      </c:pt>
                      <c:pt idx="163">
                        <c:v>6.0932428660222273</c:v>
                      </c:pt>
                      <c:pt idx="164">
                        <c:v>6.8674807206622299</c:v>
                      </c:pt>
                      <c:pt idx="165">
                        <c:v>7.8365326669400099</c:v>
                      </c:pt>
                      <c:pt idx="166">
                        <c:v>8.5159686279888831</c:v>
                      </c:pt>
                      <c:pt idx="167">
                        <c:v>7.7175018896288989</c:v>
                      </c:pt>
                      <c:pt idx="168">
                        <c:v>5.5574168200333425</c:v>
                      </c:pt>
                      <c:pt idx="169">
                        <c:v>3.4396258375200022</c:v>
                      </c:pt>
                      <c:pt idx="170">
                        <c:v>1.9251237645377801</c:v>
                      </c:pt>
                      <c:pt idx="171">
                        <c:v>1.1549360334533298</c:v>
                      </c:pt>
                      <c:pt idx="172">
                        <c:v>0.86804027831555508</c:v>
                      </c:pt>
                      <c:pt idx="173">
                        <c:v>0.99241623994000117</c:v>
                      </c:pt>
                      <c:pt idx="174">
                        <c:v>2.3089483496022201</c:v>
                      </c:pt>
                      <c:pt idx="175">
                        <c:v>3.9559480566755578</c:v>
                      </c:pt>
                      <c:pt idx="176">
                        <c:v>4.6362717152977719</c:v>
                      </c:pt>
                      <c:pt idx="177">
                        <c:v>4.830156183897782</c:v>
                      </c:pt>
                      <c:pt idx="178">
                        <c:v>4.9964399955155478</c:v>
                      </c:pt>
                      <c:pt idx="179">
                        <c:v>5.4221261067622235</c:v>
                      </c:pt>
                      <c:pt idx="180">
                        <c:v>6.12645307914</c:v>
                      </c:pt>
                      <c:pt idx="181">
                        <c:v>6.7528711589688992</c:v>
                      </c:pt>
                      <c:pt idx="182">
                        <c:v>7.2042856436711098</c:v>
                      </c:pt>
                      <c:pt idx="183">
                        <c:v>7.068861293284443</c:v>
                      </c:pt>
                      <c:pt idx="184">
                        <c:v>6.4011916383177727</c:v>
                      </c:pt>
                      <c:pt idx="185">
                        <c:v>5.9591645746577679</c:v>
                      </c:pt>
                      <c:pt idx="186">
                        <c:v>5.656592875697779</c:v>
                      </c:pt>
                      <c:pt idx="187">
                        <c:v>6.2244835807133274</c:v>
                      </c:pt>
                      <c:pt idx="188">
                        <c:v>6.92951286866223</c:v>
                      </c:pt>
                      <c:pt idx="189">
                        <c:v>7.9937551231400104</c:v>
                      </c:pt>
                      <c:pt idx="190">
                        <c:v>8.6314814506177786</c:v>
                      </c:pt>
                      <c:pt idx="191">
                        <c:v>8.0800434355333355</c:v>
                      </c:pt>
                      <c:pt idx="192">
                        <c:v>6.2437090608577837</c:v>
                      </c:pt>
                      <c:pt idx="193">
                        <c:v>4.0246987708422273</c:v>
                      </c:pt>
                      <c:pt idx="194">
                        <c:v>2.4146523279777812</c:v>
                      </c:pt>
                      <c:pt idx="195">
                        <c:v>1.4676470632066667</c:v>
                      </c:pt>
                      <c:pt idx="196">
                        <c:v>0.98795868544000109</c:v>
                      </c:pt>
                      <c:pt idx="197">
                        <c:v>0.9860293065888881</c:v>
                      </c:pt>
                      <c:pt idx="198">
                        <c:v>2.1220363117288898</c:v>
                      </c:pt>
                      <c:pt idx="199">
                        <c:v>3.5521496848022212</c:v>
                      </c:pt>
                      <c:pt idx="200">
                        <c:v>4.5677929531577801</c:v>
                      </c:pt>
                      <c:pt idx="201">
                        <c:v>5.1645356557933297</c:v>
                      </c:pt>
                      <c:pt idx="202">
                        <c:v>5.4991608838644419</c:v>
                      </c:pt>
                      <c:pt idx="203">
                        <c:v>6.1443597489577826</c:v>
                      </c:pt>
                      <c:pt idx="204">
                        <c:v>6.6404298408933444</c:v>
                      </c:pt>
                      <c:pt idx="205">
                        <c:v>6.769297577853334</c:v>
                      </c:pt>
                      <c:pt idx="206">
                        <c:v>7.897538858628895</c:v>
                      </c:pt>
                      <c:pt idx="207">
                        <c:v>7.8230304134155606</c:v>
                      </c:pt>
                      <c:pt idx="208">
                        <c:v>6.7065052478044489</c:v>
                      </c:pt>
                      <c:pt idx="209">
                        <c:v>6.2385766917977632</c:v>
                      </c:pt>
                      <c:pt idx="210">
                        <c:v>5.8747389293933301</c:v>
                      </c:pt>
                      <c:pt idx="211">
                        <c:v>6.5781257682577827</c:v>
                      </c:pt>
                      <c:pt idx="212">
                        <c:v>7.2515150772222317</c:v>
                      </c:pt>
                      <c:pt idx="213">
                        <c:v>8.2035563407355578</c:v>
                      </c:pt>
                      <c:pt idx="214">
                        <c:v>8.9056641066977704</c:v>
                      </c:pt>
                      <c:pt idx="215">
                        <c:v>8.3002751227688893</c:v>
                      </c:pt>
                      <c:pt idx="216">
                        <c:v>6.3493139331888919</c:v>
                      </c:pt>
                      <c:pt idx="217">
                        <c:v>4.0326581981955494</c:v>
                      </c:pt>
                      <c:pt idx="218">
                        <c:v>2.4225184599599952</c:v>
                      </c:pt>
                      <c:pt idx="219">
                        <c:v>1.4102928615977821</c:v>
                      </c:pt>
                      <c:pt idx="220">
                        <c:v>0.94735332364666525</c:v>
                      </c:pt>
                      <c:pt idx="221">
                        <c:v>0.99309179675111081</c:v>
                      </c:pt>
                      <c:pt idx="222">
                        <c:v>2.1045870695133297</c:v>
                      </c:pt>
                      <c:pt idx="223">
                        <c:v>3.6393158087199948</c:v>
                      </c:pt>
                      <c:pt idx="224">
                        <c:v>4.5654241176800046</c:v>
                      </c:pt>
                      <c:pt idx="225">
                        <c:v>5.0181651019933327</c:v>
                      </c:pt>
                      <c:pt idx="226">
                        <c:v>5.1934125437444489</c:v>
                      </c:pt>
                      <c:pt idx="227">
                        <c:v>5.7217549406355506</c:v>
                      </c:pt>
                      <c:pt idx="228">
                        <c:v>6.2086857730800045</c:v>
                      </c:pt>
                      <c:pt idx="229">
                        <c:v>6.9528053939488892</c:v>
                      </c:pt>
                      <c:pt idx="230">
                        <c:v>7.629505212808886</c:v>
                      </c:pt>
                      <c:pt idx="231">
                        <c:v>7.3716462212711216</c:v>
                      </c:pt>
                      <c:pt idx="232">
                        <c:v>6.4527361805333356</c:v>
                      </c:pt>
                      <c:pt idx="233">
                        <c:v>5.9765658189022215</c:v>
                      </c:pt>
                      <c:pt idx="234">
                        <c:v>5.7675286092911193</c:v>
                      </c:pt>
                      <c:pt idx="235">
                        <c:v>6.4170616426311122</c:v>
                      </c:pt>
                      <c:pt idx="236">
                        <c:v>7.1485269323466714</c:v>
                      </c:pt>
                      <c:pt idx="237">
                        <c:v>8.1202043616133341</c:v>
                      </c:pt>
                      <c:pt idx="238">
                        <c:v>8.5438358513600008</c:v>
                      </c:pt>
                      <c:pt idx="239">
                        <c:v>7.8095006521577659</c:v>
                      </c:pt>
                      <c:pt idx="240">
                        <c:v>5.5836225056177664</c:v>
                      </c:pt>
                      <c:pt idx="241">
                        <c:v>3.429819538955555</c:v>
                      </c:pt>
                      <c:pt idx="242">
                        <c:v>1.998916311797776</c:v>
                      </c:pt>
                      <c:pt idx="243">
                        <c:v>1.2229778210111122</c:v>
                      </c:pt>
                      <c:pt idx="244">
                        <c:v>0.90660132035111063</c:v>
                      </c:pt>
                      <c:pt idx="245">
                        <c:v>1.0016307246333329</c:v>
                      </c:pt>
                      <c:pt idx="246">
                        <c:v>2.262780269193339</c:v>
                      </c:pt>
                      <c:pt idx="247">
                        <c:v>3.8552878722688901</c:v>
                      </c:pt>
                      <c:pt idx="248">
                        <c:v>4.553529743982228</c:v>
                      </c:pt>
                      <c:pt idx="249">
                        <c:v>4.7534194243755659</c:v>
                      </c:pt>
                      <c:pt idx="250">
                        <c:v>4.9730917745555558</c:v>
                      </c:pt>
                      <c:pt idx="251">
                        <c:v>5.3663291388266616</c:v>
                      </c:pt>
                      <c:pt idx="252">
                        <c:v>5.9629355331577756</c:v>
                      </c:pt>
                      <c:pt idx="253">
                        <c:v>6.5659118762666706</c:v>
                      </c:pt>
                      <c:pt idx="254">
                        <c:v>7.0947444741533312</c:v>
                      </c:pt>
                      <c:pt idx="255">
                        <c:v>7.0397833971600114</c:v>
                      </c:pt>
                      <c:pt idx="256">
                        <c:v>6.408537129946664</c:v>
                      </c:pt>
                      <c:pt idx="257">
                        <c:v>6.2992709944111187</c:v>
                      </c:pt>
                      <c:pt idx="258">
                        <c:v>5.9849075576088877</c:v>
                      </c:pt>
                      <c:pt idx="259">
                        <c:v>6.517471360884441</c:v>
                      </c:pt>
                      <c:pt idx="260">
                        <c:v>7.1966769084866575</c:v>
                      </c:pt>
                      <c:pt idx="261">
                        <c:v>8.1770167149422246</c:v>
                      </c:pt>
                      <c:pt idx="262">
                        <c:v>8.6414477354911021</c:v>
                      </c:pt>
                      <c:pt idx="263">
                        <c:v>7.6560100291266746</c:v>
                      </c:pt>
                      <c:pt idx="264">
                        <c:v>5.3897114337911134</c:v>
                      </c:pt>
                      <c:pt idx="265">
                        <c:v>3.1803909847422207</c:v>
                      </c:pt>
                      <c:pt idx="266">
                        <c:v>1.834050517566661</c:v>
                      </c:pt>
                      <c:pt idx="267">
                        <c:v>1.183136834171111</c:v>
                      </c:pt>
                      <c:pt idx="268">
                        <c:v>0.89294607912444435</c:v>
                      </c:pt>
                      <c:pt idx="269">
                        <c:v>1.0093950368199998</c:v>
                      </c:pt>
                      <c:pt idx="270">
                        <c:v>2.2894234085155514</c:v>
                      </c:pt>
                      <c:pt idx="271">
                        <c:v>3.8582954548399999</c:v>
                      </c:pt>
                      <c:pt idx="272">
                        <c:v>4.5252785899577805</c:v>
                      </c:pt>
                      <c:pt idx="273">
                        <c:v>4.5765261458599991</c:v>
                      </c:pt>
                      <c:pt idx="274">
                        <c:v>4.746853781864445</c:v>
                      </c:pt>
                      <c:pt idx="275">
                        <c:v>5.2193819513533413</c:v>
                      </c:pt>
                      <c:pt idx="276">
                        <c:v>5.7772187204688992</c:v>
                      </c:pt>
                      <c:pt idx="277">
                        <c:v>6.5065586762333165</c:v>
                      </c:pt>
                      <c:pt idx="278">
                        <c:v>6.9513319161400098</c:v>
                      </c:pt>
                      <c:pt idx="279">
                        <c:v>6.8550672142088933</c:v>
                      </c:pt>
                      <c:pt idx="280">
                        <c:v>6.2649333318222222</c:v>
                      </c:pt>
                      <c:pt idx="281">
                        <c:v>5.9784075358600131</c:v>
                      </c:pt>
                      <c:pt idx="282">
                        <c:v>5.6346548230666595</c:v>
                      </c:pt>
                      <c:pt idx="283">
                        <c:v>6.2397254805222158</c:v>
                      </c:pt>
                      <c:pt idx="284">
                        <c:v>7.1097693867444356</c:v>
                      </c:pt>
                      <c:pt idx="285">
                        <c:v>8.0519220950333334</c:v>
                      </c:pt>
                      <c:pt idx="286">
                        <c:v>8.5808142316844549</c:v>
                      </c:pt>
                      <c:pt idx="287">
                        <c:v>7.7039644769022235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3-4CCE-4206-81AF-7668647A5ABE}"/>
                  </c:ext>
                </c:extLst>
              </c15:ser>
            </c15:filteredLineSeries>
            <c15:filteredLineSeries>
              <c15:ser>
                <c:idx val="32"/>
                <c:order val="3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12-10-2026'!$AH$1</c15:sqref>
                        </c15:formulaRef>
                      </c:ext>
                    </c:extLst>
                    <c:strCache>
                      <c:ptCount val="1"/>
                      <c:pt idx="0">
                        <c:v>vEPG BMR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12-10-2026'!$AH$2:$AH$289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84.30140991624225</c:v>
                      </c:pt>
                      <c:pt idx="1">
                        <c:v>54.471156899004434</c:v>
                      </c:pt>
                      <c:pt idx="2">
                        <c:v>31.922486064742198</c:v>
                      </c:pt>
                      <c:pt idx="3">
                        <c:v>18.071308982011104</c:v>
                      </c:pt>
                      <c:pt idx="4">
                        <c:v>12.399165286971099</c:v>
                      </c:pt>
                      <c:pt idx="5">
                        <c:v>11.991765473613324</c:v>
                      </c:pt>
                      <c:pt idx="6">
                        <c:v>23.06653055308</c:v>
                      </c:pt>
                      <c:pt idx="7">
                        <c:v>38.261996541802212</c:v>
                      </c:pt>
                      <c:pt idx="8">
                        <c:v>49.874062875751108</c:v>
                      </c:pt>
                      <c:pt idx="9">
                        <c:v>56.110132698451153</c:v>
                      </c:pt>
                      <c:pt idx="10">
                        <c:v>63.003085805440037</c:v>
                      </c:pt>
                      <c:pt idx="11">
                        <c:v>71.393162331233384</c:v>
                      </c:pt>
                      <c:pt idx="12">
                        <c:v>77.144783463404451</c:v>
                      </c:pt>
                      <c:pt idx="13">
                        <c:v>84.646954523239998</c:v>
                      </c:pt>
                      <c:pt idx="14">
                        <c:v>91.177943805277749</c:v>
                      </c:pt>
                      <c:pt idx="15">
                        <c:v>86.714256108062216</c:v>
                      </c:pt>
                      <c:pt idx="16">
                        <c:v>77.658198722128873</c:v>
                      </c:pt>
                      <c:pt idx="17">
                        <c:v>77.25288836570671</c:v>
                      </c:pt>
                      <c:pt idx="18">
                        <c:v>75.398893416040025</c:v>
                      </c:pt>
                      <c:pt idx="19">
                        <c:v>78.347108583991158</c:v>
                      </c:pt>
                      <c:pt idx="20">
                        <c:v>91.503431278722289</c:v>
                      </c:pt>
                      <c:pt idx="21">
                        <c:v>105.46364792484226</c:v>
                      </c:pt>
                      <c:pt idx="22">
                        <c:v>115.16236295634002</c:v>
                      </c:pt>
                      <c:pt idx="23">
                        <c:v>112.54057515541777</c:v>
                      </c:pt>
                      <c:pt idx="24">
                        <c:v>90.858887222564491</c:v>
                      </c:pt>
                      <c:pt idx="25">
                        <c:v>59.52826050758442</c:v>
                      </c:pt>
                      <c:pt idx="26">
                        <c:v>32.698015754071108</c:v>
                      </c:pt>
                      <c:pt idx="27">
                        <c:v>21.315526249897797</c:v>
                      </c:pt>
                      <c:pt idx="28">
                        <c:v>13.776629258691077</c:v>
                      </c:pt>
                      <c:pt idx="29">
                        <c:v>11.603658323571112</c:v>
                      </c:pt>
                      <c:pt idx="30">
                        <c:v>20.605432668051087</c:v>
                      </c:pt>
                      <c:pt idx="31">
                        <c:v>33.264656895784491</c:v>
                      </c:pt>
                      <c:pt idx="32">
                        <c:v>46.210878289708887</c:v>
                      </c:pt>
                      <c:pt idx="33">
                        <c:v>57.808842043426651</c:v>
                      </c:pt>
                      <c:pt idx="34">
                        <c:v>67.405489410424423</c:v>
                      </c:pt>
                      <c:pt idx="35">
                        <c:v>79.155724487973316</c:v>
                      </c:pt>
                      <c:pt idx="36">
                        <c:v>83.5795486554956</c:v>
                      </c:pt>
                      <c:pt idx="37">
                        <c:v>80.861202974244435</c:v>
                      </c:pt>
                      <c:pt idx="38">
                        <c:v>99.585770752302267</c:v>
                      </c:pt>
                      <c:pt idx="39">
                        <c:v>95.986330300448884</c:v>
                      </c:pt>
                      <c:pt idx="40">
                        <c:v>81.730703592322243</c:v>
                      </c:pt>
                      <c:pt idx="41">
                        <c:v>78.299263308948852</c:v>
                      </c:pt>
                      <c:pt idx="42">
                        <c:v>75.925831670871119</c:v>
                      </c:pt>
                      <c:pt idx="43">
                        <c:v>81.934242059275547</c:v>
                      </c:pt>
                      <c:pt idx="44">
                        <c:v>96.013767240380005</c:v>
                      </c:pt>
                      <c:pt idx="45">
                        <c:v>110.89296371959777</c:v>
                      </c:pt>
                      <c:pt idx="46">
                        <c:v>118.95796273508623</c:v>
                      </c:pt>
                      <c:pt idx="47">
                        <c:v>115.9152493860978</c:v>
                      </c:pt>
                      <c:pt idx="48">
                        <c:v>95.077312195384422</c:v>
                      </c:pt>
                      <c:pt idx="49">
                        <c:v>65.615041887668895</c:v>
                      </c:pt>
                      <c:pt idx="50">
                        <c:v>39.531148214428882</c:v>
                      </c:pt>
                      <c:pt idx="51">
                        <c:v>23.009858705762248</c:v>
                      </c:pt>
                      <c:pt idx="52">
                        <c:v>14.031971109413355</c:v>
                      </c:pt>
                      <c:pt idx="53">
                        <c:v>11.495352880106665</c:v>
                      </c:pt>
                      <c:pt idx="54">
                        <c:v>20.851064606124417</c:v>
                      </c:pt>
                      <c:pt idx="55">
                        <c:v>34.42010098769336</c:v>
                      </c:pt>
                      <c:pt idx="56">
                        <c:v>46.161105810506697</c:v>
                      </c:pt>
                      <c:pt idx="57">
                        <c:v>56.302828218828843</c:v>
                      </c:pt>
                      <c:pt idx="58">
                        <c:v>64.367547859057737</c:v>
                      </c:pt>
                      <c:pt idx="59">
                        <c:v>74.372984610646668</c:v>
                      </c:pt>
                      <c:pt idx="60">
                        <c:v>79.57158145916668</c:v>
                      </c:pt>
                      <c:pt idx="61">
                        <c:v>88.214251458108862</c:v>
                      </c:pt>
                      <c:pt idx="62">
                        <c:v>97.044252665275565</c:v>
                      </c:pt>
                      <c:pt idx="63">
                        <c:v>92.435773176964474</c:v>
                      </c:pt>
                      <c:pt idx="64">
                        <c:v>81.470694013795551</c:v>
                      </c:pt>
                      <c:pt idx="65">
                        <c:v>79.123532196980051</c:v>
                      </c:pt>
                      <c:pt idx="66">
                        <c:v>75.533121174575612</c:v>
                      </c:pt>
                      <c:pt idx="67">
                        <c:v>80.468503241095561</c:v>
                      </c:pt>
                      <c:pt idx="68">
                        <c:v>92.613129831748864</c:v>
                      </c:pt>
                      <c:pt idx="69">
                        <c:v>105.70506141654444</c:v>
                      </c:pt>
                      <c:pt idx="70">
                        <c:v>114.41621946902438</c:v>
                      </c:pt>
                      <c:pt idx="71">
                        <c:v>108.91411917853777</c:v>
                      </c:pt>
                      <c:pt idx="72">
                        <c:v>84.223299064913377</c:v>
                      </c:pt>
                      <c:pt idx="73">
                        <c:v>53.291157838968928</c:v>
                      </c:pt>
                      <c:pt idx="74">
                        <c:v>30.359649230564475</c:v>
                      </c:pt>
                      <c:pt idx="75">
                        <c:v>17.633178040346696</c:v>
                      </c:pt>
                      <c:pt idx="76">
                        <c:v>11.85219283745111</c:v>
                      </c:pt>
                      <c:pt idx="77">
                        <c:v>11.06837782415556</c:v>
                      </c:pt>
                      <c:pt idx="78">
                        <c:v>21.857437077482174</c:v>
                      </c:pt>
                      <c:pt idx="79">
                        <c:v>35.793656629879969</c:v>
                      </c:pt>
                      <c:pt idx="80">
                        <c:v>46.99294610528441</c:v>
                      </c:pt>
                      <c:pt idx="81">
                        <c:v>54.654462383268886</c:v>
                      </c:pt>
                      <c:pt idx="82">
                        <c:v>61.664247859860041</c:v>
                      </c:pt>
                      <c:pt idx="83">
                        <c:v>69.203382875164479</c:v>
                      </c:pt>
                      <c:pt idx="84">
                        <c:v>74.654947037071111</c:v>
                      </c:pt>
                      <c:pt idx="85">
                        <c:v>81.360002619288892</c:v>
                      </c:pt>
                      <c:pt idx="86">
                        <c:v>86.937512074304422</c:v>
                      </c:pt>
                      <c:pt idx="87">
                        <c:v>82.656379875102232</c:v>
                      </c:pt>
                      <c:pt idx="88">
                        <c:v>74.948121994648886</c:v>
                      </c:pt>
                      <c:pt idx="89">
                        <c:v>75.503185171791159</c:v>
                      </c:pt>
                      <c:pt idx="90">
                        <c:v>73.937935111822242</c:v>
                      </c:pt>
                      <c:pt idx="91">
                        <c:v>78.912305450213367</c:v>
                      </c:pt>
                      <c:pt idx="92">
                        <c:v>92.319417309193355</c:v>
                      </c:pt>
                      <c:pt idx="93">
                        <c:v>106.75065738941115</c:v>
                      </c:pt>
                      <c:pt idx="94">
                        <c:v>114.9718542365155</c:v>
                      </c:pt>
                      <c:pt idx="95">
                        <c:v>107.18961831422669</c:v>
                      </c:pt>
                      <c:pt idx="96">
                        <c:v>81.216455010317773</c:v>
                      </c:pt>
                      <c:pt idx="97">
                        <c:v>51.006423033691128</c:v>
                      </c:pt>
                      <c:pt idx="98">
                        <c:v>28.783484676386621</c:v>
                      </c:pt>
                      <c:pt idx="99">
                        <c:v>16.521760591142211</c:v>
                      </c:pt>
                      <c:pt idx="100">
                        <c:v>11.507764071013332</c:v>
                      </c:pt>
                      <c:pt idx="101">
                        <c:v>10.601218119339999</c:v>
                      </c:pt>
                      <c:pt idx="102">
                        <c:v>21.08560871744448</c:v>
                      </c:pt>
                      <c:pt idx="103">
                        <c:v>36.307053585335581</c:v>
                      </c:pt>
                      <c:pt idx="104">
                        <c:v>47.377264498151078</c:v>
                      </c:pt>
                      <c:pt idx="105">
                        <c:v>54.562032725648876</c:v>
                      </c:pt>
                      <c:pt idx="106">
                        <c:v>61.727580494764453</c:v>
                      </c:pt>
                      <c:pt idx="107">
                        <c:v>70.118214918537802</c:v>
                      </c:pt>
                      <c:pt idx="108">
                        <c:v>75.365467920031122</c:v>
                      </c:pt>
                      <c:pt idx="109">
                        <c:v>82.389880731104412</c:v>
                      </c:pt>
                      <c:pt idx="110">
                        <c:v>87.429858232911144</c:v>
                      </c:pt>
                      <c:pt idx="111">
                        <c:v>83.376165674915583</c:v>
                      </c:pt>
                      <c:pt idx="112">
                        <c:v>75.864327969522279</c:v>
                      </c:pt>
                      <c:pt idx="113">
                        <c:v>76.116645312606664</c:v>
                      </c:pt>
                      <c:pt idx="114">
                        <c:v>74.463100960040038</c:v>
                      </c:pt>
                      <c:pt idx="115">
                        <c:v>79.693800736475552</c:v>
                      </c:pt>
                      <c:pt idx="116">
                        <c:v>92.600676897479985</c:v>
                      </c:pt>
                      <c:pt idx="117">
                        <c:v>108.72175864085331</c:v>
                      </c:pt>
                      <c:pt idx="118">
                        <c:v>116.12323721210443</c:v>
                      </c:pt>
                      <c:pt idx="119">
                        <c:v>108.34225407114891</c:v>
                      </c:pt>
                      <c:pt idx="120">
                        <c:v>81.141912727671155</c:v>
                      </c:pt>
                      <c:pt idx="121">
                        <c:v>50.366507988326653</c:v>
                      </c:pt>
                      <c:pt idx="122">
                        <c:v>28.34928776486888</c:v>
                      </c:pt>
                      <c:pt idx="123">
                        <c:v>16.425711367753372</c:v>
                      </c:pt>
                      <c:pt idx="124">
                        <c:v>11.7634068802644</c:v>
                      </c:pt>
                      <c:pt idx="125">
                        <c:v>11.278723264995561</c:v>
                      </c:pt>
                      <c:pt idx="126">
                        <c:v>22.215819771066638</c:v>
                      </c:pt>
                      <c:pt idx="127">
                        <c:v>37.817818398608843</c:v>
                      </c:pt>
                      <c:pt idx="128">
                        <c:v>49.300723723926673</c:v>
                      </c:pt>
                      <c:pt idx="129">
                        <c:v>56.958509426873349</c:v>
                      </c:pt>
                      <c:pt idx="130">
                        <c:v>62.65521655040002</c:v>
                      </c:pt>
                      <c:pt idx="131">
                        <c:v>70.258459083497797</c:v>
                      </c:pt>
                      <c:pt idx="132">
                        <c:v>76.693686840411132</c:v>
                      </c:pt>
                      <c:pt idx="133">
                        <c:v>86.177645299082258</c:v>
                      </c:pt>
                      <c:pt idx="134">
                        <c:v>90.734949523824497</c:v>
                      </c:pt>
                      <c:pt idx="135">
                        <c:v>85.531246686040021</c:v>
                      </c:pt>
                      <c:pt idx="136">
                        <c:v>76.175374605497737</c:v>
                      </c:pt>
                      <c:pt idx="137">
                        <c:v>76.342024581871144</c:v>
                      </c:pt>
                      <c:pt idx="138">
                        <c:v>84.96445906317777</c:v>
                      </c:pt>
                      <c:pt idx="139">
                        <c:v>92.533609499346696</c:v>
                      </c:pt>
                      <c:pt idx="140">
                        <c:v>96.228244194217808</c:v>
                      </c:pt>
                      <c:pt idx="141">
                        <c:v>110.67819983066221</c:v>
                      </c:pt>
                      <c:pt idx="142">
                        <c:v>117.0754378082044</c:v>
                      </c:pt>
                      <c:pt idx="143">
                        <c:v>108.41915481442223</c:v>
                      </c:pt>
                      <c:pt idx="144">
                        <c:v>83.989481877375539</c:v>
                      </c:pt>
                      <c:pt idx="145">
                        <c:v>52.335876893517764</c:v>
                      </c:pt>
                      <c:pt idx="146">
                        <c:v>30.916847046604484</c:v>
                      </c:pt>
                      <c:pt idx="147">
                        <c:v>17.128761066708879</c:v>
                      </c:pt>
                      <c:pt idx="148">
                        <c:v>11.190650644902222</c:v>
                      </c:pt>
                      <c:pt idx="149">
                        <c:v>10.789785469226663</c:v>
                      </c:pt>
                      <c:pt idx="150">
                        <c:v>22.338354220542179</c:v>
                      </c:pt>
                      <c:pt idx="151">
                        <c:v>38.529829141631083</c:v>
                      </c:pt>
                      <c:pt idx="152">
                        <c:v>50.445879213882222</c:v>
                      </c:pt>
                      <c:pt idx="153">
                        <c:v>56.994080414157807</c:v>
                      </c:pt>
                      <c:pt idx="154">
                        <c:v>63.400249445748948</c:v>
                      </c:pt>
                      <c:pt idx="155">
                        <c:v>71.186484154204436</c:v>
                      </c:pt>
                      <c:pt idx="156">
                        <c:v>75.984971713504493</c:v>
                      </c:pt>
                      <c:pt idx="157">
                        <c:v>82.93187548514446</c:v>
                      </c:pt>
                      <c:pt idx="158">
                        <c:v>88.067862310620015</c:v>
                      </c:pt>
                      <c:pt idx="159">
                        <c:v>85.622325935702193</c:v>
                      </c:pt>
                      <c:pt idx="160">
                        <c:v>77.790601233102265</c:v>
                      </c:pt>
                      <c:pt idx="161">
                        <c:v>77.980140997848878</c:v>
                      </c:pt>
                      <c:pt idx="162">
                        <c:v>76.432144270015527</c:v>
                      </c:pt>
                      <c:pt idx="163">
                        <c:v>82.294945022133348</c:v>
                      </c:pt>
                      <c:pt idx="164">
                        <c:v>92.856714835157831</c:v>
                      </c:pt>
                      <c:pt idx="165">
                        <c:v>107.51541317409118</c:v>
                      </c:pt>
                      <c:pt idx="166">
                        <c:v>117.25646322768446</c:v>
                      </c:pt>
                      <c:pt idx="167">
                        <c:v>107.7481777996644</c:v>
                      </c:pt>
                      <c:pt idx="168">
                        <c:v>80.623351776904414</c:v>
                      </c:pt>
                      <c:pt idx="169">
                        <c:v>50.556715841788908</c:v>
                      </c:pt>
                      <c:pt idx="170">
                        <c:v>28.52178776336002</c:v>
                      </c:pt>
                      <c:pt idx="171">
                        <c:v>16.696990502473369</c:v>
                      </c:pt>
                      <c:pt idx="172">
                        <c:v>11.598249360988886</c:v>
                      </c:pt>
                      <c:pt idx="173">
                        <c:v>11.174001847793333</c:v>
                      </c:pt>
                      <c:pt idx="174">
                        <c:v>23.274328212968918</c:v>
                      </c:pt>
                      <c:pt idx="175">
                        <c:v>40.948793082468946</c:v>
                      </c:pt>
                      <c:pt idx="176">
                        <c:v>53.259583854046667</c:v>
                      </c:pt>
                      <c:pt idx="177">
                        <c:v>63.965578153206678</c:v>
                      </c:pt>
                      <c:pt idx="178">
                        <c:v>70.400820421448913</c:v>
                      </c:pt>
                      <c:pt idx="179">
                        <c:v>76.810947130133385</c:v>
                      </c:pt>
                      <c:pt idx="180">
                        <c:v>81.048495784271154</c:v>
                      </c:pt>
                      <c:pt idx="181">
                        <c:v>87.587497383842276</c:v>
                      </c:pt>
                      <c:pt idx="182">
                        <c:v>92.340780734873377</c:v>
                      </c:pt>
                      <c:pt idx="183">
                        <c:v>88.939047987413375</c:v>
                      </c:pt>
                      <c:pt idx="184">
                        <c:v>79.776903381991104</c:v>
                      </c:pt>
                      <c:pt idx="185">
                        <c:v>78.958725048579993</c:v>
                      </c:pt>
                      <c:pt idx="186">
                        <c:v>76.934228585708937</c:v>
                      </c:pt>
                      <c:pt idx="187">
                        <c:v>85.515494399835532</c:v>
                      </c:pt>
                      <c:pt idx="188">
                        <c:v>94.963869277182269</c:v>
                      </c:pt>
                      <c:pt idx="189">
                        <c:v>109.91376757769783</c:v>
                      </c:pt>
                      <c:pt idx="190">
                        <c:v>118.89467523586211</c:v>
                      </c:pt>
                      <c:pt idx="191">
                        <c:v>112.43967784361334</c:v>
                      </c:pt>
                      <c:pt idx="192">
                        <c:v>89.316253723160045</c:v>
                      </c:pt>
                      <c:pt idx="193">
                        <c:v>59.057209074180022</c:v>
                      </c:pt>
                      <c:pt idx="194">
                        <c:v>35.695743071984403</c:v>
                      </c:pt>
                      <c:pt idx="195">
                        <c:v>21.392439556233377</c:v>
                      </c:pt>
                      <c:pt idx="196">
                        <c:v>13.83198498440219</c:v>
                      </c:pt>
                      <c:pt idx="197">
                        <c:v>11.542154971186662</c:v>
                      </c:pt>
                      <c:pt idx="198">
                        <c:v>21.559973657191154</c:v>
                      </c:pt>
                      <c:pt idx="199">
                        <c:v>35.469379655608932</c:v>
                      </c:pt>
                      <c:pt idx="200">
                        <c:v>48.122033325293359</c:v>
                      </c:pt>
                      <c:pt idx="201">
                        <c:v>58.883256221653319</c:v>
                      </c:pt>
                      <c:pt idx="202">
                        <c:v>68.441058292513375</c:v>
                      </c:pt>
                      <c:pt idx="203">
                        <c:v>79.875547716380012</c:v>
                      </c:pt>
                      <c:pt idx="204">
                        <c:v>83.02064665981338</c:v>
                      </c:pt>
                      <c:pt idx="205">
                        <c:v>81.796166237555596</c:v>
                      </c:pt>
                      <c:pt idx="206">
                        <c:v>100.27887387537554</c:v>
                      </c:pt>
                      <c:pt idx="207">
                        <c:v>96.410877535793389</c:v>
                      </c:pt>
                      <c:pt idx="208">
                        <c:v>82.243379893315591</c:v>
                      </c:pt>
                      <c:pt idx="209">
                        <c:v>79.644953899737786</c:v>
                      </c:pt>
                      <c:pt idx="210">
                        <c:v>77.766410996357777</c:v>
                      </c:pt>
                      <c:pt idx="211">
                        <c:v>88.36883439035114</c:v>
                      </c:pt>
                      <c:pt idx="212">
                        <c:v>98.355597539642261</c:v>
                      </c:pt>
                      <c:pt idx="213">
                        <c:v>112.75061201686886</c:v>
                      </c:pt>
                      <c:pt idx="214">
                        <c:v>122.94191334837787</c:v>
                      </c:pt>
                      <c:pt idx="215">
                        <c:v>115.12264021377999</c:v>
                      </c:pt>
                      <c:pt idx="216">
                        <c:v>90.897626056482267</c:v>
                      </c:pt>
                      <c:pt idx="217">
                        <c:v>60.267877815026644</c:v>
                      </c:pt>
                      <c:pt idx="218">
                        <c:v>35.885872672760016</c:v>
                      </c:pt>
                      <c:pt idx="219">
                        <c:v>20.839970068728871</c:v>
                      </c:pt>
                      <c:pt idx="220">
                        <c:v>13.184114903477822</c:v>
                      </c:pt>
                      <c:pt idx="221">
                        <c:v>11.291636231631118</c:v>
                      </c:pt>
                      <c:pt idx="222">
                        <c:v>21.394320144593337</c:v>
                      </c:pt>
                      <c:pt idx="223">
                        <c:v>36.605895933322174</c:v>
                      </c:pt>
                      <c:pt idx="224">
                        <c:v>49.464034225735574</c:v>
                      </c:pt>
                      <c:pt idx="225">
                        <c:v>59.024698951811089</c:v>
                      </c:pt>
                      <c:pt idx="226">
                        <c:v>66.380084975526657</c:v>
                      </c:pt>
                      <c:pt idx="227">
                        <c:v>74.786766022877813</c:v>
                      </c:pt>
                      <c:pt idx="228">
                        <c:v>79.811227388026708</c:v>
                      </c:pt>
                      <c:pt idx="229">
                        <c:v>88.361824612928928</c:v>
                      </c:pt>
                      <c:pt idx="230">
                        <c:v>96.640293528059956</c:v>
                      </c:pt>
                      <c:pt idx="231">
                        <c:v>92.711650283442282</c:v>
                      </c:pt>
                      <c:pt idx="232">
                        <c:v>81.863250813095561</c:v>
                      </c:pt>
                      <c:pt idx="233">
                        <c:v>80.903008126604405</c:v>
                      </c:pt>
                      <c:pt idx="234">
                        <c:v>80.328476315208945</c:v>
                      </c:pt>
                      <c:pt idx="235">
                        <c:v>88.053697521648871</c:v>
                      </c:pt>
                      <c:pt idx="236">
                        <c:v>98.49733651810223</c:v>
                      </c:pt>
                      <c:pt idx="237">
                        <c:v>113.80725089461555</c:v>
                      </c:pt>
                      <c:pt idx="238">
                        <c:v>117.3362405332978</c:v>
                      </c:pt>
                      <c:pt idx="239">
                        <c:v>108.06687805043774</c:v>
                      </c:pt>
                      <c:pt idx="240">
                        <c:v>80.065712945860028</c:v>
                      </c:pt>
                      <c:pt idx="241">
                        <c:v>50.952304316522259</c:v>
                      </c:pt>
                      <c:pt idx="242">
                        <c:v>29.188056070095573</c:v>
                      </c:pt>
                      <c:pt idx="243">
                        <c:v>17.247367384008843</c:v>
                      </c:pt>
                      <c:pt idx="244">
                        <c:v>11.556659931120002</c:v>
                      </c:pt>
                      <c:pt idx="245">
                        <c:v>10.753750693602223</c:v>
                      </c:pt>
                      <c:pt idx="246">
                        <c:v>22.290732181426669</c:v>
                      </c:pt>
                      <c:pt idx="247">
                        <c:v>37.991106094219965</c:v>
                      </c:pt>
                      <c:pt idx="248">
                        <c:v>49.874544305019981</c:v>
                      </c:pt>
                      <c:pt idx="249">
                        <c:v>57.411601471375576</c:v>
                      </c:pt>
                      <c:pt idx="250">
                        <c:v>64.934681859973338</c:v>
                      </c:pt>
                      <c:pt idx="251">
                        <c:v>73.139634786139993</c:v>
                      </c:pt>
                      <c:pt idx="252">
                        <c:v>77.972463766362267</c:v>
                      </c:pt>
                      <c:pt idx="253">
                        <c:v>84.794505101955551</c:v>
                      </c:pt>
                      <c:pt idx="254">
                        <c:v>90.473697750077733</c:v>
                      </c:pt>
                      <c:pt idx="255">
                        <c:v>87.577778566759974</c:v>
                      </c:pt>
                      <c:pt idx="256">
                        <c:v>79.303018979580003</c:v>
                      </c:pt>
                      <c:pt idx="257">
                        <c:v>84.27857227619775</c:v>
                      </c:pt>
                      <c:pt idx="258">
                        <c:v>82.740071370220036</c:v>
                      </c:pt>
                      <c:pt idx="259">
                        <c:v>88.768079229522172</c:v>
                      </c:pt>
                      <c:pt idx="260">
                        <c:v>96.342738715640039</c:v>
                      </c:pt>
                      <c:pt idx="261">
                        <c:v>110.74182542943781</c:v>
                      </c:pt>
                      <c:pt idx="262">
                        <c:v>117.03380877329998</c:v>
                      </c:pt>
                      <c:pt idx="263">
                        <c:v>104.53569828859331</c:v>
                      </c:pt>
                      <c:pt idx="264">
                        <c:v>75.733887980915597</c:v>
                      </c:pt>
                      <c:pt idx="265">
                        <c:v>45.671093968944447</c:v>
                      </c:pt>
                      <c:pt idx="266">
                        <c:v>25.672394018959984</c:v>
                      </c:pt>
                      <c:pt idx="267">
                        <c:v>15.49643682749338</c:v>
                      </c:pt>
                      <c:pt idx="268">
                        <c:v>10.758975108006664</c:v>
                      </c:pt>
                      <c:pt idx="269">
                        <c:v>10.48301848821778</c:v>
                      </c:pt>
                      <c:pt idx="270">
                        <c:v>21.77745073905335</c:v>
                      </c:pt>
                      <c:pt idx="271">
                        <c:v>37.987094634584395</c:v>
                      </c:pt>
                      <c:pt idx="272">
                        <c:v>49.121981149673317</c:v>
                      </c:pt>
                      <c:pt idx="273">
                        <c:v>55.734462763015514</c:v>
                      </c:pt>
                      <c:pt idx="274">
                        <c:v>61.983390000271122</c:v>
                      </c:pt>
                      <c:pt idx="275">
                        <c:v>70.445840068557786</c:v>
                      </c:pt>
                      <c:pt idx="276">
                        <c:v>75.015803542566644</c:v>
                      </c:pt>
                      <c:pt idx="277">
                        <c:v>81.66762328464219</c:v>
                      </c:pt>
                      <c:pt idx="278">
                        <c:v>86.11863336947998</c:v>
                      </c:pt>
                      <c:pt idx="279">
                        <c:v>84.325379138337738</c:v>
                      </c:pt>
                      <c:pt idx="280">
                        <c:v>76.470120831391114</c:v>
                      </c:pt>
                      <c:pt idx="281">
                        <c:v>78.809276320053328</c:v>
                      </c:pt>
                      <c:pt idx="282">
                        <c:v>76.817246976393363</c:v>
                      </c:pt>
                      <c:pt idx="283">
                        <c:v>86.12500091603782</c:v>
                      </c:pt>
                      <c:pt idx="284">
                        <c:v>95.536362764948905</c:v>
                      </c:pt>
                      <c:pt idx="285">
                        <c:v>111.40838574401114</c:v>
                      </c:pt>
                      <c:pt idx="286">
                        <c:v>118.99449095243956</c:v>
                      </c:pt>
                      <c:pt idx="287">
                        <c:v>106.75113012101107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4-4CCE-4206-81AF-7668647A5ABE}"/>
                  </c:ext>
                </c:extLst>
              </c15:ser>
            </c15:filteredLineSeries>
            <c15:filteredLineSeries>
              <c15:ser>
                <c:idx val="33"/>
                <c:order val="3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12-10-2026'!$AI$1</c15:sqref>
                        </c15:formulaRef>
                      </c:ext>
                    </c:extLst>
                    <c:strCache>
                      <c:ptCount val="1"/>
                      <c:pt idx="0">
                        <c:v>Huawei SGI 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12-10-2026'!$AI$2:$AI$289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416.5932474644444</c:v>
                      </c:pt>
                      <c:pt idx="1">
                        <c:v>261.97604030888886</c:v>
                      </c:pt>
                      <c:pt idx="2">
                        <c:v>155.70952200666665</c:v>
                      </c:pt>
                      <c:pt idx="3">
                        <c:v>100.27329998666667</c:v>
                      </c:pt>
                      <c:pt idx="4">
                        <c:v>78.970746184444437</c:v>
                      </c:pt>
                      <c:pt idx="5">
                        <c:v>102.20127718444445</c:v>
                      </c:pt>
                      <c:pt idx="6">
                        <c:v>194.40312626666667</c:v>
                      </c:pt>
                      <c:pt idx="7">
                        <c:v>281.84981447111113</c:v>
                      </c:pt>
                      <c:pt idx="8">
                        <c:v>341.45917793111107</c:v>
                      </c:pt>
                      <c:pt idx="9">
                        <c:v>372.16999423999999</c:v>
                      </c:pt>
                      <c:pt idx="10">
                        <c:v>410.84166076666668</c:v>
                      </c:pt>
                      <c:pt idx="11">
                        <c:v>459.26676799333336</c:v>
                      </c:pt>
                      <c:pt idx="12">
                        <c:v>493.63564144888886</c:v>
                      </c:pt>
                      <c:pt idx="13">
                        <c:v>555.84149272888885</c:v>
                      </c:pt>
                      <c:pt idx="14">
                        <c:v>565.29193738222227</c:v>
                      </c:pt>
                      <c:pt idx="15">
                        <c:v>540.46427233111103</c:v>
                      </c:pt>
                      <c:pt idx="16">
                        <c:v>493.20530678444442</c:v>
                      </c:pt>
                      <c:pt idx="17">
                        <c:v>507.86599343555559</c:v>
                      </c:pt>
                      <c:pt idx="18">
                        <c:v>504.01643029999997</c:v>
                      </c:pt>
                      <c:pt idx="19">
                        <c:v>587.26748540222218</c:v>
                      </c:pt>
                      <c:pt idx="20">
                        <c:v>654.06772173999991</c:v>
                      </c:pt>
                      <c:pt idx="21">
                        <c:v>730.6193415688889</c:v>
                      </c:pt>
                      <c:pt idx="22">
                        <c:v>719.38003717555557</c:v>
                      </c:pt>
                      <c:pt idx="23">
                        <c:v>618.96895259999997</c:v>
                      </c:pt>
                      <c:pt idx="24">
                        <c:v>460.45825779111112</c:v>
                      </c:pt>
                      <c:pt idx="25">
                        <c:v>303.36992577111113</c:v>
                      </c:pt>
                      <c:pt idx="26">
                        <c:v>185.76739509999999</c:v>
                      </c:pt>
                      <c:pt idx="27">
                        <c:v>117.33821838444445</c:v>
                      </c:pt>
                      <c:pt idx="28">
                        <c:v>85.610803939999997</c:v>
                      </c:pt>
                      <c:pt idx="29">
                        <c:v>99.79017122888888</c:v>
                      </c:pt>
                      <c:pt idx="30">
                        <c:v>172.7251950933333</c:v>
                      </c:pt>
                      <c:pt idx="31">
                        <c:v>251.60604680666668</c:v>
                      </c:pt>
                      <c:pt idx="32">
                        <c:v>337.79072595777779</c:v>
                      </c:pt>
                      <c:pt idx="33">
                        <c:v>402.91853935111112</c:v>
                      </c:pt>
                      <c:pt idx="34">
                        <c:v>458.21014250888891</c:v>
                      </c:pt>
                      <c:pt idx="35">
                        <c:v>514.56915810222222</c:v>
                      </c:pt>
                      <c:pt idx="36">
                        <c:v>519.72996213555552</c:v>
                      </c:pt>
                      <c:pt idx="37">
                        <c:v>555.71583797777782</c:v>
                      </c:pt>
                      <c:pt idx="38">
                        <c:v>644.23863438888884</c:v>
                      </c:pt>
                      <c:pt idx="39">
                        <c:v>597.49639678666665</c:v>
                      </c:pt>
                      <c:pt idx="40">
                        <c:v>522.67421926222221</c:v>
                      </c:pt>
                      <c:pt idx="41">
                        <c:v>526.38427079777773</c:v>
                      </c:pt>
                      <c:pt idx="42">
                        <c:v>517.0733425088888</c:v>
                      </c:pt>
                      <c:pt idx="43">
                        <c:v>602.06096719333323</c:v>
                      </c:pt>
                      <c:pt idx="44">
                        <c:v>675.33845899777782</c:v>
                      </c:pt>
                      <c:pt idx="45">
                        <c:v>759.26300874222215</c:v>
                      </c:pt>
                      <c:pt idx="46">
                        <c:v>741.97220316888888</c:v>
                      </c:pt>
                      <c:pt idx="47">
                        <c:v>638.33276175333322</c:v>
                      </c:pt>
                      <c:pt idx="48">
                        <c:v>475.10860256444442</c:v>
                      </c:pt>
                      <c:pt idx="49">
                        <c:v>310.77843234888894</c:v>
                      </c:pt>
                      <c:pt idx="50">
                        <c:v>185.94484325111111</c:v>
                      </c:pt>
                      <c:pt idx="51">
                        <c:v>116.07844600888889</c:v>
                      </c:pt>
                      <c:pt idx="52">
                        <c:v>85.226284882222231</c:v>
                      </c:pt>
                      <c:pt idx="53">
                        <c:v>101.67287755555554</c:v>
                      </c:pt>
                      <c:pt idx="54">
                        <c:v>181.02342274444445</c:v>
                      </c:pt>
                      <c:pt idx="55">
                        <c:v>263.65175997555559</c:v>
                      </c:pt>
                      <c:pt idx="56">
                        <c:v>342.46600584888887</c:v>
                      </c:pt>
                      <c:pt idx="57">
                        <c:v>392.85122096222221</c:v>
                      </c:pt>
                      <c:pt idx="58">
                        <c:v>431.57132369777781</c:v>
                      </c:pt>
                      <c:pt idx="59">
                        <c:v>477.59328989555559</c:v>
                      </c:pt>
                      <c:pt idx="60">
                        <c:v>501.5217169733333</c:v>
                      </c:pt>
                      <c:pt idx="61">
                        <c:v>574.54449445555554</c:v>
                      </c:pt>
                      <c:pt idx="62">
                        <c:v>594.10085608222221</c:v>
                      </c:pt>
                      <c:pt idx="63">
                        <c:v>560.98328175111101</c:v>
                      </c:pt>
                      <c:pt idx="64">
                        <c:v>504.02132610888879</c:v>
                      </c:pt>
                      <c:pt idx="65">
                        <c:v>514.33361796888892</c:v>
                      </c:pt>
                      <c:pt idx="66">
                        <c:v>504.07537887111113</c:v>
                      </c:pt>
                      <c:pt idx="67">
                        <c:v>583.79600412444438</c:v>
                      </c:pt>
                      <c:pt idx="68">
                        <c:v>656.71693167777778</c:v>
                      </c:pt>
                      <c:pt idx="69">
                        <c:v>732.78188126888892</c:v>
                      </c:pt>
                      <c:pt idx="70">
                        <c:v>707.7727934977778</c:v>
                      </c:pt>
                      <c:pt idx="71">
                        <c:v>586.97361016888885</c:v>
                      </c:pt>
                      <c:pt idx="72">
                        <c:v>412.09698473555551</c:v>
                      </c:pt>
                      <c:pt idx="73">
                        <c:v>253.60423934222223</c:v>
                      </c:pt>
                      <c:pt idx="74">
                        <c:v>150.81193255333335</c:v>
                      </c:pt>
                      <c:pt idx="75">
                        <c:v>97.071803904444437</c:v>
                      </c:pt>
                      <c:pt idx="76">
                        <c:v>77.01171818666667</c:v>
                      </c:pt>
                      <c:pt idx="77">
                        <c:v>98.279180193333332</c:v>
                      </c:pt>
                      <c:pt idx="78">
                        <c:v>187.17926266222224</c:v>
                      </c:pt>
                      <c:pt idx="79">
                        <c:v>267.49958866666663</c:v>
                      </c:pt>
                      <c:pt idx="80">
                        <c:v>328.44002646666667</c:v>
                      </c:pt>
                      <c:pt idx="81">
                        <c:v>360.33978671777777</c:v>
                      </c:pt>
                      <c:pt idx="82">
                        <c:v>395.78360751111109</c:v>
                      </c:pt>
                      <c:pt idx="83">
                        <c:v>444.12338752444447</c:v>
                      </c:pt>
                      <c:pt idx="84">
                        <c:v>472.57557240666671</c:v>
                      </c:pt>
                      <c:pt idx="85">
                        <c:v>529.70859869111109</c:v>
                      </c:pt>
                      <c:pt idx="86">
                        <c:v>537.50656670444448</c:v>
                      </c:pt>
                      <c:pt idx="87">
                        <c:v>510.02566783111115</c:v>
                      </c:pt>
                      <c:pt idx="88">
                        <c:v>484.30056746444444</c:v>
                      </c:pt>
                      <c:pt idx="89">
                        <c:v>504.74047160666669</c:v>
                      </c:pt>
                      <c:pt idx="90">
                        <c:v>498.71465916666671</c:v>
                      </c:pt>
                      <c:pt idx="91">
                        <c:v>580.33433737111113</c:v>
                      </c:pt>
                      <c:pt idx="92">
                        <c:v>657.59542058</c:v>
                      </c:pt>
                      <c:pt idx="93">
                        <c:v>730.9399493533333</c:v>
                      </c:pt>
                      <c:pt idx="94">
                        <c:v>697.55691926666668</c:v>
                      </c:pt>
                      <c:pt idx="95">
                        <c:v>565.68368066222229</c:v>
                      </c:pt>
                      <c:pt idx="96">
                        <c:v>388.29988115333333</c:v>
                      </c:pt>
                      <c:pt idx="97">
                        <c:v>237.03706448888886</c:v>
                      </c:pt>
                      <c:pt idx="98">
                        <c:v>141.45722456888888</c:v>
                      </c:pt>
                      <c:pt idx="99">
                        <c:v>93.347112100000004</c:v>
                      </c:pt>
                      <c:pt idx="100">
                        <c:v>75.398730984444455</c:v>
                      </c:pt>
                      <c:pt idx="101">
                        <c:v>97.599384891111114</c:v>
                      </c:pt>
                      <c:pt idx="102">
                        <c:v>191.16185551777778</c:v>
                      </c:pt>
                      <c:pt idx="103">
                        <c:v>275.0863185377778</c:v>
                      </c:pt>
                      <c:pt idx="104">
                        <c:v>331.70744825555556</c:v>
                      </c:pt>
                      <c:pt idx="105">
                        <c:v>362.16936877555554</c:v>
                      </c:pt>
                      <c:pt idx="106">
                        <c:v>396.75698849333332</c:v>
                      </c:pt>
                      <c:pt idx="107">
                        <c:v>447.94685839777776</c:v>
                      </c:pt>
                      <c:pt idx="108">
                        <c:v>476.08050893777772</c:v>
                      </c:pt>
                      <c:pt idx="109">
                        <c:v>533.63262928222218</c:v>
                      </c:pt>
                      <c:pt idx="110">
                        <c:v>536.18264208222217</c:v>
                      </c:pt>
                      <c:pt idx="111">
                        <c:v>509.89663079555555</c:v>
                      </c:pt>
                      <c:pt idx="112">
                        <c:v>482.66278150888888</c:v>
                      </c:pt>
                      <c:pt idx="113">
                        <c:v>499.14828515777776</c:v>
                      </c:pt>
                      <c:pt idx="114">
                        <c:v>495.43843163999998</c:v>
                      </c:pt>
                      <c:pt idx="115">
                        <c:v>579.25494394222233</c:v>
                      </c:pt>
                      <c:pt idx="116">
                        <c:v>658.94460433111101</c:v>
                      </c:pt>
                      <c:pt idx="117">
                        <c:v>738.04644940000003</c:v>
                      </c:pt>
                      <c:pt idx="118">
                        <c:v>703.01886349333336</c:v>
                      </c:pt>
                      <c:pt idx="119">
                        <c:v>572.75834763555554</c:v>
                      </c:pt>
                      <c:pt idx="120">
                        <c:v>394.24006232666665</c:v>
                      </c:pt>
                      <c:pt idx="121">
                        <c:v>240.21957728444448</c:v>
                      </c:pt>
                      <c:pt idx="122">
                        <c:v>141.82840326444446</c:v>
                      </c:pt>
                      <c:pt idx="123">
                        <c:v>92.732713140000001</c:v>
                      </c:pt>
                      <c:pt idx="124">
                        <c:v>74.633871024444431</c:v>
                      </c:pt>
                      <c:pt idx="125">
                        <c:v>97.239888855555563</c:v>
                      </c:pt>
                      <c:pt idx="126">
                        <c:v>192.23818345999999</c:v>
                      </c:pt>
                      <c:pt idx="127">
                        <c:v>277.96012382222222</c:v>
                      </c:pt>
                      <c:pt idx="128">
                        <c:v>335.06391223333333</c:v>
                      </c:pt>
                      <c:pt idx="129">
                        <c:v>366.91359394888889</c:v>
                      </c:pt>
                      <c:pt idx="130">
                        <c:v>405.39462124222223</c:v>
                      </c:pt>
                      <c:pt idx="131">
                        <c:v>450.59411679555558</c:v>
                      </c:pt>
                      <c:pt idx="132">
                        <c:v>489.76009920666672</c:v>
                      </c:pt>
                      <c:pt idx="133">
                        <c:v>569.80115896000007</c:v>
                      </c:pt>
                      <c:pt idx="134">
                        <c:v>574.45265164888883</c:v>
                      </c:pt>
                      <c:pt idx="135">
                        <c:v>537.52880514222227</c:v>
                      </c:pt>
                      <c:pt idx="136">
                        <c:v>489.54214047777776</c:v>
                      </c:pt>
                      <c:pt idx="137">
                        <c:v>502.68013750666665</c:v>
                      </c:pt>
                      <c:pt idx="138">
                        <c:v>537.3412656866667</c:v>
                      </c:pt>
                      <c:pt idx="139">
                        <c:v>616.87327230666665</c:v>
                      </c:pt>
                      <c:pt idx="140">
                        <c:v>666.6055142688889</c:v>
                      </c:pt>
                      <c:pt idx="141">
                        <c:v>739.69888421555549</c:v>
                      </c:pt>
                      <c:pt idx="142">
                        <c:v>704.09999249111104</c:v>
                      </c:pt>
                      <c:pt idx="143">
                        <c:v>574.05278004888885</c:v>
                      </c:pt>
                      <c:pt idx="144">
                        <c:v>408.37899988666663</c:v>
                      </c:pt>
                      <c:pt idx="145">
                        <c:v>253.00897409999999</c:v>
                      </c:pt>
                      <c:pt idx="146">
                        <c:v>154.13422851999999</c:v>
                      </c:pt>
                      <c:pt idx="147">
                        <c:v>96.095719422222231</c:v>
                      </c:pt>
                      <c:pt idx="148">
                        <c:v>75.873174962222222</c:v>
                      </c:pt>
                      <c:pt idx="149">
                        <c:v>99.287597431111109</c:v>
                      </c:pt>
                      <c:pt idx="150">
                        <c:v>197.62283298222223</c:v>
                      </c:pt>
                      <c:pt idx="151">
                        <c:v>282.27529883111112</c:v>
                      </c:pt>
                      <c:pt idx="152">
                        <c:v>340.09047755111112</c:v>
                      </c:pt>
                      <c:pt idx="153">
                        <c:v>370.14539643777778</c:v>
                      </c:pt>
                      <c:pt idx="154">
                        <c:v>404.14202316000001</c:v>
                      </c:pt>
                      <c:pt idx="155">
                        <c:v>450.8763677222222</c:v>
                      </c:pt>
                      <c:pt idx="156">
                        <c:v>478.39671845333334</c:v>
                      </c:pt>
                      <c:pt idx="157">
                        <c:v>535.16146616666674</c:v>
                      </c:pt>
                      <c:pt idx="158">
                        <c:v>541.02340900666672</c:v>
                      </c:pt>
                      <c:pt idx="159">
                        <c:v>514.34587316888883</c:v>
                      </c:pt>
                      <c:pt idx="160">
                        <c:v>493.45026869333338</c:v>
                      </c:pt>
                      <c:pt idx="161">
                        <c:v>511.30619016666674</c:v>
                      </c:pt>
                      <c:pt idx="162">
                        <c:v>507.55109152888889</c:v>
                      </c:pt>
                      <c:pt idx="163">
                        <c:v>585.56639774000007</c:v>
                      </c:pt>
                      <c:pt idx="164">
                        <c:v>658.47393699111103</c:v>
                      </c:pt>
                      <c:pt idx="165">
                        <c:v>729.66848842888896</c:v>
                      </c:pt>
                      <c:pt idx="166">
                        <c:v>700.87294661555552</c:v>
                      </c:pt>
                      <c:pt idx="167">
                        <c:v>568.55989695333335</c:v>
                      </c:pt>
                      <c:pt idx="168">
                        <c:v>394.30648221111113</c:v>
                      </c:pt>
                      <c:pt idx="169">
                        <c:v>242.30263980444445</c:v>
                      </c:pt>
                      <c:pt idx="170">
                        <c:v>145.38573728222224</c:v>
                      </c:pt>
                      <c:pt idx="171">
                        <c:v>95.602006199999991</c:v>
                      </c:pt>
                      <c:pt idx="172">
                        <c:v>77.447499342222216</c:v>
                      </c:pt>
                      <c:pt idx="173">
                        <c:v>101.13662100222223</c:v>
                      </c:pt>
                      <c:pt idx="174">
                        <c:v>201.76594624000001</c:v>
                      </c:pt>
                      <c:pt idx="175">
                        <c:v>295.06931053777777</c:v>
                      </c:pt>
                      <c:pt idx="176">
                        <c:v>366.51700949777779</c:v>
                      </c:pt>
                      <c:pt idx="177">
                        <c:v>415.8615981488889</c:v>
                      </c:pt>
                      <c:pt idx="178">
                        <c:v>433.54781394888886</c:v>
                      </c:pt>
                      <c:pt idx="179">
                        <c:v>468.78111251777773</c:v>
                      </c:pt>
                      <c:pt idx="180">
                        <c:v>503.43960195333341</c:v>
                      </c:pt>
                      <c:pt idx="181">
                        <c:v>561.57779794444446</c:v>
                      </c:pt>
                      <c:pt idx="182">
                        <c:v>563.54462217555556</c:v>
                      </c:pt>
                      <c:pt idx="183">
                        <c:v>532.9757054488889</c:v>
                      </c:pt>
                      <c:pt idx="184">
                        <c:v>498.76938047777776</c:v>
                      </c:pt>
                      <c:pt idx="185">
                        <c:v>510.94435684222219</c:v>
                      </c:pt>
                      <c:pt idx="186">
                        <c:v>516.44181293333338</c:v>
                      </c:pt>
                      <c:pt idx="187">
                        <c:v>603.28877940444443</c:v>
                      </c:pt>
                      <c:pt idx="188">
                        <c:v>674.11225475555557</c:v>
                      </c:pt>
                      <c:pt idx="189">
                        <c:v>741.34714940000003</c:v>
                      </c:pt>
                      <c:pt idx="190">
                        <c:v>722.89132307111117</c:v>
                      </c:pt>
                      <c:pt idx="191">
                        <c:v>611.26178594444445</c:v>
                      </c:pt>
                      <c:pt idx="192">
                        <c:v>448.77203261777777</c:v>
                      </c:pt>
                      <c:pt idx="193">
                        <c:v>290.13214078888888</c:v>
                      </c:pt>
                      <c:pt idx="194">
                        <c:v>177.05126818888888</c:v>
                      </c:pt>
                      <c:pt idx="195">
                        <c:v>116.14237341777778</c:v>
                      </c:pt>
                      <c:pt idx="196">
                        <c:v>87.304654948888896</c:v>
                      </c:pt>
                      <c:pt idx="197">
                        <c:v>98.110449715555546</c:v>
                      </c:pt>
                      <c:pt idx="198">
                        <c:v>177.49614600666666</c:v>
                      </c:pt>
                      <c:pt idx="199">
                        <c:v>258.55765004</c:v>
                      </c:pt>
                      <c:pt idx="200">
                        <c:v>347.15586526666669</c:v>
                      </c:pt>
                      <c:pt idx="201">
                        <c:v>409.76275710888893</c:v>
                      </c:pt>
                      <c:pt idx="202">
                        <c:v>463.64640375777782</c:v>
                      </c:pt>
                      <c:pt idx="203">
                        <c:v>516.66879572000005</c:v>
                      </c:pt>
                      <c:pt idx="204">
                        <c:v>518.4204119333333</c:v>
                      </c:pt>
                      <c:pt idx="205">
                        <c:v>558.09769973777782</c:v>
                      </c:pt>
                      <c:pt idx="206">
                        <c:v>644.17444819333343</c:v>
                      </c:pt>
                      <c:pt idx="207">
                        <c:v>592.68513368222227</c:v>
                      </c:pt>
                      <c:pt idx="208">
                        <c:v>537.74981875333333</c:v>
                      </c:pt>
                      <c:pt idx="209">
                        <c:v>543.49089849999996</c:v>
                      </c:pt>
                      <c:pt idx="210">
                        <c:v>536.44679306</c:v>
                      </c:pt>
                      <c:pt idx="211">
                        <c:v>617.41959355777772</c:v>
                      </c:pt>
                      <c:pt idx="212">
                        <c:v>691.57637657999999</c:v>
                      </c:pt>
                      <c:pt idx="213">
                        <c:v>759.46789051777785</c:v>
                      </c:pt>
                      <c:pt idx="214">
                        <c:v>743.05399034444451</c:v>
                      </c:pt>
                      <c:pt idx="215">
                        <c:v>623.70604467999999</c:v>
                      </c:pt>
                      <c:pt idx="216">
                        <c:v>451.32586199777779</c:v>
                      </c:pt>
                      <c:pt idx="217">
                        <c:v>286.63775792666667</c:v>
                      </c:pt>
                      <c:pt idx="218">
                        <c:v>174.27873371999999</c:v>
                      </c:pt>
                      <c:pt idx="219">
                        <c:v>110.30962463777777</c:v>
                      </c:pt>
                      <c:pt idx="220">
                        <c:v>82.778518200000008</c:v>
                      </c:pt>
                      <c:pt idx="221">
                        <c:v>98.007873922222217</c:v>
                      </c:pt>
                      <c:pt idx="222">
                        <c:v>183.96883197777777</c:v>
                      </c:pt>
                      <c:pt idx="223">
                        <c:v>269.67919190222221</c:v>
                      </c:pt>
                      <c:pt idx="224">
                        <c:v>347.76069334444446</c:v>
                      </c:pt>
                      <c:pt idx="225">
                        <c:v>392.81104787999999</c:v>
                      </c:pt>
                      <c:pt idx="226">
                        <c:v>429.89800837777784</c:v>
                      </c:pt>
                      <c:pt idx="227">
                        <c:v>473.77515430444447</c:v>
                      </c:pt>
                      <c:pt idx="228">
                        <c:v>494.84931695111112</c:v>
                      </c:pt>
                      <c:pt idx="229">
                        <c:v>569.88101983999991</c:v>
                      </c:pt>
                      <c:pt idx="230">
                        <c:v>589.07365206888892</c:v>
                      </c:pt>
                      <c:pt idx="231">
                        <c:v>550.76484706444444</c:v>
                      </c:pt>
                      <c:pt idx="232">
                        <c:v>507.0108376733333</c:v>
                      </c:pt>
                      <c:pt idx="233">
                        <c:v>520.05598906222224</c:v>
                      </c:pt>
                      <c:pt idx="234">
                        <c:v>523.80359000666658</c:v>
                      </c:pt>
                      <c:pt idx="235">
                        <c:v>599.11003809777787</c:v>
                      </c:pt>
                      <c:pt idx="236">
                        <c:v>684.80560987333331</c:v>
                      </c:pt>
                      <c:pt idx="237">
                        <c:v>753.83291479777779</c:v>
                      </c:pt>
                      <c:pt idx="238">
                        <c:v>707.43546816888897</c:v>
                      </c:pt>
                      <c:pt idx="239">
                        <c:v>569.95271305555548</c:v>
                      </c:pt>
                      <c:pt idx="240">
                        <c:v>391.18642615111111</c:v>
                      </c:pt>
                      <c:pt idx="241">
                        <c:v>240.45729280444445</c:v>
                      </c:pt>
                      <c:pt idx="242">
                        <c:v>144.22162922444443</c:v>
                      </c:pt>
                      <c:pt idx="243">
                        <c:v>95.366671222222223</c:v>
                      </c:pt>
                      <c:pt idx="244">
                        <c:v>76.862499213333336</c:v>
                      </c:pt>
                      <c:pt idx="245">
                        <c:v>95.345088131111126</c:v>
                      </c:pt>
                      <c:pt idx="246">
                        <c:v>189.8842161888889</c:v>
                      </c:pt>
                      <c:pt idx="247">
                        <c:v>272.03966017555558</c:v>
                      </c:pt>
                      <c:pt idx="248">
                        <c:v>334.64505764888889</c:v>
                      </c:pt>
                      <c:pt idx="249">
                        <c:v>359.37100724222222</c:v>
                      </c:pt>
                      <c:pt idx="250">
                        <c:v>390.41228125777781</c:v>
                      </c:pt>
                      <c:pt idx="251">
                        <c:v>435.28911702444447</c:v>
                      </c:pt>
                      <c:pt idx="252">
                        <c:v>467.28562684888885</c:v>
                      </c:pt>
                      <c:pt idx="253">
                        <c:v>525.38163506666672</c:v>
                      </c:pt>
                      <c:pt idx="254">
                        <c:v>532.35489581333331</c:v>
                      </c:pt>
                      <c:pt idx="255">
                        <c:v>505.95207658444451</c:v>
                      </c:pt>
                      <c:pt idx="256">
                        <c:v>494.11062163999998</c:v>
                      </c:pt>
                      <c:pt idx="257">
                        <c:v>519.52009682888888</c:v>
                      </c:pt>
                      <c:pt idx="258">
                        <c:v>520.85973674444449</c:v>
                      </c:pt>
                      <c:pt idx="259">
                        <c:v>593.99766681555548</c:v>
                      </c:pt>
                      <c:pt idx="260">
                        <c:v>674.24622297777773</c:v>
                      </c:pt>
                      <c:pt idx="261">
                        <c:v>734.66561337555549</c:v>
                      </c:pt>
                      <c:pt idx="262">
                        <c:v>696.18989766888876</c:v>
                      </c:pt>
                      <c:pt idx="263">
                        <c:v>552.50578689333327</c:v>
                      </c:pt>
                      <c:pt idx="264">
                        <c:v>380.86254052444451</c:v>
                      </c:pt>
                      <c:pt idx="265">
                        <c:v>229.73678754444447</c:v>
                      </c:pt>
                      <c:pt idx="266">
                        <c:v>137.22362446666665</c:v>
                      </c:pt>
                      <c:pt idx="267">
                        <c:v>91.434707739999993</c:v>
                      </c:pt>
                      <c:pt idx="268">
                        <c:v>74.642206804444442</c:v>
                      </c:pt>
                      <c:pt idx="269">
                        <c:v>95.202650028888897</c:v>
                      </c:pt>
                      <c:pt idx="270">
                        <c:v>195.21380658666666</c:v>
                      </c:pt>
                      <c:pt idx="271">
                        <c:v>281.58406488222221</c:v>
                      </c:pt>
                      <c:pt idx="272">
                        <c:v>337.84711005777774</c:v>
                      </c:pt>
                      <c:pt idx="273">
                        <c:v>366.02768144444445</c:v>
                      </c:pt>
                      <c:pt idx="274">
                        <c:v>400.35482883333339</c:v>
                      </c:pt>
                      <c:pt idx="275">
                        <c:v>447.53148138444442</c:v>
                      </c:pt>
                      <c:pt idx="276">
                        <c:v>477.06443870888887</c:v>
                      </c:pt>
                      <c:pt idx="277">
                        <c:v>533.6175407733333</c:v>
                      </c:pt>
                      <c:pt idx="278">
                        <c:v>533.72095846888885</c:v>
                      </c:pt>
                      <c:pt idx="279">
                        <c:v>507.43214853777772</c:v>
                      </c:pt>
                      <c:pt idx="280">
                        <c:v>495.99254066666668</c:v>
                      </c:pt>
                      <c:pt idx="281">
                        <c:v>515.23588638888884</c:v>
                      </c:pt>
                      <c:pt idx="282">
                        <c:v>517.81738139333333</c:v>
                      </c:pt>
                      <c:pt idx="283">
                        <c:v>600.54103544444433</c:v>
                      </c:pt>
                      <c:pt idx="284">
                        <c:v>683.79052533777781</c:v>
                      </c:pt>
                      <c:pt idx="285">
                        <c:v>746.13049465777772</c:v>
                      </c:pt>
                      <c:pt idx="286">
                        <c:v>696.63356727777773</c:v>
                      </c:pt>
                      <c:pt idx="287">
                        <c:v>551.70988468666667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5-4CCE-4206-81AF-7668647A5ABE}"/>
                  </c:ext>
                </c:extLst>
              </c15:ser>
            </c15:filteredLineSeries>
            <c15:filteredLineSeries>
              <c15:ser>
                <c:idx val="34"/>
                <c:order val="3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12-10-2026'!$AJ$1</c15:sqref>
                        </c15:formulaRef>
                      </c:ext>
                    </c:extLst>
                    <c:strCache>
                      <c:ptCount val="1"/>
                      <c:pt idx="0">
                        <c:v>Ericsson SGI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12-10-2026'!$AJ$2:$AJ$289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354.59095424059831</c:v>
                      </c:pt>
                      <c:pt idx="1">
                        <c:v>225.30879950341782</c:v>
                      </c:pt>
                      <c:pt idx="2">
                        <c:v>135.40696595769552</c:v>
                      </c:pt>
                      <c:pt idx="3">
                        <c:v>83.554266995504406</c:v>
                      </c:pt>
                      <c:pt idx="4">
                        <c:v>60.46451314906659</c:v>
                      </c:pt>
                      <c:pt idx="5">
                        <c:v>62.771421658595521</c:v>
                      </c:pt>
                      <c:pt idx="6">
                        <c:v>121.63131476758215</c:v>
                      </c:pt>
                      <c:pt idx="7">
                        <c:v>191.44774105371999</c:v>
                      </c:pt>
                      <c:pt idx="8">
                        <c:v>242.45692973459114</c:v>
                      </c:pt>
                      <c:pt idx="9">
                        <c:v>267.47216930093566</c:v>
                      </c:pt>
                      <c:pt idx="10">
                        <c:v>300.33298679626665</c:v>
                      </c:pt>
                      <c:pt idx="11">
                        <c:v>339.2112784948759</c:v>
                      </c:pt>
                      <c:pt idx="12">
                        <c:v>367.62919715556245</c:v>
                      </c:pt>
                      <c:pt idx="13">
                        <c:v>406.08530844436484</c:v>
                      </c:pt>
                      <c:pt idx="14">
                        <c:v>430.40048679695991</c:v>
                      </c:pt>
                      <c:pt idx="15">
                        <c:v>423.47174140196438</c:v>
                      </c:pt>
                      <c:pt idx="16">
                        <c:v>380.1575248533893</c:v>
                      </c:pt>
                      <c:pt idx="17">
                        <c:v>396.14879528881863</c:v>
                      </c:pt>
                      <c:pt idx="18">
                        <c:v>393.53157913532243</c:v>
                      </c:pt>
                      <c:pt idx="19">
                        <c:v>433.24699130620388</c:v>
                      </c:pt>
                      <c:pt idx="20">
                        <c:v>478.29099213885348</c:v>
                      </c:pt>
                      <c:pt idx="21">
                        <c:v>571.73204994360151</c:v>
                      </c:pt>
                      <c:pt idx="22">
                        <c:v>589.00219610637157</c:v>
                      </c:pt>
                      <c:pt idx="23">
                        <c:v>521.42744590816903</c:v>
                      </c:pt>
                      <c:pt idx="24">
                        <c:v>396.46429826886424</c:v>
                      </c:pt>
                      <c:pt idx="25">
                        <c:v>258.66382180335324</c:v>
                      </c:pt>
                      <c:pt idx="26">
                        <c:v>154.24426179133778</c:v>
                      </c:pt>
                      <c:pt idx="27">
                        <c:v>100.90629897365565</c:v>
                      </c:pt>
                      <c:pt idx="28">
                        <c:v>68.807478687151104</c:v>
                      </c:pt>
                      <c:pt idx="29">
                        <c:v>62.479621434535517</c:v>
                      </c:pt>
                      <c:pt idx="30">
                        <c:v>104.20333797135999</c:v>
                      </c:pt>
                      <c:pt idx="31">
                        <c:v>151.56860532279995</c:v>
                      </c:pt>
                      <c:pt idx="32">
                        <c:v>217.50589373534223</c:v>
                      </c:pt>
                      <c:pt idx="33">
                        <c:v>275.94198751133109</c:v>
                      </c:pt>
                      <c:pt idx="34">
                        <c:v>326.77107808590461</c:v>
                      </c:pt>
                      <c:pt idx="35">
                        <c:v>373.55703684332252</c:v>
                      </c:pt>
                      <c:pt idx="36">
                        <c:v>389.95515187905039</c:v>
                      </c:pt>
                      <c:pt idx="37">
                        <c:v>401.57056634531176</c:v>
                      </c:pt>
                      <c:pt idx="38">
                        <c:v>502.04783340368203</c:v>
                      </c:pt>
                      <c:pt idx="39">
                        <c:v>479.25235088573714</c:v>
                      </c:pt>
                      <c:pt idx="40">
                        <c:v>404.06859982282037</c:v>
                      </c:pt>
                      <c:pt idx="41">
                        <c:v>408.3399557875328</c:v>
                      </c:pt>
                      <c:pt idx="42">
                        <c:v>403.11287887749774</c:v>
                      </c:pt>
                      <c:pt idx="43">
                        <c:v>450.21190843770847</c:v>
                      </c:pt>
                      <c:pt idx="44">
                        <c:v>499.24134256926129</c:v>
                      </c:pt>
                      <c:pt idx="45">
                        <c:v>599.90194921955072</c:v>
                      </c:pt>
                      <c:pt idx="46">
                        <c:v>609.31730545307471</c:v>
                      </c:pt>
                      <c:pt idx="47">
                        <c:v>543.55377656949349</c:v>
                      </c:pt>
                      <c:pt idx="48">
                        <c:v>415.41966536467794</c:v>
                      </c:pt>
                      <c:pt idx="49">
                        <c:v>277.53103648004884</c:v>
                      </c:pt>
                      <c:pt idx="50">
                        <c:v>168.31650415226665</c:v>
                      </c:pt>
                      <c:pt idx="51">
                        <c:v>101.72750716775559</c:v>
                      </c:pt>
                      <c:pt idx="52">
                        <c:v>67.441513096484442</c:v>
                      </c:pt>
                      <c:pt idx="53">
                        <c:v>61.527916287997726</c:v>
                      </c:pt>
                      <c:pt idx="54">
                        <c:v>107.15726155948006</c:v>
                      </c:pt>
                      <c:pt idx="55">
                        <c:v>161.82252965416012</c:v>
                      </c:pt>
                      <c:pt idx="56">
                        <c:v>224.91559392591114</c:v>
                      </c:pt>
                      <c:pt idx="57">
                        <c:v>275.2665621822066</c:v>
                      </c:pt>
                      <c:pt idx="58">
                        <c:v>313.54101321439776</c:v>
                      </c:pt>
                      <c:pt idx="59">
                        <c:v>356.53586349325303</c:v>
                      </c:pt>
                      <c:pt idx="60">
                        <c:v>380.80538194236271</c:v>
                      </c:pt>
                      <c:pt idx="61">
                        <c:v>429.81779112421589</c:v>
                      </c:pt>
                      <c:pt idx="62">
                        <c:v>464.45646151146644</c:v>
                      </c:pt>
                      <c:pt idx="63">
                        <c:v>449.29221031088491</c:v>
                      </c:pt>
                      <c:pt idx="64">
                        <c:v>394.1669650539688</c:v>
                      </c:pt>
                      <c:pt idx="65">
                        <c:v>404.67445085500725</c:v>
                      </c:pt>
                      <c:pt idx="66">
                        <c:v>400.25865232072169</c:v>
                      </c:pt>
                      <c:pt idx="67">
                        <c:v>439.44142980461186</c:v>
                      </c:pt>
                      <c:pt idx="68">
                        <c:v>483.52002606490146</c:v>
                      </c:pt>
                      <c:pt idx="69">
                        <c:v>577.89227993524946</c:v>
                      </c:pt>
                      <c:pt idx="70">
                        <c:v>583.79188884523853</c:v>
                      </c:pt>
                      <c:pt idx="71">
                        <c:v>497.6594823387685</c:v>
                      </c:pt>
                      <c:pt idx="72">
                        <c:v>354.57877504003136</c:v>
                      </c:pt>
                      <c:pt idx="73">
                        <c:v>221.39551341421338</c:v>
                      </c:pt>
                      <c:pt idx="74">
                        <c:v>131.42465282076</c:v>
                      </c:pt>
                      <c:pt idx="75">
                        <c:v>81.451424791191172</c:v>
                      </c:pt>
                      <c:pt idx="76">
                        <c:v>58.504356738168916</c:v>
                      </c:pt>
                      <c:pt idx="77">
                        <c:v>59.438053501733286</c:v>
                      </c:pt>
                      <c:pt idx="78">
                        <c:v>115.97700461835549</c:v>
                      </c:pt>
                      <c:pt idx="79">
                        <c:v>182.87506779966438</c:v>
                      </c:pt>
                      <c:pt idx="80">
                        <c:v>234.44151928497109</c:v>
                      </c:pt>
                      <c:pt idx="81">
                        <c:v>263.39410876021333</c:v>
                      </c:pt>
                      <c:pt idx="82">
                        <c:v>295.38890266802014</c:v>
                      </c:pt>
                      <c:pt idx="83">
                        <c:v>333.57254147001544</c:v>
                      </c:pt>
                      <c:pt idx="84">
                        <c:v>358.43249131188486</c:v>
                      </c:pt>
                      <c:pt idx="85">
                        <c:v>391.85221021116001</c:v>
                      </c:pt>
                      <c:pt idx="86">
                        <c:v>410.17208916648013</c:v>
                      </c:pt>
                      <c:pt idx="87">
                        <c:v>400.63866587880455</c:v>
                      </c:pt>
                      <c:pt idx="88">
                        <c:v>371.30380620676056</c:v>
                      </c:pt>
                      <c:pt idx="89">
                        <c:v>394.6897270886866</c:v>
                      </c:pt>
                      <c:pt idx="90">
                        <c:v>388.97318296131056</c:v>
                      </c:pt>
                      <c:pt idx="91">
                        <c:v>435.71194189948011</c:v>
                      </c:pt>
                      <c:pt idx="92">
                        <c:v>482.91470492039332</c:v>
                      </c:pt>
                      <c:pt idx="93">
                        <c:v>579.99128250056253</c:v>
                      </c:pt>
                      <c:pt idx="94">
                        <c:v>580.44784276856183</c:v>
                      </c:pt>
                      <c:pt idx="95">
                        <c:v>485.0162368793799</c:v>
                      </c:pt>
                      <c:pt idx="96">
                        <c:v>341.37853580003355</c:v>
                      </c:pt>
                      <c:pt idx="97">
                        <c:v>212.03684250726897</c:v>
                      </c:pt>
                      <c:pt idx="98">
                        <c:v>124.62749032602437</c:v>
                      </c:pt>
                      <c:pt idx="99">
                        <c:v>77.59589653822664</c:v>
                      </c:pt>
                      <c:pt idx="100">
                        <c:v>56.918438231117712</c:v>
                      </c:pt>
                      <c:pt idx="101">
                        <c:v>57.982795034593337</c:v>
                      </c:pt>
                      <c:pt idx="102">
                        <c:v>116.83461213661116</c:v>
                      </c:pt>
                      <c:pt idx="103">
                        <c:v>187.66183610742894</c:v>
                      </c:pt>
                      <c:pt idx="104">
                        <c:v>238.06715401661108</c:v>
                      </c:pt>
                      <c:pt idx="105">
                        <c:v>264.68215284668003</c:v>
                      </c:pt>
                      <c:pt idx="106">
                        <c:v>297.07861582921117</c:v>
                      </c:pt>
                      <c:pt idx="107">
                        <c:v>338.56602402838951</c:v>
                      </c:pt>
                      <c:pt idx="108">
                        <c:v>364.12997378269995</c:v>
                      </c:pt>
                      <c:pt idx="109">
                        <c:v>397.14469903396383</c:v>
                      </c:pt>
                      <c:pt idx="110">
                        <c:v>414.15330024974674</c:v>
                      </c:pt>
                      <c:pt idx="111">
                        <c:v>405.08782316104498</c:v>
                      </c:pt>
                      <c:pt idx="112">
                        <c:v>373.99595713057982</c:v>
                      </c:pt>
                      <c:pt idx="113">
                        <c:v>396.4894155098886</c:v>
                      </c:pt>
                      <c:pt idx="114">
                        <c:v>392.19728550742064</c:v>
                      </c:pt>
                      <c:pt idx="115">
                        <c:v>438.77396738189987</c:v>
                      </c:pt>
                      <c:pt idx="116">
                        <c:v>486.7393291294058</c:v>
                      </c:pt>
                      <c:pt idx="117">
                        <c:v>589.54082069391984</c:v>
                      </c:pt>
                      <c:pt idx="118">
                        <c:v>584.70340221826677</c:v>
                      </c:pt>
                      <c:pt idx="119">
                        <c:v>489.2915376639022</c:v>
                      </c:pt>
                      <c:pt idx="120">
                        <c:v>341.60634496866862</c:v>
                      </c:pt>
                      <c:pt idx="121">
                        <c:v>211.39805262563334</c:v>
                      </c:pt>
                      <c:pt idx="122">
                        <c:v>123.77322838775326</c:v>
                      </c:pt>
                      <c:pt idx="123">
                        <c:v>76.800161654042228</c:v>
                      </c:pt>
                      <c:pt idx="124">
                        <c:v>56.659036004859992</c:v>
                      </c:pt>
                      <c:pt idx="125">
                        <c:v>59.055868969939979</c:v>
                      </c:pt>
                      <c:pt idx="126">
                        <c:v>120.34474148131105</c:v>
                      </c:pt>
                      <c:pt idx="127">
                        <c:v>193.14444018176229</c:v>
                      </c:pt>
                      <c:pt idx="128">
                        <c:v>244.46412876141332</c:v>
                      </c:pt>
                      <c:pt idx="129">
                        <c:v>271.78148062991113</c:v>
                      </c:pt>
                      <c:pt idx="130">
                        <c:v>302.92957656194449</c:v>
                      </c:pt>
                      <c:pt idx="131">
                        <c:v>340.01144870739574</c:v>
                      </c:pt>
                      <c:pt idx="132">
                        <c:v>373.27911970018835</c:v>
                      </c:pt>
                      <c:pt idx="133">
                        <c:v>427.22212706624168</c:v>
                      </c:pt>
                      <c:pt idx="134">
                        <c:v>444.43993812330439</c:v>
                      </c:pt>
                      <c:pt idx="135">
                        <c:v>427.1032493345021</c:v>
                      </c:pt>
                      <c:pt idx="136">
                        <c:v>379.8436237546332</c:v>
                      </c:pt>
                      <c:pt idx="137">
                        <c:v>401.29041048856698</c:v>
                      </c:pt>
                      <c:pt idx="138">
                        <c:v>438.35915374575507</c:v>
                      </c:pt>
                      <c:pt idx="139">
                        <c:v>490.50298344933378</c:v>
                      </c:pt>
                      <c:pt idx="140">
                        <c:v>502.37329468601365</c:v>
                      </c:pt>
                      <c:pt idx="141">
                        <c:v>598.52436304030437</c:v>
                      </c:pt>
                      <c:pt idx="142">
                        <c:v>588.4801940533041</c:v>
                      </c:pt>
                      <c:pt idx="143">
                        <c:v>490.09861379028376</c:v>
                      </c:pt>
                      <c:pt idx="144">
                        <c:v>356.11144886849161</c:v>
                      </c:pt>
                      <c:pt idx="145">
                        <c:v>221.67940908973122</c:v>
                      </c:pt>
                      <c:pt idx="146">
                        <c:v>135.84493074514006</c:v>
                      </c:pt>
                      <c:pt idx="147">
                        <c:v>79.947138461468853</c:v>
                      </c:pt>
                      <c:pt idx="148">
                        <c:v>58.224173587913256</c:v>
                      </c:pt>
                      <c:pt idx="149">
                        <c:v>60.686929020344508</c:v>
                      </c:pt>
                      <c:pt idx="150">
                        <c:v>121.7422463108</c:v>
                      </c:pt>
                      <c:pt idx="151">
                        <c:v>195.65285568978447</c:v>
                      </c:pt>
                      <c:pt idx="152">
                        <c:v>249.40512573239329</c:v>
                      </c:pt>
                      <c:pt idx="153">
                        <c:v>273.82140150307339</c:v>
                      </c:pt>
                      <c:pt idx="154">
                        <c:v>304.07665680792002</c:v>
                      </c:pt>
                      <c:pt idx="155">
                        <c:v>338.36444305538157</c:v>
                      </c:pt>
                      <c:pt idx="156">
                        <c:v>363.75138690903964</c:v>
                      </c:pt>
                      <c:pt idx="157">
                        <c:v>397.19367970836004</c:v>
                      </c:pt>
                      <c:pt idx="158">
                        <c:v>417.11227539526465</c:v>
                      </c:pt>
                      <c:pt idx="159">
                        <c:v>409.70135281614654</c:v>
                      </c:pt>
                      <c:pt idx="160">
                        <c:v>382.1642113477489</c:v>
                      </c:pt>
                      <c:pt idx="161">
                        <c:v>408.97664315667168</c:v>
                      </c:pt>
                      <c:pt idx="162">
                        <c:v>403.96685682905115</c:v>
                      </c:pt>
                      <c:pt idx="163">
                        <c:v>453.02299268519101</c:v>
                      </c:pt>
                      <c:pt idx="164">
                        <c:v>493.9778497907065</c:v>
                      </c:pt>
                      <c:pt idx="165">
                        <c:v>588.95609976471576</c:v>
                      </c:pt>
                      <c:pt idx="166">
                        <c:v>586.25105793630655</c:v>
                      </c:pt>
                      <c:pt idx="167">
                        <c:v>479.34867965141495</c:v>
                      </c:pt>
                      <c:pt idx="168">
                        <c:v>334.23980943011099</c:v>
                      </c:pt>
                      <c:pt idx="169">
                        <c:v>205.30491084678218</c:v>
                      </c:pt>
                      <c:pt idx="170">
                        <c:v>123.51246069780007</c:v>
                      </c:pt>
                      <c:pt idx="171">
                        <c:v>78.212295035431112</c:v>
                      </c:pt>
                      <c:pt idx="172">
                        <c:v>58.075408767980051</c:v>
                      </c:pt>
                      <c:pt idx="173">
                        <c:v>61.494568685211121</c:v>
                      </c:pt>
                      <c:pt idx="174">
                        <c:v>125.97559884430456</c:v>
                      </c:pt>
                      <c:pt idx="175">
                        <c:v>209.32596012401342</c:v>
                      </c:pt>
                      <c:pt idx="176">
                        <c:v>270.07585906109119</c:v>
                      </c:pt>
                      <c:pt idx="177">
                        <c:v>304.52965124073773</c:v>
                      </c:pt>
                      <c:pt idx="178">
                        <c:v>330.32537826282692</c:v>
                      </c:pt>
                      <c:pt idx="179">
                        <c:v>359.54311295751791</c:v>
                      </c:pt>
                      <c:pt idx="180">
                        <c:v>382.22722257375278</c:v>
                      </c:pt>
                      <c:pt idx="181">
                        <c:v>416.45831142230219</c:v>
                      </c:pt>
                      <c:pt idx="182">
                        <c:v>434.48636450221102</c:v>
                      </c:pt>
                      <c:pt idx="183">
                        <c:v>425.49138946170058</c:v>
                      </c:pt>
                      <c:pt idx="184">
                        <c:v>387.16430247168131</c:v>
                      </c:pt>
                      <c:pt idx="185">
                        <c:v>406.53663868056685</c:v>
                      </c:pt>
                      <c:pt idx="186">
                        <c:v>403.35978453638518</c:v>
                      </c:pt>
                      <c:pt idx="187">
                        <c:v>461.58875876388913</c:v>
                      </c:pt>
                      <c:pt idx="188">
                        <c:v>498.64459562308673</c:v>
                      </c:pt>
                      <c:pt idx="189">
                        <c:v>587.76292282068016</c:v>
                      </c:pt>
                      <c:pt idx="190">
                        <c:v>595.6104113182746</c:v>
                      </c:pt>
                      <c:pt idx="191">
                        <c:v>514.49797659499995</c:v>
                      </c:pt>
                      <c:pt idx="192">
                        <c:v>384.43197290195388</c:v>
                      </c:pt>
                      <c:pt idx="193">
                        <c:v>254.65186130750229</c:v>
                      </c:pt>
                      <c:pt idx="194">
                        <c:v>158.47079366309768</c:v>
                      </c:pt>
                      <c:pt idx="195">
                        <c:v>101.02317963054007</c:v>
                      </c:pt>
                      <c:pt idx="196">
                        <c:v>69.092484077724464</c:v>
                      </c:pt>
                      <c:pt idx="197">
                        <c:v>61.454445842064409</c:v>
                      </c:pt>
                      <c:pt idx="198">
                        <c:v>106.73817657007565</c:v>
                      </c:pt>
                      <c:pt idx="199">
                        <c:v>161.29102739223123</c:v>
                      </c:pt>
                      <c:pt idx="200">
                        <c:v>228.94318074345799</c:v>
                      </c:pt>
                      <c:pt idx="201">
                        <c:v>286.65179431083993</c:v>
                      </c:pt>
                      <c:pt idx="202">
                        <c:v>335.40524615524828</c:v>
                      </c:pt>
                      <c:pt idx="203">
                        <c:v>384.83874395551163</c:v>
                      </c:pt>
                      <c:pt idx="204">
                        <c:v>393.34864703554206</c:v>
                      </c:pt>
                      <c:pt idx="205">
                        <c:v>407.39082892512903</c:v>
                      </c:pt>
                      <c:pt idx="206">
                        <c:v>505.40300364016412</c:v>
                      </c:pt>
                      <c:pt idx="207">
                        <c:v>477.91600265411995</c:v>
                      </c:pt>
                      <c:pt idx="208">
                        <c:v>408.88604966581249</c:v>
                      </c:pt>
                      <c:pt idx="209">
                        <c:v>418.23087253944732</c:v>
                      </c:pt>
                      <c:pt idx="210">
                        <c:v>407.81069208306042</c:v>
                      </c:pt>
                      <c:pt idx="211">
                        <c:v>469.66481441747163</c:v>
                      </c:pt>
                      <c:pt idx="212">
                        <c:v>510.2474871856972</c:v>
                      </c:pt>
                      <c:pt idx="213">
                        <c:v>603.65306570344251</c:v>
                      </c:pt>
                      <c:pt idx="214">
                        <c:v>618.64810313909288</c:v>
                      </c:pt>
                      <c:pt idx="215">
                        <c:v>532.0958811670381</c:v>
                      </c:pt>
                      <c:pt idx="216">
                        <c:v>392.28324105014246</c:v>
                      </c:pt>
                      <c:pt idx="217">
                        <c:v>253.25887182885336</c:v>
                      </c:pt>
                      <c:pt idx="218">
                        <c:v>152.36476926729551</c:v>
                      </c:pt>
                      <c:pt idx="219">
                        <c:v>92.541991518071143</c:v>
                      </c:pt>
                      <c:pt idx="220">
                        <c:v>63.473338786688899</c:v>
                      </c:pt>
                      <c:pt idx="221">
                        <c:v>59.084054668111165</c:v>
                      </c:pt>
                      <c:pt idx="222">
                        <c:v>107.82696640981335</c:v>
                      </c:pt>
                      <c:pt idx="223">
                        <c:v>168.48778618115102</c:v>
                      </c:pt>
                      <c:pt idx="224">
                        <c:v>232.98441047178451</c:v>
                      </c:pt>
                      <c:pt idx="225">
                        <c:v>280.69348467640225</c:v>
                      </c:pt>
                      <c:pt idx="226">
                        <c:v>317.64234950204883</c:v>
                      </c:pt>
                      <c:pt idx="227">
                        <c:v>357.45979962579543</c:v>
                      </c:pt>
                      <c:pt idx="228">
                        <c:v>378.05627610597816</c:v>
                      </c:pt>
                      <c:pt idx="229">
                        <c:v>430.60221112248485</c:v>
                      </c:pt>
                      <c:pt idx="230">
                        <c:v>464.48691714180717</c:v>
                      </c:pt>
                      <c:pt idx="231">
                        <c:v>448.64011377362885</c:v>
                      </c:pt>
                      <c:pt idx="232">
                        <c:v>395.48199164578756</c:v>
                      </c:pt>
                      <c:pt idx="233">
                        <c:v>413.15463821451584</c:v>
                      </c:pt>
                      <c:pt idx="234">
                        <c:v>407.62786660140239</c:v>
                      </c:pt>
                      <c:pt idx="235">
                        <c:v>459.02429775208384</c:v>
                      </c:pt>
                      <c:pt idx="236">
                        <c:v>508.7663403024842</c:v>
                      </c:pt>
                      <c:pt idx="237">
                        <c:v>606.8669726359999</c:v>
                      </c:pt>
                      <c:pt idx="238">
                        <c:v>586.91670859952956</c:v>
                      </c:pt>
                      <c:pt idx="239">
                        <c:v>482.96428369950047</c:v>
                      </c:pt>
                      <c:pt idx="240">
                        <c:v>334.46899021401583</c:v>
                      </c:pt>
                      <c:pt idx="241">
                        <c:v>207.72316481673795</c:v>
                      </c:pt>
                      <c:pt idx="242">
                        <c:v>122.0932601033844</c:v>
                      </c:pt>
                      <c:pt idx="243">
                        <c:v>76.286554848659947</c:v>
                      </c:pt>
                      <c:pt idx="244">
                        <c:v>56.275047305846655</c:v>
                      </c:pt>
                      <c:pt idx="245">
                        <c:v>57.919014543504439</c:v>
                      </c:pt>
                      <c:pt idx="246">
                        <c:v>118.21170889978436</c:v>
                      </c:pt>
                      <c:pt idx="247">
                        <c:v>190.78462184434218</c:v>
                      </c:pt>
                      <c:pt idx="248">
                        <c:v>240.42594822282445</c:v>
                      </c:pt>
                      <c:pt idx="249">
                        <c:v>265.16374965769558</c:v>
                      </c:pt>
                      <c:pt idx="250">
                        <c:v>297.80890024751545</c:v>
                      </c:pt>
                      <c:pt idx="251">
                        <c:v>338.27704692236398</c:v>
                      </c:pt>
                      <c:pt idx="252">
                        <c:v>363.39389192439762</c:v>
                      </c:pt>
                      <c:pt idx="253">
                        <c:v>400.05566580770477</c:v>
                      </c:pt>
                      <c:pt idx="254">
                        <c:v>419.47843756140696</c:v>
                      </c:pt>
                      <c:pt idx="255">
                        <c:v>411.71815389415326</c:v>
                      </c:pt>
                      <c:pt idx="256">
                        <c:v>387.60078227890381</c:v>
                      </c:pt>
                      <c:pt idx="257">
                        <c:v>423.73071693013753</c:v>
                      </c:pt>
                      <c:pt idx="258">
                        <c:v>412.64311905096395</c:v>
                      </c:pt>
                      <c:pt idx="259">
                        <c:v>460.59714397690368</c:v>
                      </c:pt>
                      <c:pt idx="260">
                        <c:v>504.05854683492458</c:v>
                      </c:pt>
                      <c:pt idx="261">
                        <c:v>593.87360836330879</c:v>
                      </c:pt>
                      <c:pt idx="262">
                        <c:v>580.24761532528896</c:v>
                      </c:pt>
                      <c:pt idx="263">
                        <c:v>466.32383197346894</c:v>
                      </c:pt>
                      <c:pt idx="264">
                        <c:v>316.78944645495608</c:v>
                      </c:pt>
                      <c:pt idx="265">
                        <c:v>190.96574229380667</c:v>
                      </c:pt>
                      <c:pt idx="266">
                        <c:v>112.04980438275327</c:v>
                      </c:pt>
                      <c:pt idx="267">
                        <c:v>71.907864098253356</c:v>
                      </c:pt>
                      <c:pt idx="268">
                        <c:v>54.312078539217779</c:v>
                      </c:pt>
                      <c:pt idx="269">
                        <c:v>56.980091368364498</c:v>
                      </c:pt>
                      <c:pt idx="270">
                        <c:v>119.02530625557782</c:v>
                      </c:pt>
                      <c:pt idx="271">
                        <c:v>195.9468340620578</c:v>
                      </c:pt>
                      <c:pt idx="272">
                        <c:v>244.94162603459117</c:v>
                      </c:pt>
                      <c:pt idx="273">
                        <c:v>269.65385933636441</c:v>
                      </c:pt>
                      <c:pt idx="274">
                        <c:v>300.47501644872216</c:v>
                      </c:pt>
                      <c:pt idx="275">
                        <c:v>340.33282182135326</c:v>
                      </c:pt>
                      <c:pt idx="276">
                        <c:v>363.81175044359361</c:v>
                      </c:pt>
                      <c:pt idx="277">
                        <c:v>398.00087376071536</c:v>
                      </c:pt>
                      <c:pt idx="278">
                        <c:v>415.57488867730393</c:v>
                      </c:pt>
                      <c:pt idx="279">
                        <c:v>408.3404731079915</c:v>
                      </c:pt>
                      <c:pt idx="280">
                        <c:v>384.17120361459808</c:v>
                      </c:pt>
                      <c:pt idx="281">
                        <c:v>411.73448203437636</c:v>
                      </c:pt>
                      <c:pt idx="282">
                        <c:v>401.33750256188841</c:v>
                      </c:pt>
                      <c:pt idx="283">
                        <c:v>459.75262453513352</c:v>
                      </c:pt>
                      <c:pt idx="284">
                        <c:v>509.85023812162478</c:v>
                      </c:pt>
                      <c:pt idx="285">
                        <c:v>605.57434381649364</c:v>
                      </c:pt>
                      <c:pt idx="286">
                        <c:v>587.95635035749547</c:v>
                      </c:pt>
                      <c:pt idx="287">
                        <c:v>470.77069061067391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6-4CCE-4206-81AF-7668647A5ABE}"/>
                  </c:ext>
                </c:extLst>
              </c15:ser>
            </c15:filteredLineSeries>
            <c15:filteredLineSeries>
              <c15:ser>
                <c:idx val="35"/>
                <c:order val="3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12-10-2026'!$AK$1</c15:sqref>
                        </c15:formulaRef>
                      </c:ext>
                    </c:extLst>
                    <c:strCache>
                      <c:ptCount val="1"/>
                      <c:pt idx="0">
                        <c:v>Total SGI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12-10-2026'!$AK$2:$AK$289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771.18420170504271</c:v>
                      </c:pt>
                      <c:pt idx="1">
                        <c:v>487.2848398123067</c:v>
                      </c:pt>
                      <c:pt idx="2">
                        <c:v>291.11648796436214</c:v>
                      </c:pt>
                      <c:pt idx="3">
                        <c:v>183.82756698217108</c:v>
                      </c:pt>
                      <c:pt idx="4">
                        <c:v>139.43525933351103</c:v>
                      </c:pt>
                      <c:pt idx="5">
                        <c:v>164.97269884303998</c:v>
                      </c:pt>
                      <c:pt idx="6">
                        <c:v>316.03444103424886</c:v>
                      </c:pt>
                      <c:pt idx="7">
                        <c:v>473.29755552483113</c:v>
                      </c:pt>
                      <c:pt idx="8">
                        <c:v>583.91610766570216</c:v>
                      </c:pt>
                      <c:pt idx="9">
                        <c:v>639.6421635409356</c:v>
                      </c:pt>
                      <c:pt idx="10">
                        <c:v>711.17464756293339</c:v>
                      </c:pt>
                      <c:pt idx="11">
                        <c:v>798.4780464882092</c:v>
                      </c:pt>
                      <c:pt idx="12">
                        <c:v>861.26483860445137</c:v>
                      </c:pt>
                      <c:pt idx="13">
                        <c:v>961.92680117325369</c:v>
                      </c:pt>
                      <c:pt idx="14">
                        <c:v>995.69242417918213</c:v>
                      </c:pt>
                      <c:pt idx="15">
                        <c:v>963.93601373307547</c:v>
                      </c:pt>
                      <c:pt idx="16">
                        <c:v>873.36283163783378</c:v>
                      </c:pt>
                      <c:pt idx="17">
                        <c:v>904.01478872437428</c:v>
                      </c:pt>
                      <c:pt idx="18">
                        <c:v>897.54800943532246</c:v>
                      </c:pt>
                      <c:pt idx="19">
                        <c:v>1020.5144767084261</c:v>
                      </c:pt>
                      <c:pt idx="20">
                        <c:v>1132.3587138788535</c:v>
                      </c:pt>
                      <c:pt idx="21">
                        <c:v>1302.3513915124904</c:v>
                      </c:pt>
                      <c:pt idx="22">
                        <c:v>1308.3822332819273</c:v>
                      </c:pt>
                      <c:pt idx="23">
                        <c:v>1140.3963985081691</c:v>
                      </c:pt>
                      <c:pt idx="24">
                        <c:v>856.92255605997536</c:v>
                      </c:pt>
                      <c:pt idx="25">
                        <c:v>562.03374757446431</c:v>
                      </c:pt>
                      <c:pt idx="26">
                        <c:v>340.01165689133779</c:v>
                      </c:pt>
                      <c:pt idx="27">
                        <c:v>218.2445173581001</c:v>
                      </c:pt>
                      <c:pt idx="28">
                        <c:v>154.41828262715109</c:v>
                      </c:pt>
                      <c:pt idx="29">
                        <c:v>162.2697926634244</c:v>
                      </c:pt>
                      <c:pt idx="30">
                        <c:v>276.92853306469328</c:v>
                      </c:pt>
                      <c:pt idx="31">
                        <c:v>403.17465212946661</c:v>
                      </c:pt>
                      <c:pt idx="32">
                        <c:v>555.29661969311996</c:v>
                      </c:pt>
                      <c:pt idx="33">
                        <c:v>678.86052686244216</c:v>
                      </c:pt>
                      <c:pt idx="34">
                        <c:v>784.98122059479351</c:v>
                      </c:pt>
                      <c:pt idx="35">
                        <c:v>888.12619494554474</c:v>
                      </c:pt>
                      <c:pt idx="36">
                        <c:v>909.68511401460592</c:v>
                      </c:pt>
                      <c:pt idx="37">
                        <c:v>957.28640432308953</c:v>
                      </c:pt>
                      <c:pt idx="38">
                        <c:v>1146.2864677925709</c:v>
                      </c:pt>
                      <c:pt idx="39">
                        <c:v>1076.7487476724039</c:v>
                      </c:pt>
                      <c:pt idx="40">
                        <c:v>926.74281908504258</c:v>
                      </c:pt>
                      <c:pt idx="41">
                        <c:v>934.72422658531059</c:v>
                      </c:pt>
                      <c:pt idx="42">
                        <c:v>920.18622138638648</c:v>
                      </c:pt>
                      <c:pt idx="43">
                        <c:v>1052.2728756310416</c:v>
                      </c:pt>
                      <c:pt idx="44">
                        <c:v>1174.5798015670391</c:v>
                      </c:pt>
                      <c:pt idx="45">
                        <c:v>1359.1649579617729</c:v>
                      </c:pt>
                      <c:pt idx="46">
                        <c:v>1351.2895086219637</c:v>
                      </c:pt>
                      <c:pt idx="47">
                        <c:v>1181.8865383228267</c:v>
                      </c:pt>
                      <c:pt idx="48">
                        <c:v>890.52826792912242</c:v>
                      </c:pt>
                      <c:pt idx="49">
                        <c:v>588.30946882893772</c:v>
                      </c:pt>
                      <c:pt idx="50">
                        <c:v>354.26134740337773</c:v>
                      </c:pt>
                      <c:pt idx="51">
                        <c:v>217.80595317664449</c:v>
                      </c:pt>
                      <c:pt idx="52">
                        <c:v>152.66779797870669</c:v>
                      </c:pt>
                      <c:pt idx="53">
                        <c:v>163.20079384355327</c:v>
                      </c:pt>
                      <c:pt idx="54">
                        <c:v>288.18068430392452</c:v>
                      </c:pt>
                      <c:pt idx="55">
                        <c:v>425.47428962971571</c:v>
                      </c:pt>
                      <c:pt idx="56">
                        <c:v>567.38159977479995</c:v>
                      </c:pt>
                      <c:pt idx="57">
                        <c:v>668.11778314442881</c:v>
                      </c:pt>
                      <c:pt idx="58">
                        <c:v>745.11233691217558</c:v>
                      </c:pt>
                      <c:pt idx="59">
                        <c:v>834.12915338880862</c:v>
                      </c:pt>
                      <c:pt idx="60">
                        <c:v>882.32709891569607</c:v>
                      </c:pt>
                      <c:pt idx="61">
                        <c:v>1004.3622855797714</c:v>
                      </c:pt>
                      <c:pt idx="62">
                        <c:v>1058.5573175936886</c:v>
                      </c:pt>
                      <c:pt idx="63">
                        <c:v>1010.2754920619959</c:v>
                      </c:pt>
                      <c:pt idx="64">
                        <c:v>898.18829116285758</c:v>
                      </c:pt>
                      <c:pt idx="65">
                        <c:v>919.00806882389611</c:v>
                      </c:pt>
                      <c:pt idx="66">
                        <c:v>904.33403119183276</c:v>
                      </c:pt>
                      <c:pt idx="67">
                        <c:v>1023.2374339290562</c:v>
                      </c:pt>
                      <c:pt idx="68">
                        <c:v>1140.2369577426794</c:v>
                      </c:pt>
                      <c:pt idx="69">
                        <c:v>1310.6741612041383</c:v>
                      </c:pt>
                      <c:pt idx="70">
                        <c:v>1291.5646823430163</c:v>
                      </c:pt>
                      <c:pt idx="71">
                        <c:v>1084.6330925076572</c:v>
                      </c:pt>
                      <c:pt idx="72">
                        <c:v>766.67575977558681</c:v>
                      </c:pt>
                      <c:pt idx="73">
                        <c:v>474.99975275643561</c:v>
                      </c:pt>
                      <c:pt idx="74">
                        <c:v>282.23658537409335</c:v>
                      </c:pt>
                      <c:pt idx="75">
                        <c:v>178.52322869563562</c:v>
                      </c:pt>
                      <c:pt idx="76">
                        <c:v>135.51607492483558</c:v>
                      </c:pt>
                      <c:pt idx="77">
                        <c:v>157.71723369506662</c:v>
                      </c:pt>
                      <c:pt idx="78">
                        <c:v>303.15626728057771</c:v>
                      </c:pt>
                      <c:pt idx="79">
                        <c:v>450.37465646633098</c:v>
                      </c:pt>
                      <c:pt idx="80">
                        <c:v>562.88154575163776</c:v>
                      </c:pt>
                      <c:pt idx="81">
                        <c:v>623.73389547799115</c:v>
                      </c:pt>
                      <c:pt idx="82">
                        <c:v>691.17251017913122</c:v>
                      </c:pt>
                      <c:pt idx="83">
                        <c:v>777.6959289944599</c:v>
                      </c:pt>
                      <c:pt idx="84">
                        <c:v>831.00806371855151</c:v>
                      </c:pt>
                      <c:pt idx="85">
                        <c:v>921.56080890227111</c:v>
                      </c:pt>
                      <c:pt idx="86">
                        <c:v>947.67865587092456</c:v>
                      </c:pt>
                      <c:pt idx="87">
                        <c:v>910.6643337099157</c:v>
                      </c:pt>
                      <c:pt idx="88">
                        <c:v>855.60437367120494</c:v>
                      </c:pt>
                      <c:pt idx="89">
                        <c:v>899.43019869535328</c:v>
                      </c:pt>
                      <c:pt idx="90">
                        <c:v>887.68784212797732</c:v>
                      </c:pt>
                      <c:pt idx="91">
                        <c:v>1016.0462792705912</c:v>
                      </c:pt>
                      <c:pt idx="92">
                        <c:v>1140.5101255003933</c:v>
                      </c:pt>
                      <c:pt idx="93">
                        <c:v>1310.931231853896</c:v>
                      </c:pt>
                      <c:pt idx="94">
                        <c:v>1278.0047620352284</c:v>
                      </c:pt>
                      <c:pt idx="95">
                        <c:v>1050.6999175416022</c:v>
                      </c:pt>
                      <c:pt idx="96">
                        <c:v>729.67841695336688</c:v>
                      </c:pt>
                      <c:pt idx="97">
                        <c:v>449.0739069961578</c:v>
                      </c:pt>
                      <c:pt idx="98">
                        <c:v>266.08471489491325</c:v>
                      </c:pt>
                      <c:pt idx="99">
                        <c:v>170.94300863822664</c:v>
                      </c:pt>
                      <c:pt idx="100">
                        <c:v>132.31716921556216</c:v>
                      </c:pt>
                      <c:pt idx="101">
                        <c:v>155.58217992570445</c:v>
                      </c:pt>
                      <c:pt idx="102">
                        <c:v>307.99646765438894</c:v>
                      </c:pt>
                      <c:pt idx="103">
                        <c:v>462.74815464520674</c:v>
                      </c:pt>
                      <c:pt idx="104">
                        <c:v>569.7746022721667</c:v>
                      </c:pt>
                      <c:pt idx="105">
                        <c:v>626.85152162223562</c:v>
                      </c:pt>
                      <c:pt idx="106">
                        <c:v>693.83560432254444</c:v>
                      </c:pt>
                      <c:pt idx="107">
                        <c:v>786.51288242616727</c:v>
                      </c:pt>
                      <c:pt idx="108">
                        <c:v>840.21048272047767</c:v>
                      </c:pt>
                      <c:pt idx="109">
                        <c:v>930.77732831618596</c:v>
                      </c:pt>
                      <c:pt idx="110">
                        <c:v>950.33594233196891</c:v>
                      </c:pt>
                      <c:pt idx="111">
                        <c:v>914.98445395660053</c:v>
                      </c:pt>
                      <c:pt idx="112">
                        <c:v>856.65873863946877</c:v>
                      </c:pt>
                      <c:pt idx="113">
                        <c:v>895.63770066766642</c:v>
                      </c:pt>
                      <c:pt idx="114">
                        <c:v>887.63571714742056</c:v>
                      </c:pt>
                      <c:pt idx="115">
                        <c:v>1018.0289113241222</c:v>
                      </c:pt>
                      <c:pt idx="116">
                        <c:v>1145.6839334605168</c:v>
                      </c:pt>
                      <c:pt idx="117">
                        <c:v>1327.5872700939199</c:v>
                      </c:pt>
                      <c:pt idx="118">
                        <c:v>1287.7222657116001</c:v>
                      </c:pt>
                      <c:pt idx="119">
                        <c:v>1062.0498852994579</c:v>
                      </c:pt>
                      <c:pt idx="120">
                        <c:v>735.84640729533521</c:v>
                      </c:pt>
                      <c:pt idx="121">
                        <c:v>451.61762991007782</c:v>
                      </c:pt>
                      <c:pt idx="122">
                        <c:v>265.60163165219774</c:v>
                      </c:pt>
                      <c:pt idx="123">
                        <c:v>169.53287479404224</c:v>
                      </c:pt>
                      <c:pt idx="124">
                        <c:v>131.29290702930442</c:v>
                      </c:pt>
                      <c:pt idx="125">
                        <c:v>156.29575782549554</c:v>
                      </c:pt>
                      <c:pt idx="126">
                        <c:v>312.58292494131103</c:v>
                      </c:pt>
                      <c:pt idx="127">
                        <c:v>471.10456400398448</c:v>
                      </c:pt>
                      <c:pt idx="128">
                        <c:v>579.52804099474668</c:v>
                      </c:pt>
                      <c:pt idx="129">
                        <c:v>638.69507457880002</c:v>
                      </c:pt>
                      <c:pt idx="130">
                        <c:v>708.32419780416672</c:v>
                      </c:pt>
                      <c:pt idx="131">
                        <c:v>790.60556550295132</c:v>
                      </c:pt>
                      <c:pt idx="132">
                        <c:v>863.03921890685501</c:v>
                      </c:pt>
                      <c:pt idx="133">
                        <c:v>997.02328602624175</c:v>
                      </c:pt>
                      <c:pt idx="134">
                        <c:v>1018.8925897721932</c:v>
                      </c:pt>
                      <c:pt idx="135">
                        <c:v>964.63205447672431</c:v>
                      </c:pt>
                      <c:pt idx="136">
                        <c:v>869.38576423241102</c:v>
                      </c:pt>
                      <c:pt idx="137">
                        <c:v>903.97054799523357</c:v>
                      </c:pt>
                      <c:pt idx="138">
                        <c:v>975.70041943242177</c:v>
                      </c:pt>
                      <c:pt idx="139">
                        <c:v>1107.3762557560003</c:v>
                      </c:pt>
                      <c:pt idx="140">
                        <c:v>1168.9788089549024</c:v>
                      </c:pt>
                      <c:pt idx="141">
                        <c:v>1338.2232472558599</c:v>
                      </c:pt>
                      <c:pt idx="142">
                        <c:v>1292.580186544415</c:v>
                      </c:pt>
                      <c:pt idx="143">
                        <c:v>1064.1513938391727</c:v>
                      </c:pt>
                      <c:pt idx="144">
                        <c:v>764.49044875515824</c:v>
                      </c:pt>
                      <c:pt idx="145">
                        <c:v>474.68838318973121</c:v>
                      </c:pt>
                      <c:pt idx="146">
                        <c:v>289.97915926514008</c:v>
                      </c:pt>
                      <c:pt idx="147">
                        <c:v>176.04285788369108</c:v>
                      </c:pt>
                      <c:pt idx="148">
                        <c:v>134.09734855013548</c:v>
                      </c:pt>
                      <c:pt idx="149">
                        <c:v>159.97452645145563</c:v>
                      </c:pt>
                      <c:pt idx="150">
                        <c:v>319.36507929302223</c:v>
                      </c:pt>
                      <c:pt idx="151">
                        <c:v>477.92815452089559</c:v>
                      </c:pt>
                      <c:pt idx="152">
                        <c:v>589.49560328350435</c:v>
                      </c:pt>
                      <c:pt idx="153">
                        <c:v>643.96679794085117</c:v>
                      </c:pt>
                      <c:pt idx="154">
                        <c:v>708.21867996792002</c:v>
                      </c:pt>
                      <c:pt idx="155">
                        <c:v>789.24081077760377</c:v>
                      </c:pt>
                      <c:pt idx="156">
                        <c:v>842.14810536237292</c:v>
                      </c:pt>
                      <c:pt idx="157">
                        <c:v>932.35514587502678</c:v>
                      </c:pt>
                      <c:pt idx="158">
                        <c:v>958.13568440193137</c:v>
                      </c:pt>
                      <c:pt idx="159">
                        <c:v>924.04722598503531</c:v>
                      </c:pt>
                      <c:pt idx="160">
                        <c:v>875.61448004108229</c:v>
                      </c:pt>
                      <c:pt idx="161">
                        <c:v>920.28283332333842</c:v>
                      </c:pt>
                      <c:pt idx="162">
                        <c:v>911.51794835793999</c:v>
                      </c:pt>
                      <c:pt idx="163">
                        <c:v>1038.5893904251911</c:v>
                      </c:pt>
                      <c:pt idx="164">
                        <c:v>1152.4517867818176</c:v>
                      </c:pt>
                      <c:pt idx="165">
                        <c:v>1318.6245881936047</c:v>
                      </c:pt>
                      <c:pt idx="166">
                        <c:v>1287.1240045518621</c:v>
                      </c:pt>
                      <c:pt idx="167">
                        <c:v>1047.9085766047483</c:v>
                      </c:pt>
                      <c:pt idx="168">
                        <c:v>728.54629164122207</c:v>
                      </c:pt>
                      <c:pt idx="169">
                        <c:v>447.60755065122663</c:v>
                      </c:pt>
                      <c:pt idx="170">
                        <c:v>268.8981979800223</c:v>
                      </c:pt>
                      <c:pt idx="171">
                        <c:v>173.81430123543112</c:v>
                      </c:pt>
                      <c:pt idx="172">
                        <c:v>135.52290811020225</c:v>
                      </c:pt>
                      <c:pt idx="173">
                        <c:v>162.63118968743333</c:v>
                      </c:pt>
                      <c:pt idx="174">
                        <c:v>327.74154508430456</c:v>
                      </c:pt>
                      <c:pt idx="175">
                        <c:v>504.39527066179119</c:v>
                      </c:pt>
                      <c:pt idx="176">
                        <c:v>636.59286855886899</c:v>
                      </c:pt>
                      <c:pt idx="177">
                        <c:v>720.39124938962664</c:v>
                      </c:pt>
                      <c:pt idx="178">
                        <c:v>763.87319221171583</c:v>
                      </c:pt>
                      <c:pt idx="179">
                        <c:v>828.32422547529563</c:v>
                      </c:pt>
                      <c:pt idx="180">
                        <c:v>885.66682452708619</c:v>
                      </c:pt>
                      <c:pt idx="181">
                        <c:v>978.03610936674659</c:v>
                      </c:pt>
                      <c:pt idx="182">
                        <c:v>998.03098667776658</c:v>
                      </c:pt>
                      <c:pt idx="183">
                        <c:v>958.46709491058948</c:v>
                      </c:pt>
                      <c:pt idx="184">
                        <c:v>885.93368294945913</c:v>
                      </c:pt>
                      <c:pt idx="185">
                        <c:v>917.48099552278904</c:v>
                      </c:pt>
                      <c:pt idx="186">
                        <c:v>919.80159746971856</c:v>
                      </c:pt>
                      <c:pt idx="187">
                        <c:v>1064.8775381683336</c:v>
                      </c:pt>
                      <c:pt idx="188">
                        <c:v>1172.7568503786424</c:v>
                      </c:pt>
                      <c:pt idx="189">
                        <c:v>1329.1100722206802</c:v>
                      </c:pt>
                      <c:pt idx="190">
                        <c:v>1318.5017343893858</c:v>
                      </c:pt>
                      <c:pt idx="191">
                        <c:v>1125.7597625394444</c:v>
                      </c:pt>
                      <c:pt idx="192">
                        <c:v>833.20400551973171</c:v>
                      </c:pt>
                      <c:pt idx="193">
                        <c:v>544.78400209639119</c:v>
                      </c:pt>
                      <c:pt idx="194">
                        <c:v>335.52206185198656</c:v>
                      </c:pt>
                      <c:pt idx="195">
                        <c:v>217.16555304831786</c:v>
                      </c:pt>
                      <c:pt idx="196">
                        <c:v>156.39713902661336</c:v>
                      </c:pt>
                      <c:pt idx="197">
                        <c:v>159.56489555761996</c:v>
                      </c:pt>
                      <c:pt idx="198">
                        <c:v>284.23432257674233</c:v>
                      </c:pt>
                      <c:pt idx="199">
                        <c:v>419.84867743223123</c:v>
                      </c:pt>
                      <c:pt idx="200">
                        <c:v>576.09904601012465</c:v>
                      </c:pt>
                      <c:pt idx="201">
                        <c:v>696.41455141972892</c:v>
                      </c:pt>
                      <c:pt idx="202">
                        <c:v>799.05164991302604</c:v>
                      </c:pt>
                      <c:pt idx="203">
                        <c:v>901.50753967551168</c:v>
                      </c:pt>
                      <c:pt idx="204">
                        <c:v>911.76905896887536</c:v>
                      </c:pt>
                      <c:pt idx="205">
                        <c:v>965.4885286629069</c:v>
                      </c:pt>
                      <c:pt idx="206">
                        <c:v>1149.5774518334974</c:v>
                      </c:pt>
                      <c:pt idx="207">
                        <c:v>1070.6011363363423</c:v>
                      </c:pt>
                      <c:pt idx="208">
                        <c:v>946.63586841914582</c:v>
                      </c:pt>
                      <c:pt idx="209">
                        <c:v>961.72177103944728</c:v>
                      </c:pt>
                      <c:pt idx="210">
                        <c:v>944.25748514306042</c:v>
                      </c:pt>
                      <c:pt idx="211">
                        <c:v>1087.0844079752494</c:v>
                      </c:pt>
                      <c:pt idx="212">
                        <c:v>1201.8238637656973</c:v>
                      </c:pt>
                      <c:pt idx="213">
                        <c:v>1363.1209562212202</c:v>
                      </c:pt>
                      <c:pt idx="214">
                        <c:v>1361.7020934835373</c:v>
                      </c:pt>
                      <c:pt idx="215">
                        <c:v>1155.8019258470381</c:v>
                      </c:pt>
                      <c:pt idx="216">
                        <c:v>843.60910304792026</c:v>
                      </c:pt>
                      <c:pt idx="217">
                        <c:v>539.89662975552005</c:v>
                      </c:pt>
                      <c:pt idx="218">
                        <c:v>326.64350298729551</c:v>
                      </c:pt>
                      <c:pt idx="219">
                        <c:v>202.85161615584892</c:v>
                      </c:pt>
                      <c:pt idx="220">
                        <c:v>146.25185698668889</c:v>
                      </c:pt>
                      <c:pt idx="221">
                        <c:v>157.0919285903334</c:v>
                      </c:pt>
                      <c:pt idx="222">
                        <c:v>291.79579838759111</c:v>
                      </c:pt>
                      <c:pt idx="223">
                        <c:v>438.16697808337324</c:v>
                      </c:pt>
                      <c:pt idx="224">
                        <c:v>580.74510381622895</c:v>
                      </c:pt>
                      <c:pt idx="225">
                        <c:v>673.50453255640218</c:v>
                      </c:pt>
                      <c:pt idx="226">
                        <c:v>747.54035787982662</c:v>
                      </c:pt>
                      <c:pt idx="227">
                        <c:v>831.23495393023995</c:v>
                      </c:pt>
                      <c:pt idx="228">
                        <c:v>872.90559305708928</c:v>
                      </c:pt>
                      <c:pt idx="229">
                        <c:v>1000.4832309624848</c:v>
                      </c:pt>
                      <c:pt idx="230">
                        <c:v>1053.560569210696</c:v>
                      </c:pt>
                      <c:pt idx="231">
                        <c:v>999.40496083807329</c:v>
                      </c:pt>
                      <c:pt idx="232">
                        <c:v>902.4928293191208</c:v>
                      </c:pt>
                      <c:pt idx="233">
                        <c:v>933.21062727673802</c:v>
                      </c:pt>
                      <c:pt idx="234">
                        <c:v>931.43145660806897</c:v>
                      </c:pt>
                      <c:pt idx="235">
                        <c:v>1058.1343358498616</c:v>
                      </c:pt>
                      <c:pt idx="236">
                        <c:v>1193.5719501758176</c:v>
                      </c:pt>
                      <c:pt idx="237">
                        <c:v>1360.6998874337778</c:v>
                      </c:pt>
                      <c:pt idx="238">
                        <c:v>1294.3521767684185</c:v>
                      </c:pt>
                      <c:pt idx="239">
                        <c:v>1052.9169967550561</c:v>
                      </c:pt>
                      <c:pt idx="240">
                        <c:v>725.65541636512694</c:v>
                      </c:pt>
                      <c:pt idx="241">
                        <c:v>448.18045762118243</c:v>
                      </c:pt>
                      <c:pt idx="242">
                        <c:v>266.31488932782884</c:v>
                      </c:pt>
                      <c:pt idx="243">
                        <c:v>171.65322607088217</c:v>
                      </c:pt>
                      <c:pt idx="244">
                        <c:v>133.13754651917998</c:v>
                      </c:pt>
                      <c:pt idx="245">
                        <c:v>153.26410267461557</c:v>
                      </c:pt>
                      <c:pt idx="246">
                        <c:v>308.09592508867325</c:v>
                      </c:pt>
                      <c:pt idx="247">
                        <c:v>462.82428201989774</c:v>
                      </c:pt>
                      <c:pt idx="248">
                        <c:v>575.0710058717134</c:v>
                      </c:pt>
                      <c:pt idx="249">
                        <c:v>624.53475689991774</c:v>
                      </c:pt>
                      <c:pt idx="250">
                        <c:v>688.22118150529332</c:v>
                      </c:pt>
                      <c:pt idx="251">
                        <c:v>773.5661639468085</c:v>
                      </c:pt>
                      <c:pt idx="252">
                        <c:v>830.67951877328642</c:v>
                      </c:pt>
                      <c:pt idx="253">
                        <c:v>925.43730087437143</c:v>
                      </c:pt>
                      <c:pt idx="254">
                        <c:v>951.83333337474028</c:v>
                      </c:pt>
                      <c:pt idx="255">
                        <c:v>917.67023047859777</c:v>
                      </c:pt>
                      <c:pt idx="256">
                        <c:v>881.71140391890378</c:v>
                      </c:pt>
                      <c:pt idx="257">
                        <c:v>943.25081375902641</c:v>
                      </c:pt>
                      <c:pt idx="258">
                        <c:v>933.50285579540844</c:v>
                      </c:pt>
                      <c:pt idx="259">
                        <c:v>1054.5948107924592</c:v>
                      </c:pt>
                      <c:pt idx="260">
                        <c:v>1178.3047698127023</c:v>
                      </c:pt>
                      <c:pt idx="261">
                        <c:v>1328.5392217388644</c:v>
                      </c:pt>
                      <c:pt idx="262">
                        <c:v>1276.4375129941777</c:v>
                      </c:pt>
                      <c:pt idx="263">
                        <c:v>1018.8296188668022</c:v>
                      </c:pt>
                      <c:pt idx="264">
                        <c:v>697.65198697940059</c:v>
                      </c:pt>
                      <c:pt idx="265">
                        <c:v>420.70252983825117</c:v>
                      </c:pt>
                      <c:pt idx="266">
                        <c:v>249.27342884941993</c:v>
                      </c:pt>
                      <c:pt idx="267">
                        <c:v>163.34257183825335</c:v>
                      </c:pt>
                      <c:pt idx="268">
                        <c:v>128.95428534366221</c:v>
                      </c:pt>
                      <c:pt idx="269">
                        <c:v>152.18274139725338</c:v>
                      </c:pt>
                      <c:pt idx="270">
                        <c:v>314.23911284224448</c:v>
                      </c:pt>
                      <c:pt idx="271">
                        <c:v>477.53089894428001</c:v>
                      </c:pt>
                      <c:pt idx="272">
                        <c:v>582.78873609236894</c:v>
                      </c:pt>
                      <c:pt idx="273">
                        <c:v>635.68154078080886</c:v>
                      </c:pt>
                      <c:pt idx="274">
                        <c:v>700.82984528205554</c:v>
                      </c:pt>
                      <c:pt idx="275">
                        <c:v>787.86430320579768</c:v>
                      </c:pt>
                      <c:pt idx="276">
                        <c:v>840.87618915248254</c:v>
                      </c:pt>
                      <c:pt idx="277">
                        <c:v>931.61841453404872</c:v>
                      </c:pt>
                      <c:pt idx="278">
                        <c:v>949.29584714619273</c:v>
                      </c:pt>
                      <c:pt idx="279">
                        <c:v>915.77262164576928</c:v>
                      </c:pt>
                      <c:pt idx="280">
                        <c:v>880.16374428126483</c:v>
                      </c:pt>
                      <c:pt idx="281">
                        <c:v>926.9703684232652</c:v>
                      </c:pt>
                      <c:pt idx="282">
                        <c:v>919.15488395522175</c:v>
                      </c:pt>
                      <c:pt idx="283">
                        <c:v>1060.2936599795778</c:v>
                      </c:pt>
                      <c:pt idx="284">
                        <c:v>1193.6407634594025</c:v>
                      </c:pt>
                      <c:pt idx="285">
                        <c:v>1351.7048384742714</c:v>
                      </c:pt>
                      <c:pt idx="286">
                        <c:v>1284.5899176352732</c:v>
                      </c:pt>
                      <c:pt idx="287">
                        <c:v>1022.4805752973406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7-4CCE-4206-81AF-7668647A5ABE}"/>
                  </c:ext>
                </c:extLst>
              </c15:ser>
            </c15:filteredLineSeries>
            <c15:filteredLineSeries>
              <c15:ser>
                <c:idx val="36"/>
                <c:order val="3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12-10-2026'!$AL$1</c15:sqref>
                        </c15:formulaRef>
                      </c:ext>
                    </c:extLst>
                    <c:strCache>
                      <c:ptCount val="1"/>
                      <c:pt idx="0">
                        <c:v>Huawei GI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12-10-2026'!$AL$2:$AL$289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45.513702771111113</c:v>
                      </c:pt>
                      <c:pt idx="1">
                        <c:v>28.43111896666667</c:v>
                      </c:pt>
                      <c:pt idx="2">
                        <c:v>17.663107084444444</c:v>
                      </c:pt>
                      <c:pt idx="3">
                        <c:v>12.228563377777778</c:v>
                      </c:pt>
                      <c:pt idx="4">
                        <c:v>10.818217746666665</c:v>
                      </c:pt>
                      <c:pt idx="5">
                        <c:v>16.137215506666667</c:v>
                      </c:pt>
                      <c:pt idx="6">
                        <c:v>29.988694473333332</c:v>
                      </c:pt>
                      <c:pt idx="7">
                        <c:v>40.998724582222223</c:v>
                      </c:pt>
                      <c:pt idx="8">
                        <c:v>44.164656804444441</c:v>
                      </c:pt>
                      <c:pt idx="9">
                        <c:v>43.147270484444441</c:v>
                      </c:pt>
                      <c:pt idx="10">
                        <c:v>43.855730988888894</c:v>
                      </c:pt>
                      <c:pt idx="11">
                        <c:v>47.779301755555558</c:v>
                      </c:pt>
                      <c:pt idx="12">
                        <c:v>53.752958393333344</c:v>
                      </c:pt>
                      <c:pt idx="13">
                        <c:v>60.783030684444448</c:v>
                      </c:pt>
                      <c:pt idx="14">
                        <c:v>62.851012624444436</c:v>
                      </c:pt>
                      <c:pt idx="15">
                        <c:v>60.466551968888893</c:v>
                      </c:pt>
                      <c:pt idx="16">
                        <c:v>52.666544024444448</c:v>
                      </c:pt>
                      <c:pt idx="17">
                        <c:v>49.779239415555558</c:v>
                      </c:pt>
                      <c:pt idx="18">
                        <c:v>51.217250413333346</c:v>
                      </c:pt>
                      <c:pt idx="19">
                        <c:v>59.079381275555555</c:v>
                      </c:pt>
                      <c:pt idx="20">
                        <c:v>64.466864111111107</c:v>
                      </c:pt>
                      <c:pt idx="21">
                        <c:v>72.170934571111118</c:v>
                      </c:pt>
                      <c:pt idx="22">
                        <c:v>74.710244388888896</c:v>
                      </c:pt>
                      <c:pt idx="23">
                        <c:v>66.216048786666676</c:v>
                      </c:pt>
                      <c:pt idx="24">
                        <c:v>49.706077239999999</c:v>
                      </c:pt>
                      <c:pt idx="25">
                        <c:v>32.506595162222226</c:v>
                      </c:pt>
                      <c:pt idx="26">
                        <c:v>20.022810571111108</c:v>
                      </c:pt>
                      <c:pt idx="27">
                        <c:v>13.484224111111111</c:v>
                      </c:pt>
                      <c:pt idx="28">
                        <c:v>11.007671646666667</c:v>
                      </c:pt>
                      <c:pt idx="29">
                        <c:v>15.160528577777779</c:v>
                      </c:pt>
                      <c:pt idx="30">
                        <c:v>26.537949297777779</c:v>
                      </c:pt>
                      <c:pt idx="31">
                        <c:v>38.091287075555556</c:v>
                      </c:pt>
                      <c:pt idx="32">
                        <c:v>47.017195113333329</c:v>
                      </c:pt>
                      <c:pt idx="33">
                        <c:v>49.421595951111115</c:v>
                      </c:pt>
                      <c:pt idx="34">
                        <c:v>50.962883613333332</c:v>
                      </c:pt>
                      <c:pt idx="35">
                        <c:v>55.86724406222222</c:v>
                      </c:pt>
                      <c:pt idx="36">
                        <c:v>59.352325942222222</c:v>
                      </c:pt>
                      <c:pt idx="37">
                        <c:v>64.329989808888882</c:v>
                      </c:pt>
                      <c:pt idx="38">
                        <c:v>70.829585346666661</c:v>
                      </c:pt>
                      <c:pt idx="39">
                        <c:v>66.399973624444442</c:v>
                      </c:pt>
                      <c:pt idx="40">
                        <c:v>56.358440151111111</c:v>
                      </c:pt>
                      <c:pt idx="41">
                        <c:v>52.650997693333331</c:v>
                      </c:pt>
                      <c:pt idx="42">
                        <c:v>53.175248384444444</c:v>
                      </c:pt>
                      <c:pt idx="43">
                        <c:v>60.758552000000002</c:v>
                      </c:pt>
                      <c:pt idx="44">
                        <c:v>66.23242564666667</c:v>
                      </c:pt>
                      <c:pt idx="45">
                        <c:v>74.239005233333344</c:v>
                      </c:pt>
                      <c:pt idx="46">
                        <c:v>76.293325695555566</c:v>
                      </c:pt>
                      <c:pt idx="47">
                        <c:v>67.968341100000004</c:v>
                      </c:pt>
                      <c:pt idx="48">
                        <c:v>50.950205826666661</c:v>
                      </c:pt>
                      <c:pt idx="49">
                        <c:v>33.291590493333331</c:v>
                      </c:pt>
                      <c:pt idx="50">
                        <c:v>20.378175726666669</c:v>
                      </c:pt>
                      <c:pt idx="51">
                        <c:v>13.761020042222222</c:v>
                      </c:pt>
                      <c:pt idx="52">
                        <c:v>11.540859857777779</c:v>
                      </c:pt>
                      <c:pt idx="53">
                        <c:v>16.12561578888889</c:v>
                      </c:pt>
                      <c:pt idx="54">
                        <c:v>28.261963300000001</c:v>
                      </c:pt>
                      <c:pt idx="55">
                        <c:v>39.744012480000002</c:v>
                      </c:pt>
                      <c:pt idx="56">
                        <c:v>46.896193006666664</c:v>
                      </c:pt>
                      <c:pt idx="57">
                        <c:v>47.620863271111112</c:v>
                      </c:pt>
                      <c:pt idx="58">
                        <c:v>47.684907682222232</c:v>
                      </c:pt>
                      <c:pt idx="59">
                        <c:v>50.984263453333341</c:v>
                      </c:pt>
                      <c:pt idx="60">
                        <c:v>55.534093911111107</c:v>
                      </c:pt>
                      <c:pt idx="61">
                        <c:v>63.239584855555549</c:v>
                      </c:pt>
                      <c:pt idx="62">
                        <c:v>66.167481397777777</c:v>
                      </c:pt>
                      <c:pt idx="63">
                        <c:v>62.673204862222221</c:v>
                      </c:pt>
                      <c:pt idx="64">
                        <c:v>53.864488466666664</c:v>
                      </c:pt>
                      <c:pt idx="65">
                        <c:v>50.795821400000001</c:v>
                      </c:pt>
                      <c:pt idx="66">
                        <c:v>51.616515744444442</c:v>
                      </c:pt>
                      <c:pt idx="67">
                        <c:v>58.635662824444452</c:v>
                      </c:pt>
                      <c:pt idx="68">
                        <c:v>64.461595344444447</c:v>
                      </c:pt>
                      <c:pt idx="69">
                        <c:v>72.360149115555572</c:v>
                      </c:pt>
                      <c:pt idx="70">
                        <c:v>73.376304415555552</c:v>
                      </c:pt>
                      <c:pt idx="71">
                        <c:v>62.709022335555559</c:v>
                      </c:pt>
                      <c:pt idx="72">
                        <c:v>44.483569037777777</c:v>
                      </c:pt>
                      <c:pt idx="73">
                        <c:v>27.741926835555553</c:v>
                      </c:pt>
                      <c:pt idx="74">
                        <c:v>17.281236817777778</c:v>
                      </c:pt>
                      <c:pt idx="75">
                        <c:v>12.015175473333334</c:v>
                      </c:pt>
                      <c:pt idx="76">
                        <c:v>10.710790722222225</c:v>
                      </c:pt>
                      <c:pt idx="77">
                        <c:v>15.623314864444446</c:v>
                      </c:pt>
                      <c:pt idx="78">
                        <c:v>29.358442520000004</c:v>
                      </c:pt>
                      <c:pt idx="79">
                        <c:v>38.973555804444445</c:v>
                      </c:pt>
                      <c:pt idx="80">
                        <c:v>42.647485402222223</c:v>
                      </c:pt>
                      <c:pt idx="81">
                        <c:v>41.74607176</c:v>
                      </c:pt>
                      <c:pt idx="82">
                        <c:v>41.91141054444445</c:v>
                      </c:pt>
                      <c:pt idx="83">
                        <c:v>45.616951728888885</c:v>
                      </c:pt>
                      <c:pt idx="84">
                        <c:v>51.012043797777778</c:v>
                      </c:pt>
                      <c:pt idx="85">
                        <c:v>56.920147999999998</c:v>
                      </c:pt>
                      <c:pt idx="86">
                        <c:v>59.035625904444444</c:v>
                      </c:pt>
                      <c:pt idx="87">
                        <c:v>56.522867835555552</c:v>
                      </c:pt>
                      <c:pt idx="88">
                        <c:v>50.763396108888891</c:v>
                      </c:pt>
                      <c:pt idx="89">
                        <c:v>48.701698144444443</c:v>
                      </c:pt>
                      <c:pt idx="90">
                        <c:v>50.026316815555546</c:v>
                      </c:pt>
                      <c:pt idx="91">
                        <c:v>57.654613046666668</c:v>
                      </c:pt>
                      <c:pt idx="92">
                        <c:v>63.627588988888874</c:v>
                      </c:pt>
                      <c:pt idx="93">
                        <c:v>71.661529726666672</c:v>
                      </c:pt>
                      <c:pt idx="94">
                        <c:v>72.195647180000009</c:v>
                      </c:pt>
                      <c:pt idx="95">
                        <c:v>60.28101080888888</c:v>
                      </c:pt>
                      <c:pt idx="96">
                        <c:v>41.637132584444451</c:v>
                      </c:pt>
                      <c:pt idx="97">
                        <c:v>25.697909153333331</c:v>
                      </c:pt>
                      <c:pt idx="98">
                        <c:v>16.058015626666666</c:v>
                      </c:pt>
                      <c:pt idx="99">
                        <c:v>11.332722277777778</c:v>
                      </c:pt>
                      <c:pt idx="100">
                        <c:v>10.246720026666667</c:v>
                      </c:pt>
                      <c:pt idx="101">
                        <c:v>15.359905748888886</c:v>
                      </c:pt>
                      <c:pt idx="102">
                        <c:v>29.408342282222222</c:v>
                      </c:pt>
                      <c:pt idx="103">
                        <c:v>39.623628717777777</c:v>
                      </c:pt>
                      <c:pt idx="104">
                        <c:v>42.64991732</c:v>
                      </c:pt>
                      <c:pt idx="105">
                        <c:v>41.454233877777781</c:v>
                      </c:pt>
                      <c:pt idx="106">
                        <c:v>41.883672388888883</c:v>
                      </c:pt>
                      <c:pt idx="107">
                        <c:v>46.175605146666669</c:v>
                      </c:pt>
                      <c:pt idx="108">
                        <c:v>51.567301397777769</c:v>
                      </c:pt>
                      <c:pt idx="109">
                        <c:v>57.706367584444443</c:v>
                      </c:pt>
                      <c:pt idx="110">
                        <c:v>59.210270862222231</c:v>
                      </c:pt>
                      <c:pt idx="111">
                        <c:v>56.611342237777777</c:v>
                      </c:pt>
                      <c:pt idx="112">
                        <c:v>50.939545655555555</c:v>
                      </c:pt>
                      <c:pt idx="113">
                        <c:v>48.407517306666662</c:v>
                      </c:pt>
                      <c:pt idx="114">
                        <c:v>49.903466322222229</c:v>
                      </c:pt>
                      <c:pt idx="115">
                        <c:v>57.482903535555565</c:v>
                      </c:pt>
                      <c:pt idx="116">
                        <c:v>63.335368944444447</c:v>
                      </c:pt>
                      <c:pt idx="117">
                        <c:v>71.760895415555552</c:v>
                      </c:pt>
                      <c:pt idx="118">
                        <c:v>72.514912186666663</c:v>
                      </c:pt>
                      <c:pt idx="119">
                        <c:v>61.060974455555552</c:v>
                      </c:pt>
                      <c:pt idx="120">
                        <c:v>42.269904464444444</c:v>
                      </c:pt>
                      <c:pt idx="121">
                        <c:v>26.137787424444447</c:v>
                      </c:pt>
                      <c:pt idx="122">
                        <c:v>16.22942196</c:v>
                      </c:pt>
                      <c:pt idx="123">
                        <c:v>11.43289556888889</c:v>
                      </c:pt>
                      <c:pt idx="124">
                        <c:v>10.305617924444444</c:v>
                      </c:pt>
                      <c:pt idx="125">
                        <c:v>15.216813531111111</c:v>
                      </c:pt>
                      <c:pt idx="126">
                        <c:v>29.716892126666668</c:v>
                      </c:pt>
                      <c:pt idx="127">
                        <c:v>39.924560115555558</c:v>
                      </c:pt>
                      <c:pt idx="128">
                        <c:v>42.812327346666663</c:v>
                      </c:pt>
                      <c:pt idx="129">
                        <c:v>41.865423033333329</c:v>
                      </c:pt>
                      <c:pt idx="130">
                        <c:v>42.673792315555559</c:v>
                      </c:pt>
                      <c:pt idx="131">
                        <c:v>46.499021697777778</c:v>
                      </c:pt>
                      <c:pt idx="132">
                        <c:v>52.931951711111111</c:v>
                      </c:pt>
                      <c:pt idx="133">
                        <c:v>61.842963257777789</c:v>
                      </c:pt>
                      <c:pt idx="134">
                        <c:v>63.914666835555558</c:v>
                      </c:pt>
                      <c:pt idx="135">
                        <c:v>60.163775328888889</c:v>
                      </c:pt>
                      <c:pt idx="136">
                        <c:v>51.875663308888889</c:v>
                      </c:pt>
                      <c:pt idx="137">
                        <c:v>49.056931357777785</c:v>
                      </c:pt>
                      <c:pt idx="138">
                        <c:v>52.386604964444452</c:v>
                      </c:pt>
                      <c:pt idx="139">
                        <c:v>59.697726271111115</c:v>
                      </c:pt>
                      <c:pt idx="140">
                        <c:v>64.186603993333335</c:v>
                      </c:pt>
                      <c:pt idx="141">
                        <c:v>72.191731748888884</c:v>
                      </c:pt>
                      <c:pt idx="142">
                        <c:v>72.831883437777776</c:v>
                      </c:pt>
                      <c:pt idx="143">
                        <c:v>60.91807106666667</c:v>
                      </c:pt>
                      <c:pt idx="144">
                        <c:v>42.683382544444449</c:v>
                      </c:pt>
                      <c:pt idx="145">
                        <c:v>26.719523117777776</c:v>
                      </c:pt>
                      <c:pt idx="146">
                        <c:v>16.963016853333333</c:v>
                      </c:pt>
                      <c:pt idx="147">
                        <c:v>11.76515908</c:v>
                      </c:pt>
                      <c:pt idx="148">
                        <c:v>10.493984417777778</c:v>
                      </c:pt>
                      <c:pt idx="149">
                        <c:v>15.566630375555556</c:v>
                      </c:pt>
                      <c:pt idx="150">
                        <c:v>30.330555179999998</c:v>
                      </c:pt>
                      <c:pt idx="151">
                        <c:v>40.437742631111114</c:v>
                      </c:pt>
                      <c:pt idx="152">
                        <c:v>43.611693853333335</c:v>
                      </c:pt>
                      <c:pt idx="153">
                        <c:v>42.220103606666669</c:v>
                      </c:pt>
                      <c:pt idx="154">
                        <c:v>42.21035074444444</c:v>
                      </c:pt>
                      <c:pt idx="155">
                        <c:v>46.19535696444445</c:v>
                      </c:pt>
                      <c:pt idx="156">
                        <c:v>51.537815628888893</c:v>
                      </c:pt>
                      <c:pt idx="157">
                        <c:v>57.74852860666666</c:v>
                      </c:pt>
                      <c:pt idx="158">
                        <c:v>59.415636255555555</c:v>
                      </c:pt>
                      <c:pt idx="159">
                        <c:v>56.821202424444444</c:v>
                      </c:pt>
                      <c:pt idx="160">
                        <c:v>51.780401679999997</c:v>
                      </c:pt>
                      <c:pt idx="161">
                        <c:v>49.404994959999996</c:v>
                      </c:pt>
                      <c:pt idx="162">
                        <c:v>51.00059849777778</c:v>
                      </c:pt>
                      <c:pt idx="163">
                        <c:v>58.328161824444436</c:v>
                      </c:pt>
                      <c:pt idx="164">
                        <c:v>64.34786622888889</c:v>
                      </c:pt>
                      <c:pt idx="165">
                        <c:v>71.932013211111126</c:v>
                      </c:pt>
                      <c:pt idx="166">
                        <c:v>72.522332131111114</c:v>
                      </c:pt>
                      <c:pt idx="167">
                        <c:v>60.497591251111118</c:v>
                      </c:pt>
                      <c:pt idx="168">
                        <c:v>42.07894060666667</c:v>
                      </c:pt>
                      <c:pt idx="169">
                        <c:v>26.202965426666669</c:v>
                      </c:pt>
                      <c:pt idx="170">
                        <c:v>16.583492942222225</c:v>
                      </c:pt>
                      <c:pt idx="171">
                        <c:v>11.658908095555553</c:v>
                      </c:pt>
                      <c:pt idx="172">
                        <c:v>10.642174713333333</c:v>
                      </c:pt>
                      <c:pt idx="173">
                        <c:v>15.852282933333331</c:v>
                      </c:pt>
                      <c:pt idx="174">
                        <c:v>31.077381433333329</c:v>
                      </c:pt>
                      <c:pt idx="175">
                        <c:v>42.140511022222213</c:v>
                      </c:pt>
                      <c:pt idx="176">
                        <c:v>46.420477753333337</c:v>
                      </c:pt>
                      <c:pt idx="177">
                        <c:v>45.63100848444445</c:v>
                      </c:pt>
                      <c:pt idx="178">
                        <c:v>43.894882022222212</c:v>
                      </c:pt>
                      <c:pt idx="179">
                        <c:v>47.271277233333336</c:v>
                      </c:pt>
                      <c:pt idx="180">
                        <c:v>53.488540288888892</c:v>
                      </c:pt>
                      <c:pt idx="181">
                        <c:v>60.35740985999999</c:v>
                      </c:pt>
                      <c:pt idx="182">
                        <c:v>62.152406402222226</c:v>
                      </c:pt>
                      <c:pt idx="183">
                        <c:v>59.18144920666667</c:v>
                      </c:pt>
                      <c:pt idx="184">
                        <c:v>52.386367357777772</c:v>
                      </c:pt>
                      <c:pt idx="185">
                        <c:v>49.960880653333334</c:v>
                      </c:pt>
                      <c:pt idx="186">
                        <c:v>52.630496191111106</c:v>
                      </c:pt>
                      <c:pt idx="187">
                        <c:v>60.383290244444439</c:v>
                      </c:pt>
                      <c:pt idx="188">
                        <c:v>65.853714864444441</c:v>
                      </c:pt>
                      <c:pt idx="189">
                        <c:v>72.938469900000001</c:v>
                      </c:pt>
                      <c:pt idx="190">
                        <c:v>74.467562542222225</c:v>
                      </c:pt>
                      <c:pt idx="191">
                        <c:v>64.654265924444445</c:v>
                      </c:pt>
                      <c:pt idx="192">
                        <c:v>47.687959786666667</c:v>
                      </c:pt>
                      <c:pt idx="193">
                        <c:v>30.89051953111111</c:v>
                      </c:pt>
                      <c:pt idx="194">
                        <c:v>19.268108197777778</c:v>
                      </c:pt>
                      <c:pt idx="195">
                        <c:v>13.941479686666666</c:v>
                      </c:pt>
                      <c:pt idx="196">
                        <c:v>11.678079762222222</c:v>
                      </c:pt>
                      <c:pt idx="197">
                        <c:v>15.311568320000001</c:v>
                      </c:pt>
                      <c:pt idx="198">
                        <c:v>27.450712911111111</c:v>
                      </c:pt>
                      <c:pt idx="199">
                        <c:v>39.444167860000007</c:v>
                      </c:pt>
                      <c:pt idx="200">
                        <c:v>48.765264711111115</c:v>
                      </c:pt>
                      <c:pt idx="201">
                        <c:v>50.52451774222223</c:v>
                      </c:pt>
                      <c:pt idx="202">
                        <c:v>51.441617646666664</c:v>
                      </c:pt>
                      <c:pt idx="203">
                        <c:v>55.73521814888889</c:v>
                      </c:pt>
                      <c:pt idx="204">
                        <c:v>58.743501622222219</c:v>
                      </c:pt>
                      <c:pt idx="205">
                        <c:v>63.485254382222223</c:v>
                      </c:pt>
                      <c:pt idx="206">
                        <c:v>69.692834537777784</c:v>
                      </c:pt>
                      <c:pt idx="207">
                        <c:v>65.18331739777777</c:v>
                      </c:pt>
                      <c:pt idx="208">
                        <c:v>56.734521073333326</c:v>
                      </c:pt>
                      <c:pt idx="209">
                        <c:v>53.696881622222222</c:v>
                      </c:pt>
                      <c:pt idx="210">
                        <c:v>55.226023197777778</c:v>
                      </c:pt>
                      <c:pt idx="211">
                        <c:v>62.050294211111115</c:v>
                      </c:pt>
                      <c:pt idx="212">
                        <c:v>67.846035088888883</c:v>
                      </c:pt>
                      <c:pt idx="213">
                        <c:v>74.934541711111109</c:v>
                      </c:pt>
                      <c:pt idx="214">
                        <c:v>76.043276811111113</c:v>
                      </c:pt>
                      <c:pt idx="215">
                        <c:v>65.747400793333341</c:v>
                      </c:pt>
                      <c:pt idx="216">
                        <c:v>48.146889826666666</c:v>
                      </c:pt>
                      <c:pt idx="217">
                        <c:v>30.671031924444446</c:v>
                      </c:pt>
                      <c:pt idx="218">
                        <c:v>19.241705331111113</c:v>
                      </c:pt>
                      <c:pt idx="219">
                        <c:v>13.262591031111111</c:v>
                      </c:pt>
                      <c:pt idx="220">
                        <c:v>11.332589911111111</c:v>
                      </c:pt>
                      <c:pt idx="221">
                        <c:v>15.312770759999999</c:v>
                      </c:pt>
                      <c:pt idx="222">
                        <c:v>28.476261213333334</c:v>
                      </c:pt>
                      <c:pt idx="223">
                        <c:v>40.088454202222223</c:v>
                      </c:pt>
                      <c:pt idx="224">
                        <c:v>47.059356753333333</c:v>
                      </c:pt>
                      <c:pt idx="225">
                        <c:v>47.296081540000003</c:v>
                      </c:pt>
                      <c:pt idx="226">
                        <c:v>46.86148672444444</c:v>
                      </c:pt>
                      <c:pt idx="227">
                        <c:v>49.754504960000006</c:v>
                      </c:pt>
                      <c:pt idx="228">
                        <c:v>54.00474627777777</c:v>
                      </c:pt>
                      <c:pt idx="229">
                        <c:v>61.778708377777775</c:v>
                      </c:pt>
                      <c:pt idx="230">
                        <c:v>64.436503584444438</c:v>
                      </c:pt>
                      <c:pt idx="231">
                        <c:v>60.889560753333335</c:v>
                      </c:pt>
                      <c:pt idx="232">
                        <c:v>53.133799591111114</c:v>
                      </c:pt>
                      <c:pt idx="233">
                        <c:v>50.625235204444444</c:v>
                      </c:pt>
                      <c:pt idx="234">
                        <c:v>52.899576271111108</c:v>
                      </c:pt>
                      <c:pt idx="235">
                        <c:v>59.781224671111111</c:v>
                      </c:pt>
                      <c:pt idx="236">
                        <c:v>66.312122233333326</c:v>
                      </c:pt>
                      <c:pt idx="237">
                        <c:v>73.632637586666661</c:v>
                      </c:pt>
                      <c:pt idx="238">
                        <c:v>73.267070955555567</c:v>
                      </c:pt>
                      <c:pt idx="239">
                        <c:v>60.390880760000002</c:v>
                      </c:pt>
                      <c:pt idx="240">
                        <c:v>41.495558713333331</c:v>
                      </c:pt>
                      <c:pt idx="241">
                        <c:v>25.587087504444444</c:v>
                      </c:pt>
                      <c:pt idx="242">
                        <c:v>16.28659899777778</c:v>
                      </c:pt>
                      <c:pt idx="243">
                        <c:v>11.776610031111112</c:v>
                      </c:pt>
                      <c:pt idx="244">
                        <c:v>10.679293708888888</c:v>
                      </c:pt>
                      <c:pt idx="245">
                        <c:v>14.995954842222222</c:v>
                      </c:pt>
                      <c:pt idx="246">
                        <c:v>29.310917902222222</c:v>
                      </c:pt>
                      <c:pt idx="247">
                        <c:v>39.30697350444445</c:v>
                      </c:pt>
                      <c:pt idx="248">
                        <c:v>43.150041720000004</c:v>
                      </c:pt>
                      <c:pt idx="249">
                        <c:v>41.397053417777784</c:v>
                      </c:pt>
                      <c:pt idx="250">
                        <c:v>41.030715497777777</c:v>
                      </c:pt>
                      <c:pt idx="251">
                        <c:v>44.531130557777772</c:v>
                      </c:pt>
                      <c:pt idx="252">
                        <c:v>50.141338502222219</c:v>
                      </c:pt>
                      <c:pt idx="253">
                        <c:v>56.132526191111111</c:v>
                      </c:pt>
                      <c:pt idx="254">
                        <c:v>58.046944855555559</c:v>
                      </c:pt>
                      <c:pt idx="255">
                        <c:v>55.550839362222227</c:v>
                      </c:pt>
                      <c:pt idx="256">
                        <c:v>50.824176531111114</c:v>
                      </c:pt>
                      <c:pt idx="257">
                        <c:v>49.15036367555556</c:v>
                      </c:pt>
                      <c:pt idx="258">
                        <c:v>51.992243491111111</c:v>
                      </c:pt>
                      <c:pt idx="259">
                        <c:v>59.078862415555555</c:v>
                      </c:pt>
                      <c:pt idx="260">
                        <c:v>65.379581986666665</c:v>
                      </c:pt>
                      <c:pt idx="261">
                        <c:v>72.808989735555556</c:v>
                      </c:pt>
                      <c:pt idx="262">
                        <c:v>72.045369288888892</c:v>
                      </c:pt>
                      <c:pt idx="263">
                        <c:v>58.588726442222224</c:v>
                      </c:pt>
                      <c:pt idx="264">
                        <c:v>40.538306051111114</c:v>
                      </c:pt>
                      <c:pt idx="265">
                        <c:v>25.00930748</c:v>
                      </c:pt>
                      <c:pt idx="266">
                        <c:v>15.847667706666666</c:v>
                      </c:pt>
                      <c:pt idx="267">
                        <c:v>11.465069891111112</c:v>
                      </c:pt>
                      <c:pt idx="268">
                        <c:v>10.450779637777776</c:v>
                      </c:pt>
                      <c:pt idx="269">
                        <c:v>15.116501337777777</c:v>
                      </c:pt>
                      <c:pt idx="270">
                        <c:v>29.83651183111111</c:v>
                      </c:pt>
                      <c:pt idx="271">
                        <c:v>40.364989046666665</c:v>
                      </c:pt>
                      <c:pt idx="272">
                        <c:v>43.254431373333333</c:v>
                      </c:pt>
                      <c:pt idx="273">
                        <c:v>41.523347282222225</c:v>
                      </c:pt>
                      <c:pt idx="274">
                        <c:v>41.698358311111114</c:v>
                      </c:pt>
                      <c:pt idx="275">
                        <c:v>45.644909237777782</c:v>
                      </c:pt>
                      <c:pt idx="276">
                        <c:v>51.264941042222219</c:v>
                      </c:pt>
                      <c:pt idx="277">
                        <c:v>56.982177053333331</c:v>
                      </c:pt>
                      <c:pt idx="278">
                        <c:v>58.526785544444451</c:v>
                      </c:pt>
                      <c:pt idx="279">
                        <c:v>55.828090375555561</c:v>
                      </c:pt>
                      <c:pt idx="280">
                        <c:v>51.196791811111119</c:v>
                      </c:pt>
                      <c:pt idx="281">
                        <c:v>49.616700622222218</c:v>
                      </c:pt>
                      <c:pt idx="282">
                        <c:v>52.561810980000004</c:v>
                      </c:pt>
                      <c:pt idx="283">
                        <c:v>59.715035953333334</c:v>
                      </c:pt>
                      <c:pt idx="284">
                        <c:v>66.267516499999999</c:v>
                      </c:pt>
                      <c:pt idx="285">
                        <c:v>74.035133364444448</c:v>
                      </c:pt>
                      <c:pt idx="286">
                        <c:v>72.699955871111115</c:v>
                      </c:pt>
                      <c:pt idx="287">
                        <c:v>58.876598020000003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8-4CCE-4206-81AF-7668647A5ABE}"/>
                  </c:ext>
                </c:extLst>
              </c15:ser>
            </c15:filteredLineSeries>
            <c15:filteredLineSeries>
              <c15:ser>
                <c:idx val="37"/>
                <c:order val="3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12-10-2026'!$AM$1</c15:sqref>
                        </c15:formulaRef>
                      </c:ext>
                    </c:extLst>
                    <c:strCache>
                      <c:ptCount val="1"/>
                      <c:pt idx="0">
                        <c:v>Ericsson GI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12-10-2026'!$AM$2:$AM$289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32.01255140350667</c:v>
                      </c:pt>
                      <c:pt idx="1">
                        <c:v>19.852496089175563</c:v>
                      </c:pt>
                      <c:pt idx="2">
                        <c:v>11.809477330055547</c:v>
                      </c:pt>
                      <c:pt idx="3">
                        <c:v>7.6509305507466623</c:v>
                      </c:pt>
                      <c:pt idx="4">
                        <c:v>6.0174925595733431</c:v>
                      </c:pt>
                      <c:pt idx="5">
                        <c:v>7.4877911632355696</c:v>
                      </c:pt>
                      <c:pt idx="6">
                        <c:v>16.079825090420002</c:v>
                      </c:pt>
                      <c:pt idx="7">
                        <c:v>24.057227689951105</c:v>
                      </c:pt>
                      <c:pt idx="8">
                        <c:v>28.258821707906655</c:v>
                      </c:pt>
                      <c:pt idx="9">
                        <c:v>29.090341944175549</c:v>
                      </c:pt>
                      <c:pt idx="10">
                        <c:v>31.153746491377763</c:v>
                      </c:pt>
                      <c:pt idx="11">
                        <c:v>34.758476954782189</c:v>
                      </c:pt>
                      <c:pt idx="12">
                        <c:v>39.373813755733295</c:v>
                      </c:pt>
                      <c:pt idx="13">
                        <c:v>43.361114285795566</c:v>
                      </c:pt>
                      <c:pt idx="14">
                        <c:v>45.567656495728905</c:v>
                      </c:pt>
                      <c:pt idx="15">
                        <c:v>44.978162090726734</c:v>
                      </c:pt>
                      <c:pt idx="16">
                        <c:v>40.208114922606697</c:v>
                      </c:pt>
                      <c:pt idx="17">
                        <c:v>40.216322589417821</c:v>
                      </c:pt>
                      <c:pt idx="18">
                        <c:v>39.354256464242198</c:v>
                      </c:pt>
                      <c:pt idx="19">
                        <c:v>43.126910726188861</c:v>
                      </c:pt>
                      <c:pt idx="20">
                        <c:v>47.093874455735602</c:v>
                      </c:pt>
                      <c:pt idx="21">
                        <c:v>54.682152892306668</c:v>
                      </c:pt>
                      <c:pt idx="22">
                        <c:v>56.272591936444435</c:v>
                      </c:pt>
                      <c:pt idx="23">
                        <c:v>48.794706016322159</c:v>
                      </c:pt>
                      <c:pt idx="24">
                        <c:v>35.764825643682187</c:v>
                      </c:pt>
                      <c:pt idx="25">
                        <c:v>22.956274014957764</c:v>
                      </c:pt>
                      <c:pt idx="26">
                        <c:v>13.673928157959995</c:v>
                      </c:pt>
                      <c:pt idx="27">
                        <c:v>9.129612381991107</c:v>
                      </c:pt>
                      <c:pt idx="28">
                        <c:v>6.6311918823511098</c:v>
                      </c:pt>
                      <c:pt idx="29">
                        <c:v>7.3401578215088987</c:v>
                      </c:pt>
                      <c:pt idx="30">
                        <c:v>13.811113403933343</c:v>
                      </c:pt>
                      <c:pt idx="31">
                        <c:v>20.399264515568895</c:v>
                      </c:pt>
                      <c:pt idx="32">
                        <c:v>27.908868040622224</c:v>
                      </c:pt>
                      <c:pt idx="33">
                        <c:v>32.377972506451087</c:v>
                      </c:pt>
                      <c:pt idx="34">
                        <c:v>35.765848919573358</c:v>
                      </c:pt>
                      <c:pt idx="35">
                        <c:v>40.996389369053318</c:v>
                      </c:pt>
                      <c:pt idx="36">
                        <c:v>42.000236430286684</c:v>
                      </c:pt>
                      <c:pt idx="37">
                        <c:v>43.67584492506446</c:v>
                      </c:pt>
                      <c:pt idx="38">
                        <c:v>51.054689100548956</c:v>
                      </c:pt>
                      <c:pt idx="39">
                        <c:v>49.214026425148916</c:v>
                      </c:pt>
                      <c:pt idx="40">
                        <c:v>41.783154079848813</c:v>
                      </c:pt>
                      <c:pt idx="41">
                        <c:v>40.657944686062166</c:v>
                      </c:pt>
                      <c:pt idx="42">
                        <c:v>39.57531779934444</c:v>
                      </c:pt>
                      <c:pt idx="43">
                        <c:v>43.997571233959945</c:v>
                      </c:pt>
                      <c:pt idx="44">
                        <c:v>47.823578780571047</c:v>
                      </c:pt>
                      <c:pt idx="45">
                        <c:v>56.046067742704437</c:v>
                      </c:pt>
                      <c:pt idx="46">
                        <c:v>57.429678929533367</c:v>
                      </c:pt>
                      <c:pt idx="47">
                        <c:v>50.669509025046629</c:v>
                      </c:pt>
                      <c:pt idx="48">
                        <c:v>37.582106847204386</c:v>
                      </c:pt>
                      <c:pt idx="49">
                        <c:v>24.413043783571108</c:v>
                      </c:pt>
                      <c:pt idx="50">
                        <c:v>14.488115042891113</c:v>
                      </c:pt>
                      <c:pt idx="51">
                        <c:v>9.014165728366681</c:v>
                      </c:pt>
                      <c:pt idx="52">
                        <c:v>6.5412333788688883</c:v>
                      </c:pt>
                      <c:pt idx="53">
                        <c:v>7.3434119703222329</c:v>
                      </c:pt>
                      <c:pt idx="54">
                        <c:v>14.328159300599994</c:v>
                      </c:pt>
                      <c:pt idx="55">
                        <c:v>21.275283138148879</c:v>
                      </c:pt>
                      <c:pt idx="56">
                        <c:v>28.01150665183334</c:v>
                      </c:pt>
                      <c:pt idx="57">
                        <c:v>31.584933019624405</c:v>
                      </c:pt>
                      <c:pt idx="58">
                        <c:v>33.802872379691124</c:v>
                      </c:pt>
                      <c:pt idx="59">
                        <c:v>37.330751313733273</c:v>
                      </c:pt>
                      <c:pt idx="60">
                        <c:v>40.618506858808836</c:v>
                      </c:pt>
                      <c:pt idx="61">
                        <c:v>45.218108473779999</c:v>
                      </c:pt>
                      <c:pt idx="62">
                        <c:v>48.031737417493289</c:v>
                      </c:pt>
                      <c:pt idx="63">
                        <c:v>46.29663450176885</c:v>
                      </c:pt>
                      <c:pt idx="64">
                        <c:v>40.415978586495584</c:v>
                      </c:pt>
                      <c:pt idx="65">
                        <c:v>39.500070979555566</c:v>
                      </c:pt>
                      <c:pt idx="66">
                        <c:v>38.740009720400067</c:v>
                      </c:pt>
                      <c:pt idx="67">
                        <c:v>42.417204828293251</c:v>
                      </c:pt>
                      <c:pt idx="68">
                        <c:v>46.092399156024477</c:v>
                      </c:pt>
                      <c:pt idx="69">
                        <c:v>54.114423850595607</c:v>
                      </c:pt>
                      <c:pt idx="70">
                        <c:v>55.1338721638555</c:v>
                      </c:pt>
                      <c:pt idx="71">
                        <c:v>46.264529098835609</c:v>
                      </c:pt>
                      <c:pt idx="72">
                        <c:v>31.767832142551068</c:v>
                      </c:pt>
                      <c:pt idx="73">
                        <c:v>19.277305109693337</c:v>
                      </c:pt>
                      <c:pt idx="74">
                        <c:v>11.30565385089556</c:v>
                      </c:pt>
                      <c:pt idx="75">
                        <c:v>7.311916210448878</c:v>
                      </c:pt>
                      <c:pt idx="76">
                        <c:v>5.8685419941799948</c:v>
                      </c:pt>
                      <c:pt idx="77">
                        <c:v>7.1763685075866732</c:v>
                      </c:pt>
                      <c:pt idx="78">
                        <c:v>15.362667927231106</c:v>
                      </c:pt>
                      <c:pt idx="79">
                        <c:v>22.624635441064441</c:v>
                      </c:pt>
                      <c:pt idx="80">
                        <c:v>26.649105875446665</c:v>
                      </c:pt>
                      <c:pt idx="81">
                        <c:v>27.506334082522216</c:v>
                      </c:pt>
                      <c:pt idx="82">
                        <c:v>29.54066199559778</c:v>
                      </c:pt>
                      <c:pt idx="83">
                        <c:v>33.565512398228861</c:v>
                      </c:pt>
                      <c:pt idx="84">
                        <c:v>37.808222479673404</c:v>
                      </c:pt>
                      <c:pt idx="85">
                        <c:v>40.820615715602173</c:v>
                      </c:pt>
                      <c:pt idx="86">
                        <c:v>42.814468634502241</c:v>
                      </c:pt>
                      <c:pt idx="87">
                        <c:v>42.030339798151047</c:v>
                      </c:pt>
                      <c:pt idx="88">
                        <c:v>38.679163424628847</c:v>
                      </c:pt>
                      <c:pt idx="89">
                        <c:v>39.050905973524458</c:v>
                      </c:pt>
                      <c:pt idx="90">
                        <c:v>37.61554227040223</c:v>
                      </c:pt>
                      <c:pt idx="91">
                        <c:v>41.9813435501</c:v>
                      </c:pt>
                      <c:pt idx="92">
                        <c:v>45.944666220015534</c:v>
                      </c:pt>
                      <c:pt idx="93">
                        <c:v>53.96742513648892</c:v>
                      </c:pt>
                      <c:pt idx="94">
                        <c:v>54.122781246199978</c:v>
                      </c:pt>
                      <c:pt idx="95">
                        <c:v>44.630906646457781</c:v>
                      </c:pt>
                      <c:pt idx="96">
                        <c:v>30.155880925608869</c:v>
                      </c:pt>
                      <c:pt idx="97">
                        <c:v>18.266707011013334</c:v>
                      </c:pt>
                      <c:pt idx="98">
                        <c:v>10.695735094355545</c:v>
                      </c:pt>
                      <c:pt idx="99">
                        <c:v>6.996882016417775</c:v>
                      </c:pt>
                      <c:pt idx="100">
                        <c:v>5.6052471941999951</c:v>
                      </c:pt>
                      <c:pt idx="101">
                        <c:v>6.9871421317022229</c:v>
                      </c:pt>
                      <c:pt idx="102">
                        <c:v>15.460075417102226</c:v>
                      </c:pt>
                      <c:pt idx="103">
                        <c:v>23.179615758508891</c:v>
                      </c:pt>
                      <c:pt idx="104">
                        <c:v>27.329617370793333</c:v>
                      </c:pt>
                      <c:pt idx="105">
                        <c:v>28.040671829508891</c:v>
                      </c:pt>
                      <c:pt idx="106">
                        <c:v>29.953838984686673</c:v>
                      </c:pt>
                      <c:pt idx="107">
                        <c:v>33.965326949606649</c:v>
                      </c:pt>
                      <c:pt idx="108">
                        <c:v>38.011301951011141</c:v>
                      </c:pt>
                      <c:pt idx="109">
                        <c:v>41.447595248251083</c:v>
                      </c:pt>
                      <c:pt idx="110">
                        <c:v>42.903070931848895</c:v>
                      </c:pt>
                      <c:pt idx="111">
                        <c:v>42.051689298946684</c:v>
                      </c:pt>
                      <c:pt idx="112">
                        <c:v>38.426546433033344</c:v>
                      </c:pt>
                      <c:pt idx="113">
                        <c:v>38.760373329024546</c:v>
                      </c:pt>
                      <c:pt idx="114">
                        <c:v>37.94115240938892</c:v>
                      </c:pt>
                      <c:pt idx="115">
                        <c:v>42.108302211588814</c:v>
                      </c:pt>
                      <c:pt idx="116">
                        <c:v>46.218278965408963</c:v>
                      </c:pt>
                      <c:pt idx="117">
                        <c:v>54.389892381026684</c:v>
                      </c:pt>
                      <c:pt idx="118">
                        <c:v>54.341535077499969</c:v>
                      </c:pt>
                      <c:pt idx="119">
                        <c:v>44.794115783833334</c:v>
                      </c:pt>
                      <c:pt idx="120">
                        <c:v>30.086988888800057</c:v>
                      </c:pt>
                      <c:pt idx="121">
                        <c:v>18.056742068426669</c:v>
                      </c:pt>
                      <c:pt idx="122">
                        <c:v>10.56814882848667</c:v>
                      </c:pt>
                      <c:pt idx="123">
                        <c:v>6.9458160493044474</c:v>
                      </c:pt>
                      <c:pt idx="124">
                        <c:v>5.5320409778955497</c:v>
                      </c:pt>
                      <c:pt idx="125">
                        <c:v>6.9029492076711065</c:v>
                      </c:pt>
                      <c:pt idx="126">
                        <c:v>15.553704516415561</c:v>
                      </c:pt>
                      <c:pt idx="127">
                        <c:v>23.496854156375569</c:v>
                      </c:pt>
                      <c:pt idx="128">
                        <c:v>27.615696299448899</c:v>
                      </c:pt>
                      <c:pt idx="129">
                        <c:v>28.295681754637798</c:v>
                      </c:pt>
                      <c:pt idx="130">
                        <c:v>30.53936583375777</c:v>
                      </c:pt>
                      <c:pt idx="131">
                        <c:v>33.762734264028921</c:v>
                      </c:pt>
                      <c:pt idx="132">
                        <c:v>38.82434530389996</c:v>
                      </c:pt>
                      <c:pt idx="133">
                        <c:v>44.730520249226643</c:v>
                      </c:pt>
                      <c:pt idx="134">
                        <c:v>46.323162209333347</c:v>
                      </c:pt>
                      <c:pt idx="135">
                        <c:v>44.513365757537713</c:v>
                      </c:pt>
                      <c:pt idx="136">
                        <c:v>38.992251658142138</c:v>
                      </c:pt>
                      <c:pt idx="137">
                        <c:v>39.159590153968885</c:v>
                      </c:pt>
                      <c:pt idx="138">
                        <c:v>39.541898091382251</c:v>
                      </c:pt>
                      <c:pt idx="139">
                        <c:v>44.183487865902315</c:v>
                      </c:pt>
                      <c:pt idx="140">
                        <c:v>47.19906068875116</c:v>
                      </c:pt>
                      <c:pt idx="141">
                        <c:v>55.180169927897772</c:v>
                      </c:pt>
                      <c:pt idx="142">
                        <c:v>54.962013402324473</c:v>
                      </c:pt>
                      <c:pt idx="143">
                        <c:v>45.135605703486625</c:v>
                      </c:pt>
                      <c:pt idx="144">
                        <c:v>30.790400324088864</c:v>
                      </c:pt>
                      <c:pt idx="145">
                        <c:v>18.600393431506674</c:v>
                      </c:pt>
                      <c:pt idx="146">
                        <c:v>11.288255814222222</c:v>
                      </c:pt>
                      <c:pt idx="147">
                        <c:v>7.4027865122088823</c:v>
                      </c:pt>
                      <c:pt idx="148">
                        <c:v>5.9107955804533336</c:v>
                      </c:pt>
                      <c:pt idx="149">
                        <c:v>7.3193930223377786</c:v>
                      </c:pt>
                      <c:pt idx="150">
                        <c:v>16.255191489353344</c:v>
                      </c:pt>
                      <c:pt idx="151">
                        <c:v>24.171700894717755</c:v>
                      </c:pt>
                      <c:pt idx="152">
                        <c:v>28.38399350349334</c:v>
                      </c:pt>
                      <c:pt idx="153">
                        <c:v>28.714083649811119</c:v>
                      </c:pt>
                      <c:pt idx="154">
                        <c:v>30.575360134506649</c:v>
                      </c:pt>
                      <c:pt idx="155">
                        <c:v>34.025317471095597</c:v>
                      </c:pt>
                      <c:pt idx="156">
                        <c:v>37.873554821126611</c:v>
                      </c:pt>
                      <c:pt idx="157">
                        <c:v>41.187771688471052</c:v>
                      </c:pt>
                      <c:pt idx="158">
                        <c:v>43.186153365924461</c:v>
                      </c:pt>
                      <c:pt idx="159">
                        <c:v>42.484527731297753</c:v>
                      </c:pt>
                      <c:pt idx="160">
                        <c:v>39.403430629637825</c:v>
                      </c:pt>
                      <c:pt idx="161">
                        <c:v>40.254782800860006</c:v>
                      </c:pt>
                      <c:pt idx="162">
                        <c:v>39.372266876717752</c:v>
                      </c:pt>
                      <c:pt idx="163">
                        <c:v>43.967958959855522</c:v>
                      </c:pt>
                      <c:pt idx="164">
                        <c:v>47.594171468535521</c:v>
                      </c:pt>
                      <c:pt idx="165">
                        <c:v>55.233943550637797</c:v>
                      </c:pt>
                      <c:pt idx="166">
                        <c:v>54.860960244926659</c:v>
                      </c:pt>
                      <c:pt idx="167">
                        <c:v>44.313644121968878</c:v>
                      </c:pt>
                      <c:pt idx="168">
                        <c:v>29.636736021602186</c:v>
                      </c:pt>
                      <c:pt idx="169">
                        <c:v>17.69837236907556</c:v>
                      </c:pt>
                      <c:pt idx="170">
                        <c:v>10.691008719997786</c:v>
                      </c:pt>
                      <c:pt idx="171">
                        <c:v>7.1270603285399954</c:v>
                      </c:pt>
                      <c:pt idx="172">
                        <c:v>5.7999687526155466</c:v>
                      </c:pt>
                      <c:pt idx="173">
                        <c:v>7.3944205407799988</c:v>
                      </c:pt>
                      <c:pt idx="174">
                        <c:v>16.58878585206444</c:v>
                      </c:pt>
                      <c:pt idx="175">
                        <c:v>25.794896020617806</c:v>
                      </c:pt>
                      <c:pt idx="176">
                        <c:v>30.620506209499993</c:v>
                      </c:pt>
                      <c:pt idx="177">
                        <c:v>30.391759520771121</c:v>
                      </c:pt>
                      <c:pt idx="178">
                        <c:v>31.620135183619997</c:v>
                      </c:pt>
                      <c:pt idx="179">
                        <c:v>34.717975834162225</c:v>
                      </c:pt>
                      <c:pt idx="180">
                        <c:v>38.992124252568935</c:v>
                      </c:pt>
                      <c:pt idx="181">
                        <c:v>42.716396244777783</c:v>
                      </c:pt>
                      <c:pt idx="182">
                        <c:v>44.395189425475564</c:v>
                      </c:pt>
                      <c:pt idx="183">
                        <c:v>43.772563841037723</c:v>
                      </c:pt>
                      <c:pt idx="184">
                        <c:v>39.653166966946671</c:v>
                      </c:pt>
                      <c:pt idx="185">
                        <c:v>40.006928937933338</c:v>
                      </c:pt>
                      <c:pt idx="186">
                        <c:v>39.332498602400065</c:v>
                      </c:pt>
                      <c:pt idx="187">
                        <c:v>44.612965554715522</c:v>
                      </c:pt>
                      <c:pt idx="188">
                        <c:v>47.950571989893298</c:v>
                      </c:pt>
                      <c:pt idx="189">
                        <c:v>55.528555677200039</c:v>
                      </c:pt>
                      <c:pt idx="190">
                        <c:v>55.746801652395561</c:v>
                      </c:pt>
                      <c:pt idx="191">
                        <c:v>47.585590430037783</c:v>
                      </c:pt>
                      <c:pt idx="192">
                        <c:v>34.448630816311123</c:v>
                      </c:pt>
                      <c:pt idx="193">
                        <c:v>22.128638936115568</c:v>
                      </c:pt>
                      <c:pt idx="194">
                        <c:v>13.644569420362217</c:v>
                      </c:pt>
                      <c:pt idx="195">
                        <c:v>8.8940872114644467</c:v>
                      </c:pt>
                      <c:pt idx="196">
                        <c:v>6.7133763236755577</c:v>
                      </c:pt>
                      <c:pt idx="197">
                        <c:v>7.1392666896955532</c:v>
                      </c:pt>
                      <c:pt idx="198">
                        <c:v>14.194872278642212</c:v>
                      </c:pt>
                      <c:pt idx="199">
                        <c:v>21.371571359613316</c:v>
                      </c:pt>
                      <c:pt idx="200">
                        <c:v>28.748089207933333</c:v>
                      </c:pt>
                      <c:pt idx="201">
                        <c:v>32.883840653779998</c:v>
                      </c:pt>
                      <c:pt idx="202">
                        <c:v>35.448392409553421</c:v>
                      </c:pt>
                      <c:pt idx="203">
                        <c:v>39.309915961586618</c:v>
                      </c:pt>
                      <c:pt idx="204">
                        <c:v>40.814609344524456</c:v>
                      </c:pt>
                      <c:pt idx="205">
                        <c:v>43.101826647742207</c:v>
                      </c:pt>
                      <c:pt idx="206">
                        <c:v>50.285398973966636</c:v>
                      </c:pt>
                      <c:pt idx="207">
                        <c:v>48.210682881228877</c:v>
                      </c:pt>
                      <c:pt idx="208">
                        <c:v>41.453190565160007</c:v>
                      </c:pt>
                      <c:pt idx="209">
                        <c:v>40.954706605991177</c:v>
                      </c:pt>
                      <c:pt idx="210">
                        <c:v>39.394435074342219</c:v>
                      </c:pt>
                      <c:pt idx="211">
                        <c:v>45.103368320071162</c:v>
                      </c:pt>
                      <c:pt idx="212">
                        <c:v>49.014681752042257</c:v>
                      </c:pt>
                      <c:pt idx="213">
                        <c:v>56.552130089220014</c:v>
                      </c:pt>
                      <c:pt idx="214">
                        <c:v>57.083615364975543</c:v>
                      </c:pt>
                      <c:pt idx="215">
                        <c:v>48.87268843268668</c:v>
                      </c:pt>
                      <c:pt idx="216">
                        <c:v>35.212963896786619</c:v>
                      </c:pt>
                      <c:pt idx="217">
                        <c:v>21.99681591031332</c:v>
                      </c:pt>
                      <c:pt idx="218">
                        <c:v>13.329742396339993</c:v>
                      </c:pt>
                      <c:pt idx="219">
                        <c:v>8.3048102344733454</c:v>
                      </c:pt>
                      <c:pt idx="220">
                        <c:v>6.2333185733111147</c:v>
                      </c:pt>
                      <c:pt idx="221">
                        <c:v>6.9734638912733367</c:v>
                      </c:pt>
                      <c:pt idx="222">
                        <c:v>14.429596700017775</c:v>
                      </c:pt>
                      <c:pt idx="223">
                        <c:v>21.718301354286663</c:v>
                      </c:pt>
                      <c:pt idx="224">
                        <c:v>28.380078933877783</c:v>
                      </c:pt>
                      <c:pt idx="225">
                        <c:v>31.470317942122179</c:v>
                      </c:pt>
                      <c:pt idx="226">
                        <c:v>33.175678232388925</c:v>
                      </c:pt>
                      <c:pt idx="227">
                        <c:v>36.28688645137548</c:v>
                      </c:pt>
                      <c:pt idx="228">
                        <c:v>39.014259422226687</c:v>
                      </c:pt>
                      <c:pt idx="229">
                        <c:v>44.157292517555618</c:v>
                      </c:pt>
                      <c:pt idx="230">
                        <c:v>47.167979987088913</c:v>
                      </c:pt>
                      <c:pt idx="231">
                        <c:v>45.255129135204442</c:v>
                      </c:pt>
                      <c:pt idx="232">
                        <c:v>39.444426301095596</c:v>
                      </c:pt>
                      <c:pt idx="233">
                        <c:v>39.020958067322191</c:v>
                      </c:pt>
                      <c:pt idx="234">
                        <c:v>38.26382348289998</c:v>
                      </c:pt>
                      <c:pt idx="235">
                        <c:v>43.396024608064479</c:v>
                      </c:pt>
                      <c:pt idx="236">
                        <c:v>47.58482333418447</c:v>
                      </c:pt>
                      <c:pt idx="237">
                        <c:v>55.29881972855118</c:v>
                      </c:pt>
                      <c:pt idx="238">
                        <c:v>54.365084185928886</c:v>
                      </c:pt>
                      <c:pt idx="239">
                        <c:v>44.148790649357778</c:v>
                      </c:pt>
                      <c:pt idx="240">
                        <c:v>29.302380285302249</c:v>
                      </c:pt>
                      <c:pt idx="241">
                        <c:v>17.472232242357773</c:v>
                      </c:pt>
                      <c:pt idx="242">
                        <c:v>10.367617025804437</c:v>
                      </c:pt>
                      <c:pt idx="243">
                        <c:v>6.9030456005577836</c:v>
                      </c:pt>
                      <c:pt idx="244">
                        <c:v>5.542268498944444</c:v>
                      </c:pt>
                      <c:pt idx="245">
                        <c:v>6.7390791931755576</c:v>
                      </c:pt>
                      <c:pt idx="246">
                        <c:v>15.264123551437777</c:v>
                      </c:pt>
                      <c:pt idx="247">
                        <c:v>22.952199519935569</c:v>
                      </c:pt>
                      <c:pt idx="248">
                        <c:v>27.101009557842222</c:v>
                      </c:pt>
                      <c:pt idx="249">
                        <c:v>27.402199326968926</c:v>
                      </c:pt>
                      <c:pt idx="250">
                        <c:v>29.27443279780444</c:v>
                      </c:pt>
                      <c:pt idx="251">
                        <c:v>32.972687392515553</c:v>
                      </c:pt>
                      <c:pt idx="252">
                        <c:v>36.83376275173562</c:v>
                      </c:pt>
                      <c:pt idx="253">
                        <c:v>40.329595706864524</c:v>
                      </c:pt>
                      <c:pt idx="254">
                        <c:v>42.488640065904434</c:v>
                      </c:pt>
                      <c:pt idx="255">
                        <c:v>41.944808766582298</c:v>
                      </c:pt>
                      <c:pt idx="256">
                        <c:v>39.03233527275782</c:v>
                      </c:pt>
                      <c:pt idx="257">
                        <c:v>40.226024998408896</c:v>
                      </c:pt>
                      <c:pt idx="258">
                        <c:v>39.211820728531116</c:v>
                      </c:pt>
                      <c:pt idx="259">
                        <c:v>44.173710760779954</c:v>
                      </c:pt>
                      <c:pt idx="260">
                        <c:v>48.283837023277755</c:v>
                      </c:pt>
                      <c:pt idx="261">
                        <c:v>55.600883276453366</c:v>
                      </c:pt>
                      <c:pt idx="262">
                        <c:v>53.968657515377785</c:v>
                      </c:pt>
                      <c:pt idx="263">
                        <c:v>42.773817717048878</c:v>
                      </c:pt>
                      <c:pt idx="264">
                        <c:v>27.901731137935563</c:v>
                      </c:pt>
                      <c:pt idx="265">
                        <c:v>16.543362352846664</c:v>
                      </c:pt>
                      <c:pt idx="266">
                        <c:v>9.850851046375551</c:v>
                      </c:pt>
                      <c:pt idx="267">
                        <c:v>6.7621847516955524</c:v>
                      </c:pt>
                      <c:pt idx="268">
                        <c:v>5.6311427694177736</c:v>
                      </c:pt>
                      <c:pt idx="269">
                        <c:v>7.0129393830800089</c:v>
                      </c:pt>
                      <c:pt idx="270">
                        <c:v>15.940248591991105</c:v>
                      </c:pt>
                      <c:pt idx="271">
                        <c:v>24.305187639297781</c:v>
                      </c:pt>
                      <c:pt idx="272">
                        <c:v>27.892451406857788</c:v>
                      </c:pt>
                      <c:pt idx="273">
                        <c:v>28.062090344604421</c:v>
                      </c:pt>
                      <c:pt idx="274">
                        <c:v>29.874087331364439</c:v>
                      </c:pt>
                      <c:pt idx="275">
                        <c:v>33.671909874522193</c:v>
                      </c:pt>
                      <c:pt idx="276">
                        <c:v>37.402992821997714</c:v>
                      </c:pt>
                      <c:pt idx="277">
                        <c:v>41.168678525906657</c:v>
                      </c:pt>
                      <c:pt idx="278">
                        <c:v>42.662239747819996</c:v>
                      </c:pt>
                      <c:pt idx="279">
                        <c:v>41.980433812295537</c:v>
                      </c:pt>
                      <c:pt idx="280">
                        <c:v>38.947663662515595</c:v>
                      </c:pt>
                      <c:pt idx="281">
                        <c:v>39.822805726115497</c:v>
                      </c:pt>
                      <c:pt idx="282">
                        <c:v>38.59689883592889</c:v>
                      </c:pt>
                      <c:pt idx="283">
                        <c:v>44.130557236662135</c:v>
                      </c:pt>
                      <c:pt idx="284">
                        <c:v>48.755624922506684</c:v>
                      </c:pt>
                      <c:pt idx="285">
                        <c:v>56.317950412031166</c:v>
                      </c:pt>
                      <c:pt idx="286">
                        <c:v>54.685848020428978</c:v>
                      </c:pt>
                      <c:pt idx="287">
                        <c:v>43.13721175565562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9-4CCE-4206-81AF-7668647A5ABE}"/>
                  </c:ext>
                </c:extLst>
              </c15:ser>
            </c15:filteredLineSeries>
            <c15:filteredLineSeries>
              <c15:ser>
                <c:idx val="38"/>
                <c:order val="3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12-10-2026'!$AN$1</c15:sqref>
                        </c15:formulaRef>
                      </c:ext>
                    </c:extLst>
                    <c:strCache>
                      <c:ptCount val="1"/>
                      <c:pt idx="0">
                        <c:v>Total 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12-10-2026'!$AN$2:$AN$289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77.526254174617776</c:v>
                      </c:pt>
                      <c:pt idx="1">
                        <c:v>48.283615055842233</c:v>
                      </c:pt>
                      <c:pt idx="2">
                        <c:v>29.472584414499991</c:v>
                      </c:pt>
                      <c:pt idx="3">
                        <c:v>19.87949392852444</c:v>
                      </c:pt>
                      <c:pt idx="4">
                        <c:v>16.83571030624001</c:v>
                      </c:pt>
                      <c:pt idx="5">
                        <c:v>23.625006669902238</c:v>
                      </c:pt>
                      <c:pt idx="6">
                        <c:v>46.068519563753334</c:v>
                      </c:pt>
                      <c:pt idx="7">
                        <c:v>65.055952272173329</c:v>
                      </c:pt>
                      <c:pt idx="8">
                        <c:v>72.423478512351096</c:v>
                      </c:pt>
                      <c:pt idx="9">
                        <c:v>72.237612428619997</c:v>
                      </c:pt>
                      <c:pt idx="10">
                        <c:v>75.009477480266654</c:v>
                      </c:pt>
                      <c:pt idx="11">
                        <c:v>82.537778710337747</c:v>
                      </c:pt>
                      <c:pt idx="12">
                        <c:v>93.126772149066639</c:v>
                      </c:pt>
                      <c:pt idx="13">
                        <c:v>104.14414497024001</c:v>
                      </c:pt>
                      <c:pt idx="14">
                        <c:v>108.41866912017335</c:v>
                      </c:pt>
                      <c:pt idx="15">
                        <c:v>105.44471405961562</c:v>
                      </c:pt>
                      <c:pt idx="16">
                        <c:v>92.874658947051145</c:v>
                      </c:pt>
                      <c:pt idx="17">
                        <c:v>89.99556200497338</c:v>
                      </c:pt>
                      <c:pt idx="18">
                        <c:v>90.571506877575544</c:v>
                      </c:pt>
                      <c:pt idx="19">
                        <c:v>102.20629200174442</c:v>
                      </c:pt>
                      <c:pt idx="20">
                        <c:v>111.56073856684671</c:v>
                      </c:pt>
                      <c:pt idx="21">
                        <c:v>126.85308746341778</c:v>
                      </c:pt>
                      <c:pt idx="22">
                        <c:v>130.98283632533332</c:v>
                      </c:pt>
                      <c:pt idx="23">
                        <c:v>115.01075480298883</c:v>
                      </c:pt>
                      <c:pt idx="24">
                        <c:v>85.470902883682186</c:v>
                      </c:pt>
                      <c:pt idx="25">
                        <c:v>55.462869177179989</c:v>
                      </c:pt>
                      <c:pt idx="26">
                        <c:v>33.6967387290711</c:v>
                      </c:pt>
                      <c:pt idx="27">
                        <c:v>22.61383649310222</c:v>
                      </c:pt>
                      <c:pt idx="28">
                        <c:v>17.638863529017776</c:v>
                      </c:pt>
                      <c:pt idx="29">
                        <c:v>22.500686399286678</c:v>
                      </c:pt>
                      <c:pt idx="30">
                        <c:v>40.349062701711119</c:v>
                      </c:pt>
                      <c:pt idx="31">
                        <c:v>58.490551591124451</c:v>
                      </c:pt>
                      <c:pt idx="32">
                        <c:v>74.926063153955553</c:v>
                      </c:pt>
                      <c:pt idx="33">
                        <c:v>81.799568457562202</c:v>
                      </c:pt>
                      <c:pt idx="34">
                        <c:v>86.72873253290669</c:v>
                      </c:pt>
                      <c:pt idx="35">
                        <c:v>96.863633431275531</c:v>
                      </c:pt>
                      <c:pt idx="36">
                        <c:v>101.35256237250891</c:v>
                      </c:pt>
                      <c:pt idx="37">
                        <c:v>108.00583473395335</c:v>
                      </c:pt>
                      <c:pt idx="38">
                        <c:v>121.88427444721562</c:v>
                      </c:pt>
                      <c:pt idx="39">
                        <c:v>115.61400004959336</c:v>
                      </c:pt>
                      <c:pt idx="40">
                        <c:v>98.141594230959925</c:v>
                      </c:pt>
                      <c:pt idx="41">
                        <c:v>93.308942379395489</c:v>
                      </c:pt>
                      <c:pt idx="42">
                        <c:v>92.750566183788891</c:v>
                      </c:pt>
                      <c:pt idx="43">
                        <c:v>104.75612323395995</c:v>
                      </c:pt>
                      <c:pt idx="44">
                        <c:v>114.05600442723772</c:v>
                      </c:pt>
                      <c:pt idx="45">
                        <c:v>130.28507297603778</c:v>
                      </c:pt>
                      <c:pt idx="46">
                        <c:v>133.72300462508895</c:v>
                      </c:pt>
                      <c:pt idx="47">
                        <c:v>118.63785012504664</c:v>
                      </c:pt>
                      <c:pt idx="48">
                        <c:v>88.532312673871047</c:v>
                      </c:pt>
                      <c:pt idx="49">
                        <c:v>57.704634276904443</c:v>
                      </c:pt>
                      <c:pt idx="50">
                        <c:v>34.866290769557779</c:v>
                      </c:pt>
                      <c:pt idx="51">
                        <c:v>22.775185770588905</c:v>
                      </c:pt>
                      <c:pt idx="52">
                        <c:v>18.082093236646667</c:v>
                      </c:pt>
                      <c:pt idx="53">
                        <c:v>23.469027759211123</c:v>
                      </c:pt>
                      <c:pt idx="54">
                        <c:v>42.590122600599997</c:v>
                      </c:pt>
                      <c:pt idx="55">
                        <c:v>61.019295618148881</c:v>
                      </c:pt>
                      <c:pt idx="56">
                        <c:v>74.907699658500007</c:v>
                      </c:pt>
                      <c:pt idx="57">
                        <c:v>79.20579629073552</c:v>
                      </c:pt>
                      <c:pt idx="58">
                        <c:v>81.487780061913355</c:v>
                      </c:pt>
                      <c:pt idx="59">
                        <c:v>88.315014767066614</c:v>
                      </c:pt>
                      <c:pt idx="60">
                        <c:v>96.152600769919943</c:v>
                      </c:pt>
                      <c:pt idx="61">
                        <c:v>108.45769332933554</c:v>
                      </c:pt>
                      <c:pt idx="62">
                        <c:v>114.19921881527107</c:v>
                      </c:pt>
                      <c:pt idx="63">
                        <c:v>108.96983936399107</c:v>
                      </c:pt>
                      <c:pt idx="64">
                        <c:v>94.280467053162255</c:v>
                      </c:pt>
                      <c:pt idx="65">
                        <c:v>90.295892379555568</c:v>
                      </c:pt>
                      <c:pt idx="66">
                        <c:v>90.356525464844509</c:v>
                      </c:pt>
                      <c:pt idx="67">
                        <c:v>101.0528676527377</c:v>
                      </c:pt>
                      <c:pt idx="68">
                        <c:v>110.55399450046892</c:v>
                      </c:pt>
                      <c:pt idx="69">
                        <c:v>126.47457296615119</c:v>
                      </c:pt>
                      <c:pt idx="70">
                        <c:v>128.51017657941105</c:v>
                      </c:pt>
                      <c:pt idx="71">
                        <c:v>108.97355143439117</c:v>
                      </c:pt>
                      <c:pt idx="72">
                        <c:v>76.251401180328841</c:v>
                      </c:pt>
                      <c:pt idx="73">
                        <c:v>47.01923194524889</c:v>
                      </c:pt>
                      <c:pt idx="74">
                        <c:v>28.586890668673338</c:v>
                      </c:pt>
                      <c:pt idx="75">
                        <c:v>19.327091683782214</c:v>
                      </c:pt>
                      <c:pt idx="76">
                        <c:v>16.57933271640222</c:v>
                      </c:pt>
                      <c:pt idx="77">
                        <c:v>22.799683372031119</c:v>
                      </c:pt>
                      <c:pt idx="78">
                        <c:v>44.721110447231112</c:v>
                      </c:pt>
                      <c:pt idx="79">
                        <c:v>61.598191245508886</c:v>
                      </c:pt>
                      <c:pt idx="80">
                        <c:v>69.296591277668881</c:v>
                      </c:pt>
                      <c:pt idx="81">
                        <c:v>69.252405842522222</c:v>
                      </c:pt>
                      <c:pt idx="82">
                        <c:v>71.452072540042224</c:v>
                      </c:pt>
                      <c:pt idx="83">
                        <c:v>79.182464127117754</c:v>
                      </c:pt>
                      <c:pt idx="84">
                        <c:v>88.820266277451182</c:v>
                      </c:pt>
                      <c:pt idx="85">
                        <c:v>97.740763715602171</c:v>
                      </c:pt>
                      <c:pt idx="86">
                        <c:v>101.85009453894668</c:v>
                      </c:pt>
                      <c:pt idx="87">
                        <c:v>98.553207633706592</c:v>
                      </c:pt>
                      <c:pt idx="88">
                        <c:v>89.442559533517738</c:v>
                      </c:pt>
                      <c:pt idx="89">
                        <c:v>87.7526041179689</c:v>
                      </c:pt>
                      <c:pt idx="90">
                        <c:v>87.641859085957776</c:v>
                      </c:pt>
                      <c:pt idx="91">
                        <c:v>99.635956596766675</c:v>
                      </c:pt>
                      <c:pt idx="92">
                        <c:v>109.57225520890441</c:v>
                      </c:pt>
                      <c:pt idx="93">
                        <c:v>125.6289548631556</c:v>
                      </c:pt>
                      <c:pt idx="94">
                        <c:v>126.31842842619999</c:v>
                      </c:pt>
                      <c:pt idx="95">
                        <c:v>104.91191745534667</c:v>
                      </c:pt>
                      <c:pt idx="96">
                        <c:v>71.793013510053328</c:v>
                      </c:pt>
                      <c:pt idx="97">
                        <c:v>43.964616164346666</c:v>
                      </c:pt>
                      <c:pt idx="98">
                        <c:v>26.753750721022211</c:v>
                      </c:pt>
                      <c:pt idx="99">
                        <c:v>18.329604294195555</c:v>
                      </c:pt>
                      <c:pt idx="100">
                        <c:v>15.851967220866662</c:v>
                      </c:pt>
                      <c:pt idx="101">
                        <c:v>22.347047880591109</c:v>
                      </c:pt>
                      <c:pt idx="102">
                        <c:v>44.868417699324446</c:v>
                      </c:pt>
                      <c:pt idx="103">
                        <c:v>62.803244476286665</c:v>
                      </c:pt>
                      <c:pt idx="104">
                        <c:v>69.979534690793329</c:v>
                      </c:pt>
                      <c:pt idx="105">
                        <c:v>69.494905707286676</c:v>
                      </c:pt>
                      <c:pt idx="106">
                        <c:v>71.837511373575552</c:v>
                      </c:pt>
                      <c:pt idx="107">
                        <c:v>80.140932096273318</c:v>
                      </c:pt>
                      <c:pt idx="108">
                        <c:v>89.578603348788903</c:v>
                      </c:pt>
                      <c:pt idx="109">
                        <c:v>99.153962832695527</c:v>
                      </c:pt>
                      <c:pt idx="110">
                        <c:v>102.11334179407112</c:v>
                      </c:pt>
                      <c:pt idx="111">
                        <c:v>98.663031536724461</c:v>
                      </c:pt>
                      <c:pt idx="112">
                        <c:v>89.3660920885889</c:v>
                      </c:pt>
                      <c:pt idx="113">
                        <c:v>87.167890635691208</c:v>
                      </c:pt>
                      <c:pt idx="114">
                        <c:v>87.844618731611149</c:v>
                      </c:pt>
                      <c:pt idx="115">
                        <c:v>99.591205747144386</c:v>
                      </c:pt>
                      <c:pt idx="116">
                        <c:v>109.55364790985341</c:v>
                      </c:pt>
                      <c:pt idx="117">
                        <c:v>126.15078779658224</c:v>
                      </c:pt>
                      <c:pt idx="118">
                        <c:v>126.85644726416663</c:v>
                      </c:pt>
                      <c:pt idx="119">
                        <c:v>105.85509023938889</c:v>
                      </c:pt>
                      <c:pt idx="120">
                        <c:v>72.356893353244502</c:v>
                      </c:pt>
                      <c:pt idx="121">
                        <c:v>44.194529492871112</c:v>
                      </c:pt>
                      <c:pt idx="122">
                        <c:v>26.79757078848667</c:v>
                      </c:pt>
                      <c:pt idx="123">
                        <c:v>18.378711618193336</c:v>
                      </c:pt>
                      <c:pt idx="124">
                        <c:v>15.837658902339994</c:v>
                      </c:pt>
                      <c:pt idx="125">
                        <c:v>22.119762738782217</c:v>
                      </c:pt>
                      <c:pt idx="126">
                        <c:v>45.270596643082229</c:v>
                      </c:pt>
                      <c:pt idx="127">
                        <c:v>63.421414271931127</c:v>
                      </c:pt>
                      <c:pt idx="128">
                        <c:v>70.428023646115562</c:v>
                      </c:pt>
                      <c:pt idx="129">
                        <c:v>70.161104787971126</c:v>
                      </c:pt>
                      <c:pt idx="130">
                        <c:v>73.21315814931333</c:v>
                      </c:pt>
                      <c:pt idx="131">
                        <c:v>80.261755961806699</c:v>
                      </c:pt>
                      <c:pt idx="132">
                        <c:v>91.756297015011071</c:v>
                      </c:pt>
                      <c:pt idx="133">
                        <c:v>106.57348350700443</c:v>
                      </c:pt>
                      <c:pt idx="134">
                        <c:v>110.23782904488891</c:v>
                      </c:pt>
                      <c:pt idx="135">
                        <c:v>104.6771410864266</c:v>
                      </c:pt>
                      <c:pt idx="136">
                        <c:v>90.867914967031027</c:v>
                      </c:pt>
                      <c:pt idx="137">
                        <c:v>88.216521511746663</c:v>
                      </c:pt>
                      <c:pt idx="138">
                        <c:v>91.928503055826695</c:v>
                      </c:pt>
                      <c:pt idx="139">
                        <c:v>103.88121413701343</c:v>
                      </c:pt>
                      <c:pt idx="140">
                        <c:v>111.3856646820845</c:v>
                      </c:pt>
                      <c:pt idx="141">
                        <c:v>127.37190167678665</c:v>
                      </c:pt>
                      <c:pt idx="142">
                        <c:v>127.79389684010225</c:v>
                      </c:pt>
                      <c:pt idx="143">
                        <c:v>106.05367677015329</c:v>
                      </c:pt>
                      <c:pt idx="144">
                        <c:v>73.473782868533306</c:v>
                      </c:pt>
                      <c:pt idx="145">
                        <c:v>45.31991654928445</c:v>
                      </c:pt>
                      <c:pt idx="146">
                        <c:v>28.251272667555554</c:v>
                      </c:pt>
                      <c:pt idx="147">
                        <c:v>19.167945592208881</c:v>
                      </c:pt>
                      <c:pt idx="148">
                        <c:v>16.404779998231113</c:v>
                      </c:pt>
                      <c:pt idx="149">
                        <c:v>22.886023397893336</c:v>
                      </c:pt>
                      <c:pt idx="150">
                        <c:v>46.585746669353341</c:v>
                      </c:pt>
                      <c:pt idx="151">
                        <c:v>64.609443525828866</c:v>
                      </c:pt>
                      <c:pt idx="152">
                        <c:v>71.995687356826679</c:v>
                      </c:pt>
                      <c:pt idx="153">
                        <c:v>70.934187256477784</c:v>
                      </c:pt>
                      <c:pt idx="154">
                        <c:v>72.785710878951093</c:v>
                      </c:pt>
                      <c:pt idx="155">
                        <c:v>80.220674435540047</c:v>
                      </c:pt>
                      <c:pt idx="156">
                        <c:v>89.411370450015511</c:v>
                      </c:pt>
                      <c:pt idx="157">
                        <c:v>98.936300295137713</c:v>
                      </c:pt>
                      <c:pt idx="158">
                        <c:v>102.60178962148001</c:v>
                      </c:pt>
                      <c:pt idx="159">
                        <c:v>99.305730155742197</c:v>
                      </c:pt>
                      <c:pt idx="160">
                        <c:v>91.183832309637822</c:v>
                      </c:pt>
                      <c:pt idx="161">
                        <c:v>89.65977776086001</c:v>
                      </c:pt>
                      <c:pt idx="162">
                        <c:v>90.372865374495532</c:v>
                      </c:pt>
                      <c:pt idx="163">
                        <c:v>102.29612078429996</c:v>
                      </c:pt>
                      <c:pt idx="164">
                        <c:v>111.94203769742441</c:v>
                      </c:pt>
                      <c:pt idx="165">
                        <c:v>127.16595676174893</c:v>
                      </c:pt>
                      <c:pt idx="166">
                        <c:v>127.38329237603777</c:v>
                      </c:pt>
                      <c:pt idx="167">
                        <c:v>104.81123537308</c:v>
                      </c:pt>
                      <c:pt idx="168">
                        <c:v>71.715676628268852</c:v>
                      </c:pt>
                      <c:pt idx="169">
                        <c:v>43.901337795742229</c:v>
                      </c:pt>
                      <c:pt idx="170">
                        <c:v>27.274501662220011</c:v>
                      </c:pt>
                      <c:pt idx="171">
                        <c:v>18.78596842409555</c:v>
                      </c:pt>
                      <c:pt idx="172">
                        <c:v>16.442143465948881</c:v>
                      </c:pt>
                      <c:pt idx="173">
                        <c:v>23.246703474113332</c:v>
                      </c:pt>
                      <c:pt idx="174">
                        <c:v>47.666167285397769</c:v>
                      </c:pt>
                      <c:pt idx="175">
                        <c:v>67.935407042840012</c:v>
                      </c:pt>
                      <c:pt idx="176">
                        <c:v>77.040983962833337</c:v>
                      </c:pt>
                      <c:pt idx="177">
                        <c:v>76.022768005215568</c:v>
                      </c:pt>
                      <c:pt idx="178">
                        <c:v>75.515017205842213</c:v>
                      </c:pt>
                      <c:pt idx="179">
                        <c:v>81.989253067495554</c:v>
                      </c:pt>
                      <c:pt idx="180">
                        <c:v>92.480664541457827</c:v>
                      </c:pt>
                      <c:pt idx="181">
                        <c:v>103.07380610477777</c:v>
                      </c:pt>
                      <c:pt idx="182">
                        <c:v>106.54759582769779</c:v>
                      </c:pt>
                      <c:pt idx="183">
                        <c:v>102.95401304770439</c:v>
                      </c:pt>
                      <c:pt idx="184">
                        <c:v>92.039534324724443</c:v>
                      </c:pt>
                      <c:pt idx="185">
                        <c:v>89.967809591266672</c:v>
                      </c:pt>
                      <c:pt idx="186">
                        <c:v>91.962994793511172</c:v>
                      </c:pt>
                      <c:pt idx="187">
                        <c:v>104.99625579915997</c:v>
                      </c:pt>
                      <c:pt idx="188">
                        <c:v>113.80428685433773</c:v>
                      </c:pt>
                      <c:pt idx="189">
                        <c:v>128.46702557720005</c:v>
                      </c:pt>
                      <c:pt idx="190">
                        <c:v>130.21436419461779</c:v>
                      </c:pt>
                      <c:pt idx="191">
                        <c:v>112.23985635448223</c:v>
                      </c:pt>
                      <c:pt idx="192">
                        <c:v>82.13659060297779</c:v>
                      </c:pt>
                      <c:pt idx="193">
                        <c:v>53.019158467226674</c:v>
                      </c:pt>
                      <c:pt idx="194">
                        <c:v>32.912677618139995</c:v>
                      </c:pt>
                      <c:pt idx="195">
                        <c:v>22.835566898131113</c:v>
                      </c:pt>
                      <c:pt idx="196">
                        <c:v>18.391456085897779</c:v>
                      </c:pt>
                      <c:pt idx="197">
                        <c:v>22.450835009695552</c:v>
                      </c:pt>
                      <c:pt idx="198">
                        <c:v>41.645585189753319</c:v>
                      </c:pt>
                      <c:pt idx="199">
                        <c:v>60.81573921961332</c:v>
                      </c:pt>
                      <c:pt idx="200">
                        <c:v>77.513353919044448</c:v>
                      </c:pt>
                      <c:pt idx="201">
                        <c:v>83.408358396002228</c:v>
                      </c:pt>
                      <c:pt idx="202">
                        <c:v>86.890010056220092</c:v>
                      </c:pt>
                      <c:pt idx="203">
                        <c:v>95.045134110475516</c:v>
                      </c:pt>
                      <c:pt idx="204">
                        <c:v>99.558110966746682</c:v>
                      </c:pt>
                      <c:pt idx="205">
                        <c:v>106.58708102996442</c:v>
                      </c:pt>
                      <c:pt idx="206">
                        <c:v>119.97823351174442</c:v>
                      </c:pt>
                      <c:pt idx="207">
                        <c:v>113.39400027900665</c:v>
                      </c:pt>
                      <c:pt idx="208">
                        <c:v>98.18771163849334</c:v>
                      </c:pt>
                      <c:pt idx="209">
                        <c:v>94.651588228213399</c:v>
                      </c:pt>
                      <c:pt idx="210">
                        <c:v>94.620458272120004</c:v>
                      </c:pt>
                      <c:pt idx="211">
                        <c:v>107.15366253118228</c:v>
                      </c:pt>
                      <c:pt idx="212">
                        <c:v>116.86071684093113</c:v>
                      </c:pt>
                      <c:pt idx="213">
                        <c:v>131.48667180033112</c:v>
                      </c:pt>
                      <c:pt idx="214">
                        <c:v>133.12689217608664</c:v>
                      </c:pt>
                      <c:pt idx="215">
                        <c:v>114.62008922602001</c:v>
                      </c:pt>
                      <c:pt idx="216">
                        <c:v>83.359853723453284</c:v>
                      </c:pt>
                      <c:pt idx="217">
                        <c:v>52.667847834757765</c:v>
                      </c:pt>
                      <c:pt idx="218">
                        <c:v>32.571447727451108</c:v>
                      </c:pt>
                      <c:pt idx="219">
                        <c:v>21.567401265584458</c:v>
                      </c:pt>
                      <c:pt idx="220">
                        <c:v>17.565908484422224</c:v>
                      </c:pt>
                      <c:pt idx="221">
                        <c:v>22.286234651273336</c:v>
                      </c:pt>
                      <c:pt idx="222">
                        <c:v>42.905857913351113</c:v>
                      </c:pt>
                      <c:pt idx="223">
                        <c:v>61.80675555650889</c:v>
                      </c:pt>
                      <c:pt idx="224">
                        <c:v>75.439435687211116</c:v>
                      </c:pt>
                      <c:pt idx="225">
                        <c:v>78.766399482122182</c:v>
                      </c:pt>
                      <c:pt idx="226">
                        <c:v>80.037164956833365</c:v>
                      </c:pt>
                      <c:pt idx="227">
                        <c:v>86.041391411375486</c:v>
                      </c:pt>
                      <c:pt idx="228">
                        <c:v>93.019005700004456</c:v>
                      </c:pt>
                      <c:pt idx="229">
                        <c:v>105.93600089533339</c:v>
                      </c:pt>
                      <c:pt idx="230">
                        <c:v>111.60448357153335</c:v>
                      </c:pt>
                      <c:pt idx="231">
                        <c:v>106.14468988853778</c:v>
                      </c:pt>
                      <c:pt idx="232">
                        <c:v>92.578225892206717</c:v>
                      </c:pt>
                      <c:pt idx="233">
                        <c:v>89.646193271766634</c:v>
                      </c:pt>
                      <c:pt idx="234">
                        <c:v>91.163399754011095</c:v>
                      </c:pt>
                      <c:pt idx="235">
                        <c:v>103.17724927917558</c:v>
                      </c:pt>
                      <c:pt idx="236">
                        <c:v>113.8969455675178</c:v>
                      </c:pt>
                      <c:pt idx="237">
                        <c:v>128.93145731521784</c:v>
                      </c:pt>
                      <c:pt idx="238">
                        <c:v>127.63215514148445</c:v>
                      </c:pt>
                      <c:pt idx="239">
                        <c:v>104.53967140935778</c:v>
                      </c:pt>
                      <c:pt idx="240">
                        <c:v>70.797938998635573</c:v>
                      </c:pt>
                      <c:pt idx="241">
                        <c:v>43.059319746802217</c:v>
                      </c:pt>
                      <c:pt idx="242">
                        <c:v>26.654216023582215</c:v>
                      </c:pt>
                      <c:pt idx="243">
                        <c:v>18.679655631668894</c:v>
                      </c:pt>
                      <c:pt idx="244">
                        <c:v>16.221562207833333</c:v>
                      </c:pt>
                      <c:pt idx="245">
                        <c:v>21.735034035397781</c:v>
                      </c:pt>
                      <c:pt idx="246">
                        <c:v>44.575041453659999</c:v>
                      </c:pt>
                      <c:pt idx="247">
                        <c:v>62.259173024380019</c:v>
                      </c:pt>
                      <c:pt idx="248">
                        <c:v>70.251051277842222</c:v>
                      </c:pt>
                      <c:pt idx="249">
                        <c:v>68.79925274474671</c:v>
                      </c:pt>
                      <c:pt idx="250">
                        <c:v>70.305148295582214</c:v>
                      </c:pt>
                      <c:pt idx="251">
                        <c:v>77.503817950293325</c:v>
                      </c:pt>
                      <c:pt idx="252">
                        <c:v>86.975101253957831</c:v>
                      </c:pt>
                      <c:pt idx="253">
                        <c:v>96.462121897975635</c:v>
                      </c:pt>
                      <c:pt idx="254">
                        <c:v>100.53558492145999</c:v>
                      </c:pt>
                      <c:pt idx="255">
                        <c:v>97.495648128804532</c:v>
                      </c:pt>
                      <c:pt idx="256">
                        <c:v>89.856511803868926</c:v>
                      </c:pt>
                      <c:pt idx="257">
                        <c:v>89.376388673964456</c:v>
                      </c:pt>
                      <c:pt idx="258">
                        <c:v>91.20406421964222</c:v>
                      </c:pt>
                      <c:pt idx="259">
                        <c:v>103.25257317633552</c:v>
                      </c:pt>
                      <c:pt idx="260">
                        <c:v>113.66341900994442</c:v>
                      </c:pt>
                      <c:pt idx="261">
                        <c:v>128.40987301200892</c:v>
                      </c:pt>
                      <c:pt idx="262">
                        <c:v>126.01402680426668</c:v>
                      </c:pt>
                      <c:pt idx="263">
                        <c:v>101.3625441592711</c:v>
                      </c:pt>
                      <c:pt idx="264">
                        <c:v>68.440037189046677</c:v>
                      </c:pt>
                      <c:pt idx="265">
                        <c:v>41.552669832846661</c:v>
                      </c:pt>
                      <c:pt idx="266">
                        <c:v>25.698518753042215</c:v>
                      </c:pt>
                      <c:pt idx="267">
                        <c:v>18.227254642806663</c:v>
                      </c:pt>
                      <c:pt idx="268">
                        <c:v>16.081922407195549</c:v>
                      </c:pt>
                      <c:pt idx="269">
                        <c:v>22.129440720857787</c:v>
                      </c:pt>
                      <c:pt idx="270">
                        <c:v>45.776760423102218</c:v>
                      </c:pt>
                      <c:pt idx="271">
                        <c:v>64.670176685964449</c:v>
                      </c:pt>
                      <c:pt idx="272">
                        <c:v>71.14688278019112</c:v>
                      </c:pt>
                      <c:pt idx="273">
                        <c:v>69.585437626826646</c:v>
                      </c:pt>
                      <c:pt idx="274">
                        <c:v>71.572445642475557</c:v>
                      </c:pt>
                      <c:pt idx="275">
                        <c:v>79.316819112299981</c:v>
                      </c:pt>
                      <c:pt idx="276">
                        <c:v>88.667933864219933</c:v>
                      </c:pt>
                      <c:pt idx="277">
                        <c:v>98.150855579239987</c:v>
                      </c:pt>
                      <c:pt idx="278">
                        <c:v>101.18902529226445</c:v>
                      </c:pt>
                      <c:pt idx="279">
                        <c:v>97.808524187851106</c:v>
                      </c:pt>
                      <c:pt idx="280">
                        <c:v>90.144455473626721</c:v>
                      </c:pt>
                      <c:pt idx="281">
                        <c:v>89.439506348337716</c:v>
                      </c:pt>
                      <c:pt idx="282">
                        <c:v>91.158709815928887</c:v>
                      </c:pt>
                      <c:pt idx="283">
                        <c:v>103.84559318999547</c:v>
                      </c:pt>
                      <c:pt idx="284">
                        <c:v>115.02314142250668</c:v>
                      </c:pt>
                      <c:pt idx="285">
                        <c:v>130.35308377647561</c:v>
                      </c:pt>
                      <c:pt idx="286">
                        <c:v>127.38580389154009</c:v>
                      </c:pt>
                      <c:pt idx="287">
                        <c:v>102.01380977565563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A-4CCE-4206-81AF-7668647A5ABE}"/>
                  </c:ext>
                </c:extLst>
              </c15:ser>
            </c15:filteredLineSeries>
            <c15:filteredLineSeries>
              <c15:ser>
                <c:idx val="41"/>
                <c:order val="4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12-10-2026'!$AQ$1</c15:sqref>
                        </c15:formulaRef>
                      </c:ext>
                    </c:extLst>
                    <c:strCache>
                      <c:ptCount val="1"/>
                      <c:pt idx="0">
                        <c:v>Total Peak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12-10-2026'!$AQ$2:$AQ$289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848.71045587966046</c:v>
                      </c:pt>
                      <c:pt idx="1">
                        <c:v>535.56845486814882</c:v>
                      </c:pt>
                      <c:pt idx="2">
                        <c:v>320.58907237886217</c:v>
                      </c:pt>
                      <c:pt idx="3">
                        <c:v>203.70706091069553</c:v>
                      </c:pt>
                      <c:pt idx="4">
                        <c:v>156.27096963975103</c:v>
                      </c:pt>
                      <c:pt idx="5">
                        <c:v>188.59770551294218</c:v>
                      </c:pt>
                      <c:pt idx="6">
                        <c:v>362.10296059800214</c:v>
                      </c:pt>
                      <c:pt idx="7">
                        <c:v>538.35350779700445</c:v>
                      </c:pt>
                      <c:pt idx="8">
                        <c:v>656.33958617805331</c:v>
                      </c:pt>
                      <c:pt idx="9">
                        <c:v>711.87977596955557</c:v>
                      </c:pt>
                      <c:pt idx="10">
                        <c:v>786.18412504320008</c:v>
                      </c:pt>
                      <c:pt idx="11">
                        <c:v>881.01582519854696</c:v>
                      </c:pt>
                      <c:pt idx="12">
                        <c:v>954.39161075351797</c:v>
                      </c:pt>
                      <c:pt idx="13">
                        <c:v>1066.0709461434938</c:v>
                      </c:pt>
                      <c:pt idx="14">
                        <c:v>1104.1110932993556</c:v>
                      </c:pt>
                      <c:pt idx="15">
                        <c:v>1069.380727792691</c:v>
                      </c:pt>
                      <c:pt idx="16">
                        <c:v>966.23749058488488</c:v>
                      </c:pt>
                      <c:pt idx="17">
                        <c:v>994.01035072934758</c:v>
                      </c:pt>
                      <c:pt idx="18">
                        <c:v>988.11951631289799</c:v>
                      </c:pt>
                      <c:pt idx="19">
                        <c:v>1122.7207687101704</c:v>
                      </c:pt>
                      <c:pt idx="20">
                        <c:v>1243.9194524457002</c:v>
                      </c:pt>
                      <c:pt idx="21">
                        <c:v>1429.2044789759084</c:v>
                      </c:pt>
                      <c:pt idx="22">
                        <c:v>1439.3650696072605</c:v>
                      </c:pt>
                      <c:pt idx="23">
                        <c:v>1255.4071533111578</c:v>
                      </c:pt>
                      <c:pt idx="24">
                        <c:v>942.39345894365761</c:v>
                      </c:pt>
                      <c:pt idx="25">
                        <c:v>617.49661675164441</c:v>
                      </c:pt>
                      <c:pt idx="26">
                        <c:v>373.70839562040885</c:v>
                      </c:pt>
                      <c:pt idx="27">
                        <c:v>240.85835385120231</c:v>
                      </c:pt>
                      <c:pt idx="28">
                        <c:v>172.05714615616887</c:v>
                      </c:pt>
                      <c:pt idx="29">
                        <c:v>184.77047906271108</c:v>
                      </c:pt>
                      <c:pt idx="30">
                        <c:v>317.27759576640437</c:v>
                      </c:pt>
                      <c:pt idx="31">
                        <c:v>461.66520372059108</c:v>
                      </c:pt>
                      <c:pt idx="32">
                        <c:v>630.22268284707559</c:v>
                      </c:pt>
                      <c:pt idx="33">
                        <c:v>760.66009532000442</c:v>
                      </c:pt>
                      <c:pt idx="34">
                        <c:v>871.70995312770026</c:v>
                      </c:pt>
                      <c:pt idx="35">
                        <c:v>984.98982837682024</c:v>
                      </c:pt>
                      <c:pt idx="36">
                        <c:v>1011.0376763871149</c:v>
                      </c:pt>
                      <c:pt idx="37">
                        <c:v>1065.2922390570429</c:v>
                      </c:pt>
                      <c:pt idx="38">
                        <c:v>1268.1707422397867</c:v>
                      </c:pt>
                      <c:pt idx="39">
                        <c:v>1192.362747721997</c:v>
                      </c:pt>
                      <c:pt idx="40">
                        <c:v>1024.8844133160026</c:v>
                      </c:pt>
                      <c:pt idx="41">
                        <c:v>1028.033168964706</c:v>
                      </c:pt>
                      <c:pt idx="42">
                        <c:v>1012.9367875701754</c:v>
                      </c:pt>
                      <c:pt idx="43">
                        <c:v>1157.0289988650015</c:v>
                      </c:pt>
                      <c:pt idx="44">
                        <c:v>1288.6358059942768</c:v>
                      </c:pt>
                      <c:pt idx="45">
                        <c:v>1489.4500309378107</c:v>
                      </c:pt>
                      <c:pt idx="46">
                        <c:v>1485.0125132470525</c:v>
                      </c:pt>
                      <c:pt idx="47">
                        <c:v>1300.5243884478732</c:v>
                      </c:pt>
                      <c:pt idx="48">
                        <c:v>979.06058060299347</c:v>
                      </c:pt>
                      <c:pt idx="49">
                        <c:v>646.0141031058422</c:v>
                      </c:pt>
                      <c:pt idx="50">
                        <c:v>389.12763817293558</c:v>
                      </c:pt>
                      <c:pt idx="51">
                        <c:v>240.5811389472334</c:v>
                      </c:pt>
                      <c:pt idx="52">
                        <c:v>170.74989121535333</c:v>
                      </c:pt>
                      <c:pt idx="53">
                        <c:v>186.66982160276439</c:v>
                      </c:pt>
                      <c:pt idx="54">
                        <c:v>330.77080690452448</c:v>
                      </c:pt>
                      <c:pt idx="55">
                        <c:v>486.49358524786459</c:v>
                      </c:pt>
                      <c:pt idx="56">
                        <c:v>642.28929943330002</c:v>
                      </c:pt>
                      <c:pt idx="57">
                        <c:v>747.32357943516433</c:v>
                      </c:pt>
                      <c:pt idx="58">
                        <c:v>826.60011697408891</c:v>
                      </c:pt>
                      <c:pt idx="59">
                        <c:v>922.44416815587533</c:v>
                      </c:pt>
                      <c:pt idx="60">
                        <c:v>978.47969968561597</c:v>
                      </c:pt>
                      <c:pt idx="61">
                        <c:v>1112.819978909107</c:v>
                      </c:pt>
                      <c:pt idx="62">
                        <c:v>1172.7565364089596</c:v>
                      </c:pt>
                      <c:pt idx="63">
                        <c:v>1119.2453314259869</c:v>
                      </c:pt>
                      <c:pt idx="64">
                        <c:v>992.46875821601975</c:v>
                      </c:pt>
                      <c:pt idx="65">
                        <c:v>1009.3039612034518</c:v>
                      </c:pt>
                      <c:pt idx="66">
                        <c:v>994.69055665667736</c:v>
                      </c:pt>
                      <c:pt idx="67">
                        <c:v>1124.290301581794</c:v>
                      </c:pt>
                      <c:pt idx="68">
                        <c:v>1250.7909522431482</c:v>
                      </c:pt>
                      <c:pt idx="69">
                        <c:v>1437.1487341702896</c:v>
                      </c:pt>
                      <c:pt idx="70">
                        <c:v>1420.0748589224272</c:v>
                      </c:pt>
                      <c:pt idx="71">
                        <c:v>1193.6066439420485</c:v>
                      </c:pt>
                      <c:pt idx="72">
                        <c:v>842.92716095591572</c:v>
                      </c:pt>
                      <c:pt idx="73">
                        <c:v>522.01898470168453</c:v>
                      </c:pt>
                      <c:pt idx="74">
                        <c:v>310.82347604276669</c:v>
                      </c:pt>
                      <c:pt idx="75">
                        <c:v>197.85032037941781</c:v>
                      </c:pt>
                      <c:pt idx="76">
                        <c:v>152.09540764123781</c:v>
                      </c:pt>
                      <c:pt idx="77">
                        <c:v>180.51691706709772</c:v>
                      </c:pt>
                      <c:pt idx="78">
                        <c:v>347.87737772780883</c:v>
                      </c:pt>
                      <c:pt idx="79">
                        <c:v>511.9728477118399</c:v>
                      </c:pt>
                      <c:pt idx="80">
                        <c:v>632.17813702930664</c:v>
                      </c:pt>
                      <c:pt idx="81">
                        <c:v>692.98630132051335</c:v>
                      </c:pt>
                      <c:pt idx="82">
                        <c:v>762.62458271917342</c:v>
                      </c:pt>
                      <c:pt idx="83">
                        <c:v>856.87839312157757</c:v>
                      </c:pt>
                      <c:pt idx="84">
                        <c:v>919.82832999600271</c:v>
                      </c:pt>
                      <c:pt idx="85">
                        <c:v>1019.3015726178733</c:v>
                      </c:pt>
                      <c:pt idx="86">
                        <c:v>1049.5287504098715</c:v>
                      </c:pt>
                      <c:pt idx="87">
                        <c:v>1009.2175413436223</c:v>
                      </c:pt>
                      <c:pt idx="88">
                        <c:v>945.04693320472279</c:v>
                      </c:pt>
                      <c:pt idx="89">
                        <c:v>987.18280281332216</c:v>
                      </c:pt>
                      <c:pt idx="90">
                        <c:v>975.3297012139351</c:v>
                      </c:pt>
                      <c:pt idx="91">
                        <c:v>1115.682235867358</c:v>
                      </c:pt>
                      <c:pt idx="92">
                        <c:v>1250.0823807092977</c:v>
                      </c:pt>
                      <c:pt idx="93">
                        <c:v>1436.5601867170515</c:v>
                      </c:pt>
                      <c:pt idx="94">
                        <c:v>1404.3231904614286</c:v>
                      </c:pt>
                      <c:pt idx="95">
                        <c:v>1155.6118349969488</c:v>
                      </c:pt>
                      <c:pt idx="96">
                        <c:v>801.47143046342012</c:v>
                      </c:pt>
                      <c:pt idx="97">
                        <c:v>493.0385231605045</c:v>
                      </c:pt>
                      <c:pt idx="98">
                        <c:v>292.83846561593543</c:v>
                      </c:pt>
                      <c:pt idx="99">
                        <c:v>189.27261293242219</c:v>
                      </c:pt>
                      <c:pt idx="100">
                        <c:v>148.16913643642883</c:v>
                      </c:pt>
                      <c:pt idx="101">
                        <c:v>177.92922780629556</c:v>
                      </c:pt>
                      <c:pt idx="102">
                        <c:v>352.86488535371336</c:v>
                      </c:pt>
                      <c:pt idx="103">
                        <c:v>525.55139912149343</c:v>
                      </c:pt>
                      <c:pt idx="104">
                        <c:v>639.75413696296005</c:v>
                      </c:pt>
                      <c:pt idx="105">
                        <c:v>696.34642732952216</c:v>
                      </c:pt>
                      <c:pt idx="106">
                        <c:v>765.67311569612002</c:v>
                      </c:pt>
                      <c:pt idx="107">
                        <c:v>866.6538145224406</c:v>
                      </c:pt>
                      <c:pt idx="108">
                        <c:v>929.78908606926666</c:v>
                      </c:pt>
                      <c:pt idx="109">
                        <c:v>1029.9312911488817</c:v>
                      </c:pt>
                      <c:pt idx="110">
                        <c:v>1052.4492841260401</c:v>
                      </c:pt>
                      <c:pt idx="111">
                        <c:v>1013.647485493325</c:v>
                      </c:pt>
                      <c:pt idx="112">
                        <c:v>946.02483072805762</c:v>
                      </c:pt>
                      <c:pt idx="113">
                        <c:v>982.80559130335769</c:v>
                      </c:pt>
                      <c:pt idx="114">
                        <c:v>975.48033587903183</c:v>
                      </c:pt>
                      <c:pt idx="115">
                        <c:v>1117.6201170712666</c:v>
                      </c:pt>
                      <c:pt idx="116">
                        <c:v>1255.2375813703702</c:v>
                      </c:pt>
                      <c:pt idx="117">
                        <c:v>1453.7380578905022</c:v>
                      </c:pt>
                      <c:pt idx="118">
                        <c:v>1414.5787129757668</c:v>
                      </c:pt>
                      <c:pt idx="119">
                        <c:v>1167.9049755388467</c:v>
                      </c:pt>
                      <c:pt idx="120">
                        <c:v>808.20330064857978</c:v>
                      </c:pt>
                      <c:pt idx="121">
                        <c:v>495.81215940294896</c:v>
                      </c:pt>
                      <c:pt idx="122">
                        <c:v>292.39920244068441</c:v>
                      </c:pt>
                      <c:pt idx="123">
                        <c:v>187.91158641223558</c:v>
                      </c:pt>
                      <c:pt idx="124">
                        <c:v>147.13056593164441</c:v>
                      </c:pt>
                      <c:pt idx="125">
                        <c:v>178.41552056427776</c:v>
                      </c:pt>
                      <c:pt idx="126">
                        <c:v>357.85352158439326</c:v>
                      </c:pt>
                      <c:pt idx="127">
                        <c:v>534.52597827591558</c:v>
                      </c:pt>
                      <c:pt idx="128">
                        <c:v>649.95606464086222</c:v>
                      </c:pt>
                      <c:pt idx="129">
                        <c:v>708.85617936677113</c:v>
                      </c:pt>
                      <c:pt idx="130">
                        <c:v>781.53735595348007</c:v>
                      </c:pt>
                      <c:pt idx="131">
                        <c:v>870.86732146475811</c:v>
                      </c:pt>
                      <c:pt idx="132">
                        <c:v>954.79551592186613</c:v>
                      </c:pt>
                      <c:pt idx="133">
                        <c:v>1103.5967695332461</c:v>
                      </c:pt>
                      <c:pt idx="134">
                        <c:v>1129.130418817082</c:v>
                      </c:pt>
                      <c:pt idx="135">
                        <c:v>1069.309195563151</c:v>
                      </c:pt>
                      <c:pt idx="136">
                        <c:v>960.2536791994421</c:v>
                      </c:pt>
                      <c:pt idx="137">
                        <c:v>992.18706950698027</c:v>
                      </c:pt>
                      <c:pt idx="138">
                        <c:v>1067.6289224882485</c:v>
                      </c:pt>
                      <c:pt idx="139">
                        <c:v>1211.2574698930139</c:v>
                      </c:pt>
                      <c:pt idx="140">
                        <c:v>1280.364473636987</c:v>
                      </c:pt>
                      <c:pt idx="141">
                        <c:v>1465.5951489326465</c:v>
                      </c:pt>
                      <c:pt idx="142">
                        <c:v>1420.3740833845172</c:v>
                      </c:pt>
                      <c:pt idx="143">
                        <c:v>1170.205070609326</c:v>
                      </c:pt>
                      <c:pt idx="144">
                        <c:v>837.9642316236916</c:v>
                      </c:pt>
                      <c:pt idx="145">
                        <c:v>520.00829973901568</c:v>
                      </c:pt>
                      <c:pt idx="146">
                        <c:v>318.23043193269564</c:v>
                      </c:pt>
                      <c:pt idx="147">
                        <c:v>195.21080347589998</c:v>
                      </c:pt>
                      <c:pt idx="148">
                        <c:v>150.50212854836661</c:v>
                      </c:pt>
                      <c:pt idx="149">
                        <c:v>182.86054984934896</c:v>
                      </c:pt>
                      <c:pt idx="150">
                        <c:v>365.95082596237557</c:v>
                      </c:pt>
                      <c:pt idx="151">
                        <c:v>542.5375980467245</c:v>
                      </c:pt>
                      <c:pt idx="152">
                        <c:v>661.49129064033104</c:v>
                      </c:pt>
                      <c:pt idx="153">
                        <c:v>714.90098519732896</c:v>
                      </c:pt>
                      <c:pt idx="154">
                        <c:v>781.00439084687105</c:v>
                      </c:pt>
                      <c:pt idx="155">
                        <c:v>869.46148521314376</c:v>
                      </c:pt>
                      <c:pt idx="156">
                        <c:v>931.55947581238843</c:v>
                      </c:pt>
                      <c:pt idx="157">
                        <c:v>1031.2914461701646</c:v>
                      </c:pt>
                      <c:pt idx="158">
                        <c:v>1060.7374740234113</c:v>
                      </c:pt>
                      <c:pt idx="159">
                        <c:v>1023.3529561407776</c:v>
                      </c:pt>
                      <c:pt idx="160">
                        <c:v>966.79831235072015</c:v>
                      </c:pt>
                      <c:pt idx="161">
                        <c:v>1009.9426110841985</c:v>
                      </c:pt>
                      <c:pt idx="162">
                        <c:v>1001.8908137324355</c:v>
                      </c:pt>
                      <c:pt idx="163">
                        <c:v>1140.8855112094911</c:v>
                      </c:pt>
                      <c:pt idx="164">
                        <c:v>1264.3938244792419</c:v>
                      </c:pt>
                      <c:pt idx="165">
                        <c:v>1445.7905449553537</c:v>
                      </c:pt>
                      <c:pt idx="166">
                        <c:v>1414.5072969278999</c:v>
                      </c:pt>
                      <c:pt idx="167">
                        <c:v>1152.7198119778282</c:v>
                      </c:pt>
                      <c:pt idx="168">
                        <c:v>800.26196826949104</c:v>
                      </c:pt>
                      <c:pt idx="169">
                        <c:v>491.50888844696885</c:v>
                      </c:pt>
                      <c:pt idx="170">
                        <c:v>296.17269964224232</c:v>
                      </c:pt>
                      <c:pt idx="171">
                        <c:v>192.60026965952665</c:v>
                      </c:pt>
                      <c:pt idx="172">
                        <c:v>151.96505157615115</c:v>
                      </c:pt>
                      <c:pt idx="173">
                        <c:v>185.87789316154669</c:v>
                      </c:pt>
                      <c:pt idx="174">
                        <c:v>375.40771236970232</c:v>
                      </c:pt>
                      <c:pt idx="175">
                        <c:v>572.33067770463117</c:v>
                      </c:pt>
                      <c:pt idx="176">
                        <c:v>713.63385252170224</c:v>
                      </c:pt>
                      <c:pt idx="177">
                        <c:v>796.41401739484218</c:v>
                      </c:pt>
                      <c:pt idx="178">
                        <c:v>839.38820941755796</c:v>
                      </c:pt>
                      <c:pt idx="179">
                        <c:v>910.31347854279124</c:v>
                      </c:pt>
                      <c:pt idx="180">
                        <c:v>978.14748906854402</c:v>
                      </c:pt>
                      <c:pt idx="181">
                        <c:v>1081.1099154715243</c:v>
                      </c:pt>
                      <c:pt idx="182">
                        <c:v>1104.5785825054645</c:v>
                      </c:pt>
                      <c:pt idx="183">
                        <c:v>1061.4211079582938</c:v>
                      </c:pt>
                      <c:pt idx="184">
                        <c:v>977.97321727418353</c:v>
                      </c:pt>
                      <c:pt idx="185">
                        <c:v>1007.4488051140557</c:v>
                      </c:pt>
                      <c:pt idx="186">
                        <c:v>1011.7645922632297</c:v>
                      </c:pt>
                      <c:pt idx="187">
                        <c:v>1169.8737939674934</c:v>
                      </c:pt>
                      <c:pt idx="188">
                        <c:v>1286.5611372329799</c:v>
                      </c:pt>
                      <c:pt idx="189">
                        <c:v>1457.5770977978802</c:v>
                      </c:pt>
                      <c:pt idx="190">
                        <c:v>1448.7160985840037</c:v>
                      </c:pt>
                      <c:pt idx="191">
                        <c:v>1237.9996188939267</c:v>
                      </c:pt>
                      <c:pt idx="192">
                        <c:v>915.34059612270948</c:v>
                      </c:pt>
                      <c:pt idx="193">
                        <c:v>597.80316056361789</c:v>
                      </c:pt>
                      <c:pt idx="194">
                        <c:v>368.43473947012654</c:v>
                      </c:pt>
                      <c:pt idx="195">
                        <c:v>240.00111994644897</c:v>
                      </c:pt>
                      <c:pt idx="196">
                        <c:v>174.78859511251113</c:v>
                      </c:pt>
                      <c:pt idx="197">
                        <c:v>182.01573056731553</c:v>
                      </c:pt>
                      <c:pt idx="198">
                        <c:v>325.87990776649565</c:v>
                      </c:pt>
                      <c:pt idx="199">
                        <c:v>480.66441665184453</c:v>
                      </c:pt>
                      <c:pt idx="200">
                        <c:v>653.6123999291691</c:v>
                      </c:pt>
                      <c:pt idx="201">
                        <c:v>779.82290981573112</c:v>
                      </c:pt>
                      <c:pt idx="202">
                        <c:v>885.94165996924619</c:v>
                      </c:pt>
                      <c:pt idx="203">
                        <c:v>996.55267378598717</c:v>
                      </c:pt>
                      <c:pt idx="204">
                        <c:v>1011.327169935622</c:v>
                      </c:pt>
                      <c:pt idx="205">
                        <c:v>1072.0756096928712</c:v>
                      </c:pt>
                      <c:pt idx="206">
                        <c:v>1269.555685345242</c:v>
                      </c:pt>
                      <c:pt idx="207">
                        <c:v>1183.9951366153487</c:v>
                      </c:pt>
                      <c:pt idx="208">
                        <c:v>1044.8235800576392</c:v>
                      </c:pt>
                      <c:pt idx="209">
                        <c:v>1056.3733592676608</c:v>
                      </c:pt>
                      <c:pt idx="210">
                        <c:v>1038.8779434151804</c:v>
                      </c:pt>
                      <c:pt idx="211">
                        <c:v>1194.2380705064315</c:v>
                      </c:pt>
                      <c:pt idx="212">
                        <c:v>1318.6845806066285</c:v>
                      </c:pt>
                      <c:pt idx="213">
                        <c:v>1494.6076280215516</c:v>
                      </c:pt>
                      <c:pt idx="214">
                        <c:v>1494.8289856596241</c:v>
                      </c:pt>
                      <c:pt idx="215">
                        <c:v>1270.422015073058</c:v>
                      </c:pt>
                      <c:pt idx="216">
                        <c:v>926.96895677137354</c:v>
                      </c:pt>
                      <c:pt idx="217">
                        <c:v>592.56447759027776</c:v>
                      </c:pt>
                      <c:pt idx="218">
                        <c:v>359.21495071474658</c:v>
                      </c:pt>
                      <c:pt idx="219">
                        <c:v>224.41901742143338</c:v>
                      </c:pt>
                      <c:pt idx="220">
                        <c:v>163.81776547111113</c:v>
                      </c:pt>
                      <c:pt idx="221">
                        <c:v>179.37816324160673</c:v>
                      </c:pt>
                      <c:pt idx="222">
                        <c:v>334.7016563009422</c:v>
                      </c:pt>
                      <c:pt idx="223">
                        <c:v>499.97373363988214</c:v>
                      </c:pt>
                      <c:pt idx="224">
                        <c:v>656.18453950344008</c:v>
                      </c:pt>
                      <c:pt idx="225">
                        <c:v>752.27093203852439</c:v>
                      </c:pt>
                      <c:pt idx="226">
                        <c:v>827.57752283666002</c:v>
                      </c:pt>
                      <c:pt idx="227">
                        <c:v>917.27634534161541</c:v>
                      </c:pt>
                      <c:pt idx="228">
                        <c:v>965.92459875709369</c:v>
                      </c:pt>
                      <c:pt idx="229">
                        <c:v>1106.4192318578182</c:v>
                      </c:pt>
                      <c:pt idx="230">
                        <c:v>1165.1650527822294</c:v>
                      </c:pt>
                      <c:pt idx="231">
                        <c:v>1105.5496507266112</c:v>
                      </c:pt>
                      <c:pt idx="232">
                        <c:v>995.07105521132758</c:v>
                      </c:pt>
                      <c:pt idx="233">
                        <c:v>1022.8568205485047</c:v>
                      </c:pt>
                      <c:pt idx="234">
                        <c:v>1022.59485636208</c:v>
                      </c:pt>
                      <c:pt idx="235">
                        <c:v>1161.3115851290372</c:v>
                      </c:pt>
                      <c:pt idx="236">
                        <c:v>1307.4688957433352</c:v>
                      </c:pt>
                      <c:pt idx="237">
                        <c:v>1489.6313447489956</c:v>
                      </c:pt>
                      <c:pt idx="238">
                        <c:v>1421.9843319099032</c:v>
                      </c:pt>
                      <c:pt idx="239">
                        <c:v>1157.4566681644137</c:v>
                      </c:pt>
                      <c:pt idx="240">
                        <c:v>796.45335536376251</c:v>
                      </c:pt>
                      <c:pt idx="241">
                        <c:v>491.23977736798463</c:v>
                      </c:pt>
                      <c:pt idx="242">
                        <c:v>292.96910535141103</c:v>
                      </c:pt>
                      <c:pt idx="243">
                        <c:v>190.33288170255105</c:v>
                      </c:pt>
                      <c:pt idx="244">
                        <c:v>149.35910872701334</c:v>
                      </c:pt>
                      <c:pt idx="245">
                        <c:v>174.99913671001335</c:v>
                      </c:pt>
                      <c:pt idx="246">
                        <c:v>352.67096654233325</c:v>
                      </c:pt>
                      <c:pt idx="247">
                        <c:v>525.0834550442778</c:v>
                      </c:pt>
                      <c:pt idx="248">
                        <c:v>645.32205714955558</c:v>
                      </c:pt>
                      <c:pt idx="249">
                        <c:v>693.33400964466455</c:v>
                      </c:pt>
                      <c:pt idx="250">
                        <c:v>758.52632980087537</c:v>
                      </c:pt>
                      <c:pt idx="251">
                        <c:v>851.0699818971018</c:v>
                      </c:pt>
                      <c:pt idx="252">
                        <c:v>917.65462002724439</c:v>
                      </c:pt>
                      <c:pt idx="253">
                        <c:v>1021.8994227723471</c:v>
                      </c:pt>
                      <c:pt idx="254">
                        <c:v>1052.3689182962003</c:v>
                      </c:pt>
                      <c:pt idx="255">
                        <c:v>1015.1658786074022</c:v>
                      </c:pt>
                      <c:pt idx="256">
                        <c:v>971.56791572277268</c:v>
                      </c:pt>
                      <c:pt idx="257">
                        <c:v>1032.627202432991</c:v>
                      </c:pt>
                      <c:pt idx="258">
                        <c:v>1024.7069200150506</c:v>
                      </c:pt>
                      <c:pt idx="259">
                        <c:v>1157.8473839687947</c:v>
                      </c:pt>
                      <c:pt idx="260">
                        <c:v>1291.9681888226467</c:v>
                      </c:pt>
                      <c:pt idx="261">
                        <c:v>1456.9490947508732</c:v>
                      </c:pt>
                      <c:pt idx="262">
                        <c:v>1402.4515397984444</c:v>
                      </c:pt>
                      <c:pt idx="263">
                        <c:v>1120.1921630260733</c:v>
                      </c:pt>
                      <c:pt idx="264">
                        <c:v>766.09202416844732</c:v>
                      </c:pt>
                      <c:pt idx="265">
                        <c:v>462.25519967109778</c:v>
                      </c:pt>
                      <c:pt idx="266">
                        <c:v>274.97194760246214</c:v>
                      </c:pt>
                      <c:pt idx="267">
                        <c:v>181.56982648106003</c:v>
                      </c:pt>
                      <c:pt idx="268">
                        <c:v>145.03620775085776</c:v>
                      </c:pt>
                      <c:pt idx="269">
                        <c:v>174.3121821181112</c:v>
                      </c:pt>
                      <c:pt idx="270">
                        <c:v>360.01587326534667</c:v>
                      </c:pt>
                      <c:pt idx="271">
                        <c:v>542.20107563024442</c:v>
                      </c:pt>
                      <c:pt idx="272">
                        <c:v>653.93561887255998</c:v>
                      </c:pt>
                      <c:pt idx="273">
                        <c:v>705.26697840763552</c:v>
                      </c:pt>
                      <c:pt idx="274">
                        <c:v>772.40229092453114</c:v>
                      </c:pt>
                      <c:pt idx="275">
                        <c:v>867.18112231809766</c:v>
                      </c:pt>
                      <c:pt idx="276">
                        <c:v>929.54412301670243</c:v>
                      </c:pt>
                      <c:pt idx="277">
                        <c:v>1029.7692701132887</c:v>
                      </c:pt>
                      <c:pt idx="278">
                        <c:v>1050.4848724384574</c:v>
                      </c:pt>
                      <c:pt idx="279">
                        <c:v>1013.5811458336203</c:v>
                      </c:pt>
                      <c:pt idx="280">
                        <c:v>970.30819975489158</c:v>
                      </c:pt>
                      <c:pt idx="281">
                        <c:v>1016.409874771603</c:v>
                      </c:pt>
                      <c:pt idx="282">
                        <c:v>1010.3135937711506</c:v>
                      </c:pt>
                      <c:pt idx="283">
                        <c:v>1164.1392531695733</c:v>
                      </c:pt>
                      <c:pt idx="284">
                        <c:v>1308.6639048819093</c:v>
                      </c:pt>
                      <c:pt idx="285">
                        <c:v>1482.057922250747</c:v>
                      </c:pt>
                      <c:pt idx="286">
                        <c:v>1411.9757215268132</c:v>
                      </c:pt>
                      <c:pt idx="287">
                        <c:v>1124.494385072996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B-4CCE-4206-81AF-7668647A5ABE}"/>
                  </c:ext>
                </c:extLst>
              </c15:ser>
            </c15:filteredLineSeries>
          </c:ext>
        </c:extLst>
      </c:lineChart>
      <c:catAx>
        <c:axId val="413031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13032680"/>
        <c:crosses val="autoZero"/>
        <c:auto val="1"/>
        <c:lblAlgn val="ctr"/>
        <c:lblOffset val="100"/>
        <c:noMultiLvlLbl val="0"/>
      </c:catAx>
      <c:valAx>
        <c:axId val="413032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13031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pPr>
            <a:r>
              <a:rPr lang="fr-FR" sz="1800">
                <a:solidFill>
                  <a:schemeClr val="accent5"/>
                </a:solidFill>
              </a:rPr>
              <a:t>HW Throughput </a:t>
            </a:r>
            <a:r>
              <a:rPr lang="fr-FR" sz="1800" baseline="0">
                <a:solidFill>
                  <a:schemeClr val="accent5"/>
                </a:solidFill>
              </a:rPr>
              <a:t>(Gbps)</a:t>
            </a:r>
            <a:endParaRPr lang="fr-FR" sz="1800">
              <a:solidFill>
                <a:schemeClr val="accent5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accent5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6"/>
          <c:order val="6"/>
          <c:tx>
            <c:strRef>
              <c:f>'01-10 12-10-2026'!$H$1</c:f>
              <c:strCache>
                <c:ptCount val="1"/>
                <c:pt idx="0">
                  <c:v>ANB-DGW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layout>
                <c:manualLayout>
                  <c:x val="-2.523402715739562E-2"/>
                  <c:y val="-1.07587704414819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B6C-47C2-956F-045AF7A440C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12-10-2026'!$H$2:$H$289</c:f>
              <c:numCache>
                <c:formatCode>0.00</c:formatCode>
                <c:ptCount val="288"/>
                <c:pt idx="0">
                  <c:v>200.51338558888889</c:v>
                </c:pt>
                <c:pt idx="1">
                  <c:v>127.98573036444444</c:v>
                </c:pt>
                <c:pt idx="2">
                  <c:v>78.13422296666667</c:v>
                </c:pt>
                <c:pt idx="3">
                  <c:v>51.616597800000001</c:v>
                </c:pt>
                <c:pt idx="4">
                  <c:v>41.950510473333338</c:v>
                </c:pt>
                <c:pt idx="5">
                  <c:v>56.366370728888889</c:v>
                </c:pt>
                <c:pt idx="6">
                  <c:v>98.986668439999988</c:v>
                </c:pt>
                <c:pt idx="7">
                  <c:v>144.19828781555555</c:v>
                </c:pt>
                <c:pt idx="8">
                  <c:v>174.15097660444445</c:v>
                </c:pt>
                <c:pt idx="9">
                  <c:v>187.3095337511111</c:v>
                </c:pt>
                <c:pt idx="10">
                  <c:v>203.94904073333333</c:v>
                </c:pt>
                <c:pt idx="11">
                  <c:v>227.25037332888888</c:v>
                </c:pt>
                <c:pt idx="12">
                  <c:v>243.3689679888889</c:v>
                </c:pt>
                <c:pt idx="13">
                  <c:v>274.59763814666667</c:v>
                </c:pt>
                <c:pt idx="14">
                  <c:v>279.5245114666667</c:v>
                </c:pt>
                <c:pt idx="15">
                  <c:v>266.5442790533333</c:v>
                </c:pt>
                <c:pt idx="16">
                  <c:v>246.21277183333333</c:v>
                </c:pt>
                <c:pt idx="17">
                  <c:v>254.96543924666668</c:v>
                </c:pt>
                <c:pt idx="18">
                  <c:v>256.98998922222222</c:v>
                </c:pt>
                <c:pt idx="19">
                  <c:v>299.53232079777774</c:v>
                </c:pt>
                <c:pt idx="20">
                  <c:v>335.20992332666663</c:v>
                </c:pt>
                <c:pt idx="21">
                  <c:v>367.75056921555552</c:v>
                </c:pt>
                <c:pt idx="22">
                  <c:v>358.09607669777779</c:v>
                </c:pt>
                <c:pt idx="23">
                  <c:v>303.59304922000001</c:v>
                </c:pt>
                <c:pt idx="24">
                  <c:v>223.65695657333333</c:v>
                </c:pt>
                <c:pt idx="25">
                  <c:v>147.74375970444444</c:v>
                </c:pt>
                <c:pt idx="26">
                  <c:v>91.049636800000002</c:v>
                </c:pt>
                <c:pt idx="27">
                  <c:v>59.10582521111111</c:v>
                </c:pt>
                <c:pt idx="28">
                  <c:v>44.570701604444444</c:v>
                </c:pt>
                <c:pt idx="29">
                  <c:v>54.404863315555559</c:v>
                </c:pt>
                <c:pt idx="30">
                  <c:v>86.496174184444442</c:v>
                </c:pt>
                <c:pt idx="31">
                  <c:v>129.11044495777779</c:v>
                </c:pt>
                <c:pt idx="32">
                  <c:v>175.57195655777778</c:v>
                </c:pt>
                <c:pt idx="33">
                  <c:v>204.9185731</c:v>
                </c:pt>
                <c:pt idx="34">
                  <c:v>228.52834690666668</c:v>
                </c:pt>
                <c:pt idx="35">
                  <c:v>254.79073396222225</c:v>
                </c:pt>
                <c:pt idx="36">
                  <c:v>255.96100050222225</c:v>
                </c:pt>
                <c:pt idx="37">
                  <c:v>280.43614881555555</c:v>
                </c:pt>
                <c:pt idx="38">
                  <c:v>321.96464315555556</c:v>
                </c:pt>
                <c:pt idx="39">
                  <c:v>297.08057261111111</c:v>
                </c:pt>
                <c:pt idx="40">
                  <c:v>265.70226230444445</c:v>
                </c:pt>
                <c:pt idx="41">
                  <c:v>268.58658563333336</c:v>
                </c:pt>
                <c:pt idx="42">
                  <c:v>263.76935155555555</c:v>
                </c:pt>
                <c:pt idx="43">
                  <c:v>303.79079288444444</c:v>
                </c:pt>
                <c:pt idx="44">
                  <c:v>343.61739587555553</c:v>
                </c:pt>
                <c:pt idx="45">
                  <c:v>380.32020773111111</c:v>
                </c:pt>
                <c:pt idx="46">
                  <c:v>369.39330575777774</c:v>
                </c:pt>
                <c:pt idx="47">
                  <c:v>314.01889748888891</c:v>
                </c:pt>
                <c:pt idx="48">
                  <c:v>232.21688037333331</c:v>
                </c:pt>
                <c:pt idx="49">
                  <c:v>152.54155048222222</c:v>
                </c:pt>
                <c:pt idx="50">
                  <c:v>91.760081153333331</c:v>
                </c:pt>
                <c:pt idx="51">
                  <c:v>58.436842062222226</c:v>
                </c:pt>
                <c:pt idx="52">
                  <c:v>44.092960315555558</c:v>
                </c:pt>
                <c:pt idx="53">
                  <c:v>54.986913551111115</c:v>
                </c:pt>
                <c:pt idx="54">
                  <c:v>90.763445986666667</c:v>
                </c:pt>
                <c:pt idx="55">
                  <c:v>135.61241234444444</c:v>
                </c:pt>
                <c:pt idx="56">
                  <c:v>177.60064313777778</c:v>
                </c:pt>
                <c:pt idx="57">
                  <c:v>201.04992065333334</c:v>
                </c:pt>
                <c:pt idx="58">
                  <c:v>217.32197417777778</c:v>
                </c:pt>
                <c:pt idx="59">
                  <c:v>240.17839572444444</c:v>
                </c:pt>
                <c:pt idx="60">
                  <c:v>250.79339293555554</c:v>
                </c:pt>
                <c:pt idx="61">
                  <c:v>289.29821234888891</c:v>
                </c:pt>
                <c:pt idx="62">
                  <c:v>296.36628479777778</c:v>
                </c:pt>
                <c:pt idx="63">
                  <c:v>277.05969777555555</c:v>
                </c:pt>
                <c:pt idx="64">
                  <c:v>254.1458945511111</c:v>
                </c:pt>
                <c:pt idx="65">
                  <c:v>261.90246806666664</c:v>
                </c:pt>
                <c:pt idx="66">
                  <c:v>259.0842220311111</c:v>
                </c:pt>
                <c:pt idx="67">
                  <c:v>295.62343542444444</c:v>
                </c:pt>
                <c:pt idx="68">
                  <c:v>334.97900344666664</c:v>
                </c:pt>
                <c:pt idx="69">
                  <c:v>367.57894950888891</c:v>
                </c:pt>
                <c:pt idx="70">
                  <c:v>350.40562413333333</c:v>
                </c:pt>
                <c:pt idx="71">
                  <c:v>284.74569229555556</c:v>
                </c:pt>
                <c:pt idx="72">
                  <c:v>198.37476943111113</c:v>
                </c:pt>
                <c:pt idx="73">
                  <c:v>123.10167658</c:v>
                </c:pt>
                <c:pt idx="74">
                  <c:v>74.882113997777779</c:v>
                </c:pt>
                <c:pt idx="75">
                  <c:v>49.884795228888891</c:v>
                </c:pt>
                <c:pt idx="76">
                  <c:v>40.733557891111111</c:v>
                </c:pt>
                <c:pt idx="77">
                  <c:v>53.867426482222228</c:v>
                </c:pt>
                <c:pt idx="78">
                  <c:v>95.447549284444449</c:v>
                </c:pt>
                <c:pt idx="79">
                  <c:v>136.29701613777777</c:v>
                </c:pt>
                <c:pt idx="80">
                  <c:v>167.55967991777777</c:v>
                </c:pt>
                <c:pt idx="81">
                  <c:v>181.20965653333332</c:v>
                </c:pt>
                <c:pt idx="82">
                  <c:v>196.29797252222221</c:v>
                </c:pt>
                <c:pt idx="83">
                  <c:v>219.33534617999999</c:v>
                </c:pt>
                <c:pt idx="84">
                  <c:v>231.95912713777778</c:v>
                </c:pt>
                <c:pt idx="85">
                  <c:v>260.08215652000001</c:v>
                </c:pt>
                <c:pt idx="86">
                  <c:v>266.50655691111115</c:v>
                </c:pt>
                <c:pt idx="87">
                  <c:v>250.93522473111108</c:v>
                </c:pt>
                <c:pt idx="88">
                  <c:v>243.61933317333333</c:v>
                </c:pt>
                <c:pt idx="89">
                  <c:v>256.1300911022222</c:v>
                </c:pt>
                <c:pt idx="90">
                  <c:v>255.51087432444444</c:v>
                </c:pt>
                <c:pt idx="91">
                  <c:v>293.52371930888887</c:v>
                </c:pt>
                <c:pt idx="92">
                  <c:v>335.66000021555556</c:v>
                </c:pt>
                <c:pt idx="93">
                  <c:v>365.76032365333333</c:v>
                </c:pt>
                <c:pt idx="94">
                  <c:v>343.55339540666665</c:v>
                </c:pt>
                <c:pt idx="95">
                  <c:v>273.50742669333329</c:v>
                </c:pt>
                <c:pt idx="96">
                  <c:v>185.99619466222222</c:v>
                </c:pt>
                <c:pt idx="97">
                  <c:v>115.02759272666667</c:v>
                </c:pt>
                <c:pt idx="98">
                  <c:v>70.751323362222223</c:v>
                </c:pt>
                <c:pt idx="99">
                  <c:v>48.019069002222224</c:v>
                </c:pt>
                <c:pt idx="100">
                  <c:v>39.829450697777773</c:v>
                </c:pt>
                <c:pt idx="101">
                  <c:v>53.967025022222224</c:v>
                </c:pt>
                <c:pt idx="102">
                  <c:v>97.78045110222223</c:v>
                </c:pt>
                <c:pt idx="103">
                  <c:v>140.5836279088889</c:v>
                </c:pt>
                <c:pt idx="104">
                  <c:v>169.05361776444443</c:v>
                </c:pt>
                <c:pt idx="105">
                  <c:v>182.00722372666667</c:v>
                </c:pt>
                <c:pt idx="106">
                  <c:v>196.8565823977778</c:v>
                </c:pt>
                <c:pt idx="107">
                  <c:v>221.39509058444446</c:v>
                </c:pt>
                <c:pt idx="108">
                  <c:v>234.72209388888888</c:v>
                </c:pt>
                <c:pt idx="109">
                  <c:v>262.51972604666668</c:v>
                </c:pt>
                <c:pt idx="110">
                  <c:v>264.44452238444444</c:v>
                </c:pt>
                <c:pt idx="111">
                  <c:v>249.88276678444447</c:v>
                </c:pt>
                <c:pt idx="112">
                  <c:v>242.69715943555553</c:v>
                </c:pt>
                <c:pt idx="113">
                  <c:v>250.6788023622222</c:v>
                </c:pt>
                <c:pt idx="114">
                  <c:v>251.4226187711111</c:v>
                </c:pt>
                <c:pt idx="115">
                  <c:v>291.36577979999998</c:v>
                </c:pt>
                <c:pt idx="116">
                  <c:v>334.78510466666665</c:v>
                </c:pt>
                <c:pt idx="117">
                  <c:v>368.15839098666663</c:v>
                </c:pt>
                <c:pt idx="118">
                  <c:v>346.15381137555556</c:v>
                </c:pt>
                <c:pt idx="119">
                  <c:v>277.2355345111111</c:v>
                </c:pt>
                <c:pt idx="120">
                  <c:v>189.19831157333334</c:v>
                </c:pt>
                <c:pt idx="121">
                  <c:v>116.86951131333333</c:v>
                </c:pt>
                <c:pt idx="122">
                  <c:v>70.490695804444442</c:v>
                </c:pt>
                <c:pt idx="123">
                  <c:v>47.805441351111114</c:v>
                </c:pt>
                <c:pt idx="124">
                  <c:v>39.341846031111118</c:v>
                </c:pt>
                <c:pt idx="125">
                  <c:v>53.290611457777779</c:v>
                </c:pt>
                <c:pt idx="126">
                  <c:v>97.987284931111105</c:v>
                </c:pt>
                <c:pt idx="127">
                  <c:v>141.99549285333333</c:v>
                </c:pt>
                <c:pt idx="128">
                  <c:v>171.25550042444445</c:v>
                </c:pt>
                <c:pt idx="129">
                  <c:v>184.50355652666667</c:v>
                </c:pt>
                <c:pt idx="130">
                  <c:v>201.57753486666667</c:v>
                </c:pt>
                <c:pt idx="131">
                  <c:v>222.86292291777778</c:v>
                </c:pt>
                <c:pt idx="132">
                  <c:v>241.82961654444443</c:v>
                </c:pt>
                <c:pt idx="133">
                  <c:v>284.14164793111115</c:v>
                </c:pt>
                <c:pt idx="134">
                  <c:v>286.68731644666667</c:v>
                </c:pt>
                <c:pt idx="135">
                  <c:v>266.3743615022222</c:v>
                </c:pt>
                <c:pt idx="136">
                  <c:v>248.03529044444446</c:v>
                </c:pt>
                <c:pt idx="137">
                  <c:v>254.94382180444444</c:v>
                </c:pt>
                <c:pt idx="138">
                  <c:v>271.89385340222225</c:v>
                </c:pt>
                <c:pt idx="139">
                  <c:v>309.29981342444444</c:v>
                </c:pt>
                <c:pt idx="140">
                  <c:v>340.36137615555555</c:v>
                </c:pt>
                <c:pt idx="141">
                  <c:v>370.58205162666667</c:v>
                </c:pt>
                <c:pt idx="142">
                  <c:v>347.51955155333337</c:v>
                </c:pt>
                <c:pt idx="143">
                  <c:v>275.83926180000003</c:v>
                </c:pt>
                <c:pt idx="144">
                  <c:v>192.94843355555554</c:v>
                </c:pt>
                <c:pt idx="145">
                  <c:v>120.36096973555556</c:v>
                </c:pt>
                <c:pt idx="146">
                  <c:v>74.899357993333325</c:v>
                </c:pt>
                <c:pt idx="147">
                  <c:v>48.905679666666671</c:v>
                </c:pt>
                <c:pt idx="148">
                  <c:v>39.692627406666674</c:v>
                </c:pt>
                <c:pt idx="149">
                  <c:v>54.551073757777772</c:v>
                </c:pt>
                <c:pt idx="150">
                  <c:v>101.24539483999999</c:v>
                </c:pt>
                <c:pt idx="151">
                  <c:v>144.53580037333333</c:v>
                </c:pt>
                <c:pt idx="152">
                  <c:v>175.06937757111112</c:v>
                </c:pt>
                <c:pt idx="153">
                  <c:v>187.17401538444443</c:v>
                </c:pt>
                <c:pt idx="154">
                  <c:v>201.24870603555556</c:v>
                </c:pt>
                <c:pt idx="155">
                  <c:v>223.61740544666668</c:v>
                </c:pt>
                <c:pt idx="156">
                  <c:v>236.13041150222222</c:v>
                </c:pt>
                <c:pt idx="157">
                  <c:v>263.65215324000002</c:v>
                </c:pt>
                <c:pt idx="158">
                  <c:v>268.18280320444444</c:v>
                </c:pt>
                <c:pt idx="159">
                  <c:v>252.43116253333332</c:v>
                </c:pt>
                <c:pt idx="160">
                  <c:v>248.17149496444443</c:v>
                </c:pt>
                <c:pt idx="161">
                  <c:v>256.75446325555555</c:v>
                </c:pt>
                <c:pt idx="162">
                  <c:v>256.85618707333333</c:v>
                </c:pt>
                <c:pt idx="163">
                  <c:v>295.18769909333332</c:v>
                </c:pt>
                <c:pt idx="164">
                  <c:v>335.72213927777779</c:v>
                </c:pt>
                <c:pt idx="165">
                  <c:v>364.78398551999999</c:v>
                </c:pt>
                <c:pt idx="166">
                  <c:v>346.58558614666669</c:v>
                </c:pt>
                <c:pt idx="167">
                  <c:v>276.63731255333335</c:v>
                </c:pt>
                <c:pt idx="168">
                  <c:v>190.40381249777778</c:v>
                </c:pt>
                <c:pt idx="169">
                  <c:v>117.72376797999999</c:v>
                </c:pt>
                <c:pt idx="170">
                  <c:v>72.151033382222224</c:v>
                </c:pt>
                <c:pt idx="171">
                  <c:v>49.005710248888889</c:v>
                </c:pt>
                <c:pt idx="172">
                  <c:v>40.776193202222217</c:v>
                </c:pt>
                <c:pt idx="173">
                  <c:v>55.745699988888887</c:v>
                </c:pt>
                <c:pt idx="174">
                  <c:v>103.86026143333333</c:v>
                </c:pt>
                <c:pt idx="175">
                  <c:v>151.2639632488889</c:v>
                </c:pt>
                <c:pt idx="176">
                  <c:v>188.86192084666666</c:v>
                </c:pt>
                <c:pt idx="177">
                  <c:v>213.04954622444444</c:v>
                </c:pt>
                <c:pt idx="178">
                  <c:v>216.52004291111112</c:v>
                </c:pt>
                <c:pt idx="179">
                  <c:v>233.66224057111111</c:v>
                </c:pt>
                <c:pt idx="180">
                  <c:v>250.61029939111111</c:v>
                </c:pt>
                <c:pt idx="181">
                  <c:v>279.28221972</c:v>
                </c:pt>
                <c:pt idx="182">
                  <c:v>281.08268805777777</c:v>
                </c:pt>
                <c:pt idx="183">
                  <c:v>264.82281938666665</c:v>
                </c:pt>
                <c:pt idx="184">
                  <c:v>250.90017591111112</c:v>
                </c:pt>
                <c:pt idx="185">
                  <c:v>257.59942976888891</c:v>
                </c:pt>
                <c:pt idx="186">
                  <c:v>264.49923489333332</c:v>
                </c:pt>
                <c:pt idx="187">
                  <c:v>306.67658689999996</c:v>
                </c:pt>
                <c:pt idx="188">
                  <c:v>346.41117283333335</c:v>
                </c:pt>
                <c:pt idx="189">
                  <c:v>373.88935014666663</c:v>
                </c:pt>
                <c:pt idx="190">
                  <c:v>360.08891331777778</c:v>
                </c:pt>
                <c:pt idx="191">
                  <c:v>298.59683177111111</c:v>
                </c:pt>
                <c:pt idx="192">
                  <c:v>217.01824757777777</c:v>
                </c:pt>
                <c:pt idx="193">
                  <c:v>139.77216913333334</c:v>
                </c:pt>
                <c:pt idx="194">
                  <c:v>87.02575764444444</c:v>
                </c:pt>
                <c:pt idx="195">
                  <c:v>59.818768033333328</c:v>
                </c:pt>
                <c:pt idx="196">
                  <c:v>46.689160413333333</c:v>
                </c:pt>
                <c:pt idx="197">
                  <c:v>54.131449726666666</c:v>
                </c:pt>
                <c:pt idx="198">
                  <c:v>89.823865600000005</c:v>
                </c:pt>
                <c:pt idx="199">
                  <c:v>133.50233203777779</c:v>
                </c:pt>
                <c:pt idx="200">
                  <c:v>183.29632851777779</c:v>
                </c:pt>
                <c:pt idx="201">
                  <c:v>212.37696632444442</c:v>
                </c:pt>
                <c:pt idx="202">
                  <c:v>234.98498821555557</c:v>
                </c:pt>
                <c:pt idx="203">
                  <c:v>258.93608462222221</c:v>
                </c:pt>
                <c:pt idx="204">
                  <c:v>256.93168206444443</c:v>
                </c:pt>
                <c:pt idx="205">
                  <c:v>283.11091592444444</c:v>
                </c:pt>
                <c:pt idx="206">
                  <c:v>325.21734899555554</c:v>
                </c:pt>
                <c:pt idx="207">
                  <c:v>299.35458016444443</c:v>
                </c:pt>
                <c:pt idx="208">
                  <c:v>279.74623972444442</c:v>
                </c:pt>
                <c:pt idx="209">
                  <c:v>284.48331176888888</c:v>
                </c:pt>
                <c:pt idx="210">
                  <c:v>282.60597453333332</c:v>
                </c:pt>
                <c:pt idx="211">
                  <c:v>316.49054907333334</c:v>
                </c:pt>
                <c:pt idx="212">
                  <c:v>355.70993174444448</c:v>
                </c:pt>
                <c:pt idx="213">
                  <c:v>382.23276618444447</c:v>
                </c:pt>
                <c:pt idx="214">
                  <c:v>368.55666706888888</c:v>
                </c:pt>
                <c:pt idx="215">
                  <c:v>303.81573437333333</c:v>
                </c:pt>
                <c:pt idx="216">
                  <c:v>216.7304886888889</c:v>
                </c:pt>
                <c:pt idx="217">
                  <c:v>137.63528690222222</c:v>
                </c:pt>
                <c:pt idx="218">
                  <c:v>85.008737906666667</c:v>
                </c:pt>
                <c:pt idx="219">
                  <c:v>55.40351602222222</c:v>
                </c:pt>
                <c:pt idx="220">
                  <c:v>43.167364486666671</c:v>
                </c:pt>
                <c:pt idx="221">
                  <c:v>53.51029824222222</c:v>
                </c:pt>
                <c:pt idx="222">
                  <c:v>92.944729804444449</c:v>
                </c:pt>
                <c:pt idx="223">
                  <c:v>137.76246787777779</c:v>
                </c:pt>
                <c:pt idx="224">
                  <c:v>181.18631340888888</c:v>
                </c:pt>
                <c:pt idx="225">
                  <c:v>201.2645878311111</c:v>
                </c:pt>
                <c:pt idx="226">
                  <c:v>215.35587186666669</c:v>
                </c:pt>
                <c:pt idx="227">
                  <c:v>236.02708233555558</c:v>
                </c:pt>
                <c:pt idx="228">
                  <c:v>243.75954351333331</c:v>
                </c:pt>
                <c:pt idx="229">
                  <c:v>282.37281319111111</c:v>
                </c:pt>
                <c:pt idx="230">
                  <c:v>290.60763986222224</c:v>
                </c:pt>
                <c:pt idx="231">
                  <c:v>270.66676216888891</c:v>
                </c:pt>
                <c:pt idx="232">
                  <c:v>255.99652057111109</c:v>
                </c:pt>
                <c:pt idx="233">
                  <c:v>264.11180739111109</c:v>
                </c:pt>
                <c:pt idx="234">
                  <c:v>268.72134676444443</c:v>
                </c:pt>
                <c:pt idx="235">
                  <c:v>302.9204565888889</c:v>
                </c:pt>
                <c:pt idx="236">
                  <c:v>348.32326520222222</c:v>
                </c:pt>
                <c:pt idx="237">
                  <c:v>375.37596096888888</c:v>
                </c:pt>
                <c:pt idx="238">
                  <c:v>348.24740983555557</c:v>
                </c:pt>
                <c:pt idx="239">
                  <c:v>274.42707001999997</c:v>
                </c:pt>
                <c:pt idx="240">
                  <c:v>186.71037221111112</c:v>
                </c:pt>
                <c:pt idx="241">
                  <c:v>115.24191343333334</c:v>
                </c:pt>
                <c:pt idx="242">
                  <c:v>70.749931031111117</c:v>
                </c:pt>
                <c:pt idx="243">
                  <c:v>48.45323798222222</c:v>
                </c:pt>
                <c:pt idx="244">
                  <c:v>40.191500040000001</c:v>
                </c:pt>
                <c:pt idx="245">
                  <c:v>52.047252784444439</c:v>
                </c:pt>
                <c:pt idx="246">
                  <c:v>96.574386124444445</c:v>
                </c:pt>
                <c:pt idx="247">
                  <c:v>138.49480344222223</c:v>
                </c:pt>
                <c:pt idx="248">
                  <c:v>170.66778462000002</c:v>
                </c:pt>
                <c:pt idx="249">
                  <c:v>180.75147504444445</c:v>
                </c:pt>
                <c:pt idx="250">
                  <c:v>193.11672772666668</c:v>
                </c:pt>
                <c:pt idx="251">
                  <c:v>213.75397088222223</c:v>
                </c:pt>
                <c:pt idx="252">
                  <c:v>228.31555736000001</c:v>
                </c:pt>
                <c:pt idx="253">
                  <c:v>256.57317373111113</c:v>
                </c:pt>
                <c:pt idx="254">
                  <c:v>262.07826478444446</c:v>
                </c:pt>
                <c:pt idx="255">
                  <c:v>247.44885408666664</c:v>
                </c:pt>
                <c:pt idx="256">
                  <c:v>248.41387833555555</c:v>
                </c:pt>
                <c:pt idx="257">
                  <c:v>258.46602083777782</c:v>
                </c:pt>
                <c:pt idx="258">
                  <c:v>261.70631087777781</c:v>
                </c:pt>
                <c:pt idx="259">
                  <c:v>297.20088405777778</c:v>
                </c:pt>
                <c:pt idx="260">
                  <c:v>341.79264522222223</c:v>
                </c:pt>
                <c:pt idx="261">
                  <c:v>365.65278141333334</c:v>
                </c:pt>
                <c:pt idx="262">
                  <c:v>342.64869913111113</c:v>
                </c:pt>
                <c:pt idx="263">
                  <c:v>267.20024871555552</c:v>
                </c:pt>
                <c:pt idx="264">
                  <c:v>180.62031761111109</c:v>
                </c:pt>
                <c:pt idx="265">
                  <c:v>108.20307735333333</c:v>
                </c:pt>
                <c:pt idx="266">
                  <c:v>66.538327595555558</c:v>
                </c:pt>
                <c:pt idx="267">
                  <c:v>46.054187277777778</c:v>
                </c:pt>
                <c:pt idx="268">
                  <c:v>38.829482497777775</c:v>
                </c:pt>
                <c:pt idx="269">
                  <c:v>51.717346840000005</c:v>
                </c:pt>
                <c:pt idx="270">
                  <c:v>98.352958626666663</c:v>
                </c:pt>
                <c:pt idx="271">
                  <c:v>142.38063698666667</c:v>
                </c:pt>
                <c:pt idx="272">
                  <c:v>171.45566671555554</c:v>
                </c:pt>
                <c:pt idx="273">
                  <c:v>183.36267749777778</c:v>
                </c:pt>
                <c:pt idx="274">
                  <c:v>198.1982487688889</c:v>
                </c:pt>
                <c:pt idx="275">
                  <c:v>221.77254511333334</c:v>
                </c:pt>
                <c:pt idx="276">
                  <c:v>233.8681451422222</c:v>
                </c:pt>
                <c:pt idx="277">
                  <c:v>261.29942691777779</c:v>
                </c:pt>
                <c:pt idx="278">
                  <c:v>264.07021466222221</c:v>
                </c:pt>
                <c:pt idx="279">
                  <c:v>249.36762714000002</c:v>
                </c:pt>
                <c:pt idx="280">
                  <c:v>248.44332567555554</c:v>
                </c:pt>
                <c:pt idx="281">
                  <c:v>257.25997084888888</c:v>
                </c:pt>
                <c:pt idx="282">
                  <c:v>262.77968248444444</c:v>
                </c:pt>
                <c:pt idx="283">
                  <c:v>301.4403952311111</c:v>
                </c:pt>
                <c:pt idx="284">
                  <c:v>346.76051029333337</c:v>
                </c:pt>
                <c:pt idx="285">
                  <c:v>372.08790340888891</c:v>
                </c:pt>
                <c:pt idx="286">
                  <c:v>344.35220071555557</c:v>
                </c:pt>
                <c:pt idx="287">
                  <c:v>267.00357408888885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6C-47C2-956F-045AF7A440C3}"/>
            </c:ext>
          </c:extLst>
        </c:ser>
        <c:ser>
          <c:idx val="13"/>
          <c:order val="13"/>
          <c:tx>
            <c:strRef>
              <c:f>'01-10 12-10-2026'!$O$1</c:f>
              <c:strCache>
                <c:ptCount val="1"/>
                <c:pt idx="0">
                  <c:v>BMR-DGW</c:v>
                </c:pt>
              </c:strCache>
            </c:strRef>
          </c:tx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layout>
                <c:manualLayout>
                  <c:x val="-3.4150139559993783E-2"/>
                  <c:y val="-1.4655262119352858E-2"/>
                </c:manualLayout>
              </c:layout>
              <c:tx>
                <c:rich>
                  <a:bodyPr/>
                  <a:lstStyle/>
                  <a:p>
                    <a:fld id="{88364C9A-C40B-40F6-ADA6-2A0C7363B48D}" type="VALUE">
                      <a:rPr lang="en-US">
                        <a:solidFill>
                          <a:schemeClr val="accent2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B6C-47C2-956F-045AF7A440C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12-10-2026'!$O$2:$O$289</c:f>
              <c:numCache>
                <c:formatCode>0.00</c:formatCode>
                <c:ptCount val="288"/>
                <c:pt idx="0">
                  <c:v>100.39366917555556</c:v>
                </c:pt>
                <c:pt idx="1">
                  <c:v>60.920803877777779</c:v>
                </c:pt>
                <c:pt idx="2">
                  <c:v>34.419483744444449</c:v>
                </c:pt>
                <c:pt idx="3">
                  <c:v>21.446349444444444</c:v>
                </c:pt>
                <c:pt idx="4">
                  <c:v>16.336256806666668</c:v>
                </c:pt>
                <c:pt idx="5">
                  <c:v>20.016429775555558</c:v>
                </c:pt>
                <c:pt idx="6">
                  <c:v>40.778953717777782</c:v>
                </c:pt>
                <c:pt idx="7">
                  <c:v>62.569078044444439</c:v>
                </c:pt>
                <c:pt idx="8">
                  <c:v>75.027076248888889</c:v>
                </c:pt>
                <c:pt idx="9">
                  <c:v>82.075762615555561</c:v>
                </c:pt>
                <c:pt idx="10">
                  <c:v>91.042781844444448</c:v>
                </c:pt>
                <c:pt idx="11">
                  <c:v>102.74585266222222</c:v>
                </c:pt>
                <c:pt idx="12">
                  <c:v>113.41599836666667</c:v>
                </c:pt>
                <c:pt idx="13">
                  <c:v>130.22961031777777</c:v>
                </c:pt>
                <c:pt idx="14">
                  <c:v>134.34987753333334</c:v>
                </c:pt>
                <c:pt idx="15">
                  <c:v>129.65442862666669</c:v>
                </c:pt>
                <c:pt idx="16">
                  <c:v>112.51526790666668</c:v>
                </c:pt>
                <c:pt idx="17">
                  <c:v>114.40105048222222</c:v>
                </c:pt>
                <c:pt idx="18">
                  <c:v>114.23864712222222</c:v>
                </c:pt>
                <c:pt idx="19">
                  <c:v>135.653919</c:v>
                </c:pt>
                <c:pt idx="20">
                  <c:v>151.16725637555555</c:v>
                </c:pt>
                <c:pt idx="21">
                  <c:v>174.62329051111112</c:v>
                </c:pt>
                <c:pt idx="22">
                  <c:v>173.63977958444445</c:v>
                </c:pt>
                <c:pt idx="23">
                  <c:v>149.5559286688889</c:v>
                </c:pt>
                <c:pt idx="24">
                  <c:v>109.76712865555555</c:v>
                </c:pt>
                <c:pt idx="25">
                  <c:v>69.99023528666666</c:v>
                </c:pt>
                <c:pt idx="26">
                  <c:v>41.422004771111112</c:v>
                </c:pt>
                <c:pt idx="27">
                  <c:v>25.142948511111111</c:v>
                </c:pt>
                <c:pt idx="28">
                  <c:v>17.593983424444446</c:v>
                </c:pt>
                <c:pt idx="29">
                  <c:v>19.315119495555557</c:v>
                </c:pt>
                <c:pt idx="30">
                  <c:v>35.660871919999998</c:v>
                </c:pt>
                <c:pt idx="31">
                  <c:v>54.269191084444444</c:v>
                </c:pt>
                <c:pt idx="32">
                  <c:v>76.15725066666667</c:v>
                </c:pt>
                <c:pt idx="33">
                  <c:v>92.34843207555555</c:v>
                </c:pt>
                <c:pt idx="34">
                  <c:v>105.2299395911111</c:v>
                </c:pt>
                <c:pt idx="35">
                  <c:v>120.90983794666667</c:v>
                </c:pt>
                <c:pt idx="36">
                  <c:v>124.05740407777778</c:v>
                </c:pt>
                <c:pt idx="37">
                  <c:v>133.56139531333332</c:v>
                </c:pt>
                <c:pt idx="38">
                  <c:v>155.4552141111111</c:v>
                </c:pt>
                <c:pt idx="39">
                  <c:v>144.87186977777776</c:v>
                </c:pt>
                <c:pt idx="40">
                  <c:v>118.28775273777778</c:v>
                </c:pt>
                <c:pt idx="41">
                  <c:v>119.17933148444445</c:v>
                </c:pt>
                <c:pt idx="42">
                  <c:v>118.94147406</c:v>
                </c:pt>
                <c:pt idx="43">
                  <c:v>141.51957921777779</c:v>
                </c:pt>
                <c:pt idx="44">
                  <c:v>156.65006708666667</c:v>
                </c:pt>
                <c:pt idx="45">
                  <c:v>182.02175606888889</c:v>
                </c:pt>
                <c:pt idx="46">
                  <c:v>179.38689825555554</c:v>
                </c:pt>
                <c:pt idx="47">
                  <c:v>154.68553753777778</c:v>
                </c:pt>
                <c:pt idx="48">
                  <c:v>113.10701636222223</c:v>
                </c:pt>
                <c:pt idx="49">
                  <c:v>71.442998079999995</c:v>
                </c:pt>
                <c:pt idx="50">
                  <c:v>41.491882637777778</c:v>
                </c:pt>
                <c:pt idx="51">
                  <c:v>25.166563288888888</c:v>
                </c:pt>
                <c:pt idx="52">
                  <c:v>18.02767180888889</c:v>
                </c:pt>
                <c:pt idx="53">
                  <c:v>20.350236513333336</c:v>
                </c:pt>
                <c:pt idx="54">
                  <c:v>37.595382231111117</c:v>
                </c:pt>
                <c:pt idx="55">
                  <c:v>56.833259657777774</c:v>
                </c:pt>
                <c:pt idx="56">
                  <c:v>76.904201273333342</c:v>
                </c:pt>
                <c:pt idx="57">
                  <c:v>88.839761115555547</c:v>
                </c:pt>
                <c:pt idx="58">
                  <c:v>97.490398720000002</c:v>
                </c:pt>
                <c:pt idx="59">
                  <c:v>108.20427241333334</c:v>
                </c:pt>
                <c:pt idx="60">
                  <c:v>115.40155446444444</c:v>
                </c:pt>
                <c:pt idx="61">
                  <c:v>133.89942157555555</c:v>
                </c:pt>
                <c:pt idx="62">
                  <c:v>141.10068626222221</c:v>
                </c:pt>
                <c:pt idx="63">
                  <c:v>135.08938165777778</c:v>
                </c:pt>
                <c:pt idx="64">
                  <c:v>113.99872447777778</c:v>
                </c:pt>
                <c:pt idx="65">
                  <c:v>115.75083291999999</c:v>
                </c:pt>
                <c:pt idx="66">
                  <c:v>116.29091755555555</c:v>
                </c:pt>
                <c:pt idx="67">
                  <c:v>137.69594937555556</c:v>
                </c:pt>
                <c:pt idx="68">
                  <c:v>152.48473844888889</c:v>
                </c:pt>
                <c:pt idx="69">
                  <c:v>175.83700513777779</c:v>
                </c:pt>
                <c:pt idx="70">
                  <c:v>171.3500437311111</c:v>
                </c:pt>
                <c:pt idx="71">
                  <c:v>142.44202205333335</c:v>
                </c:pt>
                <c:pt idx="72">
                  <c:v>98.160137266666666</c:v>
                </c:pt>
                <c:pt idx="73">
                  <c:v>58.448698513333333</c:v>
                </c:pt>
                <c:pt idx="74">
                  <c:v>33.463154666666668</c:v>
                </c:pt>
                <c:pt idx="75">
                  <c:v>20.838983728888888</c:v>
                </c:pt>
                <c:pt idx="76">
                  <c:v>16.089217326666667</c:v>
                </c:pt>
                <c:pt idx="77">
                  <c:v>19.343823780000001</c:v>
                </c:pt>
                <c:pt idx="78">
                  <c:v>39.65486112</c:v>
                </c:pt>
                <c:pt idx="79">
                  <c:v>59.131577148888887</c:v>
                </c:pt>
                <c:pt idx="80">
                  <c:v>72.674476211111113</c:v>
                </c:pt>
                <c:pt idx="81">
                  <c:v>79.448249526666672</c:v>
                </c:pt>
                <c:pt idx="82">
                  <c:v>87.516671046666659</c:v>
                </c:pt>
                <c:pt idx="83">
                  <c:v>99.908693733333337</c:v>
                </c:pt>
                <c:pt idx="84">
                  <c:v>107.65762922222223</c:v>
                </c:pt>
                <c:pt idx="85">
                  <c:v>121.9345429911111</c:v>
                </c:pt>
                <c:pt idx="86">
                  <c:v>124.56718749333334</c:v>
                </c:pt>
                <c:pt idx="87">
                  <c:v>120.64273446222222</c:v>
                </c:pt>
                <c:pt idx="88">
                  <c:v>109.59813501777778</c:v>
                </c:pt>
                <c:pt idx="89">
                  <c:v>114.39377409555556</c:v>
                </c:pt>
                <c:pt idx="90">
                  <c:v>114.62526471555556</c:v>
                </c:pt>
                <c:pt idx="91">
                  <c:v>136.62275093333335</c:v>
                </c:pt>
                <c:pt idx="92">
                  <c:v>152.82829674444446</c:v>
                </c:pt>
                <c:pt idx="93">
                  <c:v>175.47771553555555</c:v>
                </c:pt>
                <c:pt idx="94">
                  <c:v>168.92567306000001</c:v>
                </c:pt>
                <c:pt idx="95">
                  <c:v>136.72229486666669</c:v>
                </c:pt>
                <c:pt idx="96">
                  <c:v>92.090864588888891</c:v>
                </c:pt>
                <c:pt idx="97">
                  <c:v>53.863644766666667</c:v>
                </c:pt>
                <c:pt idx="98">
                  <c:v>30.768237893333335</c:v>
                </c:pt>
                <c:pt idx="99">
                  <c:v>19.664114144444447</c:v>
                </c:pt>
                <c:pt idx="100">
                  <c:v>15.528253833333334</c:v>
                </c:pt>
                <c:pt idx="101">
                  <c:v>18.906292375555555</c:v>
                </c:pt>
                <c:pt idx="102">
                  <c:v>40.172841211111113</c:v>
                </c:pt>
                <c:pt idx="103">
                  <c:v>61.44583991333333</c:v>
                </c:pt>
                <c:pt idx="104">
                  <c:v>73.319917973333332</c:v>
                </c:pt>
                <c:pt idx="105">
                  <c:v>79.24398074222222</c:v>
                </c:pt>
                <c:pt idx="106">
                  <c:v>86.993044088888894</c:v>
                </c:pt>
                <c:pt idx="107">
                  <c:v>99.857492664444436</c:v>
                </c:pt>
                <c:pt idx="108">
                  <c:v>107.93011075111112</c:v>
                </c:pt>
                <c:pt idx="109">
                  <c:v>123.01656588888889</c:v>
                </c:pt>
                <c:pt idx="110">
                  <c:v>125.04846539777779</c:v>
                </c:pt>
                <c:pt idx="111">
                  <c:v>121.78962909555555</c:v>
                </c:pt>
                <c:pt idx="112">
                  <c:v>109.14121761333334</c:v>
                </c:pt>
                <c:pt idx="113">
                  <c:v>113.43323480666666</c:v>
                </c:pt>
                <c:pt idx="114">
                  <c:v>114.21572093111111</c:v>
                </c:pt>
                <c:pt idx="115">
                  <c:v>135.85290031555556</c:v>
                </c:pt>
                <c:pt idx="116">
                  <c:v>152.40550755555557</c:v>
                </c:pt>
                <c:pt idx="117">
                  <c:v>176.53689310222222</c:v>
                </c:pt>
                <c:pt idx="118">
                  <c:v>169.89521253555557</c:v>
                </c:pt>
                <c:pt idx="119">
                  <c:v>138.86178836222223</c:v>
                </c:pt>
                <c:pt idx="120">
                  <c:v>93.95260277777777</c:v>
                </c:pt>
                <c:pt idx="121">
                  <c:v>55.259717155555556</c:v>
                </c:pt>
                <c:pt idx="122">
                  <c:v>31.512815686666666</c:v>
                </c:pt>
                <c:pt idx="123">
                  <c:v>20.011220817777776</c:v>
                </c:pt>
                <c:pt idx="124">
                  <c:v>15.715894046666666</c:v>
                </c:pt>
                <c:pt idx="125">
                  <c:v>19.029432208888888</c:v>
                </c:pt>
                <c:pt idx="126">
                  <c:v>40.72254484222222</c:v>
                </c:pt>
                <c:pt idx="127">
                  <c:v>61.703525768888888</c:v>
                </c:pt>
                <c:pt idx="128">
                  <c:v>73.250511688888892</c:v>
                </c:pt>
                <c:pt idx="129">
                  <c:v>80.001104502222219</c:v>
                </c:pt>
                <c:pt idx="130">
                  <c:v>89.130274257777785</c:v>
                </c:pt>
                <c:pt idx="131">
                  <c:v>101.11796921333334</c:v>
                </c:pt>
                <c:pt idx="132">
                  <c:v>111.9224392888889</c:v>
                </c:pt>
                <c:pt idx="133">
                  <c:v>133.13535400222224</c:v>
                </c:pt>
                <c:pt idx="134">
                  <c:v>135.77172281333333</c:v>
                </c:pt>
                <c:pt idx="135">
                  <c:v>127.65607105777778</c:v>
                </c:pt>
                <c:pt idx="136">
                  <c:v>110.85794931555554</c:v>
                </c:pt>
                <c:pt idx="137">
                  <c:v>114.2750967488889</c:v>
                </c:pt>
                <c:pt idx="138">
                  <c:v>123.63282929777777</c:v>
                </c:pt>
                <c:pt idx="139">
                  <c:v>142.61397392888887</c:v>
                </c:pt>
                <c:pt idx="140">
                  <c:v>153.34142841111111</c:v>
                </c:pt>
                <c:pt idx="141">
                  <c:v>176.7087149688889</c:v>
                </c:pt>
                <c:pt idx="142">
                  <c:v>170.02245633777778</c:v>
                </c:pt>
                <c:pt idx="143">
                  <c:v>141.3677646711111</c:v>
                </c:pt>
                <c:pt idx="144">
                  <c:v>99.209719800000002</c:v>
                </c:pt>
                <c:pt idx="145">
                  <c:v>59.501555608888893</c:v>
                </c:pt>
                <c:pt idx="146">
                  <c:v>35.728974911111109</c:v>
                </c:pt>
                <c:pt idx="147">
                  <c:v>21.312895017777777</c:v>
                </c:pt>
                <c:pt idx="148">
                  <c:v>16.382351148888887</c:v>
                </c:pt>
                <c:pt idx="149">
                  <c:v>19.783053053333333</c:v>
                </c:pt>
                <c:pt idx="150">
                  <c:v>41.759671775555553</c:v>
                </c:pt>
                <c:pt idx="151">
                  <c:v>62.59783648222222</c:v>
                </c:pt>
                <c:pt idx="152">
                  <c:v>74.435658964444443</c:v>
                </c:pt>
                <c:pt idx="153">
                  <c:v>80.430501395555552</c:v>
                </c:pt>
                <c:pt idx="154">
                  <c:v>88.344219073333335</c:v>
                </c:pt>
                <c:pt idx="155">
                  <c:v>99.999084600000003</c:v>
                </c:pt>
                <c:pt idx="156">
                  <c:v>108.09936402</c:v>
                </c:pt>
                <c:pt idx="157">
                  <c:v>122.9657107688889</c:v>
                </c:pt>
                <c:pt idx="158">
                  <c:v>125.70793941777778</c:v>
                </c:pt>
                <c:pt idx="159">
                  <c:v>121.27803845333334</c:v>
                </c:pt>
                <c:pt idx="160">
                  <c:v>111.67147786000001</c:v>
                </c:pt>
                <c:pt idx="161">
                  <c:v>117.37892643111111</c:v>
                </c:pt>
                <c:pt idx="162">
                  <c:v>118.77090406888888</c:v>
                </c:pt>
                <c:pt idx="163">
                  <c:v>138.49703051777777</c:v>
                </c:pt>
                <c:pt idx="164">
                  <c:v>153.81230719777778</c:v>
                </c:pt>
                <c:pt idx="165">
                  <c:v>175.57596137777779</c:v>
                </c:pt>
                <c:pt idx="166">
                  <c:v>168.59856481333333</c:v>
                </c:pt>
                <c:pt idx="167">
                  <c:v>135.44121268222221</c:v>
                </c:pt>
                <c:pt idx="168">
                  <c:v>92.194431677777771</c:v>
                </c:pt>
                <c:pt idx="169">
                  <c:v>54.913786819999999</c:v>
                </c:pt>
                <c:pt idx="170">
                  <c:v>31.698874302222222</c:v>
                </c:pt>
                <c:pt idx="171">
                  <c:v>20.147691533333333</c:v>
                </c:pt>
                <c:pt idx="172">
                  <c:v>15.892123735555556</c:v>
                </c:pt>
                <c:pt idx="173">
                  <c:v>19.569539648888892</c:v>
                </c:pt>
                <c:pt idx="174">
                  <c:v>42.303085935555558</c:v>
                </c:pt>
                <c:pt idx="175">
                  <c:v>65.03785313111112</c:v>
                </c:pt>
                <c:pt idx="176">
                  <c:v>78.904358964444441</c:v>
                </c:pt>
                <c:pt idx="177">
                  <c:v>88.728332397777777</c:v>
                </c:pt>
                <c:pt idx="178">
                  <c:v>94.719183677777778</c:v>
                </c:pt>
                <c:pt idx="179">
                  <c:v>104.06010441777778</c:v>
                </c:pt>
                <c:pt idx="180">
                  <c:v>114.17807731555556</c:v>
                </c:pt>
                <c:pt idx="181">
                  <c:v>129.04166629333332</c:v>
                </c:pt>
                <c:pt idx="182">
                  <c:v>131.90323122000001</c:v>
                </c:pt>
                <c:pt idx="183">
                  <c:v>126.45514544888889</c:v>
                </c:pt>
                <c:pt idx="184">
                  <c:v>112.47178672222222</c:v>
                </c:pt>
                <c:pt idx="185">
                  <c:v>116.38193317333332</c:v>
                </c:pt>
                <c:pt idx="186">
                  <c:v>118.20819364222223</c:v>
                </c:pt>
                <c:pt idx="187">
                  <c:v>140.83275815111111</c:v>
                </c:pt>
                <c:pt idx="188">
                  <c:v>156.49246836</c:v>
                </c:pt>
                <c:pt idx="189">
                  <c:v>177.20737454666664</c:v>
                </c:pt>
                <c:pt idx="190">
                  <c:v>173.29578143333333</c:v>
                </c:pt>
                <c:pt idx="191">
                  <c:v>145.31367768222222</c:v>
                </c:pt>
                <c:pt idx="192">
                  <c:v>104.10965254</c:v>
                </c:pt>
                <c:pt idx="193">
                  <c:v>65.737670346666675</c:v>
                </c:pt>
                <c:pt idx="194">
                  <c:v>38.370009555555555</c:v>
                </c:pt>
                <c:pt idx="195">
                  <c:v>24.185354175555556</c:v>
                </c:pt>
                <c:pt idx="196">
                  <c:v>17.605686982222224</c:v>
                </c:pt>
                <c:pt idx="197">
                  <c:v>18.835988239999999</c:v>
                </c:pt>
                <c:pt idx="198">
                  <c:v>36.937834604444447</c:v>
                </c:pt>
                <c:pt idx="199">
                  <c:v>56.597425475555553</c:v>
                </c:pt>
                <c:pt idx="200">
                  <c:v>77.765524060000004</c:v>
                </c:pt>
                <c:pt idx="201">
                  <c:v>92.213252177777775</c:v>
                </c:pt>
                <c:pt idx="202">
                  <c:v>104.35790698666668</c:v>
                </c:pt>
                <c:pt idx="203">
                  <c:v>118.39143430444445</c:v>
                </c:pt>
                <c:pt idx="204">
                  <c:v>120.66582017555555</c:v>
                </c:pt>
                <c:pt idx="205">
                  <c:v>130.9810308711111</c:v>
                </c:pt>
                <c:pt idx="206">
                  <c:v>151.01199265111111</c:v>
                </c:pt>
                <c:pt idx="207">
                  <c:v>138.81085689333332</c:v>
                </c:pt>
                <c:pt idx="208">
                  <c:v>116.69010820888889</c:v>
                </c:pt>
                <c:pt idx="209">
                  <c:v>118.07119673555556</c:v>
                </c:pt>
                <c:pt idx="210">
                  <c:v>117.51192314666667</c:v>
                </c:pt>
                <c:pt idx="211">
                  <c:v>141.23319153777777</c:v>
                </c:pt>
                <c:pt idx="212">
                  <c:v>158.33641588666666</c:v>
                </c:pt>
                <c:pt idx="213">
                  <c:v>180.67322248444447</c:v>
                </c:pt>
                <c:pt idx="214">
                  <c:v>178.25238810222223</c:v>
                </c:pt>
                <c:pt idx="215">
                  <c:v>148.93548970888889</c:v>
                </c:pt>
                <c:pt idx="216">
                  <c:v>105.31757432222221</c:v>
                </c:pt>
                <c:pt idx="217">
                  <c:v>64.169816637777785</c:v>
                </c:pt>
                <c:pt idx="218">
                  <c:v>37.21549020444445</c:v>
                </c:pt>
                <c:pt idx="219">
                  <c:v>22.904739751111112</c:v>
                </c:pt>
                <c:pt idx="220">
                  <c:v>17.014869995555557</c:v>
                </c:pt>
                <c:pt idx="221">
                  <c:v>18.76089015777778</c:v>
                </c:pt>
                <c:pt idx="222">
                  <c:v>37.599004091111112</c:v>
                </c:pt>
                <c:pt idx="223">
                  <c:v>57.52780932666667</c:v>
                </c:pt>
                <c:pt idx="224">
                  <c:v>75.613862748888891</c:v>
                </c:pt>
                <c:pt idx="225">
                  <c:v>86.518793002222225</c:v>
                </c:pt>
                <c:pt idx="226">
                  <c:v>95.09042550444444</c:v>
                </c:pt>
                <c:pt idx="227">
                  <c:v>105.49441164222222</c:v>
                </c:pt>
                <c:pt idx="228">
                  <c:v>112.52791974888889</c:v>
                </c:pt>
                <c:pt idx="229">
                  <c:v>132.93248324444443</c:v>
                </c:pt>
                <c:pt idx="230">
                  <c:v>139.51539836444445</c:v>
                </c:pt>
                <c:pt idx="231">
                  <c:v>130.96444799555556</c:v>
                </c:pt>
                <c:pt idx="232">
                  <c:v>113.11403868666667</c:v>
                </c:pt>
                <c:pt idx="233">
                  <c:v>116.01708678888889</c:v>
                </c:pt>
                <c:pt idx="234">
                  <c:v>117.75019416444445</c:v>
                </c:pt>
                <c:pt idx="235">
                  <c:v>138.44039332</c:v>
                </c:pt>
                <c:pt idx="236">
                  <c:v>157.77826607333333</c:v>
                </c:pt>
                <c:pt idx="237">
                  <c:v>179.85617373333332</c:v>
                </c:pt>
                <c:pt idx="238">
                  <c:v>169.25161791555556</c:v>
                </c:pt>
                <c:pt idx="239">
                  <c:v>135.62163388222223</c:v>
                </c:pt>
                <c:pt idx="240">
                  <c:v>90.376038524444439</c:v>
                </c:pt>
                <c:pt idx="241">
                  <c:v>53.355427908888885</c:v>
                </c:pt>
                <c:pt idx="242">
                  <c:v>30.975768322222223</c:v>
                </c:pt>
                <c:pt idx="243">
                  <c:v>19.960126304444444</c:v>
                </c:pt>
                <c:pt idx="244">
                  <c:v>15.738177675555555</c:v>
                </c:pt>
                <c:pt idx="245">
                  <c:v>18.38540861111111</c:v>
                </c:pt>
                <c:pt idx="246">
                  <c:v>39.60302897333333</c:v>
                </c:pt>
                <c:pt idx="247">
                  <c:v>59.399267606666669</c:v>
                </c:pt>
                <c:pt idx="248">
                  <c:v>71.975269679999997</c:v>
                </c:pt>
                <c:pt idx="249">
                  <c:v>76.605170064444451</c:v>
                </c:pt>
                <c:pt idx="250">
                  <c:v>83.999017755555556</c:v>
                </c:pt>
                <c:pt idx="251">
                  <c:v>95.856095546666666</c:v>
                </c:pt>
                <c:pt idx="252">
                  <c:v>104.68651686888889</c:v>
                </c:pt>
                <c:pt idx="253">
                  <c:v>120.06403201777778</c:v>
                </c:pt>
                <c:pt idx="254">
                  <c:v>123.43137741111111</c:v>
                </c:pt>
                <c:pt idx="255">
                  <c:v>118.61868575333332</c:v>
                </c:pt>
                <c:pt idx="256">
                  <c:v>110.49222707555556</c:v>
                </c:pt>
                <c:pt idx="257">
                  <c:v>117.78228306666666</c:v>
                </c:pt>
                <c:pt idx="258">
                  <c:v>119.26997926666667</c:v>
                </c:pt>
                <c:pt idx="259">
                  <c:v>139.05934127111112</c:v>
                </c:pt>
                <c:pt idx="260">
                  <c:v>157.25279141999999</c:v>
                </c:pt>
                <c:pt idx="261">
                  <c:v>176.27790655555555</c:v>
                </c:pt>
                <c:pt idx="262">
                  <c:v>167.1009933622222</c:v>
                </c:pt>
                <c:pt idx="263">
                  <c:v>132.5793817</c:v>
                </c:pt>
                <c:pt idx="264">
                  <c:v>87.503663691111115</c:v>
                </c:pt>
                <c:pt idx="265">
                  <c:v>51.415263153333328</c:v>
                </c:pt>
                <c:pt idx="266">
                  <c:v>29.568222588888887</c:v>
                </c:pt>
                <c:pt idx="267">
                  <c:v>19.240379411111114</c:v>
                </c:pt>
                <c:pt idx="268">
                  <c:v>15.673498540000001</c:v>
                </c:pt>
                <c:pt idx="269">
                  <c:v>18.550084513333335</c:v>
                </c:pt>
                <c:pt idx="270">
                  <c:v>40.892479611111114</c:v>
                </c:pt>
                <c:pt idx="271">
                  <c:v>62.158245337777778</c:v>
                </c:pt>
                <c:pt idx="272">
                  <c:v>73.054536257777784</c:v>
                </c:pt>
                <c:pt idx="273">
                  <c:v>78.964425484444448</c:v>
                </c:pt>
                <c:pt idx="274">
                  <c:v>87.018111266666665</c:v>
                </c:pt>
                <c:pt idx="275">
                  <c:v>97.984302562222226</c:v>
                </c:pt>
                <c:pt idx="276">
                  <c:v>107.30105377111111</c:v>
                </c:pt>
                <c:pt idx="277">
                  <c:v>122.08281913555555</c:v>
                </c:pt>
                <c:pt idx="278">
                  <c:v>122.89369225555555</c:v>
                </c:pt>
                <c:pt idx="279">
                  <c:v>118.32292257333333</c:v>
                </c:pt>
                <c:pt idx="280">
                  <c:v>110.95362834444444</c:v>
                </c:pt>
                <c:pt idx="281">
                  <c:v>117.02147566444444</c:v>
                </c:pt>
                <c:pt idx="282">
                  <c:v>117.69840318</c:v>
                </c:pt>
                <c:pt idx="283">
                  <c:v>139.8274983511111</c:v>
                </c:pt>
                <c:pt idx="284">
                  <c:v>158.84486986000002</c:v>
                </c:pt>
                <c:pt idx="285">
                  <c:v>179.80934840222221</c:v>
                </c:pt>
                <c:pt idx="286">
                  <c:v>168.49550252444445</c:v>
                </c:pt>
                <c:pt idx="287">
                  <c:v>132.44646714222222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B6C-47C2-956F-045AF7A440C3}"/>
            </c:ext>
          </c:extLst>
        </c:ser>
        <c:ser>
          <c:idx val="20"/>
          <c:order val="20"/>
          <c:tx>
            <c:strRef>
              <c:f>'01-10 12-10-2026'!$V$1</c:f>
              <c:strCache>
                <c:ptCount val="1"/>
                <c:pt idx="0">
                  <c:v>OUG-DGW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214"/>
              <c:layout>
                <c:manualLayout>
                  <c:x val="-2.523402715739571E-2"/>
                  <c:y val="-2.616136142410173E-2"/>
                </c:manualLayout>
              </c:layout>
              <c:tx>
                <c:rich>
                  <a:bodyPr/>
                  <a:lstStyle/>
                  <a:p>
                    <a:fld id="{CAAE0DF6-067E-4230-9789-4AB9EDF3F930}" type="VALUE">
                      <a:rPr lang="en-US">
                        <a:solidFill>
                          <a:schemeClr val="accent6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3B6C-47C2-956F-045AF7A440C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12-10-2026'!$V$2:$V$289</c:f>
              <c:numCache>
                <c:formatCode>0.00</c:formatCode>
                <c:ptCount val="288"/>
                <c:pt idx="0">
                  <c:v>161.19989547111112</c:v>
                </c:pt>
                <c:pt idx="1">
                  <c:v>101.50062503333334</c:v>
                </c:pt>
                <c:pt idx="2">
                  <c:v>60.818922380000004</c:v>
                </c:pt>
                <c:pt idx="3">
                  <c:v>39.438916120000002</c:v>
                </c:pt>
                <c:pt idx="4">
                  <c:v>31.502196651111113</c:v>
                </c:pt>
                <c:pt idx="5">
                  <c:v>41.955692186666667</c:v>
                </c:pt>
                <c:pt idx="6">
                  <c:v>84.62619858222223</c:v>
                </c:pt>
                <c:pt idx="7">
                  <c:v>116.08117319333334</c:v>
                </c:pt>
                <c:pt idx="8">
                  <c:v>136.44578188222221</c:v>
                </c:pt>
                <c:pt idx="9">
                  <c:v>145.93196835777778</c:v>
                </c:pt>
                <c:pt idx="10">
                  <c:v>159.70556917777776</c:v>
                </c:pt>
                <c:pt idx="11">
                  <c:v>177.04984375777778</c:v>
                </c:pt>
                <c:pt idx="12">
                  <c:v>190.60363348666667</c:v>
                </c:pt>
                <c:pt idx="13">
                  <c:v>211.79727494888888</c:v>
                </c:pt>
                <c:pt idx="14">
                  <c:v>214.26856100666666</c:v>
                </c:pt>
                <c:pt idx="15">
                  <c:v>204.73211662</c:v>
                </c:pt>
                <c:pt idx="16">
                  <c:v>187.14381106888888</c:v>
                </c:pt>
                <c:pt idx="17">
                  <c:v>188.27874312222224</c:v>
                </c:pt>
                <c:pt idx="18">
                  <c:v>184.00504436888889</c:v>
                </c:pt>
                <c:pt idx="19">
                  <c:v>211.16062688</c:v>
                </c:pt>
                <c:pt idx="20">
                  <c:v>232.1574061488889</c:v>
                </c:pt>
                <c:pt idx="21">
                  <c:v>260.41641641333331</c:v>
                </c:pt>
                <c:pt idx="22">
                  <c:v>262.35442528222222</c:v>
                </c:pt>
                <c:pt idx="23">
                  <c:v>232.03602349777776</c:v>
                </c:pt>
                <c:pt idx="24">
                  <c:v>176.74024980222222</c:v>
                </c:pt>
                <c:pt idx="25">
                  <c:v>118.14252594222222</c:v>
                </c:pt>
                <c:pt idx="26">
                  <c:v>73.318564100000003</c:v>
                </c:pt>
                <c:pt idx="27">
                  <c:v>46.573668773333338</c:v>
                </c:pt>
                <c:pt idx="28">
                  <c:v>34.453790557777779</c:v>
                </c:pt>
                <c:pt idx="29">
                  <c:v>41.230716995555554</c:v>
                </c:pt>
                <c:pt idx="30">
                  <c:v>77.106098286666679</c:v>
                </c:pt>
                <c:pt idx="31">
                  <c:v>106.31769783999999</c:v>
                </c:pt>
                <c:pt idx="32">
                  <c:v>133.07871384666666</c:v>
                </c:pt>
                <c:pt idx="33">
                  <c:v>155.07313012666668</c:v>
                </c:pt>
                <c:pt idx="34">
                  <c:v>175.41473962444445</c:v>
                </c:pt>
                <c:pt idx="35">
                  <c:v>194.73583025555556</c:v>
                </c:pt>
                <c:pt idx="36">
                  <c:v>199.06388349777777</c:v>
                </c:pt>
                <c:pt idx="37">
                  <c:v>206.0482836577778</c:v>
                </c:pt>
                <c:pt idx="38">
                  <c:v>237.64836246888888</c:v>
                </c:pt>
                <c:pt idx="39">
                  <c:v>221.94392802222222</c:v>
                </c:pt>
                <c:pt idx="40">
                  <c:v>195.04264437111112</c:v>
                </c:pt>
                <c:pt idx="41">
                  <c:v>191.26935137333334</c:v>
                </c:pt>
                <c:pt idx="42">
                  <c:v>187.53776527777777</c:v>
                </c:pt>
                <c:pt idx="43">
                  <c:v>217.50914709111112</c:v>
                </c:pt>
                <c:pt idx="44">
                  <c:v>241.30342168222222</c:v>
                </c:pt>
                <c:pt idx="45">
                  <c:v>271.16005017555557</c:v>
                </c:pt>
                <c:pt idx="46">
                  <c:v>269.4853248511111</c:v>
                </c:pt>
                <c:pt idx="47">
                  <c:v>237.59666782666667</c:v>
                </c:pt>
                <c:pt idx="48">
                  <c:v>180.73491165555555</c:v>
                </c:pt>
                <c:pt idx="49">
                  <c:v>120.08547428</c:v>
                </c:pt>
                <c:pt idx="50">
                  <c:v>73.071055186666669</c:v>
                </c:pt>
                <c:pt idx="51">
                  <c:v>46.236060700000003</c:v>
                </c:pt>
                <c:pt idx="52">
                  <c:v>34.646512615555551</c:v>
                </c:pt>
                <c:pt idx="53">
                  <c:v>42.461343280000001</c:v>
                </c:pt>
                <c:pt idx="54">
                  <c:v>80.926557826666667</c:v>
                </c:pt>
                <c:pt idx="55">
                  <c:v>110.95010045333333</c:v>
                </c:pt>
                <c:pt idx="56">
                  <c:v>134.85735444444447</c:v>
                </c:pt>
                <c:pt idx="57">
                  <c:v>150.58240246444444</c:v>
                </c:pt>
                <c:pt idx="58">
                  <c:v>164.44385848222223</c:v>
                </c:pt>
                <c:pt idx="59">
                  <c:v>180.19488521111111</c:v>
                </c:pt>
                <c:pt idx="60">
                  <c:v>190.86086348444445</c:v>
                </c:pt>
                <c:pt idx="61">
                  <c:v>214.58644538666667</c:v>
                </c:pt>
                <c:pt idx="62">
                  <c:v>222.80136642000002</c:v>
                </c:pt>
                <c:pt idx="63">
                  <c:v>211.50740718</c:v>
                </c:pt>
                <c:pt idx="64">
                  <c:v>189.74119554666669</c:v>
                </c:pt>
                <c:pt idx="65">
                  <c:v>187.47613838222222</c:v>
                </c:pt>
                <c:pt idx="66">
                  <c:v>180.31675502888891</c:v>
                </c:pt>
                <c:pt idx="67">
                  <c:v>209.11228214888888</c:v>
                </c:pt>
                <c:pt idx="68">
                  <c:v>233.71478512666667</c:v>
                </c:pt>
                <c:pt idx="69">
                  <c:v>261.72607573777776</c:v>
                </c:pt>
                <c:pt idx="70">
                  <c:v>259.39343004888889</c:v>
                </c:pt>
                <c:pt idx="71">
                  <c:v>222.49491815555555</c:v>
                </c:pt>
                <c:pt idx="72">
                  <c:v>160.04564707555556</c:v>
                </c:pt>
                <c:pt idx="73">
                  <c:v>99.795791084444446</c:v>
                </c:pt>
                <c:pt idx="74">
                  <c:v>59.74790070666667</c:v>
                </c:pt>
                <c:pt idx="75">
                  <c:v>38.363200419999998</c:v>
                </c:pt>
                <c:pt idx="76">
                  <c:v>30.899733691111109</c:v>
                </c:pt>
                <c:pt idx="77">
                  <c:v>40.691244795555555</c:v>
                </c:pt>
                <c:pt idx="78">
                  <c:v>81.435294777777784</c:v>
                </c:pt>
                <c:pt idx="79">
                  <c:v>111.04455118444444</c:v>
                </c:pt>
                <c:pt idx="80">
                  <c:v>130.85335573999998</c:v>
                </c:pt>
                <c:pt idx="81">
                  <c:v>141.42795241777776</c:v>
                </c:pt>
                <c:pt idx="82">
                  <c:v>153.88037448666665</c:v>
                </c:pt>
                <c:pt idx="83">
                  <c:v>170.49629934000001</c:v>
                </c:pt>
                <c:pt idx="84">
                  <c:v>183.97085984444445</c:v>
                </c:pt>
                <c:pt idx="85">
                  <c:v>204.61204717999999</c:v>
                </c:pt>
                <c:pt idx="86">
                  <c:v>205.46844820444443</c:v>
                </c:pt>
                <c:pt idx="87">
                  <c:v>194.97057647333332</c:v>
                </c:pt>
                <c:pt idx="88">
                  <c:v>181.84649538222223</c:v>
                </c:pt>
                <c:pt idx="89">
                  <c:v>182.91830455333331</c:v>
                </c:pt>
                <c:pt idx="90">
                  <c:v>178.60483694222222</c:v>
                </c:pt>
                <c:pt idx="91">
                  <c:v>207.84248017555558</c:v>
                </c:pt>
                <c:pt idx="92">
                  <c:v>232.73471260888888</c:v>
                </c:pt>
                <c:pt idx="93">
                  <c:v>261.36343989111111</c:v>
                </c:pt>
                <c:pt idx="94">
                  <c:v>257.27349798</c:v>
                </c:pt>
                <c:pt idx="95">
                  <c:v>215.73496991111111</c:v>
                </c:pt>
                <c:pt idx="96">
                  <c:v>151.84995448666666</c:v>
                </c:pt>
                <c:pt idx="97">
                  <c:v>93.843736148888894</c:v>
                </c:pt>
                <c:pt idx="98">
                  <c:v>55.995678940000005</c:v>
                </c:pt>
                <c:pt idx="99">
                  <c:v>36.996651231111109</c:v>
                </c:pt>
                <c:pt idx="100">
                  <c:v>30.287746479999999</c:v>
                </c:pt>
                <c:pt idx="101">
                  <c:v>40.085973242222224</c:v>
                </c:pt>
                <c:pt idx="102">
                  <c:v>82.616905486666667</c:v>
                </c:pt>
                <c:pt idx="103">
                  <c:v>112.68047943333333</c:v>
                </c:pt>
                <c:pt idx="104">
                  <c:v>131.98382983777776</c:v>
                </c:pt>
                <c:pt idx="105">
                  <c:v>142.37239818444445</c:v>
                </c:pt>
                <c:pt idx="106">
                  <c:v>154.79103439555556</c:v>
                </c:pt>
                <c:pt idx="107">
                  <c:v>172.86988029555556</c:v>
                </c:pt>
                <c:pt idx="108">
                  <c:v>184.99560569555558</c:v>
                </c:pt>
                <c:pt idx="109">
                  <c:v>205.80270493111112</c:v>
                </c:pt>
                <c:pt idx="110">
                  <c:v>205.89992516222222</c:v>
                </c:pt>
                <c:pt idx="111">
                  <c:v>194.83557715333333</c:v>
                </c:pt>
                <c:pt idx="112">
                  <c:v>181.76395011555556</c:v>
                </c:pt>
                <c:pt idx="113">
                  <c:v>183.44376529555555</c:v>
                </c:pt>
                <c:pt idx="114">
                  <c:v>179.70355826000002</c:v>
                </c:pt>
                <c:pt idx="115">
                  <c:v>209.51916736222222</c:v>
                </c:pt>
                <c:pt idx="116">
                  <c:v>235.08936105333333</c:v>
                </c:pt>
                <c:pt idx="117">
                  <c:v>265.11206072666664</c:v>
                </c:pt>
                <c:pt idx="118">
                  <c:v>259.48475176888888</c:v>
                </c:pt>
                <c:pt idx="119">
                  <c:v>217.72199921777778</c:v>
                </c:pt>
                <c:pt idx="120">
                  <c:v>153.35905244</c:v>
                </c:pt>
                <c:pt idx="121">
                  <c:v>94.228136239999998</c:v>
                </c:pt>
                <c:pt idx="122">
                  <c:v>56.054313733333331</c:v>
                </c:pt>
                <c:pt idx="123">
                  <c:v>36.34894654</c:v>
                </c:pt>
                <c:pt idx="124">
                  <c:v>29.88174887111111</c:v>
                </c:pt>
                <c:pt idx="125">
                  <c:v>40.13665872</c:v>
                </c:pt>
                <c:pt idx="126">
                  <c:v>83.245245813333327</c:v>
                </c:pt>
                <c:pt idx="127">
                  <c:v>114.18566531555555</c:v>
                </c:pt>
                <c:pt idx="128">
                  <c:v>133.37022746666668</c:v>
                </c:pt>
                <c:pt idx="129">
                  <c:v>144.27435595333333</c:v>
                </c:pt>
                <c:pt idx="130">
                  <c:v>157.36060443333332</c:v>
                </c:pt>
                <c:pt idx="131">
                  <c:v>173.11224636222221</c:v>
                </c:pt>
                <c:pt idx="132">
                  <c:v>188.93999508444443</c:v>
                </c:pt>
                <c:pt idx="133">
                  <c:v>214.36712028444444</c:v>
                </c:pt>
                <c:pt idx="134">
                  <c:v>215.90827922444444</c:v>
                </c:pt>
                <c:pt idx="135">
                  <c:v>203.66214791111111</c:v>
                </c:pt>
                <c:pt idx="136">
                  <c:v>182.52456402666667</c:v>
                </c:pt>
                <c:pt idx="137">
                  <c:v>182.51815031111113</c:v>
                </c:pt>
                <c:pt idx="138">
                  <c:v>194.20118795111111</c:v>
                </c:pt>
                <c:pt idx="139">
                  <c:v>224.65721122444444</c:v>
                </c:pt>
                <c:pt idx="140">
                  <c:v>237.08931369555557</c:v>
                </c:pt>
                <c:pt idx="141">
                  <c:v>264.5998493688889</c:v>
                </c:pt>
                <c:pt idx="142">
                  <c:v>259.38986803777777</c:v>
                </c:pt>
                <c:pt idx="143">
                  <c:v>217.76382464444447</c:v>
                </c:pt>
                <c:pt idx="144">
                  <c:v>158.90422907555555</c:v>
                </c:pt>
                <c:pt idx="145">
                  <c:v>99.865971873333336</c:v>
                </c:pt>
                <c:pt idx="146">
                  <c:v>60.468912468888888</c:v>
                </c:pt>
                <c:pt idx="147">
                  <c:v>37.64230381777778</c:v>
                </c:pt>
                <c:pt idx="148">
                  <c:v>30.292180824444443</c:v>
                </c:pt>
                <c:pt idx="149">
                  <c:v>40.520100995555552</c:v>
                </c:pt>
                <c:pt idx="150">
                  <c:v>84.948321546666676</c:v>
                </c:pt>
                <c:pt idx="151">
                  <c:v>115.57940460666666</c:v>
                </c:pt>
                <c:pt idx="152">
                  <c:v>134.1971348688889</c:v>
                </c:pt>
                <c:pt idx="153">
                  <c:v>144.76098326444446</c:v>
                </c:pt>
                <c:pt idx="154">
                  <c:v>156.75944879555556</c:v>
                </c:pt>
                <c:pt idx="155">
                  <c:v>173.45523464000001</c:v>
                </c:pt>
                <c:pt idx="156">
                  <c:v>185.70475856000002</c:v>
                </c:pt>
                <c:pt idx="157">
                  <c:v>206.29213076444444</c:v>
                </c:pt>
                <c:pt idx="158">
                  <c:v>206.54830264</c:v>
                </c:pt>
                <c:pt idx="159">
                  <c:v>197.45787460666668</c:v>
                </c:pt>
                <c:pt idx="160">
                  <c:v>185.38769754888889</c:v>
                </c:pt>
                <c:pt idx="161">
                  <c:v>186.57779543999999</c:v>
                </c:pt>
                <c:pt idx="162">
                  <c:v>182.92459888444444</c:v>
                </c:pt>
                <c:pt idx="163">
                  <c:v>210.20982995333333</c:v>
                </c:pt>
                <c:pt idx="164">
                  <c:v>233.28735674444442</c:v>
                </c:pt>
                <c:pt idx="165">
                  <c:v>261.24055474222223</c:v>
                </c:pt>
                <c:pt idx="166">
                  <c:v>258.21112778666668</c:v>
                </c:pt>
                <c:pt idx="167">
                  <c:v>216.97896296888888</c:v>
                </c:pt>
                <c:pt idx="168">
                  <c:v>153.78717864222222</c:v>
                </c:pt>
                <c:pt idx="169">
                  <c:v>95.868050431111101</c:v>
                </c:pt>
                <c:pt idx="170">
                  <c:v>58.119322539999999</c:v>
                </c:pt>
                <c:pt idx="171">
                  <c:v>38.107512513333333</c:v>
                </c:pt>
                <c:pt idx="172">
                  <c:v>31.421357117777777</c:v>
                </c:pt>
                <c:pt idx="173">
                  <c:v>41.673664297777776</c:v>
                </c:pt>
                <c:pt idx="174">
                  <c:v>86.679980304444442</c:v>
                </c:pt>
                <c:pt idx="175">
                  <c:v>120.90800518</c:v>
                </c:pt>
                <c:pt idx="176">
                  <c:v>145.17120743999999</c:v>
                </c:pt>
                <c:pt idx="177">
                  <c:v>159.71472801111111</c:v>
                </c:pt>
                <c:pt idx="178">
                  <c:v>166.20346938222224</c:v>
                </c:pt>
                <c:pt idx="179">
                  <c:v>178.33004476222223</c:v>
                </c:pt>
                <c:pt idx="180">
                  <c:v>192.13976553555557</c:v>
                </c:pt>
                <c:pt idx="181">
                  <c:v>213.6113217911111</c:v>
                </c:pt>
                <c:pt idx="182">
                  <c:v>212.7111093</c:v>
                </c:pt>
                <c:pt idx="183">
                  <c:v>200.87918982000002</c:v>
                </c:pt>
                <c:pt idx="184">
                  <c:v>187.78378520222222</c:v>
                </c:pt>
                <c:pt idx="185">
                  <c:v>186.92387455333335</c:v>
                </c:pt>
                <c:pt idx="186">
                  <c:v>186.36488058888887</c:v>
                </c:pt>
                <c:pt idx="187">
                  <c:v>216.16272459777778</c:v>
                </c:pt>
                <c:pt idx="188">
                  <c:v>237.06232842666668</c:v>
                </c:pt>
                <c:pt idx="189">
                  <c:v>263.18889460666662</c:v>
                </c:pt>
                <c:pt idx="190">
                  <c:v>263.9741908622222</c:v>
                </c:pt>
                <c:pt idx="191">
                  <c:v>232.00554241555557</c:v>
                </c:pt>
                <c:pt idx="192">
                  <c:v>175.33209228666666</c:v>
                </c:pt>
                <c:pt idx="193">
                  <c:v>115.51282083999999</c:v>
                </c:pt>
                <c:pt idx="194">
                  <c:v>70.923609186666667</c:v>
                </c:pt>
                <c:pt idx="195">
                  <c:v>46.079730895555556</c:v>
                </c:pt>
                <c:pt idx="196">
                  <c:v>34.687887315555557</c:v>
                </c:pt>
                <c:pt idx="197">
                  <c:v>40.454580068888887</c:v>
                </c:pt>
                <c:pt idx="198">
                  <c:v>78.185158713333337</c:v>
                </c:pt>
                <c:pt idx="199">
                  <c:v>107.90206038666668</c:v>
                </c:pt>
                <c:pt idx="200">
                  <c:v>134.8592774</c:v>
                </c:pt>
                <c:pt idx="201">
                  <c:v>155.69705634888891</c:v>
                </c:pt>
                <c:pt idx="202">
                  <c:v>175.74512620222222</c:v>
                </c:pt>
                <c:pt idx="203">
                  <c:v>195.07649494222221</c:v>
                </c:pt>
                <c:pt idx="204">
                  <c:v>199.56641131555557</c:v>
                </c:pt>
                <c:pt idx="205">
                  <c:v>207.49100732444444</c:v>
                </c:pt>
                <c:pt idx="206">
                  <c:v>237.63794108444444</c:v>
                </c:pt>
                <c:pt idx="207">
                  <c:v>219.70301402222222</c:v>
                </c:pt>
                <c:pt idx="208">
                  <c:v>198.04799189333335</c:v>
                </c:pt>
                <c:pt idx="209">
                  <c:v>194.63327161777778</c:v>
                </c:pt>
                <c:pt idx="210">
                  <c:v>191.55491857777778</c:v>
                </c:pt>
                <c:pt idx="211">
                  <c:v>221.74614715777778</c:v>
                </c:pt>
                <c:pt idx="212">
                  <c:v>245.37606403777778</c:v>
                </c:pt>
                <c:pt idx="213">
                  <c:v>271.49644355999999</c:v>
                </c:pt>
                <c:pt idx="214">
                  <c:v>272.28821198444444</c:v>
                </c:pt>
                <c:pt idx="215">
                  <c:v>236.7022213911111</c:v>
                </c:pt>
                <c:pt idx="216">
                  <c:v>177.42468881333332</c:v>
                </c:pt>
                <c:pt idx="217">
                  <c:v>115.50368631111111</c:v>
                </c:pt>
                <c:pt idx="218">
                  <c:v>71.296210940000009</c:v>
                </c:pt>
                <c:pt idx="219">
                  <c:v>45.263959895555558</c:v>
                </c:pt>
                <c:pt idx="220">
                  <c:v>33.928873628888894</c:v>
                </c:pt>
                <c:pt idx="221">
                  <c:v>41.049456282222224</c:v>
                </c:pt>
                <c:pt idx="222">
                  <c:v>81.901359295555551</c:v>
                </c:pt>
                <c:pt idx="223">
                  <c:v>114.4773689</c:v>
                </c:pt>
                <c:pt idx="224">
                  <c:v>138.01987394000002</c:v>
                </c:pt>
                <c:pt idx="225">
                  <c:v>152.32374858666668</c:v>
                </c:pt>
                <c:pt idx="226">
                  <c:v>166.3131977311111</c:v>
                </c:pt>
                <c:pt idx="227">
                  <c:v>182.00816528666667</c:v>
                </c:pt>
                <c:pt idx="228">
                  <c:v>192.56659996666667</c:v>
                </c:pt>
                <c:pt idx="229">
                  <c:v>216.35443178222221</c:v>
                </c:pt>
                <c:pt idx="230">
                  <c:v>223.38711742666669</c:v>
                </c:pt>
                <c:pt idx="231">
                  <c:v>210.02319765333334</c:v>
                </c:pt>
                <c:pt idx="232">
                  <c:v>191.03407800666668</c:v>
                </c:pt>
                <c:pt idx="233">
                  <c:v>190.55233008666667</c:v>
                </c:pt>
                <c:pt idx="234">
                  <c:v>190.23162534888888</c:v>
                </c:pt>
                <c:pt idx="235">
                  <c:v>217.53041286000001</c:v>
                </c:pt>
                <c:pt idx="236">
                  <c:v>245.01620083111112</c:v>
                </c:pt>
                <c:pt idx="237">
                  <c:v>272.23341768222224</c:v>
                </c:pt>
                <c:pt idx="238">
                  <c:v>263.2035113733333</c:v>
                </c:pt>
                <c:pt idx="239">
                  <c:v>220.29488991333332</c:v>
                </c:pt>
                <c:pt idx="240">
                  <c:v>155.59557412888887</c:v>
                </c:pt>
                <c:pt idx="241">
                  <c:v>97.447038966666668</c:v>
                </c:pt>
                <c:pt idx="242">
                  <c:v>58.782528868888889</c:v>
                </c:pt>
                <c:pt idx="243">
                  <c:v>38.729916966666664</c:v>
                </c:pt>
                <c:pt idx="244">
                  <c:v>31.612115206666665</c:v>
                </c:pt>
                <c:pt idx="245">
                  <c:v>39.908381577777774</c:v>
                </c:pt>
                <c:pt idx="246">
                  <c:v>83.017718993333332</c:v>
                </c:pt>
                <c:pt idx="247">
                  <c:v>113.45256263111111</c:v>
                </c:pt>
                <c:pt idx="248">
                  <c:v>135.1520450688889</c:v>
                </c:pt>
                <c:pt idx="249">
                  <c:v>143.41141555111111</c:v>
                </c:pt>
                <c:pt idx="250">
                  <c:v>154.32725127333333</c:v>
                </c:pt>
                <c:pt idx="251">
                  <c:v>170.21018115333334</c:v>
                </c:pt>
                <c:pt idx="252">
                  <c:v>184.42489112222222</c:v>
                </c:pt>
                <c:pt idx="253">
                  <c:v>204.8769555088889</c:v>
                </c:pt>
                <c:pt idx="254">
                  <c:v>204.89219847333334</c:v>
                </c:pt>
                <c:pt idx="255">
                  <c:v>195.43537610666667</c:v>
                </c:pt>
                <c:pt idx="256">
                  <c:v>186.02869276000001</c:v>
                </c:pt>
                <c:pt idx="257">
                  <c:v>192.42215659999999</c:v>
                </c:pt>
                <c:pt idx="258">
                  <c:v>191.8756900911111</c:v>
                </c:pt>
                <c:pt idx="259">
                  <c:v>216.81630390222222</c:v>
                </c:pt>
                <c:pt idx="260">
                  <c:v>240.58036832222223</c:v>
                </c:pt>
                <c:pt idx="261">
                  <c:v>265.5439151422222</c:v>
                </c:pt>
                <c:pt idx="262">
                  <c:v>258.48557446444443</c:v>
                </c:pt>
                <c:pt idx="263">
                  <c:v>211.31488292</c:v>
                </c:pt>
                <c:pt idx="264">
                  <c:v>153.27686527333333</c:v>
                </c:pt>
                <c:pt idx="265">
                  <c:v>95.127754517777774</c:v>
                </c:pt>
                <c:pt idx="266">
                  <c:v>56.964741988888889</c:v>
                </c:pt>
                <c:pt idx="267">
                  <c:v>37.605210942222222</c:v>
                </c:pt>
                <c:pt idx="268">
                  <c:v>30.590005404444444</c:v>
                </c:pt>
                <c:pt idx="269">
                  <c:v>40.051720013333338</c:v>
                </c:pt>
                <c:pt idx="270">
                  <c:v>85.804880179999998</c:v>
                </c:pt>
                <c:pt idx="271">
                  <c:v>117.41017160444444</c:v>
                </c:pt>
                <c:pt idx="272">
                  <c:v>136.59133845777779</c:v>
                </c:pt>
                <c:pt idx="273">
                  <c:v>145.22392574444444</c:v>
                </c:pt>
                <c:pt idx="274">
                  <c:v>156.83682710888888</c:v>
                </c:pt>
                <c:pt idx="275">
                  <c:v>173.41954294666667</c:v>
                </c:pt>
                <c:pt idx="276">
                  <c:v>187.16018083777777</c:v>
                </c:pt>
                <c:pt idx="277">
                  <c:v>207.21747177333333</c:v>
                </c:pt>
                <c:pt idx="278">
                  <c:v>205.28383709555555</c:v>
                </c:pt>
                <c:pt idx="279">
                  <c:v>195.56968920000003</c:v>
                </c:pt>
                <c:pt idx="280">
                  <c:v>187.79237845777777</c:v>
                </c:pt>
                <c:pt idx="281">
                  <c:v>190.57114049777778</c:v>
                </c:pt>
                <c:pt idx="282">
                  <c:v>189.9011067088889</c:v>
                </c:pt>
                <c:pt idx="283">
                  <c:v>218.98817781555556</c:v>
                </c:pt>
                <c:pt idx="284">
                  <c:v>244.45266168444442</c:v>
                </c:pt>
                <c:pt idx="285">
                  <c:v>268.2683762111111</c:v>
                </c:pt>
                <c:pt idx="286">
                  <c:v>256.48581990888886</c:v>
                </c:pt>
                <c:pt idx="287">
                  <c:v>211.13644147555556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B6C-47C2-956F-045AF7A440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3031368"/>
        <c:axId val="413032680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'01-10 12-10-2026'!$B$1</c15:sqref>
                        </c15:formulaRef>
                      </c:ext>
                    </c:extLst>
                    <c:strCache>
                      <c:ptCount val="1"/>
                      <c:pt idx="0">
                        <c:v> ANB-DGW1 SGI Throughput 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'01-10 12-10-2026'!$B$2:$B$289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83.827429537777775</c:v>
                      </c:pt>
                      <c:pt idx="1">
                        <c:v>53.657527020000003</c:v>
                      </c:pt>
                      <c:pt idx="2">
                        <c:v>32.671622759999998</c:v>
                      </c:pt>
                      <c:pt idx="3">
                        <c:v>21.466032964444445</c:v>
                      </c:pt>
                      <c:pt idx="4">
                        <c:v>17.02993962888889</c:v>
                      </c:pt>
                      <c:pt idx="5">
                        <c:v>22.392390577777778</c:v>
                      </c:pt>
                      <c:pt idx="6">
                        <c:v>38.78050262888889</c:v>
                      </c:pt>
                      <c:pt idx="7">
                        <c:v>57.048331640000001</c:v>
                      </c:pt>
                      <c:pt idx="8">
                        <c:v>69.938781477777781</c:v>
                      </c:pt>
                      <c:pt idx="9">
                        <c:v>76.391651626666672</c:v>
                      </c:pt>
                      <c:pt idx="10">
                        <c:v>83.661613813333332</c:v>
                      </c:pt>
                      <c:pt idx="11">
                        <c:v>93.705289837777784</c:v>
                      </c:pt>
                      <c:pt idx="12">
                        <c:v>99.769531226666672</c:v>
                      </c:pt>
                      <c:pt idx="13">
                        <c:v>112.97615194666666</c:v>
                      </c:pt>
                      <c:pt idx="14">
                        <c:v>115.21575941555555</c:v>
                      </c:pt>
                      <c:pt idx="15">
                        <c:v>109.82088078888889</c:v>
                      </c:pt>
                      <c:pt idx="16">
                        <c:v>101.79228039777777</c:v>
                      </c:pt>
                      <c:pt idx="17">
                        <c:v>105.94291888888888</c:v>
                      </c:pt>
                      <c:pt idx="18">
                        <c:v>106.39406415555555</c:v>
                      </c:pt>
                      <c:pt idx="19">
                        <c:v>124.28260056444445</c:v>
                      </c:pt>
                      <c:pt idx="20">
                        <c:v>139.68253186222222</c:v>
                      </c:pt>
                      <c:pt idx="21">
                        <c:v>153.50912596444445</c:v>
                      </c:pt>
                      <c:pt idx="22">
                        <c:v>148.9888430488889</c:v>
                      </c:pt>
                      <c:pt idx="23">
                        <c:v>126.28607595333334</c:v>
                      </c:pt>
                      <c:pt idx="24">
                        <c:v>93.41404034</c:v>
                      </c:pt>
                      <c:pt idx="25">
                        <c:v>61.661490404444443</c:v>
                      </c:pt>
                      <c:pt idx="26">
                        <c:v>38.280085135555552</c:v>
                      </c:pt>
                      <c:pt idx="27">
                        <c:v>24.824781584444445</c:v>
                      </c:pt>
                      <c:pt idx="28">
                        <c:v>18.406688891111113</c:v>
                      </c:pt>
                      <c:pt idx="29">
                        <c:v>21.531000297777776</c:v>
                      </c:pt>
                      <c:pt idx="30">
                        <c:v>33.757854006666669</c:v>
                      </c:pt>
                      <c:pt idx="31">
                        <c:v>50.936665917777781</c:v>
                      </c:pt>
                      <c:pt idx="32">
                        <c:v>70.168695964444439</c:v>
                      </c:pt>
                      <c:pt idx="33">
                        <c:v>83.417695940000002</c:v>
                      </c:pt>
                      <c:pt idx="34">
                        <c:v>94.097510655555553</c:v>
                      </c:pt>
                      <c:pt idx="35">
                        <c:v>105.5086215</c:v>
                      </c:pt>
                      <c:pt idx="36">
                        <c:v>105.77705537333334</c:v>
                      </c:pt>
                      <c:pt idx="37">
                        <c:v>116.10278584666666</c:v>
                      </c:pt>
                      <c:pt idx="38">
                        <c:v>133.56914132</c:v>
                      </c:pt>
                      <c:pt idx="39">
                        <c:v>124.40834626</c:v>
                      </c:pt>
                      <c:pt idx="40">
                        <c:v>111.40372880444444</c:v>
                      </c:pt>
                      <c:pt idx="41">
                        <c:v>112.93623945777777</c:v>
                      </c:pt>
                      <c:pt idx="42">
                        <c:v>110.15775440666667</c:v>
                      </c:pt>
                      <c:pt idx="43">
                        <c:v>126.47464077333333</c:v>
                      </c:pt>
                      <c:pt idx="44">
                        <c:v>143.68473605777777</c:v>
                      </c:pt>
                      <c:pt idx="45">
                        <c:v>158.89768128222221</c:v>
                      </c:pt>
                      <c:pt idx="46">
                        <c:v>154.31486920222221</c:v>
                      </c:pt>
                      <c:pt idx="47">
                        <c:v>131.28288916666668</c:v>
                      </c:pt>
                      <c:pt idx="48">
                        <c:v>97.362518762222223</c:v>
                      </c:pt>
                      <c:pt idx="49">
                        <c:v>64.141770831111117</c:v>
                      </c:pt>
                      <c:pt idx="50">
                        <c:v>38.721130379999998</c:v>
                      </c:pt>
                      <c:pt idx="51">
                        <c:v>24.321993533333334</c:v>
                      </c:pt>
                      <c:pt idx="52">
                        <c:v>17.855908744444445</c:v>
                      </c:pt>
                      <c:pt idx="53">
                        <c:v>21.806680620000002</c:v>
                      </c:pt>
                      <c:pt idx="54">
                        <c:v>35.590661802222222</c:v>
                      </c:pt>
                      <c:pt idx="55">
                        <c:v>53.646276884444447</c:v>
                      </c:pt>
                      <c:pt idx="56">
                        <c:v>71.367405757777775</c:v>
                      </c:pt>
                      <c:pt idx="57">
                        <c:v>81.907758742222228</c:v>
                      </c:pt>
                      <c:pt idx="58">
                        <c:v>89.512581804444451</c:v>
                      </c:pt>
                      <c:pt idx="59">
                        <c:v>99.197353759999999</c:v>
                      </c:pt>
                      <c:pt idx="60">
                        <c:v>103.65569243555555</c:v>
                      </c:pt>
                      <c:pt idx="61">
                        <c:v>119.39071426888889</c:v>
                      </c:pt>
                      <c:pt idx="62">
                        <c:v>122.07445617777778</c:v>
                      </c:pt>
                      <c:pt idx="63">
                        <c:v>114.31143890444444</c:v>
                      </c:pt>
                      <c:pt idx="64">
                        <c:v>105.33329660222222</c:v>
                      </c:pt>
                      <c:pt idx="65">
                        <c:v>108.85045785555556</c:v>
                      </c:pt>
                      <c:pt idx="66">
                        <c:v>107.31059048888889</c:v>
                      </c:pt>
                      <c:pt idx="67">
                        <c:v>122.54555070444444</c:v>
                      </c:pt>
                      <c:pt idx="68">
                        <c:v>139.71441382888889</c:v>
                      </c:pt>
                      <c:pt idx="69">
                        <c:v>153.22403853111112</c:v>
                      </c:pt>
                      <c:pt idx="70">
                        <c:v>145.83463774666666</c:v>
                      </c:pt>
                      <c:pt idx="71">
                        <c:v>118.89628636444445</c:v>
                      </c:pt>
                      <c:pt idx="72">
                        <c:v>83.218395995555554</c:v>
                      </c:pt>
                      <c:pt idx="73">
                        <c:v>51.681384391111109</c:v>
                      </c:pt>
                      <c:pt idx="74">
                        <c:v>31.406755277777776</c:v>
                      </c:pt>
                      <c:pt idx="75">
                        <c:v>20.689001748888888</c:v>
                      </c:pt>
                      <c:pt idx="76">
                        <c:v>16.590226997777776</c:v>
                      </c:pt>
                      <c:pt idx="77">
                        <c:v>21.306393475555556</c:v>
                      </c:pt>
                      <c:pt idx="78">
                        <c:v>37.311001277777777</c:v>
                      </c:pt>
                      <c:pt idx="79">
                        <c:v>53.982868373333332</c:v>
                      </c:pt>
                      <c:pt idx="80">
                        <c:v>67.38498573555556</c:v>
                      </c:pt>
                      <c:pt idx="81">
                        <c:v>73.820168371111109</c:v>
                      </c:pt>
                      <c:pt idx="82">
                        <c:v>80.563620782222216</c:v>
                      </c:pt>
                      <c:pt idx="83">
                        <c:v>90.472141784444446</c:v>
                      </c:pt>
                      <c:pt idx="84">
                        <c:v>95.415256131111107</c:v>
                      </c:pt>
                      <c:pt idx="85">
                        <c:v>106.94869009333334</c:v>
                      </c:pt>
                      <c:pt idx="86">
                        <c:v>109.65690043111111</c:v>
                      </c:pt>
                      <c:pt idx="87">
                        <c:v>103.4389294111111</c:v>
                      </c:pt>
                      <c:pt idx="88">
                        <c:v>101.0504799</c:v>
                      </c:pt>
                      <c:pt idx="89">
                        <c:v>106.80224758444444</c:v>
                      </c:pt>
                      <c:pt idx="90">
                        <c:v>106.32700150222222</c:v>
                      </c:pt>
                      <c:pt idx="91">
                        <c:v>122.00722720222223</c:v>
                      </c:pt>
                      <c:pt idx="92">
                        <c:v>139.63685598444445</c:v>
                      </c:pt>
                      <c:pt idx="93">
                        <c:v>152.23835470888889</c:v>
                      </c:pt>
                      <c:pt idx="94">
                        <c:v>142.68656370666667</c:v>
                      </c:pt>
                      <c:pt idx="95">
                        <c:v>113.53847710888888</c:v>
                      </c:pt>
                      <c:pt idx="96">
                        <c:v>77.540660493333334</c:v>
                      </c:pt>
                      <c:pt idx="97">
                        <c:v>48.227255826666664</c:v>
                      </c:pt>
                      <c:pt idx="98">
                        <c:v>29.794415015555554</c:v>
                      </c:pt>
                      <c:pt idx="99">
                        <c:v>20.103443711111112</c:v>
                      </c:pt>
                      <c:pt idx="100">
                        <c:v>16.310537686666667</c:v>
                      </c:pt>
                      <c:pt idx="101">
                        <c:v>21.529766642222221</c:v>
                      </c:pt>
                      <c:pt idx="102">
                        <c:v>38.69194544222222</c:v>
                      </c:pt>
                      <c:pt idx="103">
                        <c:v>56.167313737777775</c:v>
                      </c:pt>
                      <c:pt idx="104">
                        <c:v>68.076940831111116</c:v>
                      </c:pt>
                      <c:pt idx="105">
                        <c:v>74.353924239999998</c:v>
                      </c:pt>
                      <c:pt idx="106">
                        <c:v>80.920676831111109</c:v>
                      </c:pt>
                      <c:pt idx="107">
                        <c:v>91.278372522222227</c:v>
                      </c:pt>
                      <c:pt idx="108">
                        <c:v>96.725051002222216</c:v>
                      </c:pt>
                      <c:pt idx="109">
                        <c:v>107.94882956666666</c:v>
                      </c:pt>
                      <c:pt idx="110">
                        <c:v>108.96315416222222</c:v>
                      </c:pt>
                      <c:pt idx="111">
                        <c:v>102.86532419555556</c:v>
                      </c:pt>
                      <c:pt idx="112">
                        <c:v>100.25498186222222</c:v>
                      </c:pt>
                      <c:pt idx="113">
                        <c:v>104.43815852222222</c:v>
                      </c:pt>
                      <c:pt idx="114">
                        <c:v>104.62127039555556</c:v>
                      </c:pt>
                      <c:pt idx="115">
                        <c:v>121.25468833111111</c:v>
                      </c:pt>
                      <c:pt idx="116">
                        <c:v>139.57165055777779</c:v>
                      </c:pt>
                      <c:pt idx="117">
                        <c:v>153.06297185111112</c:v>
                      </c:pt>
                      <c:pt idx="118">
                        <c:v>143.75256249111112</c:v>
                      </c:pt>
                      <c:pt idx="119">
                        <c:v>115.34238474666667</c:v>
                      </c:pt>
                      <c:pt idx="120">
                        <c:v>79.180037855555554</c:v>
                      </c:pt>
                      <c:pt idx="121">
                        <c:v>49.172480239999999</c:v>
                      </c:pt>
                      <c:pt idx="122">
                        <c:v>29.504243664444445</c:v>
                      </c:pt>
                      <c:pt idx="123">
                        <c:v>19.795835955555557</c:v>
                      </c:pt>
                      <c:pt idx="124">
                        <c:v>15.979164868888889</c:v>
                      </c:pt>
                      <c:pt idx="125">
                        <c:v>21.05004785111111</c:v>
                      </c:pt>
                      <c:pt idx="126">
                        <c:v>38.444337251111108</c:v>
                      </c:pt>
                      <c:pt idx="127">
                        <c:v>56.390776160000001</c:v>
                      </c:pt>
                      <c:pt idx="128">
                        <c:v>68.794149322222225</c:v>
                      </c:pt>
                      <c:pt idx="129">
                        <c:v>75.266796311111108</c:v>
                      </c:pt>
                      <c:pt idx="130">
                        <c:v>82.986771786666665</c:v>
                      </c:pt>
                      <c:pt idx="131">
                        <c:v>92.006736508888892</c:v>
                      </c:pt>
                      <c:pt idx="132">
                        <c:v>99.555886484444443</c:v>
                      </c:pt>
                      <c:pt idx="133">
                        <c:v>117.11836499333333</c:v>
                      </c:pt>
                      <c:pt idx="134">
                        <c:v>118.11145833333333</c:v>
                      </c:pt>
                      <c:pt idx="135">
                        <c:v>110.12702559333333</c:v>
                      </c:pt>
                      <c:pt idx="136">
                        <c:v>102.6141602688889</c:v>
                      </c:pt>
                      <c:pt idx="137">
                        <c:v>105.97624122444445</c:v>
                      </c:pt>
                      <c:pt idx="138">
                        <c:v>113.13967806444444</c:v>
                      </c:pt>
                      <c:pt idx="139">
                        <c:v>128.52893440222223</c:v>
                      </c:pt>
                      <c:pt idx="140">
                        <c:v>141.85877705333334</c:v>
                      </c:pt>
                      <c:pt idx="141">
                        <c:v>154.32629898444443</c:v>
                      </c:pt>
                      <c:pt idx="142">
                        <c:v>144.4405021488889</c:v>
                      </c:pt>
                      <c:pt idx="143">
                        <c:v>114.64924096</c:v>
                      </c:pt>
                      <c:pt idx="144">
                        <c:v>80.461063131111118</c:v>
                      </c:pt>
                      <c:pt idx="145">
                        <c:v>50.111339982222219</c:v>
                      </c:pt>
                      <c:pt idx="146">
                        <c:v>31.158864811111112</c:v>
                      </c:pt>
                      <c:pt idx="147">
                        <c:v>20.116490106666667</c:v>
                      </c:pt>
                      <c:pt idx="148">
                        <c:v>15.992480397777777</c:v>
                      </c:pt>
                      <c:pt idx="149">
                        <c:v>21.405396506666666</c:v>
                      </c:pt>
                      <c:pt idx="150">
                        <c:v>39.670108562222225</c:v>
                      </c:pt>
                      <c:pt idx="151">
                        <c:v>57.344684133333331</c:v>
                      </c:pt>
                      <c:pt idx="152">
                        <c:v>70.49758608444445</c:v>
                      </c:pt>
                      <c:pt idx="153">
                        <c:v>76.307543355555552</c:v>
                      </c:pt>
                      <c:pt idx="154">
                        <c:v>82.978962544444443</c:v>
                      </c:pt>
                      <c:pt idx="155">
                        <c:v>92.74434927555555</c:v>
                      </c:pt>
                      <c:pt idx="156">
                        <c:v>97.581374199999999</c:v>
                      </c:pt>
                      <c:pt idx="157">
                        <c:v>109.07367783111111</c:v>
                      </c:pt>
                      <c:pt idx="158">
                        <c:v>110.48447161777777</c:v>
                      </c:pt>
                      <c:pt idx="159">
                        <c:v>104.64239943111112</c:v>
                      </c:pt>
                      <c:pt idx="160">
                        <c:v>102.96305294888889</c:v>
                      </c:pt>
                      <c:pt idx="161">
                        <c:v>107.25940247777778</c:v>
                      </c:pt>
                      <c:pt idx="162">
                        <c:v>106.9959223</c:v>
                      </c:pt>
                      <c:pt idx="163">
                        <c:v>122.91208927777778</c:v>
                      </c:pt>
                      <c:pt idx="164">
                        <c:v>139.83981783555555</c:v>
                      </c:pt>
                      <c:pt idx="165">
                        <c:v>152.10093913777777</c:v>
                      </c:pt>
                      <c:pt idx="166">
                        <c:v>144.26594970666667</c:v>
                      </c:pt>
                      <c:pt idx="167">
                        <c:v>115.33943260222222</c:v>
                      </c:pt>
                      <c:pt idx="168">
                        <c:v>79.607884015555555</c:v>
                      </c:pt>
                      <c:pt idx="169">
                        <c:v>49.524939977777777</c:v>
                      </c:pt>
                      <c:pt idx="170">
                        <c:v>30.325094506666666</c:v>
                      </c:pt>
                      <c:pt idx="171">
                        <c:v>20.474109831111111</c:v>
                      </c:pt>
                      <c:pt idx="172">
                        <c:v>16.776488422222222</c:v>
                      </c:pt>
                      <c:pt idx="173">
                        <c:v>22.342686417777777</c:v>
                      </c:pt>
                      <c:pt idx="174">
                        <c:v>41.338061455555554</c:v>
                      </c:pt>
                      <c:pt idx="175">
                        <c:v>60.755263028888891</c:v>
                      </c:pt>
                      <c:pt idx="176">
                        <c:v>77.103173704444444</c:v>
                      </c:pt>
                      <c:pt idx="177">
                        <c:v>88.372707024444438</c:v>
                      </c:pt>
                      <c:pt idx="178">
                        <c:v>91.079281804444449</c:v>
                      </c:pt>
                      <c:pt idx="179">
                        <c:v>99.094019426666662</c:v>
                      </c:pt>
                      <c:pt idx="180">
                        <c:v>106.26946510222223</c:v>
                      </c:pt>
                      <c:pt idx="181">
                        <c:v>118.23331325777778</c:v>
                      </c:pt>
                      <c:pt idx="182">
                        <c:v>118.77252330666667</c:v>
                      </c:pt>
                      <c:pt idx="183">
                        <c:v>112.03445092222222</c:v>
                      </c:pt>
                      <c:pt idx="184">
                        <c:v>107.06428736222222</c:v>
                      </c:pt>
                      <c:pt idx="185">
                        <c:v>110.33135255777778</c:v>
                      </c:pt>
                      <c:pt idx="186">
                        <c:v>112.90834136444444</c:v>
                      </c:pt>
                      <c:pt idx="187">
                        <c:v>131.22103882888888</c:v>
                      </c:pt>
                      <c:pt idx="188">
                        <c:v>148.9159163688889</c:v>
                      </c:pt>
                      <c:pt idx="189">
                        <c:v>160.55064944666665</c:v>
                      </c:pt>
                      <c:pt idx="190">
                        <c:v>154.2252616711111</c:v>
                      </c:pt>
                      <c:pt idx="191">
                        <c:v>127.80908596666667</c:v>
                      </c:pt>
                      <c:pt idx="192">
                        <c:v>92.906637399999994</c:v>
                      </c:pt>
                      <c:pt idx="193">
                        <c:v>59.898263524444445</c:v>
                      </c:pt>
                      <c:pt idx="194">
                        <c:v>37.15623738888889</c:v>
                      </c:pt>
                      <c:pt idx="195">
                        <c:v>25.246763219999998</c:v>
                      </c:pt>
                      <c:pt idx="196">
                        <c:v>19.7191528</c:v>
                      </c:pt>
                      <c:pt idx="197">
                        <c:v>22.076767315555557</c:v>
                      </c:pt>
                      <c:pt idx="198">
                        <c:v>36.120671793333337</c:v>
                      </c:pt>
                      <c:pt idx="199">
                        <c:v>53.839962515555555</c:v>
                      </c:pt>
                      <c:pt idx="200">
                        <c:v>75.120877193333328</c:v>
                      </c:pt>
                      <c:pt idx="201">
                        <c:v>89.185757264444447</c:v>
                      </c:pt>
                      <c:pt idx="202">
                        <c:v>100.19098005555556</c:v>
                      </c:pt>
                      <c:pt idx="203">
                        <c:v>110.74407000444444</c:v>
                      </c:pt>
                      <c:pt idx="204">
                        <c:v>109.82965157333334</c:v>
                      </c:pt>
                      <c:pt idx="205">
                        <c:v>121.26615651111111</c:v>
                      </c:pt>
                      <c:pt idx="206">
                        <c:v>139.87455093555556</c:v>
                      </c:pt>
                      <c:pt idx="207">
                        <c:v>128.47831560888889</c:v>
                      </c:pt>
                      <c:pt idx="208">
                        <c:v>120.26705218222222</c:v>
                      </c:pt>
                      <c:pt idx="209">
                        <c:v>122.8332455288889</c:v>
                      </c:pt>
                      <c:pt idx="210">
                        <c:v>121.72911044444444</c:v>
                      </c:pt>
                      <c:pt idx="211">
                        <c:v>136.26316531555557</c:v>
                      </c:pt>
                      <c:pt idx="212">
                        <c:v>153.24950413333335</c:v>
                      </c:pt>
                      <c:pt idx="213">
                        <c:v>165.11763965777777</c:v>
                      </c:pt>
                      <c:pt idx="214">
                        <c:v>158.98870795111111</c:v>
                      </c:pt>
                      <c:pt idx="215">
                        <c:v>131.06559237777779</c:v>
                      </c:pt>
                      <c:pt idx="216">
                        <c:v>93.450462717777782</c:v>
                      </c:pt>
                      <c:pt idx="217">
                        <c:v>59.302857875555553</c:v>
                      </c:pt>
                      <c:pt idx="218">
                        <c:v>36.519998451111114</c:v>
                      </c:pt>
                      <c:pt idx="219">
                        <c:v>23.660853635555554</c:v>
                      </c:pt>
                      <c:pt idx="220">
                        <c:v>18.100742833333332</c:v>
                      </c:pt>
                      <c:pt idx="221">
                        <c:v>21.835208775555557</c:v>
                      </c:pt>
                      <c:pt idx="222">
                        <c:v>37.620921719999998</c:v>
                      </c:pt>
                      <c:pt idx="223">
                        <c:v>56.211888633333331</c:v>
                      </c:pt>
                      <c:pt idx="224">
                        <c:v>75.379337288888891</c:v>
                      </c:pt>
                      <c:pt idx="225">
                        <c:v>85.114916315555561</c:v>
                      </c:pt>
                      <c:pt idx="226">
                        <c:v>92.186753117777783</c:v>
                      </c:pt>
                      <c:pt idx="227">
                        <c:v>101.32741016222222</c:v>
                      </c:pt>
                      <c:pt idx="228">
                        <c:v>104.20193480222223</c:v>
                      </c:pt>
                      <c:pt idx="229">
                        <c:v>120.71799454222223</c:v>
                      </c:pt>
                      <c:pt idx="230">
                        <c:v>124.09445637777777</c:v>
                      </c:pt>
                      <c:pt idx="231">
                        <c:v>115.59940332444444</c:v>
                      </c:pt>
                      <c:pt idx="232">
                        <c:v>109.57184553777778</c:v>
                      </c:pt>
                      <c:pt idx="233">
                        <c:v>113.81491378888889</c:v>
                      </c:pt>
                      <c:pt idx="234">
                        <c:v>115.23895698</c:v>
                      </c:pt>
                      <c:pt idx="235">
                        <c:v>130.06661782</c:v>
                      </c:pt>
                      <c:pt idx="236">
                        <c:v>150.40107236666665</c:v>
                      </c:pt>
                      <c:pt idx="237">
                        <c:v>161.78279777777777</c:v>
                      </c:pt>
                      <c:pt idx="238">
                        <c:v>149.75625746666665</c:v>
                      </c:pt>
                      <c:pt idx="239">
                        <c:v>118.17155008666667</c:v>
                      </c:pt>
                      <c:pt idx="240">
                        <c:v>80.521281775555551</c:v>
                      </c:pt>
                      <c:pt idx="241">
                        <c:v>50.033695755555556</c:v>
                      </c:pt>
                      <c:pt idx="242">
                        <c:v>30.479144788888888</c:v>
                      </c:pt>
                      <c:pt idx="243">
                        <c:v>20.547525757777777</c:v>
                      </c:pt>
                      <c:pt idx="244">
                        <c:v>16.714198088888889</c:v>
                      </c:pt>
                      <c:pt idx="245">
                        <c:v>21.036605928888889</c:v>
                      </c:pt>
                      <c:pt idx="246">
                        <c:v>39.002865111111113</c:v>
                      </c:pt>
                      <c:pt idx="247">
                        <c:v>56.633602746666668</c:v>
                      </c:pt>
                      <c:pt idx="248">
                        <c:v>70.900053926666672</c:v>
                      </c:pt>
                      <c:pt idx="249">
                        <c:v>76.08797022666667</c:v>
                      </c:pt>
                      <c:pt idx="250">
                        <c:v>82.395106417777782</c:v>
                      </c:pt>
                      <c:pt idx="251">
                        <c:v>91.471824095555561</c:v>
                      </c:pt>
                      <c:pt idx="252">
                        <c:v>97.282798404444449</c:v>
                      </c:pt>
                      <c:pt idx="253">
                        <c:v>109.26718401555556</c:v>
                      </c:pt>
                      <c:pt idx="254">
                        <c:v>111.50315624222222</c:v>
                      </c:pt>
                      <c:pt idx="255">
                        <c:v>105.35987308666667</c:v>
                      </c:pt>
                      <c:pt idx="256">
                        <c:v>106.77808086666667</c:v>
                      </c:pt>
                      <c:pt idx="257">
                        <c:v>111.77244391333333</c:v>
                      </c:pt>
                      <c:pt idx="258">
                        <c:v>112.81818482444444</c:v>
                      </c:pt>
                      <c:pt idx="259">
                        <c:v>127.70751407111111</c:v>
                      </c:pt>
                      <c:pt idx="260">
                        <c:v>147.36502774222222</c:v>
                      </c:pt>
                      <c:pt idx="261">
                        <c:v>157.61960342444445</c:v>
                      </c:pt>
                      <c:pt idx="262">
                        <c:v>147.50065188888888</c:v>
                      </c:pt>
                      <c:pt idx="263">
                        <c:v>115.09306811333333</c:v>
                      </c:pt>
                      <c:pt idx="264">
                        <c:v>77.931951108888896</c:v>
                      </c:pt>
                      <c:pt idx="265">
                        <c:v>46.449122451111108</c:v>
                      </c:pt>
                      <c:pt idx="266">
                        <c:v>28.295342064444444</c:v>
                      </c:pt>
                      <c:pt idx="267">
                        <c:v>19.421564480000001</c:v>
                      </c:pt>
                      <c:pt idx="268">
                        <c:v>16.176715779999999</c:v>
                      </c:pt>
                      <c:pt idx="269">
                        <c:v>20.990752248888889</c:v>
                      </c:pt>
                      <c:pt idx="270">
                        <c:v>39.889454904444442</c:v>
                      </c:pt>
                      <c:pt idx="271">
                        <c:v>58.62166938888889</c:v>
                      </c:pt>
                      <c:pt idx="272">
                        <c:v>71.487913399999996</c:v>
                      </c:pt>
                      <c:pt idx="273">
                        <c:v>77.509862717777779</c:v>
                      </c:pt>
                      <c:pt idx="274">
                        <c:v>85.156555093333338</c:v>
                      </c:pt>
                      <c:pt idx="275">
                        <c:v>95.207464115555553</c:v>
                      </c:pt>
                      <c:pt idx="276">
                        <c:v>100.23120046222222</c:v>
                      </c:pt>
                      <c:pt idx="277">
                        <c:v>111.59270642222222</c:v>
                      </c:pt>
                      <c:pt idx="278">
                        <c:v>113.05956496444445</c:v>
                      </c:pt>
                      <c:pt idx="279">
                        <c:v>106.48454161777778</c:v>
                      </c:pt>
                      <c:pt idx="280">
                        <c:v>106.93444529999999</c:v>
                      </c:pt>
                      <c:pt idx="281">
                        <c:v>111.29716511333334</c:v>
                      </c:pt>
                      <c:pt idx="282">
                        <c:v>113.00608733777777</c:v>
                      </c:pt>
                      <c:pt idx="283">
                        <c:v>129.76234944222222</c:v>
                      </c:pt>
                      <c:pt idx="284">
                        <c:v>150.10678055555556</c:v>
                      </c:pt>
                      <c:pt idx="285">
                        <c:v>160.83783654222222</c:v>
                      </c:pt>
                      <c:pt idx="286">
                        <c:v>148.12555215777778</c:v>
                      </c:pt>
                      <c:pt idx="287">
                        <c:v>115.05099242666667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6-3B6C-47C2-956F-045AF7A440C3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12-10-2026'!$C$1</c15:sqref>
                        </c15:formulaRef>
                      </c:ext>
                    </c:extLst>
                    <c:strCache>
                      <c:ptCount val="1"/>
                      <c:pt idx="0">
                        <c:v> ANB-DGW1 GI Troughput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12-10-2026'!$C$2:$C$289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11.105046613333334</c:v>
                      </c:pt>
                      <c:pt idx="1">
                        <c:v>7.0800057955555555</c:v>
                      </c:pt>
                      <c:pt idx="2">
                        <c:v>4.4818210688888893</c:v>
                      </c:pt>
                      <c:pt idx="3">
                        <c:v>3.070450708888889</c:v>
                      </c:pt>
                      <c:pt idx="4">
                        <c:v>2.7361300444444443</c:v>
                      </c:pt>
                      <c:pt idx="5">
                        <c:v>4.1870824466666665</c:v>
                      </c:pt>
                      <c:pt idx="6">
                        <c:v>7.2868185066666671</c:v>
                      </c:pt>
                      <c:pt idx="7">
                        <c:v>10.054030924444444</c:v>
                      </c:pt>
                      <c:pt idx="8">
                        <c:v>11.050319622222222</c:v>
                      </c:pt>
                      <c:pt idx="9">
                        <c:v>10.924664168888889</c:v>
                      </c:pt>
                      <c:pt idx="10">
                        <c:v>11.198632711111111</c:v>
                      </c:pt>
                      <c:pt idx="11">
                        <c:v>12.173150297777777</c:v>
                      </c:pt>
                      <c:pt idx="12">
                        <c:v>13.52101304</c:v>
                      </c:pt>
                      <c:pt idx="13">
                        <c:v>15.150938784444444</c:v>
                      </c:pt>
                      <c:pt idx="14">
                        <c:v>15.534871293333333</c:v>
                      </c:pt>
                      <c:pt idx="15">
                        <c:v>14.866487075555556</c:v>
                      </c:pt>
                      <c:pt idx="16">
                        <c:v>13.22412687111111</c:v>
                      </c:pt>
                      <c:pt idx="17">
                        <c:v>12.924399148888888</c:v>
                      </c:pt>
                      <c:pt idx="18">
                        <c:v>13.361845302222223</c:v>
                      </c:pt>
                      <c:pt idx="19">
                        <c:v>15.495904373333333</c:v>
                      </c:pt>
                      <c:pt idx="20">
                        <c:v>16.866678068888888</c:v>
                      </c:pt>
                      <c:pt idx="21">
                        <c:v>18.610465260000002</c:v>
                      </c:pt>
                      <c:pt idx="22">
                        <c:v>18.829273082222223</c:v>
                      </c:pt>
                      <c:pt idx="23">
                        <c:v>16.583270671111112</c:v>
                      </c:pt>
                      <c:pt idx="24">
                        <c:v>12.233124151111111</c:v>
                      </c:pt>
                      <c:pt idx="25">
                        <c:v>7.9943322822222225</c:v>
                      </c:pt>
                      <c:pt idx="26">
                        <c:v>4.92984548</c:v>
                      </c:pt>
                      <c:pt idx="27">
                        <c:v>3.3743269333333332</c:v>
                      </c:pt>
                      <c:pt idx="28">
                        <c:v>2.8112481511111111</c:v>
                      </c:pt>
                      <c:pt idx="29">
                        <c:v>3.9643091777777779</c:v>
                      </c:pt>
                      <c:pt idx="30">
                        <c:v>6.3328758911111107</c:v>
                      </c:pt>
                      <c:pt idx="31">
                        <c:v>9.3320945377777775</c:v>
                      </c:pt>
                      <c:pt idx="32">
                        <c:v>11.870617882222222</c:v>
                      </c:pt>
                      <c:pt idx="33">
                        <c:v>12.403672491111111</c:v>
                      </c:pt>
                      <c:pt idx="34">
                        <c:v>12.831004648888889</c:v>
                      </c:pt>
                      <c:pt idx="35">
                        <c:v>14.018632393333334</c:v>
                      </c:pt>
                      <c:pt idx="36">
                        <c:v>14.75420629111111</c:v>
                      </c:pt>
                      <c:pt idx="37">
                        <c:v>16.037438940000001</c:v>
                      </c:pt>
                      <c:pt idx="38">
                        <c:v>17.488946715555556</c:v>
                      </c:pt>
                      <c:pt idx="39">
                        <c:v>16.515075911111111</c:v>
                      </c:pt>
                      <c:pt idx="40">
                        <c:v>14.253565833333333</c:v>
                      </c:pt>
                      <c:pt idx="41">
                        <c:v>13.579157131111112</c:v>
                      </c:pt>
                      <c:pt idx="42">
                        <c:v>13.751541322222222</c:v>
                      </c:pt>
                      <c:pt idx="43">
                        <c:v>15.727762017777778</c:v>
                      </c:pt>
                      <c:pt idx="44">
                        <c:v>17.124540804444443</c:v>
                      </c:pt>
                      <c:pt idx="45">
                        <c:v>19.032996833333332</c:v>
                      </c:pt>
                      <c:pt idx="46">
                        <c:v>19.15989948</c:v>
                      </c:pt>
                      <c:pt idx="47">
                        <c:v>16.948176504444444</c:v>
                      </c:pt>
                      <c:pt idx="48">
                        <c:v>12.698416877777778</c:v>
                      </c:pt>
                      <c:pt idx="49">
                        <c:v>8.2276018755555551</c:v>
                      </c:pt>
                      <c:pt idx="50">
                        <c:v>4.9676944333333335</c:v>
                      </c:pt>
                      <c:pt idx="51">
                        <c:v>3.3903004333333335</c:v>
                      </c:pt>
                      <c:pt idx="52">
                        <c:v>2.8491936911111111</c:v>
                      </c:pt>
                      <c:pt idx="53">
                        <c:v>4.0707162333333331</c:v>
                      </c:pt>
                      <c:pt idx="54">
                        <c:v>6.7355557755555555</c:v>
                      </c:pt>
                      <c:pt idx="55">
                        <c:v>9.7267859933333334</c:v>
                      </c:pt>
                      <c:pt idx="56">
                        <c:v>11.832720091111112</c:v>
                      </c:pt>
                      <c:pt idx="57">
                        <c:v>12.128215564444444</c:v>
                      </c:pt>
                      <c:pt idx="58">
                        <c:v>12.190329837777778</c:v>
                      </c:pt>
                      <c:pt idx="59">
                        <c:v>13.050491826666667</c:v>
                      </c:pt>
                      <c:pt idx="60">
                        <c:v>14.016965404444445</c:v>
                      </c:pt>
                      <c:pt idx="61">
                        <c:v>15.882534322222222</c:v>
                      </c:pt>
                      <c:pt idx="62">
                        <c:v>16.39227834888889</c:v>
                      </c:pt>
                      <c:pt idx="63">
                        <c:v>15.419489064444445</c:v>
                      </c:pt>
                      <c:pt idx="64">
                        <c:v>13.540917224444444</c:v>
                      </c:pt>
                      <c:pt idx="65">
                        <c:v>13.274206073333334</c:v>
                      </c:pt>
                      <c:pt idx="66">
                        <c:v>13.546110033333333</c:v>
                      </c:pt>
                      <c:pt idx="67">
                        <c:v>15.240098128888889</c:v>
                      </c:pt>
                      <c:pt idx="68">
                        <c:v>16.702443219999999</c:v>
                      </c:pt>
                      <c:pt idx="69">
                        <c:v>18.617407564444445</c:v>
                      </c:pt>
                      <c:pt idx="70">
                        <c:v>18.488991482222222</c:v>
                      </c:pt>
                      <c:pt idx="71">
                        <c:v>15.418905462222222</c:v>
                      </c:pt>
                      <c:pt idx="72">
                        <c:v>10.729479288888889</c:v>
                      </c:pt>
                      <c:pt idx="73">
                        <c:v>6.7829324111111111</c:v>
                      </c:pt>
                      <c:pt idx="74">
                        <c:v>4.2147378155555559</c:v>
                      </c:pt>
                      <c:pt idx="75">
                        <c:v>2.9872359822222223</c:v>
                      </c:pt>
                      <c:pt idx="76">
                        <c:v>2.6966163711111113</c:v>
                      </c:pt>
                      <c:pt idx="77">
                        <c:v>3.9692935622222221</c:v>
                      </c:pt>
                      <c:pt idx="78">
                        <c:v>6.9907207755555554</c:v>
                      </c:pt>
                      <c:pt idx="79">
                        <c:v>9.416784197777778</c:v>
                      </c:pt>
                      <c:pt idx="80">
                        <c:v>10.559844013333333</c:v>
                      </c:pt>
                      <c:pt idx="81">
                        <c:v>10.425919393333333</c:v>
                      </c:pt>
                      <c:pt idx="82">
                        <c:v>10.559928315555556</c:v>
                      </c:pt>
                      <c:pt idx="83">
                        <c:v>11.469891126666667</c:v>
                      </c:pt>
                      <c:pt idx="84">
                        <c:v>12.774900204444444</c:v>
                      </c:pt>
                      <c:pt idx="85">
                        <c:v>14.143131017777778</c:v>
                      </c:pt>
                      <c:pt idx="86">
                        <c:v>14.530720177777777</c:v>
                      </c:pt>
                      <c:pt idx="87">
                        <c:v>13.793361651111111</c:v>
                      </c:pt>
                      <c:pt idx="88">
                        <c:v>12.696601655555556</c:v>
                      </c:pt>
                      <c:pt idx="89">
                        <c:v>12.731015864444444</c:v>
                      </c:pt>
                      <c:pt idx="90">
                        <c:v>13.158954624444444</c:v>
                      </c:pt>
                      <c:pt idx="91">
                        <c:v>15.041480177777778</c:v>
                      </c:pt>
                      <c:pt idx="92">
                        <c:v>16.637445920000001</c:v>
                      </c:pt>
                      <c:pt idx="93">
                        <c:v>18.335988184444446</c:v>
                      </c:pt>
                      <c:pt idx="94">
                        <c:v>18.126972853333335</c:v>
                      </c:pt>
                      <c:pt idx="95">
                        <c:v>14.917507946666667</c:v>
                      </c:pt>
                      <c:pt idx="96">
                        <c:v>10.216458053333334</c:v>
                      </c:pt>
                      <c:pt idx="97">
                        <c:v>6.3773663577777775</c:v>
                      </c:pt>
                      <c:pt idx="98">
                        <c:v>4.1291827355555553</c:v>
                      </c:pt>
                      <c:pt idx="99">
                        <c:v>2.9332551155555557</c:v>
                      </c:pt>
                      <c:pt idx="100">
                        <c:v>2.6044136733333332</c:v>
                      </c:pt>
                      <c:pt idx="101">
                        <c:v>3.9452459755555553</c:v>
                      </c:pt>
                      <c:pt idx="102">
                        <c:v>7.1521698999999996</c:v>
                      </c:pt>
                      <c:pt idx="103">
                        <c:v>9.6585041222222223</c:v>
                      </c:pt>
                      <c:pt idx="104">
                        <c:v>10.545038142222221</c:v>
                      </c:pt>
                      <c:pt idx="105">
                        <c:v>10.511501637777778</c:v>
                      </c:pt>
                      <c:pt idx="106">
                        <c:v>10.530791333333333</c:v>
                      </c:pt>
                      <c:pt idx="107">
                        <c:v>11.695139184444445</c:v>
                      </c:pt>
                      <c:pt idx="108">
                        <c:v>12.840569333333333</c:v>
                      </c:pt>
                      <c:pt idx="109">
                        <c:v>14.172029439999999</c:v>
                      </c:pt>
                      <c:pt idx="110">
                        <c:v>14.396426875555555</c:v>
                      </c:pt>
                      <c:pt idx="111">
                        <c:v>13.759293715555556</c:v>
                      </c:pt>
                      <c:pt idx="112">
                        <c:v>12.782516275555556</c:v>
                      </c:pt>
                      <c:pt idx="113">
                        <c:v>12.496962395555556</c:v>
                      </c:pt>
                      <c:pt idx="114">
                        <c:v>12.971278175555556</c:v>
                      </c:pt>
                      <c:pt idx="115">
                        <c:v>14.969003188888889</c:v>
                      </c:pt>
                      <c:pt idx="116">
                        <c:v>16.334947944444444</c:v>
                      </c:pt>
                      <c:pt idx="117">
                        <c:v>18.354289393333332</c:v>
                      </c:pt>
                      <c:pt idx="118">
                        <c:v>18.040315395555556</c:v>
                      </c:pt>
                      <c:pt idx="119">
                        <c:v>14.994177873333333</c:v>
                      </c:pt>
                      <c:pt idx="120">
                        <c:v>10.300327291111111</c:v>
                      </c:pt>
                      <c:pt idx="121">
                        <c:v>6.4236130288888891</c:v>
                      </c:pt>
                      <c:pt idx="122">
                        <c:v>4.0497471000000003</c:v>
                      </c:pt>
                      <c:pt idx="123">
                        <c:v>2.938571017777778</c:v>
                      </c:pt>
                      <c:pt idx="124">
                        <c:v>2.5835618622222221</c:v>
                      </c:pt>
                      <c:pt idx="125">
                        <c:v>3.884491571111111</c:v>
                      </c:pt>
                      <c:pt idx="126">
                        <c:v>7.1959106955555558</c:v>
                      </c:pt>
                      <c:pt idx="127">
                        <c:v>9.7941957022222219</c:v>
                      </c:pt>
                      <c:pt idx="128">
                        <c:v>10.704067728888889</c:v>
                      </c:pt>
                      <c:pt idx="129">
                        <c:v>10.528672333333333</c:v>
                      </c:pt>
                      <c:pt idx="130">
                        <c:v>10.824564137777777</c:v>
                      </c:pt>
                      <c:pt idx="131">
                        <c:v>11.76540776</c:v>
                      </c:pt>
                      <c:pt idx="132">
                        <c:v>13.338094051111112</c:v>
                      </c:pt>
                      <c:pt idx="133">
                        <c:v>15.425992571111111</c:v>
                      </c:pt>
                      <c:pt idx="134">
                        <c:v>15.840897957777777</c:v>
                      </c:pt>
                      <c:pt idx="135">
                        <c:v>14.665227284444445</c:v>
                      </c:pt>
                      <c:pt idx="136">
                        <c:v>13.033048011111111</c:v>
                      </c:pt>
                      <c:pt idx="137">
                        <c:v>12.67030192888889</c:v>
                      </c:pt>
                      <c:pt idx="138">
                        <c:v>13.671779726666667</c:v>
                      </c:pt>
                      <c:pt idx="139">
                        <c:v>15.451763057777777</c:v>
                      </c:pt>
                      <c:pt idx="140">
                        <c:v>16.769574073333334</c:v>
                      </c:pt>
                      <c:pt idx="141">
                        <c:v>18.553178513333332</c:v>
                      </c:pt>
                      <c:pt idx="142">
                        <c:v>18.303476006666667</c:v>
                      </c:pt>
                      <c:pt idx="143">
                        <c:v>14.893687164444444</c:v>
                      </c:pt>
                      <c:pt idx="144">
                        <c:v>10.431899726666666</c:v>
                      </c:pt>
                      <c:pt idx="145">
                        <c:v>6.5679805844444443</c:v>
                      </c:pt>
                      <c:pt idx="146">
                        <c:v>4.235063464444444</c:v>
                      </c:pt>
                      <c:pt idx="147">
                        <c:v>2.901017422222222</c:v>
                      </c:pt>
                      <c:pt idx="148">
                        <c:v>2.6081658222222224</c:v>
                      </c:pt>
                      <c:pt idx="149">
                        <c:v>4.0216673377777781</c:v>
                      </c:pt>
                      <c:pt idx="150">
                        <c:v>7.3788254599999998</c:v>
                      </c:pt>
                      <c:pt idx="151">
                        <c:v>9.9449442733333342</c:v>
                      </c:pt>
                      <c:pt idx="152">
                        <c:v>11.076732062222222</c:v>
                      </c:pt>
                      <c:pt idx="153">
                        <c:v>10.774127928888889</c:v>
                      </c:pt>
                      <c:pt idx="154">
                        <c:v>10.719791735555555</c:v>
                      </c:pt>
                      <c:pt idx="155">
                        <c:v>11.732447342222223</c:v>
                      </c:pt>
                      <c:pt idx="156">
                        <c:v>12.895774833333334</c:v>
                      </c:pt>
                      <c:pt idx="157">
                        <c:v>14.372624811111111</c:v>
                      </c:pt>
                      <c:pt idx="158">
                        <c:v>14.60582139111111</c:v>
                      </c:pt>
                      <c:pt idx="159">
                        <c:v>13.799708526666667</c:v>
                      </c:pt>
                      <c:pt idx="160">
                        <c:v>12.997178253333333</c:v>
                      </c:pt>
                      <c:pt idx="161">
                        <c:v>12.817696966666666</c:v>
                      </c:pt>
                      <c:pt idx="162">
                        <c:v>13.287973297777778</c:v>
                      </c:pt>
                      <c:pt idx="163">
                        <c:v>15.217219922222222</c:v>
                      </c:pt>
                      <c:pt idx="164">
                        <c:v>16.751759159999999</c:v>
                      </c:pt>
                      <c:pt idx="165">
                        <c:v>18.40518918888889</c:v>
                      </c:pt>
                      <c:pt idx="166">
                        <c:v>18.282883513333335</c:v>
                      </c:pt>
                      <c:pt idx="167">
                        <c:v>15.008616711111111</c:v>
                      </c:pt>
                      <c:pt idx="168">
                        <c:v>10.381083066666667</c:v>
                      </c:pt>
                      <c:pt idx="169">
                        <c:v>6.5195050755555553</c:v>
                      </c:pt>
                      <c:pt idx="170">
                        <c:v>4.1923753022222225</c:v>
                      </c:pt>
                      <c:pt idx="171">
                        <c:v>2.9931956533333333</c:v>
                      </c:pt>
                      <c:pt idx="172">
                        <c:v>2.7438835088888891</c:v>
                      </c:pt>
                      <c:pt idx="173">
                        <c:v>4.1756370599999997</c:v>
                      </c:pt>
                      <c:pt idx="174">
                        <c:v>7.7846771488888891</c:v>
                      </c:pt>
                      <c:pt idx="175">
                        <c:v>10.653097242222222</c:v>
                      </c:pt>
                      <c:pt idx="176">
                        <c:v>12.151175724444444</c:v>
                      </c:pt>
                      <c:pt idx="177">
                        <c:v>12.056864482222222</c:v>
                      </c:pt>
                      <c:pt idx="178">
                        <c:v>11.498173768888888</c:v>
                      </c:pt>
                      <c:pt idx="179">
                        <c:v>12.434853253333333</c:v>
                      </c:pt>
                      <c:pt idx="180">
                        <c:v>13.975302846666667</c:v>
                      </c:pt>
                      <c:pt idx="181">
                        <c:v>15.639354915555556</c:v>
                      </c:pt>
                      <c:pt idx="182">
                        <c:v>15.858122711111111</c:v>
                      </c:pt>
                      <c:pt idx="183">
                        <c:v>15.011366768888889</c:v>
                      </c:pt>
                      <c:pt idx="184">
                        <c:v>13.554439624444445</c:v>
                      </c:pt>
                      <c:pt idx="185">
                        <c:v>13.307179713333333</c:v>
                      </c:pt>
                      <c:pt idx="186">
                        <c:v>14.140461844444445</c:v>
                      </c:pt>
                      <c:pt idx="187">
                        <c:v>16.250764446666668</c:v>
                      </c:pt>
                      <c:pt idx="188">
                        <c:v>17.72766269111111</c:v>
                      </c:pt>
                      <c:pt idx="189">
                        <c:v>19.204861037777778</c:v>
                      </c:pt>
                      <c:pt idx="190">
                        <c:v>19.252759513333334</c:v>
                      </c:pt>
                      <c:pt idx="191">
                        <c:v>16.331029822222224</c:v>
                      </c:pt>
                      <c:pt idx="192">
                        <c:v>12.010952535555555</c:v>
                      </c:pt>
                      <c:pt idx="193">
                        <c:v>7.7936562177777775</c:v>
                      </c:pt>
                      <c:pt idx="194">
                        <c:v>4.95637214</c:v>
                      </c:pt>
                      <c:pt idx="195">
                        <c:v>3.6894038422222222</c:v>
                      </c:pt>
                      <c:pt idx="196">
                        <c:v>3.0777798155555556</c:v>
                      </c:pt>
                      <c:pt idx="197">
                        <c:v>4.0695296777777781</c:v>
                      </c:pt>
                      <c:pt idx="198">
                        <c:v>6.8814062177777782</c:v>
                      </c:pt>
                      <c:pt idx="199">
                        <c:v>10.127312202222223</c:v>
                      </c:pt>
                      <c:pt idx="200">
                        <c:v>12.989591040000001</c:v>
                      </c:pt>
                      <c:pt idx="201">
                        <c:v>13.415435291111111</c:v>
                      </c:pt>
                      <c:pt idx="202">
                        <c:v>13.537803455555556</c:v>
                      </c:pt>
                      <c:pt idx="203">
                        <c:v>14.533372053333334</c:v>
                      </c:pt>
                      <c:pt idx="204">
                        <c:v>15.045841233333332</c:v>
                      </c:pt>
                      <c:pt idx="205">
                        <c:v>16.294734528888888</c:v>
                      </c:pt>
                      <c:pt idx="206">
                        <c:v>17.875917466666667</c:v>
                      </c:pt>
                      <c:pt idx="207">
                        <c:v>16.660919711111109</c:v>
                      </c:pt>
                      <c:pt idx="208">
                        <c:v>14.888877351111111</c:v>
                      </c:pt>
                      <c:pt idx="209">
                        <c:v>14.635493695555555</c:v>
                      </c:pt>
                      <c:pt idx="210">
                        <c:v>15.203949675555556</c:v>
                      </c:pt>
                      <c:pt idx="211">
                        <c:v>16.860770197777779</c:v>
                      </c:pt>
                      <c:pt idx="212">
                        <c:v>18.351774339999999</c:v>
                      </c:pt>
                      <c:pt idx="213">
                        <c:v>19.875503779999999</c:v>
                      </c:pt>
                      <c:pt idx="214">
                        <c:v>19.858560126666667</c:v>
                      </c:pt>
                      <c:pt idx="215">
                        <c:v>16.819592660000001</c:v>
                      </c:pt>
                      <c:pt idx="216">
                        <c:v>12.194040299999999</c:v>
                      </c:pt>
                      <c:pt idx="217">
                        <c:v>7.9349042599999997</c:v>
                      </c:pt>
                      <c:pt idx="218">
                        <c:v>4.9752548155555552</c:v>
                      </c:pt>
                      <c:pt idx="219">
                        <c:v>3.3953562977777776</c:v>
                      </c:pt>
                      <c:pt idx="220">
                        <c:v>2.9416866066666665</c:v>
                      </c:pt>
                      <c:pt idx="221">
                        <c:v>4.040491666666667</c:v>
                      </c:pt>
                      <c:pt idx="222">
                        <c:v>7.1264351955555556</c:v>
                      </c:pt>
                      <c:pt idx="223">
                        <c:v>10.152720304444445</c:v>
                      </c:pt>
                      <c:pt idx="224">
                        <c:v>12.437212051111111</c:v>
                      </c:pt>
                      <c:pt idx="225">
                        <c:v>12.416318195555556</c:v>
                      </c:pt>
                      <c:pt idx="226">
                        <c:v>12.352583375555556</c:v>
                      </c:pt>
                      <c:pt idx="227">
                        <c:v>12.997893353333334</c:v>
                      </c:pt>
                      <c:pt idx="228">
                        <c:v>13.889477106666666</c:v>
                      </c:pt>
                      <c:pt idx="229">
                        <c:v>15.811123073333333</c:v>
                      </c:pt>
                      <c:pt idx="230">
                        <c:v>16.259458562222221</c:v>
                      </c:pt>
                      <c:pt idx="231">
                        <c:v>15.219765191111112</c:v>
                      </c:pt>
                      <c:pt idx="232">
                        <c:v>13.845045126666667</c:v>
                      </c:pt>
                      <c:pt idx="233">
                        <c:v>13.644953551111112</c:v>
                      </c:pt>
                      <c:pt idx="234">
                        <c:v>14.362591557777778</c:v>
                      </c:pt>
                      <c:pt idx="235">
                        <c:v>15.988308195555556</c:v>
                      </c:pt>
                      <c:pt idx="236">
                        <c:v>17.717944513333332</c:v>
                      </c:pt>
                      <c:pt idx="237">
                        <c:v>19.398891837777779</c:v>
                      </c:pt>
                      <c:pt idx="238">
                        <c:v>18.95062929111111</c:v>
                      </c:pt>
                      <c:pt idx="239">
                        <c:v>15.381857666666667</c:v>
                      </c:pt>
                      <c:pt idx="240">
                        <c:v>10.442221004444445</c:v>
                      </c:pt>
                      <c:pt idx="241">
                        <c:v>6.5356436777777782</c:v>
                      </c:pt>
                      <c:pt idx="242">
                        <c:v>4.1711957311111112</c:v>
                      </c:pt>
                      <c:pt idx="243">
                        <c:v>3.0517344177777779</c:v>
                      </c:pt>
                      <c:pt idx="244">
                        <c:v>2.758084951111111</c:v>
                      </c:pt>
                      <c:pt idx="245">
                        <c:v>3.9909593177777776</c:v>
                      </c:pt>
                      <c:pt idx="246">
                        <c:v>7.3576148688888887</c:v>
                      </c:pt>
                      <c:pt idx="247">
                        <c:v>9.9114008044444439</c:v>
                      </c:pt>
                      <c:pt idx="248">
                        <c:v>11.192612375555555</c:v>
                      </c:pt>
                      <c:pt idx="249">
                        <c:v>10.867021037777779</c:v>
                      </c:pt>
                      <c:pt idx="250">
                        <c:v>10.756044866666667</c:v>
                      </c:pt>
                      <c:pt idx="251">
                        <c:v>11.642218895555555</c:v>
                      </c:pt>
                      <c:pt idx="252">
                        <c:v>12.895029568888889</c:v>
                      </c:pt>
                      <c:pt idx="253">
                        <c:v>14.317752548888889</c:v>
                      </c:pt>
                      <c:pt idx="254">
                        <c:v>14.686957291111112</c:v>
                      </c:pt>
                      <c:pt idx="255">
                        <c:v>13.979529155555555</c:v>
                      </c:pt>
                      <c:pt idx="256">
                        <c:v>13.301379595555556</c:v>
                      </c:pt>
                      <c:pt idx="257">
                        <c:v>13.149781873333334</c:v>
                      </c:pt>
                      <c:pt idx="258">
                        <c:v>13.919572186666667</c:v>
                      </c:pt>
                      <c:pt idx="259">
                        <c:v>15.834432400000001</c:v>
                      </c:pt>
                      <c:pt idx="260">
                        <c:v>17.56589999111111</c:v>
                      </c:pt>
                      <c:pt idx="261">
                        <c:v>19.151370471111111</c:v>
                      </c:pt>
                      <c:pt idx="262">
                        <c:v>18.561778248888888</c:v>
                      </c:pt>
                      <c:pt idx="263">
                        <c:v>14.875808495555555</c:v>
                      </c:pt>
                      <c:pt idx="264">
                        <c:v>10.058601397777778</c:v>
                      </c:pt>
                      <c:pt idx="265">
                        <c:v>6.2538918555555556</c:v>
                      </c:pt>
                      <c:pt idx="266">
                        <c:v>3.9871290422222221</c:v>
                      </c:pt>
                      <c:pt idx="267">
                        <c:v>2.8677961288888887</c:v>
                      </c:pt>
                      <c:pt idx="268">
                        <c:v>2.6246938133333333</c:v>
                      </c:pt>
                      <c:pt idx="269">
                        <c:v>3.9198489288888889</c:v>
                      </c:pt>
                      <c:pt idx="270">
                        <c:v>7.4320866866666666</c:v>
                      </c:pt>
                      <c:pt idx="271">
                        <c:v>10.102205713333333</c:v>
                      </c:pt>
                      <c:pt idx="272">
                        <c:v>11.148675862222222</c:v>
                      </c:pt>
                      <c:pt idx="273">
                        <c:v>10.753167155555555</c:v>
                      </c:pt>
                      <c:pt idx="274">
                        <c:v>10.887388295555555</c:v>
                      </c:pt>
                      <c:pt idx="275">
                        <c:v>11.997083644444444</c:v>
                      </c:pt>
                      <c:pt idx="276">
                        <c:v>13.294129773333333</c:v>
                      </c:pt>
                      <c:pt idx="277">
                        <c:v>14.506211957777777</c:v>
                      </c:pt>
                      <c:pt idx="278">
                        <c:v>14.80446125111111</c:v>
                      </c:pt>
                      <c:pt idx="279">
                        <c:v>14.045133942222222</c:v>
                      </c:pt>
                      <c:pt idx="280">
                        <c:v>13.334921842222222</c:v>
                      </c:pt>
                      <c:pt idx="281">
                        <c:v>13.205254828888888</c:v>
                      </c:pt>
                      <c:pt idx="282">
                        <c:v>14.248135504444445</c:v>
                      </c:pt>
                      <c:pt idx="283">
                        <c:v>15.971089133333333</c:v>
                      </c:pt>
                      <c:pt idx="284">
                        <c:v>17.707850115555555</c:v>
                      </c:pt>
                      <c:pt idx="285">
                        <c:v>19.506387146666668</c:v>
                      </c:pt>
                      <c:pt idx="286">
                        <c:v>18.72760422</c:v>
                      </c:pt>
                      <c:pt idx="287">
                        <c:v>14.841861717777778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3B6C-47C2-956F-045AF7A440C3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12-10-2026'!$D$1</c15:sqref>
                        </c15:formulaRef>
                      </c:ext>
                    </c:extLst>
                    <c:strCache>
                      <c:ptCount val="1"/>
                      <c:pt idx="0">
                        <c:v> ANB-DGW1 Throughput 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12-10-2026'!$D$2:$D$289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94.932476151111118</c:v>
                      </c:pt>
                      <c:pt idx="1">
                        <c:v>60.737532815555554</c:v>
                      </c:pt>
                      <c:pt idx="2">
                        <c:v>37.153443828888889</c:v>
                      </c:pt>
                      <c:pt idx="3">
                        <c:v>24.536483673333333</c:v>
                      </c:pt>
                      <c:pt idx="4">
                        <c:v>19.766069673333334</c:v>
                      </c:pt>
                      <c:pt idx="5">
                        <c:v>26.579473024444443</c:v>
                      </c:pt>
                      <c:pt idx="6">
                        <c:v>46.067321135555552</c:v>
                      </c:pt>
                      <c:pt idx="7">
                        <c:v>67.102362564444448</c:v>
                      </c:pt>
                      <c:pt idx="8">
                        <c:v>80.989101099999999</c:v>
                      </c:pt>
                      <c:pt idx="9">
                        <c:v>87.316315795555553</c:v>
                      </c:pt>
                      <c:pt idx="10">
                        <c:v>94.860246524444449</c:v>
                      </c:pt>
                      <c:pt idx="11">
                        <c:v>105.87844013555555</c:v>
                      </c:pt>
                      <c:pt idx="12">
                        <c:v>113.29054426666667</c:v>
                      </c:pt>
                      <c:pt idx="13">
                        <c:v>128.12709073111111</c:v>
                      </c:pt>
                      <c:pt idx="14">
                        <c:v>130.75063070888888</c:v>
                      </c:pt>
                      <c:pt idx="15">
                        <c:v>124.68736786444444</c:v>
                      </c:pt>
                      <c:pt idx="16">
                        <c:v>115.01640726888888</c:v>
                      </c:pt>
                      <c:pt idx="17">
                        <c:v>118.86731803777778</c:v>
                      </c:pt>
                      <c:pt idx="18">
                        <c:v>119.75590945777778</c:v>
                      </c:pt>
                      <c:pt idx="19">
                        <c:v>139.77850493777777</c:v>
                      </c:pt>
                      <c:pt idx="20">
                        <c:v>156.54920993111111</c:v>
                      </c:pt>
                      <c:pt idx="21">
                        <c:v>172.11959122444443</c:v>
                      </c:pt>
                      <c:pt idx="22">
                        <c:v>167.81811613111111</c:v>
                      </c:pt>
                      <c:pt idx="23">
                        <c:v>142.86934662444443</c:v>
                      </c:pt>
                      <c:pt idx="24">
                        <c:v>105.64716449111111</c:v>
                      </c:pt>
                      <c:pt idx="25">
                        <c:v>69.655822686666667</c:v>
                      </c:pt>
                      <c:pt idx="26">
                        <c:v>43.209930615555557</c:v>
                      </c:pt>
                      <c:pt idx="27">
                        <c:v>28.199108517777777</c:v>
                      </c:pt>
                      <c:pt idx="28">
                        <c:v>21.217937042222221</c:v>
                      </c:pt>
                      <c:pt idx="29">
                        <c:v>25.495309475555555</c:v>
                      </c:pt>
                      <c:pt idx="30">
                        <c:v>40.090729897777777</c:v>
                      </c:pt>
                      <c:pt idx="31">
                        <c:v>60.268760455555558</c:v>
                      </c:pt>
                      <c:pt idx="32">
                        <c:v>82.039313846666673</c:v>
                      </c:pt>
                      <c:pt idx="33">
                        <c:v>95.821368431111111</c:v>
                      </c:pt>
                      <c:pt idx="34">
                        <c:v>106.92851530444445</c:v>
                      </c:pt>
                      <c:pt idx="35">
                        <c:v>119.52725389333334</c:v>
                      </c:pt>
                      <c:pt idx="36">
                        <c:v>120.53126166444444</c:v>
                      </c:pt>
                      <c:pt idx="37">
                        <c:v>132.14022478666666</c:v>
                      </c:pt>
                      <c:pt idx="38">
                        <c:v>151.05808803555556</c:v>
                      </c:pt>
                      <c:pt idx="39">
                        <c:v>140.9234221711111</c:v>
                      </c:pt>
                      <c:pt idx="40">
                        <c:v>125.65729463777778</c:v>
                      </c:pt>
                      <c:pt idx="41">
                        <c:v>126.51539658888889</c:v>
                      </c:pt>
                      <c:pt idx="42">
                        <c:v>123.90929572888889</c:v>
                      </c:pt>
                      <c:pt idx="43">
                        <c:v>142.2024027911111</c:v>
                      </c:pt>
                      <c:pt idx="44">
                        <c:v>160.80927686222222</c:v>
                      </c:pt>
                      <c:pt idx="45">
                        <c:v>177.93067811555557</c:v>
                      </c:pt>
                      <c:pt idx="46">
                        <c:v>173.47476868222222</c:v>
                      </c:pt>
                      <c:pt idx="47">
                        <c:v>148.23106567111111</c:v>
                      </c:pt>
                      <c:pt idx="48">
                        <c:v>110.06093564</c:v>
                      </c:pt>
                      <c:pt idx="49">
                        <c:v>72.369372706666667</c:v>
                      </c:pt>
                      <c:pt idx="50">
                        <c:v>43.688824813333333</c:v>
                      </c:pt>
                      <c:pt idx="51">
                        <c:v>27.712293966666667</c:v>
                      </c:pt>
                      <c:pt idx="52">
                        <c:v>20.705102435555556</c:v>
                      </c:pt>
                      <c:pt idx="53">
                        <c:v>25.877396853333334</c:v>
                      </c:pt>
                      <c:pt idx="54">
                        <c:v>42.326217577777776</c:v>
                      </c:pt>
                      <c:pt idx="55">
                        <c:v>63.373062877777777</c:v>
                      </c:pt>
                      <c:pt idx="56">
                        <c:v>83.200125848888888</c:v>
                      </c:pt>
                      <c:pt idx="57">
                        <c:v>94.03597430666666</c:v>
                      </c:pt>
                      <c:pt idx="58">
                        <c:v>101.70291164222222</c:v>
                      </c:pt>
                      <c:pt idx="59">
                        <c:v>112.24784558666667</c:v>
                      </c:pt>
                      <c:pt idx="60">
                        <c:v>117.67265784</c:v>
                      </c:pt>
                      <c:pt idx="61">
                        <c:v>135.2732485911111</c:v>
                      </c:pt>
                      <c:pt idx="62">
                        <c:v>138.46673452666667</c:v>
                      </c:pt>
                      <c:pt idx="63">
                        <c:v>129.73092796888889</c:v>
                      </c:pt>
                      <c:pt idx="64">
                        <c:v>118.87421382666666</c:v>
                      </c:pt>
                      <c:pt idx="65">
                        <c:v>122.12466392888889</c:v>
                      </c:pt>
                      <c:pt idx="66">
                        <c:v>120.85670052222223</c:v>
                      </c:pt>
                      <c:pt idx="67">
                        <c:v>137.78564883333334</c:v>
                      </c:pt>
                      <c:pt idx="68">
                        <c:v>156.41685704888889</c:v>
                      </c:pt>
                      <c:pt idx="69">
                        <c:v>171.84144609555557</c:v>
                      </c:pt>
                      <c:pt idx="70">
                        <c:v>164.32362922888888</c:v>
                      </c:pt>
                      <c:pt idx="71">
                        <c:v>134.31519182666668</c:v>
                      </c:pt>
                      <c:pt idx="72">
                        <c:v>93.94787528444445</c:v>
                      </c:pt>
                      <c:pt idx="73">
                        <c:v>58.464316802222221</c:v>
                      </c:pt>
                      <c:pt idx="74">
                        <c:v>35.621493093333335</c:v>
                      </c:pt>
                      <c:pt idx="75">
                        <c:v>23.676237731111112</c:v>
                      </c:pt>
                      <c:pt idx="76">
                        <c:v>19.286843368888889</c:v>
                      </c:pt>
                      <c:pt idx="77">
                        <c:v>25.275687037777779</c:v>
                      </c:pt>
                      <c:pt idx="78">
                        <c:v>44.301722053333336</c:v>
                      </c:pt>
                      <c:pt idx="79">
                        <c:v>63.399652571111112</c:v>
                      </c:pt>
                      <c:pt idx="80">
                        <c:v>77.944829748888893</c:v>
                      </c:pt>
                      <c:pt idx="81">
                        <c:v>84.246087764444439</c:v>
                      </c:pt>
                      <c:pt idx="82">
                        <c:v>91.123549097777783</c:v>
                      </c:pt>
                      <c:pt idx="83">
                        <c:v>101.94203291111111</c:v>
                      </c:pt>
                      <c:pt idx="84">
                        <c:v>108.19015633555556</c:v>
                      </c:pt>
                      <c:pt idx="85">
                        <c:v>121.09182111111112</c:v>
                      </c:pt>
                      <c:pt idx="86">
                        <c:v>124.18762060888889</c:v>
                      </c:pt>
                      <c:pt idx="87">
                        <c:v>117.23229106222222</c:v>
                      </c:pt>
                      <c:pt idx="88">
                        <c:v>113.74708155555555</c:v>
                      </c:pt>
                      <c:pt idx="89">
                        <c:v>119.53326344888889</c:v>
                      </c:pt>
                      <c:pt idx="90">
                        <c:v>119.48595612666666</c:v>
                      </c:pt>
                      <c:pt idx="91">
                        <c:v>137.04870738</c:v>
                      </c:pt>
                      <c:pt idx="92">
                        <c:v>156.27430190444446</c:v>
                      </c:pt>
                      <c:pt idx="93">
                        <c:v>170.57434289333332</c:v>
                      </c:pt>
                      <c:pt idx="94">
                        <c:v>160.81353655999999</c:v>
                      </c:pt>
                      <c:pt idx="95">
                        <c:v>128.45598505555554</c:v>
                      </c:pt>
                      <c:pt idx="96">
                        <c:v>87.757118546666661</c:v>
                      </c:pt>
                      <c:pt idx="97">
                        <c:v>54.604622184444445</c:v>
                      </c:pt>
                      <c:pt idx="98">
                        <c:v>33.92359775111111</c:v>
                      </c:pt>
                      <c:pt idx="99">
                        <c:v>23.036698826666665</c:v>
                      </c:pt>
                      <c:pt idx="100">
                        <c:v>18.91495136</c:v>
                      </c:pt>
                      <c:pt idx="101">
                        <c:v>25.475012617777779</c:v>
                      </c:pt>
                      <c:pt idx="102">
                        <c:v>45.844115342222224</c:v>
                      </c:pt>
                      <c:pt idx="103">
                        <c:v>65.825817860000001</c:v>
                      </c:pt>
                      <c:pt idx="104">
                        <c:v>78.621978973333327</c:v>
                      </c:pt>
                      <c:pt idx="105">
                        <c:v>84.865425877777781</c:v>
                      </c:pt>
                      <c:pt idx="106">
                        <c:v>91.451468164444449</c:v>
                      </c:pt>
                      <c:pt idx="107">
                        <c:v>102.97351170666667</c:v>
                      </c:pt>
                      <c:pt idx="108">
                        <c:v>109.56562033555555</c:v>
                      </c:pt>
                      <c:pt idx="109">
                        <c:v>122.12085900666666</c:v>
                      </c:pt>
                      <c:pt idx="110">
                        <c:v>123.35958103777777</c:v>
                      </c:pt>
                      <c:pt idx="111">
                        <c:v>116.62461791111112</c:v>
                      </c:pt>
                      <c:pt idx="112">
                        <c:v>113.03749813777777</c:v>
                      </c:pt>
                      <c:pt idx="113">
                        <c:v>116.93512091777778</c:v>
                      </c:pt>
                      <c:pt idx="114">
                        <c:v>117.59254857111111</c:v>
                      </c:pt>
                      <c:pt idx="115">
                        <c:v>136.22369151999999</c:v>
                      </c:pt>
                      <c:pt idx="116">
                        <c:v>155.90659850222221</c:v>
                      </c:pt>
                      <c:pt idx="117">
                        <c:v>171.41726124444443</c:v>
                      </c:pt>
                      <c:pt idx="118">
                        <c:v>161.79287788666667</c:v>
                      </c:pt>
                      <c:pt idx="119">
                        <c:v>130.33656262</c:v>
                      </c:pt>
                      <c:pt idx="120">
                        <c:v>89.480365146666671</c:v>
                      </c:pt>
                      <c:pt idx="121">
                        <c:v>55.596093268888886</c:v>
                      </c:pt>
                      <c:pt idx="122">
                        <c:v>33.553990764444443</c:v>
                      </c:pt>
                      <c:pt idx="123">
                        <c:v>22.734406973333332</c:v>
                      </c:pt>
                      <c:pt idx="124">
                        <c:v>18.562726731111113</c:v>
                      </c:pt>
                      <c:pt idx="125">
                        <c:v>24.934539422222223</c:v>
                      </c:pt>
                      <c:pt idx="126">
                        <c:v>45.640247946666669</c:v>
                      </c:pt>
                      <c:pt idx="127">
                        <c:v>66.184971862222227</c:v>
                      </c:pt>
                      <c:pt idx="128">
                        <c:v>79.498217051111112</c:v>
                      </c:pt>
                      <c:pt idx="129">
                        <c:v>85.795468644444441</c:v>
                      </c:pt>
                      <c:pt idx="130">
                        <c:v>93.81133592444445</c:v>
                      </c:pt>
                      <c:pt idx="131">
                        <c:v>103.77214426888889</c:v>
                      </c:pt>
                      <c:pt idx="132">
                        <c:v>112.89398053555556</c:v>
                      </c:pt>
                      <c:pt idx="133">
                        <c:v>132.54435756444445</c:v>
                      </c:pt>
                      <c:pt idx="134">
                        <c:v>133.9523562911111</c:v>
                      </c:pt>
                      <c:pt idx="135">
                        <c:v>124.79225287777778</c:v>
                      </c:pt>
                      <c:pt idx="136">
                        <c:v>115.64720828</c:v>
                      </c:pt>
                      <c:pt idx="137">
                        <c:v>118.64654315333334</c:v>
                      </c:pt>
                      <c:pt idx="138">
                        <c:v>126.81145779111111</c:v>
                      </c:pt>
                      <c:pt idx="139">
                        <c:v>143.98069745999999</c:v>
                      </c:pt>
                      <c:pt idx="140">
                        <c:v>158.62835112666667</c:v>
                      </c:pt>
                      <c:pt idx="141">
                        <c:v>172.87947749777777</c:v>
                      </c:pt>
                      <c:pt idx="142">
                        <c:v>162.74397815555557</c:v>
                      </c:pt>
                      <c:pt idx="143">
                        <c:v>129.54292812444444</c:v>
                      </c:pt>
                      <c:pt idx="144">
                        <c:v>90.892962857777775</c:v>
                      </c:pt>
                      <c:pt idx="145">
                        <c:v>56.679320566666668</c:v>
                      </c:pt>
                      <c:pt idx="146">
                        <c:v>35.393928275555552</c:v>
                      </c:pt>
                      <c:pt idx="147">
                        <c:v>23.017507528888888</c:v>
                      </c:pt>
                      <c:pt idx="148">
                        <c:v>18.600646220000002</c:v>
                      </c:pt>
                      <c:pt idx="149">
                        <c:v>25.427063844444444</c:v>
                      </c:pt>
                      <c:pt idx="150">
                        <c:v>47.04893402222222</c:v>
                      </c:pt>
                      <c:pt idx="151">
                        <c:v>67.289628406666665</c:v>
                      </c:pt>
                      <c:pt idx="152">
                        <c:v>81.57431814666667</c:v>
                      </c:pt>
                      <c:pt idx="153">
                        <c:v>87.08167128444444</c:v>
                      </c:pt>
                      <c:pt idx="154">
                        <c:v>93.698754280000003</c:v>
                      </c:pt>
                      <c:pt idx="155">
                        <c:v>104.47679661777778</c:v>
                      </c:pt>
                      <c:pt idx="156">
                        <c:v>110.47714903333333</c:v>
                      </c:pt>
                      <c:pt idx="157">
                        <c:v>123.44630264222222</c:v>
                      </c:pt>
                      <c:pt idx="158">
                        <c:v>125.09029300888889</c:v>
                      </c:pt>
                      <c:pt idx="159">
                        <c:v>118.44210795777778</c:v>
                      </c:pt>
                      <c:pt idx="160">
                        <c:v>115.96023120222222</c:v>
                      </c:pt>
                      <c:pt idx="161">
                        <c:v>120.07709944444444</c:v>
                      </c:pt>
                      <c:pt idx="162">
                        <c:v>120.28389559777777</c:v>
                      </c:pt>
                      <c:pt idx="163">
                        <c:v>138.12930919999999</c:v>
                      </c:pt>
                      <c:pt idx="164">
                        <c:v>156.59157699555556</c:v>
                      </c:pt>
                      <c:pt idx="165">
                        <c:v>170.50612832666667</c:v>
                      </c:pt>
                      <c:pt idx="166">
                        <c:v>162.54883322000001</c:v>
                      </c:pt>
                      <c:pt idx="167">
                        <c:v>130.34804931333332</c:v>
                      </c:pt>
                      <c:pt idx="168">
                        <c:v>89.988967082222217</c:v>
                      </c:pt>
                      <c:pt idx="169">
                        <c:v>56.044445053333334</c:v>
                      </c:pt>
                      <c:pt idx="170">
                        <c:v>34.51746980888889</c:v>
                      </c:pt>
                      <c:pt idx="171">
                        <c:v>23.467305484444445</c:v>
                      </c:pt>
                      <c:pt idx="172">
                        <c:v>19.520371931111111</c:v>
                      </c:pt>
                      <c:pt idx="173">
                        <c:v>26.518323477777777</c:v>
                      </c:pt>
                      <c:pt idx="174">
                        <c:v>49.122738604444443</c:v>
                      </c:pt>
                      <c:pt idx="175">
                        <c:v>71.408360271111107</c:v>
                      </c:pt>
                      <c:pt idx="176">
                        <c:v>89.254349428888887</c:v>
                      </c:pt>
                      <c:pt idx="177">
                        <c:v>100.42957150666666</c:v>
                      </c:pt>
                      <c:pt idx="178">
                        <c:v>102.57745557333334</c:v>
                      </c:pt>
                      <c:pt idx="179">
                        <c:v>111.52887268000001</c:v>
                      </c:pt>
                      <c:pt idx="180">
                        <c:v>120.24476794888889</c:v>
                      </c:pt>
                      <c:pt idx="181">
                        <c:v>133.87266817333332</c:v>
                      </c:pt>
                      <c:pt idx="182">
                        <c:v>134.63064601777776</c:v>
                      </c:pt>
                      <c:pt idx="183">
                        <c:v>127.04581769111111</c:v>
                      </c:pt>
                      <c:pt idx="184">
                        <c:v>120.61872698666667</c:v>
                      </c:pt>
                      <c:pt idx="185">
                        <c:v>123.63853227111112</c:v>
                      </c:pt>
                      <c:pt idx="186">
                        <c:v>127.04880320888888</c:v>
                      </c:pt>
                      <c:pt idx="187">
                        <c:v>147.47180327555554</c:v>
                      </c:pt>
                      <c:pt idx="188">
                        <c:v>166.64357906000001</c:v>
                      </c:pt>
                      <c:pt idx="189">
                        <c:v>179.75551048444444</c:v>
                      </c:pt>
                      <c:pt idx="190">
                        <c:v>173.47802118444446</c:v>
                      </c:pt>
                      <c:pt idx="191">
                        <c:v>144.14011578888889</c:v>
                      </c:pt>
                      <c:pt idx="192">
                        <c:v>104.91758993555555</c:v>
                      </c:pt>
                      <c:pt idx="193">
                        <c:v>67.691919742222225</c:v>
                      </c:pt>
                      <c:pt idx="194">
                        <c:v>42.112609528888889</c:v>
                      </c:pt>
                      <c:pt idx="195">
                        <c:v>28.936167062222221</c:v>
                      </c:pt>
                      <c:pt idx="196">
                        <c:v>22.796932615555555</c:v>
                      </c:pt>
                      <c:pt idx="197">
                        <c:v>26.146296993333333</c:v>
                      </c:pt>
                      <c:pt idx="198">
                        <c:v>43.002078011111109</c:v>
                      </c:pt>
                      <c:pt idx="199">
                        <c:v>63.967274717777777</c:v>
                      </c:pt>
                      <c:pt idx="200">
                        <c:v>88.110468233333336</c:v>
                      </c:pt>
                      <c:pt idx="201">
                        <c:v>102.60119255555556</c:v>
                      </c:pt>
                      <c:pt idx="202">
                        <c:v>113.72878351111112</c:v>
                      </c:pt>
                      <c:pt idx="203">
                        <c:v>125.27744205777778</c:v>
                      </c:pt>
                      <c:pt idx="204">
                        <c:v>124.87549280666667</c:v>
                      </c:pt>
                      <c:pt idx="205">
                        <c:v>137.56089104</c:v>
                      </c:pt>
                      <c:pt idx="206">
                        <c:v>157.75046840222222</c:v>
                      </c:pt>
                      <c:pt idx="207">
                        <c:v>145.13923532000001</c:v>
                      </c:pt>
                      <c:pt idx="208">
                        <c:v>135.15592953333334</c:v>
                      </c:pt>
                      <c:pt idx="209">
                        <c:v>137.46873922444445</c:v>
                      </c:pt>
                      <c:pt idx="210">
                        <c:v>136.93306011999999</c:v>
                      </c:pt>
                      <c:pt idx="211">
                        <c:v>153.12393551333332</c:v>
                      </c:pt>
                      <c:pt idx="212">
                        <c:v>171.60127847333334</c:v>
                      </c:pt>
                      <c:pt idx="213">
                        <c:v>184.99314343777777</c:v>
                      </c:pt>
                      <c:pt idx="214">
                        <c:v>178.84726807777778</c:v>
                      </c:pt>
                      <c:pt idx="215">
                        <c:v>147.88518503777777</c:v>
                      </c:pt>
                      <c:pt idx="216">
                        <c:v>105.64450301777778</c:v>
                      </c:pt>
                      <c:pt idx="217">
                        <c:v>67.237762135555556</c:v>
                      </c:pt>
                      <c:pt idx="218">
                        <c:v>41.495253266666666</c:v>
                      </c:pt>
                      <c:pt idx="219">
                        <c:v>27.056209933333335</c:v>
                      </c:pt>
                      <c:pt idx="220">
                        <c:v>21.042429439999999</c:v>
                      </c:pt>
                      <c:pt idx="221">
                        <c:v>25.875700442222222</c:v>
                      </c:pt>
                      <c:pt idx="222">
                        <c:v>44.747356915555557</c:v>
                      </c:pt>
                      <c:pt idx="223">
                        <c:v>66.364608937777774</c:v>
                      </c:pt>
                      <c:pt idx="224">
                        <c:v>87.816549339999995</c:v>
                      </c:pt>
                      <c:pt idx="225">
                        <c:v>97.531234511111109</c:v>
                      </c:pt>
                      <c:pt idx="226">
                        <c:v>104.53933649333334</c:v>
                      </c:pt>
                      <c:pt idx="227">
                        <c:v>114.32530351555556</c:v>
                      </c:pt>
                      <c:pt idx="228">
                        <c:v>118.09141190888889</c:v>
                      </c:pt>
                      <c:pt idx="229">
                        <c:v>136.52911761555555</c:v>
                      </c:pt>
                      <c:pt idx="230">
                        <c:v>140.35391494000001</c:v>
                      </c:pt>
                      <c:pt idx="231">
                        <c:v>130.81916851555556</c:v>
                      </c:pt>
                      <c:pt idx="232">
                        <c:v>123.41689066444444</c:v>
                      </c:pt>
                      <c:pt idx="233">
                        <c:v>127.45986734</c:v>
                      </c:pt>
                      <c:pt idx="234">
                        <c:v>129.60154853777777</c:v>
                      </c:pt>
                      <c:pt idx="235">
                        <c:v>146.05492601555557</c:v>
                      </c:pt>
                      <c:pt idx="236">
                        <c:v>168.11901688</c:v>
                      </c:pt>
                      <c:pt idx="237">
                        <c:v>181.18168961555557</c:v>
                      </c:pt>
                      <c:pt idx="238">
                        <c:v>168.70688675777777</c:v>
                      </c:pt>
                      <c:pt idx="239">
                        <c:v>133.55340775333335</c:v>
                      </c:pt>
                      <c:pt idx="240">
                        <c:v>90.963502779999999</c:v>
                      </c:pt>
                      <c:pt idx="241">
                        <c:v>56.569339433333333</c:v>
                      </c:pt>
                      <c:pt idx="242">
                        <c:v>34.65034052</c:v>
                      </c:pt>
                      <c:pt idx="243">
                        <c:v>23.599260175555557</c:v>
                      </c:pt>
                      <c:pt idx="244">
                        <c:v>19.472283040000001</c:v>
                      </c:pt>
                      <c:pt idx="245">
                        <c:v>25.027565246666665</c:v>
                      </c:pt>
                      <c:pt idx="246">
                        <c:v>46.360479980000001</c:v>
                      </c:pt>
                      <c:pt idx="247">
                        <c:v>66.545003551111108</c:v>
                      </c:pt>
                      <c:pt idx="248">
                        <c:v>82.092666302222227</c:v>
                      </c:pt>
                      <c:pt idx="249">
                        <c:v>86.954991264444445</c:v>
                      </c:pt>
                      <c:pt idx="250">
                        <c:v>93.151151284444438</c:v>
                      </c:pt>
                      <c:pt idx="251">
                        <c:v>103.11404299111111</c:v>
                      </c:pt>
                      <c:pt idx="252">
                        <c:v>110.17782797333334</c:v>
                      </c:pt>
                      <c:pt idx="253">
                        <c:v>123.58493656444445</c:v>
                      </c:pt>
                      <c:pt idx="254">
                        <c:v>126.19011353333333</c:v>
                      </c:pt>
                      <c:pt idx="255">
                        <c:v>119.33940224222222</c:v>
                      </c:pt>
                      <c:pt idx="256">
                        <c:v>120.07946046222222</c:v>
                      </c:pt>
                      <c:pt idx="257">
                        <c:v>124.92222578666667</c:v>
                      </c:pt>
                      <c:pt idx="258">
                        <c:v>126.73775701111111</c:v>
                      </c:pt>
                      <c:pt idx="259">
                        <c:v>143.54194647111112</c:v>
                      </c:pt>
                      <c:pt idx="260">
                        <c:v>164.93092773333333</c:v>
                      </c:pt>
                      <c:pt idx="261">
                        <c:v>176.77097389555556</c:v>
                      </c:pt>
                      <c:pt idx="262">
                        <c:v>166.06243013777777</c:v>
                      </c:pt>
                      <c:pt idx="263">
                        <c:v>129.96887660888888</c:v>
                      </c:pt>
                      <c:pt idx="264">
                        <c:v>87.99055250666666</c:v>
                      </c:pt>
                      <c:pt idx="265">
                        <c:v>52.703014306666667</c:v>
                      </c:pt>
                      <c:pt idx="266">
                        <c:v>32.282471106666669</c:v>
                      </c:pt>
                      <c:pt idx="267">
                        <c:v>22.289360608888888</c:v>
                      </c:pt>
                      <c:pt idx="268">
                        <c:v>18.801409593333332</c:v>
                      </c:pt>
                      <c:pt idx="269">
                        <c:v>24.910601177777778</c:v>
                      </c:pt>
                      <c:pt idx="270">
                        <c:v>47.321541591111114</c:v>
                      </c:pt>
                      <c:pt idx="271">
                        <c:v>68.723875102222223</c:v>
                      </c:pt>
                      <c:pt idx="272">
                        <c:v>82.636589262222216</c:v>
                      </c:pt>
                      <c:pt idx="273">
                        <c:v>88.263029873333338</c:v>
                      </c:pt>
                      <c:pt idx="274">
                        <c:v>96.043943388888891</c:v>
                      </c:pt>
                      <c:pt idx="275">
                        <c:v>107.20454776</c:v>
                      </c:pt>
                      <c:pt idx="276">
                        <c:v>113.52533023555556</c:v>
                      </c:pt>
                      <c:pt idx="277">
                        <c:v>126.09891838</c:v>
                      </c:pt>
                      <c:pt idx="278">
                        <c:v>127.86402621555555</c:v>
                      </c:pt>
                      <c:pt idx="279">
                        <c:v>120.52967556</c:v>
                      </c:pt>
                      <c:pt idx="280">
                        <c:v>120.26936714222222</c:v>
                      </c:pt>
                      <c:pt idx="281">
                        <c:v>124.50241994222222</c:v>
                      </c:pt>
                      <c:pt idx="282">
                        <c:v>127.25422284222222</c:v>
                      </c:pt>
                      <c:pt idx="283">
                        <c:v>145.73343857555557</c:v>
                      </c:pt>
                      <c:pt idx="284">
                        <c:v>167.8146306711111</c:v>
                      </c:pt>
                      <c:pt idx="285">
                        <c:v>180.34422368888889</c:v>
                      </c:pt>
                      <c:pt idx="286">
                        <c:v>166.85315637777776</c:v>
                      </c:pt>
                      <c:pt idx="287">
                        <c:v>129.89285414444444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3B6C-47C2-956F-045AF7A440C3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12-10-2026'!$E$1</c15:sqref>
                        </c15:formulaRef>
                      </c:ext>
                    </c:extLst>
                    <c:strCache>
                      <c:ptCount val="1"/>
                      <c:pt idx="0">
                        <c:v>ANB-DGW2 SGI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12-10-2026'!$E$2:$E$289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93.523572846666667</c:v>
                      </c:pt>
                      <c:pt idx="1">
                        <c:v>59.730846873333334</c:v>
                      </c:pt>
                      <c:pt idx="2">
                        <c:v>36.304552891111108</c:v>
                      </c:pt>
                      <c:pt idx="3">
                        <c:v>23.785513053333332</c:v>
                      </c:pt>
                      <c:pt idx="4">
                        <c:v>19.207829695555557</c:v>
                      </c:pt>
                      <c:pt idx="5">
                        <c:v>25.192566791111112</c:v>
                      </c:pt>
                      <c:pt idx="6">
                        <c:v>44.75181189111111</c:v>
                      </c:pt>
                      <c:pt idx="7">
                        <c:v>65.748421122222226</c:v>
                      </c:pt>
                      <c:pt idx="8">
                        <c:v>80.642287664444439</c:v>
                      </c:pt>
                      <c:pt idx="9">
                        <c:v>87.697326540000006</c:v>
                      </c:pt>
                      <c:pt idx="10">
                        <c:v>96.55662219333334</c:v>
                      </c:pt>
                      <c:pt idx="11">
                        <c:v>107.6881846</c:v>
                      </c:pt>
                      <c:pt idx="12">
                        <c:v>114.77985992000001</c:v>
                      </c:pt>
                      <c:pt idx="13">
                        <c:v>129.49754213555556</c:v>
                      </c:pt>
                      <c:pt idx="14">
                        <c:v>131.52794581111112</c:v>
                      </c:pt>
                      <c:pt idx="15">
                        <c:v>125.34797822666667</c:v>
                      </c:pt>
                      <c:pt idx="16">
                        <c:v>116.60405925333333</c:v>
                      </c:pt>
                      <c:pt idx="17">
                        <c:v>121.74456078222222</c:v>
                      </c:pt>
                      <c:pt idx="18">
                        <c:v>122.30282214</c:v>
                      </c:pt>
                      <c:pt idx="19">
                        <c:v>142.5747125488889</c:v>
                      </c:pt>
                      <c:pt idx="20">
                        <c:v>159.98146967111111</c:v>
                      </c:pt>
                      <c:pt idx="21">
                        <c:v>175.06379393555557</c:v>
                      </c:pt>
                      <c:pt idx="22">
                        <c:v>169.45006743777779</c:v>
                      </c:pt>
                      <c:pt idx="23">
                        <c:v>142.73689049999999</c:v>
                      </c:pt>
                      <c:pt idx="24">
                        <c:v>104.66483754444444</c:v>
                      </c:pt>
                      <c:pt idx="25">
                        <c:v>69.461265460000007</c:v>
                      </c:pt>
                      <c:pt idx="26">
                        <c:v>42.600564237777775</c:v>
                      </c:pt>
                      <c:pt idx="27">
                        <c:v>27.337906862222223</c:v>
                      </c:pt>
                      <c:pt idx="28">
                        <c:v>20.453980975555556</c:v>
                      </c:pt>
                      <c:pt idx="29">
                        <c:v>24.749981013333333</c:v>
                      </c:pt>
                      <c:pt idx="30">
                        <c:v>39.330805368888889</c:v>
                      </c:pt>
                      <c:pt idx="31">
                        <c:v>58.360891924444445</c:v>
                      </c:pt>
                      <c:pt idx="32">
                        <c:v>80.241058699999996</c:v>
                      </c:pt>
                      <c:pt idx="33">
                        <c:v>94.956652017777785</c:v>
                      </c:pt>
                      <c:pt idx="34">
                        <c:v>107.03876581111111</c:v>
                      </c:pt>
                      <c:pt idx="35">
                        <c:v>119.46950098444445</c:v>
                      </c:pt>
                      <c:pt idx="36">
                        <c:v>119.1550308088889</c:v>
                      </c:pt>
                      <c:pt idx="37">
                        <c:v>130.5905344911111</c:v>
                      </c:pt>
                      <c:pt idx="38">
                        <c:v>151.31265019333333</c:v>
                      </c:pt>
                      <c:pt idx="39">
                        <c:v>138.12465129333333</c:v>
                      </c:pt>
                      <c:pt idx="40">
                        <c:v>124.28223306444444</c:v>
                      </c:pt>
                      <c:pt idx="41">
                        <c:v>126.84795715333334</c:v>
                      </c:pt>
                      <c:pt idx="42">
                        <c:v>124.4536868911111</c:v>
                      </c:pt>
                      <c:pt idx="43">
                        <c:v>144.11922992000001</c:v>
                      </c:pt>
                      <c:pt idx="44">
                        <c:v>163.71578690222222</c:v>
                      </c:pt>
                      <c:pt idx="45">
                        <c:v>181.2996697088889</c:v>
                      </c:pt>
                      <c:pt idx="46">
                        <c:v>174.65221457333334</c:v>
                      </c:pt>
                      <c:pt idx="47">
                        <c:v>147.22627848888888</c:v>
                      </c:pt>
                      <c:pt idx="48">
                        <c:v>108.42979871333333</c:v>
                      </c:pt>
                      <c:pt idx="49">
                        <c:v>71.171855446666669</c:v>
                      </c:pt>
                      <c:pt idx="50">
                        <c:v>42.639567131111114</c:v>
                      </c:pt>
                      <c:pt idx="51">
                        <c:v>27.10300746888889</c:v>
                      </c:pt>
                      <c:pt idx="52">
                        <c:v>20.29949388</c:v>
                      </c:pt>
                      <c:pt idx="53">
                        <c:v>24.650970962222221</c:v>
                      </c:pt>
                      <c:pt idx="54">
                        <c:v>40.871267924444446</c:v>
                      </c:pt>
                      <c:pt idx="55">
                        <c:v>61.333933537777774</c:v>
                      </c:pt>
                      <c:pt idx="56">
                        <c:v>81.219530791111112</c:v>
                      </c:pt>
                      <c:pt idx="57">
                        <c:v>93.408679524444437</c:v>
                      </c:pt>
                      <c:pt idx="58">
                        <c:v>102.03601768666667</c:v>
                      </c:pt>
                      <c:pt idx="59">
                        <c:v>113.37966147333333</c:v>
                      </c:pt>
                      <c:pt idx="60">
                        <c:v>117.37701018</c:v>
                      </c:pt>
                      <c:pt idx="61">
                        <c:v>136.3129424911111</c:v>
                      </c:pt>
                      <c:pt idx="62">
                        <c:v>139.6931457511111</c:v>
                      </c:pt>
                      <c:pt idx="63">
                        <c:v>130.25284400666666</c:v>
                      </c:pt>
                      <c:pt idx="64">
                        <c:v>120.21588135333333</c:v>
                      </c:pt>
                      <c:pt idx="65">
                        <c:v>125.06219255777778</c:v>
                      </c:pt>
                      <c:pt idx="66">
                        <c:v>123.06121406888889</c:v>
                      </c:pt>
                      <c:pt idx="67">
                        <c:v>140.8135676888889</c:v>
                      </c:pt>
                      <c:pt idx="68">
                        <c:v>159.85086854888888</c:v>
                      </c:pt>
                      <c:pt idx="69">
                        <c:v>175.06447938666668</c:v>
                      </c:pt>
                      <c:pt idx="70">
                        <c:v>165.63978908222222</c:v>
                      </c:pt>
                      <c:pt idx="71">
                        <c:v>133.56937528888889</c:v>
                      </c:pt>
                      <c:pt idx="72">
                        <c:v>92.524205053333333</c:v>
                      </c:pt>
                      <c:pt idx="73">
                        <c:v>57.339997531111109</c:v>
                      </c:pt>
                      <c:pt idx="74">
                        <c:v>34.694462362222225</c:v>
                      </c:pt>
                      <c:pt idx="75">
                        <c:v>23.007489337777777</c:v>
                      </c:pt>
                      <c:pt idx="76">
                        <c:v>18.543706028888888</c:v>
                      </c:pt>
                      <c:pt idx="77">
                        <c:v>24.089251395555557</c:v>
                      </c:pt>
                      <c:pt idx="78">
                        <c:v>43.103558791111112</c:v>
                      </c:pt>
                      <c:pt idx="79">
                        <c:v>62.170906893333331</c:v>
                      </c:pt>
                      <c:pt idx="80">
                        <c:v>77.509827906666672</c:v>
                      </c:pt>
                      <c:pt idx="81">
                        <c:v>85.057368044444445</c:v>
                      </c:pt>
                      <c:pt idx="82">
                        <c:v>93.249489193333332</c:v>
                      </c:pt>
                      <c:pt idx="83">
                        <c:v>104.35094814444444</c:v>
                      </c:pt>
                      <c:pt idx="84">
                        <c:v>109.46570082</c:v>
                      </c:pt>
                      <c:pt idx="85">
                        <c:v>123.23699967333333</c:v>
                      </c:pt>
                      <c:pt idx="86">
                        <c:v>126.00570484888888</c:v>
                      </c:pt>
                      <c:pt idx="87">
                        <c:v>118.28292677555555</c:v>
                      </c:pt>
                      <c:pt idx="88">
                        <c:v>115.67348646666666</c:v>
                      </c:pt>
                      <c:pt idx="89">
                        <c:v>122.52317693555555</c:v>
                      </c:pt>
                      <c:pt idx="90">
                        <c:v>121.49687586888889</c:v>
                      </c:pt>
                      <c:pt idx="91">
                        <c:v>139.78349407333334</c:v>
                      </c:pt>
                      <c:pt idx="92">
                        <c:v>160.89236549777777</c:v>
                      </c:pt>
                      <c:pt idx="93">
                        <c:v>174.6960447688889</c:v>
                      </c:pt>
                      <c:pt idx="94">
                        <c:v>162.75695599555556</c:v>
                      </c:pt>
                      <c:pt idx="95">
                        <c:v>128.85426278444444</c:v>
                      </c:pt>
                      <c:pt idx="96">
                        <c:v>87.32353008222222</c:v>
                      </c:pt>
                      <c:pt idx="97">
                        <c:v>53.67830981777778</c:v>
                      </c:pt>
                      <c:pt idx="98">
                        <c:v>32.573583988888892</c:v>
                      </c:pt>
                      <c:pt idx="99">
                        <c:v>21.953638382222223</c:v>
                      </c:pt>
                      <c:pt idx="100">
                        <c:v>18.083746433333335</c:v>
                      </c:pt>
                      <c:pt idx="101">
                        <c:v>24.074345211111112</c:v>
                      </c:pt>
                      <c:pt idx="102">
                        <c:v>43.847733702222222</c:v>
                      </c:pt>
                      <c:pt idx="103">
                        <c:v>63.800553373333337</c:v>
                      </c:pt>
                      <c:pt idx="104">
                        <c:v>78.313428999999999</c:v>
                      </c:pt>
                      <c:pt idx="105">
                        <c:v>85.407292328888886</c:v>
                      </c:pt>
                      <c:pt idx="106">
                        <c:v>93.419044411111116</c:v>
                      </c:pt>
                      <c:pt idx="107">
                        <c:v>105.21564276444444</c:v>
                      </c:pt>
                      <c:pt idx="108">
                        <c:v>110.54852515555555</c:v>
                      </c:pt>
                      <c:pt idx="109">
                        <c:v>124.24030134</c:v>
                      </c:pt>
                      <c:pt idx="110">
                        <c:v>124.72657924444445</c:v>
                      </c:pt>
                      <c:pt idx="111">
                        <c:v>117.79966574222222</c:v>
                      </c:pt>
                      <c:pt idx="112">
                        <c:v>115.40220976888889</c:v>
                      </c:pt>
                      <c:pt idx="113">
                        <c:v>119.76038623777778</c:v>
                      </c:pt>
                      <c:pt idx="114">
                        <c:v>119.34736172444444</c:v>
                      </c:pt>
                      <c:pt idx="115">
                        <c:v>138.6029742888889</c:v>
                      </c:pt>
                      <c:pt idx="116">
                        <c:v>160.58778406444443</c:v>
                      </c:pt>
                      <c:pt idx="117">
                        <c:v>176.30174772222222</c:v>
                      </c:pt>
                      <c:pt idx="118">
                        <c:v>164.27372642666666</c:v>
                      </c:pt>
                      <c:pt idx="119">
                        <c:v>130.50561805999999</c:v>
                      </c:pt>
                      <c:pt idx="120">
                        <c:v>88.522657688888884</c:v>
                      </c:pt>
                      <c:pt idx="121">
                        <c:v>54.320188191111114</c:v>
                      </c:pt>
                      <c:pt idx="122">
                        <c:v>32.543534477777776</c:v>
                      </c:pt>
                      <c:pt idx="123">
                        <c:v>21.990516402222223</c:v>
                      </c:pt>
                      <c:pt idx="124">
                        <c:v>17.956247044444446</c:v>
                      </c:pt>
                      <c:pt idx="125">
                        <c:v>24.042236146666667</c:v>
                      </c:pt>
                      <c:pt idx="126">
                        <c:v>44.272980033333333</c:v>
                      </c:pt>
                      <c:pt idx="127">
                        <c:v>64.812833402222225</c:v>
                      </c:pt>
                      <c:pt idx="128">
                        <c:v>79.567330644444439</c:v>
                      </c:pt>
                      <c:pt idx="129">
                        <c:v>86.806085951111115</c:v>
                      </c:pt>
                      <c:pt idx="130">
                        <c:v>95.564463391111104</c:v>
                      </c:pt>
                      <c:pt idx="131">
                        <c:v>105.81705143777778</c:v>
                      </c:pt>
                      <c:pt idx="132">
                        <c:v>113.98782225777778</c:v>
                      </c:pt>
                      <c:pt idx="133">
                        <c:v>134.2500349511111</c:v>
                      </c:pt>
                      <c:pt idx="134">
                        <c:v>135.08515505777777</c:v>
                      </c:pt>
                      <c:pt idx="135">
                        <c:v>125.03995372</c:v>
                      </c:pt>
                      <c:pt idx="136">
                        <c:v>117.81598852444445</c:v>
                      </c:pt>
                      <c:pt idx="137">
                        <c:v>122.09924265333333</c:v>
                      </c:pt>
                      <c:pt idx="138">
                        <c:v>129.88935386</c:v>
                      </c:pt>
                      <c:pt idx="139">
                        <c:v>148.0320798311111</c:v>
                      </c:pt>
                      <c:pt idx="140">
                        <c:v>163.04232573333334</c:v>
                      </c:pt>
                      <c:pt idx="141">
                        <c:v>177.08766631111112</c:v>
                      </c:pt>
                      <c:pt idx="142">
                        <c:v>164.58861837111112</c:v>
                      </c:pt>
                      <c:pt idx="143">
                        <c:v>129.97909910222222</c:v>
                      </c:pt>
                      <c:pt idx="144">
                        <c:v>90.896764051111106</c:v>
                      </c:pt>
                      <c:pt idx="145">
                        <c:v>56.644825488888891</c:v>
                      </c:pt>
                      <c:pt idx="146">
                        <c:v>35.088924542222223</c:v>
                      </c:pt>
                      <c:pt idx="147">
                        <c:v>22.802536802222221</c:v>
                      </c:pt>
                      <c:pt idx="148">
                        <c:v>18.238340777777779</c:v>
                      </c:pt>
                      <c:pt idx="149">
                        <c:v>24.690408382222223</c:v>
                      </c:pt>
                      <c:pt idx="150">
                        <c:v>45.788475982222224</c:v>
                      </c:pt>
                      <c:pt idx="151">
                        <c:v>65.972952191111105</c:v>
                      </c:pt>
                      <c:pt idx="152">
                        <c:v>81.048119360000001</c:v>
                      </c:pt>
                      <c:pt idx="153">
                        <c:v>88.120744855555557</c:v>
                      </c:pt>
                      <c:pt idx="154">
                        <c:v>95.539197382222227</c:v>
                      </c:pt>
                      <c:pt idx="155">
                        <c:v>106.00075612444445</c:v>
                      </c:pt>
                      <c:pt idx="156">
                        <c:v>111.10686988222223</c:v>
                      </c:pt>
                      <c:pt idx="157">
                        <c:v>124.21469594222222</c:v>
                      </c:pt>
                      <c:pt idx="158">
                        <c:v>126.73373200222223</c:v>
                      </c:pt>
                      <c:pt idx="159">
                        <c:v>118.44738622444444</c:v>
                      </c:pt>
                      <c:pt idx="160">
                        <c:v>117.59753689555555</c:v>
                      </c:pt>
                      <c:pt idx="161">
                        <c:v>122.4522063911111</c:v>
                      </c:pt>
                      <c:pt idx="162">
                        <c:v>121.88566231999999</c:v>
                      </c:pt>
                      <c:pt idx="163">
                        <c:v>140.31034933777778</c:v>
                      </c:pt>
                      <c:pt idx="164">
                        <c:v>160.62878905111111</c:v>
                      </c:pt>
                      <c:pt idx="165">
                        <c:v>173.84180270444443</c:v>
                      </c:pt>
                      <c:pt idx="166">
                        <c:v>164.02366444888889</c:v>
                      </c:pt>
                      <c:pt idx="167">
                        <c:v>130.01509205555556</c:v>
                      </c:pt>
                      <c:pt idx="168">
                        <c:v>89.348211160000005</c:v>
                      </c:pt>
                      <c:pt idx="169">
                        <c:v>54.815214508888886</c:v>
                      </c:pt>
                      <c:pt idx="170">
                        <c:v>33.246406908888886</c:v>
                      </c:pt>
                      <c:pt idx="171">
                        <c:v>22.460842553333332</c:v>
                      </c:pt>
                      <c:pt idx="172">
                        <c:v>18.404767204444443</c:v>
                      </c:pt>
                      <c:pt idx="173">
                        <c:v>24.761680153333334</c:v>
                      </c:pt>
                      <c:pt idx="174">
                        <c:v>46.397106735555553</c:v>
                      </c:pt>
                      <c:pt idx="175">
                        <c:v>68.38517080222222</c:v>
                      </c:pt>
                      <c:pt idx="176">
                        <c:v>86.71036410666666</c:v>
                      </c:pt>
                      <c:pt idx="177">
                        <c:v>99.715976126666661</c:v>
                      </c:pt>
                      <c:pt idx="178">
                        <c:v>101.67534278444444</c:v>
                      </c:pt>
                      <c:pt idx="179">
                        <c:v>108.93602290888889</c:v>
                      </c:pt>
                      <c:pt idx="180">
                        <c:v>115.63261157333334</c:v>
                      </c:pt>
                      <c:pt idx="181">
                        <c:v>129.03375106666667</c:v>
                      </c:pt>
                      <c:pt idx="182">
                        <c:v>129.66837450888889</c:v>
                      </c:pt>
                      <c:pt idx="183">
                        <c:v>121.91232623777778</c:v>
                      </c:pt>
                      <c:pt idx="184">
                        <c:v>115.90192706666667</c:v>
                      </c:pt>
                      <c:pt idx="185">
                        <c:v>119.90270440444445</c:v>
                      </c:pt>
                      <c:pt idx="186">
                        <c:v>122.40281499777778</c:v>
                      </c:pt>
                      <c:pt idx="187">
                        <c:v>142.07774133333334</c:v>
                      </c:pt>
                      <c:pt idx="188">
                        <c:v>161.15466595555554</c:v>
                      </c:pt>
                      <c:pt idx="189">
                        <c:v>173.77015887333334</c:v>
                      </c:pt>
                      <c:pt idx="190">
                        <c:v>166.39481735777778</c:v>
                      </c:pt>
                      <c:pt idx="191">
                        <c:v>137.23631097333333</c:v>
                      </c:pt>
                      <c:pt idx="192">
                        <c:v>99.603820928888894</c:v>
                      </c:pt>
                      <c:pt idx="193">
                        <c:v>64.09503679777778</c:v>
                      </c:pt>
                      <c:pt idx="194">
                        <c:v>39.841936564444445</c:v>
                      </c:pt>
                      <c:pt idx="195">
                        <c:v>27.036615722222223</c:v>
                      </c:pt>
                      <c:pt idx="196">
                        <c:v>20.676478835555557</c:v>
                      </c:pt>
                      <c:pt idx="197">
                        <c:v>23.629705971111111</c:v>
                      </c:pt>
                      <c:pt idx="198">
                        <c:v>39.546856579999996</c:v>
                      </c:pt>
                      <c:pt idx="199">
                        <c:v>58.866991679999998</c:v>
                      </c:pt>
                      <c:pt idx="200">
                        <c:v>81.469715997777783</c:v>
                      </c:pt>
                      <c:pt idx="201">
                        <c:v>95.584240117777782</c:v>
                      </c:pt>
                      <c:pt idx="202">
                        <c:v>106.87495792444444</c:v>
                      </c:pt>
                      <c:pt idx="203">
                        <c:v>118.27287091111111</c:v>
                      </c:pt>
                      <c:pt idx="204">
                        <c:v>116.25890292444444</c:v>
                      </c:pt>
                      <c:pt idx="205">
                        <c:v>128.47640140444443</c:v>
                      </c:pt>
                      <c:pt idx="206">
                        <c:v>148.64961403333334</c:v>
                      </c:pt>
                      <c:pt idx="207">
                        <c:v>136.67794086666666</c:v>
                      </c:pt>
                      <c:pt idx="208">
                        <c:v>128.76260921333332</c:v>
                      </c:pt>
                      <c:pt idx="209">
                        <c:v>131.65743162666666</c:v>
                      </c:pt>
                      <c:pt idx="210">
                        <c:v>129.82087868444444</c:v>
                      </c:pt>
                      <c:pt idx="211">
                        <c:v>145.95557926444445</c:v>
                      </c:pt>
                      <c:pt idx="212">
                        <c:v>164.90177012222222</c:v>
                      </c:pt>
                      <c:pt idx="213">
                        <c:v>176.41718506666666</c:v>
                      </c:pt>
                      <c:pt idx="214">
                        <c:v>169.19738826666668</c:v>
                      </c:pt>
                      <c:pt idx="215">
                        <c:v>138.65793893333333</c:v>
                      </c:pt>
                      <c:pt idx="216">
                        <c:v>98.583212313333334</c:v>
                      </c:pt>
                      <c:pt idx="217">
                        <c:v>62.651414279999997</c:v>
                      </c:pt>
                      <c:pt idx="218">
                        <c:v>38.590421655555552</c:v>
                      </c:pt>
                      <c:pt idx="219">
                        <c:v>24.866635613333333</c:v>
                      </c:pt>
                      <c:pt idx="220">
                        <c:v>19.138619026666667</c:v>
                      </c:pt>
                      <c:pt idx="221">
                        <c:v>23.378046188888888</c:v>
                      </c:pt>
                      <c:pt idx="222">
                        <c:v>40.704118862222224</c:v>
                      </c:pt>
                      <c:pt idx="223">
                        <c:v>60.608134808888892</c:v>
                      </c:pt>
                      <c:pt idx="224">
                        <c:v>80.382485088888885</c:v>
                      </c:pt>
                      <c:pt idx="225">
                        <c:v>90.571377095555562</c:v>
                      </c:pt>
                      <c:pt idx="226">
                        <c:v>97.900320280000003</c:v>
                      </c:pt>
                      <c:pt idx="227">
                        <c:v>107.91515910888889</c:v>
                      </c:pt>
                      <c:pt idx="228">
                        <c:v>110.95134513111111</c:v>
                      </c:pt>
                      <c:pt idx="229">
                        <c:v>129.14043417555555</c:v>
                      </c:pt>
                      <c:pt idx="230">
                        <c:v>133.01618256</c:v>
                      </c:pt>
                      <c:pt idx="231">
                        <c:v>123.60391645555555</c:v>
                      </c:pt>
                      <c:pt idx="232">
                        <c:v>118.05608940888889</c:v>
                      </c:pt>
                      <c:pt idx="233">
                        <c:v>122.31698297333334</c:v>
                      </c:pt>
                      <c:pt idx="234">
                        <c:v>124.00169392666666</c:v>
                      </c:pt>
                      <c:pt idx="235">
                        <c:v>139.94843508444444</c:v>
                      </c:pt>
                      <c:pt idx="236">
                        <c:v>161.45864718444443</c:v>
                      </c:pt>
                      <c:pt idx="237">
                        <c:v>173.83304537777778</c:v>
                      </c:pt>
                      <c:pt idx="238">
                        <c:v>159.86987578888889</c:v>
                      </c:pt>
                      <c:pt idx="239">
                        <c:v>125.13821310666667</c:v>
                      </c:pt>
                      <c:pt idx="240">
                        <c:v>85.023051651111118</c:v>
                      </c:pt>
                      <c:pt idx="241">
                        <c:v>52.066744728888892</c:v>
                      </c:pt>
                      <c:pt idx="242">
                        <c:v>31.826772219999999</c:v>
                      </c:pt>
                      <c:pt idx="243">
                        <c:v>21.755798948888888</c:v>
                      </c:pt>
                      <c:pt idx="244">
                        <c:v>17.82064745111111</c:v>
                      </c:pt>
                      <c:pt idx="245">
                        <c:v>22.881037671111113</c:v>
                      </c:pt>
                      <c:pt idx="246">
                        <c:v>42.475302820000003</c:v>
                      </c:pt>
                      <c:pt idx="247">
                        <c:v>61.402703435555559</c:v>
                      </c:pt>
                      <c:pt idx="248">
                        <c:v>76.637194071111111</c:v>
                      </c:pt>
                      <c:pt idx="249">
                        <c:v>82.45208834666667</c:v>
                      </c:pt>
                      <c:pt idx="250">
                        <c:v>88.648164777777779</c:v>
                      </c:pt>
                      <c:pt idx="251">
                        <c:v>98.394716520000003</c:v>
                      </c:pt>
                      <c:pt idx="252">
                        <c:v>104.54073410666666</c:v>
                      </c:pt>
                      <c:pt idx="253">
                        <c:v>117.87808518</c:v>
                      </c:pt>
                      <c:pt idx="254">
                        <c:v>120.29599353333333</c:v>
                      </c:pt>
                      <c:pt idx="255">
                        <c:v>113.39105134444445</c:v>
                      </c:pt>
                      <c:pt idx="256">
                        <c:v>114.40545517111111</c:v>
                      </c:pt>
                      <c:pt idx="257">
                        <c:v>119.82310643555556</c:v>
                      </c:pt>
                      <c:pt idx="258">
                        <c:v>120.394392</c:v>
                      </c:pt>
                      <c:pt idx="259">
                        <c:v>137.19779273555557</c:v>
                      </c:pt>
                      <c:pt idx="260">
                        <c:v>158.61487959555555</c:v>
                      </c:pt>
                      <c:pt idx="261">
                        <c:v>168.98421038666666</c:v>
                      </c:pt>
                      <c:pt idx="262">
                        <c:v>157.40820804888889</c:v>
                      </c:pt>
                      <c:pt idx="263">
                        <c:v>122.20619232222222</c:v>
                      </c:pt>
                      <c:pt idx="264">
                        <c:v>82.429908940000004</c:v>
                      </c:pt>
                      <c:pt idx="265">
                        <c:v>49.202732640000001</c:v>
                      </c:pt>
                      <c:pt idx="266">
                        <c:v>30.209903862222223</c:v>
                      </c:pt>
                      <c:pt idx="267">
                        <c:v>20.773510148888889</c:v>
                      </c:pt>
                      <c:pt idx="268">
                        <c:v>17.265513195555556</c:v>
                      </c:pt>
                      <c:pt idx="269">
                        <c:v>22.680477773333333</c:v>
                      </c:pt>
                      <c:pt idx="270">
                        <c:v>43.256309786666669</c:v>
                      </c:pt>
                      <c:pt idx="271">
                        <c:v>62.960036431111114</c:v>
                      </c:pt>
                      <c:pt idx="272">
                        <c:v>77.000562528888892</c:v>
                      </c:pt>
                      <c:pt idx="273">
                        <c:v>83.625285860000005</c:v>
                      </c:pt>
                      <c:pt idx="274">
                        <c:v>90.515287166666667</c:v>
                      </c:pt>
                      <c:pt idx="275">
                        <c:v>101.94207019111111</c:v>
                      </c:pt>
                      <c:pt idx="276">
                        <c:v>106.38206359555555</c:v>
                      </c:pt>
                      <c:pt idx="277">
                        <c:v>119.88947181111111</c:v>
                      </c:pt>
                      <c:pt idx="278">
                        <c:v>120.50533369333333</c:v>
                      </c:pt>
                      <c:pt idx="279">
                        <c:v>114.0890965</c:v>
                      </c:pt>
                      <c:pt idx="280">
                        <c:v>114.28067939555555</c:v>
                      </c:pt>
                      <c:pt idx="281">
                        <c:v>118.89683473111111</c:v>
                      </c:pt>
                      <c:pt idx="282">
                        <c:v>120.79499957777777</c:v>
                      </c:pt>
                      <c:pt idx="283">
                        <c:v>138.91767495555555</c:v>
                      </c:pt>
                      <c:pt idx="284">
                        <c:v>160.26984097555555</c:v>
                      </c:pt>
                      <c:pt idx="285">
                        <c:v>171.33310534222221</c:v>
                      </c:pt>
                      <c:pt idx="286">
                        <c:v>158.04176855777777</c:v>
                      </c:pt>
                      <c:pt idx="287">
                        <c:v>121.72040203555555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3B6C-47C2-956F-045AF7A440C3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12-10-2026'!$F$1</c15:sqref>
                        </c15:formulaRef>
                      </c:ext>
                    </c:extLst>
                    <c:strCache>
                      <c:ptCount val="1"/>
                      <c:pt idx="0">
                        <c:v>ANB-DGW2 GI Throughput 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12-10-2026'!$F$2:$F$289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12.057336591111111</c:v>
                      </c:pt>
                      <c:pt idx="1">
                        <c:v>7.5173506755555559</c:v>
                      </c:pt>
                      <c:pt idx="2">
                        <c:v>4.6762262466666664</c:v>
                      </c:pt>
                      <c:pt idx="3">
                        <c:v>3.2946010733333333</c:v>
                      </c:pt>
                      <c:pt idx="4">
                        <c:v>2.9766111044444443</c:v>
                      </c:pt>
                      <c:pt idx="5">
                        <c:v>4.5943309133333337</c:v>
                      </c:pt>
                      <c:pt idx="6">
                        <c:v>8.1675354133333329</c:v>
                      </c:pt>
                      <c:pt idx="7">
                        <c:v>11.34750412888889</c:v>
                      </c:pt>
                      <c:pt idx="8">
                        <c:v>12.51958784</c:v>
                      </c:pt>
                      <c:pt idx="9">
                        <c:v>12.295891415555555</c:v>
                      </c:pt>
                      <c:pt idx="10">
                        <c:v>12.532172015555556</c:v>
                      </c:pt>
                      <c:pt idx="11">
                        <c:v>13.683748593333334</c:v>
                      </c:pt>
                      <c:pt idx="12">
                        <c:v>15.298563802222223</c:v>
                      </c:pt>
                      <c:pt idx="13">
                        <c:v>16.973005279999999</c:v>
                      </c:pt>
                      <c:pt idx="14">
                        <c:v>17.245934946666665</c:v>
                      </c:pt>
                      <c:pt idx="15">
                        <c:v>16.508932962222222</c:v>
                      </c:pt>
                      <c:pt idx="16">
                        <c:v>14.592305311111112</c:v>
                      </c:pt>
                      <c:pt idx="17">
                        <c:v>14.353560426666666</c:v>
                      </c:pt>
                      <c:pt idx="18">
                        <c:v>14.931257624444445</c:v>
                      </c:pt>
                      <c:pt idx="19">
                        <c:v>17.17910331111111</c:v>
                      </c:pt>
                      <c:pt idx="20">
                        <c:v>18.679243724444444</c:v>
                      </c:pt>
                      <c:pt idx="21">
                        <c:v>20.567184055555554</c:v>
                      </c:pt>
                      <c:pt idx="22">
                        <c:v>20.827893128888888</c:v>
                      </c:pt>
                      <c:pt idx="23">
                        <c:v>17.986812095555557</c:v>
                      </c:pt>
                      <c:pt idx="24">
                        <c:v>13.344954537777777</c:v>
                      </c:pt>
                      <c:pt idx="25">
                        <c:v>8.6266715577777777</c:v>
                      </c:pt>
                      <c:pt idx="26">
                        <c:v>5.2391419466666669</c:v>
                      </c:pt>
                      <c:pt idx="27">
                        <c:v>3.5688098311111109</c:v>
                      </c:pt>
                      <c:pt idx="28">
                        <c:v>2.8987835866666667</c:v>
                      </c:pt>
                      <c:pt idx="29">
                        <c:v>4.1595728266666665</c:v>
                      </c:pt>
                      <c:pt idx="30">
                        <c:v>7.0746389177777775</c:v>
                      </c:pt>
                      <c:pt idx="31">
                        <c:v>10.480792577777779</c:v>
                      </c:pt>
                      <c:pt idx="32">
                        <c:v>13.291584011111111</c:v>
                      </c:pt>
                      <c:pt idx="33">
                        <c:v>14.140552651111111</c:v>
                      </c:pt>
                      <c:pt idx="34">
                        <c:v>14.561065791111112</c:v>
                      </c:pt>
                      <c:pt idx="35">
                        <c:v>15.793979084444445</c:v>
                      </c:pt>
                      <c:pt idx="36">
                        <c:v>16.274708028888888</c:v>
                      </c:pt>
                      <c:pt idx="37">
                        <c:v>17.705389537777776</c:v>
                      </c:pt>
                      <c:pt idx="38">
                        <c:v>19.593904926666667</c:v>
                      </c:pt>
                      <c:pt idx="39">
                        <c:v>18.032499146666666</c:v>
                      </c:pt>
                      <c:pt idx="40">
                        <c:v>15.762734602222222</c:v>
                      </c:pt>
                      <c:pt idx="41">
                        <c:v>15.22323189111111</c:v>
                      </c:pt>
                      <c:pt idx="42">
                        <c:v>15.406368935555555</c:v>
                      </c:pt>
                      <c:pt idx="43">
                        <c:v>17.469160173333332</c:v>
                      </c:pt>
                      <c:pt idx="44">
                        <c:v>19.092332111111112</c:v>
                      </c:pt>
                      <c:pt idx="45">
                        <c:v>21.089859906666668</c:v>
                      </c:pt>
                      <c:pt idx="46">
                        <c:v>21.266322502222224</c:v>
                      </c:pt>
                      <c:pt idx="47">
                        <c:v>18.561553328888888</c:v>
                      </c:pt>
                      <c:pt idx="48">
                        <c:v>13.72614602</c:v>
                      </c:pt>
                      <c:pt idx="49">
                        <c:v>9.0003223288888883</c:v>
                      </c:pt>
                      <c:pt idx="50">
                        <c:v>5.4316892088888888</c:v>
                      </c:pt>
                      <c:pt idx="51">
                        <c:v>3.6215406266666665</c:v>
                      </c:pt>
                      <c:pt idx="52">
                        <c:v>3.0883639999999999</c:v>
                      </c:pt>
                      <c:pt idx="53">
                        <c:v>4.4585457355555551</c:v>
                      </c:pt>
                      <c:pt idx="54">
                        <c:v>7.5659604844444441</c:v>
                      </c:pt>
                      <c:pt idx="55">
                        <c:v>10.905415928888889</c:v>
                      </c:pt>
                      <c:pt idx="56">
                        <c:v>13.180986497777777</c:v>
                      </c:pt>
                      <c:pt idx="57">
                        <c:v>13.605266822222223</c:v>
                      </c:pt>
                      <c:pt idx="58">
                        <c:v>13.583044848888889</c:v>
                      </c:pt>
                      <c:pt idx="59">
                        <c:v>14.550888664444445</c:v>
                      </c:pt>
                      <c:pt idx="60">
                        <c:v>15.743724915555555</c:v>
                      </c:pt>
                      <c:pt idx="61">
                        <c:v>17.712021266666667</c:v>
                      </c:pt>
                      <c:pt idx="62">
                        <c:v>18.20640452</c:v>
                      </c:pt>
                      <c:pt idx="63">
                        <c:v>17.0759258</c:v>
                      </c:pt>
                      <c:pt idx="64">
                        <c:v>15.055799371111112</c:v>
                      </c:pt>
                      <c:pt idx="65">
                        <c:v>14.715611579999999</c:v>
                      </c:pt>
                      <c:pt idx="66">
                        <c:v>15.166307440000001</c:v>
                      </c:pt>
                      <c:pt idx="67">
                        <c:v>17.024218902222223</c:v>
                      </c:pt>
                      <c:pt idx="68">
                        <c:v>18.711277848888887</c:v>
                      </c:pt>
                      <c:pt idx="69">
                        <c:v>20.673024026666667</c:v>
                      </c:pt>
                      <c:pt idx="70">
                        <c:v>20.44220582222222</c:v>
                      </c:pt>
                      <c:pt idx="71">
                        <c:v>16.861125179999998</c:v>
                      </c:pt>
                      <c:pt idx="72">
                        <c:v>11.902689093333333</c:v>
                      </c:pt>
                      <c:pt idx="73">
                        <c:v>7.2973622466666663</c:v>
                      </c:pt>
                      <c:pt idx="74">
                        <c:v>4.5661585422222224</c:v>
                      </c:pt>
                      <c:pt idx="75">
                        <c:v>3.2010681600000002</c:v>
                      </c:pt>
                      <c:pt idx="76">
                        <c:v>2.9030084933333336</c:v>
                      </c:pt>
                      <c:pt idx="77">
                        <c:v>4.502488048888889</c:v>
                      </c:pt>
                      <c:pt idx="78">
                        <c:v>8.0422684400000009</c:v>
                      </c:pt>
                      <c:pt idx="79">
                        <c:v>10.726456673333333</c:v>
                      </c:pt>
                      <c:pt idx="80">
                        <c:v>12.105022262222223</c:v>
                      </c:pt>
                      <c:pt idx="81">
                        <c:v>11.906200724444444</c:v>
                      </c:pt>
                      <c:pt idx="82">
                        <c:v>11.924934231111111</c:v>
                      </c:pt>
                      <c:pt idx="83">
                        <c:v>13.042365124444444</c:v>
                      </c:pt>
                      <c:pt idx="84">
                        <c:v>14.303269982222222</c:v>
                      </c:pt>
                      <c:pt idx="85">
                        <c:v>15.753335735555556</c:v>
                      </c:pt>
                      <c:pt idx="86">
                        <c:v>16.313231453333334</c:v>
                      </c:pt>
                      <c:pt idx="87">
                        <c:v>15.420006893333333</c:v>
                      </c:pt>
                      <c:pt idx="88">
                        <c:v>14.198765151111111</c:v>
                      </c:pt>
                      <c:pt idx="89">
                        <c:v>14.073650717777777</c:v>
                      </c:pt>
                      <c:pt idx="90">
                        <c:v>14.528042328888889</c:v>
                      </c:pt>
                      <c:pt idx="91">
                        <c:v>16.691517855555556</c:v>
                      </c:pt>
                      <c:pt idx="92">
                        <c:v>18.493332813333332</c:v>
                      </c:pt>
                      <c:pt idx="93">
                        <c:v>20.489935991111111</c:v>
                      </c:pt>
                      <c:pt idx="94">
                        <c:v>19.98290285111111</c:v>
                      </c:pt>
                      <c:pt idx="95">
                        <c:v>16.197178853333334</c:v>
                      </c:pt>
                      <c:pt idx="96">
                        <c:v>10.915546033333333</c:v>
                      </c:pt>
                      <c:pt idx="97">
                        <c:v>6.7446607244444445</c:v>
                      </c:pt>
                      <c:pt idx="98">
                        <c:v>4.2541416222222219</c:v>
                      </c:pt>
                      <c:pt idx="99">
                        <c:v>3.0287317933333333</c:v>
                      </c:pt>
                      <c:pt idx="100">
                        <c:v>2.8307529044444446</c:v>
                      </c:pt>
                      <c:pt idx="101">
                        <c:v>4.4176671933333331</c:v>
                      </c:pt>
                      <c:pt idx="102">
                        <c:v>8.0886020577777771</c:v>
                      </c:pt>
                      <c:pt idx="103">
                        <c:v>10.957256675555556</c:v>
                      </c:pt>
                      <c:pt idx="104">
                        <c:v>12.118209791111111</c:v>
                      </c:pt>
                      <c:pt idx="105">
                        <c:v>11.734505520000001</c:v>
                      </c:pt>
                      <c:pt idx="106">
                        <c:v>11.986069822222222</c:v>
                      </c:pt>
                      <c:pt idx="107">
                        <c:v>13.205936113333333</c:v>
                      </c:pt>
                      <c:pt idx="108">
                        <c:v>14.607948397777777</c:v>
                      </c:pt>
                      <c:pt idx="109">
                        <c:v>16.1585657</c:v>
                      </c:pt>
                      <c:pt idx="110">
                        <c:v>16.358362102222223</c:v>
                      </c:pt>
                      <c:pt idx="111">
                        <c:v>15.458483131111111</c:v>
                      </c:pt>
                      <c:pt idx="112">
                        <c:v>14.25745152888889</c:v>
                      </c:pt>
                      <c:pt idx="113">
                        <c:v>13.983295206666666</c:v>
                      </c:pt>
                      <c:pt idx="114">
                        <c:v>14.482708475555556</c:v>
                      </c:pt>
                      <c:pt idx="115">
                        <c:v>16.539113991111112</c:v>
                      </c:pt>
                      <c:pt idx="116">
                        <c:v>18.2907221</c:v>
                      </c:pt>
                      <c:pt idx="117">
                        <c:v>20.43938202</c:v>
                      </c:pt>
                      <c:pt idx="118">
                        <c:v>20.087207062222223</c:v>
                      </c:pt>
                      <c:pt idx="119">
                        <c:v>16.39335383111111</c:v>
                      </c:pt>
                      <c:pt idx="120">
                        <c:v>11.195288737777778</c:v>
                      </c:pt>
                      <c:pt idx="121">
                        <c:v>6.9532298533333332</c:v>
                      </c:pt>
                      <c:pt idx="122">
                        <c:v>4.3931705622222221</c:v>
                      </c:pt>
                      <c:pt idx="123">
                        <c:v>3.0805179755555554</c:v>
                      </c:pt>
                      <c:pt idx="124">
                        <c:v>2.8228722555555557</c:v>
                      </c:pt>
                      <c:pt idx="125">
                        <c:v>4.3138358888888888</c:v>
                      </c:pt>
                      <c:pt idx="126">
                        <c:v>8.0740569511111104</c:v>
                      </c:pt>
                      <c:pt idx="127">
                        <c:v>10.997687588888889</c:v>
                      </c:pt>
                      <c:pt idx="128">
                        <c:v>12.189952728888889</c:v>
                      </c:pt>
                      <c:pt idx="129">
                        <c:v>11.90200193111111</c:v>
                      </c:pt>
                      <c:pt idx="130">
                        <c:v>12.201735551111112</c:v>
                      </c:pt>
                      <c:pt idx="131">
                        <c:v>13.273727211111112</c:v>
                      </c:pt>
                      <c:pt idx="132">
                        <c:v>14.947813751111111</c:v>
                      </c:pt>
                      <c:pt idx="133">
                        <c:v>17.347255415555555</c:v>
                      </c:pt>
                      <c:pt idx="134">
                        <c:v>17.649805097777779</c:v>
                      </c:pt>
                      <c:pt idx="135">
                        <c:v>16.542154904444445</c:v>
                      </c:pt>
                      <c:pt idx="136">
                        <c:v>14.57209364</c:v>
                      </c:pt>
                      <c:pt idx="137">
                        <c:v>14.198035997777778</c:v>
                      </c:pt>
                      <c:pt idx="138">
                        <c:v>15.193041751111112</c:v>
                      </c:pt>
                      <c:pt idx="139">
                        <c:v>17.287036133333334</c:v>
                      </c:pt>
                      <c:pt idx="140">
                        <c:v>18.690699295555557</c:v>
                      </c:pt>
                      <c:pt idx="141">
                        <c:v>20.614907817777777</c:v>
                      </c:pt>
                      <c:pt idx="142">
                        <c:v>20.186955026666666</c:v>
                      </c:pt>
                      <c:pt idx="143">
                        <c:v>16.317234573333334</c:v>
                      </c:pt>
                      <c:pt idx="144">
                        <c:v>11.158706646666667</c:v>
                      </c:pt>
                      <c:pt idx="145">
                        <c:v>7.0368236800000004</c:v>
                      </c:pt>
                      <c:pt idx="146">
                        <c:v>4.4165051755555558</c:v>
                      </c:pt>
                      <c:pt idx="147">
                        <c:v>3.0856353355555557</c:v>
                      </c:pt>
                      <c:pt idx="148">
                        <c:v>2.8536404088888889</c:v>
                      </c:pt>
                      <c:pt idx="149">
                        <c:v>4.433601531111111</c:v>
                      </c:pt>
                      <c:pt idx="150">
                        <c:v>8.4079848355555562</c:v>
                      </c:pt>
                      <c:pt idx="151">
                        <c:v>11.273219775555555</c:v>
                      </c:pt>
                      <c:pt idx="152">
                        <c:v>12.446940064444444</c:v>
                      </c:pt>
                      <c:pt idx="153">
                        <c:v>11.971599244444445</c:v>
                      </c:pt>
                      <c:pt idx="154">
                        <c:v>12.010754373333333</c:v>
                      </c:pt>
                      <c:pt idx="155">
                        <c:v>13.139852704444445</c:v>
                      </c:pt>
                      <c:pt idx="156">
                        <c:v>14.546392586666666</c:v>
                      </c:pt>
                      <c:pt idx="157">
                        <c:v>15.991154655555556</c:v>
                      </c:pt>
                      <c:pt idx="158">
                        <c:v>16.358778193333332</c:v>
                      </c:pt>
                      <c:pt idx="159">
                        <c:v>15.541668351111111</c:v>
                      </c:pt>
                      <c:pt idx="160">
                        <c:v>14.613726866666667</c:v>
                      </c:pt>
                      <c:pt idx="161">
                        <c:v>14.22515742</c:v>
                      </c:pt>
                      <c:pt idx="162">
                        <c:v>14.686629155555556</c:v>
                      </c:pt>
                      <c:pt idx="163">
                        <c:v>16.748040555555555</c:v>
                      </c:pt>
                      <c:pt idx="164">
                        <c:v>18.501773231111112</c:v>
                      </c:pt>
                      <c:pt idx="165">
                        <c:v>20.436054488888889</c:v>
                      </c:pt>
                      <c:pt idx="166">
                        <c:v>20.013088477777778</c:v>
                      </c:pt>
                      <c:pt idx="167">
                        <c:v>16.274171184444445</c:v>
                      </c:pt>
                      <c:pt idx="168">
                        <c:v>11.066634255555556</c:v>
                      </c:pt>
                      <c:pt idx="169">
                        <c:v>6.8641084177777776</c:v>
                      </c:pt>
                      <c:pt idx="170">
                        <c:v>4.3871566644444444</c:v>
                      </c:pt>
                      <c:pt idx="171">
                        <c:v>3.0775622111111112</c:v>
                      </c:pt>
                      <c:pt idx="172">
                        <c:v>2.8510540666666668</c:v>
                      </c:pt>
                      <c:pt idx="173">
                        <c:v>4.4656963577777775</c:v>
                      </c:pt>
                      <c:pt idx="174">
                        <c:v>8.3404160933333333</c:v>
                      </c:pt>
                      <c:pt idx="175">
                        <c:v>11.470432175555555</c:v>
                      </c:pt>
                      <c:pt idx="176">
                        <c:v>12.897207311111112</c:v>
                      </c:pt>
                      <c:pt idx="177">
                        <c:v>12.903998591111112</c:v>
                      </c:pt>
                      <c:pt idx="178">
                        <c:v>12.267244553333333</c:v>
                      </c:pt>
                      <c:pt idx="179">
                        <c:v>13.197344982222223</c:v>
                      </c:pt>
                      <c:pt idx="180">
                        <c:v>14.732919868888889</c:v>
                      </c:pt>
                      <c:pt idx="181">
                        <c:v>16.375800479999999</c:v>
                      </c:pt>
                      <c:pt idx="182">
                        <c:v>16.78366753111111</c:v>
                      </c:pt>
                      <c:pt idx="183">
                        <c:v>15.864675457777778</c:v>
                      </c:pt>
                      <c:pt idx="184">
                        <c:v>14.379521857777778</c:v>
                      </c:pt>
                      <c:pt idx="185">
                        <c:v>14.058193093333333</c:v>
                      </c:pt>
                      <c:pt idx="186">
                        <c:v>15.047616686666666</c:v>
                      </c:pt>
                      <c:pt idx="187">
                        <c:v>17.12704229111111</c:v>
                      </c:pt>
                      <c:pt idx="188">
                        <c:v>18.612927817777777</c:v>
                      </c:pt>
                      <c:pt idx="189">
                        <c:v>20.363680788888889</c:v>
                      </c:pt>
                      <c:pt idx="190">
                        <c:v>20.216074775555555</c:v>
                      </c:pt>
                      <c:pt idx="191">
                        <c:v>17.220405008888889</c:v>
                      </c:pt>
                      <c:pt idx="192">
                        <c:v>12.496836713333334</c:v>
                      </c:pt>
                      <c:pt idx="193">
                        <c:v>7.9852125933333333</c:v>
                      </c:pt>
                      <c:pt idx="194">
                        <c:v>5.0712115511111113</c:v>
                      </c:pt>
                      <c:pt idx="195">
                        <c:v>3.8459852488888888</c:v>
                      </c:pt>
                      <c:pt idx="196">
                        <c:v>3.2157489622222224</c:v>
                      </c:pt>
                      <c:pt idx="197">
                        <c:v>4.3554467622222219</c:v>
                      </c:pt>
                      <c:pt idx="198">
                        <c:v>7.2749310088888892</c:v>
                      </c:pt>
                      <c:pt idx="199">
                        <c:v>10.66806564</c:v>
                      </c:pt>
                      <c:pt idx="200">
                        <c:v>13.716144286666667</c:v>
                      </c:pt>
                      <c:pt idx="201">
                        <c:v>14.191533651111111</c:v>
                      </c:pt>
                      <c:pt idx="202">
                        <c:v>14.38124678</c:v>
                      </c:pt>
                      <c:pt idx="203">
                        <c:v>15.385771653333334</c:v>
                      </c:pt>
                      <c:pt idx="204">
                        <c:v>15.797286333333334</c:v>
                      </c:pt>
                      <c:pt idx="205">
                        <c:v>17.073623479999998</c:v>
                      </c:pt>
                      <c:pt idx="206">
                        <c:v>18.81726656</c:v>
                      </c:pt>
                      <c:pt idx="207">
                        <c:v>17.537403977777778</c:v>
                      </c:pt>
                      <c:pt idx="208">
                        <c:v>15.827700977777777</c:v>
                      </c:pt>
                      <c:pt idx="209">
                        <c:v>15.357140917777778</c:v>
                      </c:pt>
                      <c:pt idx="210">
                        <c:v>15.85203572888889</c:v>
                      </c:pt>
                      <c:pt idx="211">
                        <c:v>17.411034295555556</c:v>
                      </c:pt>
                      <c:pt idx="212">
                        <c:v>19.206883148888888</c:v>
                      </c:pt>
                      <c:pt idx="213">
                        <c:v>20.82243768</c:v>
                      </c:pt>
                      <c:pt idx="214">
                        <c:v>20.512010724444444</c:v>
                      </c:pt>
                      <c:pt idx="215">
                        <c:v>17.272610402222224</c:v>
                      </c:pt>
                      <c:pt idx="216">
                        <c:v>12.502773357777778</c:v>
                      </c:pt>
                      <c:pt idx="217">
                        <c:v>7.7461104866666668</c:v>
                      </c:pt>
                      <c:pt idx="218">
                        <c:v>4.923062984444444</c:v>
                      </c:pt>
                      <c:pt idx="219">
                        <c:v>3.4806704755555558</c:v>
                      </c:pt>
                      <c:pt idx="220">
                        <c:v>2.9863160199999998</c:v>
                      </c:pt>
                      <c:pt idx="221">
                        <c:v>4.256551611111111</c:v>
                      </c:pt>
                      <c:pt idx="222">
                        <c:v>7.4932540266666665</c:v>
                      </c:pt>
                      <c:pt idx="223">
                        <c:v>10.789724131111111</c:v>
                      </c:pt>
                      <c:pt idx="224">
                        <c:v>12.987278979999999</c:v>
                      </c:pt>
                      <c:pt idx="225">
                        <c:v>13.161976224444444</c:v>
                      </c:pt>
                      <c:pt idx="226">
                        <c:v>12.916215093333333</c:v>
                      </c:pt>
                      <c:pt idx="227">
                        <c:v>13.786619711111111</c:v>
                      </c:pt>
                      <c:pt idx="228">
                        <c:v>14.716786473333332</c:v>
                      </c:pt>
                      <c:pt idx="229">
                        <c:v>16.703261399999999</c:v>
                      </c:pt>
                      <c:pt idx="230">
                        <c:v>17.237542362222221</c:v>
                      </c:pt>
                      <c:pt idx="231">
                        <c:v>16.243677197777778</c:v>
                      </c:pt>
                      <c:pt idx="232">
                        <c:v>14.523540497777777</c:v>
                      </c:pt>
                      <c:pt idx="233">
                        <c:v>14.334957077777778</c:v>
                      </c:pt>
                      <c:pt idx="234">
                        <c:v>15.118104300000001</c:v>
                      </c:pt>
                      <c:pt idx="235">
                        <c:v>16.91709548888889</c:v>
                      </c:pt>
                      <c:pt idx="236">
                        <c:v>18.745601137777779</c:v>
                      </c:pt>
                      <c:pt idx="237">
                        <c:v>20.361225975555556</c:v>
                      </c:pt>
                      <c:pt idx="238">
                        <c:v>19.67064728888889</c:v>
                      </c:pt>
                      <c:pt idx="239">
                        <c:v>15.73544916</c:v>
                      </c:pt>
                      <c:pt idx="240">
                        <c:v>10.723817779999999</c:v>
                      </c:pt>
                      <c:pt idx="241">
                        <c:v>6.6058292711111113</c:v>
                      </c:pt>
                      <c:pt idx="242">
                        <c:v>4.2728182911111112</c:v>
                      </c:pt>
                      <c:pt idx="243">
                        <c:v>3.0981788577777776</c:v>
                      </c:pt>
                      <c:pt idx="244">
                        <c:v>2.8985695488888887</c:v>
                      </c:pt>
                      <c:pt idx="245">
                        <c:v>4.1386498666666665</c:v>
                      </c:pt>
                      <c:pt idx="246">
                        <c:v>7.7386033244444441</c:v>
                      </c:pt>
                      <c:pt idx="247">
                        <c:v>10.547096455555556</c:v>
                      </c:pt>
                      <c:pt idx="248">
                        <c:v>11.937924246666666</c:v>
                      </c:pt>
                      <c:pt idx="249">
                        <c:v>11.344395433333334</c:v>
                      </c:pt>
                      <c:pt idx="250">
                        <c:v>11.317411664444444</c:v>
                      </c:pt>
                      <c:pt idx="251">
                        <c:v>12.245211371111111</c:v>
                      </c:pt>
                      <c:pt idx="252">
                        <c:v>13.59699528</c:v>
                      </c:pt>
                      <c:pt idx="253">
                        <c:v>15.110151986666667</c:v>
                      </c:pt>
                      <c:pt idx="254">
                        <c:v>15.592157717777777</c:v>
                      </c:pt>
                      <c:pt idx="255">
                        <c:v>14.7184005</c:v>
                      </c:pt>
                      <c:pt idx="256">
                        <c:v>13.928962702222222</c:v>
                      </c:pt>
                      <c:pt idx="257">
                        <c:v>13.720688615555556</c:v>
                      </c:pt>
                      <c:pt idx="258">
                        <c:v>14.574161866666667</c:v>
                      </c:pt>
                      <c:pt idx="259">
                        <c:v>16.461144851111111</c:v>
                      </c:pt>
                      <c:pt idx="260">
                        <c:v>18.246837893333332</c:v>
                      </c:pt>
                      <c:pt idx="261">
                        <c:v>19.897597131111112</c:v>
                      </c:pt>
                      <c:pt idx="262">
                        <c:v>19.178060944444443</c:v>
                      </c:pt>
                      <c:pt idx="263">
                        <c:v>15.025179784444445</c:v>
                      </c:pt>
                      <c:pt idx="264">
                        <c:v>10.199856164444444</c:v>
                      </c:pt>
                      <c:pt idx="265">
                        <c:v>6.2973304066666671</c:v>
                      </c:pt>
                      <c:pt idx="266">
                        <c:v>4.0459526266666668</c:v>
                      </c:pt>
                      <c:pt idx="267">
                        <c:v>2.9913165199999998</c:v>
                      </c:pt>
                      <c:pt idx="268">
                        <c:v>2.7625597088888889</c:v>
                      </c:pt>
                      <c:pt idx="269">
                        <c:v>4.1262678888888891</c:v>
                      </c:pt>
                      <c:pt idx="270">
                        <c:v>7.7751072488888893</c:v>
                      </c:pt>
                      <c:pt idx="271">
                        <c:v>10.696725453333332</c:v>
                      </c:pt>
                      <c:pt idx="272">
                        <c:v>11.818514924444445</c:v>
                      </c:pt>
                      <c:pt idx="273">
                        <c:v>11.474361764444444</c:v>
                      </c:pt>
                      <c:pt idx="274">
                        <c:v>11.639018213333333</c:v>
                      </c:pt>
                      <c:pt idx="275">
                        <c:v>12.625927162222222</c:v>
                      </c:pt>
                      <c:pt idx="276">
                        <c:v>13.96075131111111</c:v>
                      </c:pt>
                      <c:pt idx="277">
                        <c:v>15.311036726666666</c:v>
                      </c:pt>
                      <c:pt idx="278">
                        <c:v>15.700854753333333</c:v>
                      </c:pt>
                      <c:pt idx="279">
                        <c:v>14.74885508</c:v>
                      </c:pt>
                      <c:pt idx="280">
                        <c:v>13.893279137777778</c:v>
                      </c:pt>
                      <c:pt idx="281">
                        <c:v>13.860716175555556</c:v>
                      </c:pt>
                      <c:pt idx="282">
                        <c:v>14.730460064444445</c:v>
                      </c:pt>
                      <c:pt idx="283">
                        <c:v>16.7892817</c:v>
                      </c:pt>
                      <c:pt idx="284">
                        <c:v>18.676038646666665</c:v>
                      </c:pt>
                      <c:pt idx="285">
                        <c:v>20.410574377777777</c:v>
                      </c:pt>
                      <c:pt idx="286">
                        <c:v>19.45727578</c:v>
                      </c:pt>
                      <c:pt idx="287">
                        <c:v>15.390317908888889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3B6C-47C2-956F-045AF7A440C3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12-10-2026'!$G$1</c15:sqref>
                        </c15:formulaRef>
                      </c:ext>
                    </c:extLst>
                    <c:strCache>
                      <c:ptCount val="1"/>
                      <c:pt idx="0">
                        <c:v>ANB-DGW2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12-10-2026'!$G$2:$G$289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105.58090943777778</c:v>
                      </c:pt>
                      <c:pt idx="1">
                        <c:v>67.248197548888882</c:v>
                      </c:pt>
                      <c:pt idx="2">
                        <c:v>40.98077913777778</c:v>
                      </c:pt>
                      <c:pt idx="3">
                        <c:v>27.080114126666668</c:v>
                      </c:pt>
                      <c:pt idx="4">
                        <c:v>22.184440800000001</c:v>
                      </c:pt>
                      <c:pt idx="5">
                        <c:v>29.786897704444446</c:v>
                      </c:pt>
                      <c:pt idx="6">
                        <c:v>52.919347304444443</c:v>
                      </c:pt>
                      <c:pt idx="7">
                        <c:v>77.095925251111112</c:v>
                      </c:pt>
                      <c:pt idx="8">
                        <c:v>93.161875504444438</c:v>
                      </c:pt>
                      <c:pt idx="9">
                        <c:v>99.993217955555551</c:v>
                      </c:pt>
                      <c:pt idx="10">
                        <c:v>109.08879420888888</c:v>
                      </c:pt>
                      <c:pt idx="11">
                        <c:v>121.37193319333333</c:v>
                      </c:pt>
                      <c:pt idx="12">
                        <c:v>130.07842372222223</c:v>
                      </c:pt>
                      <c:pt idx="13">
                        <c:v>146.47054741555556</c:v>
                      </c:pt>
                      <c:pt idx="14">
                        <c:v>148.77388075777779</c:v>
                      </c:pt>
                      <c:pt idx="15">
                        <c:v>141.85691118888889</c:v>
                      </c:pt>
                      <c:pt idx="16">
                        <c:v>131.19636456444445</c:v>
                      </c:pt>
                      <c:pt idx="17">
                        <c:v>136.0981212088889</c:v>
                      </c:pt>
                      <c:pt idx="18">
                        <c:v>137.23407976444443</c:v>
                      </c:pt>
                      <c:pt idx="19">
                        <c:v>159.75381586</c:v>
                      </c:pt>
                      <c:pt idx="20">
                        <c:v>178.66071339555555</c:v>
                      </c:pt>
                      <c:pt idx="21">
                        <c:v>195.63097799111111</c:v>
                      </c:pt>
                      <c:pt idx="22">
                        <c:v>190.27796056666668</c:v>
                      </c:pt>
                      <c:pt idx="23">
                        <c:v>160.72370259555555</c:v>
                      </c:pt>
                      <c:pt idx="24">
                        <c:v>118.00979208222222</c:v>
                      </c:pt>
                      <c:pt idx="25">
                        <c:v>78.087937017777776</c:v>
                      </c:pt>
                      <c:pt idx="26">
                        <c:v>47.839706184444445</c:v>
                      </c:pt>
                      <c:pt idx="27">
                        <c:v>30.906716693333333</c:v>
                      </c:pt>
                      <c:pt idx="28">
                        <c:v>23.352764562222223</c:v>
                      </c:pt>
                      <c:pt idx="29">
                        <c:v>28.909553840000001</c:v>
                      </c:pt>
                      <c:pt idx="30">
                        <c:v>46.405444286666665</c:v>
                      </c:pt>
                      <c:pt idx="31">
                        <c:v>68.841684502222222</c:v>
                      </c:pt>
                      <c:pt idx="32">
                        <c:v>93.532642711111109</c:v>
                      </c:pt>
                      <c:pt idx="33">
                        <c:v>109.09720466888889</c:v>
                      </c:pt>
                      <c:pt idx="34">
                        <c:v>121.59983160222222</c:v>
                      </c:pt>
                      <c:pt idx="35">
                        <c:v>135.2634800688889</c:v>
                      </c:pt>
                      <c:pt idx="36">
                        <c:v>135.42973883777779</c:v>
                      </c:pt>
                      <c:pt idx="37">
                        <c:v>148.29592402888889</c:v>
                      </c:pt>
                      <c:pt idx="38">
                        <c:v>170.90655512000001</c:v>
                      </c:pt>
                      <c:pt idx="39">
                        <c:v>156.15715044000001</c:v>
                      </c:pt>
                      <c:pt idx="40">
                        <c:v>140.04496766666668</c:v>
                      </c:pt>
                      <c:pt idx="41">
                        <c:v>142.07118904444445</c:v>
                      </c:pt>
                      <c:pt idx="42">
                        <c:v>139.86005582666667</c:v>
                      </c:pt>
                      <c:pt idx="43">
                        <c:v>161.58839009333335</c:v>
                      </c:pt>
                      <c:pt idx="44">
                        <c:v>182.80811901333334</c:v>
                      </c:pt>
                      <c:pt idx="45">
                        <c:v>202.38952961555555</c:v>
                      </c:pt>
                      <c:pt idx="46">
                        <c:v>195.91853707555555</c:v>
                      </c:pt>
                      <c:pt idx="47">
                        <c:v>165.78783181777777</c:v>
                      </c:pt>
                      <c:pt idx="48">
                        <c:v>122.15594473333333</c:v>
                      </c:pt>
                      <c:pt idx="49">
                        <c:v>80.172177775555554</c:v>
                      </c:pt>
                      <c:pt idx="50">
                        <c:v>48.071256339999998</c:v>
                      </c:pt>
                      <c:pt idx="51">
                        <c:v>30.724548095555555</c:v>
                      </c:pt>
                      <c:pt idx="52">
                        <c:v>23.387857879999999</c:v>
                      </c:pt>
                      <c:pt idx="53">
                        <c:v>29.109516697777778</c:v>
                      </c:pt>
                      <c:pt idx="54">
                        <c:v>48.437228408888892</c:v>
                      </c:pt>
                      <c:pt idx="55">
                        <c:v>72.239349466666667</c:v>
                      </c:pt>
                      <c:pt idx="56">
                        <c:v>94.400517288888892</c:v>
                      </c:pt>
                      <c:pt idx="57">
                        <c:v>107.01394634666667</c:v>
                      </c:pt>
                      <c:pt idx="58">
                        <c:v>115.61906253555556</c:v>
                      </c:pt>
                      <c:pt idx="59">
                        <c:v>127.93055013777777</c:v>
                      </c:pt>
                      <c:pt idx="60">
                        <c:v>133.12073509555555</c:v>
                      </c:pt>
                      <c:pt idx="61">
                        <c:v>154.02496375777778</c:v>
                      </c:pt>
                      <c:pt idx="62">
                        <c:v>157.89955027111111</c:v>
                      </c:pt>
                      <c:pt idx="63">
                        <c:v>147.32876980666666</c:v>
                      </c:pt>
                      <c:pt idx="64">
                        <c:v>135.27168072444445</c:v>
                      </c:pt>
                      <c:pt idx="65">
                        <c:v>139.77780413777776</c:v>
                      </c:pt>
                      <c:pt idx="66">
                        <c:v>138.22752150888888</c:v>
                      </c:pt>
                      <c:pt idx="67">
                        <c:v>157.8377865911111</c:v>
                      </c:pt>
                      <c:pt idx="68">
                        <c:v>178.56214639777778</c:v>
                      </c:pt>
                      <c:pt idx="69">
                        <c:v>195.73750341333334</c:v>
                      </c:pt>
                      <c:pt idx="70">
                        <c:v>186.08199490444446</c:v>
                      </c:pt>
                      <c:pt idx="71">
                        <c:v>150.43050046888888</c:v>
                      </c:pt>
                      <c:pt idx="72">
                        <c:v>104.42689414666667</c:v>
                      </c:pt>
                      <c:pt idx="73">
                        <c:v>64.637359777777775</c:v>
                      </c:pt>
                      <c:pt idx="74">
                        <c:v>39.260620904444444</c:v>
                      </c:pt>
                      <c:pt idx="75">
                        <c:v>26.208557497777779</c:v>
                      </c:pt>
                      <c:pt idx="76">
                        <c:v>21.446714522222223</c:v>
                      </c:pt>
                      <c:pt idx="77">
                        <c:v>28.591739444444446</c:v>
                      </c:pt>
                      <c:pt idx="78">
                        <c:v>51.145827231111113</c:v>
                      </c:pt>
                      <c:pt idx="79">
                        <c:v>72.897363566666669</c:v>
                      </c:pt>
                      <c:pt idx="80">
                        <c:v>89.614850168888893</c:v>
                      </c:pt>
                      <c:pt idx="81">
                        <c:v>96.963568768888891</c:v>
                      </c:pt>
                      <c:pt idx="82">
                        <c:v>105.17442342444444</c:v>
                      </c:pt>
                      <c:pt idx="83">
                        <c:v>117.39331326888889</c:v>
                      </c:pt>
                      <c:pt idx="84">
                        <c:v>123.76897080222223</c:v>
                      </c:pt>
                      <c:pt idx="85">
                        <c:v>138.99033540888888</c:v>
                      </c:pt>
                      <c:pt idx="86">
                        <c:v>142.31893630222223</c:v>
                      </c:pt>
                      <c:pt idx="87">
                        <c:v>133.70293366888887</c:v>
                      </c:pt>
                      <c:pt idx="88">
                        <c:v>129.87225161777778</c:v>
                      </c:pt>
                      <c:pt idx="89">
                        <c:v>136.59682765333332</c:v>
                      </c:pt>
                      <c:pt idx="90">
                        <c:v>136.02491819777777</c:v>
                      </c:pt>
                      <c:pt idx="91">
                        <c:v>156.47501192888888</c:v>
                      </c:pt>
                      <c:pt idx="92">
                        <c:v>179.3856983111111</c:v>
                      </c:pt>
                      <c:pt idx="93">
                        <c:v>195.18598076000001</c:v>
                      </c:pt>
                      <c:pt idx="94">
                        <c:v>182.73985884666666</c:v>
                      </c:pt>
                      <c:pt idx="95">
                        <c:v>145.05144163777777</c:v>
                      </c:pt>
                      <c:pt idx="96">
                        <c:v>98.239076115555562</c:v>
                      </c:pt>
                      <c:pt idx="97">
                        <c:v>60.422970542222224</c:v>
                      </c:pt>
                      <c:pt idx="98">
                        <c:v>36.827725611111113</c:v>
                      </c:pt>
                      <c:pt idx="99">
                        <c:v>24.982370175555555</c:v>
                      </c:pt>
                      <c:pt idx="100">
                        <c:v>20.914499337777777</c:v>
                      </c:pt>
                      <c:pt idx="101">
                        <c:v>28.492012404444445</c:v>
                      </c:pt>
                      <c:pt idx="102">
                        <c:v>51.936335759999999</c:v>
                      </c:pt>
                      <c:pt idx="103">
                        <c:v>74.757810048888885</c:v>
                      </c:pt>
                      <c:pt idx="104">
                        <c:v>90.431638791111112</c:v>
                      </c:pt>
                      <c:pt idx="105">
                        <c:v>97.141797848888885</c:v>
                      </c:pt>
                      <c:pt idx="106">
                        <c:v>105.40511423333334</c:v>
                      </c:pt>
                      <c:pt idx="107">
                        <c:v>118.42157887777778</c:v>
                      </c:pt>
                      <c:pt idx="108">
                        <c:v>125.15647355333333</c:v>
                      </c:pt>
                      <c:pt idx="109">
                        <c:v>140.39886704</c:v>
                      </c:pt>
                      <c:pt idx="110">
                        <c:v>141.08494134666665</c:v>
                      </c:pt>
                      <c:pt idx="111">
                        <c:v>133.25814887333334</c:v>
                      </c:pt>
                      <c:pt idx="112">
                        <c:v>129.65966129777777</c:v>
                      </c:pt>
                      <c:pt idx="113">
                        <c:v>133.74368144444443</c:v>
                      </c:pt>
                      <c:pt idx="114">
                        <c:v>133.83007019999999</c:v>
                      </c:pt>
                      <c:pt idx="115">
                        <c:v>155.14208828</c:v>
                      </c:pt>
                      <c:pt idx="116">
                        <c:v>178.87850616444445</c:v>
                      </c:pt>
                      <c:pt idx="117">
                        <c:v>196.74112974222223</c:v>
                      </c:pt>
                      <c:pt idx="118">
                        <c:v>184.36093348888889</c:v>
                      </c:pt>
                      <c:pt idx="119">
                        <c:v>146.8989718911111</c:v>
                      </c:pt>
                      <c:pt idx="120">
                        <c:v>99.717946426666671</c:v>
                      </c:pt>
                      <c:pt idx="121">
                        <c:v>61.273418044444448</c:v>
                      </c:pt>
                      <c:pt idx="122">
                        <c:v>36.93670504</c:v>
                      </c:pt>
                      <c:pt idx="123">
                        <c:v>25.071034377777778</c:v>
                      </c:pt>
                      <c:pt idx="124">
                        <c:v>20.779119300000001</c:v>
                      </c:pt>
                      <c:pt idx="125">
                        <c:v>28.356072035555556</c:v>
                      </c:pt>
                      <c:pt idx="126">
                        <c:v>52.347036984444443</c:v>
                      </c:pt>
                      <c:pt idx="127">
                        <c:v>75.810520991111105</c:v>
                      </c:pt>
                      <c:pt idx="128">
                        <c:v>91.757283373333337</c:v>
                      </c:pt>
                      <c:pt idx="129">
                        <c:v>98.708087882222216</c:v>
                      </c:pt>
                      <c:pt idx="130">
                        <c:v>107.76619894222222</c:v>
                      </c:pt>
                      <c:pt idx="131">
                        <c:v>119.09077864888889</c:v>
                      </c:pt>
                      <c:pt idx="132">
                        <c:v>128.93563600888888</c:v>
                      </c:pt>
                      <c:pt idx="133">
                        <c:v>151.59729036666667</c:v>
                      </c:pt>
                      <c:pt idx="134">
                        <c:v>152.73496015555557</c:v>
                      </c:pt>
                      <c:pt idx="135">
                        <c:v>141.58210862444443</c:v>
                      </c:pt>
                      <c:pt idx="136">
                        <c:v>132.38808216444446</c:v>
                      </c:pt>
                      <c:pt idx="137">
                        <c:v>136.2972786511111</c:v>
                      </c:pt>
                      <c:pt idx="138">
                        <c:v>145.08239561111111</c:v>
                      </c:pt>
                      <c:pt idx="139">
                        <c:v>165.31911596444445</c:v>
                      </c:pt>
                      <c:pt idx="140">
                        <c:v>181.73302502888887</c:v>
                      </c:pt>
                      <c:pt idx="141">
                        <c:v>197.7025741288889</c:v>
                      </c:pt>
                      <c:pt idx="142">
                        <c:v>184.77557339777778</c:v>
                      </c:pt>
                      <c:pt idx="143">
                        <c:v>146.29633367555556</c:v>
                      </c:pt>
                      <c:pt idx="144">
                        <c:v>102.05547069777778</c:v>
                      </c:pt>
                      <c:pt idx="145">
                        <c:v>63.681649168888889</c:v>
                      </c:pt>
                      <c:pt idx="146">
                        <c:v>39.50542971777778</c:v>
                      </c:pt>
                      <c:pt idx="147">
                        <c:v>25.888172137777779</c:v>
                      </c:pt>
                      <c:pt idx="148">
                        <c:v>21.091981186666668</c:v>
                      </c:pt>
                      <c:pt idx="149">
                        <c:v>29.124009913333332</c:v>
                      </c:pt>
                      <c:pt idx="150">
                        <c:v>54.196460817777776</c:v>
                      </c:pt>
                      <c:pt idx="151">
                        <c:v>77.246171966666665</c:v>
                      </c:pt>
                      <c:pt idx="152">
                        <c:v>93.495059424444449</c:v>
                      </c:pt>
                      <c:pt idx="153">
                        <c:v>100.09234410000001</c:v>
                      </c:pt>
                      <c:pt idx="154">
                        <c:v>107.54995175555555</c:v>
                      </c:pt>
                      <c:pt idx="155">
                        <c:v>119.14060882888889</c:v>
                      </c:pt>
                      <c:pt idx="156">
                        <c:v>125.65326246888888</c:v>
                      </c:pt>
                      <c:pt idx="157">
                        <c:v>140.20585059777778</c:v>
                      </c:pt>
                      <c:pt idx="158">
                        <c:v>143.09251019555555</c:v>
                      </c:pt>
                      <c:pt idx="159">
                        <c:v>133.98905457555554</c:v>
                      </c:pt>
                      <c:pt idx="160">
                        <c:v>132.21126376222222</c:v>
                      </c:pt>
                      <c:pt idx="161">
                        <c:v>136.67736381111112</c:v>
                      </c:pt>
                      <c:pt idx="162">
                        <c:v>136.57229147555555</c:v>
                      </c:pt>
                      <c:pt idx="163">
                        <c:v>157.05838989333333</c:v>
                      </c:pt>
                      <c:pt idx="164">
                        <c:v>179.13056228222223</c:v>
                      </c:pt>
                      <c:pt idx="165">
                        <c:v>194.27785719333335</c:v>
                      </c:pt>
                      <c:pt idx="166">
                        <c:v>184.03675292666668</c:v>
                      </c:pt>
                      <c:pt idx="167">
                        <c:v>146.28926324</c:v>
                      </c:pt>
                      <c:pt idx="168">
                        <c:v>100.41484541555556</c:v>
                      </c:pt>
                      <c:pt idx="169">
                        <c:v>61.679322926666664</c:v>
                      </c:pt>
                      <c:pt idx="170">
                        <c:v>37.633563573333333</c:v>
                      </c:pt>
                      <c:pt idx="171">
                        <c:v>25.538404764444444</c:v>
                      </c:pt>
                      <c:pt idx="172">
                        <c:v>21.25582127111111</c:v>
                      </c:pt>
                      <c:pt idx="173">
                        <c:v>29.22737651111111</c:v>
                      </c:pt>
                      <c:pt idx="174">
                        <c:v>54.737522828888892</c:v>
                      </c:pt>
                      <c:pt idx="175">
                        <c:v>79.855602977777778</c:v>
                      </c:pt>
                      <c:pt idx="176">
                        <c:v>99.607571417777777</c:v>
                      </c:pt>
                      <c:pt idx="177">
                        <c:v>112.61997471777778</c:v>
                      </c:pt>
                      <c:pt idx="178">
                        <c:v>113.94258733777778</c:v>
                      </c:pt>
                      <c:pt idx="179">
                        <c:v>122.13336789111111</c:v>
                      </c:pt>
                      <c:pt idx="180">
                        <c:v>130.36553144222222</c:v>
                      </c:pt>
                      <c:pt idx="181">
                        <c:v>145.40955154666668</c:v>
                      </c:pt>
                      <c:pt idx="182">
                        <c:v>146.45204204000001</c:v>
                      </c:pt>
                      <c:pt idx="183">
                        <c:v>137.77700169555555</c:v>
                      </c:pt>
                      <c:pt idx="184">
                        <c:v>130.28144892444445</c:v>
                      </c:pt>
                      <c:pt idx="185">
                        <c:v>133.96089749777778</c:v>
                      </c:pt>
                      <c:pt idx="186">
                        <c:v>137.45043168444445</c:v>
                      </c:pt>
                      <c:pt idx="187">
                        <c:v>159.20478362444445</c:v>
                      </c:pt>
                      <c:pt idx="188">
                        <c:v>179.76759377333335</c:v>
                      </c:pt>
                      <c:pt idx="189">
                        <c:v>194.13383966222221</c:v>
                      </c:pt>
                      <c:pt idx="190">
                        <c:v>186.61089213333332</c:v>
                      </c:pt>
                      <c:pt idx="191">
                        <c:v>154.45671598222222</c:v>
                      </c:pt>
                      <c:pt idx="192">
                        <c:v>112.10065764222222</c:v>
                      </c:pt>
                      <c:pt idx="193">
                        <c:v>72.08024939111111</c:v>
                      </c:pt>
                      <c:pt idx="194">
                        <c:v>44.913148115555558</c:v>
                      </c:pt>
                      <c:pt idx="195">
                        <c:v>30.88260097111111</c:v>
                      </c:pt>
                      <c:pt idx="196">
                        <c:v>23.892227797777778</c:v>
                      </c:pt>
                      <c:pt idx="197">
                        <c:v>27.985152733333333</c:v>
                      </c:pt>
                      <c:pt idx="198">
                        <c:v>46.821787588888888</c:v>
                      </c:pt>
                      <c:pt idx="199">
                        <c:v>69.535057320000007</c:v>
                      </c:pt>
                      <c:pt idx="200">
                        <c:v>95.185860284444445</c:v>
                      </c:pt>
                      <c:pt idx="201">
                        <c:v>109.77577376888888</c:v>
                      </c:pt>
                      <c:pt idx="202">
                        <c:v>121.25620470444444</c:v>
                      </c:pt>
                      <c:pt idx="203">
                        <c:v>133.65864256444445</c:v>
                      </c:pt>
                      <c:pt idx="204">
                        <c:v>132.05618925777779</c:v>
                      </c:pt>
                      <c:pt idx="205">
                        <c:v>145.55002488444444</c:v>
                      </c:pt>
                      <c:pt idx="206">
                        <c:v>167.46688059333334</c:v>
                      </c:pt>
                      <c:pt idx="207">
                        <c:v>154.21534484444445</c:v>
                      </c:pt>
                      <c:pt idx="208">
                        <c:v>144.59031019111112</c:v>
                      </c:pt>
                      <c:pt idx="209">
                        <c:v>147.01457254444443</c:v>
                      </c:pt>
                      <c:pt idx="210">
                        <c:v>145.67291441333333</c:v>
                      </c:pt>
                      <c:pt idx="211">
                        <c:v>163.36661355999999</c:v>
                      </c:pt>
                      <c:pt idx="212">
                        <c:v>184.10865327111111</c:v>
                      </c:pt>
                      <c:pt idx="213">
                        <c:v>197.23962274666667</c:v>
                      </c:pt>
                      <c:pt idx="214">
                        <c:v>189.7093989911111</c:v>
                      </c:pt>
                      <c:pt idx="215">
                        <c:v>155.93054933555555</c:v>
                      </c:pt>
                      <c:pt idx="216">
                        <c:v>111.08598567111112</c:v>
                      </c:pt>
                      <c:pt idx="217">
                        <c:v>70.397524766666663</c:v>
                      </c:pt>
                      <c:pt idx="218">
                        <c:v>43.513484640000001</c:v>
                      </c:pt>
                      <c:pt idx="219">
                        <c:v>28.347306088888889</c:v>
                      </c:pt>
                      <c:pt idx="220">
                        <c:v>22.124935046666668</c:v>
                      </c:pt>
                      <c:pt idx="221">
                        <c:v>27.634597800000002</c:v>
                      </c:pt>
                      <c:pt idx="222">
                        <c:v>48.197372888888886</c:v>
                      </c:pt>
                      <c:pt idx="223">
                        <c:v>71.397858940000006</c:v>
                      </c:pt>
                      <c:pt idx="224">
                        <c:v>93.369764068888884</c:v>
                      </c:pt>
                      <c:pt idx="225">
                        <c:v>103.73335332000001</c:v>
                      </c:pt>
                      <c:pt idx="226">
                        <c:v>110.81653537333334</c:v>
                      </c:pt>
                      <c:pt idx="227">
                        <c:v>121.70177882</c:v>
                      </c:pt>
                      <c:pt idx="228">
                        <c:v>125.66813160444444</c:v>
                      </c:pt>
                      <c:pt idx="229">
                        <c:v>145.84369557555556</c:v>
                      </c:pt>
                      <c:pt idx="230">
                        <c:v>150.25372492222223</c:v>
                      </c:pt>
                      <c:pt idx="231">
                        <c:v>139.84759365333332</c:v>
                      </c:pt>
                      <c:pt idx="232">
                        <c:v>132.57962990666667</c:v>
                      </c:pt>
                      <c:pt idx="233">
                        <c:v>136.6519400511111</c:v>
                      </c:pt>
                      <c:pt idx="234">
                        <c:v>139.11979822666666</c:v>
                      </c:pt>
                      <c:pt idx="235">
                        <c:v>156.86553057333333</c:v>
                      </c:pt>
                      <c:pt idx="236">
                        <c:v>180.20424832222221</c:v>
                      </c:pt>
                      <c:pt idx="237">
                        <c:v>194.19427135333333</c:v>
                      </c:pt>
                      <c:pt idx="238">
                        <c:v>179.54052307777778</c:v>
                      </c:pt>
                      <c:pt idx="239">
                        <c:v>140.87366226666666</c:v>
                      </c:pt>
                      <c:pt idx="240">
                        <c:v>95.746869431111108</c:v>
                      </c:pt>
                      <c:pt idx="241">
                        <c:v>58.672573999999997</c:v>
                      </c:pt>
                      <c:pt idx="242">
                        <c:v>36.09959051111111</c:v>
                      </c:pt>
                      <c:pt idx="243">
                        <c:v>24.853977806666666</c:v>
                      </c:pt>
                      <c:pt idx="244">
                        <c:v>20.719217</c:v>
                      </c:pt>
                      <c:pt idx="245">
                        <c:v>27.019687537777777</c:v>
                      </c:pt>
                      <c:pt idx="246">
                        <c:v>50.213906144444444</c:v>
                      </c:pt>
                      <c:pt idx="247">
                        <c:v>71.949799891111113</c:v>
                      </c:pt>
                      <c:pt idx="248">
                        <c:v>88.575118317777779</c:v>
                      </c:pt>
                      <c:pt idx="249">
                        <c:v>93.796483780000003</c:v>
                      </c:pt>
                      <c:pt idx="250">
                        <c:v>99.965576442222229</c:v>
                      </c:pt>
                      <c:pt idx="251">
                        <c:v>110.63992789111111</c:v>
                      </c:pt>
                      <c:pt idx="252">
                        <c:v>118.13772938666666</c:v>
                      </c:pt>
                      <c:pt idx="253">
                        <c:v>132.98823716666666</c:v>
                      </c:pt>
                      <c:pt idx="254">
                        <c:v>135.88815125111111</c:v>
                      </c:pt>
                      <c:pt idx="255">
                        <c:v>128.10945184444444</c:v>
                      </c:pt>
                      <c:pt idx="256">
                        <c:v>128.33441787333334</c:v>
                      </c:pt>
                      <c:pt idx="257">
                        <c:v>133.54379505111112</c:v>
                      </c:pt>
                      <c:pt idx="258">
                        <c:v>134.96855386666667</c:v>
                      </c:pt>
                      <c:pt idx="259">
                        <c:v>153.65893758666667</c:v>
                      </c:pt>
                      <c:pt idx="260">
                        <c:v>176.8617174888889</c:v>
                      </c:pt>
                      <c:pt idx="261">
                        <c:v>188.88180751777779</c:v>
                      </c:pt>
                      <c:pt idx="262">
                        <c:v>176.58626899333333</c:v>
                      </c:pt>
                      <c:pt idx="263">
                        <c:v>137.23137210666667</c:v>
                      </c:pt>
                      <c:pt idx="264">
                        <c:v>92.629765104444445</c:v>
                      </c:pt>
                      <c:pt idx="265">
                        <c:v>55.500063046666668</c:v>
                      </c:pt>
                      <c:pt idx="266">
                        <c:v>34.255856488888888</c:v>
                      </c:pt>
                      <c:pt idx="267">
                        <c:v>23.76482666888889</c:v>
                      </c:pt>
                      <c:pt idx="268">
                        <c:v>20.028072904444443</c:v>
                      </c:pt>
                      <c:pt idx="269">
                        <c:v>26.806745662222223</c:v>
                      </c:pt>
                      <c:pt idx="270">
                        <c:v>51.031417035555556</c:v>
                      </c:pt>
                      <c:pt idx="271">
                        <c:v>73.65676188444445</c:v>
                      </c:pt>
                      <c:pt idx="272">
                        <c:v>88.819077453333335</c:v>
                      </c:pt>
                      <c:pt idx="273">
                        <c:v>95.099647624444444</c:v>
                      </c:pt>
                      <c:pt idx="274">
                        <c:v>102.15430538</c:v>
                      </c:pt>
                      <c:pt idx="275">
                        <c:v>114.56799735333334</c:v>
                      </c:pt>
                      <c:pt idx="276">
                        <c:v>120.34281490666666</c:v>
                      </c:pt>
                      <c:pt idx="277">
                        <c:v>135.20050853777778</c:v>
                      </c:pt>
                      <c:pt idx="278">
                        <c:v>136.20618844666666</c:v>
                      </c:pt>
                      <c:pt idx="279">
                        <c:v>128.83795158000001</c:v>
                      </c:pt>
                      <c:pt idx="280">
                        <c:v>128.17395853333332</c:v>
                      </c:pt>
                      <c:pt idx="281">
                        <c:v>132.75755090666667</c:v>
                      </c:pt>
                      <c:pt idx="282">
                        <c:v>135.52545964222222</c:v>
                      </c:pt>
                      <c:pt idx="283">
                        <c:v>155.70695665555556</c:v>
                      </c:pt>
                      <c:pt idx="284">
                        <c:v>178.94587962222224</c:v>
                      </c:pt>
                      <c:pt idx="285">
                        <c:v>191.74367971999999</c:v>
                      </c:pt>
                      <c:pt idx="286">
                        <c:v>177.49904433777778</c:v>
                      </c:pt>
                      <c:pt idx="287">
                        <c:v>137.11071994444444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3B6C-47C2-956F-045AF7A440C3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12-10-2026'!$I$1</c15:sqref>
                        </c15:formulaRef>
                      </c:ext>
                    </c:extLst>
                    <c:strCache>
                      <c:ptCount val="1"/>
                      <c:pt idx="0">
                        <c:v>BMR-DGW1 SGi 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12-10-2026'!$I$2:$I$289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45.563863951111109</c:v>
                      </c:pt>
                      <c:pt idx="1">
                        <c:v>27.732883279999999</c:v>
                      </c:pt>
                      <c:pt idx="2">
                        <c:v>15.53583246</c:v>
                      </c:pt>
                      <c:pt idx="3">
                        <c:v>9.6613250666666666</c:v>
                      </c:pt>
                      <c:pt idx="4">
                        <c:v>7.2393937777777779</c:v>
                      </c:pt>
                      <c:pt idx="5">
                        <c:v>8.6505158244444438</c:v>
                      </c:pt>
                      <c:pt idx="6">
                        <c:v>17.63764868222222</c:v>
                      </c:pt>
                      <c:pt idx="7">
                        <c:v>27.261148162222224</c:v>
                      </c:pt>
                      <c:pt idx="8">
                        <c:v>33.166175773333336</c:v>
                      </c:pt>
                      <c:pt idx="9">
                        <c:v>36.759555346666666</c:v>
                      </c:pt>
                      <c:pt idx="10">
                        <c:v>41.150805015555555</c:v>
                      </c:pt>
                      <c:pt idx="11">
                        <c:v>46.62888650888889</c:v>
                      </c:pt>
                      <c:pt idx="12">
                        <c:v>51.337418915555553</c:v>
                      </c:pt>
                      <c:pt idx="13">
                        <c:v>58.876512326666663</c:v>
                      </c:pt>
                      <c:pt idx="14">
                        <c:v>60.690849935555555</c:v>
                      </c:pt>
                      <c:pt idx="15">
                        <c:v>58.592264526666668</c:v>
                      </c:pt>
                      <c:pt idx="16">
                        <c:v>51.045303133333334</c:v>
                      </c:pt>
                      <c:pt idx="17">
                        <c:v>52.233970553333336</c:v>
                      </c:pt>
                      <c:pt idx="18">
                        <c:v>51.96007541777778</c:v>
                      </c:pt>
                      <c:pt idx="19">
                        <c:v>61.65603214888889</c:v>
                      </c:pt>
                      <c:pt idx="20">
                        <c:v>68.91204629111111</c:v>
                      </c:pt>
                      <c:pt idx="21">
                        <c:v>79.875352022222216</c:v>
                      </c:pt>
                      <c:pt idx="22">
                        <c:v>79.029568993333328</c:v>
                      </c:pt>
                      <c:pt idx="23">
                        <c:v>67.742913006666669</c:v>
                      </c:pt>
                      <c:pt idx="24">
                        <c:v>49.858683951111111</c:v>
                      </c:pt>
                      <c:pt idx="25">
                        <c:v>31.752814155555555</c:v>
                      </c:pt>
                      <c:pt idx="26">
                        <c:v>18.728616451111112</c:v>
                      </c:pt>
                      <c:pt idx="27">
                        <c:v>11.304884937777778</c:v>
                      </c:pt>
                      <c:pt idx="28">
                        <c:v>7.8349298422222224</c:v>
                      </c:pt>
                      <c:pt idx="29">
                        <c:v>8.4292936466666664</c:v>
                      </c:pt>
                      <c:pt idx="30">
                        <c:v>15.401967668888888</c:v>
                      </c:pt>
                      <c:pt idx="31">
                        <c:v>23.509613559999998</c:v>
                      </c:pt>
                      <c:pt idx="32">
                        <c:v>33.410300588888887</c:v>
                      </c:pt>
                      <c:pt idx="33">
                        <c:v>41.104300395555555</c:v>
                      </c:pt>
                      <c:pt idx="34">
                        <c:v>47.271808184444446</c:v>
                      </c:pt>
                      <c:pt idx="35">
                        <c:v>54.525705026666664</c:v>
                      </c:pt>
                      <c:pt idx="36">
                        <c:v>55.680295928888889</c:v>
                      </c:pt>
                      <c:pt idx="37">
                        <c:v>59.999136351111112</c:v>
                      </c:pt>
                      <c:pt idx="38">
                        <c:v>70.213303335555551</c:v>
                      </c:pt>
                      <c:pt idx="39">
                        <c:v>65.487673926666673</c:v>
                      </c:pt>
                      <c:pt idx="40">
                        <c:v>53.785658528888888</c:v>
                      </c:pt>
                      <c:pt idx="41">
                        <c:v>54.604479688888887</c:v>
                      </c:pt>
                      <c:pt idx="42">
                        <c:v>54.491219166666667</c:v>
                      </c:pt>
                      <c:pt idx="43">
                        <c:v>64.704089617777782</c:v>
                      </c:pt>
                      <c:pt idx="44">
                        <c:v>72.015572006666673</c:v>
                      </c:pt>
                      <c:pt idx="45">
                        <c:v>83.759391620000002</c:v>
                      </c:pt>
                      <c:pt idx="46">
                        <c:v>81.742791313333328</c:v>
                      </c:pt>
                      <c:pt idx="47">
                        <c:v>70.551045804444442</c:v>
                      </c:pt>
                      <c:pt idx="48">
                        <c:v>51.375171700000003</c:v>
                      </c:pt>
                      <c:pt idx="49">
                        <c:v>32.631468660000003</c:v>
                      </c:pt>
                      <c:pt idx="50">
                        <c:v>18.731311777777776</c:v>
                      </c:pt>
                      <c:pt idx="51">
                        <c:v>11.230138017777778</c:v>
                      </c:pt>
                      <c:pt idx="52">
                        <c:v>8.0503135488888891</c:v>
                      </c:pt>
                      <c:pt idx="53">
                        <c:v>8.8737585066666664</c:v>
                      </c:pt>
                      <c:pt idx="54">
                        <c:v>16.228308095555555</c:v>
                      </c:pt>
                      <c:pt idx="55">
                        <c:v>24.595213228888888</c:v>
                      </c:pt>
                      <c:pt idx="56">
                        <c:v>33.758508357777778</c:v>
                      </c:pt>
                      <c:pt idx="57">
                        <c:v>39.554698860000002</c:v>
                      </c:pt>
                      <c:pt idx="58">
                        <c:v>44.024720628888886</c:v>
                      </c:pt>
                      <c:pt idx="59">
                        <c:v>49.048183233333333</c:v>
                      </c:pt>
                      <c:pt idx="60">
                        <c:v>52.050863195555557</c:v>
                      </c:pt>
                      <c:pt idx="61">
                        <c:v>60.341151651111112</c:v>
                      </c:pt>
                      <c:pt idx="62">
                        <c:v>63.591910717777779</c:v>
                      </c:pt>
                      <c:pt idx="63">
                        <c:v>60.853158644444441</c:v>
                      </c:pt>
                      <c:pt idx="64">
                        <c:v>51.613212482222224</c:v>
                      </c:pt>
                      <c:pt idx="65">
                        <c:v>52.908145535555555</c:v>
                      </c:pt>
                      <c:pt idx="66">
                        <c:v>53.087728151111108</c:v>
                      </c:pt>
                      <c:pt idx="67">
                        <c:v>62.742780257777781</c:v>
                      </c:pt>
                      <c:pt idx="68">
                        <c:v>69.897634397777779</c:v>
                      </c:pt>
                      <c:pt idx="69">
                        <c:v>80.722095717777776</c:v>
                      </c:pt>
                      <c:pt idx="70">
                        <c:v>78.409894355555551</c:v>
                      </c:pt>
                      <c:pt idx="71">
                        <c:v>64.707898173333334</c:v>
                      </c:pt>
                      <c:pt idx="72">
                        <c:v>44.434181879999997</c:v>
                      </c:pt>
                      <c:pt idx="73">
                        <c:v>26.597507113333332</c:v>
                      </c:pt>
                      <c:pt idx="74">
                        <c:v>14.978079259999999</c:v>
                      </c:pt>
                      <c:pt idx="75">
                        <c:v>9.2728033977777784</c:v>
                      </c:pt>
                      <c:pt idx="76">
                        <c:v>7.0983554555555557</c:v>
                      </c:pt>
                      <c:pt idx="77">
                        <c:v>8.2452748400000004</c:v>
                      </c:pt>
                      <c:pt idx="78">
                        <c:v>17.097112588888891</c:v>
                      </c:pt>
                      <c:pt idx="79">
                        <c:v>25.845711922222222</c:v>
                      </c:pt>
                      <c:pt idx="80">
                        <c:v>32.281650644444447</c:v>
                      </c:pt>
                      <c:pt idx="81">
                        <c:v>35.718178386666665</c:v>
                      </c:pt>
                      <c:pt idx="82">
                        <c:v>39.612077084444444</c:v>
                      </c:pt>
                      <c:pt idx="83">
                        <c:v>45.749523000000003</c:v>
                      </c:pt>
                      <c:pt idx="84">
                        <c:v>48.647258362222225</c:v>
                      </c:pt>
                      <c:pt idx="85">
                        <c:v>55.104353804444443</c:v>
                      </c:pt>
                      <c:pt idx="86">
                        <c:v>55.972121299999998</c:v>
                      </c:pt>
                      <c:pt idx="87">
                        <c:v>54.449668562222222</c:v>
                      </c:pt>
                      <c:pt idx="88">
                        <c:v>49.479396206666664</c:v>
                      </c:pt>
                      <c:pt idx="89">
                        <c:v>52.501747988888887</c:v>
                      </c:pt>
                      <c:pt idx="90">
                        <c:v>52.360312904444442</c:v>
                      </c:pt>
                      <c:pt idx="91">
                        <c:v>62.557891353333332</c:v>
                      </c:pt>
                      <c:pt idx="92">
                        <c:v>70.043250628888885</c:v>
                      </c:pt>
                      <c:pt idx="93">
                        <c:v>80.209483666666671</c:v>
                      </c:pt>
                      <c:pt idx="94">
                        <c:v>76.899672768888891</c:v>
                      </c:pt>
                      <c:pt idx="95">
                        <c:v>62.316115095555553</c:v>
                      </c:pt>
                      <c:pt idx="96">
                        <c:v>42.012067046666665</c:v>
                      </c:pt>
                      <c:pt idx="97">
                        <c:v>24.62818248</c:v>
                      </c:pt>
                      <c:pt idx="98">
                        <c:v>14.053786713333333</c:v>
                      </c:pt>
                      <c:pt idx="99">
                        <c:v>8.8529307977777769</c:v>
                      </c:pt>
                      <c:pt idx="100">
                        <c:v>6.8890800288888885</c:v>
                      </c:pt>
                      <c:pt idx="101">
                        <c:v>8.2071890555555562</c:v>
                      </c:pt>
                      <c:pt idx="102">
                        <c:v>17.347914875555556</c:v>
                      </c:pt>
                      <c:pt idx="103">
                        <c:v>27.193256422222223</c:v>
                      </c:pt>
                      <c:pt idx="104">
                        <c:v>32.631575368888889</c:v>
                      </c:pt>
                      <c:pt idx="105">
                        <c:v>35.728196786666665</c:v>
                      </c:pt>
                      <c:pt idx="106">
                        <c:v>39.446092371111114</c:v>
                      </c:pt>
                      <c:pt idx="107">
                        <c:v>45.307702517777777</c:v>
                      </c:pt>
                      <c:pt idx="108">
                        <c:v>48.713885311111113</c:v>
                      </c:pt>
                      <c:pt idx="109">
                        <c:v>55.576128560000001</c:v>
                      </c:pt>
                      <c:pt idx="110">
                        <c:v>56.654468666666666</c:v>
                      </c:pt>
                      <c:pt idx="111">
                        <c:v>55.112328328888886</c:v>
                      </c:pt>
                      <c:pt idx="112">
                        <c:v>49.498286555555552</c:v>
                      </c:pt>
                      <c:pt idx="113">
                        <c:v>52.15850362222222</c:v>
                      </c:pt>
                      <c:pt idx="114">
                        <c:v>52.103617324444443</c:v>
                      </c:pt>
                      <c:pt idx="115">
                        <c:v>62.183600048888891</c:v>
                      </c:pt>
                      <c:pt idx="116">
                        <c:v>69.999616813333333</c:v>
                      </c:pt>
                      <c:pt idx="117">
                        <c:v>81.265608811111107</c:v>
                      </c:pt>
                      <c:pt idx="118">
                        <c:v>77.522497220000005</c:v>
                      </c:pt>
                      <c:pt idx="119">
                        <c:v>63.03654391111111</c:v>
                      </c:pt>
                      <c:pt idx="120">
                        <c:v>42.488623535555554</c:v>
                      </c:pt>
                      <c:pt idx="121">
                        <c:v>25.045003699999999</c:v>
                      </c:pt>
                      <c:pt idx="122">
                        <c:v>14.087296737777777</c:v>
                      </c:pt>
                      <c:pt idx="123">
                        <c:v>8.937791544444444</c:v>
                      </c:pt>
                      <c:pt idx="124">
                        <c:v>6.9245273511111112</c:v>
                      </c:pt>
                      <c:pt idx="125">
                        <c:v>8.1329467111111118</c:v>
                      </c:pt>
                      <c:pt idx="126">
                        <c:v>17.670508439999999</c:v>
                      </c:pt>
                      <c:pt idx="127">
                        <c:v>27.093702575555554</c:v>
                      </c:pt>
                      <c:pt idx="128">
                        <c:v>32.28732708222222</c:v>
                      </c:pt>
                      <c:pt idx="129">
                        <c:v>35.881418146666668</c:v>
                      </c:pt>
                      <c:pt idx="130">
                        <c:v>40.325012815555553</c:v>
                      </c:pt>
                      <c:pt idx="131">
                        <c:v>45.980357235555559</c:v>
                      </c:pt>
                      <c:pt idx="132">
                        <c:v>50.719577764444445</c:v>
                      </c:pt>
                      <c:pt idx="133">
                        <c:v>60.210131184444442</c:v>
                      </c:pt>
                      <c:pt idx="134">
                        <c:v>61.238351568888888</c:v>
                      </c:pt>
                      <c:pt idx="135">
                        <c:v>57.588232088888887</c:v>
                      </c:pt>
                      <c:pt idx="136">
                        <c:v>50.078865251111111</c:v>
                      </c:pt>
                      <c:pt idx="137">
                        <c:v>52.184847971111111</c:v>
                      </c:pt>
                      <c:pt idx="138">
                        <c:v>56.285828408888889</c:v>
                      </c:pt>
                      <c:pt idx="139">
                        <c:v>64.796382866666661</c:v>
                      </c:pt>
                      <c:pt idx="140">
                        <c:v>70.197148157777775</c:v>
                      </c:pt>
                      <c:pt idx="141">
                        <c:v>80.653243202222228</c:v>
                      </c:pt>
                      <c:pt idx="142">
                        <c:v>77.042306304444438</c:v>
                      </c:pt>
                      <c:pt idx="143">
                        <c:v>64.285765962222229</c:v>
                      </c:pt>
                      <c:pt idx="144">
                        <c:v>45.032595093333335</c:v>
                      </c:pt>
                      <c:pt idx="145">
                        <c:v>26.852099204444446</c:v>
                      </c:pt>
                      <c:pt idx="146">
                        <c:v>16.017445804444446</c:v>
                      </c:pt>
                      <c:pt idx="147">
                        <c:v>9.3760621088888882</c:v>
                      </c:pt>
                      <c:pt idx="148">
                        <c:v>7.080638691111111</c:v>
                      </c:pt>
                      <c:pt idx="149">
                        <c:v>8.4120135377777778</c:v>
                      </c:pt>
                      <c:pt idx="150">
                        <c:v>18.002429137777778</c:v>
                      </c:pt>
                      <c:pt idx="151">
                        <c:v>27.171248724444446</c:v>
                      </c:pt>
                      <c:pt idx="152">
                        <c:v>32.788391660000002</c:v>
                      </c:pt>
                      <c:pt idx="153">
                        <c:v>35.866948753333332</c:v>
                      </c:pt>
                      <c:pt idx="154">
                        <c:v>39.929380597777779</c:v>
                      </c:pt>
                      <c:pt idx="155">
                        <c:v>45.126198251111113</c:v>
                      </c:pt>
                      <c:pt idx="156">
                        <c:v>48.752033066666669</c:v>
                      </c:pt>
                      <c:pt idx="157">
                        <c:v>55.281686435555557</c:v>
                      </c:pt>
                      <c:pt idx="158">
                        <c:v>56.709292019999999</c:v>
                      </c:pt>
                      <c:pt idx="159">
                        <c:v>54.535545766666665</c:v>
                      </c:pt>
                      <c:pt idx="160">
                        <c:v>50.332224144444446</c:v>
                      </c:pt>
                      <c:pt idx="161">
                        <c:v>53.506185291111109</c:v>
                      </c:pt>
                      <c:pt idx="162">
                        <c:v>53.665010231111111</c:v>
                      </c:pt>
                      <c:pt idx="163">
                        <c:v>62.789906788888892</c:v>
                      </c:pt>
                      <c:pt idx="164">
                        <c:v>69.916918644444451</c:v>
                      </c:pt>
                      <c:pt idx="165">
                        <c:v>80.024360380000005</c:v>
                      </c:pt>
                      <c:pt idx="166">
                        <c:v>76.497733671111106</c:v>
                      </c:pt>
                      <c:pt idx="167">
                        <c:v>61.251306857777777</c:v>
                      </c:pt>
                      <c:pt idx="168">
                        <c:v>41.804314486666669</c:v>
                      </c:pt>
                      <c:pt idx="169">
                        <c:v>24.797793142222222</c:v>
                      </c:pt>
                      <c:pt idx="170">
                        <c:v>14.222713384444445</c:v>
                      </c:pt>
                      <c:pt idx="171">
                        <c:v>8.9178119777777773</c:v>
                      </c:pt>
                      <c:pt idx="172">
                        <c:v>6.9537229511111107</c:v>
                      </c:pt>
                      <c:pt idx="173">
                        <c:v>8.4499443822222222</c:v>
                      </c:pt>
                      <c:pt idx="174">
                        <c:v>18.221537622222222</c:v>
                      </c:pt>
                      <c:pt idx="175">
                        <c:v>28.340799173333334</c:v>
                      </c:pt>
                      <c:pt idx="176">
                        <c:v>35.048407382222223</c:v>
                      </c:pt>
                      <c:pt idx="177">
                        <c:v>40.159401340000002</c:v>
                      </c:pt>
                      <c:pt idx="178">
                        <c:v>43.23981718666667</c:v>
                      </c:pt>
                      <c:pt idx="179">
                        <c:v>47.365315984444443</c:v>
                      </c:pt>
                      <c:pt idx="180">
                        <c:v>51.595771648888892</c:v>
                      </c:pt>
                      <c:pt idx="181">
                        <c:v>58.307329342222225</c:v>
                      </c:pt>
                      <c:pt idx="182">
                        <c:v>59.740879762222221</c:v>
                      </c:pt>
                      <c:pt idx="183">
                        <c:v>57.137088575555559</c:v>
                      </c:pt>
                      <c:pt idx="184">
                        <c:v>50.82433044222222</c:v>
                      </c:pt>
                      <c:pt idx="185">
                        <c:v>53.028822828888892</c:v>
                      </c:pt>
                      <c:pt idx="186">
                        <c:v>53.602573771111111</c:v>
                      </c:pt>
                      <c:pt idx="187">
                        <c:v>64.018482300000002</c:v>
                      </c:pt>
                      <c:pt idx="188">
                        <c:v>71.372277886666666</c:v>
                      </c:pt>
                      <c:pt idx="189">
                        <c:v>80.995931871111111</c:v>
                      </c:pt>
                      <c:pt idx="190">
                        <c:v>78.972190908888891</c:v>
                      </c:pt>
                      <c:pt idx="191">
                        <c:v>66.131322093333338</c:v>
                      </c:pt>
                      <c:pt idx="192">
                        <c:v>47.327224786666669</c:v>
                      </c:pt>
                      <c:pt idx="193">
                        <c:v>30.087356011111112</c:v>
                      </c:pt>
                      <c:pt idx="194">
                        <c:v>17.499759477777779</c:v>
                      </c:pt>
                      <c:pt idx="195">
                        <c:v>10.842437106666667</c:v>
                      </c:pt>
                      <c:pt idx="196">
                        <c:v>7.7090559599999997</c:v>
                      </c:pt>
                      <c:pt idx="197">
                        <c:v>8.1661794422222229</c:v>
                      </c:pt>
                      <c:pt idx="198">
                        <c:v>16.067579568888888</c:v>
                      </c:pt>
                      <c:pt idx="199">
                        <c:v>24.450426822222223</c:v>
                      </c:pt>
                      <c:pt idx="200">
                        <c:v>34.197356648888892</c:v>
                      </c:pt>
                      <c:pt idx="201">
                        <c:v>40.867165953333334</c:v>
                      </c:pt>
                      <c:pt idx="202">
                        <c:v>47.102522917777776</c:v>
                      </c:pt>
                      <c:pt idx="203">
                        <c:v>53.44664696666667</c:v>
                      </c:pt>
                      <c:pt idx="204">
                        <c:v>54.129432219999998</c:v>
                      </c:pt>
                      <c:pt idx="205">
                        <c:v>58.657039060000002</c:v>
                      </c:pt>
                      <c:pt idx="206">
                        <c:v>68.089012235555558</c:v>
                      </c:pt>
                      <c:pt idx="207">
                        <c:v>62.506473620000001</c:v>
                      </c:pt>
                      <c:pt idx="208">
                        <c:v>52.70133918222222</c:v>
                      </c:pt>
                      <c:pt idx="209">
                        <c:v>53.938003822222221</c:v>
                      </c:pt>
                      <c:pt idx="210">
                        <c:v>53.321819277777777</c:v>
                      </c:pt>
                      <c:pt idx="211">
                        <c:v>64.410407948888889</c:v>
                      </c:pt>
                      <c:pt idx="212">
                        <c:v>72.302349422222221</c:v>
                      </c:pt>
                      <c:pt idx="213">
                        <c:v>82.582310073333332</c:v>
                      </c:pt>
                      <c:pt idx="214">
                        <c:v>81.092419840000005</c:v>
                      </c:pt>
                      <c:pt idx="215">
                        <c:v>67.632824102222216</c:v>
                      </c:pt>
                      <c:pt idx="216">
                        <c:v>47.706339904444441</c:v>
                      </c:pt>
                      <c:pt idx="217">
                        <c:v>28.871710402222224</c:v>
                      </c:pt>
                      <c:pt idx="218">
                        <c:v>16.612333664444446</c:v>
                      </c:pt>
                      <c:pt idx="219">
                        <c:v>10.024430155555555</c:v>
                      </c:pt>
                      <c:pt idx="220">
                        <c:v>7.350687446666667</c:v>
                      </c:pt>
                      <c:pt idx="221">
                        <c:v>8.0443118222222214</c:v>
                      </c:pt>
                      <c:pt idx="222">
                        <c:v>16.029194775555556</c:v>
                      </c:pt>
                      <c:pt idx="223">
                        <c:v>24.976305735555556</c:v>
                      </c:pt>
                      <c:pt idx="224">
                        <c:v>33.425678228888891</c:v>
                      </c:pt>
                      <c:pt idx="225">
                        <c:v>38.80959631333333</c:v>
                      </c:pt>
                      <c:pt idx="226">
                        <c:v>42.894046377777777</c:v>
                      </c:pt>
                      <c:pt idx="227">
                        <c:v>47.794751553333334</c:v>
                      </c:pt>
                      <c:pt idx="228">
                        <c:v>50.761995357777778</c:v>
                      </c:pt>
                      <c:pt idx="229">
                        <c:v>59.994148524444448</c:v>
                      </c:pt>
                      <c:pt idx="230">
                        <c:v>62.866161226666669</c:v>
                      </c:pt>
                      <c:pt idx="231">
                        <c:v>59.206314048888892</c:v>
                      </c:pt>
                      <c:pt idx="232">
                        <c:v>51.405814508888888</c:v>
                      </c:pt>
                      <c:pt idx="233">
                        <c:v>53.134425691111112</c:v>
                      </c:pt>
                      <c:pt idx="234">
                        <c:v>53.69758736</c:v>
                      </c:pt>
                      <c:pt idx="235">
                        <c:v>63.088358497777776</c:v>
                      </c:pt>
                      <c:pt idx="236">
                        <c:v>72.244901395555559</c:v>
                      </c:pt>
                      <c:pt idx="237">
                        <c:v>82.594076084444438</c:v>
                      </c:pt>
                      <c:pt idx="238">
                        <c:v>77.114214482222224</c:v>
                      </c:pt>
                      <c:pt idx="239">
                        <c:v>61.71967816888889</c:v>
                      </c:pt>
                      <c:pt idx="240">
                        <c:v>41.024390084444441</c:v>
                      </c:pt>
                      <c:pt idx="241">
                        <c:v>24.28505391111111</c:v>
                      </c:pt>
                      <c:pt idx="242">
                        <c:v>13.896628508888888</c:v>
                      </c:pt>
                      <c:pt idx="243">
                        <c:v>8.9408250533333327</c:v>
                      </c:pt>
                      <c:pt idx="244">
                        <c:v>6.9412649111111113</c:v>
                      </c:pt>
                      <c:pt idx="245">
                        <c:v>8.0241899977777784</c:v>
                      </c:pt>
                      <c:pt idx="246">
                        <c:v>17.187426120000001</c:v>
                      </c:pt>
                      <c:pt idx="247">
                        <c:v>26.137822951111112</c:v>
                      </c:pt>
                      <c:pt idx="248">
                        <c:v>32.210286795555554</c:v>
                      </c:pt>
                      <c:pt idx="249">
                        <c:v>34.289650235555555</c:v>
                      </c:pt>
                      <c:pt idx="250">
                        <c:v>37.908462622222224</c:v>
                      </c:pt>
                      <c:pt idx="251">
                        <c:v>43.415811699999999</c:v>
                      </c:pt>
                      <c:pt idx="252">
                        <c:v>47.159939546666664</c:v>
                      </c:pt>
                      <c:pt idx="253">
                        <c:v>54.150569311111113</c:v>
                      </c:pt>
                      <c:pt idx="254">
                        <c:v>55.714357951111111</c:v>
                      </c:pt>
                      <c:pt idx="255">
                        <c:v>53.530025102222226</c:v>
                      </c:pt>
                      <c:pt idx="256">
                        <c:v>50.063815606666665</c:v>
                      </c:pt>
                      <c:pt idx="257">
                        <c:v>53.875573453333331</c:v>
                      </c:pt>
                      <c:pt idx="258">
                        <c:v>54.385591708888889</c:v>
                      </c:pt>
                      <c:pt idx="259">
                        <c:v>63.413719422222222</c:v>
                      </c:pt>
                      <c:pt idx="260">
                        <c:v>72.066868237777783</c:v>
                      </c:pt>
                      <c:pt idx="261">
                        <c:v>80.605962286666667</c:v>
                      </c:pt>
                      <c:pt idx="262">
                        <c:v>76.094253457777782</c:v>
                      </c:pt>
                      <c:pt idx="263">
                        <c:v>60.101003519999999</c:v>
                      </c:pt>
                      <c:pt idx="264">
                        <c:v>39.61294482666667</c:v>
                      </c:pt>
                      <c:pt idx="265">
                        <c:v>23.326743664444443</c:v>
                      </c:pt>
                      <c:pt idx="266">
                        <c:v>13.194433137777779</c:v>
                      </c:pt>
                      <c:pt idx="267">
                        <c:v>8.4775800177777771</c:v>
                      </c:pt>
                      <c:pt idx="268">
                        <c:v>6.7898165333333331</c:v>
                      </c:pt>
                      <c:pt idx="269">
                        <c:v>7.9884307066666667</c:v>
                      </c:pt>
                      <c:pt idx="270">
                        <c:v>17.713721273333334</c:v>
                      </c:pt>
                      <c:pt idx="271">
                        <c:v>27.107401635555554</c:v>
                      </c:pt>
                      <c:pt idx="272">
                        <c:v>32.41280880888889</c:v>
                      </c:pt>
                      <c:pt idx="273">
                        <c:v>35.414611933333333</c:v>
                      </c:pt>
                      <c:pt idx="274">
                        <c:v>39.264109924444448</c:v>
                      </c:pt>
                      <c:pt idx="275">
                        <c:v>44.37247456888889</c:v>
                      </c:pt>
                      <c:pt idx="276">
                        <c:v>48.438431762222223</c:v>
                      </c:pt>
                      <c:pt idx="277">
                        <c:v>55.126981173333334</c:v>
                      </c:pt>
                      <c:pt idx="278">
                        <c:v>55.58841845111111</c:v>
                      </c:pt>
                      <c:pt idx="279">
                        <c:v>53.490639308888888</c:v>
                      </c:pt>
                      <c:pt idx="280">
                        <c:v>50.34177216222222</c:v>
                      </c:pt>
                      <c:pt idx="281">
                        <c:v>53.525716651111111</c:v>
                      </c:pt>
                      <c:pt idx="282">
                        <c:v>53.539109655555556</c:v>
                      </c:pt>
                      <c:pt idx="283">
                        <c:v>63.554736426666665</c:v>
                      </c:pt>
                      <c:pt idx="284">
                        <c:v>72.757666866666668</c:v>
                      </c:pt>
                      <c:pt idx="285">
                        <c:v>82.257735571111112</c:v>
                      </c:pt>
                      <c:pt idx="286">
                        <c:v>76.610552662222219</c:v>
                      </c:pt>
                      <c:pt idx="287">
                        <c:v>60.362046213333336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3B6C-47C2-956F-045AF7A440C3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12-10-2026'!$J$1</c15:sqref>
                        </c15:formulaRef>
                      </c:ext>
                    </c:extLst>
                    <c:strCache>
                      <c:ptCount val="1"/>
                      <c:pt idx="0">
                        <c:v>BMR-DGW1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12-10-2026'!$J$2:$J$289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4.7150863644444447</c:v>
                      </c:pt>
                      <c:pt idx="1">
                        <c:v>2.79348274</c:v>
                      </c:pt>
                      <c:pt idx="2">
                        <c:v>1.61412936</c:v>
                      </c:pt>
                      <c:pt idx="3">
                        <c:v>1.0455524866666666</c:v>
                      </c:pt>
                      <c:pt idx="4">
                        <c:v>0.91988577111111114</c:v>
                      </c:pt>
                      <c:pt idx="5">
                        <c:v>1.3609440955555556</c:v>
                      </c:pt>
                      <c:pt idx="6">
                        <c:v>2.7166018444444444</c:v>
                      </c:pt>
                      <c:pt idx="7">
                        <c:v>3.9623833733333331</c:v>
                      </c:pt>
                      <c:pt idx="8">
                        <c:v>4.268624735555556</c:v>
                      </c:pt>
                      <c:pt idx="9">
                        <c:v>4.2399048777777777</c:v>
                      </c:pt>
                      <c:pt idx="10">
                        <c:v>4.3460099533333336</c:v>
                      </c:pt>
                      <c:pt idx="11">
                        <c:v>4.8104389666666663</c:v>
                      </c:pt>
                      <c:pt idx="12">
                        <c:v>5.4845724022222226</c:v>
                      </c:pt>
                      <c:pt idx="13">
                        <c:v>6.2901444133333335</c:v>
                      </c:pt>
                      <c:pt idx="14">
                        <c:v>6.6273526488888885</c:v>
                      </c:pt>
                      <c:pt idx="15">
                        <c:v>6.3559021822222226</c:v>
                      </c:pt>
                      <c:pt idx="16">
                        <c:v>5.3122707399999998</c:v>
                      </c:pt>
                      <c:pt idx="17">
                        <c:v>4.8941382666666664</c:v>
                      </c:pt>
                      <c:pt idx="18">
                        <c:v>5.0326159022222221</c:v>
                      </c:pt>
                      <c:pt idx="19">
                        <c:v>6.0977596955555553</c:v>
                      </c:pt>
                      <c:pt idx="20">
                        <c:v>6.5825109177777774</c:v>
                      </c:pt>
                      <c:pt idx="21">
                        <c:v>7.5775862933333329</c:v>
                      </c:pt>
                      <c:pt idx="22">
                        <c:v>7.8548659955555555</c:v>
                      </c:pt>
                      <c:pt idx="23">
                        <c:v>6.8665391755555554</c:v>
                      </c:pt>
                      <c:pt idx="24">
                        <c:v>5.0778910177777776</c:v>
                      </c:pt>
                      <c:pt idx="25">
                        <c:v>3.1814328844444444</c:v>
                      </c:pt>
                      <c:pt idx="26">
                        <c:v>1.8637652022222222</c:v>
                      </c:pt>
                      <c:pt idx="27">
                        <c:v>1.1914245644444443</c:v>
                      </c:pt>
                      <c:pt idx="28">
                        <c:v>0.94009377333333333</c:v>
                      </c:pt>
                      <c:pt idx="29">
                        <c:v>1.24613258</c:v>
                      </c:pt>
                      <c:pt idx="30">
                        <c:v>2.3634316444444443</c:v>
                      </c:pt>
                      <c:pt idx="31">
                        <c:v>3.5625835711111109</c:v>
                      </c:pt>
                      <c:pt idx="32">
                        <c:v>4.6003153711111109</c:v>
                      </c:pt>
                      <c:pt idx="33">
                        <c:v>4.9343066733333334</c:v>
                      </c:pt>
                      <c:pt idx="34">
                        <c:v>5.1702186577777773</c:v>
                      </c:pt>
                      <c:pt idx="35">
                        <c:v>5.7767192688888889</c:v>
                      </c:pt>
                      <c:pt idx="36">
                        <c:v>6.171995311111111</c:v>
                      </c:pt>
                      <c:pt idx="37">
                        <c:v>6.681857642222222</c:v>
                      </c:pt>
                      <c:pt idx="38">
                        <c:v>7.4255420422222222</c:v>
                      </c:pt>
                      <c:pt idx="39">
                        <c:v>6.9777517666666666</c:v>
                      </c:pt>
                      <c:pt idx="40">
                        <c:v>5.5883561999999998</c:v>
                      </c:pt>
                      <c:pt idx="41">
                        <c:v>5.1728916266666669</c:v>
                      </c:pt>
                      <c:pt idx="42">
                        <c:v>5.356992642222222</c:v>
                      </c:pt>
                      <c:pt idx="43">
                        <c:v>6.3945630266666669</c:v>
                      </c:pt>
                      <c:pt idx="44">
                        <c:v>6.8210814733333329</c:v>
                      </c:pt>
                      <c:pt idx="45">
                        <c:v>7.8436307311111113</c:v>
                      </c:pt>
                      <c:pt idx="46">
                        <c:v>8.1026763200000005</c:v>
                      </c:pt>
                      <c:pt idx="47">
                        <c:v>7.103100546666667</c:v>
                      </c:pt>
                      <c:pt idx="48">
                        <c:v>5.2214188200000002</c:v>
                      </c:pt>
                      <c:pt idx="49">
                        <c:v>3.2022697288888891</c:v>
                      </c:pt>
                      <c:pt idx="50">
                        <c:v>1.9273914488888888</c:v>
                      </c:pt>
                      <c:pt idx="51">
                        <c:v>1.2369375600000001</c:v>
                      </c:pt>
                      <c:pt idx="52">
                        <c:v>1.0452270822222223</c:v>
                      </c:pt>
                      <c:pt idx="53">
                        <c:v>1.4093910999999999</c:v>
                      </c:pt>
                      <c:pt idx="54">
                        <c:v>2.5706300022222224</c:v>
                      </c:pt>
                      <c:pt idx="55">
                        <c:v>3.808300251111111</c:v>
                      </c:pt>
                      <c:pt idx="56">
                        <c:v>4.579302133333333</c:v>
                      </c:pt>
                      <c:pt idx="57">
                        <c:v>4.7552931977777781</c:v>
                      </c:pt>
                      <c:pt idx="58">
                        <c:v>4.8256011466666671</c:v>
                      </c:pt>
                      <c:pt idx="59">
                        <c:v>5.2207735733333331</c:v>
                      </c:pt>
                      <c:pt idx="60">
                        <c:v>5.6867112222222218</c:v>
                      </c:pt>
                      <c:pt idx="61">
                        <c:v>6.5277457844444449</c:v>
                      </c:pt>
                      <c:pt idx="62">
                        <c:v>6.9336608955555556</c:v>
                      </c:pt>
                      <c:pt idx="63">
                        <c:v>6.5079248555555553</c:v>
                      </c:pt>
                      <c:pt idx="64">
                        <c:v>5.3527093288888885</c:v>
                      </c:pt>
                      <c:pt idx="65">
                        <c:v>4.9928417044444444</c:v>
                      </c:pt>
                      <c:pt idx="66">
                        <c:v>5.1568461644444445</c:v>
                      </c:pt>
                      <c:pt idx="67">
                        <c:v>6.183216166666667</c:v>
                      </c:pt>
                      <c:pt idx="68">
                        <c:v>6.7286867399999997</c:v>
                      </c:pt>
                      <c:pt idx="69">
                        <c:v>7.6533856133333336</c:v>
                      </c:pt>
                      <c:pt idx="70">
                        <c:v>7.7861724666666667</c:v>
                      </c:pt>
                      <c:pt idx="71">
                        <c:v>6.6226062133333334</c:v>
                      </c:pt>
                      <c:pt idx="72">
                        <c:v>4.4864985822222225</c:v>
                      </c:pt>
                      <c:pt idx="73">
                        <c:v>2.6660788533333335</c:v>
                      </c:pt>
                      <c:pt idx="74">
                        <c:v>1.60751592</c:v>
                      </c:pt>
                      <c:pt idx="75">
                        <c:v>1.1079131555555555</c:v>
                      </c:pt>
                      <c:pt idx="76">
                        <c:v>0.99560155333333333</c:v>
                      </c:pt>
                      <c:pt idx="77">
                        <c:v>1.3310038777777777</c:v>
                      </c:pt>
                      <c:pt idx="78">
                        <c:v>2.6967070977777778</c:v>
                      </c:pt>
                      <c:pt idx="79">
                        <c:v>3.7777215200000001</c:v>
                      </c:pt>
                      <c:pt idx="80">
                        <c:v>4.1682226755555556</c:v>
                      </c:pt>
                      <c:pt idx="81">
                        <c:v>4.1902742177777776</c:v>
                      </c:pt>
                      <c:pt idx="82">
                        <c:v>4.2371875066666664</c:v>
                      </c:pt>
                      <c:pt idx="83">
                        <c:v>4.6712693066666668</c:v>
                      </c:pt>
                      <c:pt idx="84">
                        <c:v>5.2006425377777781</c:v>
                      </c:pt>
                      <c:pt idx="85">
                        <c:v>5.8859264355555556</c:v>
                      </c:pt>
                      <c:pt idx="86">
                        <c:v>6.0742032711111111</c:v>
                      </c:pt>
                      <c:pt idx="87">
                        <c:v>5.8859464399999997</c:v>
                      </c:pt>
                      <c:pt idx="88">
                        <c:v>5.1000955777777781</c:v>
                      </c:pt>
                      <c:pt idx="89">
                        <c:v>4.7429827844444441</c:v>
                      </c:pt>
                      <c:pt idx="90">
                        <c:v>5.0714306644444447</c:v>
                      </c:pt>
                      <c:pt idx="91">
                        <c:v>6.0404935799999997</c:v>
                      </c:pt>
                      <c:pt idx="92">
                        <c:v>6.5411803422222219</c:v>
                      </c:pt>
                      <c:pt idx="93">
                        <c:v>7.5082221000000002</c:v>
                      </c:pt>
                      <c:pt idx="94">
                        <c:v>7.5807869333333331</c:v>
                      </c:pt>
                      <c:pt idx="95">
                        <c:v>6.3336801266666667</c:v>
                      </c:pt>
                      <c:pt idx="96">
                        <c:v>4.2658935511111107</c:v>
                      </c:pt>
                      <c:pt idx="97">
                        <c:v>2.4841240666666669</c:v>
                      </c:pt>
                      <c:pt idx="98">
                        <c:v>1.4502789177777777</c:v>
                      </c:pt>
                      <c:pt idx="99">
                        <c:v>0.99822053777777775</c:v>
                      </c:pt>
                      <c:pt idx="100">
                        <c:v>0.8997989666666667</c:v>
                      </c:pt>
                      <c:pt idx="101">
                        <c:v>1.2810598177777779</c:v>
                      </c:pt>
                      <c:pt idx="102">
                        <c:v>2.6998945088888888</c:v>
                      </c:pt>
                      <c:pt idx="103">
                        <c:v>3.8243468666666667</c:v>
                      </c:pt>
                      <c:pt idx="104">
                        <c:v>4.1934440244444442</c:v>
                      </c:pt>
                      <c:pt idx="105">
                        <c:v>4.0776339111111115</c:v>
                      </c:pt>
                      <c:pt idx="106">
                        <c:v>4.1601507222222223</c:v>
                      </c:pt>
                      <c:pt idx="107">
                        <c:v>4.63192088</c:v>
                      </c:pt>
                      <c:pt idx="108">
                        <c:v>5.2449084844444442</c:v>
                      </c:pt>
                      <c:pt idx="109">
                        <c:v>5.956073942222222</c:v>
                      </c:pt>
                      <c:pt idx="110">
                        <c:v>6.1551246111111109</c:v>
                      </c:pt>
                      <c:pt idx="111">
                        <c:v>5.9631463422222222</c:v>
                      </c:pt>
                      <c:pt idx="112">
                        <c:v>5.1437708511111113</c:v>
                      </c:pt>
                      <c:pt idx="113">
                        <c:v>4.7931888288888889</c:v>
                      </c:pt>
                      <c:pt idx="114">
                        <c:v>5.0506512311111109</c:v>
                      </c:pt>
                      <c:pt idx="115">
                        <c:v>6.1211493311111109</c:v>
                      </c:pt>
                      <c:pt idx="116">
                        <c:v>6.6074367444444446</c:v>
                      </c:pt>
                      <c:pt idx="117">
                        <c:v>7.5317638288888888</c:v>
                      </c:pt>
                      <c:pt idx="118">
                        <c:v>7.7537499288888885</c:v>
                      </c:pt>
                      <c:pt idx="119">
                        <c:v>6.402824228888889</c:v>
                      </c:pt>
                      <c:pt idx="120">
                        <c:v>4.3502429999999999</c:v>
                      </c:pt>
                      <c:pt idx="121">
                        <c:v>2.5698270311111111</c:v>
                      </c:pt>
                      <c:pt idx="122">
                        <c:v>1.5107830777777778</c:v>
                      </c:pt>
                      <c:pt idx="123">
                        <c:v>1.0147924155555557</c:v>
                      </c:pt>
                      <c:pt idx="124">
                        <c:v>0.9270931911111111</c:v>
                      </c:pt>
                      <c:pt idx="125">
                        <c:v>1.3287361955555557</c:v>
                      </c:pt>
                      <c:pt idx="126">
                        <c:v>2.8017457488888891</c:v>
                      </c:pt>
                      <c:pt idx="127">
                        <c:v>3.8979889733333333</c:v>
                      </c:pt>
                      <c:pt idx="128">
                        <c:v>4.1387310444444445</c:v>
                      </c:pt>
                      <c:pt idx="129">
                        <c:v>4.1293871111111109</c:v>
                      </c:pt>
                      <c:pt idx="130">
                        <c:v>4.2033952066666664</c:v>
                      </c:pt>
                      <c:pt idx="131">
                        <c:v>4.7061438355555554</c:v>
                      </c:pt>
                      <c:pt idx="132">
                        <c:v>5.4238897777777781</c:v>
                      </c:pt>
                      <c:pt idx="133">
                        <c:v>6.4287084733333337</c:v>
                      </c:pt>
                      <c:pt idx="134">
                        <c:v>6.751702751111111</c:v>
                      </c:pt>
                      <c:pt idx="135">
                        <c:v>6.3738901555555554</c:v>
                      </c:pt>
                      <c:pt idx="136">
                        <c:v>5.2129739333333331</c:v>
                      </c:pt>
                      <c:pt idx="137">
                        <c:v>4.9039031755555555</c:v>
                      </c:pt>
                      <c:pt idx="138">
                        <c:v>5.3465574377777774</c:v>
                      </c:pt>
                      <c:pt idx="139">
                        <c:v>6.269728146666667</c:v>
                      </c:pt>
                      <c:pt idx="140">
                        <c:v>6.6118620577777776</c:v>
                      </c:pt>
                      <c:pt idx="141">
                        <c:v>7.5861919311111112</c:v>
                      </c:pt>
                      <c:pt idx="142">
                        <c:v>7.6928131177777779</c:v>
                      </c:pt>
                      <c:pt idx="143">
                        <c:v>6.4697109866666667</c:v>
                      </c:pt>
                      <c:pt idx="144">
                        <c:v>4.3992625977777777</c:v>
                      </c:pt>
                      <c:pt idx="145">
                        <c:v>2.6338407066666667</c:v>
                      </c:pt>
                      <c:pt idx="146">
                        <c:v>1.6071727466666668</c:v>
                      </c:pt>
                      <c:pt idx="147">
                        <c:v>1.0986633800000001</c:v>
                      </c:pt>
                      <c:pt idx="148">
                        <c:v>0.97081767777777783</c:v>
                      </c:pt>
                      <c:pt idx="149">
                        <c:v>1.3534371977777777</c:v>
                      </c:pt>
                      <c:pt idx="150">
                        <c:v>2.841922842222222</c:v>
                      </c:pt>
                      <c:pt idx="151">
                        <c:v>3.9147980444444443</c:v>
                      </c:pt>
                      <c:pt idx="152">
                        <c:v>4.1817903155555554</c:v>
                      </c:pt>
                      <c:pt idx="153">
                        <c:v>4.1199407355555557</c:v>
                      </c:pt>
                      <c:pt idx="154">
                        <c:v>4.1984539088888893</c:v>
                      </c:pt>
                      <c:pt idx="155">
                        <c:v>4.6593520333333336</c:v>
                      </c:pt>
                      <c:pt idx="156">
                        <c:v>5.2540349866666665</c:v>
                      </c:pt>
                      <c:pt idx="157">
                        <c:v>5.9832125200000004</c:v>
                      </c:pt>
                      <c:pt idx="158">
                        <c:v>6.2042895977777777</c:v>
                      </c:pt>
                      <c:pt idx="159">
                        <c:v>5.9138670733333329</c:v>
                      </c:pt>
                      <c:pt idx="160">
                        <c:v>5.1693820888888888</c:v>
                      </c:pt>
                      <c:pt idx="161">
                        <c:v>4.9076590600000003</c:v>
                      </c:pt>
                      <c:pt idx="162">
                        <c:v>5.261527237777778</c:v>
                      </c:pt>
                      <c:pt idx="163">
                        <c:v>6.2610437488888886</c:v>
                      </c:pt>
                      <c:pt idx="164">
                        <c:v>6.6912453288888889</c:v>
                      </c:pt>
                      <c:pt idx="165">
                        <c:v>7.5872038599999998</c:v>
                      </c:pt>
                      <c:pt idx="166">
                        <c:v>7.6926889111111114</c:v>
                      </c:pt>
                      <c:pt idx="167">
                        <c:v>6.2673329933333335</c:v>
                      </c:pt>
                      <c:pt idx="168">
                        <c:v>4.2644409288888889</c:v>
                      </c:pt>
                      <c:pt idx="169">
                        <c:v>2.5728265355555555</c:v>
                      </c:pt>
                      <c:pt idx="170">
                        <c:v>1.5027967777777778</c:v>
                      </c:pt>
                      <c:pt idx="171">
                        <c:v>1.0548062533333333</c:v>
                      </c:pt>
                      <c:pt idx="172">
                        <c:v>0.97967067555555554</c:v>
                      </c:pt>
                      <c:pt idx="173">
                        <c:v>1.34454406</c:v>
                      </c:pt>
                      <c:pt idx="174">
                        <c:v>2.8919055333333334</c:v>
                      </c:pt>
                      <c:pt idx="175">
                        <c:v>4.0580163911111109</c:v>
                      </c:pt>
                      <c:pt idx="176">
                        <c:v>4.4464121133333334</c:v>
                      </c:pt>
                      <c:pt idx="177">
                        <c:v>4.3816503955555559</c:v>
                      </c:pt>
                      <c:pt idx="178">
                        <c:v>4.3857814399999997</c:v>
                      </c:pt>
                      <c:pt idx="179">
                        <c:v>4.7756483933333334</c:v>
                      </c:pt>
                      <c:pt idx="180">
                        <c:v>5.4189849644444443</c:v>
                      </c:pt>
                      <c:pt idx="181">
                        <c:v>6.1815599800000003</c:v>
                      </c:pt>
                      <c:pt idx="182">
                        <c:v>6.4618156066666668</c:v>
                      </c:pt>
                      <c:pt idx="183">
                        <c:v>6.2181922399999996</c:v>
                      </c:pt>
                      <c:pt idx="184">
                        <c:v>5.2163519000000003</c:v>
                      </c:pt>
                      <c:pt idx="185">
                        <c:v>5.0181355200000004</c:v>
                      </c:pt>
                      <c:pt idx="186">
                        <c:v>5.3481072488888888</c:v>
                      </c:pt>
                      <c:pt idx="187">
                        <c:v>6.3394292866666664</c:v>
                      </c:pt>
                      <c:pt idx="188">
                        <c:v>6.8318131266666668</c:v>
                      </c:pt>
                      <c:pt idx="189">
                        <c:v>7.6564977555555558</c:v>
                      </c:pt>
                      <c:pt idx="190">
                        <c:v>7.866721817777778</c:v>
                      </c:pt>
                      <c:pt idx="191">
                        <c:v>6.75098018</c:v>
                      </c:pt>
                      <c:pt idx="192">
                        <c:v>4.8733549444444444</c:v>
                      </c:pt>
                      <c:pt idx="193">
                        <c:v>3.0468550688888887</c:v>
                      </c:pt>
                      <c:pt idx="194">
                        <c:v>1.7634242466666668</c:v>
                      </c:pt>
                      <c:pt idx="195">
                        <c:v>1.2003983266666667</c:v>
                      </c:pt>
                      <c:pt idx="196">
                        <c:v>1.0376545933333334</c:v>
                      </c:pt>
                      <c:pt idx="197">
                        <c:v>1.2774697488888889</c:v>
                      </c:pt>
                      <c:pt idx="198">
                        <c:v>2.5073967844444445</c:v>
                      </c:pt>
                      <c:pt idx="199">
                        <c:v>3.7673075333333332</c:v>
                      </c:pt>
                      <c:pt idx="200">
                        <c:v>4.7074515866666671</c:v>
                      </c:pt>
                      <c:pt idx="201">
                        <c:v>5.010541326666667</c:v>
                      </c:pt>
                      <c:pt idx="202">
                        <c:v>5.1671932622222219</c:v>
                      </c:pt>
                      <c:pt idx="203">
                        <c:v>5.6953126000000003</c:v>
                      </c:pt>
                      <c:pt idx="204">
                        <c:v>6.0672338377777777</c:v>
                      </c:pt>
                      <c:pt idx="205">
                        <c:v>6.5078507111111108</c:v>
                      </c:pt>
                      <c:pt idx="206">
                        <c:v>7.1739722822222225</c:v>
                      </c:pt>
                      <c:pt idx="207">
                        <c:v>6.7187756533333332</c:v>
                      </c:pt>
                      <c:pt idx="208">
                        <c:v>5.4978564955555553</c:v>
                      </c:pt>
                      <c:pt idx="209">
                        <c:v>5.1531098399999999</c:v>
                      </c:pt>
                      <c:pt idx="210">
                        <c:v>5.4051423577777777</c:v>
                      </c:pt>
                      <c:pt idx="211">
                        <c:v>6.4455399088888887</c:v>
                      </c:pt>
                      <c:pt idx="212">
                        <c:v>6.9116645355555555</c:v>
                      </c:pt>
                      <c:pt idx="213">
                        <c:v>7.8830911133333332</c:v>
                      </c:pt>
                      <c:pt idx="214">
                        <c:v>8.0399611222222216</c:v>
                      </c:pt>
                      <c:pt idx="215">
                        <c:v>6.9344017977777774</c:v>
                      </c:pt>
                      <c:pt idx="216">
                        <c:v>4.9528256644444442</c:v>
                      </c:pt>
                      <c:pt idx="217">
                        <c:v>2.9994369933333331</c:v>
                      </c:pt>
                      <c:pt idx="218">
                        <c:v>1.7904967666666667</c:v>
                      </c:pt>
                      <c:pt idx="219">
                        <c:v>1.190976691111111</c:v>
                      </c:pt>
                      <c:pt idx="220">
                        <c:v>1.0465972444444445</c:v>
                      </c:pt>
                      <c:pt idx="221">
                        <c:v>1.3128616955555557</c:v>
                      </c:pt>
                      <c:pt idx="222">
                        <c:v>2.6759109511111112</c:v>
                      </c:pt>
                      <c:pt idx="223">
                        <c:v>3.8486576622222222</c:v>
                      </c:pt>
                      <c:pt idx="224">
                        <c:v>4.5167204822222224</c:v>
                      </c:pt>
                      <c:pt idx="225">
                        <c:v>4.6005355400000001</c:v>
                      </c:pt>
                      <c:pt idx="226">
                        <c:v>4.6840888133333332</c:v>
                      </c:pt>
                      <c:pt idx="227">
                        <c:v>5.0524247577777777</c:v>
                      </c:pt>
                      <c:pt idx="228">
                        <c:v>5.5443243111111107</c:v>
                      </c:pt>
                      <c:pt idx="229">
                        <c:v>6.4266777711111107</c:v>
                      </c:pt>
                      <c:pt idx="230">
                        <c:v>6.8432792755555552</c:v>
                      </c:pt>
                      <c:pt idx="231">
                        <c:v>6.3803419733333335</c:v>
                      </c:pt>
                      <c:pt idx="232">
                        <c:v>5.2665821066666663</c:v>
                      </c:pt>
                      <c:pt idx="233">
                        <c:v>4.9437597844444445</c:v>
                      </c:pt>
                      <c:pt idx="234">
                        <c:v>5.2179632111111109</c:v>
                      </c:pt>
                      <c:pt idx="235">
                        <c:v>6.1676056333333333</c:v>
                      </c:pt>
                      <c:pt idx="236">
                        <c:v>6.7914170088888888</c:v>
                      </c:pt>
                      <c:pt idx="237">
                        <c:v>7.742792711111111</c:v>
                      </c:pt>
                      <c:pt idx="238">
                        <c:v>7.6719518200000003</c:v>
                      </c:pt>
                      <c:pt idx="239">
                        <c:v>6.2097845555555553</c:v>
                      </c:pt>
                      <c:pt idx="240">
                        <c:v>4.1609699466666665</c:v>
                      </c:pt>
                      <c:pt idx="241">
                        <c:v>2.4243448733333333</c:v>
                      </c:pt>
                      <c:pt idx="242">
                        <c:v>1.5136026377777778</c:v>
                      </c:pt>
                      <c:pt idx="243">
                        <c:v>1.0656401733333334</c:v>
                      </c:pt>
                      <c:pt idx="244">
                        <c:v>0.92878136888888885</c:v>
                      </c:pt>
                      <c:pt idx="245">
                        <c:v>1.2654478644444445</c:v>
                      </c:pt>
                      <c:pt idx="246">
                        <c:v>2.7126816555555555</c:v>
                      </c:pt>
                      <c:pt idx="247">
                        <c:v>3.8376670155555557</c:v>
                      </c:pt>
                      <c:pt idx="248">
                        <c:v>4.0683368822222219</c:v>
                      </c:pt>
                      <c:pt idx="249">
                        <c:v>3.9962752355555557</c:v>
                      </c:pt>
                      <c:pt idx="250">
                        <c:v>4.0644305977777782</c:v>
                      </c:pt>
                      <c:pt idx="251">
                        <c:v>4.4586382022222226</c:v>
                      </c:pt>
                      <c:pt idx="252">
                        <c:v>5.0881191266666663</c:v>
                      </c:pt>
                      <c:pt idx="253">
                        <c:v>5.7878100088888891</c:v>
                      </c:pt>
                      <c:pt idx="254">
                        <c:v>6.0748576844444448</c:v>
                      </c:pt>
                      <c:pt idx="255">
                        <c:v>5.8474258688888892</c:v>
                      </c:pt>
                      <c:pt idx="256">
                        <c:v>5.0548071777777777</c:v>
                      </c:pt>
                      <c:pt idx="257">
                        <c:v>4.9216341200000002</c:v>
                      </c:pt>
                      <c:pt idx="258">
                        <c:v>5.2351188444444441</c:v>
                      </c:pt>
                      <c:pt idx="259">
                        <c:v>6.21546968</c:v>
                      </c:pt>
                      <c:pt idx="260">
                        <c:v>6.7686913044444443</c:v>
                      </c:pt>
                      <c:pt idx="261">
                        <c:v>7.7308948644444442</c:v>
                      </c:pt>
                      <c:pt idx="262">
                        <c:v>7.6132063488888893</c:v>
                      </c:pt>
                      <c:pt idx="263">
                        <c:v>6.1773803000000003</c:v>
                      </c:pt>
                      <c:pt idx="264">
                        <c:v>4.148938697777778</c:v>
                      </c:pt>
                      <c:pt idx="265">
                        <c:v>2.4096596688888887</c:v>
                      </c:pt>
                      <c:pt idx="266">
                        <c:v>1.4700217266666666</c:v>
                      </c:pt>
                      <c:pt idx="267">
                        <c:v>1.05296258</c:v>
                      </c:pt>
                      <c:pt idx="268">
                        <c:v>0.92682424444444445</c:v>
                      </c:pt>
                      <c:pt idx="269">
                        <c:v>1.3066785599999999</c:v>
                      </c:pt>
                      <c:pt idx="270">
                        <c:v>2.7892216711111111</c:v>
                      </c:pt>
                      <c:pt idx="271">
                        <c:v>3.9024414155555553</c:v>
                      </c:pt>
                      <c:pt idx="272">
                        <c:v>4.2039146111111112</c:v>
                      </c:pt>
                      <c:pt idx="273">
                        <c:v>4.0788294399999998</c:v>
                      </c:pt>
                      <c:pt idx="274">
                        <c:v>4.135962133333333</c:v>
                      </c:pt>
                      <c:pt idx="275">
                        <c:v>4.5958670177777776</c:v>
                      </c:pt>
                      <c:pt idx="276">
                        <c:v>5.1307103644444441</c:v>
                      </c:pt>
                      <c:pt idx="277">
                        <c:v>5.8220200933333333</c:v>
                      </c:pt>
                      <c:pt idx="278">
                        <c:v>5.9542781688888891</c:v>
                      </c:pt>
                      <c:pt idx="279">
                        <c:v>5.8326058533333329</c:v>
                      </c:pt>
                      <c:pt idx="280">
                        <c:v>5.1119284066666664</c:v>
                      </c:pt>
                      <c:pt idx="281">
                        <c:v>4.9103955155555559</c:v>
                      </c:pt>
                      <c:pt idx="282">
                        <c:v>5.2168076577777782</c:v>
                      </c:pt>
                      <c:pt idx="283">
                        <c:v>6.181918675555556</c:v>
                      </c:pt>
                      <c:pt idx="284">
                        <c:v>6.8226482977777776</c:v>
                      </c:pt>
                      <c:pt idx="285">
                        <c:v>7.739850726666667</c:v>
                      </c:pt>
                      <c:pt idx="286">
                        <c:v>7.5717265622222225</c:v>
                      </c:pt>
                      <c:pt idx="287">
                        <c:v>6.0342535844444445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3B6C-47C2-956F-045AF7A440C3}"/>
                  </c:ext>
                </c:extLst>
              </c15:ser>
            </c15:filteredLineSeries>
            <c15:filteredLin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12-10-2026'!$K$1</c15:sqref>
                        </c15:formulaRef>
                      </c:ext>
                    </c:extLst>
                    <c:strCache>
                      <c:ptCount val="1"/>
                      <c:pt idx="0">
                        <c:v>BMR-DGW1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12-10-2026'!$K$2:$K$289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50.278950315555555</c:v>
                      </c:pt>
                      <c:pt idx="1">
                        <c:v>30.526366020000001</c:v>
                      </c:pt>
                      <c:pt idx="2">
                        <c:v>17.149961820000001</c:v>
                      </c:pt>
                      <c:pt idx="3">
                        <c:v>10.706877553333333</c:v>
                      </c:pt>
                      <c:pt idx="4">
                        <c:v>8.1592795488888896</c:v>
                      </c:pt>
                      <c:pt idx="5">
                        <c:v>10.01145992</c:v>
                      </c:pt>
                      <c:pt idx="6">
                        <c:v>20.354250526666668</c:v>
                      </c:pt>
                      <c:pt idx="7">
                        <c:v>31.223531535555555</c:v>
                      </c:pt>
                      <c:pt idx="8">
                        <c:v>37.434800508888891</c:v>
                      </c:pt>
                      <c:pt idx="9">
                        <c:v>40.999460224444448</c:v>
                      </c:pt>
                      <c:pt idx="10">
                        <c:v>45.496814968888891</c:v>
                      </c:pt>
                      <c:pt idx="11">
                        <c:v>51.439325475555556</c:v>
                      </c:pt>
                      <c:pt idx="12">
                        <c:v>56.82199131777778</c:v>
                      </c:pt>
                      <c:pt idx="13">
                        <c:v>65.166656739999993</c:v>
                      </c:pt>
                      <c:pt idx="14">
                        <c:v>67.31820258444445</c:v>
                      </c:pt>
                      <c:pt idx="15">
                        <c:v>64.948166708888891</c:v>
                      </c:pt>
                      <c:pt idx="16">
                        <c:v>56.357573873333337</c:v>
                      </c:pt>
                      <c:pt idx="17">
                        <c:v>57.128108820000001</c:v>
                      </c:pt>
                      <c:pt idx="18">
                        <c:v>56.992691319999999</c:v>
                      </c:pt>
                      <c:pt idx="19">
                        <c:v>67.75379184444445</c:v>
                      </c:pt>
                      <c:pt idx="20">
                        <c:v>75.494557208888892</c:v>
                      </c:pt>
                      <c:pt idx="21">
                        <c:v>87.452938315555556</c:v>
                      </c:pt>
                      <c:pt idx="22">
                        <c:v>86.884434988888884</c:v>
                      </c:pt>
                      <c:pt idx="23">
                        <c:v>74.609452182222228</c:v>
                      </c:pt>
                      <c:pt idx="24">
                        <c:v>54.936574968888891</c:v>
                      </c:pt>
                      <c:pt idx="25">
                        <c:v>34.934247040000002</c:v>
                      </c:pt>
                      <c:pt idx="26">
                        <c:v>20.592381653333334</c:v>
                      </c:pt>
                      <c:pt idx="27">
                        <c:v>12.496309502222223</c:v>
                      </c:pt>
                      <c:pt idx="28">
                        <c:v>8.7750236155555559</c:v>
                      </c:pt>
                      <c:pt idx="29">
                        <c:v>9.6754262266666675</c:v>
                      </c:pt>
                      <c:pt idx="30">
                        <c:v>17.765399313333333</c:v>
                      </c:pt>
                      <c:pt idx="31">
                        <c:v>27.07219713111111</c:v>
                      </c:pt>
                      <c:pt idx="32">
                        <c:v>38.010615960000003</c:v>
                      </c:pt>
                      <c:pt idx="33">
                        <c:v>46.038607068888886</c:v>
                      </c:pt>
                      <c:pt idx="34">
                        <c:v>52.442026842222219</c:v>
                      </c:pt>
                      <c:pt idx="35">
                        <c:v>60.302424295555554</c:v>
                      </c:pt>
                      <c:pt idx="36">
                        <c:v>61.85229124</c:v>
                      </c:pt>
                      <c:pt idx="37">
                        <c:v>66.680993993333331</c:v>
                      </c:pt>
                      <c:pt idx="38">
                        <c:v>77.638845377777784</c:v>
                      </c:pt>
                      <c:pt idx="39">
                        <c:v>72.46542569333333</c:v>
                      </c:pt>
                      <c:pt idx="40">
                        <c:v>59.374014728888888</c:v>
                      </c:pt>
                      <c:pt idx="41">
                        <c:v>59.777371315555555</c:v>
                      </c:pt>
                      <c:pt idx="42">
                        <c:v>59.848211808888891</c:v>
                      </c:pt>
                      <c:pt idx="43">
                        <c:v>71.098652644444442</c:v>
                      </c:pt>
                      <c:pt idx="44">
                        <c:v>78.836653479999995</c:v>
                      </c:pt>
                      <c:pt idx="45">
                        <c:v>91.603022351111107</c:v>
                      </c:pt>
                      <c:pt idx="46">
                        <c:v>89.845467633333328</c:v>
                      </c:pt>
                      <c:pt idx="47">
                        <c:v>77.654146351111109</c:v>
                      </c:pt>
                      <c:pt idx="48">
                        <c:v>56.596590519999999</c:v>
                      </c:pt>
                      <c:pt idx="49">
                        <c:v>35.833738388888889</c:v>
                      </c:pt>
                      <c:pt idx="50">
                        <c:v>20.658703226666667</c:v>
                      </c:pt>
                      <c:pt idx="51">
                        <c:v>12.467075577777777</c:v>
                      </c:pt>
                      <c:pt idx="52">
                        <c:v>9.0955406311111116</c:v>
                      </c:pt>
                      <c:pt idx="53">
                        <c:v>10.283149606666667</c:v>
                      </c:pt>
                      <c:pt idx="54">
                        <c:v>18.798938097777778</c:v>
                      </c:pt>
                      <c:pt idx="55">
                        <c:v>28.403513480000001</c:v>
                      </c:pt>
                      <c:pt idx="56">
                        <c:v>38.337810491111114</c:v>
                      </c:pt>
                      <c:pt idx="57">
                        <c:v>44.309992057777777</c:v>
                      </c:pt>
                      <c:pt idx="58">
                        <c:v>48.850321775555557</c:v>
                      </c:pt>
                      <c:pt idx="59">
                        <c:v>54.268956806666665</c:v>
                      </c:pt>
                      <c:pt idx="60">
                        <c:v>57.737574417777779</c:v>
                      </c:pt>
                      <c:pt idx="61">
                        <c:v>66.868897435555553</c:v>
                      </c:pt>
                      <c:pt idx="62">
                        <c:v>70.525571613333327</c:v>
                      </c:pt>
                      <c:pt idx="63">
                        <c:v>67.361083500000007</c:v>
                      </c:pt>
                      <c:pt idx="64">
                        <c:v>56.965921811111109</c:v>
                      </c:pt>
                      <c:pt idx="65">
                        <c:v>57.900987239999999</c:v>
                      </c:pt>
                      <c:pt idx="66">
                        <c:v>58.244574315555553</c:v>
                      </c:pt>
                      <c:pt idx="67">
                        <c:v>68.925996424444449</c:v>
                      </c:pt>
                      <c:pt idx="68">
                        <c:v>76.626321137777779</c:v>
                      </c:pt>
                      <c:pt idx="69">
                        <c:v>88.375481331111118</c:v>
                      </c:pt>
                      <c:pt idx="70">
                        <c:v>86.196066822222221</c:v>
                      </c:pt>
                      <c:pt idx="71">
                        <c:v>71.330504386666661</c:v>
                      </c:pt>
                      <c:pt idx="72">
                        <c:v>48.920680462222222</c:v>
                      </c:pt>
                      <c:pt idx="73">
                        <c:v>29.263585966666668</c:v>
                      </c:pt>
                      <c:pt idx="74">
                        <c:v>16.585595179999999</c:v>
                      </c:pt>
                      <c:pt idx="75">
                        <c:v>10.380716553333333</c:v>
                      </c:pt>
                      <c:pt idx="76">
                        <c:v>8.0939570088888892</c:v>
                      </c:pt>
                      <c:pt idx="77">
                        <c:v>9.5762787177777771</c:v>
                      </c:pt>
                      <c:pt idx="78">
                        <c:v>19.793819686666666</c:v>
                      </c:pt>
                      <c:pt idx="79">
                        <c:v>29.623433442222222</c:v>
                      </c:pt>
                      <c:pt idx="80">
                        <c:v>36.449873320000002</c:v>
                      </c:pt>
                      <c:pt idx="81">
                        <c:v>39.908452604444442</c:v>
                      </c:pt>
                      <c:pt idx="82">
                        <c:v>43.849264591111108</c:v>
                      </c:pt>
                      <c:pt idx="83">
                        <c:v>50.420792306666669</c:v>
                      </c:pt>
                      <c:pt idx="84">
                        <c:v>53.847900899999999</c:v>
                      </c:pt>
                      <c:pt idx="85">
                        <c:v>60.990280239999997</c:v>
                      </c:pt>
                      <c:pt idx="86">
                        <c:v>62.046324571111114</c:v>
                      </c:pt>
                      <c:pt idx="87">
                        <c:v>60.33561500222222</c:v>
                      </c:pt>
                      <c:pt idx="88">
                        <c:v>54.579491784444443</c:v>
                      </c:pt>
                      <c:pt idx="89">
                        <c:v>57.24473077333333</c:v>
                      </c:pt>
                      <c:pt idx="90">
                        <c:v>57.431743568888891</c:v>
                      </c:pt>
                      <c:pt idx="91">
                        <c:v>68.598384933333335</c:v>
                      </c:pt>
                      <c:pt idx="92">
                        <c:v>76.584430971111118</c:v>
                      </c:pt>
                      <c:pt idx="93">
                        <c:v>87.717705766666668</c:v>
                      </c:pt>
                      <c:pt idx="94">
                        <c:v>84.48045970222222</c:v>
                      </c:pt>
                      <c:pt idx="95">
                        <c:v>68.649795222222224</c:v>
                      </c:pt>
                      <c:pt idx="96">
                        <c:v>46.277960597777778</c:v>
                      </c:pt>
                      <c:pt idx="97">
                        <c:v>27.112306546666666</c:v>
                      </c:pt>
                      <c:pt idx="98">
                        <c:v>15.504065631111111</c:v>
                      </c:pt>
                      <c:pt idx="99">
                        <c:v>9.8511513355555564</c:v>
                      </c:pt>
                      <c:pt idx="100">
                        <c:v>7.7888789955555557</c:v>
                      </c:pt>
                      <c:pt idx="101">
                        <c:v>9.4882488733333332</c:v>
                      </c:pt>
                      <c:pt idx="102">
                        <c:v>20.047809384444445</c:v>
                      </c:pt>
                      <c:pt idx="103">
                        <c:v>31.017603288888889</c:v>
                      </c:pt>
                      <c:pt idx="104">
                        <c:v>36.825019393333335</c:v>
                      </c:pt>
                      <c:pt idx="105">
                        <c:v>39.805830697777779</c:v>
                      </c:pt>
                      <c:pt idx="106">
                        <c:v>43.606243093333333</c:v>
                      </c:pt>
                      <c:pt idx="107">
                        <c:v>49.93962339777778</c:v>
                      </c:pt>
                      <c:pt idx="108">
                        <c:v>53.958793795555557</c:v>
                      </c:pt>
                      <c:pt idx="109">
                        <c:v>61.532202502222219</c:v>
                      </c:pt>
                      <c:pt idx="110">
                        <c:v>62.809593277777779</c:v>
                      </c:pt>
                      <c:pt idx="111">
                        <c:v>61.07547467111111</c:v>
                      </c:pt>
                      <c:pt idx="112">
                        <c:v>54.642057406666666</c:v>
                      </c:pt>
                      <c:pt idx="113">
                        <c:v>56.951692451111114</c:v>
                      </c:pt>
                      <c:pt idx="114">
                        <c:v>57.154268555555554</c:v>
                      </c:pt>
                      <c:pt idx="115">
                        <c:v>68.304749380000004</c:v>
                      </c:pt>
                      <c:pt idx="116">
                        <c:v>76.607053557777775</c:v>
                      </c:pt>
                      <c:pt idx="117">
                        <c:v>88.797372640000006</c:v>
                      </c:pt>
                      <c:pt idx="118">
                        <c:v>85.276247148888885</c:v>
                      </c:pt>
                      <c:pt idx="119">
                        <c:v>69.439368139999999</c:v>
                      </c:pt>
                      <c:pt idx="120">
                        <c:v>46.838866535555553</c:v>
                      </c:pt>
                      <c:pt idx="121">
                        <c:v>27.614830731111113</c:v>
                      </c:pt>
                      <c:pt idx="122">
                        <c:v>15.598079815555556</c:v>
                      </c:pt>
                      <c:pt idx="123">
                        <c:v>9.9525839600000001</c:v>
                      </c:pt>
                      <c:pt idx="124">
                        <c:v>7.8516205422222223</c:v>
                      </c:pt>
                      <c:pt idx="125">
                        <c:v>9.4616829066666668</c:v>
                      </c:pt>
                      <c:pt idx="126">
                        <c:v>20.47225418888889</c:v>
                      </c:pt>
                      <c:pt idx="127">
                        <c:v>30.991691548888888</c:v>
                      </c:pt>
                      <c:pt idx="128">
                        <c:v>36.426058126666668</c:v>
                      </c:pt>
                      <c:pt idx="129">
                        <c:v>40.010805257777776</c:v>
                      </c:pt>
                      <c:pt idx="130">
                        <c:v>44.528408022222223</c:v>
                      </c:pt>
                      <c:pt idx="131">
                        <c:v>50.68650107111111</c:v>
                      </c:pt>
                      <c:pt idx="132">
                        <c:v>56.143467542222226</c:v>
                      </c:pt>
                      <c:pt idx="133">
                        <c:v>66.63883965777778</c:v>
                      </c:pt>
                      <c:pt idx="134">
                        <c:v>67.990054319999999</c:v>
                      </c:pt>
                      <c:pt idx="135">
                        <c:v>63.962122244444444</c:v>
                      </c:pt>
                      <c:pt idx="136">
                        <c:v>55.291839184444441</c:v>
                      </c:pt>
                      <c:pt idx="137">
                        <c:v>57.088751146666667</c:v>
                      </c:pt>
                      <c:pt idx="138">
                        <c:v>61.632385846666665</c:v>
                      </c:pt>
                      <c:pt idx="139">
                        <c:v>71.066111013333327</c:v>
                      </c:pt>
                      <c:pt idx="140">
                        <c:v>76.80901021555556</c:v>
                      </c:pt>
                      <c:pt idx="141">
                        <c:v>88.23943513333333</c:v>
                      </c:pt>
                      <c:pt idx="142">
                        <c:v>84.735119422222226</c:v>
                      </c:pt>
                      <c:pt idx="143">
                        <c:v>70.755476948888884</c:v>
                      </c:pt>
                      <c:pt idx="144">
                        <c:v>49.431857691111112</c:v>
                      </c:pt>
                      <c:pt idx="145">
                        <c:v>29.48593991111111</c:v>
                      </c:pt>
                      <c:pt idx="146">
                        <c:v>17.624618551111112</c:v>
                      </c:pt>
                      <c:pt idx="147">
                        <c:v>10.47472548888889</c:v>
                      </c:pt>
                      <c:pt idx="148">
                        <c:v>8.0514563688888892</c:v>
                      </c:pt>
                      <c:pt idx="149">
                        <c:v>9.7654507355555555</c:v>
                      </c:pt>
                      <c:pt idx="150">
                        <c:v>20.844351979999999</c:v>
                      </c:pt>
                      <c:pt idx="151">
                        <c:v>31.086046768888888</c:v>
                      </c:pt>
                      <c:pt idx="152">
                        <c:v>36.970181975555555</c:v>
                      </c:pt>
                      <c:pt idx="153">
                        <c:v>39.986889488888892</c:v>
                      </c:pt>
                      <c:pt idx="154">
                        <c:v>44.127834506666666</c:v>
                      </c:pt>
                      <c:pt idx="155">
                        <c:v>49.785550284444447</c:v>
                      </c:pt>
                      <c:pt idx="156">
                        <c:v>54.006068053333337</c:v>
                      </c:pt>
                      <c:pt idx="157">
                        <c:v>61.264898955555559</c:v>
                      </c:pt>
                      <c:pt idx="158">
                        <c:v>62.91358161777778</c:v>
                      </c:pt>
                      <c:pt idx="159">
                        <c:v>60.449412840000001</c:v>
                      </c:pt>
                      <c:pt idx="160">
                        <c:v>55.501606233333334</c:v>
                      </c:pt>
                      <c:pt idx="161">
                        <c:v>58.413844351111109</c:v>
                      </c:pt>
                      <c:pt idx="162">
                        <c:v>58.926537468888888</c:v>
                      </c:pt>
                      <c:pt idx="163">
                        <c:v>69.05095053777778</c:v>
                      </c:pt>
                      <c:pt idx="164">
                        <c:v>76.608163973333333</c:v>
                      </c:pt>
                      <c:pt idx="165">
                        <c:v>87.611564240000007</c:v>
                      </c:pt>
                      <c:pt idx="166">
                        <c:v>84.190422582222226</c:v>
                      </c:pt>
                      <c:pt idx="167">
                        <c:v>67.518639851111118</c:v>
                      </c:pt>
                      <c:pt idx="168">
                        <c:v>46.068755415555557</c:v>
                      </c:pt>
                      <c:pt idx="169">
                        <c:v>27.370619677777778</c:v>
                      </c:pt>
                      <c:pt idx="170">
                        <c:v>15.725510162222223</c:v>
                      </c:pt>
                      <c:pt idx="171">
                        <c:v>9.9726182311111113</c:v>
                      </c:pt>
                      <c:pt idx="172">
                        <c:v>7.9333936266666667</c:v>
                      </c:pt>
                      <c:pt idx="173">
                        <c:v>9.7944884422222227</c:v>
                      </c:pt>
                      <c:pt idx="174">
                        <c:v>21.113443155555554</c:v>
                      </c:pt>
                      <c:pt idx="175">
                        <c:v>32.398815564444448</c:v>
                      </c:pt>
                      <c:pt idx="176">
                        <c:v>39.494819495555554</c:v>
                      </c:pt>
                      <c:pt idx="177">
                        <c:v>44.541051735555556</c:v>
                      </c:pt>
                      <c:pt idx="178">
                        <c:v>47.625598626666665</c:v>
                      </c:pt>
                      <c:pt idx="179">
                        <c:v>52.140964377777777</c:v>
                      </c:pt>
                      <c:pt idx="180">
                        <c:v>57.014756613333333</c:v>
                      </c:pt>
                      <c:pt idx="181">
                        <c:v>64.488889322222221</c:v>
                      </c:pt>
                      <c:pt idx="182">
                        <c:v>66.202695368888882</c:v>
                      </c:pt>
                      <c:pt idx="183">
                        <c:v>63.355280815555552</c:v>
                      </c:pt>
                      <c:pt idx="184">
                        <c:v>56.040682342222219</c:v>
                      </c:pt>
                      <c:pt idx="185">
                        <c:v>58.046958348888886</c:v>
                      </c:pt>
                      <c:pt idx="186">
                        <c:v>58.950681019999998</c:v>
                      </c:pt>
                      <c:pt idx="187">
                        <c:v>70.35791158666666</c:v>
                      </c:pt>
                      <c:pt idx="188">
                        <c:v>78.20409101333334</c:v>
                      </c:pt>
                      <c:pt idx="189">
                        <c:v>88.65242962666666</c:v>
                      </c:pt>
                      <c:pt idx="190">
                        <c:v>86.838912726666663</c:v>
                      </c:pt>
                      <c:pt idx="191">
                        <c:v>72.882302273333337</c:v>
                      </c:pt>
                      <c:pt idx="192">
                        <c:v>52.200579731111112</c:v>
                      </c:pt>
                      <c:pt idx="193">
                        <c:v>33.13421108</c:v>
                      </c:pt>
                      <c:pt idx="194">
                        <c:v>19.263183724444445</c:v>
                      </c:pt>
                      <c:pt idx="195">
                        <c:v>12.042835433333334</c:v>
                      </c:pt>
                      <c:pt idx="196">
                        <c:v>8.7467105533333331</c:v>
                      </c:pt>
                      <c:pt idx="197">
                        <c:v>9.4436491911111116</c:v>
                      </c:pt>
                      <c:pt idx="198">
                        <c:v>18.574976353333334</c:v>
                      </c:pt>
                      <c:pt idx="199">
                        <c:v>28.217734355555557</c:v>
                      </c:pt>
                      <c:pt idx="200">
                        <c:v>38.904808235555556</c:v>
                      </c:pt>
                      <c:pt idx="201">
                        <c:v>45.877707280000003</c:v>
                      </c:pt>
                      <c:pt idx="202">
                        <c:v>52.269716180000003</c:v>
                      </c:pt>
                      <c:pt idx="203">
                        <c:v>59.141959566666664</c:v>
                      </c:pt>
                      <c:pt idx="204">
                        <c:v>60.196666057777776</c:v>
                      </c:pt>
                      <c:pt idx="205">
                        <c:v>65.164889771111106</c:v>
                      </c:pt>
                      <c:pt idx="206">
                        <c:v>75.262984517777781</c:v>
                      </c:pt>
                      <c:pt idx="207">
                        <c:v>69.225249273333333</c:v>
                      </c:pt>
                      <c:pt idx="208">
                        <c:v>58.19919567777778</c:v>
                      </c:pt>
                      <c:pt idx="209">
                        <c:v>59.09111366222222</c:v>
                      </c:pt>
                      <c:pt idx="210">
                        <c:v>58.726961635555554</c:v>
                      </c:pt>
                      <c:pt idx="211">
                        <c:v>70.855947857777778</c:v>
                      </c:pt>
                      <c:pt idx="212">
                        <c:v>79.21401395777778</c:v>
                      </c:pt>
                      <c:pt idx="213">
                        <c:v>90.465401186666668</c:v>
                      </c:pt>
                      <c:pt idx="214">
                        <c:v>89.132380962222229</c:v>
                      </c:pt>
                      <c:pt idx="215">
                        <c:v>74.567225899999997</c:v>
                      </c:pt>
                      <c:pt idx="216">
                        <c:v>52.659165568888888</c:v>
                      </c:pt>
                      <c:pt idx="217">
                        <c:v>31.871147395555557</c:v>
                      </c:pt>
                      <c:pt idx="218">
                        <c:v>18.402830431111113</c:v>
                      </c:pt>
                      <c:pt idx="219">
                        <c:v>11.215406846666667</c:v>
                      </c:pt>
                      <c:pt idx="220">
                        <c:v>8.3972846911111105</c:v>
                      </c:pt>
                      <c:pt idx="221">
                        <c:v>9.3571735177777775</c:v>
                      </c:pt>
                      <c:pt idx="222">
                        <c:v>18.705105726666666</c:v>
                      </c:pt>
                      <c:pt idx="223">
                        <c:v>28.824963397777779</c:v>
                      </c:pt>
                      <c:pt idx="224">
                        <c:v>37.94239871111111</c:v>
                      </c:pt>
                      <c:pt idx="225">
                        <c:v>43.410131853333333</c:v>
                      </c:pt>
                      <c:pt idx="226">
                        <c:v>47.578135191111109</c:v>
                      </c:pt>
                      <c:pt idx="227">
                        <c:v>52.847176311111113</c:v>
                      </c:pt>
                      <c:pt idx="228">
                        <c:v>56.306319668888889</c:v>
                      </c:pt>
                      <c:pt idx="229">
                        <c:v>66.420826295555557</c:v>
                      </c:pt>
                      <c:pt idx="230">
                        <c:v>69.709440502222222</c:v>
                      </c:pt>
                      <c:pt idx="231">
                        <c:v>65.586656022222229</c:v>
                      </c:pt>
                      <c:pt idx="232">
                        <c:v>56.672396615555556</c:v>
                      </c:pt>
                      <c:pt idx="233">
                        <c:v>58.078185475555557</c:v>
                      </c:pt>
                      <c:pt idx="234">
                        <c:v>58.915550571111112</c:v>
                      </c:pt>
                      <c:pt idx="235">
                        <c:v>69.255964131111114</c:v>
                      </c:pt>
                      <c:pt idx="236">
                        <c:v>79.036318404444444</c:v>
                      </c:pt>
                      <c:pt idx="237">
                        <c:v>90.33686879555556</c:v>
                      </c:pt>
                      <c:pt idx="238">
                        <c:v>84.786166302222227</c:v>
                      </c:pt>
                      <c:pt idx="239">
                        <c:v>67.929462724444448</c:v>
                      </c:pt>
                      <c:pt idx="240">
                        <c:v>45.185360031111109</c:v>
                      </c:pt>
                      <c:pt idx="241">
                        <c:v>26.709398784444446</c:v>
                      </c:pt>
                      <c:pt idx="242">
                        <c:v>15.410231146666666</c:v>
                      </c:pt>
                      <c:pt idx="243">
                        <c:v>10.006465226666666</c:v>
                      </c:pt>
                      <c:pt idx="244">
                        <c:v>7.8700462800000004</c:v>
                      </c:pt>
                      <c:pt idx="245">
                        <c:v>9.2896378622222215</c:v>
                      </c:pt>
                      <c:pt idx="246">
                        <c:v>19.900107775555554</c:v>
                      </c:pt>
                      <c:pt idx="247">
                        <c:v>29.975489966666668</c:v>
                      </c:pt>
                      <c:pt idx="248">
                        <c:v>36.27862367777778</c:v>
                      </c:pt>
                      <c:pt idx="249">
                        <c:v>38.285925471111113</c:v>
                      </c:pt>
                      <c:pt idx="250">
                        <c:v>41.972893220000003</c:v>
                      </c:pt>
                      <c:pt idx="251">
                        <c:v>47.874449902222224</c:v>
                      </c:pt>
                      <c:pt idx="252">
                        <c:v>52.248058673333333</c:v>
                      </c:pt>
                      <c:pt idx="253">
                        <c:v>59.938379320000003</c:v>
                      </c:pt>
                      <c:pt idx="254">
                        <c:v>61.789215635555557</c:v>
                      </c:pt>
                      <c:pt idx="255">
                        <c:v>59.377450971111109</c:v>
                      </c:pt>
                      <c:pt idx="256">
                        <c:v>55.118622784444447</c:v>
                      </c:pt>
                      <c:pt idx="257">
                        <c:v>58.797207573333331</c:v>
                      </c:pt>
                      <c:pt idx="258">
                        <c:v>59.620710553333332</c:v>
                      </c:pt>
                      <c:pt idx="259">
                        <c:v>69.629189102222227</c:v>
                      </c:pt>
                      <c:pt idx="260">
                        <c:v>78.835559542222228</c:v>
                      </c:pt>
                      <c:pt idx="261">
                        <c:v>88.336857151111104</c:v>
                      </c:pt>
                      <c:pt idx="262">
                        <c:v>83.707459806666662</c:v>
                      </c:pt>
                      <c:pt idx="263">
                        <c:v>66.278383820000002</c:v>
                      </c:pt>
                      <c:pt idx="264">
                        <c:v>43.761883524444443</c:v>
                      </c:pt>
                      <c:pt idx="265">
                        <c:v>25.736403333333332</c:v>
                      </c:pt>
                      <c:pt idx="266">
                        <c:v>14.664454864444444</c:v>
                      </c:pt>
                      <c:pt idx="267">
                        <c:v>9.530542597777778</c:v>
                      </c:pt>
                      <c:pt idx="268">
                        <c:v>7.7166407777777781</c:v>
                      </c:pt>
                      <c:pt idx="269">
                        <c:v>9.2951092666666675</c:v>
                      </c:pt>
                      <c:pt idx="270">
                        <c:v>20.502942944444445</c:v>
                      </c:pt>
                      <c:pt idx="271">
                        <c:v>31.009843051111112</c:v>
                      </c:pt>
                      <c:pt idx="272">
                        <c:v>36.61672342</c:v>
                      </c:pt>
                      <c:pt idx="273">
                        <c:v>39.493441373333333</c:v>
                      </c:pt>
                      <c:pt idx="274">
                        <c:v>43.400072057777777</c:v>
                      </c:pt>
                      <c:pt idx="275">
                        <c:v>48.968341586666668</c:v>
                      </c:pt>
                      <c:pt idx="276">
                        <c:v>53.569142126666669</c:v>
                      </c:pt>
                      <c:pt idx="277">
                        <c:v>60.94900126666667</c:v>
                      </c:pt>
                      <c:pt idx="278">
                        <c:v>61.542696620000001</c:v>
                      </c:pt>
                      <c:pt idx="279">
                        <c:v>59.323245162222221</c:v>
                      </c:pt>
                      <c:pt idx="280">
                        <c:v>55.453700568888891</c:v>
                      </c:pt>
                      <c:pt idx="281">
                        <c:v>58.436112166666668</c:v>
                      </c:pt>
                      <c:pt idx="282">
                        <c:v>58.755917313333335</c:v>
                      </c:pt>
                      <c:pt idx="283">
                        <c:v>69.736655102222215</c:v>
                      </c:pt>
                      <c:pt idx="284">
                        <c:v>79.580315164444443</c:v>
                      </c:pt>
                      <c:pt idx="285">
                        <c:v>89.997586297777772</c:v>
                      </c:pt>
                      <c:pt idx="286">
                        <c:v>84.182279224444443</c:v>
                      </c:pt>
                      <c:pt idx="287">
                        <c:v>66.396299797777772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3B6C-47C2-956F-045AF7A440C3}"/>
                  </c:ext>
                </c:extLst>
              </c15:ser>
            </c15:filteredLineSeries>
            <c15:filteredLine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12-10-2026'!$L$1</c15:sqref>
                        </c15:formulaRef>
                      </c:ext>
                    </c:extLst>
                    <c:strCache>
                      <c:ptCount val="1"/>
                      <c:pt idx="0">
                        <c:v>BMR-DGW2 SGi 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12-10-2026'!$L$2:$L$289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45.385045633333334</c:v>
                      </c:pt>
                      <c:pt idx="1">
                        <c:v>27.581582879999999</c:v>
                      </c:pt>
                      <c:pt idx="2">
                        <c:v>15.632904119999999</c:v>
                      </c:pt>
                      <c:pt idx="3">
                        <c:v>9.667102875555555</c:v>
                      </c:pt>
                      <c:pt idx="4">
                        <c:v>7.2372316244444441</c:v>
                      </c:pt>
                      <c:pt idx="5">
                        <c:v>8.6642612266666674</c:v>
                      </c:pt>
                      <c:pt idx="6">
                        <c:v>17.657726102222224</c:v>
                      </c:pt>
                      <c:pt idx="7">
                        <c:v>27.36749082</c:v>
                      </c:pt>
                      <c:pt idx="8">
                        <c:v>33.244813984444441</c:v>
                      </c:pt>
                      <c:pt idx="9">
                        <c:v>36.801472531111109</c:v>
                      </c:pt>
                      <c:pt idx="10">
                        <c:v>41.211259246666664</c:v>
                      </c:pt>
                      <c:pt idx="11">
                        <c:v>46.518585728888887</c:v>
                      </c:pt>
                      <c:pt idx="12">
                        <c:v>51.114531755555554</c:v>
                      </c:pt>
                      <c:pt idx="13">
                        <c:v>58.764264462222222</c:v>
                      </c:pt>
                      <c:pt idx="14">
                        <c:v>60.468614702222219</c:v>
                      </c:pt>
                      <c:pt idx="15">
                        <c:v>58.361072966666669</c:v>
                      </c:pt>
                      <c:pt idx="16">
                        <c:v>50.855054428888891</c:v>
                      </c:pt>
                      <c:pt idx="17">
                        <c:v>52.408281557777777</c:v>
                      </c:pt>
                      <c:pt idx="18">
                        <c:v>52.165278211111108</c:v>
                      </c:pt>
                      <c:pt idx="19">
                        <c:v>61.788220442222219</c:v>
                      </c:pt>
                      <c:pt idx="20">
                        <c:v>68.945425637777774</c:v>
                      </c:pt>
                      <c:pt idx="21">
                        <c:v>79.652373666666662</c:v>
                      </c:pt>
                      <c:pt idx="22">
                        <c:v>78.848635173333335</c:v>
                      </c:pt>
                      <c:pt idx="23">
                        <c:v>67.99236885111111</c:v>
                      </c:pt>
                      <c:pt idx="24">
                        <c:v>49.73960558666667</c:v>
                      </c:pt>
                      <c:pt idx="25">
                        <c:v>31.868080286666668</c:v>
                      </c:pt>
                      <c:pt idx="26">
                        <c:v>18.954764135555557</c:v>
                      </c:pt>
                      <c:pt idx="27">
                        <c:v>11.436324586666666</c:v>
                      </c:pt>
                      <c:pt idx="28">
                        <c:v>7.8319767311111113</c:v>
                      </c:pt>
                      <c:pt idx="29">
                        <c:v>8.3629638066666665</c:v>
                      </c:pt>
                      <c:pt idx="30">
                        <c:v>15.465277333333333</c:v>
                      </c:pt>
                      <c:pt idx="31">
                        <c:v>23.532397611111112</c:v>
                      </c:pt>
                      <c:pt idx="32">
                        <c:v>33.506372380000002</c:v>
                      </c:pt>
                      <c:pt idx="33">
                        <c:v>41.311308415555558</c:v>
                      </c:pt>
                      <c:pt idx="34">
                        <c:v>47.567633073333333</c:v>
                      </c:pt>
                      <c:pt idx="35">
                        <c:v>54.796686926666666</c:v>
                      </c:pt>
                      <c:pt idx="36">
                        <c:v>55.943833506666664</c:v>
                      </c:pt>
                      <c:pt idx="37">
                        <c:v>60.058210002222225</c:v>
                      </c:pt>
                      <c:pt idx="38">
                        <c:v>70.264634066666673</c:v>
                      </c:pt>
                      <c:pt idx="39">
                        <c:v>65.432991675555556</c:v>
                      </c:pt>
                      <c:pt idx="40">
                        <c:v>53.308205628888892</c:v>
                      </c:pt>
                      <c:pt idx="41">
                        <c:v>54.254892482222225</c:v>
                      </c:pt>
                      <c:pt idx="42">
                        <c:v>53.828912891111109</c:v>
                      </c:pt>
                      <c:pt idx="43">
                        <c:v>64.119405871111113</c:v>
                      </c:pt>
                      <c:pt idx="44">
                        <c:v>70.940162391111116</c:v>
                      </c:pt>
                      <c:pt idx="45">
                        <c:v>82.635206304444438</c:v>
                      </c:pt>
                      <c:pt idx="46">
                        <c:v>81.394777528888895</c:v>
                      </c:pt>
                      <c:pt idx="47">
                        <c:v>69.889124008888885</c:v>
                      </c:pt>
                      <c:pt idx="48">
                        <c:v>51.294428642222222</c:v>
                      </c:pt>
                      <c:pt idx="49">
                        <c:v>32.354842424444442</c:v>
                      </c:pt>
                      <c:pt idx="50">
                        <c:v>18.88597513111111</c:v>
                      </c:pt>
                      <c:pt idx="51">
                        <c:v>11.457435484444444</c:v>
                      </c:pt>
                      <c:pt idx="52">
                        <c:v>7.8992348844444447</c:v>
                      </c:pt>
                      <c:pt idx="53">
                        <c:v>8.6765659222222222</c:v>
                      </c:pt>
                      <c:pt idx="54">
                        <c:v>16.193247004444444</c:v>
                      </c:pt>
                      <c:pt idx="55">
                        <c:v>24.631514504444443</c:v>
                      </c:pt>
                      <c:pt idx="56">
                        <c:v>33.929677522222221</c:v>
                      </c:pt>
                      <c:pt idx="57">
                        <c:v>39.771873635555558</c:v>
                      </c:pt>
                      <c:pt idx="58">
                        <c:v>43.805192264444443</c:v>
                      </c:pt>
                      <c:pt idx="59">
                        <c:v>48.802550651111112</c:v>
                      </c:pt>
                      <c:pt idx="60">
                        <c:v>51.970028731111114</c:v>
                      </c:pt>
                      <c:pt idx="61">
                        <c:v>60.506458053333333</c:v>
                      </c:pt>
                      <c:pt idx="62">
                        <c:v>63.664016764444447</c:v>
                      </c:pt>
                      <c:pt idx="63">
                        <c:v>61.065968633333334</c:v>
                      </c:pt>
                      <c:pt idx="64">
                        <c:v>51.656072366666663</c:v>
                      </c:pt>
                      <c:pt idx="65">
                        <c:v>52.849365182222222</c:v>
                      </c:pt>
                      <c:pt idx="66">
                        <c:v>52.879920875555555</c:v>
                      </c:pt>
                      <c:pt idx="67">
                        <c:v>62.581766700000003</c:v>
                      </c:pt>
                      <c:pt idx="68">
                        <c:v>69.209891217777781</c:v>
                      </c:pt>
                      <c:pt idx="69">
                        <c:v>79.968217559999999</c:v>
                      </c:pt>
                      <c:pt idx="70">
                        <c:v>77.482026971111111</c:v>
                      </c:pt>
                      <c:pt idx="71">
                        <c:v>64.497497042222221</c:v>
                      </c:pt>
                      <c:pt idx="72">
                        <c:v>44.645922006666666</c:v>
                      </c:pt>
                      <c:pt idx="73">
                        <c:v>26.448929726666666</c:v>
                      </c:pt>
                      <c:pt idx="74">
                        <c:v>15.230288153333333</c:v>
                      </c:pt>
                      <c:pt idx="75">
                        <c:v>9.3343494155555558</c:v>
                      </c:pt>
                      <c:pt idx="76">
                        <c:v>7.0305809422222225</c:v>
                      </c:pt>
                      <c:pt idx="77">
                        <c:v>8.4368329244444453</c:v>
                      </c:pt>
                      <c:pt idx="78">
                        <c:v>17.083903424444443</c:v>
                      </c:pt>
                      <c:pt idx="79">
                        <c:v>25.656712046666666</c:v>
                      </c:pt>
                      <c:pt idx="80">
                        <c:v>32.025842155555559</c:v>
                      </c:pt>
                      <c:pt idx="81">
                        <c:v>35.376851077777779</c:v>
                      </c:pt>
                      <c:pt idx="82">
                        <c:v>39.452517648888886</c:v>
                      </c:pt>
                      <c:pt idx="83">
                        <c:v>44.822569742222221</c:v>
                      </c:pt>
                      <c:pt idx="84">
                        <c:v>48.528198817777778</c:v>
                      </c:pt>
                      <c:pt idx="85">
                        <c:v>55.065931711111112</c:v>
                      </c:pt>
                      <c:pt idx="86">
                        <c:v>56.310977151111111</c:v>
                      </c:pt>
                      <c:pt idx="87">
                        <c:v>54.368931539999998</c:v>
                      </c:pt>
                      <c:pt idx="88">
                        <c:v>49.923954093333336</c:v>
                      </c:pt>
                      <c:pt idx="89">
                        <c:v>52.270852295555557</c:v>
                      </c:pt>
                      <c:pt idx="90">
                        <c:v>52.192347691111109</c:v>
                      </c:pt>
                      <c:pt idx="91">
                        <c:v>61.95531914888889</c:v>
                      </c:pt>
                      <c:pt idx="92">
                        <c:v>69.673366517777779</c:v>
                      </c:pt>
                      <c:pt idx="93">
                        <c:v>80.248249348888891</c:v>
                      </c:pt>
                      <c:pt idx="94">
                        <c:v>76.748639035555556</c:v>
                      </c:pt>
                      <c:pt idx="95">
                        <c:v>61.758949746666666</c:v>
                      </c:pt>
                      <c:pt idx="96">
                        <c:v>41.587073842222225</c:v>
                      </c:pt>
                      <c:pt idx="97">
                        <c:v>24.309848375555557</c:v>
                      </c:pt>
                      <c:pt idx="98">
                        <c:v>13.787038593333333</c:v>
                      </c:pt>
                      <c:pt idx="99">
                        <c:v>8.8152817244444446</c:v>
                      </c:pt>
                      <c:pt idx="100">
                        <c:v>6.8370916133333335</c:v>
                      </c:pt>
                      <c:pt idx="101">
                        <c:v>8.1135425755555559</c:v>
                      </c:pt>
                      <c:pt idx="102">
                        <c:v>17.41596353111111</c:v>
                      </c:pt>
                      <c:pt idx="103">
                        <c:v>26.522932706666666</c:v>
                      </c:pt>
                      <c:pt idx="104">
                        <c:v>32.308757720000003</c:v>
                      </c:pt>
                      <c:pt idx="105">
                        <c:v>35.31707261333333</c:v>
                      </c:pt>
                      <c:pt idx="106">
                        <c:v>39.204283415555558</c:v>
                      </c:pt>
                      <c:pt idx="107">
                        <c:v>45.263864302222224</c:v>
                      </c:pt>
                      <c:pt idx="108">
                        <c:v>48.712271653333332</c:v>
                      </c:pt>
                      <c:pt idx="109">
                        <c:v>55.527402873333337</c:v>
                      </c:pt>
                      <c:pt idx="110">
                        <c:v>56.040975486666667</c:v>
                      </c:pt>
                      <c:pt idx="111">
                        <c:v>54.691548777777776</c:v>
                      </c:pt>
                      <c:pt idx="112">
                        <c:v>49.349924326666667</c:v>
                      </c:pt>
                      <c:pt idx="113">
                        <c:v>51.645121235555557</c:v>
                      </c:pt>
                      <c:pt idx="114">
                        <c:v>51.987750946666665</c:v>
                      </c:pt>
                      <c:pt idx="115">
                        <c:v>61.493482551111114</c:v>
                      </c:pt>
                      <c:pt idx="116">
                        <c:v>69.214045515555554</c:v>
                      </c:pt>
                      <c:pt idx="117">
                        <c:v>80.211717846666673</c:v>
                      </c:pt>
                      <c:pt idx="118">
                        <c:v>76.977559295555551</c:v>
                      </c:pt>
                      <c:pt idx="119">
                        <c:v>62.93767730222222</c:v>
                      </c:pt>
                      <c:pt idx="120">
                        <c:v>42.75283905111111</c:v>
                      </c:pt>
                      <c:pt idx="121">
                        <c:v>25.123280573333332</c:v>
                      </c:pt>
                      <c:pt idx="122">
                        <c:v>14.396558086666667</c:v>
                      </c:pt>
                      <c:pt idx="123">
                        <c:v>8.9684920577777785</c:v>
                      </c:pt>
                      <c:pt idx="124">
                        <c:v>6.8834198844444447</c:v>
                      </c:pt>
                      <c:pt idx="125">
                        <c:v>8.2357434911111103</c:v>
                      </c:pt>
                      <c:pt idx="126">
                        <c:v>17.470982271111112</c:v>
                      </c:pt>
                      <c:pt idx="127">
                        <c:v>26.786152522222221</c:v>
                      </c:pt>
                      <c:pt idx="128">
                        <c:v>32.610304555555558</c:v>
                      </c:pt>
                      <c:pt idx="129">
                        <c:v>35.797818608888889</c:v>
                      </c:pt>
                      <c:pt idx="130">
                        <c:v>40.281931913333331</c:v>
                      </c:pt>
                      <c:pt idx="131">
                        <c:v>45.642352322222223</c:v>
                      </c:pt>
                      <c:pt idx="132">
                        <c:v>50.315751048888892</c:v>
                      </c:pt>
                      <c:pt idx="133">
                        <c:v>60.008626548888891</c:v>
                      </c:pt>
                      <c:pt idx="134">
                        <c:v>60.981500922222224</c:v>
                      </c:pt>
                      <c:pt idx="135">
                        <c:v>57.26327672888889</c:v>
                      </c:pt>
                      <c:pt idx="136">
                        <c:v>50.294399848888887</c:v>
                      </c:pt>
                      <c:pt idx="137">
                        <c:v>52.245939191111113</c:v>
                      </c:pt>
                      <c:pt idx="138">
                        <c:v>56.641470251111109</c:v>
                      </c:pt>
                      <c:pt idx="139">
                        <c:v>65.252548239999996</c:v>
                      </c:pt>
                      <c:pt idx="140">
                        <c:v>69.912260135555556</c:v>
                      </c:pt>
                      <c:pt idx="141">
                        <c:v>80.941043297777782</c:v>
                      </c:pt>
                      <c:pt idx="142">
                        <c:v>77.568930848888883</c:v>
                      </c:pt>
                      <c:pt idx="143">
                        <c:v>64.118294555555551</c:v>
                      </c:pt>
                      <c:pt idx="144">
                        <c:v>45.348575004444442</c:v>
                      </c:pt>
                      <c:pt idx="145">
                        <c:v>27.349921015555555</c:v>
                      </c:pt>
                      <c:pt idx="146">
                        <c:v>16.426407708888888</c:v>
                      </c:pt>
                      <c:pt idx="147">
                        <c:v>9.7025056133333329</c:v>
                      </c:pt>
                      <c:pt idx="148">
                        <c:v>7.343793793333333</c:v>
                      </c:pt>
                      <c:pt idx="149">
                        <c:v>8.6523355977777783</c:v>
                      </c:pt>
                      <c:pt idx="150">
                        <c:v>18.113571375555555</c:v>
                      </c:pt>
                      <c:pt idx="151">
                        <c:v>27.54498516</c:v>
                      </c:pt>
                      <c:pt idx="152">
                        <c:v>33.205795331111112</c:v>
                      </c:pt>
                      <c:pt idx="153">
                        <c:v>36.241237668888886</c:v>
                      </c:pt>
                      <c:pt idx="154">
                        <c:v>39.981581542222223</c:v>
                      </c:pt>
                      <c:pt idx="155">
                        <c:v>45.484459488888888</c:v>
                      </c:pt>
                      <c:pt idx="156">
                        <c:v>48.816140240000003</c:v>
                      </c:pt>
                      <c:pt idx="157">
                        <c:v>55.7654402</c:v>
                      </c:pt>
                      <c:pt idx="158">
                        <c:v>56.603483653333335</c:v>
                      </c:pt>
                      <c:pt idx="159">
                        <c:v>54.846748499999997</c:v>
                      </c:pt>
                      <c:pt idx="160">
                        <c:v>51.000443384444445</c:v>
                      </c:pt>
                      <c:pt idx="161">
                        <c:v>53.984797053333331</c:v>
                      </c:pt>
                      <c:pt idx="162">
                        <c:v>54.533787004444441</c:v>
                      </c:pt>
                      <c:pt idx="163">
                        <c:v>63.173760235555555</c:v>
                      </c:pt>
                      <c:pt idx="164">
                        <c:v>70.371479862222216</c:v>
                      </c:pt>
                      <c:pt idx="165">
                        <c:v>80.261076484444445</c:v>
                      </c:pt>
                      <c:pt idx="166">
                        <c:v>76.730569360000004</c:v>
                      </c:pt>
                      <c:pt idx="167">
                        <c:v>61.575000684444447</c:v>
                      </c:pt>
                      <c:pt idx="168">
                        <c:v>41.877265700000002</c:v>
                      </c:pt>
                      <c:pt idx="169">
                        <c:v>25.056634326666668</c:v>
                      </c:pt>
                      <c:pt idx="170">
                        <c:v>14.439809775555556</c:v>
                      </c:pt>
                      <c:pt idx="171">
                        <c:v>9.1138174444444449</c:v>
                      </c:pt>
                      <c:pt idx="172">
                        <c:v>7.0049366177777781</c:v>
                      </c:pt>
                      <c:pt idx="173">
                        <c:v>8.4280747822222217</c:v>
                      </c:pt>
                      <c:pt idx="174">
                        <c:v>18.343833526666668</c:v>
                      </c:pt>
                      <c:pt idx="175">
                        <c:v>28.550554562222221</c:v>
                      </c:pt>
                      <c:pt idx="176">
                        <c:v>34.995369153333336</c:v>
                      </c:pt>
                      <c:pt idx="177">
                        <c:v>39.828420413333333</c:v>
                      </c:pt>
                      <c:pt idx="178">
                        <c:v>42.780532897777775</c:v>
                      </c:pt>
                      <c:pt idx="179">
                        <c:v>47.199803588888891</c:v>
                      </c:pt>
                      <c:pt idx="180">
                        <c:v>51.754950148888888</c:v>
                      </c:pt>
                      <c:pt idx="181">
                        <c:v>58.414728304444445</c:v>
                      </c:pt>
                      <c:pt idx="182">
                        <c:v>59.272138868888888</c:v>
                      </c:pt>
                      <c:pt idx="183">
                        <c:v>56.946338731111112</c:v>
                      </c:pt>
                      <c:pt idx="184">
                        <c:v>51.202332488888892</c:v>
                      </c:pt>
                      <c:pt idx="185">
                        <c:v>53.381386924444442</c:v>
                      </c:pt>
                      <c:pt idx="186">
                        <c:v>53.939753662222223</c:v>
                      </c:pt>
                      <c:pt idx="187">
                        <c:v>64.122601977777776</c:v>
                      </c:pt>
                      <c:pt idx="188">
                        <c:v>71.454509871111114</c:v>
                      </c:pt>
                      <c:pt idx="189">
                        <c:v>80.839258324444444</c:v>
                      </c:pt>
                      <c:pt idx="190">
                        <c:v>78.54718829777778</c:v>
                      </c:pt>
                      <c:pt idx="191">
                        <c:v>65.652798188888895</c:v>
                      </c:pt>
                      <c:pt idx="192">
                        <c:v>47.106036979999999</c:v>
                      </c:pt>
                      <c:pt idx="193">
                        <c:v>29.581462677777779</c:v>
                      </c:pt>
                      <c:pt idx="194">
                        <c:v>17.35420420222222</c:v>
                      </c:pt>
                      <c:pt idx="195">
                        <c:v>10.912358344444444</c:v>
                      </c:pt>
                      <c:pt idx="196">
                        <c:v>7.803050182222222</c:v>
                      </c:pt>
                      <c:pt idx="197">
                        <c:v>8.0985947777777785</c:v>
                      </c:pt>
                      <c:pt idx="198">
                        <c:v>15.784047324444444</c:v>
                      </c:pt>
                      <c:pt idx="199">
                        <c:v>24.525851633333332</c:v>
                      </c:pt>
                      <c:pt idx="200">
                        <c:v>34.103019097777775</c:v>
                      </c:pt>
                      <c:pt idx="201">
                        <c:v>41.366017159999998</c:v>
                      </c:pt>
                      <c:pt idx="202">
                        <c:v>46.949837126666665</c:v>
                      </c:pt>
                      <c:pt idx="203">
                        <c:v>53.570118808888886</c:v>
                      </c:pt>
                      <c:pt idx="204">
                        <c:v>54.410991915555556</c:v>
                      </c:pt>
                      <c:pt idx="205">
                        <c:v>59.21655511777778</c:v>
                      </c:pt>
                      <c:pt idx="206">
                        <c:v>68.415642102222222</c:v>
                      </c:pt>
                      <c:pt idx="207">
                        <c:v>62.811403868888888</c:v>
                      </c:pt>
                      <c:pt idx="208">
                        <c:v>53.003811668888886</c:v>
                      </c:pt>
                      <c:pt idx="209">
                        <c:v>53.807442964444448</c:v>
                      </c:pt>
                      <c:pt idx="210">
                        <c:v>53.332549295555559</c:v>
                      </c:pt>
                      <c:pt idx="211">
                        <c:v>63.895571477777779</c:v>
                      </c:pt>
                      <c:pt idx="212">
                        <c:v>72.102433313333336</c:v>
                      </c:pt>
                      <c:pt idx="213">
                        <c:v>82.354032926666662</c:v>
                      </c:pt>
                      <c:pt idx="214">
                        <c:v>81.031652471111116</c:v>
                      </c:pt>
                      <c:pt idx="215">
                        <c:v>67.498185808888891</c:v>
                      </c:pt>
                      <c:pt idx="216">
                        <c:v>47.864771346666664</c:v>
                      </c:pt>
                      <c:pt idx="217">
                        <c:v>29.301728857777778</c:v>
                      </c:pt>
                      <c:pt idx="218">
                        <c:v>17.015017395555557</c:v>
                      </c:pt>
                      <c:pt idx="219">
                        <c:v>10.468096948888888</c:v>
                      </c:pt>
                      <c:pt idx="220">
                        <c:v>7.5889086955555554</c:v>
                      </c:pt>
                      <c:pt idx="221">
                        <c:v>8.1137130222222229</c:v>
                      </c:pt>
                      <c:pt idx="222">
                        <c:v>16.276027371111113</c:v>
                      </c:pt>
                      <c:pt idx="223">
                        <c:v>24.877046137777779</c:v>
                      </c:pt>
                      <c:pt idx="224">
                        <c:v>33.110922862222225</c:v>
                      </c:pt>
                      <c:pt idx="225">
                        <c:v>38.417894195555554</c:v>
                      </c:pt>
                      <c:pt idx="226">
                        <c:v>42.865990719999999</c:v>
                      </c:pt>
                      <c:pt idx="227">
                        <c:v>47.603089117777778</c:v>
                      </c:pt>
                      <c:pt idx="228">
                        <c:v>50.597607879999998</c:v>
                      </c:pt>
                      <c:pt idx="229">
                        <c:v>60.049799348888889</c:v>
                      </c:pt>
                      <c:pt idx="230">
                        <c:v>63.044451922222223</c:v>
                      </c:pt>
                      <c:pt idx="231">
                        <c:v>59.049439406666664</c:v>
                      </c:pt>
                      <c:pt idx="232">
                        <c:v>51.177250133333331</c:v>
                      </c:pt>
                      <c:pt idx="233">
                        <c:v>52.986828753333334</c:v>
                      </c:pt>
                      <c:pt idx="234">
                        <c:v>53.555701188888889</c:v>
                      </c:pt>
                      <c:pt idx="235">
                        <c:v>62.933414188888889</c:v>
                      </c:pt>
                      <c:pt idx="236">
                        <c:v>71.869010773333329</c:v>
                      </c:pt>
                      <c:pt idx="237">
                        <c:v>81.796371151111117</c:v>
                      </c:pt>
                      <c:pt idx="238">
                        <c:v>76.807431084444445</c:v>
                      </c:pt>
                      <c:pt idx="239">
                        <c:v>61.460040957777778</c:v>
                      </c:pt>
                      <c:pt idx="240">
                        <c:v>41.057464802222221</c:v>
                      </c:pt>
                      <c:pt idx="241">
                        <c:v>24.212766344444443</c:v>
                      </c:pt>
                      <c:pt idx="242">
                        <c:v>14.087317517777779</c:v>
                      </c:pt>
                      <c:pt idx="243">
                        <c:v>8.8611731555555551</c:v>
                      </c:pt>
                      <c:pt idx="244">
                        <c:v>6.890818091111111</c:v>
                      </c:pt>
                      <c:pt idx="245">
                        <c:v>7.8170485555555551</c:v>
                      </c:pt>
                      <c:pt idx="246">
                        <c:v>16.980400815555555</c:v>
                      </c:pt>
                      <c:pt idx="247">
                        <c:v>25.646790142222223</c:v>
                      </c:pt>
                      <c:pt idx="248">
                        <c:v>31.509948117777778</c:v>
                      </c:pt>
                      <c:pt idx="249">
                        <c:v>34.309529962222221</c:v>
                      </c:pt>
                      <c:pt idx="250">
                        <c:v>38.01827270222222</c:v>
                      </c:pt>
                      <c:pt idx="251">
                        <c:v>43.450417708888892</c:v>
                      </c:pt>
                      <c:pt idx="252">
                        <c:v>47.29599526222222</c:v>
                      </c:pt>
                      <c:pt idx="253">
                        <c:v>54.347141937777778</c:v>
                      </c:pt>
                      <c:pt idx="254">
                        <c:v>55.625452902222221</c:v>
                      </c:pt>
                      <c:pt idx="255">
                        <c:v>53.439392022222222</c:v>
                      </c:pt>
                      <c:pt idx="256">
                        <c:v>50.326388162222223</c:v>
                      </c:pt>
                      <c:pt idx="257">
                        <c:v>54.090727835555555</c:v>
                      </c:pt>
                      <c:pt idx="258">
                        <c:v>54.31649196</c:v>
                      </c:pt>
                      <c:pt idx="259">
                        <c:v>63.200416686666664</c:v>
                      </c:pt>
                      <c:pt idx="260">
                        <c:v>71.595616742222219</c:v>
                      </c:pt>
                      <c:pt idx="261">
                        <c:v>80.251360195555549</c:v>
                      </c:pt>
                      <c:pt idx="262">
                        <c:v>75.753390800000005</c:v>
                      </c:pt>
                      <c:pt idx="263">
                        <c:v>60.130278886666666</c:v>
                      </c:pt>
                      <c:pt idx="264">
                        <c:v>39.644645357777776</c:v>
                      </c:pt>
                      <c:pt idx="265">
                        <c:v>23.299280648888889</c:v>
                      </c:pt>
                      <c:pt idx="266">
                        <c:v>13.399079540000001</c:v>
                      </c:pt>
                      <c:pt idx="267">
                        <c:v>8.6451408844444444</c:v>
                      </c:pt>
                      <c:pt idx="268">
                        <c:v>6.9827436511111109</c:v>
                      </c:pt>
                      <c:pt idx="269">
                        <c:v>7.9822962333333329</c:v>
                      </c:pt>
                      <c:pt idx="270">
                        <c:v>17.578969144444443</c:v>
                      </c:pt>
                      <c:pt idx="271">
                        <c:v>27.12690018</c:v>
                      </c:pt>
                      <c:pt idx="272">
                        <c:v>32.172084264444443</c:v>
                      </c:pt>
                      <c:pt idx="273">
                        <c:v>35.404164871111114</c:v>
                      </c:pt>
                      <c:pt idx="274">
                        <c:v>39.479360964444446</c:v>
                      </c:pt>
                      <c:pt idx="275">
                        <c:v>44.404518773333336</c:v>
                      </c:pt>
                      <c:pt idx="276">
                        <c:v>48.515312915555555</c:v>
                      </c:pt>
                      <c:pt idx="277">
                        <c:v>55.253166444444446</c:v>
                      </c:pt>
                      <c:pt idx="278">
                        <c:v>55.248151924444443</c:v>
                      </c:pt>
                      <c:pt idx="279">
                        <c:v>53.15225530888889</c:v>
                      </c:pt>
                      <c:pt idx="280">
                        <c:v>50.404604564444448</c:v>
                      </c:pt>
                      <c:pt idx="281">
                        <c:v>53.659895922222219</c:v>
                      </c:pt>
                      <c:pt idx="282">
                        <c:v>53.635903973333335</c:v>
                      </c:pt>
                      <c:pt idx="283">
                        <c:v>63.812562244444443</c:v>
                      </c:pt>
                      <c:pt idx="284">
                        <c:v>72.464190795555552</c:v>
                      </c:pt>
                      <c:pt idx="285">
                        <c:v>82.022270813333336</c:v>
                      </c:pt>
                      <c:pt idx="286">
                        <c:v>76.614925251111117</c:v>
                      </c:pt>
                      <c:pt idx="287">
                        <c:v>59.900981364444448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3B6C-47C2-956F-045AF7A440C3}"/>
                  </c:ext>
                </c:extLst>
              </c15:ser>
            </c15:filteredLineSeries>
            <c15:filteredLin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12-10-2026'!$M$1</c15:sqref>
                        </c15:formulaRef>
                      </c:ext>
                    </c:extLst>
                    <c:strCache>
                      <c:ptCount val="1"/>
                      <c:pt idx="0">
                        <c:v>BMR-DGW2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12-10-2026'!$M$2:$M$289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4.7296732266666668</c:v>
                      </c:pt>
                      <c:pt idx="1">
                        <c:v>2.8128549777777776</c:v>
                      </c:pt>
                      <c:pt idx="2">
                        <c:v>1.6366178044444444</c:v>
                      </c:pt>
                      <c:pt idx="3">
                        <c:v>1.0723690155555556</c:v>
                      </c:pt>
                      <c:pt idx="4">
                        <c:v>0.93974563333333339</c:v>
                      </c:pt>
                      <c:pt idx="5">
                        <c:v>1.340708628888889</c:v>
                      </c:pt>
                      <c:pt idx="6">
                        <c:v>2.7669770888888889</c:v>
                      </c:pt>
                      <c:pt idx="7">
                        <c:v>3.9780556888888889</c:v>
                      </c:pt>
                      <c:pt idx="8">
                        <c:v>4.3474617555555559</c:v>
                      </c:pt>
                      <c:pt idx="9">
                        <c:v>4.2748298599999996</c:v>
                      </c:pt>
                      <c:pt idx="10">
                        <c:v>4.3347076288888893</c:v>
                      </c:pt>
                      <c:pt idx="11">
                        <c:v>4.7879414577777775</c:v>
                      </c:pt>
                      <c:pt idx="12">
                        <c:v>5.4794752933333335</c:v>
                      </c:pt>
                      <c:pt idx="13">
                        <c:v>6.2986891155555558</c:v>
                      </c:pt>
                      <c:pt idx="14">
                        <c:v>6.5630602466666668</c:v>
                      </c:pt>
                      <c:pt idx="15">
                        <c:v>6.345188951111111</c:v>
                      </c:pt>
                      <c:pt idx="16">
                        <c:v>5.3026396044444448</c:v>
                      </c:pt>
                      <c:pt idx="17">
                        <c:v>4.8646601044444449</c:v>
                      </c:pt>
                      <c:pt idx="18">
                        <c:v>5.0806775911111108</c:v>
                      </c:pt>
                      <c:pt idx="19">
                        <c:v>6.1119067133333331</c:v>
                      </c:pt>
                      <c:pt idx="20">
                        <c:v>6.7272735288888885</c:v>
                      </c:pt>
                      <c:pt idx="21">
                        <c:v>7.5179785288888885</c:v>
                      </c:pt>
                      <c:pt idx="22">
                        <c:v>7.9067094222222218</c:v>
                      </c:pt>
                      <c:pt idx="23">
                        <c:v>6.9541076355555553</c:v>
                      </c:pt>
                      <c:pt idx="24">
                        <c:v>5.0909481000000003</c:v>
                      </c:pt>
                      <c:pt idx="25">
                        <c:v>3.18790796</c:v>
                      </c:pt>
                      <c:pt idx="26">
                        <c:v>1.8748589822222221</c:v>
                      </c:pt>
                      <c:pt idx="27">
                        <c:v>1.2103144222222222</c:v>
                      </c:pt>
                      <c:pt idx="28">
                        <c:v>0.98698307777777783</c:v>
                      </c:pt>
                      <c:pt idx="29">
                        <c:v>1.2767294622222223</c:v>
                      </c:pt>
                      <c:pt idx="30">
                        <c:v>2.4301952733333332</c:v>
                      </c:pt>
                      <c:pt idx="31">
                        <c:v>3.6645963422222221</c:v>
                      </c:pt>
                      <c:pt idx="32">
                        <c:v>4.6402623266666669</c:v>
                      </c:pt>
                      <c:pt idx="33">
                        <c:v>4.9985165911111107</c:v>
                      </c:pt>
                      <c:pt idx="34">
                        <c:v>5.2202796755555552</c:v>
                      </c:pt>
                      <c:pt idx="35">
                        <c:v>5.8107267244444447</c:v>
                      </c:pt>
                      <c:pt idx="36">
                        <c:v>6.261279331111111</c:v>
                      </c:pt>
                      <c:pt idx="37">
                        <c:v>6.8221913177777775</c:v>
                      </c:pt>
                      <c:pt idx="38">
                        <c:v>7.5517346666666665</c:v>
                      </c:pt>
                      <c:pt idx="39">
                        <c:v>6.973452408888889</c:v>
                      </c:pt>
                      <c:pt idx="40">
                        <c:v>5.6055323799999996</c:v>
                      </c:pt>
                      <c:pt idx="41">
                        <c:v>5.1470676866666665</c:v>
                      </c:pt>
                      <c:pt idx="42">
                        <c:v>5.2643493599999998</c:v>
                      </c:pt>
                      <c:pt idx="43">
                        <c:v>6.3015207022222226</c:v>
                      </c:pt>
                      <c:pt idx="44">
                        <c:v>6.8732512155555554</c:v>
                      </c:pt>
                      <c:pt idx="45">
                        <c:v>7.7835274133333332</c:v>
                      </c:pt>
                      <c:pt idx="46">
                        <c:v>8.1466530933333328</c:v>
                      </c:pt>
                      <c:pt idx="47">
                        <c:v>7.1422671777777778</c:v>
                      </c:pt>
                      <c:pt idx="48">
                        <c:v>5.2159972000000003</c:v>
                      </c:pt>
                      <c:pt idx="49">
                        <c:v>3.2544172666666666</c:v>
                      </c:pt>
                      <c:pt idx="50">
                        <c:v>1.94720428</c:v>
                      </c:pt>
                      <c:pt idx="51">
                        <c:v>1.2420522266666667</c:v>
                      </c:pt>
                      <c:pt idx="52">
                        <c:v>1.0328962933333334</c:v>
                      </c:pt>
                      <c:pt idx="53">
                        <c:v>1.3905209844444444</c:v>
                      </c:pt>
                      <c:pt idx="54">
                        <c:v>2.6031971288888891</c:v>
                      </c:pt>
                      <c:pt idx="55">
                        <c:v>3.7982316733333334</c:v>
                      </c:pt>
                      <c:pt idx="56">
                        <c:v>4.6367132599999996</c:v>
                      </c:pt>
                      <c:pt idx="57">
                        <c:v>4.7578954222222221</c:v>
                      </c:pt>
                      <c:pt idx="58">
                        <c:v>4.83488468</c:v>
                      </c:pt>
                      <c:pt idx="59">
                        <c:v>5.1327649555555555</c:v>
                      </c:pt>
                      <c:pt idx="60">
                        <c:v>5.6939513155555552</c:v>
                      </c:pt>
                      <c:pt idx="61">
                        <c:v>6.5240660866666671</c:v>
                      </c:pt>
                      <c:pt idx="62">
                        <c:v>6.9110978844444446</c:v>
                      </c:pt>
                      <c:pt idx="63">
                        <c:v>6.662329524444444</c:v>
                      </c:pt>
                      <c:pt idx="64">
                        <c:v>5.3767303000000002</c:v>
                      </c:pt>
                      <c:pt idx="65">
                        <c:v>5.0004804977777777</c:v>
                      </c:pt>
                      <c:pt idx="66">
                        <c:v>5.1664223644444442</c:v>
                      </c:pt>
                      <c:pt idx="67">
                        <c:v>6.1881862511111114</c:v>
                      </c:pt>
                      <c:pt idx="68">
                        <c:v>6.6485260933333334</c:v>
                      </c:pt>
                      <c:pt idx="69">
                        <c:v>7.4933062466666662</c:v>
                      </c:pt>
                      <c:pt idx="70">
                        <c:v>7.6719499377777778</c:v>
                      </c:pt>
                      <c:pt idx="71">
                        <c:v>6.6140206244444446</c:v>
                      </c:pt>
                      <c:pt idx="72">
                        <c:v>4.5935347977777781</c:v>
                      </c:pt>
                      <c:pt idx="73">
                        <c:v>2.7361828199999998</c:v>
                      </c:pt>
                      <c:pt idx="74">
                        <c:v>1.6472713333333333</c:v>
                      </c:pt>
                      <c:pt idx="75">
                        <c:v>1.1239177600000001</c:v>
                      </c:pt>
                      <c:pt idx="76">
                        <c:v>0.96467937555555561</c:v>
                      </c:pt>
                      <c:pt idx="77">
                        <c:v>1.3307121377777777</c:v>
                      </c:pt>
                      <c:pt idx="78">
                        <c:v>2.7771380088888891</c:v>
                      </c:pt>
                      <c:pt idx="79">
                        <c:v>3.8514316599999998</c:v>
                      </c:pt>
                      <c:pt idx="80">
                        <c:v>4.1987607355555552</c:v>
                      </c:pt>
                      <c:pt idx="81">
                        <c:v>4.1629458444444447</c:v>
                      </c:pt>
                      <c:pt idx="82">
                        <c:v>4.214888806666667</c:v>
                      </c:pt>
                      <c:pt idx="83">
                        <c:v>4.6653316844444443</c:v>
                      </c:pt>
                      <c:pt idx="84">
                        <c:v>5.2815295044444444</c:v>
                      </c:pt>
                      <c:pt idx="85">
                        <c:v>5.87833104</c:v>
                      </c:pt>
                      <c:pt idx="86">
                        <c:v>6.2098857711111108</c:v>
                      </c:pt>
                      <c:pt idx="87">
                        <c:v>5.9381879199999998</c:v>
                      </c:pt>
                      <c:pt idx="88">
                        <c:v>5.0946891399999998</c:v>
                      </c:pt>
                      <c:pt idx="89">
                        <c:v>4.8781910266666664</c:v>
                      </c:pt>
                      <c:pt idx="90">
                        <c:v>5.0011734555555556</c:v>
                      </c:pt>
                      <c:pt idx="91">
                        <c:v>6.0690468511111115</c:v>
                      </c:pt>
                      <c:pt idx="92">
                        <c:v>6.5704992555555553</c:v>
                      </c:pt>
                      <c:pt idx="93">
                        <c:v>7.5117604199999999</c:v>
                      </c:pt>
                      <c:pt idx="94">
                        <c:v>7.6965743222222223</c:v>
                      </c:pt>
                      <c:pt idx="95">
                        <c:v>6.3135498977777775</c:v>
                      </c:pt>
                      <c:pt idx="96">
                        <c:v>4.225830148888889</c:v>
                      </c:pt>
                      <c:pt idx="97">
                        <c:v>2.4414898444444444</c:v>
                      </c:pt>
                      <c:pt idx="98">
                        <c:v>1.477133668888889</c:v>
                      </c:pt>
                      <c:pt idx="99">
                        <c:v>0.99768108444444448</c:v>
                      </c:pt>
                      <c:pt idx="100">
                        <c:v>0.90228322444444442</c:v>
                      </c:pt>
                      <c:pt idx="101">
                        <c:v>1.3045009266666667</c:v>
                      </c:pt>
                      <c:pt idx="102">
                        <c:v>2.7090682955555554</c:v>
                      </c:pt>
                      <c:pt idx="103">
                        <c:v>3.9053039177777777</c:v>
                      </c:pt>
                      <c:pt idx="104">
                        <c:v>4.1861408600000001</c:v>
                      </c:pt>
                      <c:pt idx="105">
                        <c:v>4.1210774311111109</c:v>
                      </c:pt>
                      <c:pt idx="106">
                        <c:v>4.1825175799999998</c:v>
                      </c:pt>
                      <c:pt idx="107">
                        <c:v>4.6540049644444448</c:v>
                      </c:pt>
                      <c:pt idx="108">
                        <c:v>5.2590453022222219</c:v>
                      </c:pt>
                      <c:pt idx="109">
                        <c:v>5.9569605133333337</c:v>
                      </c:pt>
                      <c:pt idx="110">
                        <c:v>6.1978966333333334</c:v>
                      </c:pt>
                      <c:pt idx="111">
                        <c:v>6.0226056466666664</c:v>
                      </c:pt>
                      <c:pt idx="112">
                        <c:v>5.14923588</c:v>
                      </c:pt>
                      <c:pt idx="113">
                        <c:v>4.8364211199999998</c:v>
                      </c:pt>
                      <c:pt idx="114">
                        <c:v>5.0737014288888886</c:v>
                      </c:pt>
                      <c:pt idx="115">
                        <c:v>6.0546683844444447</c:v>
                      </c:pt>
                      <c:pt idx="116">
                        <c:v>6.584408482222222</c:v>
                      </c:pt>
                      <c:pt idx="117">
                        <c:v>7.5278026155555553</c:v>
                      </c:pt>
                      <c:pt idx="118">
                        <c:v>7.6414060911111115</c:v>
                      </c:pt>
                      <c:pt idx="119">
                        <c:v>6.4847429200000004</c:v>
                      </c:pt>
                      <c:pt idx="120">
                        <c:v>4.3608971911111114</c:v>
                      </c:pt>
                      <c:pt idx="121">
                        <c:v>2.521605851111111</c:v>
                      </c:pt>
                      <c:pt idx="122">
                        <c:v>1.5181777844444444</c:v>
                      </c:pt>
                      <c:pt idx="123">
                        <c:v>1.0901448</c:v>
                      </c:pt>
                      <c:pt idx="124">
                        <c:v>0.98085361999999998</c:v>
                      </c:pt>
                      <c:pt idx="125">
                        <c:v>1.332005811111111</c:v>
                      </c:pt>
                      <c:pt idx="126">
                        <c:v>2.7793083822222222</c:v>
                      </c:pt>
                      <c:pt idx="127">
                        <c:v>3.9256816977777778</c:v>
                      </c:pt>
                      <c:pt idx="128">
                        <c:v>4.2141490066666663</c:v>
                      </c:pt>
                      <c:pt idx="129">
                        <c:v>4.1924806355555555</c:v>
                      </c:pt>
                      <c:pt idx="130">
                        <c:v>4.3199343222222222</c:v>
                      </c:pt>
                      <c:pt idx="131">
                        <c:v>4.7891158200000001</c:v>
                      </c:pt>
                      <c:pt idx="132">
                        <c:v>5.4632206977777775</c:v>
                      </c:pt>
                      <c:pt idx="133">
                        <c:v>6.4878877955555554</c:v>
                      </c:pt>
                      <c:pt idx="134">
                        <c:v>6.8001675711111114</c:v>
                      </c:pt>
                      <c:pt idx="135">
                        <c:v>6.4306720844444447</c:v>
                      </c:pt>
                      <c:pt idx="136">
                        <c:v>5.2717102822222222</c:v>
                      </c:pt>
                      <c:pt idx="137">
                        <c:v>4.9404064111111108</c:v>
                      </c:pt>
                      <c:pt idx="138">
                        <c:v>5.3589732000000003</c:v>
                      </c:pt>
                      <c:pt idx="139">
                        <c:v>6.2953146755555558</c:v>
                      </c:pt>
                      <c:pt idx="140">
                        <c:v>6.6201580599999996</c:v>
                      </c:pt>
                      <c:pt idx="141">
                        <c:v>7.5282365377777776</c:v>
                      </c:pt>
                      <c:pt idx="142">
                        <c:v>7.7184060666666667</c:v>
                      </c:pt>
                      <c:pt idx="143">
                        <c:v>6.4939931666666668</c:v>
                      </c:pt>
                      <c:pt idx="144">
                        <c:v>4.4292871044444446</c:v>
                      </c:pt>
                      <c:pt idx="145">
                        <c:v>2.6656946822222221</c:v>
                      </c:pt>
                      <c:pt idx="146">
                        <c:v>1.677948651111111</c:v>
                      </c:pt>
                      <c:pt idx="147">
                        <c:v>1.1356639155555555</c:v>
                      </c:pt>
                      <c:pt idx="148">
                        <c:v>0.98710098666666668</c:v>
                      </c:pt>
                      <c:pt idx="149">
                        <c:v>1.3652667199999999</c:v>
                      </c:pt>
                      <c:pt idx="150">
                        <c:v>2.80174842</c:v>
                      </c:pt>
                      <c:pt idx="151">
                        <c:v>3.9668045533333331</c:v>
                      </c:pt>
                      <c:pt idx="152">
                        <c:v>4.2596816577777776</c:v>
                      </c:pt>
                      <c:pt idx="153">
                        <c:v>4.2023742377777777</c:v>
                      </c:pt>
                      <c:pt idx="154">
                        <c:v>4.2348030244444441</c:v>
                      </c:pt>
                      <c:pt idx="155">
                        <c:v>4.7290748266666665</c:v>
                      </c:pt>
                      <c:pt idx="156">
                        <c:v>5.2771557266666669</c:v>
                      </c:pt>
                      <c:pt idx="157">
                        <c:v>5.9353716133333334</c:v>
                      </c:pt>
                      <c:pt idx="158">
                        <c:v>6.1908741466666664</c:v>
                      </c:pt>
                      <c:pt idx="159">
                        <c:v>5.9818771133333337</c:v>
                      </c:pt>
                      <c:pt idx="160">
                        <c:v>5.1694282422222226</c:v>
                      </c:pt>
                      <c:pt idx="161">
                        <c:v>4.9802850266666665</c:v>
                      </c:pt>
                      <c:pt idx="162">
                        <c:v>5.3105795955555557</c:v>
                      </c:pt>
                      <c:pt idx="163">
                        <c:v>6.2723197444444443</c:v>
                      </c:pt>
                      <c:pt idx="164">
                        <c:v>6.8326633622222221</c:v>
                      </c:pt>
                      <c:pt idx="165">
                        <c:v>7.7033206533333329</c:v>
                      </c:pt>
                      <c:pt idx="166">
                        <c:v>7.6775728711111109</c:v>
                      </c:pt>
                      <c:pt idx="167">
                        <c:v>6.3475721466666668</c:v>
                      </c:pt>
                      <c:pt idx="168">
                        <c:v>4.2484105622222224</c:v>
                      </c:pt>
                      <c:pt idx="169">
                        <c:v>2.4865328155555555</c:v>
                      </c:pt>
                      <c:pt idx="170">
                        <c:v>1.5335543644444445</c:v>
                      </c:pt>
                      <c:pt idx="171">
                        <c:v>1.0612558577777778</c:v>
                      </c:pt>
                      <c:pt idx="172">
                        <c:v>0.95379349111111111</c:v>
                      </c:pt>
                      <c:pt idx="173">
                        <c:v>1.3469764244444444</c:v>
                      </c:pt>
                      <c:pt idx="174">
                        <c:v>2.8458092533333335</c:v>
                      </c:pt>
                      <c:pt idx="175">
                        <c:v>4.088483004444444</c:v>
                      </c:pt>
                      <c:pt idx="176">
                        <c:v>4.4141703155555554</c:v>
                      </c:pt>
                      <c:pt idx="177">
                        <c:v>4.358860248888889</c:v>
                      </c:pt>
                      <c:pt idx="178">
                        <c:v>4.3130521533333335</c:v>
                      </c:pt>
                      <c:pt idx="179">
                        <c:v>4.7193364511111113</c:v>
                      </c:pt>
                      <c:pt idx="180">
                        <c:v>5.4083705533333335</c:v>
                      </c:pt>
                      <c:pt idx="181">
                        <c:v>6.1380486666666663</c:v>
                      </c:pt>
                      <c:pt idx="182">
                        <c:v>6.428396982222222</c:v>
                      </c:pt>
                      <c:pt idx="183">
                        <c:v>6.1535259022222224</c:v>
                      </c:pt>
                      <c:pt idx="184">
                        <c:v>5.2287718911111112</c:v>
                      </c:pt>
                      <c:pt idx="185">
                        <c:v>4.9535878999999996</c:v>
                      </c:pt>
                      <c:pt idx="186">
                        <c:v>5.3177589599999999</c:v>
                      </c:pt>
                      <c:pt idx="187">
                        <c:v>6.352244586666667</c:v>
                      </c:pt>
                      <c:pt idx="188">
                        <c:v>6.8338674755555555</c:v>
                      </c:pt>
                      <c:pt idx="189">
                        <c:v>7.7156865955555558</c:v>
                      </c:pt>
                      <c:pt idx="190">
                        <c:v>7.9096804088888888</c:v>
                      </c:pt>
                      <c:pt idx="191">
                        <c:v>6.7785772199999998</c:v>
                      </c:pt>
                      <c:pt idx="192">
                        <c:v>4.8030358288888886</c:v>
                      </c:pt>
                      <c:pt idx="193">
                        <c:v>3.0219965888888889</c:v>
                      </c:pt>
                      <c:pt idx="194">
                        <c:v>1.7526216288888889</c:v>
                      </c:pt>
                      <c:pt idx="195">
                        <c:v>1.2301603977777777</c:v>
                      </c:pt>
                      <c:pt idx="196">
                        <c:v>1.0559262466666666</c:v>
                      </c:pt>
                      <c:pt idx="197">
                        <c:v>1.2937442711111111</c:v>
                      </c:pt>
                      <c:pt idx="198">
                        <c:v>2.5788109266666668</c:v>
                      </c:pt>
                      <c:pt idx="199">
                        <c:v>3.8538394866666668</c:v>
                      </c:pt>
                      <c:pt idx="200">
                        <c:v>4.7576967266666665</c:v>
                      </c:pt>
                      <c:pt idx="201">
                        <c:v>4.9695277377777778</c:v>
                      </c:pt>
                      <c:pt idx="202">
                        <c:v>5.1383536799999998</c:v>
                      </c:pt>
                      <c:pt idx="203">
                        <c:v>5.6793559288888886</c:v>
                      </c:pt>
                      <c:pt idx="204">
                        <c:v>6.0581622022222223</c:v>
                      </c:pt>
                      <c:pt idx="205">
                        <c:v>6.599585982222222</c:v>
                      </c:pt>
                      <c:pt idx="206">
                        <c:v>7.3333660311111108</c:v>
                      </c:pt>
                      <c:pt idx="207">
                        <c:v>6.7742037511111111</c:v>
                      </c:pt>
                      <c:pt idx="208">
                        <c:v>5.4871008622222224</c:v>
                      </c:pt>
                      <c:pt idx="209">
                        <c:v>5.1726401088888885</c:v>
                      </c:pt>
                      <c:pt idx="210">
                        <c:v>5.4524122155555554</c:v>
                      </c:pt>
                      <c:pt idx="211">
                        <c:v>6.4816722022222226</c:v>
                      </c:pt>
                      <c:pt idx="212">
                        <c:v>7.0199686155555554</c:v>
                      </c:pt>
                      <c:pt idx="213">
                        <c:v>7.8537883711111114</c:v>
                      </c:pt>
                      <c:pt idx="214">
                        <c:v>8.0883546688888881</c:v>
                      </c:pt>
                      <c:pt idx="215">
                        <c:v>6.8700780000000004</c:v>
                      </c:pt>
                      <c:pt idx="216">
                        <c:v>4.7936374066666669</c:v>
                      </c:pt>
                      <c:pt idx="217">
                        <c:v>2.9969403844444447</c:v>
                      </c:pt>
                      <c:pt idx="218">
                        <c:v>1.7976423777777777</c:v>
                      </c:pt>
                      <c:pt idx="219">
                        <c:v>1.2212359555555556</c:v>
                      </c:pt>
                      <c:pt idx="220">
                        <c:v>1.0286766088888888</c:v>
                      </c:pt>
                      <c:pt idx="221">
                        <c:v>1.2900036177777778</c:v>
                      </c:pt>
                      <c:pt idx="222">
                        <c:v>2.6178709933333333</c:v>
                      </c:pt>
                      <c:pt idx="223">
                        <c:v>3.8257997911111112</c:v>
                      </c:pt>
                      <c:pt idx="224">
                        <c:v>4.5605411755555556</c:v>
                      </c:pt>
                      <c:pt idx="225">
                        <c:v>4.6907669533333332</c:v>
                      </c:pt>
                      <c:pt idx="226">
                        <c:v>4.6462995933333335</c:v>
                      </c:pt>
                      <c:pt idx="227">
                        <c:v>5.0441462133333337</c:v>
                      </c:pt>
                      <c:pt idx="228">
                        <c:v>5.6239922</c:v>
                      </c:pt>
                      <c:pt idx="229">
                        <c:v>6.4618576000000001</c:v>
                      </c:pt>
                      <c:pt idx="230">
                        <c:v>6.7615059400000002</c:v>
                      </c:pt>
                      <c:pt idx="231">
                        <c:v>6.3283525666666662</c:v>
                      </c:pt>
                      <c:pt idx="232">
                        <c:v>5.2643919377777779</c:v>
                      </c:pt>
                      <c:pt idx="233">
                        <c:v>4.9520725600000004</c:v>
                      </c:pt>
                      <c:pt idx="234">
                        <c:v>5.2789424044444448</c:v>
                      </c:pt>
                      <c:pt idx="235">
                        <c:v>6.2510149999999998</c:v>
                      </c:pt>
                      <c:pt idx="236">
                        <c:v>6.8729368955555552</c:v>
                      </c:pt>
                      <c:pt idx="237">
                        <c:v>7.7229337866666663</c:v>
                      </c:pt>
                      <c:pt idx="238">
                        <c:v>7.6580205288888887</c:v>
                      </c:pt>
                      <c:pt idx="239">
                        <c:v>6.2321302000000003</c:v>
                      </c:pt>
                      <c:pt idx="240">
                        <c:v>4.133213691111111</c:v>
                      </c:pt>
                      <c:pt idx="241">
                        <c:v>2.4332627800000002</c:v>
                      </c:pt>
                      <c:pt idx="242">
                        <c:v>1.4782196577777778</c:v>
                      </c:pt>
                      <c:pt idx="243">
                        <c:v>1.0924879222222221</c:v>
                      </c:pt>
                      <c:pt idx="244">
                        <c:v>0.97731330444444442</c:v>
                      </c:pt>
                      <c:pt idx="245">
                        <c:v>1.2787221933333333</c:v>
                      </c:pt>
                      <c:pt idx="246">
                        <c:v>2.7225203822222221</c:v>
                      </c:pt>
                      <c:pt idx="247">
                        <c:v>3.7769874977777778</c:v>
                      </c:pt>
                      <c:pt idx="248">
                        <c:v>4.1866978844444445</c:v>
                      </c:pt>
                      <c:pt idx="249">
                        <c:v>4.0097146311111107</c:v>
                      </c:pt>
                      <c:pt idx="250">
                        <c:v>4.0078518333333335</c:v>
                      </c:pt>
                      <c:pt idx="251">
                        <c:v>4.5312279355555551</c:v>
                      </c:pt>
                      <c:pt idx="252">
                        <c:v>5.1424629333333334</c:v>
                      </c:pt>
                      <c:pt idx="253">
                        <c:v>5.7785107599999996</c:v>
                      </c:pt>
                      <c:pt idx="254">
                        <c:v>6.0167088733333332</c:v>
                      </c:pt>
                      <c:pt idx="255">
                        <c:v>5.8018427600000004</c:v>
                      </c:pt>
                      <c:pt idx="256">
                        <c:v>5.0472161288888886</c:v>
                      </c:pt>
                      <c:pt idx="257">
                        <c:v>4.8943476577777778</c:v>
                      </c:pt>
                      <c:pt idx="258">
                        <c:v>5.3327767533333335</c:v>
                      </c:pt>
                      <c:pt idx="259">
                        <c:v>6.229735482222222</c:v>
                      </c:pt>
                      <c:pt idx="260">
                        <c:v>6.8216151355555557</c:v>
                      </c:pt>
                      <c:pt idx="261">
                        <c:v>7.6896892088888888</c:v>
                      </c:pt>
                      <c:pt idx="262">
                        <c:v>7.6401427555555559</c:v>
                      </c:pt>
                      <c:pt idx="263">
                        <c:v>6.1707189933333337</c:v>
                      </c:pt>
                      <c:pt idx="264">
                        <c:v>4.0971348088888888</c:v>
                      </c:pt>
                      <c:pt idx="265">
                        <c:v>2.3795791711111112</c:v>
                      </c:pt>
                      <c:pt idx="266">
                        <c:v>1.5046881844444444</c:v>
                      </c:pt>
                      <c:pt idx="267">
                        <c:v>1.0646959288888889</c:v>
                      </c:pt>
                      <c:pt idx="268">
                        <c:v>0.97411411111111113</c:v>
                      </c:pt>
                      <c:pt idx="269">
                        <c:v>1.2726790133333334</c:v>
                      </c:pt>
                      <c:pt idx="270">
                        <c:v>2.8105675222222222</c:v>
                      </c:pt>
                      <c:pt idx="271">
                        <c:v>4.0215021066666665</c:v>
                      </c:pt>
                      <c:pt idx="272">
                        <c:v>4.265728573333333</c:v>
                      </c:pt>
                      <c:pt idx="273">
                        <c:v>4.0668192400000001</c:v>
                      </c:pt>
                      <c:pt idx="274">
                        <c:v>4.1386782444444448</c:v>
                      </c:pt>
                      <c:pt idx="275">
                        <c:v>4.6114422022222223</c:v>
                      </c:pt>
                      <c:pt idx="276">
                        <c:v>5.2165987288888891</c:v>
                      </c:pt>
                      <c:pt idx="277">
                        <c:v>5.8806514244444443</c:v>
                      </c:pt>
                      <c:pt idx="278">
                        <c:v>6.1028437111111113</c:v>
                      </c:pt>
                      <c:pt idx="279">
                        <c:v>5.8474221022222226</c:v>
                      </c:pt>
                      <c:pt idx="280">
                        <c:v>5.0953232111111113</c:v>
                      </c:pt>
                      <c:pt idx="281">
                        <c:v>4.9254675755555555</c:v>
                      </c:pt>
                      <c:pt idx="282">
                        <c:v>5.3065818933333331</c:v>
                      </c:pt>
                      <c:pt idx="283">
                        <c:v>6.2782810044444446</c:v>
                      </c:pt>
                      <c:pt idx="284">
                        <c:v>6.8003638999999998</c:v>
                      </c:pt>
                      <c:pt idx="285">
                        <c:v>7.7894912911111112</c:v>
                      </c:pt>
                      <c:pt idx="286">
                        <c:v>7.6982980488888888</c:v>
                      </c:pt>
                      <c:pt idx="287">
                        <c:v>6.1491859800000004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3B6C-47C2-956F-045AF7A440C3}"/>
                  </c:ext>
                </c:extLst>
              </c15:ser>
            </c15:filteredLineSeries>
            <c15:filteredLine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12-10-2026'!$N$1</c15:sqref>
                        </c15:formulaRef>
                      </c:ext>
                    </c:extLst>
                    <c:strCache>
                      <c:ptCount val="1"/>
                      <c:pt idx="0">
                        <c:v>BMR-DGW2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12-10-2026'!$N$2:$N$289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50.114718860000004</c:v>
                      </c:pt>
                      <c:pt idx="1">
                        <c:v>30.394437857777778</c:v>
                      </c:pt>
                      <c:pt idx="2">
                        <c:v>17.269521924444444</c:v>
                      </c:pt>
                      <c:pt idx="3">
                        <c:v>10.73947189111111</c:v>
                      </c:pt>
                      <c:pt idx="4">
                        <c:v>8.1769772577777786</c:v>
                      </c:pt>
                      <c:pt idx="5">
                        <c:v>10.004969855555556</c:v>
                      </c:pt>
                      <c:pt idx="6">
                        <c:v>20.42470319111111</c:v>
                      </c:pt>
                      <c:pt idx="7">
                        <c:v>31.345546508888887</c:v>
                      </c:pt>
                      <c:pt idx="8">
                        <c:v>37.592275739999998</c:v>
                      </c:pt>
                      <c:pt idx="9">
                        <c:v>41.076302391111113</c:v>
                      </c:pt>
                      <c:pt idx="10">
                        <c:v>45.545966875555557</c:v>
                      </c:pt>
                      <c:pt idx="11">
                        <c:v>51.306527186666663</c:v>
                      </c:pt>
                      <c:pt idx="12">
                        <c:v>56.594007048888891</c:v>
                      </c:pt>
                      <c:pt idx="13">
                        <c:v>65.062953577777776</c:v>
                      </c:pt>
                      <c:pt idx="14">
                        <c:v>67.031674948888892</c:v>
                      </c:pt>
                      <c:pt idx="15">
                        <c:v>64.70626191777778</c:v>
                      </c:pt>
                      <c:pt idx="16">
                        <c:v>56.157694033333335</c:v>
                      </c:pt>
                      <c:pt idx="17">
                        <c:v>57.272941662222223</c:v>
                      </c:pt>
                      <c:pt idx="18">
                        <c:v>57.24595580222222</c:v>
                      </c:pt>
                      <c:pt idx="19">
                        <c:v>67.900127155555552</c:v>
                      </c:pt>
                      <c:pt idx="20">
                        <c:v>75.672699166666661</c:v>
                      </c:pt>
                      <c:pt idx="21">
                        <c:v>87.170352195555552</c:v>
                      </c:pt>
                      <c:pt idx="22">
                        <c:v>86.755344595555556</c:v>
                      </c:pt>
                      <c:pt idx="23">
                        <c:v>74.946476486666668</c:v>
                      </c:pt>
                      <c:pt idx="24">
                        <c:v>54.830553686666669</c:v>
                      </c:pt>
                      <c:pt idx="25">
                        <c:v>35.055988246666665</c:v>
                      </c:pt>
                      <c:pt idx="26">
                        <c:v>20.829623117777778</c:v>
                      </c:pt>
                      <c:pt idx="27">
                        <c:v>12.646639008888888</c:v>
                      </c:pt>
                      <c:pt idx="28">
                        <c:v>8.8189598088888896</c:v>
                      </c:pt>
                      <c:pt idx="29">
                        <c:v>9.6396932688888892</c:v>
                      </c:pt>
                      <c:pt idx="30">
                        <c:v>17.895472606666665</c:v>
                      </c:pt>
                      <c:pt idx="31">
                        <c:v>27.196993953333333</c:v>
                      </c:pt>
                      <c:pt idx="32">
                        <c:v>38.146634706666667</c:v>
                      </c:pt>
                      <c:pt idx="33">
                        <c:v>46.309825006666664</c:v>
                      </c:pt>
                      <c:pt idx="34">
                        <c:v>52.787912748888886</c:v>
                      </c:pt>
                      <c:pt idx="35">
                        <c:v>60.607413651111109</c:v>
                      </c:pt>
                      <c:pt idx="36">
                        <c:v>62.205112837777776</c:v>
                      </c:pt>
                      <c:pt idx="37">
                        <c:v>66.880401320000004</c:v>
                      </c:pt>
                      <c:pt idx="38">
                        <c:v>77.816368733333334</c:v>
                      </c:pt>
                      <c:pt idx="39">
                        <c:v>72.406444084444445</c:v>
                      </c:pt>
                      <c:pt idx="40">
                        <c:v>58.913738008888892</c:v>
                      </c:pt>
                      <c:pt idx="41">
                        <c:v>59.401960168888891</c:v>
                      </c:pt>
                      <c:pt idx="42">
                        <c:v>59.093262251111113</c:v>
                      </c:pt>
                      <c:pt idx="43">
                        <c:v>70.420926573333332</c:v>
                      </c:pt>
                      <c:pt idx="44">
                        <c:v>77.813413606666671</c:v>
                      </c:pt>
                      <c:pt idx="45">
                        <c:v>90.418733717777783</c:v>
                      </c:pt>
                      <c:pt idx="46">
                        <c:v>89.541430622222222</c:v>
                      </c:pt>
                      <c:pt idx="47">
                        <c:v>77.031391186666667</c:v>
                      </c:pt>
                      <c:pt idx="48">
                        <c:v>56.510425842222219</c:v>
                      </c:pt>
                      <c:pt idx="49">
                        <c:v>35.609259691111113</c:v>
                      </c:pt>
                      <c:pt idx="50">
                        <c:v>20.833179411111111</c:v>
                      </c:pt>
                      <c:pt idx="51">
                        <c:v>12.699487711111111</c:v>
                      </c:pt>
                      <c:pt idx="52">
                        <c:v>8.9321311777777783</c:v>
                      </c:pt>
                      <c:pt idx="53">
                        <c:v>10.067086906666667</c:v>
                      </c:pt>
                      <c:pt idx="54">
                        <c:v>18.796444133333335</c:v>
                      </c:pt>
                      <c:pt idx="55">
                        <c:v>28.429746177777776</c:v>
                      </c:pt>
                      <c:pt idx="56">
                        <c:v>38.566390782222221</c:v>
                      </c:pt>
                      <c:pt idx="57">
                        <c:v>44.529769057777777</c:v>
                      </c:pt>
                      <c:pt idx="58">
                        <c:v>48.640076944444445</c:v>
                      </c:pt>
                      <c:pt idx="59">
                        <c:v>53.93531560666667</c:v>
                      </c:pt>
                      <c:pt idx="60">
                        <c:v>57.663980046666666</c:v>
                      </c:pt>
                      <c:pt idx="61">
                        <c:v>67.030524139999997</c:v>
                      </c:pt>
                      <c:pt idx="62">
                        <c:v>70.575114648888885</c:v>
                      </c:pt>
                      <c:pt idx="63">
                        <c:v>67.728298157777772</c:v>
                      </c:pt>
                      <c:pt idx="64">
                        <c:v>57.032802666666669</c:v>
                      </c:pt>
                      <c:pt idx="65">
                        <c:v>57.849845680000001</c:v>
                      </c:pt>
                      <c:pt idx="66">
                        <c:v>58.046343239999999</c:v>
                      </c:pt>
                      <c:pt idx="67">
                        <c:v>68.769952951111108</c:v>
                      </c:pt>
                      <c:pt idx="68">
                        <c:v>75.858417311111111</c:v>
                      </c:pt>
                      <c:pt idx="69">
                        <c:v>87.461523806666662</c:v>
                      </c:pt>
                      <c:pt idx="70">
                        <c:v>85.153976908888893</c:v>
                      </c:pt>
                      <c:pt idx="71">
                        <c:v>71.111517666666671</c:v>
                      </c:pt>
                      <c:pt idx="72">
                        <c:v>49.239456804444444</c:v>
                      </c:pt>
                      <c:pt idx="73">
                        <c:v>29.185112546666666</c:v>
                      </c:pt>
                      <c:pt idx="74">
                        <c:v>16.877559486666666</c:v>
                      </c:pt>
                      <c:pt idx="75">
                        <c:v>10.458267175555555</c:v>
                      </c:pt>
                      <c:pt idx="76">
                        <c:v>7.9952603177777775</c:v>
                      </c:pt>
                      <c:pt idx="77">
                        <c:v>9.7675450622222222</c:v>
                      </c:pt>
                      <c:pt idx="78">
                        <c:v>19.861041433333334</c:v>
                      </c:pt>
                      <c:pt idx="79">
                        <c:v>29.508143706666665</c:v>
                      </c:pt>
                      <c:pt idx="80">
                        <c:v>36.224602891111111</c:v>
                      </c:pt>
                      <c:pt idx="81">
                        <c:v>39.539796922222223</c:v>
                      </c:pt>
                      <c:pt idx="82">
                        <c:v>43.667406455555557</c:v>
                      </c:pt>
                      <c:pt idx="83">
                        <c:v>49.487901426666667</c:v>
                      </c:pt>
                      <c:pt idx="84">
                        <c:v>53.80972832222222</c:v>
                      </c:pt>
                      <c:pt idx="85">
                        <c:v>60.944262751111111</c:v>
                      </c:pt>
                      <c:pt idx="86">
                        <c:v>62.520862922222221</c:v>
                      </c:pt>
                      <c:pt idx="87">
                        <c:v>60.307119460000003</c:v>
                      </c:pt>
                      <c:pt idx="88">
                        <c:v>55.018643233333336</c:v>
                      </c:pt>
                      <c:pt idx="89">
                        <c:v>57.149043322222219</c:v>
                      </c:pt>
                      <c:pt idx="90">
                        <c:v>57.193521146666669</c:v>
                      </c:pt>
                      <c:pt idx="91">
                        <c:v>68.024366000000001</c:v>
                      </c:pt>
                      <c:pt idx="92">
                        <c:v>76.24386577333334</c:v>
                      </c:pt>
                      <c:pt idx="93">
                        <c:v>87.760009768888892</c:v>
                      </c:pt>
                      <c:pt idx="94">
                        <c:v>84.445213357777774</c:v>
                      </c:pt>
                      <c:pt idx="95">
                        <c:v>68.072499644444449</c:v>
                      </c:pt>
                      <c:pt idx="96">
                        <c:v>45.812903991111114</c:v>
                      </c:pt>
                      <c:pt idx="97">
                        <c:v>26.751338220000001</c:v>
                      </c:pt>
                      <c:pt idx="98">
                        <c:v>15.264172262222223</c:v>
                      </c:pt>
                      <c:pt idx="99">
                        <c:v>9.8129628088888889</c:v>
                      </c:pt>
                      <c:pt idx="100">
                        <c:v>7.7393748377777776</c:v>
                      </c:pt>
                      <c:pt idx="101">
                        <c:v>9.418043502222222</c:v>
                      </c:pt>
                      <c:pt idx="102">
                        <c:v>20.125031826666667</c:v>
                      </c:pt>
                      <c:pt idx="103">
                        <c:v>30.428236624444445</c:v>
                      </c:pt>
                      <c:pt idx="104">
                        <c:v>36.494898579999997</c:v>
                      </c:pt>
                      <c:pt idx="105">
                        <c:v>39.438150044444441</c:v>
                      </c:pt>
                      <c:pt idx="106">
                        <c:v>43.386800995555554</c:v>
                      </c:pt>
                      <c:pt idx="107">
                        <c:v>49.917869266666663</c:v>
                      </c:pt>
                      <c:pt idx="108">
                        <c:v>53.971316955555558</c:v>
                      </c:pt>
                      <c:pt idx="109">
                        <c:v>61.484363386666665</c:v>
                      </c:pt>
                      <c:pt idx="110">
                        <c:v>62.238872120000003</c:v>
                      </c:pt>
                      <c:pt idx="111">
                        <c:v>60.714154424444445</c:v>
                      </c:pt>
                      <c:pt idx="112">
                        <c:v>54.499160206666666</c:v>
                      </c:pt>
                      <c:pt idx="113">
                        <c:v>56.481542355555554</c:v>
                      </c:pt>
                      <c:pt idx="114">
                        <c:v>57.061452375555554</c:v>
                      </c:pt>
                      <c:pt idx="115">
                        <c:v>67.548150935555554</c:v>
                      </c:pt>
                      <c:pt idx="116">
                        <c:v>75.798453997777784</c:v>
                      </c:pt>
                      <c:pt idx="117">
                        <c:v>87.739520462222217</c:v>
                      </c:pt>
                      <c:pt idx="118">
                        <c:v>84.618965386666673</c:v>
                      </c:pt>
                      <c:pt idx="119">
                        <c:v>69.422420222222229</c:v>
                      </c:pt>
                      <c:pt idx="120">
                        <c:v>47.113736242222224</c:v>
                      </c:pt>
                      <c:pt idx="121">
                        <c:v>27.644886424444444</c:v>
                      </c:pt>
                      <c:pt idx="122">
                        <c:v>15.914735871111111</c:v>
                      </c:pt>
                      <c:pt idx="123">
                        <c:v>10.058636857777778</c:v>
                      </c:pt>
                      <c:pt idx="124">
                        <c:v>7.8642735044444443</c:v>
                      </c:pt>
                      <c:pt idx="125">
                        <c:v>9.5677493022222215</c:v>
                      </c:pt>
                      <c:pt idx="126">
                        <c:v>20.250290653333334</c:v>
                      </c:pt>
                      <c:pt idx="127">
                        <c:v>30.71183422</c:v>
                      </c:pt>
                      <c:pt idx="128">
                        <c:v>36.824453562222224</c:v>
                      </c:pt>
                      <c:pt idx="129">
                        <c:v>39.990299244444444</c:v>
                      </c:pt>
                      <c:pt idx="130">
                        <c:v>44.601866235555555</c:v>
                      </c:pt>
                      <c:pt idx="131">
                        <c:v>50.431468142222222</c:v>
                      </c:pt>
                      <c:pt idx="132">
                        <c:v>55.77897174666667</c:v>
                      </c:pt>
                      <c:pt idx="133">
                        <c:v>66.496514344444449</c:v>
                      </c:pt>
                      <c:pt idx="134">
                        <c:v>67.781668493333328</c:v>
                      </c:pt>
                      <c:pt idx="135">
                        <c:v>63.693948813333336</c:v>
                      </c:pt>
                      <c:pt idx="136">
                        <c:v>55.56611013111111</c:v>
                      </c:pt>
                      <c:pt idx="137">
                        <c:v>57.186345602222225</c:v>
                      </c:pt>
                      <c:pt idx="138">
                        <c:v>62.00044345111111</c:v>
                      </c:pt>
                      <c:pt idx="139">
                        <c:v>71.547862915555555</c:v>
                      </c:pt>
                      <c:pt idx="140">
                        <c:v>76.53241819555555</c:v>
                      </c:pt>
                      <c:pt idx="141">
                        <c:v>88.469279835555554</c:v>
                      </c:pt>
                      <c:pt idx="142">
                        <c:v>85.287336915555557</c:v>
                      </c:pt>
                      <c:pt idx="143">
                        <c:v>70.61228772222222</c:v>
                      </c:pt>
                      <c:pt idx="144">
                        <c:v>49.77786210888889</c:v>
                      </c:pt>
                      <c:pt idx="145">
                        <c:v>30.015615697777779</c:v>
                      </c:pt>
                      <c:pt idx="146">
                        <c:v>18.104356360000001</c:v>
                      </c:pt>
                      <c:pt idx="147">
                        <c:v>10.838169528888889</c:v>
                      </c:pt>
                      <c:pt idx="148">
                        <c:v>8.3308947799999995</c:v>
                      </c:pt>
                      <c:pt idx="149">
                        <c:v>10.017602317777778</c:v>
                      </c:pt>
                      <c:pt idx="150">
                        <c:v>20.915319795555554</c:v>
                      </c:pt>
                      <c:pt idx="151">
                        <c:v>31.511789713333332</c:v>
                      </c:pt>
                      <c:pt idx="152">
                        <c:v>37.465476988888888</c:v>
                      </c:pt>
                      <c:pt idx="153">
                        <c:v>40.443611906666668</c:v>
                      </c:pt>
                      <c:pt idx="154">
                        <c:v>44.216384566666669</c:v>
                      </c:pt>
                      <c:pt idx="155">
                        <c:v>50.213534315555556</c:v>
                      </c:pt>
                      <c:pt idx="156">
                        <c:v>54.093295966666666</c:v>
                      </c:pt>
                      <c:pt idx="157">
                        <c:v>61.700811813333331</c:v>
                      </c:pt>
                      <c:pt idx="158">
                        <c:v>62.7943578</c:v>
                      </c:pt>
                      <c:pt idx="159">
                        <c:v>60.828625613333337</c:v>
                      </c:pt>
                      <c:pt idx="160">
                        <c:v>56.169871626666669</c:v>
                      </c:pt>
                      <c:pt idx="161">
                        <c:v>58.965082080000002</c:v>
                      </c:pt>
                      <c:pt idx="162">
                        <c:v>59.844366600000001</c:v>
                      </c:pt>
                      <c:pt idx="163">
                        <c:v>69.446079979999993</c:v>
                      </c:pt>
                      <c:pt idx="164">
                        <c:v>77.204143224444451</c:v>
                      </c:pt>
                      <c:pt idx="165">
                        <c:v>87.96439713777778</c:v>
                      </c:pt>
                      <c:pt idx="166">
                        <c:v>84.408142231111114</c:v>
                      </c:pt>
                      <c:pt idx="167">
                        <c:v>67.922572831111111</c:v>
                      </c:pt>
                      <c:pt idx="168">
                        <c:v>46.125676262222221</c:v>
                      </c:pt>
                      <c:pt idx="169">
                        <c:v>27.543167142222224</c:v>
                      </c:pt>
                      <c:pt idx="170">
                        <c:v>15.973364139999999</c:v>
                      </c:pt>
                      <c:pt idx="171">
                        <c:v>10.175073302222222</c:v>
                      </c:pt>
                      <c:pt idx="172">
                        <c:v>7.9587301088888891</c:v>
                      </c:pt>
                      <c:pt idx="173">
                        <c:v>9.7750512066666673</c:v>
                      </c:pt>
                      <c:pt idx="174">
                        <c:v>21.18964278</c:v>
                      </c:pt>
                      <c:pt idx="175">
                        <c:v>32.639037566666666</c:v>
                      </c:pt>
                      <c:pt idx="176">
                        <c:v>39.409539468888887</c:v>
                      </c:pt>
                      <c:pt idx="177">
                        <c:v>44.187280662222221</c:v>
                      </c:pt>
                      <c:pt idx="178">
                        <c:v>47.093585051111113</c:v>
                      </c:pt>
                      <c:pt idx="179">
                        <c:v>51.919140040000002</c:v>
                      </c:pt>
                      <c:pt idx="180">
                        <c:v>57.163320702222222</c:v>
                      </c:pt>
                      <c:pt idx="181">
                        <c:v>64.552776971111115</c:v>
                      </c:pt>
                      <c:pt idx="182">
                        <c:v>65.700535851111113</c:v>
                      </c:pt>
                      <c:pt idx="183">
                        <c:v>63.099864633333333</c:v>
                      </c:pt>
                      <c:pt idx="184">
                        <c:v>56.431104380000001</c:v>
                      </c:pt>
                      <c:pt idx="185">
                        <c:v>58.334974824444444</c:v>
                      </c:pt>
                      <c:pt idx="186">
                        <c:v>59.257512622222222</c:v>
                      </c:pt>
                      <c:pt idx="187">
                        <c:v>70.474846564444448</c:v>
                      </c:pt>
                      <c:pt idx="188">
                        <c:v>78.288377346666664</c:v>
                      </c:pt>
                      <c:pt idx="189">
                        <c:v>88.554944919999997</c:v>
                      </c:pt>
                      <c:pt idx="190">
                        <c:v>86.456868706666668</c:v>
                      </c:pt>
                      <c:pt idx="191">
                        <c:v>72.431375408888883</c:v>
                      </c:pt>
                      <c:pt idx="192">
                        <c:v>51.909072808888887</c:v>
                      </c:pt>
                      <c:pt idx="193">
                        <c:v>32.603459266666668</c:v>
                      </c:pt>
                      <c:pt idx="194">
                        <c:v>19.106825831111109</c:v>
                      </c:pt>
                      <c:pt idx="195">
                        <c:v>12.142518742222222</c:v>
                      </c:pt>
                      <c:pt idx="196">
                        <c:v>8.858976428888889</c:v>
                      </c:pt>
                      <c:pt idx="197">
                        <c:v>9.3923390488888892</c:v>
                      </c:pt>
                      <c:pt idx="198">
                        <c:v>18.36285825111111</c:v>
                      </c:pt>
                      <c:pt idx="199">
                        <c:v>28.37969112</c:v>
                      </c:pt>
                      <c:pt idx="200">
                        <c:v>38.860715824444448</c:v>
                      </c:pt>
                      <c:pt idx="201">
                        <c:v>46.33554489777778</c:v>
                      </c:pt>
                      <c:pt idx="202">
                        <c:v>52.088190806666667</c:v>
                      </c:pt>
                      <c:pt idx="203">
                        <c:v>59.249474737777781</c:v>
                      </c:pt>
                      <c:pt idx="204">
                        <c:v>60.469154117777776</c:v>
                      </c:pt>
                      <c:pt idx="205">
                        <c:v>65.816141099999996</c:v>
                      </c:pt>
                      <c:pt idx="206">
                        <c:v>75.749008133333334</c:v>
                      </c:pt>
                      <c:pt idx="207">
                        <c:v>69.585607620000005</c:v>
                      </c:pt>
                      <c:pt idx="208">
                        <c:v>58.490912531111114</c:v>
                      </c:pt>
                      <c:pt idx="209">
                        <c:v>58.980083073333333</c:v>
                      </c:pt>
                      <c:pt idx="210">
                        <c:v>58.784961511111113</c:v>
                      </c:pt>
                      <c:pt idx="211">
                        <c:v>70.377243680000007</c:v>
                      </c:pt>
                      <c:pt idx="212">
                        <c:v>79.122401928888891</c:v>
                      </c:pt>
                      <c:pt idx="213">
                        <c:v>90.207821297777784</c:v>
                      </c:pt>
                      <c:pt idx="214">
                        <c:v>89.120007139999998</c:v>
                      </c:pt>
                      <c:pt idx="215">
                        <c:v>74.368263808888884</c:v>
                      </c:pt>
                      <c:pt idx="216">
                        <c:v>52.658408753333333</c:v>
                      </c:pt>
                      <c:pt idx="217">
                        <c:v>32.298669242222225</c:v>
                      </c:pt>
                      <c:pt idx="218">
                        <c:v>18.812659773333333</c:v>
                      </c:pt>
                      <c:pt idx="219">
                        <c:v>11.689332904444445</c:v>
                      </c:pt>
                      <c:pt idx="220">
                        <c:v>8.6175853044444448</c:v>
                      </c:pt>
                      <c:pt idx="221">
                        <c:v>9.4037166400000007</c:v>
                      </c:pt>
                      <c:pt idx="222">
                        <c:v>18.893898364444443</c:v>
                      </c:pt>
                      <c:pt idx="223">
                        <c:v>28.702845928888888</c:v>
                      </c:pt>
                      <c:pt idx="224">
                        <c:v>37.671464037777781</c:v>
                      </c:pt>
                      <c:pt idx="225">
                        <c:v>43.108661148888892</c:v>
                      </c:pt>
                      <c:pt idx="226">
                        <c:v>47.512290313333331</c:v>
                      </c:pt>
                      <c:pt idx="227">
                        <c:v>52.647235331111112</c:v>
                      </c:pt>
                      <c:pt idx="228">
                        <c:v>56.221600080000002</c:v>
                      </c:pt>
                      <c:pt idx="229">
                        <c:v>66.511656948888884</c:v>
                      </c:pt>
                      <c:pt idx="230">
                        <c:v>69.805957862222229</c:v>
                      </c:pt>
                      <c:pt idx="231">
                        <c:v>65.377791973333331</c:v>
                      </c:pt>
                      <c:pt idx="232">
                        <c:v>56.441642071111112</c:v>
                      </c:pt>
                      <c:pt idx="233">
                        <c:v>57.938901313333332</c:v>
                      </c:pt>
                      <c:pt idx="234">
                        <c:v>58.834643593333332</c:v>
                      </c:pt>
                      <c:pt idx="235">
                        <c:v>69.184429188888885</c:v>
                      </c:pt>
                      <c:pt idx="236">
                        <c:v>78.741947668888884</c:v>
                      </c:pt>
                      <c:pt idx="237">
                        <c:v>89.519304937777775</c:v>
                      </c:pt>
                      <c:pt idx="238">
                        <c:v>84.465451613333329</c:v>
                      </c:pt>
                      <c:pt idx="239">
                        <c:v>67.692171157777778</c:v>
                      </c:pt>
                      <c:pt idx="240">
                        <c:v>45.19067849333333</c:v>
                      </c:pt>
                      <c:pt idx="241">
                        <c:v>26.646029124444443</c:v>
                      </c:pt>
                      <c:pt idx="242">
                        <c:v>15.565537175555555</c:v>
                      </c:pt>
                      <c:pt idx="243">
                        <c:v>9.9536610777777774</c:v>
                      </c:pt>
                      <c:pt idx="244">
                        <c:v>7.8681313955555554</c:v>
                      </c:pt>
                      <c:pt idx="245">
                        <c:v>9.0957707488888886</c:v>
                      </c:pt>
                      <c:pt idx="246">
                        <c:v>19.702921197777776</c:v>
                      </c:pt>
                      <c:pt idx="247">
                        <c:v>29.423777640000001</c:v>
                      </c:pt>
                      <c:pt idx="248">
                        <c:v>35.696646002222224</c:v>
                      </c:pt>
                      <c:pt idx="249">
                        <c:v>38.31924459333333</c:v>
                      </c:pt>
                      <c:pt idx="250">
                        <c:v>42.026124535555553</c:v>
                      </c:pt>
                      <c:pt idx="251">
                        <c:v>47.981645644444441</c:v>
                      </c:pt>
                      <c:pt idx="252">
                        <c:v>52.438458195555555</c:v>
                      </c:pt>
                      <c:pt idx="253">
                        <c:v>60.125652697777781</c:v>
                      </c:pt>
                      <c:pt idx="254">
                        <c:v>61.642161775555557</c:v>
                      </c:pt>
                      <c:pt idx="255">
                        <c:v>59.241234782222222</c:v>
                      </c:pt>
                      <c:pt idx="256">
                        <c:v>55.373604291111114</c:v>
                      </c:pt>
                      <c:pt idx="257">
                        <c:v>58.985075493333333</c:v>
                      </c:pt>
                      <c:pt idx="258">
                        <c:v>59.649268713333335</c:v>
                      </c:pt>
                      <c:pt idx="259">
                        <c:v>69.430152168888895</c:v>
                      </c:pt>
                      <c:pt idx="260">
                        <c:v>78.41723187777778</c:v>
                      </c:pt>
                      <c:pt idx="261">
                        <c:v>87.941049404444442</c:v>
                      </c:pt>
                      <c:pt idx="262">
                        <c:v>83.39353355555555</c:v>
                      </c:pt>
                      <c:pt idx="263">
                        <c:v>66.300997879999997</c:v>
                      </c:pt>
                      <c:pt idx="264">
                        <c:v>43.741780166666665</c:v>
                      </c:pt>
                      <c:pt idx="265">
                        <c:v>25.67885982</c:v>
                      </c:pt>
                      <c:pt idx="266">
                        <c:v>14.903767724444444</c:v>
                      </c:pt>
                      <c:pt idx="267">
                        <c:v>9.7098368133333341</c:v>
                      </c:pt>
                      <c:pt idx="268">
                        <c:v>7.9568577622222225</c:v>
                      </c:pt>
                      <c:pt idx="269">
                        <c:v>9.2549752466666675</c:v>
                      </c:pt>
                      <c:pt idx="270">
                        <c:v>20.389536666666668</c:v>
                      </c:pt>
                      <c:pt idx="271">
                        <c:v>31.148402286666666</c:v>
                      </c:pt>
                      <c:pt idx="272">
                        <c:v>36.437812837777777</c:v>
                      </c:pt>
                      <c:pt idx="273">
                        <c:v>39.470984111111115</c:v>
                      </c:pt>
                      <c:pt idx="274">
                        <c:v>43.618039208888888</c:v>
                      </c:pt>
                      <c:pt idx="275">
                        <c:v>49.015960975555558</c:v>
                      </c:pt>
                      <c:pt idx="276">
                        <c:v>53.731911644444445</c:v>
                      </c:pt>
                      <c:pt idx="277">
                        <c:v>61.13381786888889</c:v>
                      </c:pt>
                      <c:pt idx="278">
                        <c:v>61.350995635555556</c:v>
                      </c:pt>
                      <c:pt idx="279">
                        <c:v>58.999677411111108</c:v>
                      </c:pt>
                      <c:pt idx="280">
                        <c:v>55.499927775555555</c:v>
                      </c:pt>
                      <c:pt idx="281">
                        <c:v>58.585363497777777</c:v>
                      </c:pt>
                      <c:pt idx="282">
                        <c:v>58.942485866666665</c:v>
                      </c:pt>
                      <c:pt idx="283">
                        <c:v>70.090843248888888</c:v>
                      </c:pt>
                      <c:pt idx="284">
                        <c:v>79.26455469555556</c:v>
                      </c:pt>
                      <c:pt idx="285">
                        <c:v>89.811762104444441</c:v>
                      </c:pt>
                      <c:pt idx="286">
                        <c:v>84.313223300000004</c:v>
                      </c:pt>
                      <c:pt idx="287">
                        <c:v>66.050167344444446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3B6C-47C2-956F-045AF7A440C3}"/>
                  </c:ext>
                </c:extLst>
              </c15:ser>
            </c15:filteredLineSeries>
            <c15:filteredLine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12-10-2026'!$P$1</c15:sqref>
                        </c15:formulaRef>
                      </c:ext>
                    </c:extLst>
                    <c:strCache>
                      <c:ptCount val="1"/>
                      <c:pt idx="0">
                        <c:v>OUG-DGW1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12-10-2026'!$P$2:$P$289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73.893598157777774</c:v>
                      </c:pt>
                      <c:pt idx="1">
                        <c:v>46.293475942222223</c:v>
                      </c:pt>
                      <c:pt idx="2">
                        <c:v>27.764487582222223</c:v>
                      </c:pt>
                      <c:pt idx="3">
                        <c:v>17.888008175555555</c:v>
                      </c:pt>
                      <c:pt idx="4">
                        <c:v>14.187140668888889</c:v>
                      </c:pt>
                      <c:pt idx="5">
                        <c:v>18.697539237777779</c:v>
                      </c:pt>
                      <c:pt idx="6">
                        <c:v>37.749079684444446</c:v>
                      </c:pt>
                      <c:pt idx="7">
                        <c:v>52.281139528888886</c:v>
                      </c:pt>
                      <c:pt idx="8">
                        <c:v>62.165456195555556</c:v>
                      </c:pt>
                      <c:pt idx="9">
                        <c:v>66.993388475555562</c:v>
                      </c:pt>
                      <c:pt idx="10">
                        <c:v>73.854698728888891</c:v>
                      </c:pt>
                      <c:pt idx="11">
                        <c:v>82.637979591111105</c:v>
                      </c:pt>
                      <c:pt idx="12">
                        <c:v>88.135286899999997</c:v>
                      </c:pt>
                      <c:pt idx="13">
                        <c:v>97.667470622222226</c:v>
                      </c:pt>
                      <c:pt idx="14">
                        <c:v>98.492005653333337</c:v>
                      </c:pt>
                      <c:pt idx="15">
                        <c:v>94.015774031111107</c:v>
                      </c:pt>
                      <c:pt idx="16">
                        <c:v>86.25847113333333</c:v>
                      </c:pt>
                      <c:pt idx="17">
                        <c:v>87.577844128888884</c:v>
                      </c:pt>
                      <c:pt idx="18">
                        <c:v>85.408974551111115</c:v>
                      </c:pt>
                      <c:pt idx="19">
                        <c:v>98.338233004444447</c:v>
                      </c:pt>
                      <c:pt idx="20">
                        <c:v>108.31972172666667</c:v>
                      </c:pt>
                      <c:pt idx="21">
                        <c:v>121.12168252666666</c:v>
                      </c:pt>
                      <c:pt idx="22">
                        <c:v>121.25428092</c:v>
                      </c:pt>
                      <c:pt idx="23">
                        <c:v>107.01395670444444</c:v>
                      </c:pt>
                      <c:pt idx="24">
                        <c:v>81.294425457777777</c:v>
                      </c:pt>
                      <c:pt idx="25">
                        <c:v>54.437609235555556</c:v>
                      </c:pt>
                      <c:pt idx="26">
                        <c:v>33.325599808888889</c:v>
                      </c:pt>
                      <c:pt idx="27">
                        <c:v>21.050836124444444</c:v>
                      </c:pt>
                      <c:pt idx="28">
                        <c:v>15.670171682222222</c:v>
                      </c:pt>
                      <c:pt idx="29">
                        <c:v>18.440737337777779</c:v>
                      </c:pt>
                      <c:pt idx="30">
                        <c:v>34.33720145777778</c:v>
                      </c:pt>
                      <c:pt idx="31">
                        <c:v>47.681330508888891</c:v>
                      </c:pt>
                      <c:pt idx="32">
                        <c:v>60.056341095555553</c:v>
                      </c:pt>
                      <c:pt idx="33">
                        <c:v>70.652385022222219</c:v>
                      </c:pt>
                      <c:pt idx="34">
                        <c:v>80.981437208888892</c:v>
                      </c:pt>
                      <c:pt idx="35">
                        <c:v>89.942114313333335</c:v>
                      </c:pt>
                      <c:pt idx="36">
                        <c:v>91.40685832222222</c:v>
                      </c:pt>
                      <c:pt idx="37">
                        <c:v>94.182828804444441</c:v>
                      </c:pt>
                      <c:pt idx="38">
                        <c:v>109.18115320666666</c:v>
                      </c:pt>
                      <c:pt idx="39">
                        <c:v>101.93050001777777</c:v>
                      </c:pt>
                      <c:pt idx="40">
                        <c:v>89.635383708888895</c:v>
                      </c:pt>
                      <c:pt idx="41">
                        <c:v>88.354913260000004</c:v>
                      </c:pt>
                      <c:pt idx="42">
                        <c:v>86.802804395555555</c:v>
                      </c:pt>
                      <c:pt idx="43">
                        <c:v>101.24565619333333</c:v>
                      </c:pt>
                      <c:pt idx="44">
                        <c:v>112.50662079555556</c:v>
                      </c:pt>
                      <c:pt idx="45">
                        <c:v>126.2117300488889</c:v>
                      </c:pt>
                      <c:pt idx="46">
                        <c:v>124.88732705777778</c:v>
                      </c:pt>
                      <c:pt idx="47">
                        <c:v>109.76202234444445</c:v>
                      </c:pt>
                      <c:pt idx="48">
                        <c:v>83.301880157777774</c:v>
                      </c:pt>
                      <c:pt idx="49">
                        <c:v>55.153759513333334</c:v>
                      </c:pt>
                      <c:pt idx="50">
                        <c:v>33.477403246666668</c:v>
                      </c:pt>
                      <c:pt idx="51">
                        <c:v>21.149764900000001</c:v>
                      </c:pt>
                      <c:pt idx="52">
                        <c:v>15.730910422222221</c:v>
                      </c:pt>
                      <c:pt idx="53">
                        <c:v>18.979721444444444</c:v>
                      </c:pt>
                      <c:pt idx="54">
                        <c:v>36.546432735555555</c:v>
                      </c:pt>
                      <c:pt idx="55">
                        <c:v>49.792808306666664</c:v>
                      </c:pt>
                      <c:pt idx="56">
                        <c:v>60.711284326666664</c:v>
                      </c:pt>
                      <c:pt idx="57">
                        <c:v>69.192850239999999</c:v>
                      </c:pt>
                      <c:pt idx="58">
                        <c:v>75.57346257333333</c:v>
                      </c:pt>
                      <c:pt idx="59">
                        <c:v>83.176912588888882</c:v>
                      </c:pt>
                      <c:pt idx="60">
                        <c:v>87.827034717777778</c:v>
                      </c:pt>
                      <c:pt idx="61">
                        <c:v>98.624018682222228</c:v>
                      </c:pt>
                      <c:pt idx="62">
                        <c:v>102.13056795333334</c:v>
                      </c:pt>
                      <c:pt idx="63">
                        <c:v>96.936280846666662</c:v>
                      </c:pt>
                      <c:pt idx="64">
                        <c:v>87.46025027333333</c:v>
                      </c:pt>
                      <c:pt idx="65">
                        <c:v>87.174828893333327</c:v>
                      </c:pt>
                      <c:pt idx="66">
                        <c:v>83.600405415555556</c:v>
                      </c:pt>
                      <c:pt idx="67">
                        <c:v>97.447633102222227</c:v>
                      </c:pt>
                      <c:pt idx="68">
                        <c:v>109.18186661333333</c:v>
                      </c:pt>
                      <c:pt idx="69">
                        <c:v>121.90321497111111</c:v>
                      </c:pt>
                      <c:pt idx="70">
                        <c:v>120.11953531555555</c:v>
                      </c:pt>
                      <c:pt idx="71">
                        <c:v>102.58852785777778</c:v>
                      </c:pt>
                      <c:pt idx="72">
                        <c:v>73.208696513333336</c:v>
                      </c:pt>
                      <c:pt idx="73">
                        <c:v>45.776658111111111</c:v>
                      </c:pt>
                      <c:pt idx="74">
                        <c:v>27.459681133333333</c:v>
                      </c:pt>
                      <c:pt idx="75">
                        <c:v>17.536202344444444</c:v>
                      </c:pt>
                      <c:pt idx="76">
                        <c:v>14.016317795555555</c:v>
                      </c:pt>
                      <c:pt idx="77">
                        <c:v>18.094642837777776</c:v>
                      </c:pt>
                      <c:pt idx="78">
                        <c:v>36.152006419999999</c:v>
                      </c:pt>
                      <c:pt idx="79">
                        <c:v>49.76559565777778</c:v>
                      </c:pt>
                      <c:pt idx="80">
                        <c:v>59.60455892666667</c:v>
                      </c:pt>
                      <c:pt idx="81">
                        <c:v>65.225133897777781</c:v>
                      </c:pt>
                      <c:pt idx="82">
                        <c:v>71.28729407555555</c:v>
                      </c:pt>
                      <c:pt idx="83">
                        <c:v>79.304443493333338</c:v>
                      </c:pt>
                      <c:pt idx="84">
                        <c:v>85.356999268888885</c:v>
                      </c:pt>
                      <c:pt idx="85">
                        <c:v>94.716440326666671</c:v>
                      </c:pt>
                      <c:pt idx="86">
                        <c:v>94.86575978444445</c:v>
                      </c:pt>
                      <c:pt idx="87">
                        <c:v>89.885776684444451</c:v>
                      </c:pt>
                      <c:pt idx="88">
                        <c:v>84.169128786666661</c:v>
                      </c:pt>
                      <c:pt idx="89">
                        <c:v>85.502442608888884</c:v>
                      </c:pt>
                      <c:pt idx="90">
                        <c:v>82.995588951111117</c:v>
                      </c:pt>
                      <c:pt idx="91">
                        <c:v>97.122156384444438</c:v>
                      </c:pt>
                      <c:pt idx="92">
                        <c:v>108.79322846888888</c:v>
                      </c:pt>
                      <c:pt idx="93">
                        <c:v>121.95443027333333</c:v>
                      </c:pt>
                      <c:pt idx="94">
                        <c:v>119.56501166444444</c:v>
                      </c:pt>
                      <c:pt idx="95">
                        <c:v>100.12438323555556</c:v>
                      </c:pt>
                      <c:pt idx="96">
                        <c:v>70.311527271111117</c:v>
                      </c:pt>
                      <c:pt idx="97">
                        <c:v>43.314785297777775</c:v>
                      </c:pt>
                      <c:pt idx="98">
                        <c:v>25.837729526666667</c:v>
                      </c:pt>
                      <c:pt idx="99">
                        <c:v>17.130287037777777</c:v>
                      </c:pt>
                      <c:pt idx="100">
                        <c:v>13.755882873333332</c:v>
                      </c:pt>
                      <c:pt idx="101">
                        <c:v>17.814424455555557</c:v>
                      </c:pt>
                      <c:pt idx="102">
                        <c:v>36.95097247333333</c:v>
                      </c:pt>
                      <c:pt idx="103">
                        <c:v>50.642137937777775</c:v>
                      </c:pt>
                      <c:pt idx="104">
                        <c:v>60.183663075555557</c:v>
                      </c:pt>
                      <c:pt idx="105">
                        <c:v>65.649624177777781</c:v>
                      </c:pt>
                      <c:pt idx="106">
                        <c:v>72.052085297777779</c:v>
                      </c:pt>
                      <c:pt idx="107">
                        <c:v>80.70732798666667</c:v>
                      </c:pt>
                      <c:pt idx="108">
                        <c:v>85.641424368888892</c:v>
                      </c:pt>
                      <c:pt idx="109">
                        <c:v>95.182882882222216</c:v>
                      </c:pt>
                      <c:pt idx="110">
                        <c:v>95.059337260000007</c:v>
                      </c:pt>
                      <c:pt idx="111">
                        <c:v>90.033337564444437</c:v>
                      </c:pt>
                      <c:pt idx="112">
                        <c:v>84.345191944444451</c:v>
                      </c:pt>
                      <c:pt idx="113">
                        <c:v>85.72629641333333</c:v>
                      </c:pt>
                      <c:pt idx="114">
                        <c:v>83.666828617777782</c:v>
                      </c:pt>
                      <c:pt idx="115">
                        <c:v>97.924529555555551</c:v>
                      </c:pt>
                      <c:pt idx="116">
                        <c:v>110.01407681555555</c:v>
                      </c:pt>
                      <c:pt idx="117">
                        <c:v>123.37972790222223</c:v>
                      </c:pt>
                      <c:pt idx="118">
                        <c:v>120.43837820888889</c:v>
                      </c:pt>
                      <c:pt idx="119">
                        <c:v>100.34112082888889</c:v>
                      </c:pt>
                      <c:pt idx="120">
                        <c:v>70.551458526666664</c:v>
                      </c:pt>
                      <c:pt idx="121">
                        <c:v>43.278846064444444</c:v>
                      </c:pt>
                      <c:pt idx="122">
                        <c:v>25.727025126666668</c:v>
                      </c:pt>
                      <c:pt idx="123">
                        <c:v>16.641386204444444</c:v>
                      </c:pt>
                      <c:pt idx="124">
                        <c:v>13.549710608888889</c:v>
                      </c:pt>
                      <c:pt idx="125">
                        <c:v>17.905057055555556</c:v>
                      </c:pt>
                      <c:pt idx="126">
                        <c:v>37.126935062222223</c:v>
                      </c:pt>
                      <c:pt idx="127">
                        <c:v>51.438524384444442</c:v>
                      </c:pt>
                      <c:pt idx="128">
                        <c:v>60.805304735555552</c:v>
                      </c:pt>
                      <c:pt idx="129">
                        <c:v>66.730136211111116</c:v>
                      </c:pt>
                      <c:pt idx="130">
                        <c:v>73.271623591111108</c:v>
                      </c:pt>
                      <c:pt idx="131">
                        <c:v>80.904350973333337</c:v>
                      </c:pt>
                      <c:pt idx="132">
                        <c:v>87.502273897777783</c:v>
                      </c:pt>
                      <c:pt idx="133">
                        <c:v>98.982141008888888</c:v>
                      </c:pt>
                      <c:pt idx="134">
                        <c:v>99.394332442222222</c:v>
                      </c:pt>
                      <c:pt idx="135">
                        <c:v>93.414085959999994</c:v>
                      </c:pt>
                      <c:pt idx="136">
                        <c:v>84.092824264444445</c:v>
                      </c:pt>
                      <c:pt idx="137">
                        <c:v>84.649338544444447</c:v>
                      </c:pt>
                      <c:pt idx="138">
                        <c:v>90.284366391111107</c:v>
                      </c:pt>
                      <c:pt idx="139">
                        <c:v>105.16194638666667</c:v>
                      </c:pt>
                      <c:pt idx="140">
                        <c:v>110.48566636</c:v>
                      </c:pt>
                      <c:pt idx="141">
                        <c:v>122.93892111111111</c:v>
                      </c:pt>
                      <c:pt idx="142">
                        <c:v>119.85965729333333</c:v>
                      </c:pt>
                      <c:pt idx="143">
                        <c:v>100.21307476</c:v>
                      </c:pt>
                      <c:pt idx="144">
                        <c:v>73.256315724444448</c:v>
                      </c:pt>
                      <c:pt idx="145">
                        <c:v>45.930103124444443</c:v>
                      </c:pt>
                      <c:pt idx="146">
                        <c:v>27.717197217777777</c:v>
                      </c:pt>
                      <c:pt idx="147">
                        <c:v>16.922602877777777</c:v>
                      </c:pt>
                      <c:pt idx="148">
                        <c:v>13.5624784</c:v>
                      </c:pt>
                      <c:pt idx="149">
                        <c:v>18.121142733333333</c:v>
                      </c:pt>
                      <c:pt idx="150">
                        <c:v>37.753402020000003</c:v>
                      </c:pt>
                      <c:pt idx="151">
                        <c:v>52.016419339999999</c:v>
                      </c:pt>
                      <c:pt idx="152">
                        <c:v>61.174667275555557</c:v>
                      </c:pt>
                      <c:pt idx="153">
                        <c:v>66.892109673333337</c:v>
                      </c:pt>
                      <c:pt idx="154">
                        <c:v>72.806182722222218</c:v>
                      </c:pt>
                      <c:pt idx="155">
                        <c:v>80.492962755555553</c:v>
                      </c:pt>
                      <c:pt idx="156">
                        <c:v>85.663312673333337</c:v>
                      </c:pt>
                      <c:pt idx="157">
                        <c:v>95.209524908888895</c:v>
                      </c:pt>
                      <c:pt idx="158">
                        <c:v>95.037894606666669</c:v>
                      </c:pt>
                      <c:pt idx="159">
                        <c:v>90.545562751111106</c:v>
                      </c:pt>
                      <c:pt idx="160">
                        <c:v>85.367243866666669</c:v>
                      </c:pt>
                      <c:pt idx="161">
                        <c:v>86.948872919999999</c:v>
                      </c:pt>
                      <c:pt idx="162">
                        <c:v>85.391312355555556</c:v>
                      </c:pt>
                      <c:pt idx="163">
                        <c:v>98.32218646222222</c:v>
                      </c:pt>
                      <c:pt idx="164">
                        <c:v>108.88365146888889</c:v>
                      </c:pt>
                      <c:pt idx="165">
                        <c:v>121.7857049</c:v>
                      </c:pt>
                      <c:pt idx="166">
                        <c:v>119.73030184222222</c:v>
                      </c:pt>
                      <c:pt idx="167">
                        <c:v>99.848302013333338</c:v>
                      </c:pt>
                      <c:pt idx="168">
                        <c:v>70.509049571111106</c:v>
                      </c:pt>
                      <c:pt idx="169">
                        <c:v>44.000321175555555</c:v>
                      </c:pt>
                      <c:pt idx="170">
                        <c:v>26.528072117777779</c:v>
                      </c:pt>
                      <c:pt idx="171">
                        <c:v>17.302201575555557</c:v>
                      </c:pt>
                      <c:pt idx="172">
                        <c:v>14.189189653333333</c:v>
                      </c:pt>
                      <c:pt idx="173">
                        <c:v>18.814379302222221</c:v>
                      </c:pt>
                      <c:pt idx="174">
                        <c:v>38.622795635555555</c:v>
                      </c:pt>
                      <c:pt idx="175">
                        <c:v>54.248524997777778</c:v>
                      </c:pt>
                      <c:pt idx="176">
                        <c:v>66.255268106666662</c:v>
                      </c:pt>
                      <c:pt idx="177">
                        <c:v>73.737137228888884</c:v>
                      </c:pt>
                      <c:pt idx="178">
                        <c:v>77.090828008888892</c:v>
                      </c:pt>
                      <c:pt idx="179">
                        <c:v>82.818377699999999</c:v>
                      </c:pt>
                      <c:pt idx="180">
                        <c:v>88.752073073333335</c:v>
                      </c:pt>
                      <c:pt idx="181">
                        <c:v>98.549602224444442</c:v>
                      </c:pt>
                      <c:pt idx="182">
                        <c:v>97.692341395555559</c:v>
                      </c:pt>
                      <c:pt idx="183">
                        <c:v>92.080682073333335</c:v>
                      </c:pt>
                      <c:pt idx="184">
                        <c:v>86.249837828888886</c:v>
                      </c:pt>
                      <c:pt idx="185">
                        <c:v>86.668645664444441</c:v>
                      </c:pt>
                      <c:pt idx="186">
                        <c:v>86.249443577777782</c:v>
                      </c:pt>
                      <c:pt idx="187">
                        <c:v>100.25074396666666</c:v>
                      </c:pt>
                      <c:pt idx="188">
                        <c:v>110.06176416888889</c:v>
                      </c:pt>
                      <c:pt idx="189">
                        <c:v>122.14333683333334</c:v>
                      </c:pt>
                      <c:pt idx="190">
                        <c:v>122.19574076888888</c:v>
                      </c:pt>
                      <c:pt idx="191">
                        <c:v>107.18818723777778</c:v>
                      </c:pt>
                      <c:pt idx="192">
                        <c:v>80.992091959999996</c:v>
                      </c:pt>
                      <c:pt idx="193">
                        <c:v>53.25564489111111</c:v>
                      </c:pt>
                      <c:pt idx="194">
                        <c:v>32.772427880000002</c:v>
                      </c:pt>
                      <c:pt idx="195">
                        <c:v>21.058976640000001</c:v>
                      </c:pt>
                      <c:pt idx="196">
                        <c:v>15.595219575555555</c:v>
                      </c:pt>
                      <c:pt idx="197">
                        <c:v>18.009995842222221</c:v>
                      </c:pt>
                      <c:pt idx="198">
                        <c:v>34.996712073333335</c:v>
                      </c:pt>
                      <c:pt idx="199">
                        <c:v>48.374470746666667</c:v>
                      </c:pt>
                      <c:pt idx="200">
                        <c:v>60.962591186666664</c:v>
                      </c:pt>
                      <c:pt idx="201">
                        <c:v>71.157575862222217</c:v>
                      </c:pt>
                      <c:pt idx="202">
                        <c:v>81.047953851111117</c:v>
                      </c:pt>
                      <c:pt idx="203">
                        <c:v>90.18628149333334</c:v>
                      </c:pt>
                      <c:pt idx="204">
                        <c:v>91.937960184444449</c:v>
                      </c:pt>
                      <c:pt idx="205">
                        <c:v>95.339860284444441</c:v>
                      </c:pt>
                      <c:pt idx="206">
                        <c:v>109.1118945311111</c:v>
                      </c:pt>
                      <c:pt idx="207">
                        <c:v>100.54089387333333</c:v>
                      </c:pt>
                      <c:pt idx="208">
                        <c:v>91.640265568888893</c:v>
                      </c:pt>
                      <c:pt idx="209">
                        <c:v>90.301588091111114</c:v>
                      </c:pt>
                      <c:pt idx="210">
                        <c:v>88.974139300000004</c:v>
                      </c:pt>
                      <c:pt idx="211">
                        <c:v>103.35751858444445</c:v>
                      </c:pt>
                      <c:pt idx="212">
                        <c:v>114.22090551111111</c:v>
                      </c:pt>
                      <c:pt idx="213">
                        <c:v>126.32066663555555</c:v>
                      </c:pt>
                      <c:pt idx="214">
                        <c:v>126.38824058666667</c:v>
                      </c:pt>
                      <c:pt idx="215">
                        <c:v>109.39903779777778</c:v>
                      </c:pt>
                      <c:pt idx="216">
                        <c:v>82.053055724444448</c:v>
                      </c:pt>
                      <c:pt idx="217">
                        <c:v>53.356899235555552</c:v>
                      </c:pt>
                      <c:pt idx="218">
                        <c:v>32.625683875555552</c:v>
                      </c:pt>
                      <c:pt idx="219">
                        <c:v>20.622247486666666</c:v>
                      </c:pt>
                      <c:pt idx="220">
                        <c:v>15.072393248888888</c:v>
                      </c:pt>
                      <c:pt idx="221">
                        <c:v>18.430377384444444</c:v>
                      </c:pt>
                      <c:pt idx="222">
                        <c:v>36.79225632</c:v>
                      </c:pt>
                      <c:pt idx="223">
                        <c:v>51.738429413333336</c:v>
                      </c:pt>
                      <c:pt idx="224">
                        <c:v>62.667337846666669</c:v>
                      </c:pt>
                      <c:pt idx="225">
                        <c:v>69.460150015555556</c:v>
                      </c:pt>
                      <c:pt idx="226">
                        <c:v>76.747972168888893</c:v>
                      </c:pt>
                      <c:pt idx="227">
                        <c:v>84.321577977777778</c:v>
                      </c:pt>
                      <c:pt idx="228">
                        <c:v>88.81144716888889</c:v>
                      </c:pt>
                      <c:pt idx="229">
                        <c:v>100.09178477777778</c:v>
                      </c:pt>
                      <c:pt idx="230">
                        <c:v>103.16090968666667</c:v>
                      </c:pt>
                      <c:pt idx="231">
                        <c:v>96.608901900000006</c:v>
                      </c:pt>
                      <c:pt idx="232">
                        <c:v>88.489692837777781</c:v>
                      </c:pt>
                      <c:pt idx="233">
                        <c:v>88.830965144444448</c:v>
                      </c:pt>
                      <c:pt idx="234">
                        <c:v>88.74093885111111</c:v>
                      </c:pt>
                      <c:pt idx="235">
                        <c:v>101.61801858</c:v>
                      </c:pt>
                      <c:pt idx="236">
                        <c:v>114.5356423088889</c:v>
                      </c:pt>
                      <c:pt idx="237">
                        <c:v>127.05133743777778</c:v>
                      </c:pt>
                      <c:pt idx="238">
                        <c:v>121.98745373555556</c:v>
                      </c:pt>
                      <c:pt idx="239">
                        <c:v>101.85685338666667</c:v>
                      </c:pt>
                      <c:pt idx="240">
                        <c:v>71.754759908888886</c:v>
                      </c:pt>
                      <c:pt idx="241">
                        <c:v>45.319844844444447</c:v>
                      </c:pt>
                      <c:pt idx="242">
                        <c:v>27.047181104444444</c:v>
                      </c:pt>
                      <c:pt idx="243">
                        <c:v>17.661515288888889</c:v>
                      </c:pt>
                      <c:pt idx="244">
                        <c:v>14.224151366666666</c:v>
                      </c:pt>
                      <c:pt idx="245">
                        <c:v>17.700138104444445</c:v>
                      </c:pt>
                      <c:pt idx="246">
                        <c:v>37.322040080000001</c:v>
                      </c:pt>
                      <c:pt idx="247">
                        <c:v>51.055549266666667</c:v>
                      </c:pt>
                      <c:pt idx="248">
                        <c:v>61.390102584444442</c:v>
                      </c:pt>
                      <c:pt idx="249">
                        <c:v>65.901454155555555</c:v>
                      </c:pt>
                      <c:pt idx="250">
                        <c:v>71.926135666666667</c:v>
                      </c:pt>
                      <c:pt idx="251">
                        <c:v>79.338617544444446</c:v>
                      </c:pt>
                      <c:pt idx="252">
                        <c:v>85.940428260000004</c:v>
                      </c:pt>
                      <c:pt idx="253">
                        <c:v>94.951756028888894</c:v>
                      </c:pt>
                      <c:pt idx="254">
                        <c:v>94.698886202222226</c:v>
                      </c:pt>
                      <c:pt idx="255">
                        <c:v>90.271801888888888</c:v>
                      </c:pt>
                      <c:pt idx="256">
                        <c:v>86.268601751111106</c:v>
                      </c:pt>
                      <c:pt idx="257">
                        <c:v>89.772438913333332</c:v>
                      </c:pt>
                      <c:pt idx="258">
                        <c:v>89.170877711111117</c:v>
                      </c:pt>
                      <c:pt idx="259">
                        <c:v>101.00505962666666</c:v>
                      </c:pt>
                      <c:pt idx="260">
                        <c:v>112.09978876</c:v>
                      </c:pt>
                      <c:pt idx="261">
                        <c:v>123.86941341555556</c:v>
                      </c:pt>
                      <c:pt idx="262">
                        <c:v>119.78158854444445</c:v>
                      </c:pt>
                      <c:pt idx="263">
                        <c:v>97.293575202222229</c:v>
                      </c:pt>
                      <c:pt idx="264">
                        <c:v>70.823954371111114</c:v>
                      </c:pt>
                      <c:pt idx="265">
                        <c:v>44.140662524444444</c:v>
                      </c:pt>
                      <c:pt idx="266">
                        <c:v>26.236760375555555</c:v>
                      </c:pt>
                      <c:pt idx="267">
                        <c:v>17.05516393111111</c:v>
                      </c:pt>
                      <c:pt idx="268">
                        <c:v>13.818534677777778</c:v>
                      </c:pt>
                      <c:pt idx="269">
                        <c:v>17.719068797777776</c:v>
                      </c:pt>
                      <c:pt idx="270">
                        <c:v>38.258943251111113</c:v>
                      </c:pt>
                      <c:pt idx="271">
                        <c:v>52.820698802222225</c:v>
                      </c:pt>
                      <c:pt idx="272">
                        <c:v>62.231616024444442</c:v>
                      </c:pt>
                      <c:pt idx="273">
                        <c:v>66.813032840000005</c:v>
                      </c:pt>
                      <c:pt idx="274">
                        <c:v>72.980096577777772</c:v>
                      </c:pt>
                      <c:pt idx="275">
                        <c:v>80.616216757777778</c:v>
                      </c:pt>
                      <c:pt idx="276">
                        <c:v>86.944709986666666</c:v>
                      </c:pt>
                      <c:pt idx="277">
                        <c:v>95.645520471111112</c:v>
                      </c:pt>
                      <c:pt idx="278">
                        <c:v>94.550374897777772</c:v>
                      </c:pt>
                      <c:pt idx="279">
                        <c:v>89.947961084444444</c:v>
                      </c:pt>
                      <c:pt idx="280">
                        <c:v>87.081075651111107</c:v>
                      </c:pt>
                      <c:pt idx="281">
                        <c:v>88.928515364444451</c:v>
                      </c:pt>
                      <c:pt idx="282">
                        <c:v>88.487617795555551</c:v>
                      </c:pt>
                      <c:pt idx="283">
                        <c:v>101.91556476222222</c:v>
                      </c:pt>
                      <c:pt idx="284">
                        <c:v>114.01791317999999</c:v>
                      </c:pt>
                      <c:pt idx="285">
                        <c:v>124.94137442444445</c:v>
                      </c:pt>
                      <c:pt idx="286">
                        <c:v>118.57234370444445</c:v>
                      </c:pt>
                      <c:pt idx="287">
                        <c:v>97.181130960000004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3B6C-47C2-956F-045AF7A440C3}"/>
                  </c:ext>
                </c:extLst>
              </c15:ser>
            </c15:filteredLineSeries>
            <c15:filteredLine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12-10-2026'!$Q$1</c15:sqref>
                        </c15:formulaRef>
                      </c:ext>
                    </c:extLst>
                    <c:strCache>
                      <c:ptCount val="1"/>
                      <c:pt idx="0">
                        <c:v>OUG-DGW1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12-10-2026'!$Q$2:$Q$289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6.4848139044444446</c:v>
                      </c:pt>
                      <c:pt idx="1">
                        <c:v>4.1733277977777776</c:v>
                      </c:pt>
                      <c:pt idx="2">
                        <c:v>2.6481524955555558</c:v>
                      </c:pt>
                      <c:pt idx="3">
                        <c:v>1.8870614488888888</c:v>
                      </c:pt>
                      <c:pt idx="4">
                        <c:v>1.6361562199999999</c:v>
                      </c:pt>
                      <c:pt idx="5">
                        <c:v>2.3178599599999998</c:v>
                      </c:pt>
                      <c:pt idx="6">
                        <c:v>4.5189363933333331</c:v>
                      </c:pt>
                      <c:pt idx="7">
                        <c:v>5.8078294711111109</c:v>
                      </c:pt>
                      <c:pt idx="8">
                        <c:v>5.9561856488888889</c:v>
                      </c:pt>
                      <c:pt idx="9">
                        <c:v>5.69524148</c:v>
                      </c:pt>
                      <c:pt idx="10">
                        <c:v>5.7039447799999996</c:v>
                      </c:pt>
                      <c:pt idx="11">
                        <c:v>6.1684694111111114</c:v>
                      </c:pt>
                      <c:pt idx="12">
                        <c:v>7.0265264933333329</c:v>
                      </c:pt>
                      <c:pt idx="13">
                        <c:v>8.1042883400000001</c:v>
                      </c:pt>
                      <c:pt idx="14">
                        <c:v>8.4816179555555564</c:v>
                      </c:pt>
                      <c:pt idx="15">
                        <c:v>8.2033360599999998</c:v>
                      </c:pt>
                      <c:pt idx="16">
                        <c:v>7.137349168888889</c:v>
                      </c:pt>
                      <c:pt idx="17">
                        <c:v>6.4075873711111111</c:v>
                      </c:pt>
                      <c:pt idx="18">
                        <c:v>6.4410592466666667</c:v>
                      </c:pt>
                      <c:pt idx="19">
                        <c:v>7.072668071111111</c:v>
                      </c:pt>
                      <c:pt idx="20">
                        <c:v>7.8612651044444446</c:v>
                      </c:pt>
                      <c:pt idx="21">
                        <c:v>8.9910698444444446</c:v>
                      </c:pt>
                      <c:pt idx="22">
                        <c:v>9.7191654511111114</c:v>
                      </c:pt>
                      <c:pt idx="23">
                        <c:v>8.9264366066666661</c:v>
                      </c:pt>
                      <c:pt idx="24">
                        <c:v>6.9892139088888889</c:v>
                      </c:pt>
                      <c:pt idx="25">
                        <c:v>4.7295124911111115</c:v>
                      </c:pt>
                      <c:pt idx="26">
                        <c:v>3.0666538533333334</c:v>
                      </c:pt>
                      <c:pt idx="27">
                        <c:v>2.0437981399999998</c:v>
                      </c:pt>
                      <c:pt idx="28">
                        <c:v>1.6710197955555555</c:v>
                      </c:pt>
                      <c:pt idx="29">
                        <c:v>2.3046894955555555</c:v>
                      </c:pt>
                      <c:pt idx="30">
                        <c:v>4.1959811399999998</c:v>
                      </c:pt>
                      <c:pt idx="31">
                        <c:v>5.4839721222222222</c:v>
                      </c:pt>
                      <c:pt idx="32">
                        <c:v>6.3173643355555553</c:v>
                      </c:pt>
                      <c:pt idx="33">
                        <c:v>6.4217122022222224</c:v>
                      </c:pt>
                      <c:pt idx="34">
                        <c:v>6.618797746666667</c:v>
                      </c:pt>
                      <c:pt idx="35">
                        <c:v>7.2615834799999996</c:v>
                      </c:pt>
                      <c:pt idx="36">
                        <c:v>7.9334235822222219</c:v>
                      </c:pt>
                      <c:pt idx="37">
                        <c:v>8.5413558244444445</c:v>
                      </c:pt>
                      <c:pt idx="38">
                        <c:v>9.4203577955555549</c:v>
                      </c:pt>
                      <c:pt idx="39">
                        <c:v>8.955535853333334</c:v>
                      </c:pt>
                      <c:pt idx="40">
                        <c:v>7.581127168888889</c:v>
                      </c:pt>
                      <c:pt idx="41">
                        <c:v>6.7971868000000004</c:v>
                      </c:pt>
                      <c:pt idx="42">
                        <c:v>6.7279153222222225</c:v>
                      </c:pt>
                      <c:pt idx="43">
                        <c:v>7.4351163511111107</c:v>
                      </c:pt>
                      <c:pt idx="44">
                        <c:v>8.2066662333333333</c:v>
                      </c:pt>
                      <c:pt idx="45">
                        <c:v>9.3287468977777781</c:v>
                      </c:pt>
                      <c:pt idx="46">
                        <c:v>9.8423906088888895</c:v>
                      </c:pt>
                      <c:pt idx="47">
                        <c:v>9.0963968888888882</c:v>
                      </c:pt>
                      <c:pt idx="48">
                        <c:v>7.019631546666667</c:v>
                      </c:pt>
                      <c:pt idx="49">
                        <c:v>4.8220867377777781</c:v>
                      </c:pt>
                      <c:pt idx="50">
                        <c:v>3.0576477066666667</c:v>
                      </c:pt>
                      <c:pt idx="51">
                        <c:v>2.127557828888889</c:v>
                      </c:pt>
                      <c:pt idx="52">
                        <c:v>1.726821351111111</c:v>
                      </c:pt>
                      <c:pt idx="53">
                        <c:v>2.4004485333333334</c:v>
                      </c:pt>
                      <c:pt idx="54">
                        <c:v>4.3677065577777778</c:v>
                      </c:pt>
                      <c:pt idx="55">
                        <c:v>5.7461799466666665</c:v>
                      </c:pt>
                      <c:pt idx="56">
                        <c:v>6.282119586666667</c:v>
                      </c:pt>
                      <c:pt idx="57">
                        <c:v>6.2200614200000004</c:v>
                      </c:pt>
                      <c:pt idx="58">
                        <c:v>6.1286910777777779</c:v>
                      </c:pt>
                      <c:pt idx="59">
                        <c:v>6.4594635644444445</c:v>
                      </c:pt>
                      <c:pt idx="60">
                        <c:v>7.1729380577777775</c:v>
                      </c:pt>
                      <c:pt idx="61">
                        <c:v>8.2560576999999995</c:v>
                      </c:pt>
                      <c:pt idx="62">
                        <c:v>8.7911645200000006</c:v>
                      </c:pt>
                      <c:pt idx="63">
                        <c:v>8.4107333666666673</c:v>
                      </c:pt>
                      <c:pt idx="64">
                        <c:v>7.2472520688888888</c:v>
                      </c:pt>
                      <c:pt idx="65">
                        <c:v>6.3469119955555557</c:v>
                      </c:pt>
                      <c:pt idx="66">
                        <c:v>6.2958224999999999</c:v>
                      </c:pt>
                      <c:pt idx="67">
                        <c:v>6.9886371399999998</c:v>
                      </c:pt>
                      <c:pt idx="68">
                        <c:v>7.8635189133333334</c:v>
                      </c:pt>
                      <c:pt idx="69">
                        <c:v>8.9907994888888894</c:v>
                      </c:pt>
                      <c:pt idx="70">
                        <c:v>9.5256573977777776</c:v>
                      </c:pt>
                      <c:pt idx="71">
                        <c:v>8.5495673555555562</c:v>
                      </c:pt>
                      <c:pt idx="72">
                        <c:v>6.3047191555555555</c:v>
                      </c:pt>
                      <c:pt idx="73">
                        <c:v>4.1055305266666666</c:v>
                      </c:pt>
                      <c:pt idx="74">
                        <c:v>2.6152225933333333</c:v>
                      </c:pt>
                      <c:pt idx="75">
                        <c:v>1.80081136</c:v>
                      </c:pt>
                      <c:pt idx="76">
                        <c:v>1.5699921733333333</c:v>
                      </c:pt>
                      <c:pt idx="77">
                        <c:v>2.228707942222222</c:v>
                      </c:pt>
                      <c:pt idx="78">
                        <c:v>4.4347264111111109</c:v>
                      </c:pt>
                      <c:pt idx="79">
                        <c:v>5.6051629177777782</c:v>
                      </c:pt>
                      <c:pt idx="80">
                        <c:v>5.7854592822222219</c:v>
                      </c:pt>
                      <c:pt idx="81">
                        <c:v>5.4864260577777779</c:v>
                      </c:pt>
                      <c:pt idx="82">
                        <c:v>5.445569357777778</c:v>
                      </c:pt>
                      <c:pt idx="83">
                        <c:v>5.8731935622222222</c:v>
                      </c:pt>
                      <c:pt idx="84">
                        <c:v>6.6874038288888888</c:v>
                      </c:pt>
                      <c:pt idx="85">
                        <c:v>7.6344404244444446</c:v>
                      </c:pt>
                      <c:pt idx="86">
                        <c:v>7.9537348777777774</c:v>
                      </c:pt>
                      <c:pt idx="87">
                        <c:v>7.7433404088888889</c:v>
                      </c:pt>
                      <c:pt idx="88">
                        <c:v>6.8248418888888889</c:v>
                      </c:pt>
                      <c:pt idx="89">
                        <c:v>6.1071135711111113</c:v>
                      </c:pt>
                      <c:pt idx="90">
                        <c:v>6.1026392822222224</c:v>
                      </c:pt>
                      <c:pt idx="91">
                        <c:v>6.8963316155555558</c:v>
                      </c:pt>
                      <c:pt idx="92">
                        <c:v>7.6613838266666665</c:v>
                      </c:pt>
                      <c:pt idx="93">
                        <c:v>8.847937848888888</c:v>
                      </c:pt>
                      <c:pt idx="94">
                        <c:v>9.3601047488888884</c:v>
                      </c:pt>
                      <c:pt idx="95">
                        <c:v>8.1477691777777785</c:v>
                      </c:pt>
                      <c:pt idx="96">
                        <c:v>6.0079476822222224</c:v>
                      </c:pt>
                      <c:pt idx="97">
                        <c:v>3.8314739133333333</c:v>
                      </c:pt>
                      <c:pt idx="98">
                        <c:v>2.3607963422222222</c:v>
                      </c:pt>
                      <c:pt idx="99">
                        <c:v>1.6992397466666667</c:v>
                      </c:pt>
                      <c:pt idx="100">
                        <c:v>1.5242650977777779</c:v>
                      </c:pt>
                      <c:pt idx="101">
                        <c:v>2.1908610022222224</c:v>
                      </c:pt>
                      <c:pt idx="102">
                        <c:v>4.3613639622222218</c:v>
                      </c:pt>
                      <c:pt idx="103">
                        <c:v>5.6935933844444442</c:v>
                      </c:pt>
                      <c:pt idx="104">
                        <c:v>5.8146957800000001</c:v>
                      </c:pt>
                      <c:pt idx="105">
                        <c:v>5.5227772311111112</c:v>
                      </c:pt>
                      <c:pt idx="106">
                        <c:v>5.5627813155555552</c:v>
                      </c:pt>
                      <c:pt idx="107">
                        <c:v>6.0130732755555556</c:v>
                      </c:pt>
                      <c:pt idx="108">
                        <c:v>6.8021026733333336</c:v>
                      </c:pt>
                      <c:pt idx="109">
                        <c:v>7.741298768888889</c:v>
                      </c:pt>
                      <c:pt idx="110">
                        <c:v>8.0442757133333327</c:v>
                      </c:pt>
                      <c:pt idx="111">
                        <c:v>7.7739904244444444</c:v>
                      </c:pt>
                      <c:pt idx="112">
                        <c:v>6.8409079244444442</c:v>
                      </c:pt>
                      <c:pt idx="113">
                        <c:v>6.170427962222222</c:v>
                      </c:pt>
                      <c:pt idx="114">
                        <c:v>6.1332935800000001</c:v>
                      </c:pt>
                      <c:pt idx="115">
                        <c:v>6.8900262155555554</c:v>
                      </c:pt>
                      <c:pt idx="116">
                        <c:v>7.7232723044444445</c:v>
                      </c:pt>
                      <c:pt idx="117">
                        <c:v>8.9850700555555552</c:v>
                      </c:pt>
                      <c:pt idx="118">
                        <c:v>9.4901160266666675</c:v>
                      </c:pt>
                      <c:pt idx="119">
                        <c:v>8.3643279555555559</c:v>
                      </c:pt>
                      <c:pt idx="120">
                        <c:v>6.0567975177777775</c:v>
                      </c:pt>
                      <c:pt idx="121">
                        <c:v>3.8319463800000002</c:v>
                      </c:pt>
                      <c:pt idx="122">
                        <c:v>2.3854809244444444</c:v>
                      </c:pt>
                      <c:pt idx="123">
                        <c:v>1.6448465311111111</c:v>
                      </c:pt>
                      <c:pt idx="124">
                        <c:v>1.5098227533333333</c:v>
                      </c:pt>
                      <c:pt idx="125">
                        <c:v>2.2068899555555554</c:v>
                      </c:pt>
                      <c:pt idx="126">
                        <c:v>4.479227042222222</c:v>
                      </c:pt>
                      <c:pt idx="127">
                        <c:v>5.6614021355555559</c:v>
                      </c:pt>
                      <c:pt idx="128">
                        <c:v>5.7515998000000002</c:v>
                      </c:pt>
                      <c:pt idx="129">
                        <c:v>5.5777083644444447</c:v>
                      </c:pt>
                      <c:pt idx="130">
                        <c:v>5.5695249666666671</c:v>
                      </c:pt>
                      <c:pt idx="131">
                        <c:v>5.9656807622222221</c:v>
                      </c:pt>
                      <c:pt idx="132">
                        <c:v>6.856348928888889</c:v>
                      </c:pt>
                      <c:pt idx="133">
                        <c:v>8.0866893755555562</c:v>
                      </c:pt>
                      <c:pt idx="134">
                        <c:v>8.4166837799999996</c:v>
                      </c:pt>
                      <c:pt idx="135">
                        <c:v>8.0606389311111108</c:v>
                      </c:pt>
                      <c:pt idx="136">
                        <c:v>6.8787334844444441</c:v>
                      </c:pt>
                      <c:pt idx="137">
                        <c:v>6.1483148888888888</c:v>
                      </c:pt>
                      <c:pt idx="138">
                        <c:v>6.3635057599999998</c:v>
                      </c:pt>
                      <c:pt idx="139">
                        <c:v>7.0981940200000002</c:v>
                      </c:pt>
                      <c:pt idx="140">
                        <c:v>7.7151824466666667</c:v>
                      </c:pt>
                      <c:pt idx="141">
                        <c:v>8.9714289822222231</c:v>
                      </c:pt>
                      <c:pt idx="142">
                        <c:v>9.476593371111111</c:v>
                      </c:pt>
                      <c:pt idx="143">
                        <c:v>8.351960046666667</c:v>
                      </c:pt>
                      <c:pt idx="144">
                        <c:v>6.1316604955555558</c:v>
                      </c:pt>
                      <c:pt idx="145">
                        <c:v>3.9327249533333335</c:v>
                      </c:pt>
                      <c:pt idx="146">
                        <c:v>2.4864014688888889</c:v>
                      </c:pt>
                      <c:pt idx="147">
                        <c:v>1.7880520577777779</c:v>
                      </c:pt>
                      <c:pt idx="148">
                        <c:v>1.5645171911111111</c:v>
                      </c:pt>
                      <c:pt idx="149">
                        <c:v>2.1836269488888891</c:v>
                      </c:pt>
                      <c:pt idx="150">
                        <c:v>4.4469939444444444</c:v>
                      </c:pt>
                      <c:pt idx="151">
                        <c:v>5.6819355866666665</c:v>
                      </c:pt>
                      <c:pt idx="152">
                        <c:v>5.8123249866666669</c:v>
                      </c:pt>
                      <c:pt idx="153">
                        <c:v>5.5195577533333333</c:v>
                      </c:pt>
                      <c:pt idx="154">
                        <c:v>5.5005270955555554</c:v>
                      </c:pt>
                      <c:pt idx="155">
                        <c:v>5.9293715822222222</c:v>
                      </c:pt>
                      <c:pt idx="156">
                        <c:v>6.7415405422222223</c:v>
                      </c:pt>
                      <c:pt idx="157">
                        <c:v>7.7230212244444445</c:v>
                      </c:pt>
                      <c:pt idx="158">
                        <c:v>7.9611807088888886</c:v>
                      </c:pt>
                      <c:pt idx="159">
                        <c:v>7.8241299155555559</c:v>
                      </c:pt>
                      <c:pt idx="160">
                        <c:v>6.8736268066666666</c:v>
                      </c:pt>
                      <c:pt idx="161">
                        <c:v>6.213618811111111</c:v>
                      </c:pt>
                      <c:pt idx="162">
                        <c:v>6.1935284733333331</c:v>
                      </c:pt>
                      <c:pt idx="163">
                        <c:v>6.9401013333333337</c:v>
                      </c:pt>
                      <c:pt idx="164">
                        <c:v>7.8018558066666666</c:v>
                      </c:pt>
                      <c:pt idx="165">
                        <c:v>8.8906285422222222</c:v>
                      </c:pt>
                      <c:pt idx="166">
                        <c:v>9.3969312533333333</c:v>
                      </c:pt>
                      <c:pt idx="167">
                        <c:v>8.3110199666666666</c:v>
                      </c:pt>
                      <c:pt idx="168">
                        <c:v>6.1214417000000001</c:v>
                      </c:pt>
                      <c:pt idx="169">
                        <c:v>3.9049420822222221</c:v>
                      </c:pt>
                      <c:pt idx="170">
                        <c:v>2.4388492400000001</c:v>
                      </c:pt>
                      <c:pt idx="171">
                        <c:v>1.7402084288888888</c:v>
                      </c:pt>
                      <c:pt idx="172">
                        <c:v>1.5617194311111111</c:v>
                      </c:pt>
                      <c:pt idx="173">
                        <c:v>2.255426531111111</c:v>
                      </c:pt>
                      <c:pt idx="174">
                        <c:v>4.5654195955555554</c:v>
                      </c:pt>
                      <c:pt idx="175">
                        <c:v>5.9146627911111107</c:v>
                      </c:pt>
                      <c:pt idx="176">
                        <c:v>6.274579568888889</c:v>
                      </c:pt>
                      <c:pt idx="177">
                        <c:v>5.9692126822222225</c:v>
                      </c:pt>
                      <c:pt idx="178">
                        <c:v>5.7123958155555554</c:v>
                      </c:pt>
                      <c:pt idx="179">
                        <c:v>6.0622688977777779</c:v>
                      </c:pt>
                      <c:pt idx="180">
                        <c:v>6.933275677777778</c:v>
                      </c:pt>
                      <c:pt idx="181">
                        <c:v>7.9691180333333334</c:v>
                      </c:pt>
                      <c:pt idx="182">
                        <c:v>8.2617909644444438</c:v>
                      </c:pt>
                      <c:pt idx="183">
                        <c:v>7.9421914222222219</c:v>
                      </c:pt>
                      <c:pt idx="184">
                        <c:v>7.0555947666666663</c:v>
                      </c:pt>
                      <c:pt idx="185">
                        <c:v>6.3282082777777777</c:v>
                      </c:pt>
                      <c:pt idx="186">
                        <c:v>6.3673622066666669</c:v>
                      </c:pt>
                      <c:pt idx="187">
                        <c:v>7.1124967222222226</c:v>
                      </c:pt>
                      <c:pt idx="188">
                        <c:v>7.8831990111111114</c:v>
                      </c:pt>
                      <c:pt idx="189">
                        <c:v>8.9585082177777782</c:v>
                      </c:pt>
                      <c:pt idx="190">
                        <c:v>9.5885637044444447</c:v>
                      </c:pt>
                      <c:pt idx="191">
                        <c:v>8.7540494866666663</c:v>
                      </c:pt>
                      <c:pt idx="192">
                        <c:v>6.7249933866666662</c:v>
                      </c:pt>
                      <c:pt idx="193">
                        <c:v>4.5374846066666663</c:v>
                      </c:pt>
                      <c:pt idx="194">
                        <c:v>2.8598871644444444</c:v>
                      </c:pt>
                      <c:pt idx="195">
                        <c:v>1.9578796355555557</c:v>
                      </c:pt>
                      <c:pt idx="196">
                        <c:v>1.6759447555555556</c:v>
                      </c:pt>
                      <c:pt idx="197">
                        <c:v>2.1575107400000002</c:v>
                      </c:pt>
                      <c:pt idx="198">
                        <c:v>4.0828753177777779</c:v>
                      </c:pt>
                      <c:pt idx="199">
                        <c:v>5.544772077777778</c:v>
                      </c:pt>
                      <c:pt idx="200">
                        <c:v>6.2460595266666665</c:v>
                      </c:pt>
                      <c:pt idx="201">
                        <c:v>6.4778632177777782</c:v>
                      </c:pt>
                      <c:pt idx="202">
                        <c:v>6.6289109288888888</c:v>
                      </c:pt>
                      <c:pt idx="203">
                        <c:v>7.2538021422222219</c:v>
                      </c:pt>
                      <c:pt idx="204">
                        <c:v>7.8941103511111113</c:v>
                      </c:pt>
                      <c:pt idx="205">
                        <c:v>8.514246833333333</c:v>
                      </c:pt>
                      <c:pt idx="206">
                        <c:v>9.1863677177777774</c:v>
                      </c:pt>
                      <c:pt idx="207">
                        <c:v>8.7137516622222222</c:v>
                      </c:pt>
                      <c:pt idx="208">
                        <c:v>7.5219535022222219</c:v>
                      </c:pt>
                      <c:pt idx="209">
                        <c:v>6.6825485844444446</c:v>
                      </c:pt>
                      <c:pt idx="210">
                        <c:v>6.5987567355555559</c:v>
                      </c:pt>
                      <c:pt idx="211">
                        <c:v>7.3804724688888887</c:v>
                      </c:pt>
                      <c:pt idx="212">
                        <c:v>8.0883682755555562</c:v>
                      </c:pt>
                      <c:pt idx="213">
                        <c:v>9.2097565555555558</c:v>
                      </c:pt>
                      <c:pt idx="214">
                        <c:v>9.7425452688888896</c:v>
                      </c:pt>
                      <c:pt idx="215">
                        <c:v>8.9371348044444439</c:v>
                      </c:pt>
                      <c:pt idx="216">
                        <c:v>6.854654191111111</c:v>
                      </c:pt>
                      <c:pt idx="217">
                        <c:v>4.4971585711111111</c:v>
                      </c:pt>
                      <c:pt idx="218">
                        <c:v>2.8660184244444444</c:v>
                      </c:pt>
                      <c:pt idx="219">
                        <c:v>1.9738664177777778</c:v>
                      </c:pt>
                      <c:pt idx="220">
                        <c:v>1.6781560177777777</c:v>
                      </c:pt>
                      <c:pt idx="221">
                        <c:v>2.2147375155555555</c:v>
                      </c:pt>
                      <c:pt idx="222">
                        <c:v>4.2420903377777774</c:v>
                      </c:pt>
                      <c:pt idx="223">
                        <c:v>5.7214378822222223</c:v>
                      </c:pt>
                      <c:pt idx="224">
                        <c:v>6.2945866111111108</c:v>
                      </c:pt>
                      <c:pt idx="225">
                        <c:v>6.1957096088888886</c:v>
                      </c:pt>
                      <c:pt idx="226">
                        <c:v>6.1364579844444442</c:v>
                      </c:pt>
                      <c:pt idx="227">
                        <c:v>6.4824167555555556</c:v>
                      </c:pt>
                      <c:pt idx="228">
                        <c:v>7.0626307800000001</c:v>
                      </c:pt>
                      <c:pt idx="229">
                        <c:v>8.1871114644444436</c:v>
                      </c:pt>
                      <c:pt idx="230">
                        <c:v>8.6848294488888893</c:v>
                      </c:pt>
                      <c:pt idx="231">
                        <c:v>8.3112634666666665</c:v>
                      </c:pt>
                      <c:pt idx="232">
                        <c:v>7.1119224422222223</c:v>
                      </c:pt>
                      <c:pt idx="233">
                        <c:v>6.3258128044444444</c:v>
                      </c:pt>
                      <c:pt idx="234">
                        <c:v>6.4284301688888892</c:v>
                      </c:pt>
                      <c:pt idx="235">
                        <c:v>7.200026873333333</c:v>
                      </c:pt>
                      <c:pt idx="236">
                        <c:v>8.0806165822222216</c:v>
                      </c:pt>
                      <c:pt idx="237">
                        <c:v>9.2427024777777778</c:v>
                      </c:pt>
                      <c:pt idx="238">
                        <c:v>9.6298952822222219</c:v>
                      </c:pt>
                      <c:pt idx="239">
                        <c:v>8.4308662777777776</c:v>
                      </c:pt>
                      <c:pt idx="240">
                        <c:v>6.0532920666666667</c:v>
                      </c:pt>
                      <c:pt idx="241">
                        <c:v>3.8027760533333335</c:v>
                      </c:pt>
                      <c:pt idx="242">
                        <c:v>2.401012711111111</c:v>
                      </c:pt>
                      <c:pt idx="243">
                        <c:v>1.7409795733333333</c:v>
                      </c:pt>
                      <c:pt idx="244">
                        <c:v>1.5814418777777777</c:v>
                      </c:pt>
                      <c:pt idx="245">
                        <c:v>2.1426620844444444</c:v>
                      </c:pt>
                      <c:pt idx="246">
                        <c:v>4.3604413777777777</c:v>
                      </c:pt>
                      <c:pt idx="247">
                        <c:v>5.6147673755555552</c:v>
                      </c:pt>
                      <c:pt idx="248">
                        <c:v>5.8498468600000004</c:v>
                      </c:pt>
                      <c:pt idx="249">
                        <c:v>5.5735098422222222</c:v>
                      </c:pt>
                      <c:pt idx="250">
                        <c:v>5.4276034422222219</c:v>
                      </c:pt>
                      <c:pt idx="251">
                        <c:v>5.8262708088888893</c:v>
                      </c:pt>
                      <c:pt idx="252">
                        <c:v>6.7307687999999999</c:v>
                      </c:pt>
                      <c:pt idx="253">
                        <c:v>7.5652046311111114</c:v>
                      </c:pt>
                      <c:pt idx="254">
                        <c:v>7.8479396755555557</c:v>
                      </c:pt>
                      <c:pt idx="255">
                        <c:v>7.6145288133333331</c:v>
                      </c:pt>
                      <c:pt idx="256">
                        <c:v>6.7507097044444446</c:v>
                      </c:pt>
                      <c:pt idx="257">
                        <c:v>6.199619728888889</c:v>
                      </c:pt>
                      <c:pt idx="258">
                        <c:v>6.4384070044444446</c:v>
                      </c:pt>
                      <c:pt idx="259">
                        <c:v>7.1529460911111107</c:v>
                      </c:pt>
                      <c:pt idx="260">
                        <c:v>7.9785123577777775</c:v>
                      </c:pt>
                      <c:pt idx="261">
                        <c:v>9.2036037666666672</c:v>
                      </c:pt>
                      <c:pt idx="262">
                        <c:v>9.5706682555555549</c:v>
                      </c:pt>
                      <c:pt idx="263">
                        <c:v>8.304229877777777</c:v>
                      </c:pt>
                      <c:pt idx="264">
                        <c:v>6.0881137333333335</c:v>
                      </c:pt>
                      <c:pt idx="265">
                        <c:v>3.8636968555555558</c:v>
                      </c:pt>
                      <c:pt idx="266">
                        <c:v>2.4400890199999998</c:v>
                      </c:pt>
                      <c:pt idx="267">
                        <c:v>1.7576676066666668</c:v>
                      </c:pt>
                      <c:pt idx="268">
                        <c:v>1.5889980111111111</c:v>
                      </c:pt>
                      <c:pt idx="269">
                        <c:v>2.212301048888889</c:v>
                      </c:pt>
                      <c:pt idx="270">
                        <c:v>4.5144081622222219</c:v>
                      </c:pt>
                      <c:pt idx="271">
                        <c:v>5.8143945866666664</c:v>
                      </c:pt>
                      <c:pt idx="272">
                        <c:v>5.8807442666666665</c:v>
                      </c:pt>
                      <c:pt idx="273">
                        <c:v>5.5935744200000004</c:v>
                      </c:pt>
                      <c:pt idx="274">
                        <c:v>5.4440971955555559</c:v>
                      </c:pt>
                      <c:pt idx="275">
                        <c:v>5.8409348977777782</c:v>
                      </c:pt>
                      <c:pt idx="276">
                        <c:v>6.7971187733333336</c:v>
                      </c:pt>
                      <c:pt idx="277">
                        <c:v>7.6888659377777779</c:v>
                      </c:pt>
                      <c:pt idx="278">
                        <c:v>7.9287469644444446</c:v>
                      </c:pt>
                      <c:pt idx="279">
                        <c:v>7.6506858266666669</c:v>
                      </c:pt>
                      <c:pt idx="280">
                        <c:v>6.8980111311111107</c:v>
                      </c:pt>
                      <c:pt idx="281">
                        <c:v>6.3257151911111107</c:v>
                      </c:pt>
                      <c:pt idx="282">
                        <c:v>6.5181352022222221</c:v>
                      </c:pt>
                      <c:pt idx="283">
                        <c:v>7.2391081933333332</c:v>
                      </c:pt>
                      <c:pt idx="284">
                        <c:v>8.1176869866666674</c:v>
                      </c:pt>
                      <c:pt idx="285">
                        <c:v>9.2551112511111118</c:v>
                      </c:pt>
                      <c:pt idx="286">
                        <c:v>9.6024377777777783</c:v>
                      </c:pt>
                      <c:pt idx="287">
                        <c:v>8.2430986466666667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3B6C-47C2-956F-045AF7A440C3}"/>
                  </c:ext>
                </c:extLst>
              </c15:ser>
            </c15:filteredLineSeries>
            <c15:filteredLineSeries>
              <c15:ser>
                <c:idx val="16"/>
                <c:order val="1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12-10-2026'!$R$1</c15:sqref>
                        </c15:formulaRef>
                      </c:ext>
                    </c:extLst>
                    <c:strCache>
                      <c:ptCount val="1"/>
                      <c:pt idx="0">
                        <c:v>OUG-DGW1 Thtoughput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12-10-2026'!$R$2:$R$289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80.378412062222225</c:v>
                      </c:pt>
                      <c:pt idx="1">
                        <c:v>50.466803740000003</c:v>
                      </c:pt>
                      <c:pt idx="2">
                        <c:v>30.412640077777777</c:v>
                      </c:pt>
                      <c:pt idx="3">
                        <c:v>19.775069624444445</c:v>
                      </c:pt>
                      <c:pt idx="4">
                        <c:v>15.823296888888889</c:v>
                      </c:pt>
                      <c:pt idx="5">
                        <c:v>21.015399197777779</c:v>
                      </c:pt>
                      <c:pt idx="6">
                        <c:v>42.26801607777778</c:v>
                      </c:pt>
                      <c:pt idx="7">
                        <c:v>58.088968999999999</c:v>
                      </c:pt>
                      <c:pt idx="8">
                        <c:v>68.12164184444444</c:v>
                      </c:pt>
                      <c:pt idx="9">
                        <c:v>72.688629955555555</c:v>
                      </c:pt>
                      <c:pt idx="10">
                        <c:v>79.558643508888892</c:v>
                      </c:pt>
                      <c:pt idx="11">
                        <c:v>88.806449002222223</c:v>
                      </c:pt>
                      <c:pt idx="12">
                        <c:v>95.161813393333333</c:v>
                      </c:pt>
                      <c:pt idx="13">
                        <c:v>105.77175896222222</c:v>
                      </c:pt>
                      <c:pt idx="14">
                        <c:v>106.97362360888889</c:v>
                      </c:pt>
                      <c:pt idx="15">
                        <c:v>102.21911009111111</c:v>
                      </c:pt>
                      <c:pt idx="16">
                        <c:v>93.395820302222219</c:v>
                      </c:pt>
                      <c:pt idx="17">
                        <c:v>93.985431500000004</c:v>
                      </c:pt>
                      <c:pt idx="18">
                        <c:v>91.850033797777783</c:v>
                      </c:pt>
                      <c:pt idx="19">
                        <c:v>105.41090107555556</c:v>
                      </c:pt>
                      <c:pt idx="20">
                        <c:v>116.18098683111111</c:v>
                      </c:pt>
                      <c:pt idx="21">
                        <c:v>130.1127523711111</c:v>
                      </c:pt>
                      <c:pt idx="22">
                        <c:v>130.97344637111112</c:v>
                      </c:pt>
                      <c:pt idx="23">
                        <c:v>115.94039331111111</c:v>
                      </c:pt>
                      <c:pt idx="24">
                        <c:v>88.283639366666662</c:v>
                      </c:pt>
                      <c:pt idx="25">
                        <c:v>59.167121726666664</c:v>
                      </c:pt>
                      <c:pt idx="26">
                        <c:v>36.392253662222224</c:v>
                      </c:pt>
                      <c:pt idx="27">
                        <c:v>23.094634264444444</c:v>
                      </c:pt>
                      <c:pt idx="28">
                        <c:v>17.341191477777777</c:v>
                      </c:pt>
                      <c:pt idx="29">
                        <c:v>20.745426833333333</c:v>
                      </c:pt>
                      <c:pt idx="30">
                        <c:v>38.533182597777781</c:v>
                      </c:pt>
                      <c:pt idx="31">
                        <c:v>53.165302631111111</c:v>
                      </c:pt>
                      <c:pt idx="32">
                        <c:v>66.373705431111105</c:v>
                      </c:pt>
                      <c:pt idx="33">
                        <c:v>77.074097224444444</c:v>
                      </c:pt>
                      <c:pt idx="34">
                        <c:v>87.60023495555555</c:v>
                      </c:pt>
                      <c:pt idx="35">
                        <c:v>97.203697793333333</c:v>
                      </c:pt>
                      <c:pt idx="36">
                        <c:v>99.340281904444439</c:v>
                      </c:pt>
                      <c:pt idx="37">
                        <c:v>102.72418462888889</c:v>
                      </c:pt>
                      <c:pt idx="38">
                        <c:v>118.60151100222222</c:v>
                      </c:pt>
                      <c:pt idx="39">
                        <c:v>110.8860358711111</c:v>
                      </c:pt>
                      <c:pt idx="40">
                        <c:v>97.216510877777779</c:v>
                      </c:pt>
                      <c:pt idx="41">
                        <c:v>95.152100059999995</c:v>
                      </c:pt>
                      <c:pt idx="42">
                        <c:v>93.530719717777771</c:v>
                      </c:pt>
                      <c:pt idx="43">
                        <c:v>108.68077254444445</c:v>
                      </c:pt>
                      <c:pt idx="44">
                        <c:v>120.71328702888889</c:v>
                      </c:pt>
                      <c:pt idx="45">
                        <c:v>135.54047694666667</c:v>
                      </c:pt>
                      <c:pt idx="46">
                        <c:v>134.72971766666666</c:v>
                      </c:pt>
                      <c:pt idx="47">
                        <c:v>118.85841923333334</c:v>
                      </c:pt>
                      <c:pt idx="48">
                        <c:v>90.321511704444447</c:v>
                      </c:pt>
                      <c:pt idx="49">
                        <c:v>59.975846251111108</c:v>
                      </c:pt>
                      <c:pt idx="50">
                        <c:v>36.535050953333332</c:v>
                      </c:pt>
                      <c:pt idx="51">
                        <c:v>23.27732272888889</c:v>
                      </c:pt>
                      <c:pt idx="52">
                        <c:v>17.457731773333332</c:v>
                      </c:pt>
                      <c:pt idx="53">
                        <c:v>21.380169977777779</c:v>
                      </c:pt>
                      <c:pt idx="54">
                        <c:v>40.914139293333335</c:v>
                      </c:pt>
                      <c:pt idx="55">
                        <c:v>55.538988253333336</c:v>
                      </c:pt>
                      <c:pt idx="56">
                        <c:v>66.993403913333339</c:v>
                      </c:pt>
                      <c:pt idx="57">
                        <c:v>75.412911660000006</c:v>
                      </c:pt>
                      <c:pt idx="58">
                        <c:v>81.702153651111118</c:v>
                      </c:pt>
                      <c:pt idx="59">
                        <c:v>89.63637615333333</c:v>
                      </c:pt>
                      <c:pt idx="60">
                        <c:v>94.999972775555563</c:v>
                      </c:pt>
                      <c:pt idx="61">
                        <c:v>106.88007638222223</c:v>
                      </c:pt>
                      <c:pt idx="62">
                        <c:v>110.92173247333334</c:v>
                      </c:pt>
                      <c:pt idx="63">
                        <c:v>105.34701421333334</c:v>
                      </c:pt>
                      <c:pt idx="64">
                        <c:v>94.707502342222227</c:v>
                      </c:pt>
                      <c:pt idx="65">
                        <c:v>93.521740888888885</c:v>
                      </c:pt>
                      <c:pt idx="66">
                        <c:v>89.896227915555556</c:v>
                      </c:pt>
                      <c:pt idx="67">
                        <c:v>104.43627024222222</c:v>
                      </c:pt>
                      <c:pt idx="68">
                        <c:v>117.04538552666666</c:v>
                      </c:pt>
                      <c:pt idx="69">
                        <c:v>130.89401445999999</c:v>
                      </c:pt>
                      <c:pt idx="70">
                        <c:v>129.64519271333333</c:v>
                      </c:pt>
                      <c:pt idx="71">
                        <c:v>111.13809521333333</c:v>
                      </c:pt>
                      <c:pt idx="72">
                        <c:v>79.513415668888882</c:v>
                      </c:pt>
                      <c:pt idx="73">
                        <c:v>49.88218863777778</c:v>
                      </c:pt>
                      <c:pt idx="74">
                        <c:v>30.074903726666665</c:v>
                      </c:pt>
                      <c:pt idx="75">
                        <c:v>19.337013704444445</c:v>
                      </c:pt>
                      <c:pt idx="76">
                        <c:v>15.586309968888889</c:v>
                      </c:pt>
                      <c:pt idx="77">
                        <c:v>20.323350779999998</c:v>
                      </c:pt>
                      <c:pt idx="78">
                        <c:v>40.586732831111114</c:v>
                      </c:pt>
                      <c:pt idx="79">
                        <c:v>55.370758575555556</c:v>
                      </c:pt>
                      <c:pt idx="80">
                        <c:v>65.39001820888889</c:v>
                      </c:pt>
                      <c:pt idx="81">
                        <c:v>70.711559955555558</c:v>
                      </c:pt>
                      <c:pt idx="82">
                        <c:v>76.732863433333335</c:v>
                      </c:pt>
                      <c:pt idx="83">
                        <c:v>85.17763705555555</c:v>
                      </c:pt>
                      <c:pt idx="84">
                        <c:v>92.044403097777774</c:v>
                      </c:pt>
                      <c:pt idx="85">
                        <c:v>102.35088075111111</c:v>
                      </c:pt>
                      <c:pt idx="86">
                        <c:v>102.81949466222223</c:v>
                      </c:pt>
                      <c:pt idx="87">
                        <c:v>97.629117093333335</c:v>
                      </c:pt>
                      <c:pt idx="88">
                        <c:v>90.993970675555559</c:v>
                      </c:pt>
                      <c:pt idx="89">
                        <c:v>91.609556179999998</c:v>
                      </c:pt>
                      <c:pt idx="90">
                        <c:v>89.09822823333333</c:v>
                      </c:pt>
                      <c:pt idx="91">
                        <c:v>104.018488</c:v>
                      </c:pt>
                      <c:pt idx="92">
                        <c:v>116.45461229555555</c:v>
                      </c:pt>
                      <c:pt idx="93">
                        <c:v>130.80236812222222</c:v>
                      </c:pt>
                      <c:pt idx="94">
                        <c:v>128.92511641333334</c:v>
                      </c:pt>
                      <c:pt idx="95">
                        <c:v>108.27215241333333</c:v>
                      </c:pt>
                      <c:pt idx="96">
                        <c:v>76.319474953333327</c:v>
                      </c:pt>
                      <c:pt idx="97">
                        <c:v>47.146259211111108</c:v>
                      </c:pt>
                      <c:pt idx="98">
                        <c:v>28.19852586888889</c:v>
                      </c:pt>
                      <c:pt idx="99">
                        <c:v>18.829526784444443</c:v>
                      </c:pt>
                      <c:pt idx="100">
                        <c:v>15.280147971111111</c:v>
                      </c:pt>
                      <c:pt idx="101">
                        <c:v>20.005285457777777</c:v>
                      </c:pt>
                      <c:pt idx="102">
                        <c:v>41.312336435555558</c:v>
                      </c:pt>
                      <c:pt idx="103">
                        <c:v>56.335731322222223</c:v>
                      </c:pt>
                      <c:pt idx="104">
                        <c:v>65.998358855555551</c:v>
                      </c:pt>
                      <c:pt idx="105">
                        <c:v>71.172401408888888</c:v>
                      </c:pt>
                      <c:pt idx="106">
                        <c:v>77.614866613333334</c:v>
                      </c:pt>
                      <c:pt idx="107">
                        <c:v>86.720401262222225</c:v>
                      </c:pt>
                      <c:pt idx="108">
                        <c:v>92.443527042222229</c:v>
                      </c:pt>
                      <c:pt idx="109">
                        <c:v>102.92418165111111</c:v>
                      </c:pt>
                      <c:pt idx="110">
                        <c:v>103.10361297333333</c:v>
                      </c:pt>
                      <c:pt idx="111">
                        <c:v>97.807327988888886</c:v>
                      </c:pt>
                      <c:pt idx="112">
                        <c:v>91.186099868888888</c:v>
                      </c:pt>
                      <c:pt idx="113">
                        <c:v>91.89672437555555</c:v>
                      </c:pt>
                      <c:pt idx="114">
                        <c:v>89.800122197777782</c:v>
                      </c:pt>
                      <c:pt idx="115">
                        <c:v>104.81455577111112</c:v>
                      </c:pt>
                      <c:pt idx="116">
                        <c:v>117.73734912</c:v>
                      </c:pt>
                      <c:pt idx="117">
                        <c:v>132.36479795777777</c:v>
                      </c:pt>
                      <c:pt idx="118">
                        <c:v>129.92849423555555</c:v>
                      </c:pt>
                      <c:pt idx="119">
                        <c:v>108.70544878444444</c:v>
                      </c:pt>
                      <c:pt idx="120">
                        <c:v>76.608256044444445</c:v>
                      </c:pt>
                      <c:pt idx="121">
                        <c:v>47.110792444444442</c:v>
                      </c:pt>
                      <c:pt idx="122">
                        <c:v>28.112506051111112</c:v>
                      </c:pt>
                      <c:pt idx="123">
                        <c:v>18.286232735555554</c:v>
                      </c:pt>
                      <c:pt idx="124">
                        <c:v>15.059533362222222</c:v>
                      </c:pt>
                      <c:pt idx="125">
                        <c:v>20.111947011111113</c:v>
                      </c:pt>
                      <c:pt idx="126">
                        <c:v>41.606162104444444</c:v>
                      </c:pt>
                      <c:pt idx="127">
                        <c:v>57.099926519999997</c:v>
                      </c:pt>
                      <c:pt idx="128">
                        <c:v>66.55690453555556</c:v>
                      </c:pt>
                      <c:pt idx="129">
                        <c:v>72.307844575555549</c:v>
                      </c:pt>
                      <c:pt idx="130">
                        <c:v>78.841148557777771</c:v>
                      </c:pt>
                      <c:pt idx="131">
                        <c:v>86.870031735555557</c:v>
                      </c:pt>
                      <c:pt idx="132">
                        <c:v>94.358622826666661</c:v>
                      </c:pt>
                      <c:pt idx="133">
                        <c:v>107.06883038444444</c:v>
                      </c:pt>
                      <c:pt idx="134">
                        <c:v>107.81101622222222</c:v>
                      </c:pt>
                      <c:pt idx="135">
                        <c:v>101.47472489111111</c:v>
                      </c:pt>
                      <c:pt idx="136">
                        <c:v>90.971557748888884</c:v>
                      </c:pt>
                      <c:pt idx="137">
                        <c:v>90.797653433333338</c:v>
                      </c:pt>
                      <c:pt idx="138">
                        <c:v>96.647872151111116</c:v>
                      </c:pt>
                      <c:pt idx="139">
                        <c:v>112.26014040666666</c:v>
                      </c:pt>
                      <c:pt idx="140">
                        <c:v>118.20084880666667</c:v>
                      </c:pt>
                      <c:pt idx="141">
                        <c:v>131.91035009333334</c:v>
                      </c:pt>
                      <c:pt idx="142">
                        <c:v>129.33625066444444</c:v>
                      </c:pt>
                      <c:pt idx="143">
                        <c:v>108.56503480666667</c:v>
                      </c:pt>
                      <c:pt idx="144">
                        <c:v>79.387976219999999</c:v>
                      </c:pt>
                      <c:pt idx="145">
                        <c:v>49.862828077777777</c:v>
                      </c:pt>
                      <c:pt idx="146">
                        <c:v>30.203598686666666</c:v>
                      </c:pt>
                      <c:pt idx="147">
                        <c:v>18.710654935555556</c:v>
                      </c:pt>
                      <c:pt idx="148">
                        <c:v>15.126995591111111</c:v>
                      </c:pt>
                      <c:pt idx="149">
                        <c:v>20.304769682222222</c:v>
                      </c:pt>
                      <c:pt idx="150">
                        <c:v>42.200395964444446</c:v>
                      </c:pt>
                      <c:pt idx="151">
                        <c:v>57.698354926666667</c:v>
                      </c:pt>
                      <c:pt idx="152">
                        <c:v>66.986992262222216</c:v>
                      </c:pt>
                      <c:pt idx="153">
                        <c:v>72.411667426666668</c:v>
                      </c:pt>
                      <c:pt idx="154">
                        <c:v>78.306709817777772</c:v>
                      </c:pt>
                      <c:pt idx="155">
                        <c:v>86.422334337777784</c:v>
                      </c:pt>
                      <c:pt idx="156">
                        <c:v>92.404853215555562</c:v>
                      </c:pt>
                      <c:pt idx="157">
                        <c:v>102.93254613333333</c:v>
                      </c:pt>
                      <c:pt idx="158">
                        <c:v>102.99907531555556</c:v>
                      </c:pt>
                      <c:pt idx="159">
                        <c:v>98.369692666666666</c:v>
                      </c:pt>
                      <c:pt idx="160">
                        <c:v>92.240870673333333</c:v>
                      </c:pt>
                      <c:pt idx="161">
                        <c:v>93.162491731111118</c:v>
                      </c:pt>
                      <c:pt idx="162">
                        <c:v>91.584840828888886</c:v>
                      </c:pt>
                      <c:pt idx="163">
                        <c:v>105.26228779555555</c:v>
                      </c:pt>
                      <c:pt idx="164">
                        <c:v>116.68550727555555</c:v>
                      </c:pt>
                      <c:pt idx="165">
                        <c:v>130.67633344222222</c:v>
                      </c:pt>
                      <c:pt idx="166">
                        <c:v>129.12723309555557</c:v>
                      </c:pt>
                      <c:pt idx="167">
                        <c:v>108.15932198</c:v>
                      </c:pt>
                      <c:pt idx="168">
                        <c:v>76.630491271111111</c:v>
                      </c:pt>
                      <c:pt idx="169">
                        <c:v>47.905263257777776</c:v>
                      </c:pt>
                      <c:pt idx="170">
                        <c:v>28.966921357777778</c:v>
                      </c:pt>
                      <c:pt idx="171">
                        <c:v>19.042410004444445</c:v>
                      </c:pt>
                      <c:pt idx="172">
                        <c:v>15.750909084444444</c:v>
                      </c:pt>
                      <c:pt idx="173">
                        <c:v>21.069805833333334</c:v>
                      </c:pt>
                      <c:pt idx="174">
                        <c:v>43.188215231111108</c:v>
                      </c:pt>
                      <c:pt idx="175">
                        <c:v>60.163187788888891</c:v>
                      </c:pt>
                      <c:pt idx="176">
                        <c:v>72.529847675555558</c:v>
                      </c:pt>
                      <c:pt idx="177">
                        <c:v>79.706349911111104</c:v>
                      </c:pt>
                      <c:pt idx="178">
                        <c:v>82.803223824444444</c:v>
                      </c:pt>
                      <c:pt idx="179">
                        <c:v>88.880646597777783</c:v>
                      </c:pt>
                      <c:pt idx="180">
                        <c:v>95.685348751111107</c:v>
                      </c:pt>
                      <c:pt idx="181">
                        <c:v>106.51872025777777</c:v>
                      </c:pt>
                      <c:pt idx="182">
                        <c:v>105.95413236</c:v>
                      </c:pt>
                      <c:pt idx="183">
                        <c:v>100.02287349555556</c:v>
                      </c:pt>
                      <c:pt idx="184">
                        <c:v>93.305432595555558</c:v>
                      </c:pt>
                      <c:pt idx="185">
                        <c:v>92.996853942222216</c:v>
                      </c:pt>
                      <c:pt idx="186">
                        <c:v>92.616805784444438</c:v>
                      </c:pt>
                      <c:pt idx="187">
                        <c:v>107.36324068888889</c:v>
                      </c:pt>
                      <c:pt idx="188">
                        <c:v>117.94496318</c:v>
                      </c:pt>
                      <c:pt idx="189">
                        <c:v>131.1018450511111</c:v>
                      </c:pt>
                      <c:pt idx="190">
                        <c:v>131.78430447333332</c:v>
                      </c:pt>
                      <c:pt idx="191">
                        <c:v>115.94223672444444</c:v>
                      </c:pt>
                      <c:pt idx="192">
                        <c:v>87.717085346666664</c:v>
                      </c:pt>
                      <c:pt idx="193">
                        <c:v>57.793129497777777</c:v>
                      </c:pt>
                      <c:pt idx="194">
                        <c:v>35.632315044444447</c:v>
                      </c:pt>
                      <c:pt idx="195">
                        <c:v>23.016856275555554</c:v>
                      </c:pt>
                      <c:pt idx="196">
                        <c:v>17.271164331111112</c:v>
                      </c:pt>
                      <c:pt idx="197">
                        <c:v>20.167506582222224</c:v>
                      </c:pt>
                      <c:pt idx="198">
                        <c:v>39.079587391111112</c:v>
                      </c:pt>
                      <c:pt idx="199">
                        <c:v>53.919242824444446</c:v>
                      </c:pt>
                      <c:pt idx="200">
                        <c:v>67.208650713333327</c:v>
                      </c:pt>
                      <c:pt idx="201">
                        <c:v>77.635439079999998</c:v>
                      </c:pt>
                      <c:pt idx="202">
                        <c:v>87.676864780000002</c:v>
                      </c:pt>
                      <c:pt idx="203">
                        <c:v>97.440083635555553</c:v>
                      </c:pt>
                      <c:pt idx="204">
                        <c:v>99.832070535555559</c:v>
                      </c:pt>
                      <c:pt idx="205">
                        <c:v>103.85410711777777</c:v>
                      </c:pt>
                      <c:pt idx="206">
                        <c:v>118.29826224888889</c:v>
                      </c:pt>
                      <c:pt idx="207">
                        <c:v>109.25464553555555</c:v>
                      </c:pt>
                      <c:pt idx="208">
                        <c:v>99.16221907111111</c:v>
                      </c:pt>
                      <c:pt idx="209">
                        <c:v>96.984136675555561</c:v>
                      </c:pt>
                      <c:pt idx="210">
                        <c:v>95.572896035555559</c:v>
                      </c:pt>
                      <c:pt idx="211">
                        <c:v>110.73799105333333</c:v>
                      </c:pt>
                      <c:pt idx="212">
                        <c:v>122.30927378666667</c:v>
                      </c:pt>
                      <c:pt idx="213">
                        <c:v>135.53042319111111</c:v>
                      </c:pt>
                      <c:pt idx="214">
                        <c:v>136.13078585555556</c:v>
                      </c:pt>
                      <c:pt idx="215">
                        <c:v>118.33617260222222</c:v>
                      </c:pt>
                      <c:pt idx="216">
                        <c:v>88.907709915555557</c:v>
                      </c:pt>
                      <c:pt idx="217">
                        <c:v>57.854057806666667</c:v>
                      </c:pt>
                      <c:pt idx="218">
                        <c:v>35.4917023</c:v>
                      </c:pt>
                      <c:pt idx="219">
                        <c:v>22.596113904444444</c:v>
                      </c:pt>
                      <c:pt idx="220">
                        <c:v>16.750549266666667</c:v>
                      </c:pt>
                      <c:pt idx="221">
                        <c:v>20.645114899999999</c:v>
                      </c:pt>
                      <c:pt idx="222">
                        <c:v>41.034346657777775</c:v>
                      </c:pt>
                      <c:pt idx="223">
                        <c:v>57.459867295555554</c:v>
                      </c:pt>
                      <c:pt idx="224">
                        <c:v>68.961924457777783</c:v>
                      </c:pt>
                      <c:pt idx="225">
                        <c:v>75.655859624444446</c:v>
                      </c:pt>
                      <c:pt idx="226">
                        <c:v>82.884430153333327</c:v>
                      </c:pt>
                      <c:pt idx="227">
                        <c:v>90.80399473333334</c:v>
                      </c:pt>
                      <c:pt idx="228">
                        <c:v>95.874077948888882</c:v>
                      </c:pt>
                      <c:pt idx="229">
                        <c:v>108.27889624222222</c:v>
                      </c:pt>
                      <c:pt idx="230">
                        <c:v>111.84573913555556</c:v>
                      </c:pt>
                      <c:pt idx="231">
                        <c:v>104.92016536666667</c:v>
                      </c:pt>
                      <c:pt idx="232">
                        <c:v>95.601615280000004</c:v>
                      </c:pt>
                      <c:pt idx="233">
                        <c:v>95.156777948888887</c:v>
                      </c:pt>
                      <c:pt idx="234">
                        <c:v>95.169369020000005</c:v>
                      </c:pt>
                      <c:pt idx="235">
                        <c:v>108.81804545333334</c:v>
                      </c:pt>
                      <c:pt idx="236">
                        <c:v>122.61625889111112</c:v>
                      </c:pt>
                      <c:pt idx="237">
                        <c:v>136.29403991555554</c:v>
                      </c:pt>
                      <c:pt idx="238">
                        <c:v>131.61734901777777</c:v>
                      </c:pt>
                      <c:pt idx="239">
                        <c:v>110.28771966444444</c:v>
                      </c:pt>
                      <c:pt idx="240">
                        <c:v>77.808051975555557</c:v>
                      </c:pt>
                      <c:pt idx="241">
                        <c:v>49.122620897777779</c:v>
                      </c:pt>
                      <c:pt idx="242">
                        <c:v>29.448193815555555</c:v>
                      </c:pt>
                      <c:pt idx="243">
                        <c:v>19.402494862222223</c:v>
                      </c:pt>
                      <c:pt idx="244">
                        <c:v>15.805593244444445</c:v>
                      </c:pt>
                      <c:pt idx="245">
                        <c:v>19.842800188888887</c:v>
                      </c:pt>
                      <c:pt idx="246">
                        <c:v>41.682481457777776</c:v>
                      </c:pt>
                      <c:pt idx="247">
                        <c:v>56.670316642222225</c:v>
                      </c:pt>
                      <c:pt idx="248">
                        <c:v>67.239949444444449</c:v>
                      </c:pt>
                      <c:pt idx="249">
                        <c:v>71.474963997777778</c:v>
                      </c:pt>
                      <c:pt idx="250">
                        <c:v>77.353739108888888</c:v>
                      </c:pt>
                      <c:pt idx="251">
                        <c:v>85.164888353333339</c:v>
                      </c:pt>
                      <c:pt idx="252">
                        <c:v>92.671197059999997</c:v>
                      </c:pt>
                      <c:pt idx="253">
                        <c:v>102.51696066</c:v>
                      </c:pt>
                      <c:pt idx="254">
                        <c:v>102.54682587777778</c:v>
                      </c:pt>
                      <c:pt idx="255">
                        <c:v>97.886330702222224</c:v>
                      </c:pt>
                      <c:pt idx="256">
                        <c:v>93.019311455555552</c:v>
                      </c:pt>
                      <c:pt idx="257">
                        <c:v>95.972058642222223</c:v>
                      </c:pt>
                      <c:pt idx="258">
                        <c:v>95.60928471555556</c:v>
                      </c:pt>
                      <c:pt idx="259">
                        <c:v>108.15800571777778</c:v>
                      </c:pt>
                      <c:pt idx="260">
                        <c:v>120.07830111777778</c:v>
                      </c:pt>
                      <c:pt idx="261">
                        <c:v>133.07301718222223</c:v>
                      </c:pt>
                      <c:pt idx="262">
                        <c:v>129.35225679999999</c:v>
                      </c:pt>
                      <c:pt idx="263">
                        <c:v>105.59780508</c:v>
                      </c:pt>
                      <c:pt idx="264">
                        <c:v>76.912068104444444</c:v>
                      </c:pt>
                      <c:pt idx="265">
                        <c:v>48.004359379999997</c:v>
                      </c:pt>
                      <c:pt idx="266">
                        <c:v>28.676849395555557</c:v>
                      </c:pt>
                      <c:pt idx="267">
                        <c:v>18.812831537777779</c:v>
                      </c:pt>
                      <c:pt idx="268">
                        <c:v>15.407532688888889</c:v>
                      </c:pt>
                      <c:pt idx="269">
                        <c:v>19.931369846666666</c:v>
                      </c:pt>
                      <c:pt idx="270">
                        <c:v>42.77335141333333</c:v>
                      </c:pt>
                      <c:pt idx="271">
                        <c:v>58.63509338888889</c:v>
                      </c:pt>
                      <c:pt idx="272">
                        <c:v>68.112360291111116</c:v>
                      </c:pt>
                      <c:pt idx="273">
                        <c:v>72.406607260000001</c:v>
                      </c:pt>
                      <c:pt idx="274">
                        <c:v>78.424193773333329</c:v>
                      </c:pt>
                      <c:pt idx="275">
                        <c:v>86.457151655555549</c:v>
                      </c:pt>
                      <c:pt idx="276">
                        <c:v>93.741828760000004</c:v>
                      </c:pt>
                      <c:pt idx="277">
                        <c:v>103.33438640888889</c:v>
                      </c:pt>
                      <c:pt idx="278">
                        <c:v>102.47912186222223</c:v>
                      </c:pt>
                      <c:pt idx="279">
                        <c:v>97.598646911111118</c:v>
                      </c:pt>
                      <c:pt idx="280">
                        <c:v>93.979086782222225</c:v>
                      </c:pt>
                      <c:pt idx="281">
                        <c:v>95.254230555555552</c:v>
                      </c:pt>
                      <c:pt idx="282">
                        <c:v>95.005752997777776</c:v>
                      </c:pt>
                      <c:pt idx="283">
                        <c:v>109.15467295555555</c:v>
                      </c:pt>
                      <c:pt idx="284">
                        <c:v>122.13560016666666</c:v>
                      </c:pt>
                      <c:pt idx="285">
                        <c:v>134.19648567555555</c:v>
                      </c:pt>
                      <c:pt idx="286">
                        <c:v>128.17478148222222</c:v>
                      </c:pt>
                      <c:pt idx="287">
                        <c:v>105.42422960666667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3B6C-47C2-956F-045AF7A440C3}"/>
                  </c:ext>
                </c:extLst>
              </c15:ser>
            </c15:filteredLineSeries>
            <c15:filteredLineSeries>
              <c15:ser>
                <c:idx val="17"/>
                <c:order val="1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12-10-2026'!$S$1</c15:sqref>
                        </c15:formulaRef>
                      </c:ext>
                    </c:extLst>
                    <c:strCache>
                      <c:ptCount val="1"/>
                      <c:pt idx="0">
                        <c:v>OUG-DGW2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12-10-2026'!$S$2:$S$289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74.399737337777779</c:v>
                      </c:pt>
                      <c:pt idx="1">
                        <c:v>46.979724313333335</c:v>
                      </c:pt>
                      <c:pt idx="2">
                        <c:v>27.800122193333333</c:v>
                      </c:pt>
                      <c:pt idx="3">
                        <c:v>17.805317851111113</c:v>
                      </c:pt>
                      <c:pt idx="4">
                        <c:v>14.069210788888888</c:v>
                      </c:pt>
                      <c:pt idx="5">
                        <c:v>18.604003526666666</c:v>
                      </c:pt>
                      <c:pt idx="6">
                        <c:v>37.826357277777781</c:v>
                      </c:pt>
                      <c:pt idx="7">
                        <c:v>52.143283197777777</c:v>
                      </c:pt>
                      <c:pt idx="8">
                        <c:v>62.301662835555554</c:v>
                      </c:pt>
                      <c:pt idx="9">
                        <c:v>67.526599719999993</c:v>
                      </c:pt>
                      <c:pt idx="10">
                        <c:v>74.406661768888895</c:v>
                      </c:pt>
                      <c:pt idx="11">
                        <c:v>82.087841726666667</c:v>
                      </c:pt>
                      <c:pt idx="12">
                        <c:v>88.499012731111108</c:v>
                      </c:pt>
                      <c:pt idx="13">
                        <c:v>98.05955123555556</c:v>
                      </c:pt>
                      <c:pt idx="14">
                        <c:v>98.896761864444443</c:v>
                      </c:pt>
                      <c:pt idx="15">
                        <c:v>94.326301791111106</c:v>
                      </c:pt>
                      <c:pt idx="16">
                        <c:v>86.650138437777784</c:v>
                      </c:pt>
                      <c:pt idx="17">
                        <c:v>87.958417524444442</c:v>
                      </c:pt>
                      <c:pt idx="18">
                        <c:v>85.78521582444445</c:v>
                      </c:pt>
                      <c:pt idx="19">
                        <c:v>98.627686693333331</c:v>
                      </c:pt>
                      <c:pt idx="20">
                        <c:v>108.22652655111111</c:v>
                      </c:pt>
                      <c:pt idx="21">
                        <c:v>121.39701345333333</c:v>
                      </c:pt>
                      <c:pt idx="22">
                        <c:v>121.80864160222222</c:v>
                      </c:pt>
                      <c:pt idx="23">
                        <c:v>107.19674758444444</c:v>
                      </c:pt>
                      <c:pt idx="24">
                        <c:v>81.486664911111106</c:v>
                      </c:pt>
                      <c:pt idx="25">
                        <c:v>54.188666228888891</c:v>
                      </c:pt>
                      <c:pt idx="26">
                        <c:v>33.877765331111114</c:v>
                      </c:pt>
                      <c:pt idx="27">
                        <c:v>21.383484288888887</c:v>
                      </c:pt>
                      <c:pt idx="28">
                        <c:v>15.413055817777778</c:v>
                      </c:pt>
                      <c:pt idx="29">
                        <c:v>18.276195126666668</c:v>
                      </c:pt>
                      <c:pt idx="30">
                        <c:v>34.432089257777776</c:v>
                      </c:pt>
                      <c:pt idx="31">
                        <c:v>47.585147284444446</c:v>
                      </c:pt>
                      <c:pt idx="32">
                        <c:v>60.40795722888889</c:v>
                      </c:pt>
                      <c:pt idx="33">
                        <c:v>71.476197560000003</c:v>
                      </c:pt>
                      <c:pt idx="34">
                        <c:v>81.252987575555551</c:v>
                      </c:pt>
                      <c:pt idx="35">
                        <c:v>90.326529351111105</c:v>
                      </c:pt>
                      <c:pt idx="36">
                        <c:v>91.766888195555552</c:v>
                      </c:pt>
                      <c:pt idx="37">
                        <c:v>94.782342482222219</c:v>
                      </c:pt>
                      <c:pt idx="38">
                        <c:v>109.69775226666667</c:v>
                      </c:pt>
                      <c:pt idx="39">
                        <c:v>102.11223361333333</c:v>
                      </c:pt>
                      <c:pt idx="40">
                        <c:v>90.259009526666674</c:v>
                      </c:pt>
                      <c:pt idx="41">
                        <c:v>89.385788755555552</c:v>
                      </c:pt>
                      <c:pt idx="42">
                        <c:v>87.338964757777774</c:v>
                      </c:pt>
                      <c:pt idx="43">
                        <c:v>101.39794481777778</c:v>
                      </c:pt>
                      <c:pt idx="44">
                        <c:v>112.47558084444445</c:v>
                      </c:pt>
                      <c:pt idx="45">
                        <c:v>126.45932977777778</c:v>
                      </c:pt>
                      <c:pt idx="46">
                        <c:v>124.98022349333333</c:v>
                      </c:pt>
                      <c:pt idx="47">
                        <c:v>109.62140194</c:v>
                      </c:pt>
                      <c:pt idx="48">
                        <c:v>83.344804588888891</c:v>
                      </c:pt>
                      <c:pt idx="49">
                        <c:v>55.324735473333334</c:v>
                      </c:pt>
                      <c:pt idx="50">
                        <c:v>33.489455584444443</c:v>
                      </c:pt>
                      <c:pt idx="51">
                        <c:v>20.816106604444446</c:v>
                      </c:pt>
                      <c:pt idx="52">
                        <c:v>15.390423402222222</c:v>
                      </c:pt>
                      <c:pt idx="53">
                        <c:v>18.6851801</c:v>
                      </c:pt>
                      <c:pt idx="54">
                        <c:v>35.593505182222223</c:v>
                      </c:pt>
                      <c:pt idx="55">
                        <c:v>49.65201351333333</c:v>
                      </c:pt>
                      <c:pt idx="56">
                        <c:v>61.479599093333334</c:v>
                      </c:pt>
                      <c:pt idx="57">
                        <c:v>69.015359959999998</c:v>
                      </c:pt>
                      <c:pt idx="58">
                        <c:v>76.619348740000007</c:v>
                      </c:pt>
                      <c:pt idx="59">
                        <c:v>83.988628188888896</c:v>
                      </c:pt>
                      <c:pt idx="60">
                        <c:v>88.641087713333334</c:v>
                      </c:pt>
                      <c:pt idx="61">
                        <c:v>99.369209308888884</c:v>
                      </c:pt>
                      <c:pt idx="62">
                        <c:v>102.94675871777778</c:v>
                      </c:pt>
                      <c:pt idx="63">
                        <c:v>97.563590715555549</c:v>
                      </c:pt>
                      <c:pt idx="64">
                        <c:v>87.742613031111105</c:v>
                      </c:pt>
                      <c:pt idx="65">
                        <c:v>87.488627944444445</c:v>
                      </c:pt>
                      <c:pt idx="66">
                        <c:v>84.135519871111114</c:v>
                      </c:pt>
                      <c:pt idx="67">
                        <c:v>97.664705671111108</c:v>
                      </c:pt>
                      <c:pt idx="68">
                        <c:v>108.86225707111112</c:v>
                      </c:pt>
                      <c:pt idx="69">
                        <c:v>121.89983510222223</c:v>
                      </c:pt>
                      <c:pt idx="70">
                        <c:v>120.28691002666666</c:v>
                      </c:pt>
                      <c:pt idx="71">
                        <c:v>102.71402544222222</c:v>
                      </c:pt>
                      <c:pt idx="72">
                        <c:v>74.065583286666666</c:v>
                      </c:pt>
                      <c:pt idx="73">
                        <c:v>45.759762468888887</c:v>
                      </c:pt>
                      <c:pt idx="74">
                        <c:v>27.042666366666666</c:v>
                      </c:pt>
                      <c:pt idx="75">
                        <c:v>17.231957659999999</c:v>
                      </c:pt>
                      <c:pt idx="76">
                        <c:v>13.732530966666667</c:v>
                      </c:pt>
                      <c:pt idx="77">
                        <c:v>18.10678472</c:v>
                      </c:pt>
                      <c:pt idx="78">
                        <c:v>36.431680159999999</c:v>
                      </c:pt>
                      <c:pt idx="79">
                        <c:v>50.077793773333333</c:v>
                      </c:pt>
                      <c:pt idx="80">
                        <c:v>59.63316109777778</c:v>
                      </c:pt>
                      <c:pt idx="81">
                        <c:v>65.142086939999999</c:v>
                      </c:pt>
                      <c:pt idx="82">
                        <c:v>71.618608726666665</c:v>
                      </c:pt>
                      <c:pt idx="83">
                        <c:v>79.42376136</c:v>
                      </c:pt>
                      <c:pt idx="84">
                        <c:v>85.16215900666667</c:v>
                      </c:pt>
                      <c:pt idx="85">
                        <c:v>94.636183082222217</c:v>
                      </c:pt>
                      <c:pt idx="86">
                        <c:v>94.695103188888893</c:v>
                      </c:pt>
                      <c:pt idx="87">
                        <c:v>89.59943485777778</c:v>
                      </c:pt>
                      <c:pt idx="88">
                        <c:v>84.004122011111107</c:v>
                      </c:pt>
                      <c:pt idx="89">
                        <c:v>85.14000419333334</c:v>
                      </c:pt>
                      <c:pt idx="90">
                        <c:v>83.342532248888887</c:v>
                      </c:pt>
                      <c:pt idx="91">
                        <c:v>96.90824920888889</c:v>
                      </c:pt>
                      <c:pt idx="92">
                        <c:v>108.55635348222222</c:v>
                      </c:pt>
                      <c:pt idx="93">
                        <c:v>121.59338658666667</c:v>
                      </c:pt>
                      <c:pt idx="94">
                        <c:v>118.90007609555556</c:v>
                      </c:pt>
                      <c:pt idx="95">
                        <c:v>99.091492691111114</c:v>
                      </c:pt>
                      <c:pt idx="96">
                        <c:v>69.525022417777777</c:v>
                      </c:pt>
                      <c:pt idx="97">
                        <c:v>42.878682691111109</c:v>
                      </c:pt>
                      <c:pt idx="98">
                        <c:v>25.410670731111111</c:v>
                      </c:pt>
                      <c:pt idx="99">
                        <c:v>16.491530446666665</c:v>
                      </c:pt>
                      <c:pt idx="100">
                        <c:v>13.522392348888889</c:v>
                      </c:pt>
                      <c:pt idx="101">
                        <c:v>17.86011695111111</c:v>
                      </c:pt>
                      <c:pt idx="102">
                        <c:v>36.907325493333332</c:v>
                      </c:pt>
                      <c:pt idx="103">
                        <c:v>50.760124359999999</c:v>
                      </c:pt>
                      <c:pt idx="104">
                        <c:v>60.193082259999997</c:v>
                      </c:pt>
                      <c:pt idx="105">
                        <c:v>65.713258628888894</c:v>
                      </c:pt>
                      <c:pt idx="106">
                        <c:v>71.714806166666662</c:v>
                      </c:pt>
                      <c:pt idx="107">
                        <c:v>80.173948304444451</c:v>
                      </c:pt>
                      <c:pt idx="108">
                        <c:v>85.73935144666666</c:v>
                      </c:pt>
                      <c:pt idx="109">
                        <c:v>95.157084060000003</c:v>
                      </c:pt>
                      <c:pt idx="110">
                        <c:v>94.738127262222221</c:v>
                      </c:pt>
                      <c:pt idx="111">
                        <c:v>89.394426186666664</c:v>
                      </c:pt>
                      <c:pt idx="112">
                        <c:v>83.81218705111111</c:v>
                      </c:pt>
                      <c:pt idx="113">
                        <c:v>85.419819126666667</c:v>
                      </c:pt>
                      <c:pt idx="114">
                        <c:v>83.711602631111106</c:v>
                      </c:pt>
                      <c:pt idx="115">
                        <c:v>97.79566916666667</c:v>
                      </c:pt>
                      <c:pt idx="116">
                        <c:v>109.55743056444445</c:v>
                      </c:pt>
                      <c:pt idx="117">
                        <c:v>123.82467526666667</c:v>
                      </c:pt>
                      <c:pt idx="118">
                        <c:v>120.05413985111112</c:v>
                      </c:pt>
                      <c:pt idx="119">
                        <c:v>100.59500278666667</c:v>
                      </c:pt>
                      <c:pt idx="120">
                        <c:v>70.744445668888886</c:v>
                      </c:pt>
                      <c:pt idx="121">
                        <c:v>43.279778515555556</c:v>
                      </c:pt>
                      <c:pt idx="122">
                        <c:v>25.569745171111112</c:v>
                      </c:pt>
                      <c:pt idx="123">
                        <c:v>16.398690975555557</c:v>
                      </c:pt>
                      <c:pt idx="124">
                        <c:v>13.340801266666666</c:v>
                      </c:pt>
                      <c:pt idx="125">
                        <c:v>17.873857600000001</c:v>
                      </c:pt>
                      <c:pt idx="126">
                        <c:v>37.25244040222222</c:v>
                      </c:pt>
                      <c:pt idx="127">
                        <c:v>51.438134777777776</c:v>
                      </c:pt>
                      <c:pt idx="128">
                        <c:v>60.999495893333332</c:v>
                      </c:pt>
                      <c:pt idx="129">
                        <c:v>66.431338719999999</c:v>
                      </c:pt>
                      <c:pt idx="130">
                        <c:v>72.964817744444446</c:v>
                      </c:pt>
                      <c:pt idx="131">
                        <c:v>80.243268317777776</c:v>
                      </c:pt>
                      <c:pt idx="132">
                        <c:v>87.678787753333339</c:v>
                      </c:pt>
                      <c:pt idx="133">
                        <c:v>99.231860273333339</c:v>
                      </c:pt>
                      <c:pt idx="134">
                        <c:v>99.64185332444444</c:v>
                      </c:pt>
                      <c:pt idx="135">
                        <c:v>94.096231051111104</c:v>
                      </c:pt>
                      <c:pt idx="136">
                        <c:v>84.645902320000005</c:v>
                      </c:pt>
                      <c:pt idx="137">
                        <c:v>85.524527922222219</c:v>
                      </c:pt>
                      <c:pt idx="138">
                        <c:v>91.100568711111109</c:v>
                      </c:pt>
                      <c:pt idx="139">
                        <c:v>105.10138058</c:v>
                      </c:pt>
                      <c:pt idx="140">
                        <c:v>111.10933682888889</c:v>
                      </c:pt>
                      <c:pt idx="141">
                        <c:v>123.75171130888889</c:v>
                      </c:pt>
                      <c:pt idx="142">
                        <c:v>120.59997752444444</c:v>
                      </c:pt>
                      <c:pt idx="143">
                        <c:v>100.80730470888889</c:v>
                      </c:pt>
                      <c:pt idx="144">
                        <c:v>73.383686882222221</c:v>
                      </c:pt>
                      <c:pt idx="145">
                        <c:v>46.120685284444441</c:v>
                      </c:pt>
                      <c:pt idx="146">
                        <c:v>27.725388435555555</c:v>
                      </c:pt>
                      <c:pt idx="147">
                        <c:v>17.175521913333334</c:v>
                      </c:pt>
                      <c:pt idx="148">
                        <c:v>13.655442902222223</c:v>
                      </c:pt>
                      <c:pt idx="149">
                        <c:v>18.006300673333332</c:v>
                      </c:pt>
                      <c:pt idx="150">
                        <c:v>38.294845904444443</c:v>
                      </c:pt>
                      <c:pt idx="151">
                        <c:v>52.225009282222224</c:v>
                      </c:pt>
                      <c:pt idx="152">
                        <c:v>61.37591784</c:v>
                      </c:pt>
                      <c:pt idx="153">
                        <c:v>66.716812131111112</c:v>
                      </c:pt>
                      <c:pt idx="154">
                        <c:v>72.906718371111111</c:v>
                      </c:pt>
                      <c:pt idx="155">
                        <c:v>81.027641826666667</c:v>
                      </c:pt>
                      <c:pt idx="156">
                        <c:v>86.476988391111107</c:v>
                      </c:pt>
                      <c:pt idx="157">
                        <c:v>95.616440848888885</c:v>
                      </c:pt>
                      <c:pt idx="158">
                        <c:v>95.454535106666668</c:v>
                      </c:pt>
                      <c:pt idx="159">
                        <c:v>91.328230495555559</c:v>
                      </c:pt>
                      <c:pt idx="160">
                        <c:v>86.189767453333332</c:v>
                      </c:pt>
                      <c:pt idx="161">
                        <c:v>87.154726033333333</c:v>
                      </c:pt>
                      <c:pt idx="162">
                        <c:v>85.079397317777776</c:v>
                      </c:pt>
                      <c:pt idx="163">
                        <c:v>98.058105637777771</c:v>
                      </c:pt>
                      <c:pt idx="164">
                        <c:v>108.83328012888889</c:v>
                      </c:pt>
                      <c:pt idx="165">
                        <c:v>121.65460482222223</c:v>
                      </c:pt>
                      <c:pt idx="166">
                        <c:v>119.62472758666667</c:v>
                      </c:pt>
                      <c:pt idx="167">
                        <c:v>100.53076274</c:v>
                      </c:pt>
                      <c:pt idx="168">
                        <c:v>71.159757277777771</c:v>
                      </c:pt>
                      <c:pt idx="169">
                        <c:v>44.107736673333335</c:v>
                      </c:pt>
                      <c:pt idx="170">
                        <c:v>26.62364058888889</c:v>
                      </c:pt>
                      <c:pt idx="171">
                        <c:v>17.333222817777777</c:v>
                      </c:pt>
                      <c:pt idx="172">
                        <c:v>14.118394493333334</c:v>
                      </c:pt>
                      <c:pt idx="173">
                        <c:v>18.339855964444446</c:v>
                      </c:pt>
                      <c:pt idx="174">
                        <c:v>38.842611264444443</c:v>
                      </c:pt>
                      <c:pt idx="175">
                        <c:v>54.788997973333331</c:v>
                      </c:pt>
                      <c:pt idx="176">
                        <c:v>66.404427044444446</c:v>
                      </c:pt>
                      <c:pt idx="177">
                        <c:v>74.047956015555556</c:v>
                      </c:pt>
                      <c:pt idx="178">
                        <c:v>77.682011266666663</c:v>
                      </c:pt>
                      <c:pt idx="179">
                        <c:v>83.367572908888889</c:v>
                      </c:pt>
                      <c:pt idx="180">
                        <c:v>89.434730406666674</c:v>
                      </c:pt>
                      <c:pt idx="181">
                        <c:v>99.039073748888896</c:v>
                      </c:pt>
                      <c:pt idx="182">
                        <c:v>98.398364333333333</c:v>
                      </c:pt>
                      <c:pt idx="183">
                        <c:v>92.864818908888893</c:v>
                      </c:pt>
                      <c:pt idx="184">
                        <c:v>87.526665288888893</c:v>
                      </c:pt>
                      <c:pt idx="185">
                        <c:v>87.63144446222222</c:v>
                      </c:pt>
                      <c:pt idx="186">
                        <c:v>87.338885559999994</c:v>
                      </c:pt>
                      <c:pt idx="187">
                        <c:v>101.59817099777777</c:v>
                      </c:pt>
                      <c:pt idx="188">
                        <c:v>111.15312050444444</c:v>
                      </c:pt>
                      <c:pt idx="189">
                        <c:v>123.04781405111112</c:v>
                      </c:pt>
                      <c:pt idx="190">
                        <c:v>122.55612406666667</c:v>
                      </c:pt>
                      <c:pt idx="191">
                        <c:v>107.24408148444445</c:v>
                      </c:pt>
                      <c:pt idx="192">
                        <c:v>80.836220562222223</c:v>
                      </c:pt>
                      <c:pt idx="193">
                        <c:v>53.214376886666663</c:v>
                      </c:pt>
                      <c:pt idx="194">
                        <c:v>32.426702675555553</c:v>
                      </c:pt>
                      <c:pt idx="195">
                        <c:v>21.045222384444443</c:v>
                      </c:pt>
                      <c:pt idx="196">
                        <c:v>15.801697595555556</c:v>
                      </c:pt>
                      <c:pt idx="197">
                        <c:v>18.129206366666665</c:v>
                      </c:pt>
                      <c:pt idx="198">
                        <c:v>34.980278666666663</c:v>
                      </c:pt>
                      <c:pt idx="199">
                        <c:v>48.49994664222222</c:v>
                      </c:pt>
                      <c:pt idx="200">
                        <c:v>61.302305142222224</c:v>
                      </c:pt>
                      <c:pt idx="201">
                        <c:v>71.602000751111106</c:v>
                      </c:pt>
                      <c:pt idx="202">
                        <c:v>81.480151882222216</c:v>
                      </c:pt>
                      <c:pt idx="203">
                        <c:v>90.448807535555559</c:v>
                      </c:pt>
                      <c:pt idx="204">
                        <c:v>91.853473115555559</c:v>
                      </c:pt>
                      <c:pt idx="205">
                        <c:v>95.141687360000006</c:v>
                      </c:pt>
                      <c:pt idx="206">
                        <c:v>110.03373435555555</c:v>
                      </c:pt>
                      <c:pt idx="207">
                        <c:v>101.67010584444445</c:v>
                      </c:pt>
                      <c:pt idx="208">
                        <c:v>91.374740937777773</c:v>
                      </c:pt>
                      <c:pt idx="209">
                        <c:v>90.953186466666665</c:v>
                      </c:pt>
                      <c:pt idx="210">
                        <c:v>89.268296057777775</c:v>
                      </c:pt>
                      <c:pt idx="211">
                        <c:v>103.53735096666666</c:v>
                      </c:pt>
                      <c:pt idx="212">
                        <c:v>114.79941407777778</c:v>
                      </c:pt>
                      <c:pt idx="213">
                        <c:v>126.67605615777778</c:v>
                      </c:pt>
                      <c:pt idx="214">
                        <c:v>126.35558122888889</c:v>
                      </c:pt>
                      <c:pt idx="215">
                        <c:v>109.45246566</c:v>
                      </c:pt>
                      <c:pt idx="216">
                        <c:v>81.668019991111109</c:v>
                      </c:pt>
                      <c:pt idx="217">
                        <c:v>53.153147275555554</c:v>
                      </c:pt>
                      <c:pt idx="218">
                        <c:v>32.915278677777778</c:v>
                      </c:pt>
                      <c:pt idx="219">
                        <c:v>20.667360797777778</c:v>
                      </c:pt>
                      <c:pt idx="220">
                        <c:v>15.527166948888889</c:v>
                      </c:pt>
                      <c:pt idx="221">
                        <c:v>18.20621672888889</c:v>
                      </c:pt>
                      <c:pt idx="222">
                        <c:v>36.546312928888888</c:v>
                      </c:pt>
                      <c:pt idx="223">
                        <c:v>51.267387173333333</c:v>
                      </c:pt>
                      <c:pt idx="224">
                        <c:v>62.794932028888887</c:v>
                      </c:pt>
                      <c:pt idx="225">
                        <c:v>70.437113944444448</c:v>
                      </c:pt>
                      <c:pt idx="226">
                        <c:v>77.302925713333337</c:v>
                      </c:pt>
                      <c:pt idx="227">
                        <c:v>84.813166384444443</c:v>
                      </c:pt>
                      <c:pt idx="228">
                        <c:v>89.524986611111117</c:v>
                      </c:pt>
                      <c:pt idx="229">
                        <c:v>99.886858471111111</c:v>
                      </c:pt>
                      <c:pt idx="230">
                        <c:v>102.89149029555556</c:v>
                      </c:pt>
                      <c:pt idx="231">
                        <c:v>96.696871928888882</c:v>
                      </c:pt>
                      <c:pt idx="232">
                        <c:v>88.310145246666664</c:v>
                      </c:pt>
                      <c:pt idx="233">
                        <c:v>88.971872711111118</c:v>
                      </c:pt>
                      <c:pt idx="234">
                        <c:v>88.568711699999994</c:v>
                      </c:pt>
                      <c:pt idx="235">
                        <c:v>101.45519392666667</c:v>
                      </c:pt>
                      <c:pt idx="236">
                        <c:v>114.29633584444444</c:v>
                      </c:pt>
                      <c:pt idx="237">
                        <c:v>126.77528696888889</c:v>
                      </c:pt>
                      <c:pt idx="238">
                        <c:v>121.90023561111111</c:v>
                      </c:pt>
                      <c:pt idx="239">
                        <c:v>101.60637734888888</c:v>
                      </c:pt>
                      <c:pt idx="240">
                        <c:v>71.805477928888891</c:v>
                      </c:pt>
                      <c:pt idx="241">
                        <c:v>44.539187220000002</c:v>
                      </c:pt>
                      <c:pt idx="242">
                        <c:v>26.884585084444446</c:v>
                      </c:pt>
                      <c:pt idx="243">
                        <c:v>17.59983301777778</c:v>
                      </c:pt>
                      <c:pt idx="244">
                        <c:v>14.271419304444445</c:v>
                      </c:pt>
                      <c:pt idx="245">
                        <c:v>17.886067873333332</c:v>
                      </c:pt>
                      <c:pt idx="246">
                        <c:v>36.916181242222223</c:v>
                      </c:pt>
                      <c:pt idx="247">
                        <c:v>51.163191633333334</c:v>
                      </c:pt>
                      <c:pt idx="248">
                        <c:v>61.997472153333334</c:v>
                      </c:pt>
                      <c:pt idx="249">
                        <c:v>66.330314315555555</c:v>
                      </c:pt>
                      <c:pt idx="250">
                        <c:v>71.516139071111112</c:v>
                      </c:pt>
                      <c:pt idx="251">
                        <c:v>79.217729455555556</c:v>
                      </c:pt>
                      <c:pt idx="252">
                        <c:v>85.065731268888882</c:v>
                      </c:pt>
                      <c:pt idx="253">
                        <c:v>94.786898593333333</c:v>
                      </c:pt>
                      <c:pt idx="254">
                        <c:v>94.517048982222221</c:v>
                      </c:pt>
                      <c:pt idx="255">
                        <c:v>89.959933140000004</c:v>
                      </c:pt>
                      <c:pt idx="256">
                        <c:v>86.268280082222219</c:v>
                      </c:pt>
                      <c:pt idx="257">
                        <c:v>90.185806277777772</c:v>
                      </c:pt>
                      <c:pt idx="258">
                        <c:v>89.77419854</c:v>
                      </c:pt>
                      <c:pt idx="259">
                        <c:v>101.47316427333334</c:v>
                      </c:pt>
                      <c:pt idx="260">
                        <c:v>112.5040419</c:v>
                      </c:pt>
                      <c:pt idx="261">
                        <c:v>123.33506366666667</c:v>
                      </c:pt>
                      <c:pt idx="262">
                        <c:v>119.65180492888889</c:v>
                      </c:pt>
                      <c:pt idx="263">
                        <c:v>97.68166884888889</c:v>
                      </c:pt>
                      <c:pt idx="264">
                        <c:v>70.419135920000002</c:v>
                      </c:pt>
                      <c:pt idx="265">
                        <c:v>43.318245615555554</c:v>
                      </c:pt>
                      <c:pt idx="266">
                        <c:v>25.888105486666667</c:v>
                      </c:pt>
                      <c:pt idx="267">
                        <c:v>17.061748277777777</c:v>
                      </c:pt>
                      <c:pt idx="268">
                        <c:v>13.608882966666666</c:v>
                      </c:pt>
                      <c:pt idx="269">
                        <c:v>17.841624268888889</c:v>
                      </c:pt>
                      <c:pt idx="270">
                        <c:v>38.51640822666667</c:v>
                      </c:pt>
                      <c:pt idx="271">
                        <c:v>52.947358444444447</c:v>
                      </c:pt>
                      <c:pt idx="272">
                        <c:v>62.542125031111112</c:v>
                      </c:pt>
                      <c:pt idx="273">
                        <c:v>67.260723222222225</c:v>
                      </c:pt>
                      <c:pt idx="274">
                        <c:v>72.959419106666672</c:v>
                      </c:pt>
                      <c:pt idx="275">
                        <c:v>80.988736977777776</c:v>
                      </c:pt>
                      <c:pt idx="276">
                        <c:v>86.552719986666673</c:v>
                      </c:pt>
                      <c:pt idx="277">
                        <c:v>96.10969445111111</c:v>
                      </c:pt>
                      <c:pt idx="278">
                        <c:v>94.769114537777781</c:v>
                      </c:pt>
                      <c:pt idx="279">
                        <c:v>90.267654717777773</c:v>
                      </c:pt>
                      <c:pt idx="280">
                        <c:v>86.949963593333337</c:v>
                      </c:pt>
                      <c:pt idx="281">
                        <c:v>88.927758606666671</c:v>
                      </c:pt>
                      <c:pt idx="282">
                        <c:v>88.353663053333335</c:v>
                      </c:pt>
                      <c:pt idx="283">
                        <c:v>102.57814761333333</c:v>
                      </c:pt>
                      <c:pt idx="284">
                        <c:v>114.17413296444444</c:v>
                      </c:pt>
                      <c:pt idx="285">
                        <c:v>124.73817196444445</c:v>
                      </c:pt>
                      <c:pt idx="286">
                        <c:v>118.66842494444444</c:v>
                      </c:pt>
                      <c:pt idx="287">
                        <c:v>97.494331686666669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5-3B6C-47C2-956F-045AF7A440C3}"/>
                  </c:ext>
                </c:extLst>
              </c15:ser>
            </c15:filteredLineSeries>
            <c15:filteredLineSeries>
              <c15:ser>
                <c:idx val="18"/>
                <c:order val="1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12-10-2026'!$T$1</c15:sqref>
                        </c15:formulaRef>
                      </c:ext>
                    </c:extLst>
                    <c:strCache>
                      <c:ptCount val="1"/>
                      <c:pt idx="0">
                        <c:v>OUG-DGW2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12-10-2026'!$T$2:$T$289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6.4217460711111114</c:v>
                      </c:pt>
                      <c:pt idx="1">
                        <c:v>4.0540969799999997</c:v>
                      </c:pt>
                      <c:pt idx="2">
                        <c:v>2.606160108888889</c:v>
                      </c:pt>
                      <c:pt idx="3">
                        <c:v>1.8585286444444444</c:v>
                      </c:pt>
                      <c:pt idx="4">
                        <c:v>1.6096889733333333</c:v>
                      </c:pt>
                      <c:pt idx="5">
                        <c:v>2.3362894622222221</c:v>
                      </c:pt>
                      <c:pt idx="6">
                        <c:v>4.5318252266666663</c:v>
                      </c:pt>
                      <c:pt idx="7">
                        <c:v>5.8489209955555559</c:v>
                      </c:pt>
                      <c:pt idx="8">
                        <c:v>6.0224772022222224</c:v>
                      </c:pt>
                      <c:pt idx="9">
                        <c:v>5.7167386822222221</c:v>
                      </c:pt>
                      <c:pt idx="10">
                        <c:v>5.7402639000000004</c:v>
                      </c:pt>
                      <c:pt idx="11">
                        <c:v>6.1555530288888889</c:v>
                      </c:pt>
                      <c:pt idx="12">
                        <c:v>6.9428073622222222</c:v>
                      </c:pt>
                      <c:pt idx="13">
                        <c:v>7.9659647511111107</c:v>
                      </c:pt>
                      <c:pt idx="14">
                        <c:v>8.3981755333333332</c:v>
                      </c:pt>
                      <c:pt idx="15">
                        <c:v>8.1867047377777773</c:v>
                      </c:pt>
                      <c:pt idx="16">
                        <c:v>7.0978523288888891</c:v>
                      </c:pt>
                      <c:pt idx="17">
                        <c:v>6.3348940977777781</c:v>
                      </c:pt>
                      <c:pt idx="18">
                        <c:v>6.3697947466666669</c:v>
                      </c:pt>
                      <c:pt idx="19">
                        <c:v>7.1220391111111114</c:v>
                      </c:pt>
                      <c:pt idx="20">
                        <c:v>7.749892766666667</c:v>
                      </c:pt>
                      <c:pt idx="21">
                        <c:v>8.9066505888888887</c:v>
                      </c:pt>
                      <c:pt idx="22">
                        <c:v>9.5723373088888888</c:v>
                      </c:pt>
                      <c:pt idx="23">
                        <c:v>8.8988826022222227</c:v>
                      </c:pt>
                      <c:pt idx="24">
                        <c:v>6.9699455244444444</c:v>
                      </c:pt>
                      <c:pt idx="25">
                        <c:v>4.7867379866666671</c:v>
                      </c:pt>
                      <c:pt idx="26">
                        <c:v>3.0485451066666664</c:v>
                      </c:pt>
                      <c:pt idx="27">
                        <c:v>2.0955502199999998</c:v>
                      </c:pt>
                      <c:pt idx="28">
                        <c:v>1.6995432622222222</c:v>
                      </c:pt>
                      <c:pt idx="29">
                        <c:v>2.2090950355555554</c:v>
                      </c:pt>
                      <c:pt idx="30">
                        <c:v>4.1408264311111109</c:v>
                      </c:pt>
                      <c:pt idx="31">
                        <c:v>5.5672479244444446</c:v>
                      </c:pt>
                      <c:pt idx="32">
                        <c:v>6.2970511866666667</c:v>
                      </c:pt>
                      <c:pt idx="33">
                        <c:v>6.5228353422222218</c:v>
                      </c:pt>
                      <c:pt idx="34">
                        <c:v>6.5615170933333333</c:v>
                      </c:pt>
                      <c:pt idx="35">
                        <c:v>7.2056031111111114</c:v>
                      </c:pt>
                      <c:pt idx="36">
                        <c:v>7.9567133977777775</c:v>
                      </c:pt>
                      <c:pt idx="37">
                        <c:v>8.5417565466666669</c:v>
                      </c:pt>
                      <c:pt idx="38">
                        <c:v>9.3490991999999995</c:v>
                      </c:pt>
                      <c:pt idx="39">
                        <c:v>8.9456585377777778</c:v>
                      </c:pt>
                      <c:pt idx="40">
                        <c:v>7.5671239666666663</c:v>
                      </c:pt>
                      <c:pt idx="41">
                        <c:v>6.7314625577777774</c:v>
                      </c:pt>
                      <c:pt idx="42">
                        <c:v>6.6680808022222227</c:v>
                      </c:pt>
                      <c:pt idx="43">
                        <c:v>7.430429728888889</c:v>
                      </c:pt>
                      <c:pt idx="44">
                        <c:v>8.1145538088888891</c:v>
                      </c:pt>
                      <c:pt idx="45">
                        <c:v>9.1602434511111106</c:v>
                      </c:pt>
                      <c:pt idx="46">
                        <c:v>9.7753836911111112</c:v>
                      </c:pt>
                      <c:pt idx="47">
                        <c:v>9.116846653333333</c:v>
                      </c:pt>
                      <c:pt idx="48">
                        <c:v>7.0685953622222222</c:v>
                      </c:pt>
                      <c:pt idx="49">
                        <c:v>4.7848925555555555</c:v>
                      </c:pt>
                      <c:pt idx="50">
                        <c:v>3.0465486488888889</c:v>
                      </c:pt>
                      <c:pt idx="51">
                        <c:v>2.1426313666666665</c:v>
                      </c:pt>
                      <c:pt idx="52">
                        <c:v>1.79835744</c:v>
                      </c:pt>
                      <c:pt idx="53">
                        <c:v>2.3959932022222223</c:v>
                      </c:pt>
                      <c:pt idx="54">
                        <c:v>4.4189133511111107</c:v>
                      </c:pt>
                      <c:pt idx="55">
                        <c:v>5.7590986866666665</c:v>
                      </c:pt>
                      <c:pt idx="56">
                        <c:v>6.3843514377777781</c:v>
                      </c:pt>
                      <c:pt idx="57">
                        <c:v>6.1541308444444445</c:v>
                      </c:pt>
                      <c:pt idx="58">
                        <c:v>6.1223560911111115</c:v>
                      </c:pt>
                      <c:pt idx="59">
                        <c:v>6.5698808688888892</c:v>
                      </c:pt>
                      <c:pt idx="60">
                        <c:v>7.2198029955555558</c:v>
                      </c:pt>
                      <c:pt idx="61">
                        <c:v>8.337159695555556</c:v>
                      </c:pt>
                      <c:pt idx="62">
                        <c:v>8.9328752288888893</c:v>
                      </c:pt>
                      <c:pt idx="63">
                        <c:v>8.5968022511111108</c:v>
                      </c:pt>
                      <c:pt idx="64">
                        <c:v>7.2910801733333335</c:v>
                      </c:pt>
                      <c:pt idx="65">
                        <c:v>6.4657695488888889</c:v>
                      </c:pt>
                      <c:pt idx="66">
                        <c:v>6.2850072422222221</c:v>
                      </c:pt>
                      <c:pt idx="67">
                        <c:v>7.0113062355555558</c:v>
                      </c:pt>
                      <c:pt idx="68">
                        <c:v>7.8071425288888889</c:v>
                      </c:pt>
                      <c:pt idx="69">
                        <c:v>8.9322261755555559</c:v>
                      </c:pt>
                      <c:pt idx="70">
                        <c:v>9.4613273088888885</c:v>
                      </c:pt>
                      <c:pt idx="71">
                        <c:v>8.6427975000000004</c:v>
                      </c:pt>
                      <c:pt idx="72">
                        <c:v>6.4666481200000003</c:v>
                      </c:pt>
                      <c:pt idx="73">
                        <c:v>4.1538399777777775</c:v>
                      </c:pt>
                      <c:pt idx="74">
                        <c:v>2.6303306133333333</c:v>
                      </c:pt>
                      <c:pt idx="75">
                        <c:v>1.7942290555555556</c:v>
                      </c:pt>
                      <c:pt idx="76">
                        <c:v>1.5808927555555556</c:v>
                      </c:pt>
                      <c:pt idx="77">
                        <c:v>2.2611092955555554</c:v>
                      </c:pt>
                      <c:pt idx="78">
                        <c:v>4.416881786666667</c:v>
                      </c:pt>
                      <c:pt idx="79">
                        <c:v>5.5959988355555552</c:v>
                      </c:pt>
                      <c:pt idx="80">
                        <c:v>5.8301764333333335</c:v>
                      </c:pt>
                      <c:pt idx="81">
                        <c:v>5.5743055222222226</c:v>
                      </c:pt>
                      <c:pt idx="82">
                        <c:v>5.5289023266666666</c:v>
                      </c:pt>
                      <c:pt idx="83">
                        <c:v>5.8949009244444444</c:v>
                      </c:pt>
                      <c:pt idx="84">
                        <c:v>6.7642977399999999</c:v>
                      </c:pt>
                      <c:pt idx="85">
                        <c:v>7.6249833466666663</c:v>
                      </c:pt>
                      <c:pt idx="86">
                        <c:v>7.9538503533333333</c:v>
                      </c:pt>
                      <c:pt idx="87">
                        <c:v>7.7420245222222226</c:v>
                      </c:pt>
                      <c:pt idx="88">
                        <c:v>6.8484026955555555</c:v>
                      </c:pt>
                      <c:pt idx="89">
                        <c:v>6.16874418</c:v>
                      </c:pt>
                      <c:pt idx="90">
                        <c:v>6.1640764600000004</c:v>
                      </c:pt>
                      <c:pt idx="91">
                        <c:v>6.9157429666666665</c:v>
                      </c:pt>
                      <c:pt idx="92">
                        <c:v>7.7237468311111108</c:v>
                      </c:pt>
                      <c:pt idx="93">
                        <c:v>8.9676851822222226</c:v>
                      </c:pt>
                      <c:pt idx="94">
                        <c:v>9.4483054711111105</c:v>
                      </c:pt>
                      <c:pt idx="95">
                        <c:v>8.3713248066666672</c:v>
                      </c:pt>
                      <c:pt idx="96">
                        <c:v>6.0054571155555552</c:v>
                      </c:pt>
                      <c:pt idx="97">
                        <c:v>3.8187942466666667</c:v>
                      </c:pt>
                      <c:pt idx="98">
                        <c:v>2.3864823400000001</c:v>
                      </c:pt>
                      <c:pt idx="99">
                        <c:v>1.675594</c:v>
                      </c:pt>
                      <c:pt idx="100">
                        <c:v>1.4852061599999999</c:v>
                      </c:pt>
                      <c:pt idx="101">
                        <c:v>2.2205708333333334</c:v>
                      </c:pt>
                      <c:pt idx="102">
                        <c:v>4.3972435577777782</c:v>
                      </c:pt>
                      <c:pt idx="103">
                        <c:v>5.5846237511111108</c:v>
                      </c:pt>
                      <c:pt idx="104">
                        <c:v>5.7923887222222223</c:v>
                      </c:pt>
                      <c:pt idx="105">
                        <c:v>5.4867381466666663</c:v>
                      </c:pt>
                      <c:pt idx="106">
                        <c:v>5.461361615555556</c:v>
                      </c:pt>
                      <c:pt idx="107">
                        <c:v>5.9755307288888888</c:v>
                      </c:pt>
                      <c:pt idx="108">
                        <c:v>6.8127272066666666</c:v>
                      </c:pt>
                      <c:pt idx="109">
                        <c:v>7.7214392199999997</c:v>
                      </c:pt>
                      <c:pt idx="110">
                        <c:v>8.0581849266666659</c:v>
                      </c:pt>
                      <c:pt idx="111">
                        <c:v>7.6338229777777782</c:v>
                      </c:pt>
                      <c:pt idx="112">
                        <c:v>6.7656631955555557</c:v>
                      </c:pt>
                      <c:pt idx="113">
                        <c:v>6.1272217933333337</c:v>
                      </c:pt>
                      <c:pt idx="114">
                        <c:v>6.1918334311111112</c:v>
                      </c:pt>
                      <c:pt idx="115">
                        <c:v>6.9089424244444446</c:v>
                      </c:pt>
                      <c:pt idx="116">
                        <c:v>7.7945813688888892</c:v>
                      </c:pt>
                      <c:pt idx="117">
                        <c:v>8.922587502222223</c:v>
                      </c:pt>
                      <c:pt idx="118">
                        <c:v>9.502117682222222</c:v>
                      </c:pt>
                      <c:pt idx="119">
                        <c:v>8.4215476466666672</c:v>
                      </c:pt>
                      <c:pt idx="120">
                        <c:v>6.0063507266666667</c:v>
                      </c:pt>
                      <c:pt idx="121">
                        <c:v>3.8375652800000002</c:v>
                      </c:pt>
                      <c:pt idx="122">
                        <c:v>2.3720625111111113</c:v>
                      </c:pt>
                      <c:pt idx="123">
                        <c:v>1.664022828888889</c:v>
                      </c:pt>
                      <c:pt idx="124">
                        <c:v>1.4814142422222223</c:v>
                      </c:pt>
                      <c:pt idx="125">
                        <c:v>2.1508541088888888</c:v>
                      </c:pt>
                      <c:pt idx="126">
                        <c:v>4.3866433066666666</c:v>
                      </c:pt>
                      <c:pt idx="127">
                        <c:v>5.6476040177777778</c:v>
                      </c:pt>
                      <c:pt idx="128">
                        <c:v>5.8138270377777781</c:v>
                      </c:pt>
                      <c:pt idx="129">
                        <c:v>5.5351726577777773</c:v>
                      </c:pt>
                      <c:pt idx="130">
                        <c:v>5.554638131111111</c:v>
                      </c:pt>
                      <c:pt idx="131">
                        <c:v>5.9989463088888888</c:v>
                      </c:pt>
                      <c:pt idx="132">
                        <c:v>6.9025845044444445</c:v>
                      </c:pt>
                      <c:pt idx="133">
                        <c:v>8.0664296266666664</c:v>
                      </c:pt>
                      <c:pt idx="134">
                        <c:v>8.4554096777777783</c:v>
                      </c:pt>
                      <c:pt idx="135">
                        <c:v>8.0911919688888894</c:v>
                      </c:pt>
                      <c:pt idx="136">
                        <c:v>6.9071039577777782</c:v>
                      </c:pt>
                      <c:pt idx="137">
                        <c:v>6.1959689555555553</c:v>
                      </c:pt>
                      <c:pt idx="138">
                        <c:v>6.4527470888888887</c:v>
                      </c:pt>
                      <c:pt idx="139">
                        <c:v>7.2956902377777775</c:v>
                      </c:pt>
                      <c:pt idx="140">
                        <c:v>7.7791280599999997</c:v>
                      </c:pt>
                      <c:pt idx="141">
                        <c:v>8.9377879666666669</c:v>
                      </c:pt>
                      <c:pt idx="142">
                        <c:v>9.4536398488888889</c:v>
                      </c:pt>
                      <c:pt idx="143">
                        <c:v>8.3914851288888883</c:v>
                      </c:pt>
                      <c:pt idx="144">
                        <c:v>6.1325659733333335</c:v>
                      </c:pt>
                      <c:pt idx="145">
                        <c:v>3.882458511111111</c:v>
                      </c:pt>
                      <c:pt idx="146">
                        <c:v>2.5399253466666667</c:v>
                      </c:pt>
                      <c:pt idx="147">
                        <c:v>1.756126968888889</c:v>
                      </c:pt>
                      <c:pt idx="148">
                        <c:v>1.5097423311111111</c:v>
                      </c:pt>
                      <c:pt idx="149">
                        <c:v>2.2090306399999999</c:v>
                      </c:pt>
                      <c:pt idx="150">
                        <c:v>4.4530796777777777</c:v>
                      </c:pt>
                      <c:pt idx="151">
                        <c:v>5.6560403977777778</c:v>
                      </c:pt>
                      <c:pt idx="152">
                        <c:v>5.8342247666666669</c:v>
                      </c:pt>
                      <c:pt idx="153">
                        <c:v>5.6325037066666663</c:v>
                      </c:pt>
                      <c:pt idx="154">
                        <c:v>5.5460206066666666</c:v>
                      </c:pt>
                      <c:pt idx="155">
                        <c:v>6.0052584755555554</c:v>
                      </c:pt>
                      <c:pt idx="156">
                        <c:v>6.8229169533333334</c:v>
                      </c:pt>
                      <c:pt idx="157">
                        <c:v>7.743143782222222</c:v>
                      </c:pt>
                      <c:pt idx="158">
                        <c:v>8.0946922177777783</c:v>
                      </c:pt>
                      <c:pt idx="159">
                        <c:v>7.7599514444444448</c:v>
                      </c:pt>
                      <c:pt idx="160">
                        <c:v>6.9570594222222226</c:v>
                      </c:pt>
                      <c:pt idx="161">
                        <c:v>6.260577675555556</c:v>
                      </c:pt>
                      <c:pt idx="162">
                        <c:v>6.2603607377777779</c:v>
                      </c:pt>
                      <c:pt idx="163">
                        <c:v>6.8894365200000003</c:v>
                      </c:pt>
                      <c:pt idx="164">
                        <c:v>7.76856934</c:v>
                      </c:pt>
                      <c:pt idx="165">
                        <c:v>8.909616477777778</c:v>
                      </c:pt>
                      <c:pt idx="166">
                        <c:v>9.459167104444445</c:v>
                      </c:pt>
                      <c:pt idx="167">
                        <c:v>8.2888782488888886</c:v>
                      </c:pt>
                      <c:pt idx="168">
                        <c:v>5.9969300933333329</c:v>
                      </c:pt>
                      <c:pt idx="169">
                        <c:v>3.8550504999999999</c:v>
                      </c:pt>
                      <c:pt idx="170">
                        <c:v>2.5287605933333333</c:v>
                      </c:pt>
                      <c:pt idx="171">
                        <c:v>1.7318796911111112</c:v>
                      </c:pt>
                      <c:pt idx="172">
                        <c:v>1.55205354</c:v>
                      </c:pt>
                      <c:pt idx="173">
                        <c:v>2.2640025000000001</c:v>
                      </c:pt>
                      <c:pt idx="174">
                        <c:v>4.6491538088888893</c:v>
                      </c:pt>
                      <c:pt idx="175">
                        <c:v>5.9558194177777777</c:v>
                      </c:pt>
                      <c:pt idx="176">
                        <c:v>6.2369327200000004</c:v>
                      </c:pt>
                      <c:pt idx="177">
                        <c:v>5.9604220844444447</c:v>
                      </c:pt>
                      <c:pt idx="178">
                        <c:v>5.718234291111111</c:v>
                      </c:pt>
                      <c:pt idx="179">
                        <c:v>6.0818252555555556</c:v>
                      </c:pt>
                      <c:pt idx="180">
                        <c:v>7.019686377777778</c:v>
                      </c:pt>
                      <c:pt idx="181">
                        <c:v>8.0535277844444444</c:v>
                      </c:pt>
                      <c:pt idx="182">
                        <c:v>8.3586126066666662</c:v>
                      </c:pt>
                      <c:pt idx="183">
                        <c:v>7.9914974155555552</c:v>
                      </c:pt>
                      <c:pt idx="184">
                        <c:v>6.951687317777778</c:v>
                      </c:pt>
                      <c:pt idx="185">
                        <c:v>6.2955761488888893</c:v>
                      </c:pt>
                      <c:pt idx="186">
                        <c:v>6.4091892444444447</c:v>
                      </c:pt>
                      <c:pt idx="187">
                        <c:v>7.2013129111111107</c:v>
                      </c:pt>
                      <c:pt idx="188">
                        <c:v>7.9642447422222222</c:v>
                      </c:pt>
                      <c:pt idx="189">
                        <c:v>9.039235504444445</c:v>
                      </c:pt>
                      <c:pt idx="190">
                        <c:v>9.6337623222222231</c:v>
                      </c:pt>
                      <c:pt idx="191">
                        <c:v>8.8192242066666662</c:v>
                      </c:pt>
                      <c:pt idx="192">
                        <c:v>6.7787863777777781</c:v>
                      </c:pt>
                      <c:pt idx="193">
                        <c:v>4.5053144555555553</c:v>
                      </c:pt>
                      <c:pt idx="194">
                        <c:v>2.8645914666666665</c:v>
                      </c:pt>
                      <c:pt idx="195">
                        <c:v>2.0176522355555555</c:v>
                      </c:pt>
                      <c:pt idx="196">
                        <c:v>1.6150253888888888</c:v>
                      </c:pt>
                      <c:pt idx="197">
                        <c:v>2.1578671200000001</c:v>
                      </c:pt>
                      <c:pt idx="198">
                        <c:v>4.1252926555555556</c:v>
                      </c:pt>
                      <c:pt idx="199">
                        <c:v>5.4828709199999999</c:v>
                      </c:pt>
                      <c:pt idx="200">
                        <c:v>6.3483215444444445</c:v>
                      </c:pt>
                      <c:pt idx="201">
                        <c:v>6.4596165177777776</c:v>
                      </c:pt>
                      <c:pt idx="202">
                        <c:v>6.5881095399999996</c:v>
                      </c:pt>
                      <c:pt idx="203">
                        <c:v>7.1876037711111112</c:v>
                      </c:pt>
                      <c:pt idx="204">
                        <c:v>7.8808676644444446</c:v>
                      </c:pt>
                      <c:pt idx="205">
                        <c:v>8.4952128466666661</c:v>
                      </c:pt>
                      <c:pt idx="206">
                        <c:v>9.3059444800000009</c:v>
                      </c:pt>
                      <c:pt idx="207">
                        <c:v>8.7782626422222219</c:v>
                      </c:pt>
                      <c:pt idx="208">
                        <c:v>7.5110318844444448</c:v>
                      </c:pt>
                      <c:pt idx="209">
                        <c:v>6.6959484755555554</c:v>
                      </c:pt>
                      <c:pt idx="210">
                        <c:v>6.7137264844444449</c:v>
                      </c:pt>
                      <c:pt idx="211">
                        <c:v>7.470805137777778</c:v>
                      </c:pt>
                      <c:pt idx="212">
                        <c:v>8.267376173333334</c:v>
                      </c:pt>
                      <c:pt idx="213">
                        <c:v>9.2899642111111103</c:v>
                      </c:pt>
                      <c:pt idx="214">
                        <c:v>9.8018449000000007</c:v>
                      </c:pt>
                      <c:pt idx="215">
                        <c:v>8.913583128888888</c:v>
                      </c:pt>
                      <c:pt idx="216">
                        <c:v>6.8489589066666667</c:v>
                      </c:pt>
                      <c:pt idx="217">
                        <c:v>4.4964812288888885</c:v>
                      </c:pt>
                      <c:pt idx="218">
                        <c:v>2.8892299622222222</c:v>
                      </c:pt>
                      <c:pt idx="219">
                        <c:v>2.0004851933333332</c:v>
                      </c:pt>
                      <c:pt idx="220">
                        <c:v>1.6511574133333333</c:v>
                      </c:pt>
                      <c:pt idx="221">
                        <c:v>2.1981246533333332</c:v>
                      </c:pt>
                      <c:pt idx="222">
                        <c:v>4.3206997088888892</c:v>
                      </c:pt>
                      <c:pt idx="223">
                        <c:v>5.7501144311111112</c:v>
                      </c:pt>
                      <c:pt idx="224">
                        <c:v>6.2630174533333332</c:v>
                      </c:pt>
                      <c:pt idx="225">
                        <c:v>6.2307750177777779</c:v>
                      </c:pt>
                      <c:pt idx="226">
                        <c:v>6.1258418644444443</c:v>
                      </c:pt>
                      <c:pt idx="227">
                        <c:v>6.3910041688888892</c:v>
                      </c:pt>
                      <c:pt idx="228">
                        <c:v>7.1675354066666666</c:v>
                      </c:pt>
                      <c:pt idx="229">
                        <c:v>8.1886770688888895</c:v>
                      </c:pt>
                      <c:pt idx="230">
                        <c:v>8.6498879955555559</c:v>
                      </c:pt>
                      <c:pt idx="231">
                        <c:v>8.406160357777777</c:v>
                      </c:pt>
                      <c:pt idx="232">
                        <c:v>7.1223174800000004</c:v>
                      </c:pt>
                      <c:pt idx="233">
                        <c:v>6.4236794266666664</c:v>
                      </c:pt>
                      <c:pt idx="234">
                        <c:v>6.4935446288888885</c:v>
                      </c:pt>
                      <c:pt idx="235">
                        <c:v>7.2571734799999996</c:v>
                      </c:pt>
                      <c:pt idx="236">
                        <c:v>8.1036060955555556</c:v>
                      </c:pt>
                      <c:pt idx="237">
                        <c:v>9.1640907977777779</c:v>
                      </c:pt>
                      <c:pt idx="238">
                        <c:v>9.6859267444444441</c:v>
                      </c:pt>
                      <c:pt idx="239">
                        <c:v>8.4007929000000008</c:v>
                      </c:pt>
                      <c:pt idx="240">
                        <c:v>5.9820442244444445</c:v>
                      </c:pt>
                      <c:pt idx="241">
                        <c:v>3.7852308488888888</c:v>
                      </c:pt>
                      <c:pt idx="242">
                        <c:v>2.4497499688888889</c:v>
                      </c:pt>
                      <c:pt idx="243">
                        <c:v>1.7275890866666668</c:v>
                      </c:pt>
                      <c:pt idx="244">
                        <c:v>1.5351026577777778</c:v>
                      </c:pt>
                      <c:pt idx="245">
                        <c:v>2.1795135155555556</c:v>
                      </c:pt>
                      <c:pt idx="246">
                        <c:v>4.4190562933333331</c:v>
                      </c:pt>
                      <c:pt idx="247">
                        <c:v>5.6190543555555559</c:v>
                      </c:pt>
                      <c:pt idx="248">
                        <c:v>5.9146234711111108</c:v>
                      </c:pt>
                      <c:pt idx="249">
                        <c:v>5.6061372377777774</c:v>
                      </c:pt>
                      <c:pt idx="250">
                        <c:v>5.4573730933333335</c:v>
                      </c:pt>
                      <c:pt idx="251">
                        <c:v>5.8275633444444441</c:v>
                      </c:pt>
                      <c:pt idx="252">
                        <c:v>6.687962793333333</c:v>
                      </c:pt>
                      <c:pt idx="253">
                        <c:v>7.5730962555555559</c:v>
                      </c:pt>
                      <c:pt idx="254">
                        <c:v>7.8283236133333336</c:v>
                      </c:pt>
                      <c:pt idx="255">
                        <c:v>7.5891122644444442</c:v>
                      </c:pt>
                      <c:pt idx="256">
                        <c:v>6.7411012222222224</c:v>
                      </c:pt>
                      <c:pt idx="257">
                        <c:v>6.2642916800000004</c:v>
                      </c:pt>
                      <c:pt idx="258">
                        <c:v>6.4922068355555558</c:v>
                      </c:pt>
                      <c:pt idx="259">
                        <c:v>7.1851339111111114</c:v>
                      </c:pt>
                      <c:pt idx="260">
                        <c:v>7.998025304444444</c:v>
                      </c:pt>
                      <c:pt idx="261">
                        <c:v>9.1358342933333336</c:v>
                      </c:pt>
                      <c:pt idx="262">
                        <c:v>9.4815127355555564</c:v>
                      </c:pt>
                      <c:pt idx="263">
                        <c:v>8.0354089911111117</c:v>
                      </c:pt>
                      <c:pt idx="264">
                        <c:v>5.9456612488888885</c:v>
                      </c:pt>
                      <c:pt idx="265">
                        <c:v>3.805149522222222</c:v>
                      </c:pt>
                      <c:pt idx="266">
                        <c:v>2.3997871066666665</c:v>
                      </c:pt>
                      <c:pt idx="267">
                        <c:v>1.7306311266666667</c:v>
                      </c:pt>
                      <c:pt idx="268">
                        <c:v>1.5735897488888888</c:v>
                      </c:pt>
                      <c:pt idx="269">
                        <c:v>2.2787258977777776</c:v>
                      </c:pt>
                      <c:pt idx="270">
                        <c:v>4.5151205399999998</c:v>
                      </c:pt>
                      <c:pt idx="271">
                        <c:v>5.8277197711111111</c:v>
                      </c:pt>
                      <c:pt idx="272">
                        <c:v>5.9368531355555554</c:v>
                      </c:pt>
                      <c:pt idx="273">
                        <c:v>5.5565952622222223</c:v>
                      </c:pt>
                      <c:pt idx="274">
                        <c:v>5.4532142288888892</c:v>
                      </c:pt>
                      <c:pt idx="275">
                        <c:v>5.9736543133333333</c:v>
                      </c:pt>
                      <c:pt idx="276">
                        <c:v>6.8656320911111113</c:v>
                      </c:pt>
                      <c:pt idx="277">
                        <c:v>7.7733909133333334</c:v>
                      </c:pt>
                      <c:pt idx="278">
                        <c:v>8.035600695555555</c:v>
                      </c:pt>
                      <c:pt idx="279">
                        <c:v>7.7033875711111115</c:v>
                      </c:pt>
                      <c:pt idx="280">
                        <c:v>6.863328082222222</c:v>
                      </c:pt>
                      <c:pt idx="281">
                        <c:v>6.3891513355555558</c:v>
                      </c:pt>
                      <c:pt idx="282">
                        <c:v>6.541690657777778</c:v>
                      </c:pt>
                      <c:pt idx="283">
                        <c:v>7.2553572466666667</c:v>
                      </c:pt>
                      <c:pt idx="284">
                        <c:v>8.1429285533333342</c:v>
                      </c:pt>
                      <c:pt idx="285">
                        <c:v>9.3337185711111115</c:v>
                      </c:pt>
                      <c:pt idx="286">
                        <c:v>9.642613482222222</c:v>
                      </c:pt>
                      <c:pt idx="287">
                        <c:v>8.2178801822222223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6-3B6C-47C2-956F-045AF7A440C3}"/>
                  </c:ext>
                </c:extLst>
              </c15:ser>
            </c15:filteredLineSeries>
            <c15:filteredLineSeries>
              <c15:ser>
                <c:idx val="19"/>
                <c:order val="1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12-10-2026'!$U$1</c15:sqref>
                        </c15:formulaRef>
                      </c:ext>
                    </c:extLst>
                    <c:strCache>
                      <c:ptCount val="1"/>
                      <c:pt idx="0">
                        <c:v>OUG-DGW2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12-10-2026'!$U$2:$U$289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80.821483408888895</c:v>
                      </c:pt>
                      <c:pt idx="1">
                        <c:v>51.033821293333332</c:v>
                      </c:pt>
                      <c:pt idx="2">
                        <c:v>30.406282302222223</c:v>
                      </c:pt>
                      <c:pt idx="3">
                        <c:v>19.663846495555557</c:v>
                      </c:pt>
                      <c:pt idx="4">
                        <c:v>15.678899762222223</c:v>
                      </c:pt>
                      <c:pt idx="5">
                        <c:v>20.940292988888888</c:v>
                      </c:pt>
                      <c:pt idx="6">
                        <c:v>42.358182504444443</c:v>
                      </c:pt>
                      <c:pt idx="7">
                        <c:v>57.992204193333336</c:v>
                      </c:pt>
                      <c:pt idx="8">
                        <c:v>68.324140037777781</c:v>
                      </c:pt>
                      <c:pt idx="9">
                        <c:v>73.243338402222221</c:v>
                      </c:pt>
                      <c:pt idx="10">
                        <c:v>80.146925668888883</c:v>
                      </c:pt>
                      <c:pt idx="11">
                        <c:v>88.243394755555556</c:v>
                      </c:pt>
                      <c:pt idx="12">
                        <c:v>95.441820093333334</c:v>
                      </c:pt>
                      <c:pt idx="13">
                        <c:v>106.02551598666666</c:v>
                      </c:pt>
                      <c:pt idx="14">
                        <c:v>107.29493739777777</c:v>
                      </c:pt>
                      <c:pt idx="15">
                        <c:v>102.51300652888889</c:v>
                      </c:pt>
                      <c:pt idx="16">
                        <c:v>93.747990766666661</c:v>
                      </c:pt>
                      <c:pt idx="17">
                        <c:v>94.29331162222222</c:v>
                      </c:pt>
                      <c:pt idx="18">
                        <c:v>92.155010571111106</c:v>
                      </c:pt>
                      <c:pt idx="19">
                        <c:v>105.74972580444444</c:v>
                      </c:pt>
                      <c:pt idx="20">
                        <c:v>115.97641931777778</c:v>
                      </c:pt>
                      <c:pt idx="21">
                        <c:v>130.30366404222221</c:v>
                      </c:pt>
                      <c:pt idx="22">
                        <c:v>131.3809789111111</c:v>
                      </c:pt>
                      <c:pt idx="23">
                        <c:v>116.09563018666667</c:v>
                      </c:pt>
                      <c:pt idx="24">
                        <c:v>88.456610435555561</c:v>
                      </c:pt>
                      <c:pt idx="25">
                        <c:v>58.975404215555557</c:v>
                      </c:pt>
                      <c:pt idx="26">
                        <c:v>36.926310437777779</c:v>
                      </c:pt>
                      <c:pt idx="27">
                        <c:v>23.479034508888891</c:v>
                      </c:pt>
                      <c:pt idx="28">
                        <c:v>17.112599079999999</c:v>
                      </c:pt>
                      <c:pt idx="29">
                        <c:v>20.485290162222221</c:v>
                      </c:pt>
                      <c:pt idx="30">
                        <c:v>38.572915688888891</c:v>
                      </c:pt>
                      <c:pt idx="31">
                        <c:v>53.15239520888889</c:v>
                      </c:pt>
                      <c:pt idx="32">
                        <c:v>66.705008415555554</c:v>
                      </c:pt>
                      <c:pt idx="33">
                        <c:v>77.999032902222226</c:v>
                      </c:pt>
                      <c:pt idx="34">
                        <c:v>87.814504668888887</c:v>
                      </c:pt>
                      <c:pt idx="35">
                        <c:v>97.532132462222222</c:v>
                      </c:pt>
                      <c:pt idx="36">
                        <c:v>99.723601593333328</c:v>
                      </c:pt>
                      <c:pt idx="37">
                        <c:v>103.3240990288889</c:v>
                      </c:pt>
                      <c:pt idx="38">
                        <c:v>119.04685146666667</c:v>
                      </c:pt>
                      <c:pt idx="39">
                        <c:v>111.0578921511111</c:v>
                      </c:pt>
                      <c:pt idx="40">
                        <c:v>97.82613349333333</c:v>
                      </c:pt>
                      <c:pt idx="41">
                        <c:v>96.117251313333327</c:v>
                      </c:pt>
                      <c:pt idx="42">
                        <c:v>94.007045559999995</c:v>
                      </c:pt>
                      <c:pt idx="43">
                        <c:v>108.82837454666667</c:v>
                      </c:pt>
                      <c:pt idx="44">
                        <c:v>120.59013465333334</c:v>
                      </c:pt>
                      <c:pt idx="45">
                        <c:v>135.6195732288889</c:v>
                      </c:pt>
                      <c:pt idx="46">
                        <c:v>134.75560718444444</c:v>
                      </c:pt>
                      <c:pt idx="47">
                        <c:v>118.73824859333334</c:v>
                      </c:pt>
                      <c:pt idx="48">
                        <c:v>90.413399951111117</c:v>
                      </c:pt>
                      <c:pt idx="49">
                        <c:v>60.109628028888892</c:v>
                      </c:pt>
                      <c:pt idx="50">
                        <c:v>36.536004233333337</c:v>
                      </c:pt>
                      <c:pt idx="51">
                        <c:v>22.958737971111113</c:v>
                      </c:pt>
                      <c:pt idx="52">
                        <c:v>17.188780842222222</c:v>
                      </c:pt>
                      <c:pt idx="53">
                        <c:v>21.081173302222222</c:v>
                      </c:pt>
                      <c:pt idx="54">
                        <c:v>40.012418533333332</c:v>
                      </c:pt>
                      <c:pt idx="55">
                        <c:v>55.411112199999998</c:v>
                      </c:pt>
                      <c:pt idx="56">
                        <c:v>67.863950531111115</c:v>
                      </c:pt>
                      <c:pt idx="57">
                        <c:v>75.16949080444445</c:v>
                      </c:pt>
                      <c:pt idx="58">
                        <c:v>82.741704831111107</c:v>
                      </c:pt>
                      <c:pt idx="59">
                        <c:v>90.558509057777783</c:v>
                      </c:pt>
                      <c:pt idx="60">
                        <c:v>95.860890708888888</c:v>
                      </c:pt>
                      <c:pt idx="61">
                        <c:v>107.70636900444444</c:v>
                      </c:pt>
                      <c:pt idx="62">
                        <c:v>111.87963394666667</c:v>
                      </c:pt>
                      <c:pt idx="63">
                        <c:v>106.16039296666666</c:v>
                      </c:pt>
                      <c:pt idx="64">
                        <c:v>95.033693204444447</c:v>
                      </c:pt>
                      <c:pt idx="65">
                        <c:v>93.954397493333332</c:v>
                      </c:pt>
                      <c:pt idx="66">
                        <c:v>90.420527113333335</c:v>
                      </c:pt>
                      <c:pt idx="67">
                        <c:v>104.67601190666667</c:v>
                      </c:pt>
                      <c:pt idx="68">
                        <c:v>116.66939960000001</c:v>
                      </c:pt>
                      <c:pt idx="69">
                        <c:v>130.83206127777777</c:v>
                      </c:pt>
                      <c:pt idx="70">
                        <c:v>129.74823733555556</c:v>
                      </c:pt>
                      <c:pt idx="71">
                        <c:v>111.35682294222222</c:v>
                      </c:pt>
                      <c:pt idx="72">
                        <c:v>80.532231406666668</c:v>
                      </c:pt>
                      <c:pt idx="73">
                        <c:v>49.913602446666665</c:v>
                      </c:pt>
                      <c:pt idx="74">
                        <c:v>29.672996980000001</c:v>
                      </c:pt>
                      <c:pt idx="75">
                        <c:v>19.026186715555557</c:v>
                      </c:pt>
                      <c:pt idx="76">
                        <c:v>15.313423722222222</c:v>
                      </c:pt>
                      <c:pt idx="77">
                        <c:v>20.367894015555557</c:v>
                      </c:pt>
                      <c:pt idx="78">
                        <c:v>40.848561946666663</c:v>
                      </c:pt>
                      <c:pt idx="79">
                        <c:v>55.673792608888888</c:v>
                      </c:pt>
                      <c:pt idx="80">
                        <c:v>65.463337531111108</c:v>
                      </c:pt>
                      <c:pt idx="81">
                        <c:v>70.716392462222217</c:v>
                      </c:pt>
                      <c:pt idx="82">
                        <c:v>77.147511053333332</c:v>
                      </c:pt>
                      <c:pt idx="83">
                        <c:v>85.318662284444443</c:v>
                      </c:pt>
                      <c:pt idx="84">
                        <c:v>91.926456746666673</c:v>
                      </c:pt>
                      <c:pt idx="85">
                        <c:v>102.26116642888888</c:v>
                      </c:pt>
                      <c:pt idx="86">
                        <c:v>102.64895354222222</c:v>
                      </c:pt>
                      <c:pt idx="87">
                        <c:v>97.341459380000003</c:v>
                      </c:pt>
                      <c:pt idx="88">
                        <c:v>90.852524706666671</c:v>
                      </c:pt>
                      <c:pt idx="89">
                        <c:v>91.30874837333333</c:v>
                      </c:pt>
                      <c:pt idx="90">
                        <c:v>89.506608708888891</c:v>
                      </c:pt>
                      <c:pt idx="91">
                        <c:v>103.82399217555556</c:v>
                      </c:pt>
                      <c:pt idx="92">
                        <c:v>116.28010031333334</c:v>
                      </c:pt>
                      <c:pt idx="93">
                        <c:v>130.56107176888889</c:v>
                      </c:pt>
                      <c:pt idx="94">
                        <c:v>128.34838156666666</c:v>
                      </c:pt>
                      <c:pt idx="95">
                        <c:v>107.46281749777778</c:v>
                      </c:pt>
                      <c:pt idx="96">
                        <c:v>75.530479533333335</c:v>
                      </c:pt>
                      <c:pt idx="97">
                        <c:v>46.697476937777779</c:v>
                      </c:pt>
                      <c:pt idx="98">
                        <c:v>27.797153071111111</c:v>
                      </c:pt>
                      <c:pt idx="99">
                        <c:v>18.167124446666666</c:v>
                      </c:pt>
                      <c:pt idx="100">
                        <c:v>15.007598508888888</c:v>
                      </c:pt>
                      <c:pt idx="101">
                        <c:v>20.080687784444443</c:v>
                      </c:pt>
                      <c:pt idx="102">
                        <c:v>41.304569051111109</c:v>
                      </c:pt>
                      <c:pt idx="103">
                        <c:v>56.344748111111109</c:v>
                      </c:pt>
                      <c:pt idx="104">
                        <c:v>65.985470982222225</c:v>
                      </c:pt>
                      <c:pt idx="105">
                        <c:v>71.199996775555562</c:v>
                      </c:pt>
                      <c:pt idx="106">
                        <c:v>77.176167782222223</c:v>
                      </c:pt>
                      <c:pt idx="107">
                        <c:v>86.149479033333336</c:v>
                      </c:pt>
                      <c:pt idx="108">
                        <c:v>92.552078653333339</c:v>
                      </c:pt>
                      <c:pt idx="109">
                        <c:v>102.87852328</c:v>
                      </c:pt>
                      <c:pt idx="110">
                        <c:v>102.79631218888889</c:v>
                      </c:pt>
                      <c:pt idx="111">
                        <c:v>97.028249164444446</c:v>
                      </c:pt>
                      <c:pt idx="112">
                        <c:v>90.577850246666671</c:v>
                      </c:pt>
                      <c:pt idx="113">
                        <c:v>91.547040920000001</c:v>
                      </c:pt>
                      <c:pt idx="114">
                        <c:v>89.903436062222227</c:v>
                      </c:pt>
                      <c:pt idx="115">
                        <c:v>104.70461159111112</c:v>
                      </c:pt>
                      <c:pt idx="116">
                        <c:v>117.35201193333333</c:v>
                      </c:pt>
                      <c:pt idx="117">
                        <c:v>132.7472627688889</c:v>
                      </c:pt>
                      <c:pt idx="118">
                        <c:v>129.55625753333334</c:v>
                      </c:pt>
                      <c:pt idx="119">
                        <c:v>109.01655043333334</c:v>
                      </c:pt>
                      <c:pt idx="120">
                        <c:v>76.750796395555554</c:v>
                      </c:pt>
                      <c:pt idx="121">
                        <c:v>47.117343795555556</c:v>
                      </c:pt>
                      <c:pt idx="122">
                        <c:v>27.941807682222223</c:v>
                      </c:pt>
                      <c:pt idx="123">
                        <c:v>18.062713804444446</c:v>
                      </c:pt>
                      <c:pt idx="124">
                        <c:v>14.822215508888888</c:v>
                      </c:pt>
                      <c:pt idx="125">
                        <c:v>20.024711708888891</c:v>
                      </c:pt>
                      <c:pt idx="126">
                        <c:v>41.63908370888889</c:v>
                      </c:pt>
                      <c:pt idx="127">
                        <c:v>57.085738795555557</c:v>
                      </c:pt>
                      <c:pt idx="128">
                        <c:v>66.813322931111117</c:v>
                      </c:pt>
                      <c:pt idx="129">
                        <c:v>71.966511377777778</c:v>
                      </c:pt>
                      <c:pt idx="130">
                        <c:v>78.519455875555551</c:v>
                      </c:pt>
                      <c:pt idx="131">
                        <c:v>86.242214626666666</c:v>
                      </c:pt>
                      <c:pt idx="132">
                        <c:v>94.581372257777772</c:v>
                      </c:pt>
                      <c:pt idx="133">
                        <c:v>107.2982899</c:v>
                      </c:pt>
                      <c:pt idx="134">
                        <c:v>108.09726300222222</c:v>
                      </c:pt>
                      <c:pt idx="135">
                        <c:v>102.18742302</c:v>
                      </c:pt>
                      <c:pt idx="136">
                        <c:v>91.553006277777783</c:v>
                      </c:pt>
                      <c:pt idx="137">
                        <c:v>91.720496877777776</c:v>
                      </c:pt>
                      <c:pt idx="138">
                        <c:v>97.553315799999993</c:v>
                      </c:pt>
                      <c:pt idx="139">
                        <c:v>112.39707081777777</c:v>
                      </c:pt>
                      <c:pt idx="140">
                        <c:v>118.88846488888889</c:v>
                      </c:pt>
                      <c:pt idx="141">
                        <c:v>132.68949927555556</c:v>
                      </c:pt>
                      <c:pt idx="142">
                        <c:v>130.05361737333334</c:v>
                      </c:pt>
                      <c:pt idx="143">
                        <c:v>109.19878983777778</c:v>
                      </c:pt>
                      <c:pt idx="144">
                        <c:v>79.51625285555555</c:v>
                      </c:pt>
                      <c:pt idx="145">
                        <c:v>50.003143795555559</c:v>
                      </c:pt>
                      <c:pt idx="146">
                        <c:v>30.265313782222222</c:v>
                      </c:pt>
                      <c:pt idx="147">
                        <c:v>18.931648882222223</c:v>
                      </c:pt>
                      <c:pt idx="148">
                        <c:v>15.165185233333334</c:v>
                      </c:pt>
                      <c:pt idx="149">
                        <c:v>20.215331313333333</c:v>
                      </c:pt>
                      <c:pt idx="150">
                        <c:v>42.747925582222223</c:v>
                      </c:pt>
                      <c:pt idx="151">
                        <c:v>57.881049679999997</c:v>
                      </c:pt>
                      <c:pt idx="152">
                        <c:v>67.210142606666665</c:v>
                      </c:pt>
                      <c:pt idx="153">
                        <c:v>72.34931583777778</c:v>
                      </c:pt>
                      <c:pt idx="154">
                        <c:v>78.452738977777784</c:v>
                      </c:pt>
                      <c:pt idx="155">
                        <c:v>87.032900302222217</c:v>
                      </c:pt>
                      <c:pt idx="156">
                        <c:v>93.29990534444444</c:v>
                      </c:pt>
                      <c:pt idx="157">
                        <c:v>103.3595846311111</c:v>
                      </c:pt>
                      <c:pt idx="158">
                        <c:v>103.54922732444444</c:v>
                      </c:pt>
                      <c:pt idx="159">
                        <c:v>99.088181939999998</c:v>
                      </c:pt>
                      <c:pt idx="160">
                        <c:v>93.146826875555561</c:v>
                      </c:pt>
                      <c:pt idx="161">
                        <c:v>93.415303708888885</c:v>
                      </c:pt>
                      <c:pt idx="162">
                        <c:v>91.339758055555549</c:v>
                      </c:pt>
                      <c:pt idx="163">
                        <c:v>104.94754215777778</c:v>
                      </c:pt>
                      <c:pt idx="164">
                        <c:v>116.60184946888889</c:v>
                      </c:pt>
                      <c:pt idx="165">
                        <c:v>130.56422130000001</c:v>
                      </c:pt>
                      <c:pt idx="166">
                        <c:v>129.08389469111111</c:v>
                      </c:pt>
                      <c:pt idx="167">
                        <c:v>108.81964098888889</c:v>
                      </c:pt>
                      <c:pt idx="168">
                        <c:v>77.156687371111104</c:v>
                      </c:pt>
                      <c:pt idx="169">
                        <c:v>47.962787173333332</c:v>
                      </c:pt>
                      <c:pt idx="170">
                        <c:v>29.152401182222221</c:v>
                      </c:pt>
                      <c:pt idx="171">
                        <c:v>19.065102508888888</c:v>
                      </c:pt>
                      <c:pt idx="172">
                        <c:v>15.670448033333333</c:v>
                      </c:pt>
                      <c:pt idx="173">
                        <c:v>20.603858464444443</c:v>
                      </c:pt>
                      <c:pt idx="174">
                        <c:v>43.491765073333333</c:v>
                      </c:pt>
                      <c:pt idx="175">
                        <c:v>60.744817391111113</c:v>
                      </c:pt>
                      <c:pt idx="176">
                        <c:v>72.641359764444445</c:v>
                      </c:pt>
                      <c:pt idx="177">
                        <c:v>80.008378100000002</c:v>
                      </c:pt>
                      <c:pt idx="178">
                        <c:v>83.400245557777779</c:v>
                      </c:pt>
                      <c:pt idx="179">
                        <c:v>89.449398164444446</c:v>
                      </c:pt>
                      <c:pt idx="180">
                        <c:v>96.454416784444447</c:v>
                      </c:pt>
                      <c:pt idx="181">
                        <c:v>107.09260153333334</c:v>
                      </c:pt>
                      <c:pt idx="182">
                        <c:v>106.75697694</c:v>
                      </c:pt>
                      <c:pt idx="183">
                        <c:v>100.85631632444445</c:v>
                      </c:pt>
                      <c:pt idx="184">
                        <c:v>94.478352606666661</c:v>
                      </c:pt>
                      <c:pt idx="185">
                        <c:v>93.927020611111118</c:v>
                      </c:pt>
                      <c:pt idx="186">
                        <c:v>93.748074804444443</c:v>
                      </c:pt>
                      <c:pt idx="187">
                        <c:v>108.79948390888889</c:v>
                      </c:pt>
                      <c:pt idx="188">
                        <c:v>119.11736524666667</c:v>
                      </c:pt>
                      <c:pt idx="189">
                        <c:v>132.08704955555555</c:v>
                      </c:pt>
                      <c:pt idx="190">
                        <c:v>132.18988638888888</c:v>
                      </c:pt>
                      <c:pt idx="191">
                        <c:v>116.06330569111111</c:v>
                      </c:pt>
                      <c:pt idx="192">
                        <c:v>87.615006940000001</c:v>
                      </c:pt>
                      <c:pt idx="193">
                        <c:v>57.71969134222222</c:v>
                      </c:pt>
                      <c:pt idx="194">
                        <c:v>35.29129414222222</c:v>
                      </c:pt>
                      <c:pt idx="195">
                        <c:v>23.062874619999999</c:v>
                      </c:pt>
                      <c:pt idx="196">
                        <c:v>17.416722984444444</c:v>
                      </c:pt>
                      <c:pt idx="197">
                        <c:v>20.287073486666667</c:v>
                      </c:pt>
                      <c:pt idx="198">
                        <c:v>39.105571322222225</c:v>
                      </c:pt>
                      <c:pt idx="199">
                        <c:v>53.982817562222223</c:v>
                      </c:pt>
                      <c:pt idx="200">
                        <c:v>67.650626686666669</c:v>
                      </c:pt>
                      <c:pt idx="201">
                        <c:v>78.061617268888895</c:v>
                      </c:pt>
                      <c:pt idx="202">
                        <c:v>88.068261422222221</c:v>
                      </c:pt>
                      <c:pt idx="203">
                        <c:v>97.636411306666673</c:v>
                      </c:pt>
                      <c:pt idx="204">
                        <c:v>99.734340779999997</c:v>
                      </c:pt>
                      <c:pt idx="205">
                        <c:v>103.63690020666667</c:v>
                      </c:pt>
                      <c:pt idx="206">
                        <c:v>119.33967883555556</c:v>
                      </c:pt>
                      <c:pt idx="207">
                        <c:v>110.44836848666667</c:v>
                      </c:pt>
                      <c:pt idx="208">
                        <c:v>98.885772822222222</c:v>
                      </c:pt>
                      <c:pt idx="209">
                        <c:v>97.649134942222219</c:v>
                      </c:pt>
                      <c:pt idx="210">
                        <c:v>95.982022542222225</c:v>
                      </c:pt>
                      <c:pt idx="211">
                        <c:v>111.00815610444444</c:v>
                      </c:pt>
                      <c:pt idx="212">
                        <c:v>123.06679025111112</c:v>
                      </c:pt>
                      <c:pt idx="213">
                        <c:v>135.96602036888888</c:v>
                      </c:pt>
                      <c:pt idx="214">
                        <c:v>136.15742612888889</c:v>
                      </c:pt>
                      <c:pt idx="215">
                        <c:v>118.36604878888889</c:v>
                      </c:pt>
                      <c:pt idx="216">
                        <c:v>88.516978897777776</c:v>
                      </c:pt>
                      <c:pt idx="217">
                        <c:v>57.649628504444443</c:v>
                      </c:pt>
                      <c:pt idx="218">
                        <c:v>35.804508640000002</c:v>
                      </c:pt>
                      <c:pt idx="219">
                        <c:v>22.667845991111111</c:v>
                      </c:pt>
                      <c:pt idx="220">
                        <c:v>17.178324362222224</c:v>
                      </c:pt>
                      <c:pt idx="221">
                        <c:v>20.404341382222221</c:v>
                      </c:pt>
                      <c:pt idx="222">
                        <c:v>40.867012637777776</c:v>
                      </c:pt>
                      <c:pt idx="223">
                        <c:v>57.017501604444448</c:v>
                      </c:pt>
                      <c:pt idx="224">
                        <c:v>69.057949482222227</c:v>
                      </c:pt>
                      <c:pt idx="225">
                        <c:v>76.667888962222221</c:v>
                      </c:pt>
                      <c:pt idx="226">
                        <c:v>83.428767577777776</c:v>
                      </c:pt>
                      <c:pt idx="227">
                        <c:v>91.204170553333327</c:v>
                      </c:pt>
                      <c:pt idx="228">
                        <c:v>96.692522017777776</c:v>
                      </c:pt>
                      <c:pt idx="229">
                        <c:v>108.07553554</c:v>
                      </c:pt>
                      <c:pt idx="230">
                        <c:v>111.54137829111112</c:v>
                      </c:pt>
                      <c:pt idx="231">
                        <c:v>105.10303228666666</c:v>
                      </c:pt>
                      <c:pt idx="232">
                        <c:v>95.432462726666671</c:v>
                      </c:pt>
                      <c:pt idx="233">
                        <c:v>95.395552137777784</c:v>
                      </c:pt>
                      <c:pt idx="234">
                        <c:v>95.062256328888893</c:v>
                      </c:pt>
                      <c:pt idx="235">
                        <c:v>108.71236740666667</c:v>
                      </c:pt>
                      <c:pt idx="236">
                        <c:v>122.39994194000001</c:v>
                      </c:pt>
                      <c:pt idx="237">
                        <c:v>135.93937776666667</c:v>
                      </c:pt>
                      <c:pt idx="238">
                        <c:v>131.58616235555556</c:v>
                      </c:pt>
                      <c:pt idx="239">
                        <c:v>110.00717024888888</c:v>
                      </c:pt>
                      <c:pt idx="240">
                        <c:v>77.787522153333327</c:v>
                      </c:pt>
                      <c:pt idx="241">
                        <c:v>48.324418068888889</c:v>
                      </c:pt>
                      <c:pt idx="242">
                        <c:v>29.334335053333334</c:v>
                      </c:pt>
                      <c:pt idx="243">
                        <c:v>19.327422104444445</c:v>
                      </c:pt>
                      <c:pt idx="244">
                        <c:v>15.806521962222222</c:v>
                      </c:pt>
                      <c:pt idx="245">
                        <c:v>20.065581388888887</c:v>
                      </c:pt>
                      <c:pt idx="246">
                        <c:v>41.335237535555557</c:v>
                      </c:pt>
                      <c:pt idx="247">
                        <c:v>56.782245988888889</c:v>
                      </c:pt>
                      <c:pt idx="248">
                        <c:v>67.912095624444447</c:v>
                      </c:pt>
                      <c:pt idx="249">
                        <c:v>71.936451553333328</c:v>
                      </c:pt>
                      <c:pt idx="250">
                        <c:v>76.973512164444443</c:v>
                      </c:pt>
                      <c:pt idx="251">
                        <c:v>85.045292799999999</c:v>
                      </c:pt>
                      <c:pt idx="252">
                        <c:v>91.753694062222223</c:v>
                      </c:pt>
                      <c:pt idx="253">
                        <c:v>102.35999484888889</c:v>
                      </c:pt>
                      <c:pt idx="254">
                        <c:v>102.34537259555556</c:v>
                      </c:pt>
                      <c:pt idx="255">
                        <c:v>97.549045404444442</c:v>
                      </c:pt>
                      <c:pt idx="256">
                        <c:v>93.009381304444446</c:v>
                      </c:pt>
                      <c:pt idx="257">
                        <c:v>96.450097957777771</c:v>
                      </c:pt>
                      <c:pt idx="258">
                        <c:v>96.26640537555555</c:v>
                      </c:pt>
                      <c:pt idx="259">
                        <c:v>108.65829818444445</c:v>
                      </c:pt>
                      <c:pt idx="260">
                        <c:v>120.50206720444444</c:v>
                      </c:pt>
                      <c:pt idx="261">
                        <c:v>132.47089796</c:v>
                      </c:pt>
                      <c:pt idx="262">
                        <c:v>129.13331766444443</c:v>
                      </c:pt>
                      <c:pt idx="263">
                        <c:v>105.71707784</c:v>
                      </c:pt>
                      <c:pt idx="264">
                        <c:v>76.364797168888884</c:v>
                      </c:pt>
                      <c:pt idx="265">
                        <c:v>47.123395137777777</c:v>
                      </c:pt>
                      <c:pt idx="266">
                        <c:v>28.287892593333332</c:v>
                      </c:pt>
                      <c:pt idx="267">
                        <c:v>18.792379404444443</c:v>
                      </c:pt>
                      <c:pt idx="268">
                        <c:v>15.182472715555555</c:v>
                      </c:pt>
                      <c:pt idx="269">
                        <c:v>20.120350166666668</c:v>
                      </c:pt>
                      <c:pt idx="270">
                        <c:v>43.031528766666668</c:v>
                      </c:pt>
                      <c:pt idx="271">
                        <c:v>58.775078215555553</c:v>
                      </c:pt>
                      <c:pt idx="272">
                        <c:v>68.478978166666664</c:v>
                      </c:pt>
                      <c:pt idx="273">
                        <c:v>72.817318484444442</c:v>
                      </c:pt>
                      <c:pt idx="274">
                        <c:v>78.412633335555554</c:v>
                      </c:pt>
                      <c:pt idx="275">
                        <c:v>86.962391291111118</c:v>
                      </c:pt>
                      <c:pt idx="276">
                        <c:v>93.418352077777783</c:v>
                      </c:pt>
                      <c:pt idx="277">
                        <c:v>103.88308536444444</c:v>
                      </c:pt>
                      <c:pt idx="278">
                        <c:v>102.80471523333334</c:v>
                      </c:pt>
                      <c:pt idx="279">
                        <c:v>97.971042288888896</c:v>
                      </c:pt>
                      <c:pt idx="280">
                        <c:v>93.813291675555561</c:v>
                      </c:pt>
                      <c:pt idx="281">
                        <c:v>95.316909942222225</c:v>
                      </c:pt>
                      <c:pt idx="282">
                        <c:v>94.895353711111113</c:v>
                      </c:pt>
                      <c:pt idx="283">
                        <c:v>109.83350486000001</c:v>
                      </c:pt>
                      <c:pt idx="284">
                        <c:v>122.31706151777777</c:v>
                      </c:pt>
                      <c:pt idx="285">
                        <c:v>134.07189053555555</c:v>
                      </c:pt>
                      <c:pt idx="286">
                        <c:v>128.31103842666667</c:v>
                      </c:pt>
                      <c:pt idx="287">
                        <c:v>105.71221186888889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7-3B6C-47C2-956F-045AF7A440C3}"/>
                  </c:ext>
                </c:extLst>
              </c15:ser>
            </c15:filteredLineSeries>
            <c15:filteredLineSeries>
              <c15:ser>
                <c:idx val="21"/>
                <c:order val="2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12-10-2026'!$W$1</c15:sqref>
                        </c15:formulaRef>
                      </c:ext>
                    </c:extLst>
                    <c:strCache>
                      <c:ptCount val="1"/>
                      <c:pt idx="0">
                        <c:v>EPG MUS SGI Troughput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12-10-2026'!$W$2:$W$289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103.38328594244001</c:v>
                      </c:pt>
                      <c:pt idx="1">
                        <c:v>66.960112217268872</c:v>
                      </c:pt>
                      <c:pt idx="2">
                        <c:v>41.264136070608892</c:v>
                      </c:pt>
                      <c:pt idx="3">
                        <c:v>27.515332315484422</c:v>
                      </c:pt>
                      <c:pt idx="4">
                        <c:v>21.034144556875539</c:v>
                      </c:pt>
                      <c:pt idx="5">
                        <c:v>23.835949928131139</c:v>
                      </c:pt>
                      <c:pt idx="6">
                        <c:v>45.237754497113301</c:v>
                      </c:pt>
                      <c:pt idx="7">
                        <c:v>69.853481335297772</c:v>
                      </c:pt>
                      <c:pt idx="8">
                        <c:v>84.716411042351112</c:v>
                      </c:pt>
                      <c:pt idx="9">
                        <c:v>91.628468506848904</c:v>
                      </c:pt>
                      <c:pt idx="10">
                        <c:v>101.18124109605114</c:v>
                      </c:pt>
                      <c:pt idx="11">
                        <c:v>110.9874899688958</c:v>
                      </c:pt>
                      <c:pt idx="12">
                        <c:v>116.79192967961599</c:v>
                      </c:pt>
                      <c:pt idx="13">
                        <c:v>128.8892499413692</c:v>
                      </c:pt>
                      <c:pt idx="14">
                        <c:v>134.45771304547341</c:v>
                      </c:pt>
                      <c:pt idx="15">
                        <c:v>134.30175283036681</c:v>
                      </c:pt>
                      <c:pt idx="16">
                        <c:v>122.6464364172932</c:v>
                      </c:pt>
                      <c:pt idx="17">
                        <c:v>131.55271183856271</c:v>
                      </c:pt>
                      <c:pt idx="18">
                        <c:v>129.10569236729111</c:v>
                      </c:pt>
                      <c:pt idx="19">
                        <c:v>143.94581160543541</c:v>
                      </c:pt>
                      <c:pt idx="20">
                        <c:v>155.51610185004</c:v>
                      </c:pt>
                      <c:pt idx="21">
                        <c:v>178.8035139142531</c:v>
                      </c:pt>
                      <c:pt idx="22">
                        <c:v>176.6398446258867</c:v>
                      </c:pt>
                      <c:pt idx="23">
                        <c:v>152.18414886080041</c:v>
                      </c:pt>
                      <c:pt idx="24">
                        <c:v>116.3338618405399</c:v>
                      </c:pt>
                      <c:pt idx="25">
                        <c:v>80.479913749944473</c:v>
                      </c:pt>
                      <c:pt idx="26">
                        <c:v>51.219208535413287</c:v>
                      </c:pt>
                      <c:pt idx="27">
                        <c:v>33.20139954434449</c:v>
                      </c:pt>
                      <c:pt idx="28">
                        <c:v>23.48246866394226</c:v>
                      </c:pt>
                      <c:pt idx="29">
                        <c:v>23.058054392688863</c:v>
                      </c:pt>
                      <c:pt idx="30">
                        <c:v>36.611838772333378</c:v>
                      </c:pt>
                      <c:pt idx="31">
                        <c:v>51.21892334753997</c:v>
                      </c:pt>
                      <c:pt idx="32">
                        <c:v>71.377368975979991</c:v>
                      </c:pt>
                      <c:pt idx="33">
                        <c:v>89.259630369444494</c:v>
                      </c:pt>
                      <c:pt idx="34">
                        <c:v>105.24402859502442</c:v>
                      </c:pt>
                      <c:pt idx="35">
                        <c:v>118.9733851445156</c:v>
                      </c:pt>
                      <c:pt idx="36">
                        <c:v>118.41025550953511</c:v>
                      </c:pt>
                      <c:pt idx="37">
                        <c:v>124.0448262775716</c:v>
                      </c:pt>
                      <c:pt idx="38">
                        <c:v>156.54824452127738</c:v>
                      </c:pt>
                      <c:pt idx="39">
                        <c:v>151.21367503200619</c:v>
                      </c:pt>
                      <c:pt idx="40">
                        <c:v>130.14590860619779</c:v>
                      </c:pt>
                      <c:pt idx="41">
                        <c:v>135.37928052067321</c:v>
                      </c:pt>
                      <c:pt idx="42">
                        <c:v>131.1549941651221</c:v>
                      </c:pt>
                      <c:pt idx="43">
                        <c:v>149.7838049977932</c:v>
                      </c:pt>
                      <c:pt idx="44">
                        <c:v>162.96507260370839</c:v>
                      </c:pt>
                      <c:pt idx="45">
                        <c:v>188.207804868842</c:v>
                      </c:pt>
                      <c:pt idx="46">
                        <c:v>184.7054085993089</c:v>
                      </c:pt>
                      <c:pt idx="47">
                        <c:v>161.4144716448067</c:v>
                      </c:pt>
                      <c:pt idx="48">
                        <c:v>123.17125429329757</c:v>
                      </c:pt>
                      <c:pt idx="49">
                        <c:v>83.560855432735579</c:v>
                      </c:pt>
                      <c:pt idx="50">
                        <c:v>52.417774652535527</c:v>
                      </c:pt>
                      <c:pt idx="51">
                        <c:v>32.876446047906704</c:v>
                      </c:pt>
                      <c:pt idx="52">
                        <c:v>23.178907679137779</c:v>
                      </c:pt>
                      <c:pt idx="53">
                        <c:v>23.087334690431081</c:v>
                      </c:pt>
                      <c:pt idx="54">
                        <c:v>38.293716563733369</c:v>
                      </c:pt>
                      <c:pt idx="55">
                        <c:v>56.221518182186671</c:v>
                      </c:pt>
                      <c:pt idx="56">
                        <c:v>75.985117366871137</c:v>
                      </c:pt>
                      <c:pt idx="57">
                        <c:v>91.919211851613298</c:v>
                      </c:pt>
                      <c:pt idx="58">
                        <c:v>103.73574309192892</c:v>
                      </c:pt>
                      <c:pt idx="59">
                        <c:v>114.0027001802929</c:v>
                      </c:pt>
                      <c:pt idx="60">
                        <c:v>118.3877383328378</c:v>
                      </c:pt>
                      <c:pt idx="61">
                        <c:v>134.40737929771132</c:v>
                      </c:pt>
                      <c:pt idx="62">
                        <c:v>142.89947869120238</c:v>
                      </c:pt>
                      <c:pt idx="63">
                        <c:v>140.7031661262557</c:v>
                      </c:pt>
                      <c:pt idx="64">
                        <c:v>126.2075797780996</c:v>
                      </c:pt>
                      <c:pt idx="65">
                        <c:v>134.38297820772689</c:v>
                      </c:pt>
                      <c:pt idx="66">
                        <c:v>131.05140865554628</c:v>
                      </c:pt>
                      <c:pt idx="67">
                        <c:v>144.37130976891359</c:v>
                      </c:pt>
                      <c:pt idx="68">
                        <c:v>156.6416415661642</c:v>
                      </c:pt>
                      <c:pt idx="69">
                        <c:v>181.0027095636423</c:v>
                      </c:pt>
                      <c:pt idx="70">
                        <c:v>176.62634444826702</c:v>
                      </c:pt>
                      <c:pt idx="71">
                        <c:v>147.0434505504312</c:v>
                      </c:pt>
                      <c:pt idx="72">
                        <c:v>104.35784605040001</c:v>
                      </c:pt>
                      <c:pt idx="73">
                        <c:v>66.812058019711131</c:v>
                      </c:pt>
                      <c:pt idx="74">
                        <c:v>41.367067700779977</c:v>
                      </c:pt>
                      <c:pt idx="75">
                        <c:v>27.008617946837777</c:v>
                      </c:pt>
                      <c:pt idx="76">
                        <c:v>20.666355462495588</c:v>
                      </c:pt>
                      <c:pt idx="77">
                        <c:v>22.568235865944413</c:v>
                      </c:pt>
                      <c:pt idx="78">
                        <c:v>42.772828974993338</c:v>
                      </c:pt>
                      <c:pt idx="79">
                        <c:v>66.99676361363997</c:v>
                      </c:pt>
                      <c:pt idx="80">
                        <c:v>82.368953525302231</c:v>
                      </c:pt>
                      <c:pt idx="81">
                        <c:v>90.416738358762203</c:v>
                      </c:pt>
                      <c:pt idx="82">
                        <c:v>99.606095694022216</c:v>
                      </c:pt>
                      <c:pt idx="83">
                        <c:v>109.76797117627781</c:v>
                      </c:pt>
                      <c:pt idx="84">
                        <c:v>114.51407025045791</c:v>
                      </c:pt>
                      <c:pt idx="85">
                        <c:v>125.555345794822</c:v>
                      </c:pt>
                      <c:pt idx="86">
                        <c:v>130.05880863108021</c:v>
                      </c:pt>
                      <c:pt idx="87">
                        <c:v>128.75670421240901</c:v>
                      </c:pt>
                      <c:pt idx="88">
                        <c:v>121.78542880835811</c:v>
                      </c:pt>
                      <c:pt idx="89">
                        <c:v>132.96233390605809</c:v>
                      </c:pt>
                      <c:pt idx="90">
                        <c:v>129.1332739628821</c:v>
                      </c:pt>
                      <c:pt idx="91">
                        <c:v>145.00631293778</c:v>
                      </c:pt>
                      <c:pt idx="92">
                        <c:v>158.85296135496671</c:v>
                      </c:pt>
                      <c:pt idx="93">
                        <c:v>183.14665010339371</c:v>
                      </c:pt>
                      <c:pt idx="94">
                        <c:v>175.9523325131866</c:v>
                      </c:pt>
                      <c:pt idx="95">
                        <c:v>144.25080760047331</c:v>
                      </c:pt>
                      <c:pt idx="96">
                        <c:v>100.87871009742223</c:v>
                      </c:pt>
                      <c:pt idx="97">
                        <c:v>63.89134158380449</c:v>
                      </c:pt>
                      <c:pt idx="98">
                        <c:v>39.056014174606695</c:v>
                      </c:pt>
                      <c:pt idx="99">
                        <c:v>25.836558346862219</c:v>
                      </c:pt>
                      <c:pt idx="100">
                        <c:v>19.973452003411079</c:v>
                      </c:pt>
                      <c:pt idx="101">
                        <c:v>22.14888028569781</c:v>
                      </c:pt>
                      <c:pt idx="102">
                        <c:v>43.688071875986687</c:v>
                      </c:pt>
                      <c:pt idx="103">
                        <c:v>69.337981794493373</c:v>
                      </c:pt>
                      <c:pt idx="104">
                        <c:v>84.387202544846616</c:v>
                      </c:pt>
                      <c:pt idx="105">
                        <c:v>91.314118595671147</c:v>
                      </c:pt>
                      <c:pt idx="106">
                        <c:v>100.5251432987756</c:v>
                      </c:pt>
                      <c:pt idx="107">
                        <c:v>111.89111016570031</c:v>
                      </c:pt>
                      <c:pt idx="108">
                        <c:v>117.1432633373003</c:v>
                      </c:pt>
                      <c:pt idx="109">
                        <c:v>127.2038457499753</c:v>
                      </c:pt>
                      <c:pt idx="110">
                        <c:v>131.73478058528269</c:v>
                      </c:pt>
                      <c:pt idx="111">
                        <c:v>130.4314361357734</c:v>
                      </c:pt>
                      <c:pt idx="112">
                        <c:v>123.5078262269891</c:v>
                      </c:pt>
                      <c:pt idx="113">
                        <c:v>133.71016746842861</c:v>
                      </c:pt>
                      <c:pt idx="114">
                        <c:v>130.2274581891779</c:v>
                      </c:pt>
                      <c:pt idx="115">
                        <c:v>145.971202680684</c:v>
                      </c:pt>
                      <c:pt idx="116">
                        <c:v>161.0062480583974</c:v>
                      </c:pt>
                      <c:pt idx="117">
                        <c:v>186.66946040863138</c:v>
                      </c:pt>
                      <c:pt idx="118">
                        <c:v>178.21646402442661</c:v>
                      </c:pt>
                      <c:pt idx="119">
                        <c:v>145.56165318176261</c:v>
                      </c:pt>
                      <c:pt idx="120">
                        <c:v>100.92774939283781</c:v>
                      </c:pt>
                      <c:pt idx="121">
                        <c:v>63.662423969624413</c:v>
                      </c:pt>
                      <c:pt idx="122">
                        <c:v>39.166182665793329</c:v>
                      </c:pt>
                      <c:pt idx="123">
                        <c:v>25.56907009690444</c:v>
                      </c:pt>
                      <c:pt idx="124">
                        <c:v>19.68369548596004</c:v>
                      </c:pt>
                      <c:pt idx="125">
                        <c:v>22.236487970995519</c:v>
                      </c:pt>
                      <c:pt idx="126">
                        <c:v>45.009619935515538</c:v>
                      </c:pt>
                      <c:pt idx="127">
                        <c:v>71.195921630468916</c:v>
                      </c:pt>
                      <c:pt idx="128">
                        <c:v>85.562975680411171</c:v>
                      </c:pt>
                      <c:pt idx="129">
                        <c:v>92.491999053840033</c:v>
                      </c:pt>
                      <c:pt idx="130">
                        <c:v>101.6315670534356</c:v>
                      </c:pt>
                      <c:pt idx="131">
                        <c:v>111.4240526712511</c:v>
                      </c:pt>
                      <c:pt idx="132">
                        <c:v>119.2386914551376</c:v>
                      </c:pt>
                      <c:pt idx="133">
                        <c:v>136.30541352161069</c:v>
                      </c:pt>
                      <c:pt idx="134">
                        <c:v>140.379574106673</c:v>
                      </c:pt>
                      <c:pt idx="135">
                        <c:v>137.60850201196871</c:v>
                      </c:pt>
                      <c:pt idx="136">
                        <c:v>125.94636947844239</c:v>
                      </c:pt>
                      <c:pt idx="137">
                        <c:v>136.08895426695989</c:v>
                      </c:pt>
                      <c:pt idx="138">
                        <c:v>145.4183512825108</c:v>
                      </c:pt>
                      <c:pt idx="139">
                        <c:v>161.99992717813379</c:v>
                      </c:pt>
                      <c:pt idx="140">
                        <c:v>165.39349207302908</c:v>
                      </c:pt>
                      <c:pt idx="141">
                        <c:v>188.7736254521333</c:v>
                      </c:pt>
                      <c:pt idx="142">
                        <c:v>178.08278990936628</c:v>
                      </c:pt>
                      <c:pt idx="143">
                        <c:v>144.43842337954192</c:v>
                      </c:pt>
                      <c:pt idx="144">
                        <c:v>105.60650396636449</c:v>
                      </c:pt>
                      <c:pt idx="145">
                        <c:v>67.491063357073372</c:v>
                      </c:pt>
                      <c:pt idx="146">
                        <c:v>42.845943474040006</c:v>
                      </c:pt>
                      <c:pt idx="147">
                        <c:v>26.285849106544433</c:v>
                      </c:pt>
                      <c:pt idx="148">
                        <c:v>20.38211829470886</c:v>
                      </c:pt>
                      <c:pt idx="149">
                        <c:v>23.068562006091142</c:v>
                      </c:pt>
                      <c:pt idx="150">
                        <c:v>45.826547979257796</c:v>
                      </c:pt>
                      <c:pt idx="151">
                        <c:v>72.17687483411558</c:v>
                      </c:pt>
                      <c:pt idx="152">
                        <c:v>87.728004955575571</c:v>
                      </c:pt>
                      <c:pt idx="153">
                        <c:v>93.636023982499978</c:v>
                      </c:pt>
                      <c:pt idx="154">
                        <c:v>102.13671508570441</c:v>
                      </c:pt>
                      <c:pt idx="155">
                        <c:v>111.6908807825353</c:v>
                      </c:pt>
                      <c:pt idx="156">
                        <c:v>115.97821468782639</c:v>
                      </c:pt>
                      <c:pt idx="157">
                        <c:v>126.67077626835311</c:v>
                      </c:pt>
                      <c:pt idx="158">
                        <c:v>131.2831842019782</c:v>
                      </c:pt>
                      <c:pt idx="159">
                        <c:v>129.832459403629</c:v>
                      </c:pt>
                      <c:pt idx="160">
                        <c:v>124.9914031833088</c:v>
                      </c:pt>
                      <c:pt idx="161">
                        <c:v>138.33061616827581</c:v>
                      </c:pt>
                      <c:pt idx="162">
                        <c:v>134.3216134690181</c:v>
                      </c:pt>
                      <c:pt idx="163">
                        <c:v>149.2954218919796</c:v>
                      </c:pt>
                      <c:pt idx="164">
                        <c:v>162.75323810401332</c:v>
                      </c:pt>
                      <c:pt idx="165">
                        <c:v>184.5962578445376</c:v>
                      </c:pt>
                      <c:pt idx="166">
                        <c:v>177.2678346692351</c:v>
                      </c:pt>
                      <c:pt idx="167">
                        <c:v>142.81450432554411</c:v>
                      </c:pt>
                      <c:pt idx="168">
                        <c:v>99.999884404402223</c:v>
                      </c:pt>
                      <c:pt idx="169">
                        <c:v>63.408227359591095</c:v>
                      </c:pt>
                      <c:pt idx="170">
                        <c:v>39.438362108706706</c:v>
                      </c:pt>
                      <c:pt idx="171">
                        <c:v>26.195862677419999</c:v>
                      </c:pt>
                      <c:pt idx="172">
                        <c:v>20.526046578646692</c:v>
                      </c:pt>
                      <c:pt idx="173">
                        <c:v>23.772390544108859</c:v>
                      </c:pt>
                      <c:pt idx="174">
                        <c:v>47.3053443569667</c:v>
                      </c:pt>
                      <c:pt idx="175">
                        <c:v>76.877470424962254</c:v>
                      </c:pt>
                      <c:pt idx="176">
                        <c:v>96.516519699588898</c:v>
                      </c:pt>
                      <c:pt idx="177">
                        <c:v>104.39307914090219</c:v>
                      </c:pt>
                      <c:pt idx="178">
                        <c:v>111.13002987542001</c:v>
                      </c:pt>
                      <c:pt idx="179">
                        <c:v>118.0150754331068</c:v>
                      </c:pt>
                      <c:pt idx="180">
                        <c:v>122.0517439321776</c:v>
                      </c:pt>
                      <c:pt idx="181">
                        <c:v>132.6502738301707</c:v>
                      </c:pt>
                      <c:pt idx="182">
                        <c:v>136.5306931872999</c:v>
                      </c:pt>
                      <c:pt idx="183">
                        <c:v>135.02537612864259</c:v>
                      </c:pt>
                      <c:pt idx="184">
                        <c:v>126.7642163173107</c:v>
                      </c:pt>
                      <c:pt idx="185">
                        <c:v>137.02077524041522</c:v>
                      </c:pt>
                      <c:pt idx="186">
                        <c:v>136.31634331581381</c:v>
                      </c:pt>
                      <c:pt idx="187">
                        <c:v>153.27873788972218</c:v>
                      </c:pt>
                      <c:pt idx="188">
                        <c:v>163.28835708010021</c:v>
                      </c:pt>
                      <c:pt idx="189">
                        <c:v>183.4327156113269</c:v>
                      </c:pt>
                      <c:pt idx="190">
                        <c:v>179.78474140213959</c:v>
                      </c:pt>
                      <c:pt idx="191">
                        <c:v>152.7414831265551</c:v>
                      </c:pt>
                      <c:pt idx="192">
                        <c:v>115.3039352714089</c:v>
                      </c:pt>
                      <c:pt idx="193">
                        <c:v>79.315965207751091</c:v>
                      </c:pt>
                      <c:pt idx="194">
                        <c:v>51.033445249822194</c:v>
                      </c:pt>
                      <c:pt idx="195">
                        <c:v>33.54496771068667</c:v>
                      </c:pt>
                      <c:pt idx="196">
                        <c:v>23.61883863296891</c:v>
                      </c:pt>
                      <c:pt idx="197">
                        <c:v>22.055808077435511</c:v>
                      </c:pt>
                      <c:pt idx="198">
                        <c:v>37.006114670757768</c:v>
                      </c:pt>
                      <c:pt idx="199">
                        <c:v>53.433294376626705</c:v>
                      </c:pt>
                      <c:pt idx="200">
                        <c:v>75.532332894020072</c:v>
                      </c:pt>
                      <c:pt idx="201">
                        <c:v>95.146678313557743</c:v>
                      </c:pt>
                      <c:pt idx="202">
                        <c:v>109.95641648261744</c:v>
                      </c:pt>
                      <c:pt idx="203">
                        <c:v>121.782186246767</c:v>
                      </c:pt>
                      <c:pt idx="204">
                        <c:v>120.16638657659961</c:v>
                      </c:pt>
                      <c:pt idx="205">
                        <c:v>126.5289468663223</c:v>
                      </c:pt>
                      <c:pt idx="206">
                        <c:v>156.78430808169742</c:v>
                      </c:pt>
                      <c:pt idx="207">
                        <c:v>149.48602064174838</c:v>
                      </c:pt>
                      <c:pt idx="208">
                        <c:v>133.86604156301729</c:v>
                      </c:pt>
                      <c:pt idx="209">
                        <c:v>140.26856385301599</c:v>
                      </c:pt>
                      <c:pt idx="210">
                        <c:v>136.13520548265342</c:v>
                      </c:pt>
                      <c:pt idx="211">
                        <c:v>154.14889328598912</c:v>
                      </c:pt>
                      <c:pt idx="212">
                        <c:v>167.20270906733072</c:v>
                      </c:pt>
                      <c:pt idx="213">
                        <c:v>188.5103729853758</c:v>
                      </c:pt>
                      <c:pt idx="214">
                        <c:v>187.57489227723539</c:v>
                      </c:pt>
                      <c:pt idx="215">
                        <c:v>158.13186140307769</c:v>
                      </c:pt>
                      <c:pt idx="216">
                        <c:v>116.52080881361978</c:v>
                      </c:pt>
                      <c:pt idx="217">
                        <c:v>76.956353392971153</c:v>
                      </c:pt>
                      <c:pt idx="218">
                        <c:v>48.060698346737759</c:v>
                      </c:pt>
                      <c:pt idx="219">
                        <c:v>30.58222516357338</c:v>
                      </c:pt>
                      <c:pt idx="220">
                        <c:v>22.077239534339981</c:v>
                      </c:pt>
                      <c:pt idx="221">
                        <c:v>21.750619500848888</c:v>
                      </c:pt>
                      <c:pt idx="222">
                        <c:v>38.153602395919982</c:v>
                      </c:pt>
                      <c:pt idx="223">
                        <c:v>57.705586498664424</c:v>
                      </c:pt>
                      <c:pt idx="224">
                        <c:v>77.926934957357801</c:v>
                      </c:pt>
                      <c:pt idx="225">
                        <c:v>92.894390073568914</c:v>
                      </c:pt>
                      <c:pt idx="226">
                        <c:v>104.49897997614663</c:v>
                      </c:pt>
                      <c:pt idx="227">
                        <c:v>115.2755538767023</c:v>
                      </c:pt>
                      <c:pt idx="228">
                        <c:v>118.68579439012029</c:v>
                      </c:pt>
                      <c:pt idx="229">
                        <c:v>134.32380363381139</c:v>
                      </c:pt>
                      <c:pt idx="230">
                        <c:v>143.12781124127591</c:v>
                      </c:pt>
                      <c:pt idx="231">
                        <c:v>139.11983862829109</c:v>
                      </c:pt>
                      <c:pt idx="232">
                        <c:v>128.13330499921381</c:v>
                      </c:pt>
                      <c:pt idx="233">
                        <c:v>138.30100046205371</c:v>
                      </c:pt>
                      <c:pt idx="234">
                        <c:v>135.40376634580429</c:v>
                      </c:pt>
                      <c:pt idx="235">
                        <c:v>150.16915957377969</c:v>
                      </c:pt>
                      <c:pt idx="236">
                        <c:v>166.05034646744639</c:v>
                      </c:pt>
                      <c:pt idx="237">
                        <c:v>188.88557696114461</c:v>
                      </c:pt>
                      <c:pt idx="238">
                        <c:v>177.29217437584018</c:v>
                      </c:pt>
                      <c:pt idx="239">
                        <c:v>143.26071628325792</c:v>
                      </c:pt>
                      <c:pt idx="240">
                        <c:v>99.56512761578665</c:v>
                      </c:pt>
                      <c:pt idx="241">
                        <c:v>62.89577206540671</c:v>
                      </c:pt>
                      <c:pt idx="242">
                        <c:v>38.254891434051103</c:v>
                      </c:pt>
                      <c:pt idx="243">
                        <c:v>25.275388919977811</c:v>
                      </c:pt>
                      <c:pt idx="244">
                        <c:v>19.916242330779991</c:v>
                      </c:pt>
                      <c:pt idx="245">
                        <c:v>21.97775943199332</c:v>
                      </c:pt>
                      <c:pt idx="246">
                        <c:v>43.756624053191089</c:v>
                      </c:pt>
                      <c:pt idx="247">
                        <c:v>69.658641565513364</c:v>
                      </c:pt>
                      <c:pt idx="248">
                        <c:v>84.09655516427334</c:v>
                      </c:pt>
                      <c:pt idx="249">
                        <c:v>90.698425946079993</c:v>
                      </c:pt>
                      <c:pt idx="250">
                        <c:v>100.0163232440044</c:v>
                      </c:pt>
                      <c:pt idx="251">
                        <c:v>110.66210921266</c:v>
                      </c:pt>
                      <c:pt idx="252">
                        <c:v>115.97272860940009</c:v>
                      </c:pt>
                      <c:pt idx="253">
                        <c:v>127.52865909298909</c:v>
                      </c:pt>
                      <c:pt idx="254">
                        <c:v>132.31884629045561</c:v>
                      </c:pt>
                      <c:pt idx="255">
                        <c:v>130.44443851973512</c:v>
                      </c:pt>
                      <c:pt idx="256">
                        <c:v>128.9711099100399</c:v>
                      </c:pt>
                      <c:pt idx="257">
                        <c:v>141.42641198633959</c:v>
                      </c:pt>
                      <c:pt idx="258">
                        <c:v>136.1182023736462</c:v>
                      </c:pt>
                      <c:pt idx="259">
                        <c:v>150.52892883788189</c:v>
                      </c:pt>
                      <c:pt idx="260">
                        <c:v>165.95506513614879</c:v>
                      </c:pt>
                      <c:pt idx="261">
                        <c:v>186.31520275076201</c:v>
                      </c:pt>
                      <c:pt idx="262">
                        <c:v>175.9356366342441</c:v>
                      </c:pt>
                      <c:pt idx="263">
                        <c:v>139.93117904003159</c:v>
                      </c:pt>
                      <c:pt idx="264">
                        <c:v>95.791924918048892</c:v>
                      </c:pt>
                      <c:pt idx="265">
                        <c:v>59.147263788480018</c:v>
                      </c:pt>
                      <c:pt idx="266">
                        <c:v>36.053887522119965</c:v>
                      </c:pt>
                      <c:pt idx="267">
                        <c:v>24.312377141197793</c:v>
                      </c:pt>
                      <c:pt idx="268">
                        <c:v>19.482274261664458</c:v>
                      </c:pt>
                      <c:pt idx="269">
                        <c:v>21.701853778693341</c:v>
                      </c:pt>
                      <c:pt idx="270">
                        <c:v>44.521700135388912</c:v>
                      </c:pt>
                      <c:pt idx="271">
                        <c:v>72.115615756491181</c:v>
                      </c:pt>
                      <c:pt idx="272">
                        <c:v>85.819985936315575</c:v>
                      </c:pt>
                      <c:pt idx="273">
                        <c:v>93.069457693051092</c:v>
                      </c:pt>
                      <c:pt idx="274">
                        <c:v>102.33014339354891</c:v>
                      </c:pt>
                      <c:pt idx="275">
                        <c:v>112.58489680569781</c:v>
                      </c:pt>
                      <c:pt idx="276">
                        <c:v>117.41505375395121</c:v>
                      </c:pt>
                      <c:pt idx="277">
                        <c:v>127.74397103871961</c:v>
                      </c:pt>
                      <c:pt idx="278">
                        <c:v>132.5075179025464</c:v>
                      </c:pt>
                      <c:pt idx="279">
                        <c:v>130.83965855848891</c:v>
                      </c:pt>
                      <c:pt idx="280">
                        <c:v>129.41280026116479</c:v>
                      </c:pt>
                      <c:pt idx="281">
                        <c:v>139.72393477169371</c:v>
                      </c:pt>
                      <c:pt idx="282">
                        <c:v>135.56918754324221</c:v>
                      </c:pt>
                      <c:pt idx="283">
                        <c:v>152.84702279296931</c:v>
                      </c:pt>
                      <c:pt idx="284">
                        <c:v>169.72420534561988</c:v>
                      </c:pt>
                      <c:pt idx="285">
                        <c:v>191.09661512841132</c:v>
                      </c:pt>
                      <c:pt idx="286">
                        <c:v>178.78581174689381</c:v>
                      </c:pt>
                      <c:pt idx="287">
                        <c:v>141.10006644070489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8-3B6C-47C2-956F-045AF7A440C3}"/>
                  </c:ext>
                </c:extLst>
              </c15:ser>
            </c15:filteredLineSeries>
            <c15:filteredLineSeries>
              <c15:ser>
                <c:idx val="22"/>
                <c:order val="2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12-10-2026'!$X$1</c15:sqref>
                        </c15:formulaRef>
                      </c:ext>
                    </c:extLst>
                    <c:strCache>
                      <c:ptCount val="1"/>
                      <c:pt idx="0">
                        <c:v>EPG MUS GI Troughput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12-10-2026'!$X$2:$X$289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9.2491591666111148</c:v>
                      </c:pt>
                      <c:pt idx="1">
                        <c:v>5.7688277236444421</c:v>
                      </c:pt>
                      <c:pt idx="2">
                        <c:v>3.6731064566444398</c:v>
                      </c:pt>
                      <c:pt idx="3">
                        <c:v>2.5901285877177731</c:v>
                      </c:pt>
                      <c:pt idx="4">
                        <c:v>2.0126366985333393</c:v>
                      </c:pt>
                      <c:pt idx="5">
                        <c:v>2.6824386961733371</c:v>
                      </c:pt>
                      <c:pt idx="6">
                        <c:v>5.426062050153333</c:v>
                      </c:pt>
                      <c:pt idx="7">
                        <c:v>7.8449363191644412</c:v>
                      </c:pt>
                      <c:pt idx="8">
                        <c:v>9.0066171938088804</c:v>
                      </c:pt>
                      <c:pt idx="9">
                        <c:v>9.3718681363488834</c:v>
                      </c:pt>
                      <c:pt idx="10">
                        <c:v>10.111693883526661</c:v>
                      </c:pt>
                      <c:pt idx="11">
                        <c:v>11.232899533584412</c:v>
                      </c:pt>
                      <c:pt idx="12">
                        <c:v>12.426329912446631</c:v>
                      </c:pt>
                      <c:pt idx="13">
                        <c:v>13.57508041928223</c:v>
                      </c:pt>
                      <c:pt idx="14">
                        <c:v>14.07859030418223</c:v>
                      </c:pt>
                      <c:pt idx="15">
                        <c:v>14.029291241480051</c:v>
                      </c:pt>
                      <c:pt idx="16">
                        <c:v>12.741551898608877</c:v>
                      </c:pt>
                      <c:pt idx="17">
                        <c:v>13.3196436140556</c:v>
                      </c:pt>
                      <c:pt idx="18">
                        <c:v>13.184478628817791</c:v>
                      </c:pt>
                      <c:pt idx="19">
                        <c:v>14.63898057683776</c:v>
                      </c:pt>
                      <c:pt idx="20">
                        <c:v>15.51274944300228</c:v>
                      </c:pt>
                      <c:pt idx="21">
                        <c:v>17.432057244060029</c:v>
                      </c:pt>
                      <c:pt idx="22">
                        <c:v>17.016248599315549</c:v>
                      </c:pt>
                      <c:pt idx="23">
                        <c:v>13.977355911088878</c:v>
                      </c:pt>
                      <c:pt idx="24">
                        <c:v>10.177956432697771</c:v>
                      </c:pt>
                      <c:pt idx="25">
                        <c:v>6.88337158843777</c:v>
                      </c:pt>
                      <c:pt idx="26">
                        <c:v>4.2329755542111078</c:v>
                      </c:pt>
                      <c:pt idx="27">
                        <c:v>2.8864153993488872</c:v>
                      </c:pt>
                      <c:pt idx="28">
                        <c:v>2.1964278398733317</c:v>
                      </c:pt>
                      <c:pt idx="29">
                        <c:v>2.5720232512111147</c:v>
                      </c:pt>
                      <c:pt idx="30">
                        <c:v>4.5115870169111165</c:v>
                      </c:pt>
                      <c:pt idx="31">
                        <c:v>6.4775718585000055</c:v>
                      </c:pt>
                      <c:pt idx="32">
                        <c:v>8.7650930070666604</c:v>
                      </c:pt>
                      <c:pt idx="33">
                        <c:v>10.121409034802211</c:v>
                      </c:pt>
                      <c:pt idx="34">
                        <c:v>11.274870687184487</c:v>
                      </c:pt>
                      <c:pt idx="35">
                        <c:v>12.295383209679956</c:v>
                      </c:pt>
                      <c:pt idx="36">
                        <c:v>12.419765464586666</c:v>
                      </c:pt>
                      <c:pt idx="37">
                        <c:v>13.272990113624489</c:v>
                      </c:pt>
                      <c:pt idx="38">
                        <c:v>15.59373344458001</c:v>
                      </c:pt>
                      <c:pt idx="39">
                        <c:v>15.1826019511222</c:v>
                      </c:pt>
                      <c:pt idx="40">
                        <c:v>12.943761534815522</c:v>
                      </c:pt>
                      <c:pt idx="41">
                        <c:v>13.11953089685109</c:v>
                      </c:pt>
                      <c:pt idx="42">
                        <c:v>12.960683449817759</c:v>
                      </c:pt>
                      <c:pt idx="43">
                        <c:v>14.670390628393321</c:v>
                      </c:pt>
                      <c:pt idx="44">
                        <c:v>15.593031839557739</c:v>
                      </c:pt>
                      <c:pt idx="45">
                        <c:v>17.732122618486702</c:v>
                      </c:pt>
                      <c:pt idx="46">
                        <c:v>17.477182293248919</c:v>
                      </c:pt>
                      <c:pt idx="47">
                        <c:v>14.894176420240001</c:v>
                      </c:pt>
                      <c:pt idx="48">
                        <c:v>10.869745654931078</c:v>
                      </c:pt>
                      <c:pt idx="49">
                        <c:v>7.1808004575066651</c:v>
                      </c:pt>
                      <c:pt idx="50">
                        <c:v>4.4181617366266712</c:v>
                      </c:pt>
                      <c:pt idx="51">
                        <c:v>2.9640081384355601</c:v>
                      </c:pt>
                      <c:pt idx="52">
                        <c:v>2.2403135142800021</c:v>
                      </c:pt>
                      <c:pt idx="53">
                        <c:v>2.613725706111115</c:v>
                      </c:pt>
                      <c:pt idx="54">
                        <c:v>4.6553651322777769</c:v>
                      </c:pt>
                      <c:pt idx="55">
                        <c:v>6.6096130854066626</c:v>
                      </c:pt>
                      <c:pt idx="56">
                        <c:v>8.6756830164977874</c:v>
                      </c:pt>
                      <c:pt idx="57">
                        <c:v>9.9063847339333275</c:v>
                      </c:pt>
                      <c:pt idx="58">
                        <c:v>10.720046056093333</c:v>
                      </c:pt>
                      <c:pt idx="59">
                        <c:v>11.732837483897756</c:v>
                      </c:pt>
                      <c:pt idx="60">
                        <c:v>12.473466498491078</c:v>
                      </c:pt>
                      <c:pt idx="61">
                        <c:v>13.72864501297113</c:v>
                      </c:pt>
                      <c:pt idx="62">
                        <c:v>14.42664158446442</c:v>
                      </c:pt>
                      <c:pt idx="63">
                        <c:v>14.00053978418441</c:v>
                      </c:pt>
                      <c:pt idx="64">
                        <c:v>12.472751280731133</c:v>
                      </c:pt>
                      <c:pt idx="65">
                        <c:v>12.824159915162271</c:v>
                      </c:pt>
                      <c:pt idx="66">
                        <c:v>12.45457286665337</c:v>
                      </c:pt>
                      <c:pt idx="67">
                        <c:v>13.73351604269328</c:v>
                      </c:pt>
                      <c:pt idx="68">
                        <c:v>14.568133972955579</c:v>
                      </c:pt>
                      <c:pt idx="69">
                        <c:v>16.5963800156422</c:v>
                      </c:pt>
                      <c:pt idx="70">
                        <c:v>16.350076954073298</c:v>
                      </c:pt>
                      <c:pt idx="71">
                        <c:v>13.140560990226689</c:v>
                      </c:pt>
                      <c:pt idx="72">
                        <c:v>8.7117314543888895</c:v>
                      </c:pt>
                      <c:pt idx="73">
                        <c:v>5.3404931932622262</c:v>
                      </c:pt>
                      <c:pt idx="74">
                        <c:v>3.3529135220688917</c:v>
                      </c:pt>
                      <c:pt idx="75">
                        <c:v>2.3315792156933308</c:v>
                      </c:pt>
                      <c:pt idx="76">
                        <c:v>1.9091119596866657</c:v>
                      </c:pt>
                      <c:pt idx="77">
                        <c:v>2.443633966008889</c:v>
                      </c:pt>
                      <c:pt idx="78">
                        <c:v>4.9701782605177804</c:v>
                      </c:pt>
                      <c:pt idx="79">
                        <c:v>7.0125873588755496</c:v>
                      </c:pt>
                      <c:pt idx="80">
                        <c:v>8.2215523392999934</c:v>
                      </c:pt>
                      <c:pt idx="81">
                        <c:v>8.5493138092888898</c:v>
                      </c:pt>
                      <c:pt idx="82">
                        <c:v>9.3485511341999992</c:v>
                      </c:pt>
                      <c:pt idx="83">
                        <c:v>10.499055385891108</c:v>
                      </c:pt>
                      <c:pt idx="84">
                        <c:v>11.52154186623115</c:v>
                      </c:pt>
                      <c:pt idx="85">
                        <c:v>12.54694749567998</c:v>
                      </c:pt>
                      <c:pt idx="86">
                        <c:v>12.950883748986699</c:v>
                      </c:pt>
                      <c:pt idx="87">
                        <c:v>12.763475455322178</c:v>
                      </c:pt>
                      <c:pt idx="88">
                        <c:v>12.001337630826622</c:v>
                      </c:pt>
                      <c:pt idx="89">
                        <c:v>12.63898010439774</c:v>
                      </c:pt>
                      <c:pt idx="90">
                        <c:v>12.36216724609109</c:v>
                      </c:pt>
                      <c:pt idx="91">
                        <c:v>13.90485213086667</c:v>
                      </c:pt>
                      <c:pt idx="92">
                        <c:v>14.901458670682189</c:v>
                      </c:pt>
                      <c:pt idx="93">
                        <c:v>16.921716680084451</c:v>
                      </c:pt>
                      <c:pt idx="94">
                        <c:v>16.147638546719982</c:v>
                      </c:pt>
                      <c:pt idx="95">
                        <c:v>12.874181852415576</c:v>
                      </c:pt>
                      <c:pt idx="96">
                        <c:v>8.6485953323533433</c:v>
                      </c:pt>
                      <c:pt idx="97">
                        <c:v>5.3549433781777793</c:v>
                      </c:pt>
                      <c:pt idx="98">
                        <c:v>3.2803518688333302</c:v>
                      </c:pt>
                      <c:pt idx="99">
                        <c:v>2.2482868260577757</c:v>
                      </c:pt>
                      <c:pt idx="100">
                        <c:v>1.8753758068622155</c:v>
                      </c:pt>
                      <c:pt idx="101">
                        <c:v>2.5181662793200039</c:v>
                      </c:pt>
                      <c:pt idx="102">
                        <c:v>5.1444416223488867</c:v>
                      </c:pt>
                      <c:pt idx="103">
                        <c:v>7.4922046938933375</c:v>
                      </c:pt>
                      <c:pt idx="104">
                        <c:v>8.7228665471933358</c:v>
                      </c:pt>
                      <c:pt idx="105">
                        <c:v>8.9986054737311196</c:v>
                      </c:pt>
                      <c:pt idx="106">
                        <c:v>9.7273456754977783</c:v>
                      </c:pt>
                      <c:pt idx="107">
                        <c:v>10.969854683248899</c:v>
                      </c:pt>
                      <c:pt idx="108">
                        <c:v>11.969300117566689</c:v>
                      </c:pt>
                      <c:pt idx="109">
                        <c:v>13.05678067496887</c:v>
                      </c:pt>
                      <c:pt idx="110">
                        <c:v>13.263579616304481</c:v>
                      </c:pt>
                      <c:pt idx="111">
                        <c:v>13.019897516997757</c:v>
                      </c:pt>
                      <c:pt idx="112">
                        <c:v>12.112643180877766</c:v>
                      </c:pt>
                      <c:pt idx="113">
                        <c:v>12.68506637174449</c:v>
                      </c:pt>
                      <c:pt idx="114">
                        <c:v>12.60736581268446</c:v>
                      </c:pt>
                      <c:pt idx="115">
                        <c:v>14.096096462288841</c:v>
                      </c:pt>
                      <c:pt idx="116">
                        <c:v>15.254989144964481</c:v>
                      </c:pt>
                      <c:pt idx="117">
                        <c:v>17.31180655107331</c:v>
                      </c:pt>
                      <c:pt idx="118">
                        <c:v>16.38847542284223</c:v>
                      </c:pt>
                      <c:pt idx="119">
                        <c:v>13.079243777471156</c:v>
                      </c:pt>
                      <c:pt idx="120">
                        <c:v>8.6157294633555583</c:v>
                      </c:pt>
                      <c:pt idx="121">
                        <c:v>5.3254103512244431</c:v>
                      </c:pt>
                      <c:pt idx="122">
                        <c:v>3.191146936415556</c:v>
                      </c:pt>
                      <c:pt idx="123">
                        <c:v>2.2141335463511065</c:v>
                      </c:pt>
                      <c:pt idx="124">
                        <c:v>1.8648801711177756</c:v>
                      </c:pt>
                      <c:pt idx="125">
                        <c:v>2.4608290255711092</c:v>
                      </c:pt>
                      <c:pt idx="126">
                        <c:v>5.1710123930866647</c:v>
                      </c:pt>
                      <c:pt idx="127">
                        <c:v>7.5168698660444484</c:v>
                      </c:pt>
                      <c:pt idx="128">
                        <c:v>8.924241147586665</c:v>
                      </c:pt>
                      <c:pt idx="129">
                        <c:v>9.0599453651066657</c:v>
                      </c:pt>
                      <c:pt idx="130">
                        <c:v>9.9068075315599966</c:v>
                      </c:pt>
                      <c:pt idx="131">
                        <c:v>10.768327312191115</c:v>
                      </c:pt>
                      <c:pt idx="132">
                        <c:v>12.12740880886221</c:v>
                      </c:pt>
                      <c:pt idx="133">
                        <c:v>14.02927946344221</c:v>
                      </c:pt>
                      <c:pt idx="134">
                        <c:v>14.36104436406446</c:v>
                      </c:pt>
                      <c:pt idx="135">
                        <c:v>13.95310667273772</c:v>
                      </c:pt>
                      <c:pt idx="136">
                        <c:v>12.470038421559956</c:v>
                      </c:pt>
                      <c:pt idx="137">
                        <c:v>12.93160670739559</c:v>
                      </c:pt>
                      <c:pt idx="138">
                        <c:v>13.07110270126889</c:v>
                      </c:pt>
                      <c:pt idx="139">
                        <c:v>14.50773402090892</c:v>
                      </c:pt>
                      <c:pt idx="140">
                        <c:v>15.500191078646699</c:v>
                      </c:pt>
                      <c:pt idx="141">
                        <c:v>17.41131919879777</c:v>
                      </c:pt>
                      <c:pt idx="142">
                        <c:v>16.57164595072221</c:v>
                      </c:pt>
                      <c:pt idx="143">
                        <c:v>13.006093863988911</c:v>
                      </c:pt>
                      <c:pt idx="144">
                        <c:v>8.8127632131333424</c:v>
                      </c:pt>
                      <c:pt idx="145">
                        <c:v>5.4343248757711198</c:v>
                      </c:pt>
                      <c:pt idx="146">
                        <c:v>3.3869635424844349</c:v>
                      </c:pt>
                      <c:pt idx="147">
                        <c:v>2.3275181755644412</c:v>
                      </c:pt>
                      <c:pt idx="148">
                        <c:v>1.9245996699622212</c:v>
                      </c:pt>
                      <c:pt idx="149">
                        <c:v>2.5789931645866688</c:v>
                      </c:pt>
                      <c:pt idx="150">
                        <c:v>5.4655685724488929</c:v>
                      </c:pt>
                      <c:pt idx="151">
                        <c:v>7.8999614420644422</c:v>
                      </c:pt>
                      <c:pt idx="152">
                        <c:v>9.1038392669844441</c:v>
                      </c:pt>
                      <c:pt idx="153">
                        <c:v>9.2688758674933247</c:v>
                      </c:pt>
                      <c:pt idx="154">
                        <c:v>10.014104581991107</c:v>
                      </c:pt>
                      <c:pt idx="155">
                        <c:v>11.147004297120011</c:v>
                      </c:pt>
                      <c:pt idx="156">
                        <c:v>11.999364011446641</c:v>
                      </c:pt>
                      <c:pt idx="157">
                        <c:v>13.00756320207107</c:v>
                      </c:pt>
                      <c:pt idx="158">
                        <c:v>13.409720673306671</c:v>
                      </c:pt>
                      <c:pt idx="159">
                        <c:v>13.028153809875556</c:v>
                      </c:pt>
                      <c:pt idx="160">
                        <c:v>12.393416204224476</c:v>
                      </c:pt>
                      <c:pt idx="161">
                        <c:v>13.359674102346679</c:v>
                      </c:pt>
                      <c:pt idx="162">
                        <c:v>13.18773616275997</c:v>
                      </c:pt>
                      <c:pt idx="163">
                        <c:v>14.678317780017771</c:v>
                      </c:pt>
                      <c:pt idx="164">
                        <c:v>15.65948091227998</c:v>
                      </c:pt>
                      <c:pt idx="165">
                        <c:v>17.417726040388899</c:v>
                      </c:pt>
                      <c:pt idx="166">
                        <c:v>16.491978440522271</c:v>
                      </c:pt>
                      <c:pt idx="167">
                        <c:v>13.001447788135545</c:v>
                      </c:pt>
                      <c:pt idx="168">
                        <c:v>8.6509270466399926</c:v>
                      </c:pt>
                      <c:pt idx="169">
                        <c:v>5.3311339105555566</c:v>
                      </c:pt>
                      <c:pt idx="170">
                        <c:v>3.3447635288933331</c:v>
                      </c:pt>
                      <c:pt idx="171">
                        <c:v>2.3642665727822196</c:v>
                      </c:pt>
                      <c:pt idx="172">
                        <c:v>1.9719390516999991</c:v>
                      </c:pt>
                      <c:pt idx="173">
                        <c:v>2.6485028925066638</c:v>
                      </c:pt>
                      <c:pt idx="174">
                        <c:v>5.5798250569955581</c:v>
                      </c:pt>
                      <c:pt idx="175">
                        <c:v>8.3823031880333403</c:v>
                      </c:pt>
                      <c:pt idx="176">
                        <c:v>10.151679917731116</c:v>
                      </c:pt>
                      <c:pt idx="177">
                        <c:v>9.846394561551115</c:v>
                      </c:pt>
                      <c:pt idx="178">
                        <c:v>10.280972046946662</c:v>
                      </c:pt>
                      <c:pt idx="179">
                        <c:v>11.190773305680001</c:v>
                      </c:pt>
                      <c:pt idx="180">
                        <c:v>12.226920123457779</c:v>
                      </c:pt>
                      <c:pt idx="181">
                        <c:v>13.324851642177791</c:v>
                      </c:pt>
                      <c:pt idx="182">
                        <c:v>13.60674626461115</c:v>
                      </c:pt>
                      <c:pt idx="183">
                        <c:v>13.51786714425551</c:v>
                      </c:pt>
                      <c:pt idx="184">
                        <c:v>12.623506430073343</c:v>
                      </c:pt>
                      <c:pt idx="185">
                        <c:v>13.350186677251081</c:v>
                      </c:pt>
                      <c:pt idx="186">
                        <c:v>13.448854452453331</c:v>
                      </c:pt>
                      <c:pt idx="187">
                        <c:v>14.89528495870224</c:v>
                      </c:pt>
                      <c:pt idx="188">
                        <c:v>15.744953071111091</c:v>
                      </c:pt>
                      <c:pt idx="189">
                        <c:v>17.589479169375579</c:v>
                      </c:pt>
                      <c:pt idx="190">
                        <c:v>16.720820337086639</c:v>
                      </c:pt>
                      <c:pt idx="191">
                        <c:v>13.79207775767332</c:v>
                      </c:pt>
                      <c:pt idx="192">
                        <c:v>10.070013899400001</c:v>
                      </c:pt>
                      <c:pt idx="193">
                        <c:v>6.7431355506577866</c:v>
                      </c:pt>
                      <c:pt idx="194">
                        <c:v>4.3546675927711069</c:v>
                      </c:pt>
                      <c:pt idx="195">
                        <c:v>2.9564958727333313</c:v>
                      </c:pt>
                      <c:pt idx="196">
                        <c:v>2.3150017454599978</c:v>
                      </c:pt>
                      <c:pt idx="197">
                        <c:v>2.523913039011108</c:v>
                      </c:pt>
                      <c:pt idx="198">
                        <c:v>4.6145953358599927</c:v>
                      </c:pt>
                      <c:pt idx="199">
                        <c:v>6.6696888574466673</c:v>
                      </c:pt>
                      <c:pt idx="200">
                        <c:v>9.1472215763400015</c:v>
                      </c:pt>
                      <c:pt idx="201">
                        <c:v>10.685781580455567</c:v>
                      </c:pt>
                      <c:pt idx="202">
                        <c:v>11.549045547602265</c:v>
                      </c:pt>
                      <c:pt idx="203">
                        <c:v>12.351859041600012</c:v>
                      </c:pt>
                      <c:pt idx="204">
                        <c:v>12.161339351406644</c:v>
                      </c:pt>
                      <c:pt idx="205">
                        <c:v>13.003464752004421</c:v>
                      </c:pt>
                      <c:pt idx="206">
                        <c:v>15.226947505671099</c:v>
                      </c:pt>
                      <c:pt idx="207">
                        <c:v>14.65377598290665</c:v>
                      </c:pt>
                      <c:pt idx="208">
                        <c:v>13.182990429451122</c:v>
                      </c:pt>
                      <c:pt idx="209">
                        <c:v>13.681444378446731</c:v>
                      </c:pt>
                      <c:pt idx="210">
                        <c:v>13.39370481069111</c:v>
                      </c:pt>
                      <c:pt idx="211">
                        <c:v>15.076244578942241</c:v>
                      </c:pt>
                      <c:pt idx="212">
                        <c:v>16.115387760811121</c:v>
                      </c:pt>
                      <c:pt idx="213">
                        <c:v>17.859739001233329</c:v>
                      </c:pt>
                      <c:pt idx="214">
                        <c:v>16.919223256908928</c:v>
                      </c:pt>
                      <c:pt idx="215">
                        <c:v>13.919124229871102</c:v>
                      </c:pt>
                      <c:pt idx="216">
                        <c:v>10.105854006202222</c:v>
                      </c:pt>
                      <c:pt idx="217">
                        <c:v>6.4290915331644332</c:v>
                      </c:pt>
                      <c:pt idx="218">
                        <c:v>4.0584048673311157</c:v>
                      </c:pt>
                      <c:pt idx="219">
                        <c:v>2.6863126524555527</c:v>
                      </c:pt>
                      <c:pt idx="220">
                        <c:v>2.1386476993888901</c:v>
                      </c:pt>
                      <c:pt idx="221">
                        <c:v>2.4610126313800014</c:v>
                      </c:pt>
                      <c:pt idx="222">
                        <c:v>4.7828105520222213</c:v>
                      </c:pt>
                      <c:pt idx="223">
                        <c:v>6.7328865625400001</c:v>
                      </c:pt>
                      <c:pt idx="224">
                        <c:v>8.7435984506688875</c:v>
                      </c:pt>
                      <c:pt idx="225">
                        <c:v>9.9391421430355429</c:v>
                      </c:pt>
                      <c:pt idx="226">
                        <c:v>10.596410186664443</c:v>
                      </c:pt>
                      <c:pt idx="227">
                        <c:v>11.276794709286621</c:v>
                      </c:pt>
                      <c:pt idx="228">
                        <c:v>11.7813720417022</c:v>
                      </c:pt>
                      <c:pt idx="229">
                        <c:v>13.256860606882261</c:v>
                      </c:pt>
                      <c:pt idx="230">
                        <c:v>13.79227351644669</c:v>
                      </c:pt>
                      <c:pt idx="231">
                        <c:v>13.228036495653312</c:v>
                      </c:pt>
                      <c:pt idx="232">
                        <c:v>11.969584587004446</c:v>
                      </c:pt>
                      <c:pt idx="233">
                        <c:v>12.460918323264409</c:v>
                      </c:pt>
                      <c:pt idx="234">
                        <c:v>12.35534299758887</c:v>
                      </c:pt>
                      <c:pt idx="235">
                        <c:v>13.86347658938001</c:v>
                      </c:pt>
                      <c:pt idx="236">
                        <c:v>15.131475051715569</c:v>
                      </c:pt>
                      <c:pt idx="237">
                        <c:v>16.830248722311161</c:v>
                      </c:pt>
                      <c:pt idx="238">
                        <c:v>15.711730083184419</c:v>
                      </c:pt>
                      <c:pt idx="239">
                        <c:v>12.162346571908911</c:v>
                      </c:pt>
                      <c:pt idx="240">
                        <c:v>7.9858411347288873</c:v>
                      </c:pt>
                      <c:pt idx="241">
                        <c:v>4.7911298346622209</c:v>
                      </c:pt>
                      <c:pt idx="242">
                        <c:v>2.9611755827555513</c:v>
                      </c:pt>
                      <c:pt idx="243">
                        <c:v>2.1094454207200037</c:v>
                      </c:pt>
                      <c:pt idx="244">
                        <c:v>1.7595869298577791</c:v>
                      </c:pt>
                      <c:pt idx="245">
                        <c:v>2.2115212426799999</c:v>
                      </c:pt>
                      <c:pt idx="246">
                        <c:v>4.8504657738888843</c:v>
                      </c:pt>
                      <c:pt idx="247">
                        <c:v>6.9068436917155651</c:v>
                      </c:pt>
                      <c:pt idx="248">
                        <c:v>8.2018524236555503</c:v>
                      </c:pt>
                      <c:pt idx="249">
                        <c:v>8.3615656775266771</c:v>
                      </c:pt>
                      <c:pt idx="250">
                        <c:v>8.9996661159888891</c:v>
                      </c:pt>
                      <c:pt idx="251">
                        <c:v>10.188300427962226</c:v>
                      </c:pt>
                      <c:pt idx="252">
                        <c:v>11.189231267780045</c:v>
                      </c:pt>
                      <c:pt idx="253">
                        <c:v>12.128596805464488</c:v>
                      </c:pt>
                      <c:pt idx="254">
                        <c:v>12.633862631891109</c:v>
                      </c:pt>
                      <c:pt idx="255">
                        <c:v>12.378438348522245</c:v>
                      </c:pt>
                      <c:pt idx="256">
                        <c:v>12.057151587333378</c:v>
                      </c:pt>
                      <c:pt idx="257">
                        <c:v>12.826628462680031</c:v>
                      </c:pt>
                      <c:pt idx="258">
                        <c:v>12.77399561071336</c:v>
                      </c:pt>
                      <c:pt idx="259">
                        <c:v>14.25008884078666</c:v>
                      </c:pt>
                      <c:pt idx="260">
                        <c:v>15.593510890173329</c:v>
                      </c:pt>
                      <c:pt idx="261">
                        <c:v>17.183185089020032</c:v>
                      </c:pt>
                      <c:pt idx="262">
                        <c:v>15.866873535919989</c:v>
                      </c:pt>
                      <c:pt idx="263">
                        <c:v>12.198263555966657</c:v>
                      </c:pt>
                      <c:pt idx="264">
                        <c:v>7.9094177016488976</c:v>
                      </c:pt>
                      <c:pt idx="265">
                        <c:v>4.8445249625466644</c:v>
                      </c:pt>
                      <c:pt idx="266">
                        <c:v>2.9496883569800061</c:v>
                      </c:pt>
                      <c:pt idx="267">
                        <c:v>2.1361679579955495</c:v>
                      </c:pt>
                      <c:pt idx="268">
                        <c:v>1.8167948954711088</c:v>
                      </c:pt>
                      <c:pt idx="269">
                        <c:v>2.4230231451488944</c:v>
                      </c:pt>
                      <c:pt idx="270">
                        <c:v>5.3240599016399957</c:v>
                      </c:pt>
                      <c:pt idx="271">
                        <c:v>7.7610749336955545</c:v>
                      </c:pt>
                      <c:pt idx="272">
                        <c:v>8.8071792866133389</c:v>
                      </c:pt>
                      <c:pt idx="273">
                        <c:v>8.9556379053599926</c:v>
                      </c:pt>
                      <c:pt idx="274">
                        <c:v>9.6455494596911198</c:v>
                      </c:pt>
                      <c:pt idx="275">
                        <c:v>10.80768868060666</c:v>
                      </c:pt>
                      <c:pt idx="276">
                        <c:v>11.728613546855509</c:v>
                      </c:pt>
                      <c:pt idx="277">
                        <c:v>12.906081562691099</c:v>
                      </c:pt>
                      <c:pt idx="278">
                        <c:v>13.079464651524489</c:v>
                      </c:pt>
                      <c:pt idx="279">
                        <c:v>12.722080088500011</c:v>
                      </c:pt>
                      <c:pt idx="280">
                        <c:v>12.450810475735576</c:v>
                      </c:pt>
                      <c:pt idx="281">
                        <c:v>13.15556675772663</c:v>
                      </c:pt>
                      <c:pt idx="282">
                        <c:v>13.025045681231159</c:v>
                      </c:pt>
                      <c:pt idx="283">
                        <c:v>14.722746284455519</c:v>
                      </c:pt>
                      <c:pt idx="284">
                        <c:v>16.132433583375569</c:v>
                      </c:pt>
                      <c:pt idx="285">
                        <c:v>17.674189370782269</c:v>
                      </c:pt>
                      <c:pt idx="286">
                        <c:v>16.388765912431118</c:v>
                      </c:pt>
                      <c:pt idx="287">
                        <c:v>12.630114787560032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9-3B6C-47C2-956F-045AF7A440C3}"/>
                  </c:ext>
                </c:extLst>
              </c15:ser>
            </c15:filteredLineSeries>
            <c15:filteredLineSeries>
              <c15:ser>
                <c:idx val="23"/>
                <c:order val="2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12-10-2026'!$Y$1</c15:sqref>
                        </c15:formulaRef>
                      </c:ext>
                    </c:extLst>
                    <c:strCache>
                      <c:ptCount val="1"/>
                      <c:pt idx="0">
                        <c:v>EPG MUS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12-10-2026'!$Y$2:$Y$289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112.63244510905113</c:v>
                      </c:pt>
                      <c:pt idx="1">
                        <c:v>72.728939940913307</c:v>
                      </c:pt>
                      <c:pt idx="2">
                        <c:v>44.937242527253332</c:v>
                      </c:pt>
                      <c:pt idx="3">
                        <c:v>30.105460903202193</c:v>
                      </c:pt>
                      <c:pt idx="4">
                        <c:v>23.046781255408877</c:v>
                      </c:pt>
                      <c:pt idx="5">
                        <c:v>26.518388624304478</c:v>
                      </c:pt>
                      <c:pt idx="6">
                        <c:v>50.663816547266634</c:v>
                      </c:pt>
                      <c:pt idx="7">
                        <c:v>77.698417654462219</c:v>
                      </c:pt>
                      <c:pt idx="8">
                        <c:v>93.72302823615999</c:v>
                      </c:pt>
                      <c:pt idx="9">
                        <c:v>101.00033664319778</c:v>
                      </c:pt>
                      <c:pt idx="10">
                        <c:v>111.29293497957779</c:v>
                      </c:pt>
                      <c:pt idx="11">
                        <c:v>122.22038950248022</c:v>
                      </c:pt>
                      <c:pt idx="12">
                        <c:v>129.21825959206262</c:v>
                      </c:pt>
                      <c:pt idx="13">
                        <c:v>142.46433036065145</c:v>
                      </c:pt>
                      <c:pt idx="14">
                        <c:v>148.53630334965564</c:v>
                      </c:pt>
                      <c:pt idx="15">
                        <c:v>148.33104407184686</c:v>
                      </c:pt>
                      <c:pt idx="16">
                        <c:v>135.38798831590208</c:v>
                      </c:pt>
                      <c:pt idx="17">
                        <c:v>144.87235545261831</c:v>
                      </c:pt>
                      <c:pt idx="18">
                        <c:v>142.29017099610891</c:v>
                      </c:pt>
                      <c:pt idx="19">
                        <c:v>158.58479218227316</c:v>
                      </c:pt>
                      <c:pt idx="20">
                        <c:v>171.02885129304229</c:v>
                      </c:pt>
                      <c:pt idx="21">
                        <c:v>196.23557115831312</c:v>
                      </c:pt>
                      <c:pt idx="22">
                        <c:v>193.65609322520226</c:v>
                      </c:pt>
                      <c:pt idx="23">
                        <c:v>166.16150477188927</c:v>
                      </c:pt>
                      <c:pt idx="24">
                        <c:v>126.51181827323767</c:v>
                      </c:pt>
                      <c:pt idx="25">
                        <c:v>87.363285338382241</c:v>
                      </c:pt>
                      <c:pt idx="26">
                        <c:v>55.452184089624396</c:v>
                      </c:pt>
                      <c:pt idx="27">
                        <c:v>36.087814943693374</c:v>
                      </c:pt>
                      <c:pt idx="28">
                        <c:v>25.678896503815594</c:v>
                      </c:pt>
                      <c:pt idx="29">
                        <c:v>25.630077643899977</c:v>
                      </c:pt>
                      <c:pt idx="30">
                        <c:v>41.123425789244493</c:v>
                      </c:pt>
                      <c:pt idx="31">
                        <c:v>57.696495206039977</c:v>
                      </c:pt>
                      <c:pt idx="32">
                        <c:v>80.142461983046644</c:v>
                      </c:pt>
                      <c:pt idx="33">
                        <c:v>99.381039404246707</c:v>
                      </c:pt>
                      <c:pt idx="34">
                        <c:v>116.51889928220891</c:v>
                      </c:pt>
                      <c:pt idx="35">
                        <c:v>131.26876835419557</c:v>
                      </c:pt>
                      <c:pt idx="36">
                        <c:v>130.83002097412177</c:v>
                      </c:pt>
                      <c:pt idx="37">
                        <c:v>137.31781639119609</c:v>
                      </c:pt>
                      <c:pt idx="38">
                        <c:v>172.14197796585739</c:v>
                      </c:pt>
                      <c:pt idx="39">
                        <c:v>166.39627698312839</c:v>
                      </c:pt>
                      <c:pt idx="40">
                        <c:v>143.0896701410133</c:v>
                      </c:pt>
                      <c:pt idx="41">
                        <c:v>148.49881141752431</c:v>
                      </c:pt>
                      <c:pt idx="42">
                        <c:v>144.11567761493987</c:v>
                      </c:pt>
                      <c:pt idx="43">
                        <c:v>164.4541956261865</c:v>
                      </c:pt>
                      <c:pt idx="44">
                        <c:v>178.55810444326613</c:v>
                      </c:pt>
                      <c:pt idx="45">
                        <c:v>205.9399274873287</c:v>
                      </c:pt>
                      <c:pt idx="46">
                        <c:v>202.18259089255781</c:v>
                      </c:pt>
                      <c:pt idx="47">
                        <c:v>176.3086480650467</c:v>
                      </c:pt>
                      <c:pt idx="48">
                        <c:v>134.04099994822863</c:v>
                      </c:pt>
                      <c:pt idx="49">
                        <c:v>90.741655890242242</c:v>
                      </c:pt>
                      <c:pt idx="50">
                        <c:v>56.8359363891622</c:v>
                      </c:pt>
                      <c:pt idx="51">
                        <c:v>35.840454186342264</c:v>
                      </c:pt>
                      <c:pt idx="52">
                        <c:v>25.419221193417783</c:v>
                      </c:pt>
                      <c:pt idx="53">
                        <c:v>25.701060396542196</c:v>
                      </c:pt>
                      <c:pt idx="54">
                        <c:v>42.949081696011149</c:v>
                      </c:pt>
                      <c:pt idx="55">
                        <c:v>62.831131267593335</c:v>
                      </c:pt>
                      <c:pt idx="56">
                        <c:v>84.660800383368922</c:v>
                      </c:pt>
                      <c:pt idx="57">
                        <c:v>101.82559658554662</c:v>
                      </c:pt>
                      <c:pt idx="58">
                        <c:v>114.45578914802226</c:v>
                      </c:pt>
                      <c:pt idx="59">
                        <c:v>125.73553766419066</c:v>
                      </c:pt>
                      <c:pt idx="60">
                        <c:v>130.86120483132888</c:v>
                      </c:pt>
                      <c:pt idx="61">
                        <c:v>148.13602431068244</c:v>
                      </c:pt>
                      <c:pt idx="62">
                        <c:v>157.3261202756668</c:v>
                      </c:pt>
                      <c:pt idx="63">
                        <c:v>154.70370591044011</c:v>
                      </c:pt>
                      <c:pt idx="64">
                        <c:v>138.68033105883075</c:v>
                      </c:pt>
                      <c:pt idx="65">
                        <c:v>147.20713812288918</c:v>
                      </c:pt>
                      <c:pt idx="66">
                        <c:v>143.50598152219965</c:v>
                      </c:pt>
                      <c:pt idx="67">
                        <c:v>158.10482581160687</c:v>
                      </c:pt>
                      <c:pt idx="68">
                        <c:v>171.20977553911979</c:v>
                      </c:pt>
                      <c:pt idx="69">
                        <c:v>197.59908957928451</c:v>
                      </c:pt>
                      <c:pt idx="70">
                        <c:v>192.97642140234032</c:v>
                      </c:pt>
                      <c:pt idx="71">
                        <c:v>160.18401154065788</c:v>
                      </c:pt>
                      <c:pt idx="72">
                        <c:v>113.0695775047889</c:v>
                      </c:pt>
                      <c:pt idx="73">
                        <c:v>72.15255121297335</c:v>
                      </c:pt>
                      <c:pt idx="74">
                        <c:v>44.719981222848865</c:v>
                      </c:pt>
                      <c:pt idx="75">
                        <c:v>29.340197162531108</c:v>
                      </c:pt>
                      <c:pt idx="76">
                        <c:v>22.575467422182253</c:v>
                      </c:pt>
                      <c:pt idx="77">
                        <c:v>25.011869831953302</c:v>
                      </c:pt>
                      <c:pt idx="78">
                        <c:v>47.743007235511115</c:v>
                      </c:pt>
                      <c:pt idx="79">
                        <c:v>74.00935097251552</c:v>
                      </c:pt>
                      <c:pt idx="80">
                        <c:v>90.590505864602221</c:v>
                      </c:pt>
                      <c:pt idx="81">
                        <c:v>98.966052168051093</c:v>
                      </c:pt>
                      <c:pt idx="82">
                        <c:v>108.95464682822221</c:v>
                      </c:pt>
                      <c:pt idx="83">
                        <c:v>120.26702656216892</c:v>
                      </c:pt>
                      <c:pt idx="84">
                        <c:v>126.03561211668905</c:v>
                      </c:pt>
                      <c:pt idx="85">
                        <c:v>138.10229329050199</c:v>
                      </c:pt>
                      <c:pt idx="86">
                        <c:v>143.00969238006692</c:v>
                      </c:pt>
                      <c:pt idx="87">
                        <c:v>141.52017966773118</c:v>
                      </c:pt>
                      <c:pt idx="88">
                        <c:v>133.78676643918473</c:v>
                      </c:pt>
                      <c:pt idx="89">
                        <c:v>145.60131401045584</c:v>
                      </c:pt>
                      <c:pt idx="90">
                        <c:v>141.4954412089732</c:v>
                      </c:pt>
                      <c:pt idx="91">
                        <c:v>158.91116506864665</c:v>
                      </c:pt>
                      <c:pt idx="92">
                        <c:v>173.7544200256489</c:v>
                      </c:pt>
                      <c:pt idx="93">
                        <c:v>200.06836678347815</c:v>
                      </c:pt>
                      <c:pt idx="94">
                        <c:v>192.09997105990658</c:v>
                      </c:pt>
                      <c:pt idx="95">
                        <c:v>157.12498945288888</c:v>
                      </c:pt>
                      <c:pt idx="96">
                        <c:v>109.52730542977557</c:v>
                      </c:pt>
                      <c:pt idx="97">
                        <c:v>69.246284961982269</c:v>
                      </c:pt>
                      <c:pt idx="98">
                        <c:v>42.336366043440023</c:v>
                      </c:pt>
                      <c:pt idx="99">
                        <c:v>28.084845172919994</c:v>
                      </c:pt>
                      <c:pt idx="100">
                        <c:v>21.848827810273296</c:v>
                      </c:pt>
                      <c:pt idx="101">
                        <c:v>24.667046565017813</c:v>
                      </c:pt>
                      <c:pt idx="102">
                        <c:v>48.832513498335572</c:v>
                      </c:pt>
                      <c:pt idx="103">
                        <c:v>76.830186488386715</c:v>
                      </c:pt>
                      <c:pt idx="104">
                        <c:v>93.11006909203995</c:v>
                      </c:pt>
                      <c:pt idx="105">
                        <c:v>100.31272406940226</c:v>
                      </c:pt>
                      <c:pt idx="106">
                        <c:v>110.25248897427338</c:v>
                      </c:pt>
                      <c:pt idx="107">
                        <c:v>122.86096484894921</c:v>
                      </c:pt>
                      <c:pt idx="108">
                        <c:v>129.11256345486697</c:v>
                      </c:pt>
                      <c:pt idx="109">
                        <c:v>140.26062642494418</c:v>
                      </c:pt>
                      <c:pt idx="110">
                        <c:v>144.99836020158716</c:v>
                      </c:pt>
                      <c:pt idx="111">
                        <c:v>143.45133365277115</c:v>
                      </c:pt>
                      <c:pt idx="112">
                        <c:v>135.62046940786686</c:v>
                      </c:pt>
                      <c:pt idx="113">
                        <c:v>146.39523384017309</c:v>
                      </c:pt>
                      <c:pt idx="114">
                        <c:v>142.83482400186236</c:v>
                      </c:pt>
                      <c:pt idx="115">
                        <c:v>160.06729914297284</c:v>
                      </c:pt>
                      <c:pt idx="116">
                        <c:v>176.26123720336187</c:v>
                      </c:pt>
                      <c:pt idx="117">
                        <c:v>203.9812669597047</c:v>
                      </c:pt>
                      <c:pt idx="118">
                        <c:v>194.60493944726883</c:v>
                      </c:pt>
                      <c:pt idx="119">
                        <c:v>158.64089695923377</c:v>
                      </c:pt>
                      <c:pt idx="120">
                        <c:v>109.54347885619337</c:v>
                      </c:pt>
                      <c:pt idx="121">
                        <c:v>68.987834320848862</c:v>
                      </c:pt>
                      <c:pt idx="122">
                        <c:v>42.357329602208885</c:v>
                      </c:pt>
                      <c:pt idx="123">
                        <c:v>27.783203643255547</c:v>
                      </c:pt>
                      <c:pt idx="124">
                        <c:v>21.548575657077816</c:v>
                      </c:pt>
                      <c:pt idx="125">
                        <c:v>24.697316996566627</c:v>
                      </c:pt>
                      <c:pt idx="126">
                        <c:v>50.180632328602201</c:v>
                      </c:pt>
                      <c:pt idx="127">
                        <c:v>78.712791496513361</c:v>
                      </c:pt>
                      <c:pt idx="128">
                        <c:v>94.487216827997841</c:v>
                      </c:pt>
                      <c:pt idx="129">
                        <c:v>101.5519444189467</c:v>
                      </c:pt>
                      <c:pt idx="130">
                        <c:v>111.53837458499559</c:v>
                      </c:pt>
                      <c:pt idx="131">
                        <c:v>122.19237998344222</c:v>
                      </c:pt>
                      <c:pt idx="132">
                        <c:v>131.36610026399981</c:v>
                      </c:pt>
                      <c:pt idx="133">
                        <c:v>150.3346929850529</c:v>
                      </c:pt>
                      <c:pt idx="134">
                        <c:v>154.74061847073747</c:v>
                      </c:pt>
                      <c:pt idx="135">
                        <c:v>151.56160868470644</c:v>
                      </c:pt>
                      <c:pt idx="136">
                        <c:v>138.41640790000235</c:v>
                      </c:pt>
                      <c:pt idx="137">
                        <c:v>149.02056097435548</c:v>
                      </c:pt>
                      <c:pt idx="138">
                        <c:v>158.4894539837797</c:v>
                      </c:pt>
                      <c:pt idx="139">
                        <c:v>176.5076611990427</c:v>
                      </c:pt>
                      <c:pt idx="140">
                        <c:v>180.89368315167579</c:v>
                      </c:pt>
                      <c:pt idx="141">
                        <c:v>206.18494465093107</c:v>
                      </c:pt>
                      <c:pt idx="142">
                        <c:v>194.65443586008848</c:v>
                      </c:pt>
                      <c:pt idx="143">
                        <c:v>157.44451724353084</c:v>
                      </c:pt>
                      <c:pt idx="144">
                        <c:v>114.41926717949782</c:v>
                      </c:pt>
                      <c:pt idx="145">
                        <c:v>72.925388232844497</c:v>
                      </c:pt>
                      <c:pt idx="146">
                        <c:v>46.232907016524443</c:v>
                      </c:pt>
                      <c:pt idx="147">
                        <c:v>28.613367282108875</c:v>
                      </c:pt>
                      <c:pt idx="148">
                        <c:v>22.30671796467108</c:v>
                      </c:pt>
                      <c:pt idx="149">
                        <c:v>25.647555170677812</c:v>
                      </c:pt>
                      <c:pt idx="150">
                        <c:v>51.292116551706691</c:v>
                      </c:pt>
                      <c:pt idx="151">
                        <c:v>80.076836276180018</c:v>
                      </c:pt>
                      <c:pt idx="152">
                        <c:v>96.831844222560022</c:v>
                      </c:pt>
                      <c:pt idx="153">
                        <c:v>102.9048998499933</c:v>
                      </c:pt>
                      <c:pt idx="154">
                        <c:v>112.15081966769552</c:v>
                      </c:pt>
                      <c:pt idx="155">
                        <c:v>122.83788507965531</c:v>
                      </c:pt>
                      <c:pt idx="156">
                        <c:v>127.97757869927304</c:v>
                      </c:pt>
                      <c:pt idx="157">
                        <c:v>139.67833947042419</c:v>
                      </c:pt>
                      <c:pt idx="158">
                        <c:v>144.69290487528488</c:v>
                      </c:pt>
                      <c:pt idx="159">
                        <c:v>142.86061321350456</c:v>
                      </c:pt>
                      <c:pt idx="160">
                        <c:v>137.38481938753327</c:v>
                      </c:pt>
                      <c:pt idx="161">
                        <c:v>151.69029027062248</c:v>
                      </c:pt>
                      <c:pt idx="162">
                        <c:v>147.50934963177806</c:v>
                      </c:pt>
                      <c:pt idx="163">
                        <c:v>163.97373967199738</c:v>
                      </c:pt>
                      <c:pt idx="164">
                        <c:v>178.41271901629329</c:v>
                      </c:pt>
                      <c:pt idx="165">
                        <c:v>202.01398388492652</c:v>
                      </c:pt>
                      <c:pt idx="166">
                        <c:v>193.75981310975737</c:v>
                      </c:pt>
                      <c:pt idx="167">
                        <c:v>155.81595211367966</c:v>
                      </c:pt>
                      <c:pt idx="168">
                        <c:v>108.65081145104222</c:v>
                      </c:pt>
                      <c:pt idx="169">
                        <c:v>68.739361270146645</c:v>
                      </c:pt>
                      <c:pt idx="170">
                        <c:v>42.783125637600037</c:v>
                      </c:pt>
                      <c:pt idx="171">
                        <c:v>28.56012925020222</c:v>
                      </c:pt>
                      <c:pt idx="172">
                        <c:v>22.49798563034669</c:v>
                      </c:pt>
                      <c:pt idx="173">
                        <c:v>26.420893436615522</c:v>
                      </c:pt>
                      <c:pt idx="174">
                        <c:v>52.885169413962259</c:v>
                      </c:pt>
                      <c:pt idx="175">
                        <c:v>85.259773612995588</c:v>
                      </c:pt>
                      <c:pt idx="176">
                        <c:v>106.66819961732001</c:v>
                      </c:pt>
                      <c:pt idx="177">
                        <c:v>114.2394737024533</c:v>
                      </c:pt>
                      <c:pt idx="178">
                        <c:v>121.41100192236667</c:v>
                      </c:pt>
                      <c:pt idx="179">
                        <c:v>129.20584873878681</c:v>
                      </c:pt>
                      <c:pt idx="180">
                        <c:v>134.27866405563537</c:v>
                      </c:pt>
                      <c:pt idx="181">
                        <c:v>145.97512547234851</c:v>
                      </c:pt>
                      <c:pt idx="182">
                        <c:v>150.13743945191106</c:v>
                      </c:pt>
                      <c:pt idx="183">
                        <c:v>148.54324327289811</c:v>
                      </c:pt>
                      <c:pt idx="184">
                        <c:v>139.38772274738403</c:v>
                      </c:pt>
                      <c:pt idx="185">
                        <c:v>150.37096191766631</c:v>
                      </c:pt>
                      <c:pt idx="186">
                        <c:v>149.76519776826714</c:v>
                      </c:pt>
                      <c:pt idx="187">
                        <c:v>168.17402284842441</c:v>
                      </c:pt>
                      <c:pt idx="188">
                        <c:v>179.03331015121131</c:v>
                      </c:pt>
                      <c:pt idx="189">
                        <c:v>201.02219478070248</c:v>
                      </c:pt>
                      <c:pt idx="190">
                        <c:v>196.50556173922624</c:v>
                      </c:pt>
                      <c:pt idx="191">
                        <c:v>166.53356088422842</c:v>
                      </c:pt>
                      <c:pt idx="192">
                        <c:v>125.3739491708089</c:v>
                      </c:pt>
                      <c:pt idx="193">
                        <c:v>86.059100758408874</c:v>
                      </c:pt>
                      <c:pt idx="194">
                        <c:v>55.388112842593301</c:v>
                      </c:pt>
                      <c:pt idx="195">
                        <c:v>36.501463583420005</c:v>
                      </c:pt>
                      <c:pt idx="196">
                        <c:v>25.933840378428908</c:v>
                      </c:pt>
                      <c:pt idx="197">
                        <c:v>24.57972111644662</c:v>
                      </c:pt>
                      <c:pt idx="198">
                        <c:v>41.620710006617763</c:v>
                      </c:pt>
                      <c:pt idx="199">
                        <c:v>60.102983234073371</c:v>
                      </c:pt>
                      <c:pt idx="200">
                        <c:v>84.679554470360074</c:v>
                      </c:pt>
                      <c:pt idx="201">
                        <c:v>105.83245989401331</c:v>
                      </c:pt>
                      <c:pt idx="202">
                        <c:v>121.5054620302197</c:v>
                      </c:pt>
                      <c:pt idx="203">
                        <c:v>134.13404528836702</c:v>
                      </c:pt>
                      <c:pt idx="204">
                        <c:v>132.32772592800626</c:v>
                      </c:pt>
                      <c:pt idx="205">
                        <c:v>139.53241161832673</c:v>
                      </c:pt>
                      <c:pt idx="206">
                        <c:v>172.01125558736851</c:v>
                      </c:pt>
                      <c:pt idx="207">
                        <c:v>164.13979662465502</c:v>
                      </c:pt>
                      <c:pt idx="208">
                        <c:v>147.0490319924684</c:v>
                      </c:pt>
                      <c:pt idx="209">
                        <c:v>153.95000823146273</c:v>
                      </c:pt>
                      <c:pt idx="210">
                        <c:v>149.52891029334452</c:v>
                      </c:pt>
                      <c:pt idx="211">
                        <c:v>169.22513786493136</c:v>
                      </c:pt>
                      <c:pt idx="212">
                        <c:v>183.31809682814185</c:v>
                      </c:pt>
                      <c:pt idx="213">
                        <c:v>206.37011198660912</c:v>
                      </c:pt>
                      <c:pt idx="214">
                        <c:v>204.49411553414433</c:v>
                      </c:pt>
                      <c:pt idx="215">
                        <c:v>172.05098563294879</c:v>
                      </c:pt>
                      <c:pt idx="216">
                        <c:v>126.626662819822</c:v>
                      </c:pt>
                      <c:pt idx="217">
                        <c:v>83.385444926135591</c:v>
                      </c:pt>
                      <c:pt idx="218">
                        <c:v>52.119103214068872</c:v>
                      </c:pt>
                      <c:pt idx="219">
                        <c:v>33.268537816028932</c:v>
                      </c:pt>
                      <c:pt idx="220">
                        <c:v>24.215887233728871</c:v>
                      </c:pt>
                      <c:pt idx="221">
                        <c:v>24.211632132228889</c:v>
                      </c:pt>
                      <c:pt idx="222">
                        <c:v>42.936412947942202</c:v>
                      </c:pt>
                      <c:pt idx="223">
                        <c:v>64.438473061204419</c:v>
                      </c:pt>
                      <c:pt idx="224">
                        <c:v>86.670533408026685</c:v>
                      </c:pt>
                      <c:pt idx="225">
                        <c:v>102.83353221660445</c:v>
                      </c:pt>
                      <c:pt idx="226">
                        <c:v>115.09539016281107</c:v>
                      </c:pt>
                      <c:pt idx="227">
                        <c:v>126.55234858598892</c:v>
                      </c:pt>
                      <c:pt idx="228">
                        <c:v>130.46716643182251</c:v>
                      </c:pt>
                      <c:pt idx="229">
                        <c:v>147.58066424069366</c:v>
                      </c:pt>
                      <c:pt idx="230">
                        <c:v>156.92008475772261</c:v>
                      </c:pt>
                      <c:pt idx="231">
                        <c:v>152.34787512394439</c:v>
                      </c:pt>
                      <c:pt idx="232">
                        <c:v>140.10288958621825</c:v>
                      </c:pt>
                      <c:pt idx="233">
                        <c:v>150.76191878531813</c:v>
                      </c:pt>
                      <c:pt idx="234">
                        <c:v>147.75910934339316</c:v>
                      </c:pt>
                      <c:pt idx="235">
                        <c:v>164.03263616315971</c:v>
                      </c:pt>
                      <c:pt idx="236">
                        <c:v>181.18182151916196</c:v>
                      </c:pt>
                      <c:pt idx="237">
                        <c:v>205.71582568345576</c:v>
                      </c:pt>
                      <c:pt idx="238">
                        <c:v>193.0039044590246</c:v>
                      </c:pt>
                      <c:pt idx="239">
                        <c:v>155.42306285516682</c:v>
                      </c:pt>
                      <c:pt idx="240">
                        <c:v>107.55096875051554</c:v>
                      </c:pt>
                      <c:pt idx="241">
                        <c:v>67.686901900068932</c:v>
                      </c:pt>
                      <c:pt idx="242">
                        <c:v>41.216067016806655</c:v>
                      </c:pt>
                      <c:pt idx="243">
                        <c:v>27.384834340697815</c:v>
                      </c:pt>
                      <c:pt idx="244">
                        <c:v>21.675829260637769</c:v>
                      </c:pt>
                      <c:pt idx="245">
                        <c:v>24.18928067467332</c:v>
                      </c:pt>
                      <c:pt idx="246">
                        <c:v>48.607089827079974</c:v>
                      </c:pt>
                      <c:pt idx="247">
                        <c:v>76.565485257228929</c:v>
                      </c:pt>
                      <c:pt idx="248">
                        <c:v>92.298407587928892</c:v>
                      </c:pt>
                      <c:pt idx="249">
                        <c:v>99.059991623606663</c:v>
                      </c:pt>
                      <c:pt idx="250">
                        <c:v>109.01598935999328</c:v>
                      </c:pt>
                      <c:pt idx="251">
                        <c:v>120.85040964062222</c:v>
                      </c:pt>
                      <c:pt idx="252">
                        <c:v>127.16195987718014</c:v>
                      </c:pt>
                      <c:pt idx="253">
                        <c:v>139.65725589845357</c:v>
                      </c:pt>
                      <c:pt idx="254">
                        <c:v>144.95270892234672</c:v>
                      </c:pt>
                      <c:pt idx="255">
                        <c:v>142.82287686825737</c:v>
                      </c:pt>
                      <c:pt idx="256">
                        <c:v>141.02826149737328</c:v>
                      </c:pt>
                      <c:pt idx="257">
                        <c:v>154.25304044901961</c:v>
                      </c:pt>
                      <c:pt idx="258">
                        <c:v>148.89219798435957</c:v>
                      </c:pt>
                      <c:pt idx="259">
                        <c:v>164.77901767866854</c:v>
                      </c:pt>
                      <c:pt idx="260">
                        <c:v>181.54857602632211</c:v>
                      </c:pt>
                      <c:pt idx="261">
                        <c:v>203.49838783978205</c:v>
                      </c:pt>
                      <c:pt idx="262">
                        <c:v>191.80251017016408</c:v>
                      </c:pt>
                      <c:pt idx="263">
                        <c:v>152.12944259599826</c:v>
                      </c:pt>
                      <c:pt idx="264">
                        <c:v>103.70134261969778</c:v>
                      </c:pt>
                      <c:pt idx="265">
                        <c:v>63.991788751026682</c:v>
                      </c:pt>
                      <c:pt idx="266">
                        <c:v>39.003575879099969</c:v>
                      </c:pt>
                      <c:pt idx="267">
                        <c:v>26.448545099193343</c:v>
                      </c:pt>
                      <c:pt idx="268">
                        <c:v>21.299069157135566</c:v>
                      </c:pt>
                      <c:pt idx="269">
                        <c:v>24.124876923842237</c:v>
                      </c:pt>
                      <c:pt idx="270">
                        <c:v>49.84576003702891</c:v>
                      </c:pt>
                      <c:pt idx="271">
                        <c:v>79.876690690186734</c:v>
                      </c:pt>
                      <c:pt idx="272">
                        <c:v>94.627165222928909</c:v>
                      </c:pt>
                      <c:pt idx="273">
                        <c:v>102.02509559841108</c:v>
                      </c:pt>
                      <c:pt idx="274">
                        <c:v>111.97569285324003</c:v>
                      </c:pt>
                      <c:pt idx="275">
                        <c:v>123.39258548630447</c:v>
                      </c:pt>
                      <c:pt idx="276">
                        <c:v>129.14366730080673</c:v>
                      </c:pt>
                      <c:pt idx="277">
                        <c:v>140.65005260141072</c:v>
                      </c:pt>
                      <c:pt idx="278">
                        <c:v>145.58698255407089</c:v>
                      </c:pt>
                      <c:pt idx="279">
                        <c:v>143.56173864698891</c:v>
                      </c:pt>
                      <c:pt idx="280">
                        <c:v>141.86361073690037</c:v>
                      </c:pt>
                      <c:pt idx="281">
                        <c:v>152.87950152942034</c:v>
                      </c:pt>
                      <c:pt idx="282">
                        <c:v>148.59423322447336</c:v>
                      </c:pt>
                      <c:pt idx="283">
                        <c:v>167.56976907742484</c:v>
                      </c:pt>
                      <c:pt idx="284">
                        <c:v>185.85663892899544</c:v>
                      </c:pt>
                      <c:pt idx="285">
                        <c:v>208.77080449919359</c:v>
                      </c:pt>
                      <c:pt idx="286">
                        <c:v>195.17457765932494</c:v>
                      </c:pt>
                      <c:pt idx="287">
                        <c:v>153.73018122826494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A-3B6C-47C2-956F-045AF7A440C3}"/>
                  </c:ext>
                </c:extLst>
              </c15:ser>
            </c15:filteredLineSeries>
            <c15:filteredLineSeries>
              <c15:ser>
                <c:idx val="24"/>
                <c:order val="2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12-10-2026'!$Z$1</c15:sqref>
                        </c15:formulaRef>
                      </c:ext>
                    </c:extLst>
                    <c:strCache>
                      <c:ptCount val="1"/>
                      <c:pt idx="0">
                        <c:v>EPG ORN SGI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12-10-2026'!$Z$2:$Z$289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136.14688478448491</c:v>
                      </c:pt>
                      <c:pt idx="1">
                        <c:v>85.996086266164468</c:v>
                      </c:pt>
                      <c:pt idx="2">
                        <c:v>51.646777347302198</c:v>
                      </c:pt>
                      <c:pt idx="3">
                        <c:v>31.23448519174222</c:v>
                      </c:pt>
                      <c:pt idx="4">
                        <c:v>22.260252567864402</c:v>
                      </c:pt>
                      <c:pt idx="5">
                        <c:v>21.341360764786621</c:v>
                      </c:pt>
                      <c:pt idx="6">
                        <c:v>41.505717867155511</c:v>
                      </c:pt>
                      <c:pt idx="7">
                        <c:v>65.529399156539995</c:v>
                      </c:pt>
                      <c:pt idx="8">
                        <c:v>85.346152658757774</c:v>
                      </c:pt>
                      <c:pt idx="9">
                        <c:v>94.770025383011159</c:v>
                      </c:pt>
                      <c:pt idx="10">
                        <c:v>107.7917351760555</c:v>
                      </c:pt>
                      <c:pt idx="11">
                        <c:v>124.1838883804689</c:v>
                      </c:pt>
                      <c:pt idx="12">
                        <c:v>137.5429142611664</c:v>
                      </c:pt>
                      <c:pt idx="13">
                        <c:v>151.35857840456009</c:v>
                      </c:pt>
                      <c:pt idx="14">
                        <c:v>162.08701293815989</c:v>
                      </c:pt>
                      <c:pt idx="15">
                        <c:v>160.54131131671318</c:v>
                      </c:pt>
                      <c:pt idx="16">
                        <c:v>143.52586301172272</c:v>
                      </c:pt>
                      <c:pt idx="17">
                        <c:v>148.18706330616919</c:v>
                      </c:pt>
                      <c:pt idx="18">
                        <c:v>149.69739581497569</c:v>
                      </c:pt>
                      <c:pt idx="19">
                        <c:v>164.29519725420619</c:v>
                      </c:pt>
                      <c:pt idx="20">
                        <c:v>180.08636672762901</c:v>
                      </c:pt>
                      <c:pt idx="21">
                        <c:v>224.01946541126841</c:v>
                      </c:pt>
                      <c:pt idx="22">
                        <c:v>235.38460120155378</c:v>
                      </c:pt>
                      <c:pt idx="23">
                        <c:v>206.3237099160242</c:v>
                      </c:pt>
                      <c:pt idx="24">
                        <c:v>153.88022637080209</c:v>
                      </c:pt>
                      <c:pt idx="25">
                        <c:v>96.460001616071068</c:v>
                      </c:pt>
                      <c:pt idx="26">
                        <c:v>56.970209144837789</c:v>
                      </c:pt>
                      <c:pt idx="27">
                        <c:v>38.30546961246668</c:v>
                      </c:pt>
                      <c:pt idx="28">
                        <c:v>26.110662313231099</c:v>
                      </c:pt>
                      <c:pt idx="29">
                        <c:v>22.501098649242209</c:v>
                      </c:pt>
                      <c:pt idx="30">
                        <c:v>36.657474824282176</c:v>
                      </c:pt>
                      <c:pt idx="31">
                        <c:v>51.709098527255534</c:v>
                      </c:pt>
                      <c:pt idx="32">
                        <c:v>76.921755329208864</c:v>
                      </c:pt>
                      <c:pt idx="33">
                        <c:v>100.20485904939997</c:v>
                      </c:pt>
                      <c:pt idx="34">
                        <c:v>120.09015920188689</c:v>
                      </c:pt>
                      <c:pt idx="35">
                        <c:v>135.71344820229359</c:v>
                      </c:pt>
                      <c:pt idx="36">
                        <c:v>148.16066560041961</c:v>
                      </c:pt>
                      <c:pt idx="37">
                        <c:v>154.45385828688239</c:v>
                      </c:pt>
                      <c:pt idx="38">
                        <c:v>193.0861432179579</c:v>
                      </c:pt>
                      <c:pt idx="39">
                        <c:v>183.9132414037243</c:v>
                      </c:pt>
                      <c:pt idx="40">
                        <c:v>153.14303844280479</c:v>
                      </c:pt>
                      <c:pt idx="41">
                        <c:v>154.48513351659298</c:v>
                      </c:pt>
                      <c:pt idx="42">
                        <c:v>155.87750392619341</c:v>
                      </c:pt>
                      <c:pt idx="43">
                        <c:v>169.81668261328861</c:v>
                      </c:pt>
                      <c:pt idx="44">
                        <c:v>186.9028959993484</c:v>
                      </c:pt>
                      <c:pt idx="45">
                        <c:v>234.32449405470419</c:v>
                      </c:pt>
                      <c:pt idx="46">
                        <c:v>241.71934877526621</c:v>
                      </c:pt>
                      <c:pt idx="47">
                        <c:v>213.46233962781119</c:v>
                      </c:pt>
                      <c:pt idx="48">
                        <c:v>159.88395008662931</c:v>
                      </c:pt>
                      <c:pt idx="49">
                        <c:v>105.30012528766662</c:v>
                      </c:pt>
                      <c:pt idx="50">
                        <c:v>62.86709723831116</c:v>
                      </c:pt>
                      <c:pt idx="51">
                        <c:v>37.839158146715526</c:v>
                      </c:pt>
                      <c:pt idx="52">
                        <c:v>24.950225373173293</c:v>
                      </c:pt>
                      <c:pt idx="53">
                        <c:v>21.484418533235537</c:v>
                      </c:pt>
                      <c:pt idx="54">
                        <c:v>37.129627966880008</c:v>
                      </c:pt>
                      <c:pt idx="55">
                        <c:v>55.037790919135588</c:v>
                      </c:pt>
                      <c:pt idx="56">
                        <c:v>79.745407229557799</c:v>
                      </c:pt>
                      <c:pt idx="57">
                        <c:v>99.354521086202254</c:v>
                      </c:pt>
                      <c:pt idx="58">
                        <c:v>114.2003636738111</c:v>
                      </c:pt>
                      <c:pt idx="59">
                        <c:v>132.0252695957513</c:v>
                      </c:pt>
                      <c:pt idx="60">
                        <c:v>143.9599803205449</c:v>
                      </c:pt>
                      <c:pt idx="61">
                        <c:v>161.66092981049579</c:v>
                      </c:pt>
                      <c:pt idx="62">
                        <c:v>176.8496514115796</c:v>
                      </c:pt>
                      <c:pt idx="63">
                        <c:v>170.3613298243736</c:v>
                      </c:pt>
                      <c:pt idx="64">
                        <c:v>148.60900253194029</c:v>
                      </c:pt>
                      <c:pt idx="65">
                        <c:v>151.65534217741808</c:v>
                      </c:pt>
                      <c:pt idx="66">
                        <c:v>153.28241571762871</c:v>
                      </c:pt>
                      <c:pt idx="67">
                        <c:v>167.22488919400712</c:v>
                      </c:pt>
                      <c:pt idx="68">
                        <c:v>182.0285059580529</c:v>
                      </c:pt>
                      <c:pt idx="69">
                        <c:v>227.38026160279159</c:v>
                      </c:pt>
                      <c:pt idx="70">
                        <c:v>232.63069483458929</c:v>
                      </c:pt>
                      <c:pt idx="71">
                        <c:v>195.39944359019509</c:v>
                      </c:pt>
                      <c:pt idx="72">
                        <c:v>136.2034510775091</c:v>
                      </c:pt>
                      <c:pt idx="73">
                        <c:v>83.773344538653333</c:v>
                      </c:pt>
                      <c:pt idx="74">
                        <c:v>49.346723393002243</c:v>
                      </c:pt>
                      <c:pt idx="75">
                        <c:v>30.2728119244067</c:v>
                      </c:pt>
                      <c:pt idx="76">
                        <c:v>21.180769235691109</c:v>
                      </c:pt>
                      <c:pt idx="77">
                        <c:v>20.411248236488859</c:v>
                      </c:pt>
                      <c:pt idx="78">
                        <c:v>39.871167084631111</c:v>
                      </c:pt>
                      <c:pt idx="79">
                        <c:v>63.625480773348883</c:v>
                      </c:pt>
                      <c:pt idx="80">
                        <c:v>83.976570714584469</c:v>
                      </c:pt>
                      <c:pt idx="81">
                        <c:v>94.021833361317803</c:v>
                      </c:pt>
                      <c:pt idx="82">
                        <c:v>106.3901337048267</c:v>
                      </c:pt>
                      <c:pt idx="83">
                        <c:v>122.4870769771732</c:v>
                      </c:pt>
                      <c:pt idx="84">
                        <c:v>134.6533530139981</c:v>
                      </c:pt>
                      <c:pt idx="85">
                        <c:v>145.98145820196021</c:v>
                      </c:pt>
                      <c:pt idx="86">
                        <c:v>153.44077809230879</c:v>
                      </c:pt>
                      <c:pt idx="87">
                        <c:v>150.24291451637112</c:v>
                      </c:pt>
                      <c:pt idx="88">
                        <c:v>139.01477918995579</c:v>
                      </c:pt>
                      <c:pt idx="89">
                        <c:v>147.28689045632402</c:v>
                      </c:pt>
                      <c:pt idx="90">
                        <c:v>148.20608583134629</c:v>
                      </c:pt>
                      <c:pt idx="91">
                        <c:v>166.58006366484227</c:v>
                      </c:pt>
                      <c:pt idx="92">
                        <c:v>181.52210875538441</c:v>
                      </c:pt>
                      <c:pt idx="93">
                        <c:v>227.94303523898878</c:v>
                      </c:pt>
                      <c:pt idx="94">
                        <c:v>231.17610082141312</c:v>
                      </c:pt>
                      <c:pt idx="95">
                        <c:v>189.341815543731</c:v>
                      </c:pt>
                      <c:pt idx="96">
                        <c:v>130.4615626552602</c:v>
                      </c:pt>
                      <c:pt idx="97">
                        <c:v>80.2191810278578</c:v>
                      </c:pt>
                      <c:pt idx="98">
                        <c:v>46.981855380135507</c:v>
                      </c:pt>
                      <c:pt idx="99">
                        <c:v>29.08634734073776</c:v>
                      </c:pt>
                      <c:pt idx="100">
                        <c:v>20.79780775631108</c:v>
                      </c:pt>
                      <c:pt idx="101">
                        <c:v>20.03677909359774</c:v>
                      </c:pt>
                      <c:pt idx="102">
                        <c:v>40.4013247202667</c:v>
                      </c:pt>
                      <c:pt idx="103">
                        <c:v>64.873424582328909</c:v>
                      </c:pt>
                      <c:pt idx="104">
                        <c:v>84.284070866040025</c:v>
                      </c:pt>
                      <c:pt idx="105">
                        <c:v>94.095259801853359</c:v>
                      </c:pt>
                      <c:pt idx="106">
                        <c:v>106.85013136916</c:v>
                      </c:pt>
                      <c:pt idx="107">
                        <c:v>124.1106807658136</c:v>
                      </c:pt>
                      <c:pt idx="108">
                        <c:v>136.4488162182997</c:v>
                      </c:pt>
                      <c:pt idx="109">
                        <c:v>148.1954343771641</c:v>
                      </c:pt>
                      <c:pt idx="110">
                        <c:v>154.89117679912181</c:v>
                      </c:pt>
                      <c:pt idx="111">
                        <c:v>152.13415368048481</c:v>
                      </c:pt>
                      <c:pt idx="112">
                        <c:v>139.03217441704399</c:v>
                      </c:pt>
                      <c:pt idx="113">
                        <c:v>147.93440739223558</c:v>
                      </c:pt>
                      <c:pt idx="114">
                        <c:v>149.70585239287379</c:v>
                      </c:pt>
                      <c:pt idx="115">
                        <c:v>167.53269740057809</c:v>
                      </c:pt>
                      <c:pt idx="116">
                        <c:v>182.31930389275732</c:v>
                      </c:pt>
                      <c:pt idx="117">
                        <c:v>230.94602325487961</c:v>
                      </c:pt>
                      <c:pt idx="118">
                        <c:v>231.621972424658</c:v>
                      </c:pt>
                      <c:pt idx="119">
                        <c:v>190.7940255398818</c:v>
                      </c:pt>
                      <c:pt idx="120">
                        <c:v>130.6241907048931</c:v>
                      </c:pt>
                      <c:pt idx="121">
                        <c:v>80.28545655686446</c:v>
                      </c:pt>
                      <c:pt idx="122">
                        <c:v>46.581303803215519</c:v>
                      </c:pt>
                      <c:pt idx="123">
                        <c:v>28.819120631755542</c:v>
                      </c:pt>
                      <c:pt idx="124">
                        <c:v>20.689882297431097</c:v>
                      </c:pt>
                      <c:pt idx="125">
                        <c:v>20.195116110937789</c:v>
                      </c:pt>
                      <c:pt idx="126">
                        <c:v>41.257001485882178</c:v>
                      </c:pt>
                      <c:pt idx="127">
                        <c:v>66.315369168811173</c:v>
                      </c:pt>
                      <c:pt idx="128">
                        <c:v>86.980272295646643</c:v>
                      </c:pt>
                      <c:pt idx="129">
                        <c:v>97.063119582811069</c:v>
                      </c:pt>
                      <c:pt idx="130">
                        <c:v>109.7389892684689</c:v>
                      </c:pt>
                      <c:pt idx="131">
                        <c:v>125.5285613210313</c:v>
                      </c:pt>
                      <c:pt idx="132">
                        <c:v>141.49784561637301</c:v>
                      </c:pt>
                      <c:pt idx="133">
                        <c:v>161.9444745875887</c:v>
                      </c:pt>
                      <c:pt idx="134">
                        <c:v>169.2875242242892</c:v>
                      </c:pt>
                      <c:pt idx="135">
                        <c:v>161.91441364231338</c:v>
                      </c:pt>
                      <c:pt idx="136">
                        <c:v>141.76022542326641</c:v>
                      </c:pt>
                      <c:pt idx="137">
                        <c:v>149.86322245188478</c:v>
                      </c:pt>
                      <c:pt idx="138">
                        <c:v>165.85508295502871</c:v>
                      </c:pt>
                      <c:pt idx="139">
                        <c:v>186.62589218884659</c:v>
                      </c:pt>
                      <c:pt idx="140">
                        <c:v>189.23842931305569</c:v>
                      </c:pt>
                      <c:pt idx="141">
                        <c:v>235.74576922556889</c:v>
                      </c:pt>
                      <c:pt idx="142">
                        <c:v>234.0663524037646</c:v>
                      </c:pt>
                      <c:pt idx="143">
                        <c:v>191.31196501993301</c:v>
                      </c:pt>
                      <c:pt idx="144">
                        <c:v>135.77912523976039</c:v>
                      </c:pt>
                      <c:pt idx="145">
                        <c:v>83.620283703522276</c:v>
                      </c:pt>
                      <c:pt idx="146">
                        <c:v>50.632083021804483</c:v>
                      </c:pt>
                      <c:pt idx="147">
                        <c:v>30.112729274148883</c:v>
                      </c:pt>
                      <c:pt idx="148">
                        <c:v>21.865440538624398</c:v>
                      </c:pt>
                      <c:pt idx="149">
                        <c:v>21.452927393160039</c:v>
                      </c:pt>
                      <c:pt idx="150">
                        <c:v>41.349887816015602</c:v>
                      </c:pt>
                      <c:pt idx="151">
                        <c:v>66.616918795895586</c:v>
                      </c:pt>
                      <c:pt idx="152">
                        <c:v>88.23150519176221</c:v>
                      </c:pt>
                      <c:pt idx="153">
                        <c:v>97.706303335688901</c:v>
                      </c:pt>
                      <c:pt idx="154">
                        <c:v>109.95243316604889</c:v>
                      </c:pt>
                      <c:pt idx="155">
                        <c:v>123.2541343745974</c:v>
                      </c:pt>
                      <c:pt idx="156">
                        <c:v>137.05021635383321</c:v>
                      </c:pt>
                      <c:pt idx="157">
                        <c:v>148.24023747375369</c:v>
                      </c:pt>
                      <c:pt idx="158">
                        <c:v>157.55561201507979</c:v>
                      </c:pt>
                      <c:pt idx="159">
                        <c:v>154.70285547330869</c:v>
                      </c:pt>
                      <c:pt idx="160">
                        <c:v>142.77671010047999</c:v>
                      </c:pt>
                      <c:pt idx="161">
                        <c:v>152.80551385988031</c:v>
                      </c:pt>
                      <c:pt idx="162">
                        <c:v>153.76715878330421</c:v>
                      </c:pt>
                      <c:pt idx="163">
                        <c:v>174.01125265444918</c:v>
                      </c:pt>
                      <c:pt idx="164">
                        <c:v>185.47860948381529</c:v>
                      </c:pt>
                      <c:pt idx="165">
                        <c:v>232.75676212855598</c:v>
                      </c:pt>
                      <c:pt idx="166">
                        <c:v>232.39216522182929</c:v>
                      </c:pt>
                      <c:pt idx="167">
                        <c:v>185.3727360756086</c:v>
                      </c:pt>
                      <c:pt idx="168">
                        <c:v>125.9492142169577</c:v>
                      </c:pt>
                      <c:pt idx="169">
                        <c:v>75.096829061377775</c:v>
                      </c:pt>
                      <c:pt idx="170">
                        <c:v>45.971443487682237</c:v>
                      </c:pt>
                      <c:pt idx="171">
                        <c:v>29.220064661051072</c:v>
                      </c:pt>
                      <c:pt idx="172">
                        <c:v>21.28165703910447</c:v>
                      </c:pt>
                      <c:pt idx="173">
                        <c:v>21.282468719568929</c:v>
                      </c:pt>
                      <c:pt idx="174">
                        <c:v>43.128516203462205</c:v>
                      </c:pt>
                      <c:pt idx="175">
                        <c:v>72.11629324743339</c:v>
                      </c:pt>
                      <c:pt idx="176">
                        <c:v>95.079545665540053</c:v>
                      </c:pt>
                      <c:pt idx="177">
                        <c:v>107.35818161068667</c:v>
                      </c:pt>
                      <c:pt idx="178">
                        <c:v>117.5204830580691</c:v>
                      </c:pt>
                      <c:pt idx="179">
                        <c:v>130.5312122678022</c:v>
                      </c:pt>
                      <c:pt idx="180">
                        <c:v>142.0716908526818</c:v>
                      </c:pt>
                      <c:pt idx="181">
                        <c:v>154.46376624564257</c:v>
                      </c:pt>
                      <c:pt idx="182">
                        <c:v>162.86357252973329</c:v>
                      </c:pt>
                      <c:pt idx="183">
                        <c:v>159.86773889546458</c:v>
                      </c:pt>
                      <c:pt idx="184">
                        <c:v>144.09466722750619</c:v>
                      </c:pt>
                      <c:pt idx="185">
                        <c:v>150.7440926868471</c:v>
                      </c:pt>
                      <c:pt idx="186">
                        <c:v>150.29153010874239</c:v>
                      </c:pt>
                      <c:pt idx="187">
                        <c:v>174.25425927358691</c:v>
                      </c:pt>
                      <c:pt idx="188">
                        <c:v>186.66011835910638</c:v>
                      </c:pt>
                      <c:pt idx="189">
                        <c:v>230.3796859500554</c:v>
                      </c:pt>
                      <c:pt idx="190">
                        <c:v>235.6349653183818</c:v>
                      </c:pt>
                      <c:pt idx="191">
                        <c:v>200.71136065016699</c:v>
                      </c:pt>
                      <c:pt idx="192">
                        <c:v>146.40434612301161</c:v>
                      </c:pt>
                      <c:pt idx="193">
                        <c:v>95.360232782880018</c:v>
                      </c:pt>
                      <c:pt idx="194">
                        <c:v>59.464979223511079</c:v>
                      </c:pt>
                      <c:pt idx="195">
                        <c:v>38.244257228013339</c:v>
                      </c:pt>
                      <c:pt idx="196">
                        <c:v>26.170565147557809</c:v>
                      </c:pt>
                      <c:pt idx="197">
                        <c:v>22.5878753886489</c:v>
                      </c:pt>
                      <c:pt idx="198">
                        <c:v>37.445311534584469</c:v>
                      </c:pt>
                      <c:pt idx="199">
                        <c:v>56.012634677846691</c:v>
                      </c:pt>
                      <c:pt idx="200">
                        <c:v>81.604544645328943</c:v>
                      </c:pt>
                      <c:pt idx="201">
                        <c:v>103.57112722556666</c:v>
                      </c:pt>
                      <c:pt idx="202">
                        <c:v>122.85044919151301</c:v>
                      </c:pt>
                      <c:pt idx="203">
                        <c:v>143.48992446188689</c:v>
                      </c:pt>
                      <c:pt idx="204">
                        <c:v>150.79144924384241</c:v>
                      </c:pt>
                      <c:pt idx="205">
                        <c:v>156.54930774674671</c:v>
                      </c:pt>
                      <c:pt idx="206">
                        <c:v>195.12501550387111</c:v>
                      </c:pt>
                      <c:pt idx="207">
                        <c:v>184.24249368163819</c:v>
                      </c:pt>
                      <c:pt idx="208">
                        <c:v>153.57759828310179</c:v>
                      </c:pt>
                      <c:pt idx="209">
                        <c:v>157.14223654964692</c:v>
                      </c:pt>
                      <c:pt idx="210">
                        <c:v>154.43494202075141</c:v>
                      </c:pt>
                      <c:pt idx="211">
                        <c:v>178.84792102465579</c:v>
                      </c:pt>
                      <c:pt idx="212">
                        <c:v>190.7179167355286</c:v>
                      </c:pt>
                      <c:pt idx="213">
                        <c:v>237.0596798756423</c:v>
                      </c:pt>
                      <c:pt idx="214">
                        <c:v>244.65582251859959</c:v>
                      </c:pt>
                      <c:pt idx="215">
                        <c:v>208.76988953343371</c:v>
                      </c:pt>
                      <c:pt idx="216">
                        <c:v>151.1392737734582</c:v>
                      </c:pt>
                      <c:pt idx="217">
                        <c:v>95.891949758851098</c:v>
                      </c:pt>
                      <c:pt idx="218">
                        <c:v>56.975451507208859</c:v>
                      </c:pt>
                      <c:pt idx="219">
                        <c:v>34.229177635015567</c:v>
                      </c:pt>
                      <c:pt idx="220">
                        <c:v>23.32893882007777</c:v>
                      </c:pt>
                      <c:pt idx="221">
                        <c:v>20.942297563031161</c:v>
                      </c:pt>
                      <c:pt idx="222">
                        <c:v>37.312929345777789</c:v>
                      </c:pt>
                      <c:pt idx="223">
                        <c:v>57.748310710335566</c:v>
                      </c:pt>
                      <c:pt idx="224">
                        <c:v>82.348174766706691</c:v>
                      </c:pt>
                      <c:pt idx="225">
                        <c:v>101.11872697149775</c:v>
                      </c:pt>
                      <c:pt idx="226">
                        <c:v>115.7018872812978</c:v>
                      </c:pt>
                      <c:pt idx="227">
                        <c:v>131.931748713122</c:v>
                      </c:pt>
                      <c:pt idx="228">
                        <c:v>142.20232531844232</c:v>
                      </c:pt>
                      <c:pt idx="229">
                        <c:v>163.2430845105801</c:v>
                      </c:pt>
                      <c:pt idx="230">
                        <c:v>177.50334674994912</c:v>
                      </c:pt>
                      <c:pt idx="231">
                        <c:v>171.93403675938879</c:v>
                      </c:pt>
                      <c:pt idx="232">
                        <c:v>147.59653210512931</c:v>
                      </c:pt>
                      <c:pt idx="233">
                        <c:v>153.579529431791</c:v>
                      </c:pt>
                      <c:pt idx="234">
                        <c:v>152.47616977931361</c:v>
                      </c:pt>
                      <c:pt idx="235">
                        <c:v>173.90949841737299</c:v>
                      </c:pt>
                      <c:pt idx="236">
                        <c:v>190.60464485672</c:v>
                      </c:pt>
                      <c:pt idx="237">
                        <c:v>239.4759070920731</c:v>
                      </c:pt>
                      <c:pt idx="238">
                        <c:v>233.4706425033938</c:v>
                      </c:pt>
                      <c:pt idx="239">
                        <c:v>188.01656895627588</c:v>
                      </c:pt>
                      <c:pt idx="240">
                        <c:v>127.4469630602847</c:v>
                      </c:pt>
                      <c:pt idx="241">
                        <c:v>77.953796932471164</c:v>
                      </c:pt>
                      <c:pt idx="242">
                        <c:v>45.565024374602189</c:v>
                      </c:pt>
                      <c:pt idx="243">
                        <c:v>27.954861188382182</c:v>
                      </c:pt>
                      <c:pt idx="244">
                        <c:v>20.21018826860443</c:v>
                      </c:pt>
                      <c:pt idx="245">
                        <c:v>20.077344395071123</c:v>
                      </c:pt>
                      <c:pt idx="246">
                        <c:v>40.666963268824411</c:v>
                      </c:pt>
                      <c:pt idx="247">
                        <c:v>66.236421616666661</c:v>
                      </c:pt>
                      <c:pt idx="248">
                        <c:v>84.940934384817794</c:v>
                      </c:pt>
                      <c:pt idx="249">
                        <c:v>93.326051000353317</c:v>
                      </c:pt>
                      <c:pt idx="250">
                        <c:v>105.6016090169577</c:v>
                      </c:pt>
                      <c:pt idx="251">
                        <c:v>122.69263084339291</c:v>
                      </c:pt>
                      <c:pt idx="252">
                        <c:v>134.2713562182731</c:v>
                      </c:pt>
                      <c:pt idx="253">
                        <c:v>146.8125208131801</c:v>
                      </c:pt>
                      <c:pt idx="254">
                        <c:v>154.64061251615362</c:v>
                      </c:pt>
                      <c:pt idx="255">
                        <c:v>153.0390677899826</c:v>
                      </c:pt>
                      <c:pt idx="256">
                        <c:v>141.85090537543729</c:v>
                      </c:pt>
                      <c:pt idx="257">
                        <c:v>156.07049492282241</c:v>
                      </c:pt>
                      <c:pt idx="258">
                        <c:v>153.61930260367322</c:v>
                      </c:pt>
                      <c:pt idx="259">
                        <c:v>173.88753859452629</c:v>
                      </c:pt>
                      <c:pt idx="260">
                        <c:v>187.81237354842909</c:v>
                      </c:pt>
                      <c:pt idx="261">
                        <c:v>233.2470927763668</c:v>
                      </c:pt>
                      <c:pt idx="262">
                        <c:v>229.39519337344259</c:v>
                      </c:pt>
                      <c:pt idx="263">
                        <c:v>179.45227153674628</c:v>
                      </c:pt>
                      <c:pt idx="264">
                        <c:v>118.89319982446489</c:v>
                      </c:pt>
                      <c:pt idx="265">
                        <c:v>71.187903564735549</c:v>
                      </c:pt>
                      <c:pt idx="266">
                        <c:v>41.600480237424428</c:v>
                      </c:pt>
                      <c:pt idx="267">
                        <c:v>26.50762547755107</c:v>
                      </c:pt>
                      <c:pt idx="268">
                        <c:v>19.56802167459999</c:v>
                      </c:pt>
                      <c:pt idx="269">
                        <c:v>19.926356458248932</c:v>
                      </c:pt>
                      <c:pt idx="270">
                        <c:v>40.996990131817725</c:v>
                      </c:pt>
                      <c:pt idx="271">
                        <c:v>67.940417084800032</c:v>
                      </c:pt>
                      <c:pt idx="272">
                        <c:v>87.857543462668929</c:v>
                      </c:pt>
                      <c:pt idx="273">
                        <c:v>95.95561525727112</c:v>
                      </c:pt>
                      <c:pt idx="274">
                        <c:v>108.0813035890244</c:v>
                      </c:pt>
                      <c:pt idx="275">
                        <c:v>124.59682191149319</c:v>
                      </c:pt>
                      <c:pt idx="276">
                        <c:v>136.25209616772011</c:v>
                      </c:pt>
                      <c:pt idx="277">
                        <c:v>148.81432037927129</c:v>
                      </c:pt>
                      <c:pt idx="278">
                        <c:v>156.7129289274576</c:v>
                      </c:pt>
                      <c:pt idx="279">
                        <c:v>154.30270141559819</c:v>
                      </c:pt>
                      <c:pt idx="280">
                        <c:v>142.24034077619771</c:v>
                      </c:pt>
                      <c:pt idx="281">
                        <c:v>153.0177181499248</c:v>
                      </c:pt>
                      <c:pt idx="282">
                        <c:v>150.11218027969511</c:v>
                      </c:pt>
                      <c:pt idx="283">
                        <c:v>173.82022549019308</c:v>
                      </c:pt>
                      <c:pt idx="284">
                        <c:v>190.7027994378671</c:v>
                      </c:pt>
                      <c:pt idx="285">
                        <c:v>238.6825964019489</c:v>
                      </c:pt>
                      <c:pt idx="286">
                        <c:v>231.94672763142421</c:v>
                      </c:pt>
                      <c:pt idx="287">
                        <c:v>181.20816972105789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B-3B6C-47C2-956F-045AF7A440C3}"/>
                  </c:ext>
                </c:extLst>
              </c15:ser>
            </c15:filteredLineSeries>
            <c15:filteredLineSeries>
              <c15:ser>
                <c:idx val="25"/>
                <c:order val="2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12-10-2026'!$AA$1</c15:sqref>
                        </c15:formulaRef>
                      </c:ext>
                    </c:extLst>
                    <c:strCache>
                      <c:ptCount val="1"/>
                      <c:pt idx="0">
                        <c:v>EPG ORN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12-10-2026'!$AA$2:$AA$289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11.933338776975566</c:v>
                      </c:pt>
                      <c:pt idx="1">
                        <c:v>7.3787036914377859</c:v>
                      </c:pt>
                      <c:pt idx="2">
                        <c:v>4.3275472202355498</c:v>
                      </c:pt>
                      <c:pt idx="3">
                        <c:v>2.685837855608888</c:v>
                      </c:pt>
                      <c:pt idx="4">
                        <c:v>2.1093860054044482</c:v>
                      </c:pt>
                      <c:pt idx="5">
                        <c:v>2.4429410470555601</c:v>
                      </c:pt>
                      <c:pt idx="6">
                        <c:v>5.3001335316044473</c:v>
                      </c:pt>
                      <c:pt idx="7">
                        <c:v>8.0166091168066664</c:v>
                      </c:pt>
                      <c:pt idx="8">
                        <c:v>9.8074697456688877</c:v>
                      </c:pt>
                      <c:pt idx="9">
                        <c:v>10.051369498126668</c:v>
                      </c:pt>
                      <c:pt idx="10">
                        <c:v>10.838840476344448</c:v>
                      </c:pt>
                      <c:pt idx="11">
                        <c:v>12.15199541846221</c:v>
                      </c:pt>
                      <c:pt idx="12">
                        <c:v>14.062176415784441</c:v>
                      </c:pt>
                      <c:pt idx="13">
                        <c:v>15.43268269231778</c:v>
                      </c:pt>
                      <c:pt idx="14">
                        <c:v>16.382696893588911</c:v>
                      </c:pt>
                      <c:pt idx="15">
                        <c:v>16.294747603495562</c:v>
                      </c:pt>
                      <c:pt idx="16">
                        <c:v>14.392087844184491</c:v>
                      </c:pt>
                      <c:pt idx="17">
                        <c:v>14.172330878786671</c:v>
                      </c:pt>
                      <c:pt idx="18">
                        <c:v>13.93750145517553</c:v>
                      </c:pt>
                      <c:pt idx="19">
                        <c:v>15.19814924197998</c:v>
                      </c:pt>
                      <c:pt idx="20">
                        <c:v>16.647437735595549</c:v>
                      </c:pt>
                      <c:pt idx="21">
                        <c:v>20.0447397874022</c:v>
                      </c:pt>
                      <c:pt idx="22">
                        <c:v>21.197256127731109</c:v>
                      </c:pt>
                      <c:pt idx="23">
                        <c:v>18.531486830293289</c:v>
                      </c:pt>
                      <c:pt idx="24">
                        <c:v>13.573684414931078</c:v>
                      </c:pt>
                      <c:pt idx="25">
                        <c:v>8.5061755185399974</c:v>
                      </c:pt>
                      <c:pt idx="26">
                        <c:v>5.0084216204755538</c:v>
                      </c:pt>
                      <c:pt idx="27">
                        <c:v>3.4346774328244458</c:v>
                      </c:pt>
                      <c:pt idx="28">
                        <c:v>2.43526843479111</c:v>
                      </c:pt>
                      <c:pt idx="29">
                        <c:v>2.4882120271266692</c:v>
                      </c:pt>
                      <c:pt idx="30">
                        <c:v>4.5576494682133371</c:v>
                      </c:pt>
                      <c:pt idx="31">
                        <c:v>6.5502869992911092</c:v>
                      </c:pt>
                      <c:pt idx="32">
                        <c:v>9.3624966123600064</c:v>
                      </c:pt>
                      <c:pt idx="33">
                        <c:v>11.218620076024433</c:v>
                      </c:pt>
                      <c:pt idx="34">
                        <c:v>12.496046058726643</c:v>
                      </c:pt>
                      <c:pt idx="35">
                        <c:v>15.40733258473559</c:v>
                      </c:pt>
                      <c:pt idx="36">
                        <c:v>15.60192393743333</c:v>
                      </c:pt>
                      <c:pt idx="37">
                        <c:v>15.97822691720442</c:v>
                      </c:pt>
                      <c:pt idx="38">
                        <c:v>18.73892019931116</c:v>
                      </c:pt>
                      <c:pt idx="39">
                        <c:v>17.85279902296449</c:v>
                      </c:pt>
                      <c:pt idx="40">
                        <c:v>15.053783696017749</c:v>
                      </c:pt>
                      <c:pt idx="41">
                        <c:v>14.59657645853331</c:v>
                      </c:pt>
                      <c:pt idx="42">
                        <c:v>14.354718876688921</c:v>
                      </c:pt>
                      <c:pt idx="43">
                        <c:v>15.450858213197749</c:v>
                      </c:pt>
                      <c:pt idx="44">
                        <c:v>16.899092652942201</c:v>
                      </c:pt>
                      <c:pt idx="45">
                        <c:v>20.692483466102189</c:v>
                      </c:pt>
                      <c:pt idx="46">
                        <c:v>21.664692695886661</c:v>
                      </c:pt>
                      <c:pt idx="47">
                        <c:v>19.228437157757732</c:v>
                      </c:pt>
                      <c:pt idx="48">
                        <c:v>14.182344634704412</c:v>
                      </c:pt>
                      <c:pt idx="49">
                        <c:v>9.1038434824888945</c:v>
                      </c:pt>
                      <c:pt idx="50">
                        <c:v>5.313896520162217</c:v>
                      </c:pt>
                      <c:pt idx="51">
                        <c:v>3.2513750517133371</c:v>
                      </c:pt>
                      <c:pt idx="52">
                        <c:v>2.2871211951666632</c:v>
                      </c:pt>
                      <c:pt idx="53">
                        <c:v>2.432504423657782</c:v>
                      </c:pt>
                      <c:pt idx="54">
                        <c:v>4.7038906575444432</c:v>
                      </c:pt>
                      <c:pt idx="55">
                        <c:v>6.9518213834622236</c:v>
                      </c:pt>
                      <c:pt idx="56">
                        <c:v>9.6024797405488833</c:v>
                      </c:pt>
                      <c:pt idx="57">
                        <c:v>11.107817206615522</c:v>
                      </c:pt>
                      <c:pt idx="58">
                        <c:v>11.857238550173333</c:v>
                      </c:pt>
                      <c:pt idx="59">
                        <c:v>13.19694012520219</c:v>
                      </c:pt>
                      <c:pt idx="60">
                        <c:v>14.643034822159979</c:v>
                      </c:pt>
                      <c:pt idx="61">
                        <c:v>16.282179599651091</c:v>
                      </c:pt>
                      <c:pt idx="62">
                        <c:v>17.429756720931088</c:v>
                      </c:pt>
                      <c:pt idx="63">
                        <c:v>16.895508781442221</c:v>
                      </c:pt>
                      <c:pt idx="64">
                        <c:v>14.584883999608891</c:v>
                      </c:pt>
                      <c:pt idx="65">
                        <c:v>14.10169015345776</c:v>
                      </c:pt>
                      <c:pt idx="66">
                        <c:v>14.060061174488901</c:v>
                      </c:pt>
                      <c:pt idx="67">
                        <c:v>15.19201302635776</c:v>
                      </c:pt>
                      <c:pt idx="68">
                        <c:v>16.582510614788898</c:v>
                      </c:pt>
                      <c:pt idx="69">
                        <c:v>20.301423894915622</c:v>
                      </c:pt>
                      <c:pt idx="70">
                        <c:v>21.056405338359991</c:v>
                      </c:pt>
                      <c:pt idx="71">
                        <c:v>17.591611387875581</c:v>
                      </c:pt>
                      <c:pt idx="72">
                        <c:v>12.086002037657744</c:v>
                      </c:pt>
                      <c:pt idx="73">
                        <c:v>7.31401633773112</c:v>
                      </c:pt>
                      <c:pt idx="74">
                        <c:v>4.246092719042224</c:v>
                      </c:pt>
                      <c:pt idx="75">
                        <c:v>2.6649786315599959</c:v>
                      </c:pt>
                      <c:pt idx="76">
                        <c:v>2.0698763684111068</c:v>
                      </c:pt>
                      <c:pt idx="77">
                        <c:v>2.395456450031114</c:v>
                      </c:pt>
                      <c:pt idx="78">
                        <c:v>5.0657650834044379</c:v>
                      </c:pt>
                      <c:pt idx="79">
                        <c:v>7.6837124999955577</c:v>
                      </c:pt>
                      <c:pt idx="80">
                        <c:v>9.2929951191488946</c:v>
                      </c:pt>
                      <c:pt idx="81">
                        <c:v>9.5941886984822222</c:v>
                      </c:pt>
                      <c:pt idx="82">
                        <c:v>10.290980093000005</c:v>
                      </c:pt>
                      <c:pt idx="83">
                        <c:v>11.93894741019108</c:v>
                      </c:pt>
                      <c:pt idx="84">
                        <c:v>13.673093134295591</c:v>
                      </c:pt>
                      <c:pt idx="85">
                        <c:v>14.56949623946441</c:v>
                      </c:pt>
                      <c:pt idx="86">
                        <c:v>15.421437208571099</c:v>
                      </c:pt>
                      <c:pt idx="87">
                        <c:v>15.153967966904439</c:v>
                      </c:pt>
                      <c:pt idx="88">
                        <c:v>13.87624744235333</c:v>
                      </c:pt>
                      <c:pt idx="89">
                        <c:v>13.91838007491782</c:v>
                      </c:pt>
                      <c:pt idx="90">
                        <c:v>13.47676369104002</c:v>
                      </c:pt>
                      <c:pt idx="91">
                        <c:v>14.95152181284668</c:v>
                      </c:pt>
                      <c:pt idx="92">
                        <c:v>16.382511606946672</c:v>
                      </c:pt>
                      <c:pt idx="93">
                        <c:v>20.047746201828929</c:v>
                      </c:pt>
                      <c:pt idx="94">
                        <c:v>20.527279819859999</c:v>
                      </c:pt>
                      <c:pt idx="95">
                        <c:v>16.751156195888878</c:v>
                      </c:pt>
                      <c:pt idx="96">
                        <c:v>11.168705638626633</c:v>
                      </c:pt>
                      <c:pt idx="97">
                        <c:v>6.7469156259044425</c:v>
                      </c:pt>
                      <c:pt idx="98">
                        <c:v>3.9169589083955572</c:v>
                      </c:pt>
                      <c:pt idx="99">
                        <c:v>2.5335994002466689</c:v>
                      </c:pt>
                      <c:pt idx="100">
                        <c:v>1.9753641678444456</c:v>
                      </c:pt>
                      <c:pt idx="101">
                        <c:v>2.266937407331107</c:v>
                      </c:pt>
                      <c:pt idx="102">
                        <c:v>5.1086593886266645</c:v>
                      </c:pt>
                      <c:pt idx="103">
                        <c:v>7.795466475695557</c:v>
                      </c:pt>
                      <c:pt idx="104">
                        <c:v>9.4348028671266633</c:v>
                      </c:pt>
                      <c:pt idx="105">
                        <c:v>9.650909107395556</c:v>
                      </c:pt>
                      <c:pt idx="106">
                        <c:v>10.355593981464438</c:v>
                      </c:pt>
                      <c:pt idx="107">
                        <c:v>11.89132253783996</c:v>
                      </c:pt>
                      <c:pt idx="108">
                        <c:v>13.547917816682221</c:v>
                      </c:pt>
                      <c:pt idx="109">
                        <c:v>14.581781495437779</c:v>
                      </c:pt>
                      <c:pt idx="110">
                        <c:v>15.2536153950533</c:v>
                      </c:pt>
                      <c:pt idx="111">
                        <c:v>15.016587160511161</c:v>
                      </c:pt>
                      <c:pt idx="112">
                        <c:v>13.730636048075571</c:v>
                      </c:pt>
                      <c:pt idx="113">
                        <c:v>13.755434873175611</c:v>
                      </c:pt>
                      <c:pt idx="114">
                        <c:v>13.523992465428901</c:v>
                      </c:pt>
                      <c:pt idx="115">
                        <c:v>14.90971016816442</c:v>
                      </c:pt>
                      <c:pt idx="116">
                        <c:v>16.244189960666699</c:v>
                      </c:pt>
                      <c:pt idx="117">
                        <c:v>20.039366490795601</c:v>
                      </c:pt>
                      <c:pt idx="118">
                        <c:v>20.50897170257106</c:v>
                      </c:pt>
                      <c:pt idx="119">
                        <c:v>16.82840679541107</c:v>
                      </c:pt>
                      <c:pt idx="120">
                        <c:v>11.296188510975599</c:v>
                      </c:pt>
                      <c:pt idx="121">
                        <c:v>6.7829532903555547</c:v>
                      </c:pt>
                      <c:pt idx="122">
                        <c:v>3.9456393184111112</c:v>
                      </c:pt>
                      <c:pt idx="123">
                        <c:v>2.5754250882844469</c:v>
                      </c:pt>
                      <c:pt idx="124">
                        <c:v>1.9440593653222178</c:v>
                      </c:pt>
                      <c:pt idx="125">
                        <c:v>2.2372825152888902</c:v>
                      </c:pt>
                      <c:pt idx="126">
                        <c:v>5.1624886710711166</c:v>
                      </c:pt>
                      <c:pt idx="127">
                        <c:v>8.0461600261977839</c:v>
                      </c:pt>
                      <c:pt idx="128">
                        <c:v>9.5018901194822298</c:v>
                      </c:pt>
                      <c:pt idx="129">
                        <c:v>9.824048130300012</c:v>
                      </c:pt>
                      <c:pt idx="130">
                        <c:v>10.616571535991104</c:v>
                      </c:pt>
                      <c:pt idx="131">
                        <c:v>11.94223652014448</c:v>
                      </c:pt>
                      <c:pt idx="132">
                        <c:v>13.980586589795541</c:v>
                      </c:pt>
                      <c:pt idx="133">
                        <c:v>16.095344104288881</c:v>
                      </c:pt>
                      <c:pt idx="134">
                        <c:v>16.789653734642219</c:v>
                      </c:pt>
                      <c:pt idx="135">
                        <c:v>16.01140605944223</c:v>
                      </c:pt>
                      <c:pt idx="136">
                        <c:v>13.914194573219969</c:v>
                      </c:pt>
                      <c:pt idx="137">
                        <c:v>13.959068831466631</c:v>
                      </c:pt>
                      <c:pt idx="138">
                        <c:v>14.2857553307778</c:v>
                      </c:pt>
                      <c:pt idx="139">
                        <c:v>15.93873732535117</c:v>
                      </c:pt>
                      <c:pt idx="140">
                        <c:v>16.836612650166689</c:v>
                      </c:pt>
                      <c:pt idx="141">
                        <c:v>20.610553021724431</c:v>
                      </c:pt>
                      <c:pt idx="142">
                        <c:v>20.871202085653369</c:v>
                      </c:pt>
                      <c:pt idx="143">
                        <c:v>17.090838240768829</c:v>
                      </c:pt>
                      <c:pt idx="144">
                        <c:v>11.599038187782201</c:v>
                      </c:pt>
                      <c:pt idx="145">
                        <c:v>6.9716291471888914</c:v>
                      </c:pt>
                      <c:pt idx="146">
                        <c:v>4.2526020450444495</c:v>
                      </c:pt>
                      <c:pt idx="147">
                        <c:v>2.835852462862217</c:v>
                      </c:pt>
                      <c:pt idx="148">
                        <c:v>2.1904967600022216</c:v>
                      </c:pt>
                      <c:pt idx="149">
                        <c:v>2.4533974514777732</c:v>
                      </c:pt>
                      <c:pt idx="150">
                        <c:v>5.2861339089377806</c:v>
                      </c:pt>
                      <c:pt idx="151">
                        <c:v>8.0954160109866535</c:v>
                      </c:pt>
                      <c:pt idx="152">
                        <c:v>9.7881325699777832</c:v>
                      </c:pt>
                      <c:pt idx="153">
                        <c:v>9.915715467360009</c:v>
                      </c:pt>
                      <c:pt idx="154">
                        <c:v>10.616306544926658</c:v>
                      </c:pt>
                      <c:pt idx="155">
                        <c:v>11.87861001826669</c:v>
                      </c:pt>
                      <c:pt idx="156">
                        <c:v>13.60600707916441</c:v>
                      </c:pt>
                      <c:pt idx="157">
                        <c:v>14.649791151353311</c:v>
                      </c:pt>
                      <c:pt idx="158">
                        <c:v>15.65661568806223</c:v>
                      </c:pt>
                      <c:pt idx="159">
                        <c:v>15.408341950677761</c:v>
                      </c:pt>
                      <c:pt idx="160">
                        <c:v>14.196074315773339</c:v>
                      </c:pt>
                      <c:pt idx="161">
                        <c:v>14.28913969728</c:v>
                      </c:pt>
                      <c:pt idx="162">
                        <c:v>14.044667750204431</c:v>
                      </c:pt>
                      <c:pt idx="163">
                        <c:v>15.69949884780219</c:v>
                      </c:pt>
                      <c:pt idx="164">
                        <c:v>17.011013802544412</c:v>
                      </c:pt>
                      <c:pt idx="165">
                        <c:v>20.64093553462666</c:v>
                      </c:pt>
                      <c:pt idx="166">
                        <c:v>20.820252169766619</c:v>
                      </c:pt>
                      <c:pt idx="167">
                        <c:v>16.61859310916666</c:v>
                      </c:pt>
                      <c:pt idx="168">
                        <c:v>10.868451269948856</c:v>
                      </c:pt>
                      <c:pt idx="169">
                        <c:v>6.3564408785311102</c:v>
                      </c:pt>
                      <c:pt idx="170">
                        <c:v>3.931627409031115</c:v>
                      </c:pt>
                      <c:pt idx="171">
                        <c:v>2.6098850545911123</c:v>
                      </c:pt>
                      <c:pt idx="172">
                        <c:v>2.1111591682466591</c:v>
                      </c:pt>
                      <c:pt idx="173">
                        <c:v>2.4504469842777752</c:v>
                      </c:pt>
                      <c:pt idx="174">
                        <c:v>5.4988226982199988</c:v>
                      </c:pt>
                      <c:pt idx="175">
                        <c:v>8.7177858979244576</c:v>
                      </c:pt>
                      <c:pt idx="176">
                        <c:v>10.43752606282</c:v>
                      </c:pt>
                      <c:pt idx="177">
                        <c:v>10.412551732740001</c:v>
                      </c:pt>
                      <c:pt idx="178">
                        <c:v>10.953344456680009</c:v>
                      </c:pt>
                      <c:pt idx="179">
                        <c:v>12.210233515886671</c:v>
                      </c:pt>
                      <c:pt idx="180">
                        <c:v>13.977700460488929</c:v>
                      </c:pt>
                      <c:pt idx="181">
                        <c:v>15.225488708028871</c:v>
                      </c:pt>
                      <c:pt idx="182">
                        <c:v>16.0622694067022</c:v>
                      </c:pt>
                      <c:pt idx="183">
                        <c:v>15.787807360786651</c:v>
                      </c:pt>
                      <c:pt idx="184">
                        <c:v>14.140728703257778</c:v>
                      </c:pt>
                      <c:pt idx="185">
                        <c:v>14.245812851893369</c:v>
                      </c:pt>
                      <c:pt idx="186">
                        <c:v>13.921902332431179</c:v>
                      </c:pt>
                      <c:pt idx="187">
                        <c:v>15.92542409501551</c:v>
                      </c:pt>
                      <c:pt idx="188">
                        <c:v>17.049403416486641</c:v>
                      </c:pt>
                      <c:pt idx="189">
                        <c:v>20.521625259517773</c:v>
                      </c:pt>
                      <c:pt idx="190">
                        <c:v>21.005380972744479</c:v>
                      </c:pt>
                      <c:pt idx="191">
                        <c:v>18.009473467331123</c:v>
                      </c:pt>
                      <c:pt idx="192">
                        <c:v>12.785836846317791</c:v>
                      </c:pt>
                      <c:pt idx="193">
                        <c:v>8.142043168782223</c:v>
                      </c:pt>
                      <c:pt idx="194">
                        <c:v>4.9540596122577742</c:v>
                      </c:pt>
                      <c:pt idx="195">
                        <c:v>3.2021882194155551</c:v>
                      </c:pt>
                      <c:pt idx="196">
                        <c:v>2.3788201862200027</c:v>
                      </c:pt>
                      <c:pt idx="197">
                        <c:v>2.3753880669533332</c:v>
                      </c:pt>
                      <c:pt idx="198">
                        <c:v>4.6280368132244449</c:v>
                      </c:pt>
                      <c:pt idx="199">
                        <c:v>6.9498610835688792</c:v>
                      </c:pt>
                      <c:pt idx="200">
                        <c:v>9.6413509840288842</c:v>
                      </c:pt>
                      <c:pt idx="201">
                        <c:v>11.294358297173332</c:v>
                      </c:pt>
                      <c:pt idx="202">
                        <c:v>12.278485497453378</c:v>
                      </c:pt>
                      <c:pt idx="203">
                        <c:v>13.90312254988884</c:v>
                      </c:pt>
                      <c:pt idx="204">
                        <c:v>14.83788249884001</c:v>
                      </c:pt>
                      <c:pt idx="205">
                        <c:v>15.776735239466671</c:v>
                      </c:pt>
                      <c:pt idx="206">
                        <c:v>18.375185895542213</c:v>
                      </c:pt>
                      <c:pt idx="207">
                        <c:v>17.542265735242221</c:v>
                      </c:pt>
                      <c:pt idx="208">
                        <c:v>14.55900883316666</c:v>
                      </c:pt>
                      <c:pt idx="209">
                        <c:v>14.215503504086689</c:v>
                      </c:pt>
                      <c:pt idx="210">
                        <c:v>13.53266914269777</c:v>
                      </c:pt>
                      <c:pt idx="211">
                        <c:v>15.63597614645558</c:v>
                      </c:pt>
                      <c:pt idx="212">
                        <c:v>17.15827775700447</c:v>
                      </c:pt>
                      <c:pt idx="213">
                        <c:v>20.783558457340018</c:v>
                      </c:pt>
                      <c:pt idx="214">
                        <c:v>21.693072422317741</c:v>
                      </c:pt>
                      <c:pt idx="215">
                        <c:v>18.741786999904459</c:v>
                      </c:pt>
                      <c:pt idx="216">
                        <c:v>13.335561612893288</c:v>
                      </c:pt>
                      <c:pt idx="217">
                        <c:v>8.3498933988200026</c:v>
                      </c:pt>
                      <c:pt idx="218">
                        <c:v>4.9885938267088816</c:v>
                      </c:pt>
                      <c:pt idx="219">
                        <c:v>3.0036306687866721</c:v>
                      </c:pt>
                      <c:pt idx="220">
                        <c:v>2.1474786173955578</c:v>
                      </c:pt>
                      <c:pt idx="221">
                        <c:v>2.2908872026044502</c:v>
                      </c:pt>
                      <c:pt idx="222">
                        <c:v>4.6973451819800003</c:v>
                      </c:pt>
                      <c:pt idx="223">
                        <c:v>7.1235464185177788</c:v>
                      </c:pt>
                      <c:pt idx="224">
                        <c:v>9.7603777783022192</c:v>
                      </c:pt>
                      <c:pt idx="225">
                        <c:v>10.94717036957331</c:v>
                      </c:pt>
                      <c:pt idx="226">
                        <c:v>11.653085486640032</c:v>
                      </c:pt>
                      <c:pt idx="227">
                        <c:v>12.89345277253998</c:v>
                      </c:pt>
                      <c:pt idx="228">
                        <c:v>14.104598613340029</c:v>
                      </c:pt>
                      <c:pt idx="229">
                        <c:v>15.99941741107558</c:v>
                      </c:pt>
                      <c:pt idx="230">
                        <c:v>17.374544473628891</c:v>
                      </c:pt>
                      <c:pt idx="231">
                        <c:v>16.731489388720011</c:v>
                      </c:pt>
                      <c:pt idx="232">
                        <c:v>14.26478964357781</c:v>
                      </c:pt>
                      <c:pt idx="233">
                        <c:v>14.03579358865778</c:v>
                      </c:pt>
                      <c:pt idx="234">
                        <c:v>13.717784587544429</c:v>
                      </c:pt>
                      <c:pt idx="235">
                        <c:v>15.62326153264447</c:v>
                      </c:pt>
                      <c:pt idx="236">
                        <c:v>16.985611439675559</c:v>
                      </c:pt>
                      <c:pt idx="237">
                        <c:v>20.861689663846679</c:v>
                      </c:pt>
                      <c:pt idx="238">
                        <c:v>20.96115775200003</c:v>
                      </c:pt>
                      <c:pt idx="239">
                        <c:v>16.91128003594665</c:v>
                      </c:pt>
                      <c:pt idx="240">
                        <c:v>11.048959793104478</c:v>
                      </c:pt>
                      <c:pt idx="241">
                        <c:v>6.5799109284888919</c:v>
                      </c:pt>
                      <c:pt idx="242">
                        <c:v>3.856765246388886</c:v>
                      </c:pt>
                      <c:pt idx="243">
                        <c:v>2.5107426393422232</c:v>
                      </c:pt>
                      <c:pt idx="244">
                        <c:v>1.9059931443555544</c:v>
                      </c:pt>
                      <c:pt idx="245">
                        <c:v>2.2404204862755561</c:v>
                      </c:pt>
                      <c:pt idx="246">
                        <c:v>5.1182394976511096</c:v>
                      </c:pt>
                      <c:pt idx="247">
                        <c:v>7.8079925898911178</c:v>
                      </c:pt>
                      <c:pt idx="248">
                        <c:v>9.3956613324977827</c:v>
                      </c:pt>
                      <c:pt idx="249">
                        <c:v>9.3813954346688995</c:v>
                      </c:pt>
                      <c:pt idx="250">
                        <c:v>10.178194894575547</c:v>
                      </c:pt>
                      <c:pt idx="251">
                        <c:v>11.670143563377778</c:v>
                      </c:pt>
                      <c:pt idx="252">
                        <c:v>13.156264978382239</c:v>
                      </c:pt>
                      <c:pt idx="253">
                        <c:v>14.34231640460003</c:v>
                      </c:pt>
                      <c:pt idx="254">
                        <c:v>15.192522976208879</c:v>
                      </c:pt>
                      <c:pt idx="255">
                        <c:v>15.205072104311149</c:v>
                      </c:pt>
                      <c:pt idx="256">
                        <c:v>13.810133448871101</c:v>
                      </c:pt>
                      <c:pt idx="257">
                        <c:v>14.22953274425552</c:v>
                      </c:pt>
                      <c:pt idx="258">
                        <c:v>13.867449045851089</c:v>
                      </c:pt>
                      <c:pt idx="259">
                        <c:v>15.802298989646621</c:v>
                      </c:pt>
                      <c:pt idx="260">
                        <c:v>17.083716190304429</c:v>
                      </c:pt>
                      <c:pt idx="261">
                        <c:v>20.68830745329555</c:v>
                      </c:pt>
                      <c:pt idx="262">
                        <c:v>20.45350903280892</c:v>
                      </c:pt>
                      <c:pt idx="263">
                        <c:v>16.022661853531101</c:v>
                      </c:pt>
                      <c:pt idx="264">
                        <c:v>10.233409534262218</c:v>
                      </c:pt>
                      <c:pt idx="265">
                        <c:v>6.0474914869466696</c:v>
                      </c:pt>
                      <c:pt idx="266">
                        <c:v>3.591849156593331</c:v>
                      </c:pt>
                      <c:pt idx="267">
                        <c:v>2.387483352168891</c:v>
                      </c:pt>
                      <c:pt idx="268">
                        <c:v>2.0006260074911091</c:v>
                      </c:pt>
                      <c:pt idx="269">
                        <c:v>2.303514466742226</c:v>
                      </c:pt>
                      <c:pt idx="270">
                        <c:v>5.209430808222228</c:v>
                      </c:pt>
                      <c:pt idx="271">
                        <c:v>8.230416457913341</c:v>
                      </c:pt>
                      <c:pt idx="272">
                        <c:v>9.6178529784777886</c:v>
                      </c:pt>
                      <c:pt idx="273">
                        <c:v>9.7099438104377658</c:v>
                      </c:pt>
                      <c:pt idx="274">
                        <c:v>10.352752805099991</c:v>
                      </c:pt>
                      <c:pt idx="275">
                        <c:v>11.764615388406634</c:v>
                      </c:pt>
                      <c:pt idx="276">
                        <c:v>13.417463034548849</c:v>
                      </c:pt>
                      <c:pt idx="277">
                        <c:v>14.647024119046691</c:v>
                      </c:pt>
                      <c:pt idx="278">
                        <c:v>15.397560829399939</c:v>
                      </c:pt>
                      <c:pt idx="279">
                        <c:v>15.23088278786663</c:v>
                      </c:pt>
                      <c:pt idx="280">
                        <c:v>13.865672298666681</c:v>
                      </c:pt>
                      <c:pt idx="281">
                        <c:v>14.146497448786629</c:v>
                      </c:pt>
                      <c:pt idx="282">
                        <c:v>13.56587245676441</c:v>
                      </c:pt>
                      <c:pt idx="283">
                        <c:v>15.66414446169329</c:v>
                      </c:pt>
                      <c:pt idx="284">
                        <c:v>17.201015050051129</c:v>
                      </c:pt>
                      <c:pt idx="285">
                        <c:v>21.087491587488902</c:v>
                      </c:pt>
                      <c:pt idx="286">
                        <c:v>20.70704493097784</c:v>
                      </c:pt>
                      <c:pt idx="287">
                        <c:v>16.014743498471141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C-3B6C-47C2-956F-045AF7A440C3}"/>
                  </c:ext>
                </c:extLst>
              </c15:ser>
            </c15:filteredLineSeries>
            <c15:filteredLineSeries>
              <c15:ser>
                <c:idx val="26"/>
                <c:order val="2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12-10-2026'!$AB$1</c15:sqref>
                        </c15:formulaRef>
                      </c:ext>
                    </c:extLst>
                    <c:strCache>
                      <c:ptCount val="1"/>
                      <c:pt idx="0">
                        <c:v>EPG ORN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12-10-2026'!$AB$2:$AB$289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148.08022356146049</c:v>
                      </c:pt>
                      <c:pt idx="1">
                        <c:v>93.37478995760226</c:v>
                      </c:pt>
                      <c:pt idx="2">
                        <c:v>55.974324567537749</c:v>
                      </c:pt>
                      <c:pt idx="3">
                        <c:v>33.920323047351104</c:v>
                      </c:pt>
                      <c:pt idx="4">
                        <c:v>24.369638573268851</c:v>
                      </c:pt>
                      <c:pt idx="5">
                        <c:v>23.78430181184218</c:v>
                      </c:pt>
                      <c:pt idx="6">
                        <c:v>46.805851398759955</c:v>
                      </c:pt>
                      <c:pt idx="7">
                        <c:v>73.546008273346658</c:v>
                      </c:pt>
                      <c:pt idx="8">
                        <c:v>95.153622404426656</c:v>
                      </c:pt>
                      <c:pt idx="9">
                        <c:v>104.82139488113782</c:v>
                      </c:pt>
                      <c:pt idx="10">
                        <c:v>118.63057565239994</c:v>
                      </c:pt>
                      <c:pt idx="11">
                        <c:v>136.33588379893112</c:v>
                      </c:pt>
                      <c:pt idx="12">
                        <c:v>151.60509067695085</c:v>
                      </c:pt>
                      <c:pt idx="13">
                        <c:v>166.79126109687786</c:v>
                      </c:pt>
                      <c:pt idx="14">
                        <c:v>178.46970983174879</c:v>
                      </c:pt>
                      <c:pt idx="15">
                        <c:v>176.83605892020873</c:v>
                      </c:pt>
                      <c:pt idx="16">
                        <c:v>157.91795085590721</c:v>
                      </c:pt>
                      <c:pt idx="17">
                        <c:v>162.35939418495587</c:v>
                      </c:pt>
                      <c:pt idx="18">
                        <c:v>163.63489727015121</c:v>
                      </c:pt>
                      <c:pt idx="19">
                        <c:v>179.49334649618618</c:v>
                      </c:pt>
                      <c:pt idx="20">
                        <c:v>196.73380446322457</c:v>
                      </c:pt>
                      <c:pt idx="21">
                        <c:v>244.06420519867061</c:v>
                      </c:pt>
                      <c:pt idx="22">
                        <c:v>256.5818573292849</c:v>
                      </c:pt>
                      <c:pt idx="23">
                        <c:v>224.85519674631749</c:v>
                      </c:pt>
                      <c:pt idx="24">
                        <c:v>167.45391078573317</c:v>
                      </c:pt>
                      <c:pt idx="25">
                        <c:v>104.96617713461106</c:v>
                      </c:pt>
                      <c:pt idx="26">
                        <c:v>61.978630765313341</c:v>
                      </c:pt>
                      <c:pt idx="27">
                        <c:v>41.740147045291124</c:v>
                      </c:pt>
                      <c:pt idx="28">
                        <c:v>28.545930748022208</c:v>
                      </c:pt>
                      <c:pt idx="29">
                        <c:v>24.989310676368877</c:v>
                      </c:pt>
                      <c:pt idx="30">
                        <c:v>41.21512429249551</c:v>
                      </c:pt>
                      <c:pt idx="31">
                        <c:v>58.259385526546644</c:v>
                      </c:pt>
                      <c:pt idx="32">
                        <c:v>86.284251941568868</c:v>
                      </c:pt>
                      <c:pt idx="33">
                        <c:v>111.42347912542441</c:v>
                      </c:pt>
                      <c:pt idx="34">
                        <c:v>132.58620526061353</c:v>
                      </c:pt>
                      <c:pt idx="35">
                        <c:v>151.12078078702919</c:v>
                      </c:pt>
                      <c:pt idx="36">
                        <c:v>163.76258953785293</c:v>
                      </c:pt>
                      <c:pt idx="37">
                        <c:v>170.4320852040868</c:v>
                      </c:pt>
                      <c:pt idx="38">
                        <c:v>211.82506341726906</c:v>
                      </c:pt>
                      <c:pt idx="39">
                        <c:v>201.76604042668879</c:v>
                      </c:pt>
                      <c:pt idx="40">
                        <c:v>168.19682213882254</c:v>
                      </c:pt>
                      <c:pt idx="41">
                        <c:v>169.0817099751263</c:v>
                      </c:pt>
                      <c:pt idx="42">
                        <c:v>170.23222280288235</c:v>
                      </c:pt>
                      <c:pt idx="43">
                        <c:v>185.26754082648637</c:v>
                      </c:pt>
                      <c:pt idx="44">
                        <c:v>203.80198865229062</c:v>
                      </c:pt>
                      <c:pt idx="45">
                        <c:v>255.01697752080639</c:v>
                      </c:pt>
                      <c:pt idx="46">
                        <c:v>263.3840414711529</c:v>
                      </c:pt>
                      <c:pt idx="47">
                        <c:v>232.69077678556891</c:v>
                      </c:pt>
                      <c:pt idx="48">
                        <c:v>174.06629472133372</c:v>
                      </c:pt>
                      <c:pt idx="49">
                        <c:v>114.40396877015552</c:v>
                      </c:pt>
                      <c:pt idx="50">
                        <c:v>68.180993758473377</c:v>
                      </c:pt>
                      <c:pt idx="51">
                        <c:v>41.090533198428865</c:v>
                      </c:pt>
                      <c:pt idx="52">
                        <c:v>27.237346568339955</c:v>
                      </c:pt>
                      <c:pt idx="53">
                        <c:v>23.91692295689332</c:v>
                      </c:pt>
                      <c:pt idx="54">
                        <c:v>41.83351862442445</c:v>
                      </c:pt>
                      <c:pt idx="55">
                        <c:v>61.989612302597813</c:v>
                      </c:pt>
                      <c:pt idx="56">
                        <c:v>89.347886970106686</c:v>
                      </c:pt>
                      <c:pt idx="57">
                        <c:v>110.46233829281778</c:v>
                      </c:pt>
                      <c:pt idx="58">
                        <c:v>126.05760222398443</c:v>
                      </c:pt>
                      <c:pt idx="59">
                        <c:v>145.22220972095349</c:v>
                      </c:pt>
                      <c:pt idx="60">
                        <c:v>158.60301514270489</c:v>
                      </c:pt>
                      <c:pt idx="61">
                        <c:v>177.94310941014689</c:v>
                      </c:pt>
                      <c:pt idx="62">
                        <c:v>194.2794081325107</c:v>
                      </c:pt>
                      <c:pt idx="63">
                        <c:v>187.25683860581583</c:v>
                      </c:pt>
                      <c:pt idx="64">
                        <c:v>163.1938865315492</c:v>
                      </c:pt>
                      <c:pt idx="65">
                        <c:v>165.75703233087583</c:v>
                      </c:pt>
                      <c:pt idx="66">
                        <c:v>167.34247689211762</c:v>
                      </c:pt>
                      <c:pt idx="67">
                        <c:v>182.41690222036488</c:v>
                      </c:pt>
                      <c:pt idx="68">
                        <c:v>198.61101657284181</c:v>
                      </c:pt>
                      <c:pt idx="69">
                        <c:v>247.68168549770721</c:v>
                      </c:pt>
                      <c:pt idx="70">
                        <c:v>253.68710017294927</c:v>
                      </c:pt>
                      <c:pt idx="71">
                        <c:v>212.99105497807068</c:v>
                      </c:pt>
                      <c:pt idx="72">
                        <c:v>148.28945311516685</c:v>
                      </c:pt>
                      <c:pt idx="73">
                        <c:v>91.087360876384452</c:v>
                      </c:pt>
                      <c:pt idx="74">
                        <c:v>53.592816112044467</c:v>
                      </c:pt>
                      <c:pt idx="75">
                        <c:v>32.937790555966693</c:v>
                      </c:pt>
                      <c:pt idx="76">
                        <c:v>23.250645604102218</c:v>
                      </c:pt>
                      <c:pt idx="77">
                        <c:v>22.806704686519971</c:v>
                      </c:pt>
                      <c:pt idx="78">
                        <c:v>44.936932168035547</c:v>
                      </c:pt>
                      <c:pt idx="79">
                        <c:v>71.309193273344448</c:v>
                      </c:pt>
                      <c:pt idx="80">
                        <c:v>93.269565833733367</c:v>
                      </c:pt>
                      <c:pt idx="81">
                        <c:v>103.61602205980003</c:v>
                      </c:pt>
                      <c:pt idx="82">
                        <c:v>116.6811137978267</c:v>
                      </c:pt>
                      <c:pt idx="83">
                        <c:v>134.42602438736429</c:v>
                      </c:pt>
                      <c:pt idx="84">
                        <c:v>148.32644614829368</c:v>
                      </c:pt>
                      <c:pt idx="85">
                        <c:v>160.55095444142461</c:v>
                      </c:pt>
                      <c:pt idx="86">
                        <c:v>168.86221530087988</c:v>
                      </c:pt>
                      <c:pt idx="87">
                        <c:v>165.39688248327556</c:v>
                      </c:pt>
                      <c:pt idx="88">
                        <c:v>152.89102663230912</c:v>
                      </c:pt>
                      <c:pt idx="89">
                        <c:v>161.20527053124184</c:v>
                      </c:pt>
                      <c:pt idx="90">
                        <c:v>161.68284952238631</c:v>
                      </c:pt>
                      <c:pt idx="91">
                        <c:v>181.53158547768896</c:v>
                      </c:pt>
                      <c:pt idx="92">
                        <c:v>197.90462036233109</c:v>
                      </c:pt>
                      <c:pt idx="93">
                        <c:v>247.99078144081773</c:v>
                      </c:pt>
                      <c:pt idx="94">
                        <c:v>251.7033806412731</c:v>
                      </c:pt>
                      <c:pt idx="95">
                        <c:v>206.09297173961988</c:v>
                      </c:pt>
                      <c:pt idx="96">
                        <c:v>141.63026829388684</c:v>
                      </c:pt>
                      <c:pt idx="97">
                        <c:v>86.966096653762236</c:v>
                      </c:pt>
                      <c:pt idx="98">
                        <c:v>50.898814288531064</c:v>
                      </c:pt>
                      <c:pt idx="99">
                        <c:v>31.619946740984428</c:v>
                      </c:pt>
                      <c:pt idx="100">
                        <c:v>22.773171924155527</c:v>
                      </c:pt>
                      <c:pt idx="101">
                        <c:v>22.303716500928847</c:v>
                      </c:pt>
                      <c:pt idx="102">
                        <c:v>45.509984108893363</c:v>
                      </c:pt>
                      <c:pt idx="103">
                        <c:v>72.668891058024471</c:v>
                      </c:pt>
                      <c:pt idx="104">
                        <c:v>93.718873733166689</c:v>
                      </c:pt>
                      <c:pt idx="105">
                        <c:v>103.74616890924892</c:v>
                      </c:pt>
                      <c:pt idx="106">
                        <c:v>117.20572535062443</c:v>
                      </c:pt>
                      <c:pt idx="107">
                        <c:v>136.00200330365357</c:v>
                      </c:pt>
                      <c:pt idx="108">
                        <c:v>149.99673403498193</c:v>
                      </c:pt>
                      <c:pt idx="109">
                        <c:v>162.77721587260189</c:v>
                      </c:pt>
                      <c:pt idx="110">
                        <c:v>170.1447921941751</c:v>
                      </c:pt>
                      <c:pt idx="111">
                        <c:v>167.15074084099598</c:v>
                      </c:pt>
                      <c:pt idx="112">
                        <c:v>152.76281046511957</c:v>
                      </c:pt>
                      <c:pt idx="113">
                        <c:v>161.68984226541119</c:v>
                      </c:pt>
                      <c:pt idx="114">
                        <c:v>163.2298448583027</c:v>
                      </c:pt>
                      <c:pt idx="115">
                        <c:v>182.44240756874251</c:v>
                      </c:pt>
                      <c:pt idx="116">
                        <c:v>198.56349385342401</c:v>
                      </c:pt>
                      <c:pt idx="117">
                        <c:v>250.98538974567521</c:v>
                      </c:pt>
                      <c:pt idx="118">
                        <c:v>252.13094412722904</c:v>
                      </c:pt>
                      <c:pt idx="119">
                        <c:v>207.62243233529287</c:v>
                      </c:pt>
                      <c:pt idx="120">
                        <c:v>141.92037921586871</c:v>
                      </c:pt>
                      <c:pt idx="121">
                        <c:v>87.068409847220011</c:v>
                      </c:pt>
                      <c:pt idx="122">
                        <c:v>50.52694312162663</c:v>
                      </c:pt>
                      <c:pt idx="123">
                        <c:v>31.394545720039989</c:v>
                      </c:pt>
                      <c:pt idx="124">
                        <c:v>22.633941662753315</c:v>
                      </c:pt>
                      <c:pt idx="125">
                        <c:v>22.432398626226679</c:v>
                      </c:pt>
                      <c:pt idx="126">
                        <c:v>46.419490156953295</c:v>
                      </c:pt>
                      <c:pt idx="127">
                        <c:v>74.361529195008956</c:v>
                      </c:pt>
                      <c:pt idx="128">
                        <c:v>96.482162415128869</c:v>
                      </c:pt>
                      <c:pt idx="129">
                        <c:v>106.88716771311108</c:v>
                      </c:pt>
                      <c:pt idx="130">
                        <c:v>120.35556080446</c:v>
                      </c:pt>
                      <c:pt idx="131">
                        <c:v>137.47079784117579</c:v>
                      </c:pt>
                      <c:pt idx="132">
                        <c:v>155.47843220616855</c:v>
                      </c:pt>
                      <c:pt idx="133">
                        <c:v>178.03981869187757</c:v>
                      </c:pt>
                      <c:pt idx="134">
                        <c:v>186.07717795893143</c:v>
                      </c:pt>
                      <c:pt idx="135">
                        <c:v>177.92581970175561</c:v>
                      </c:pt>
                      <c:pt idx="136">
                        <c:v>155.67441999648636</c:v>
                      </c:pt>
                      <c:pt idx="137">
                        <c:v>163.8222912833514</c:v>
                      </c:pt>
                      <c:pt idx="138">
                        <c:v>180.1408382858065</c:v>
                      </c:pt>
                      <c:pt idx="139">
                        <c:v>202.56462951419775</c:v>
                      </c:pt>
                      <c:pt idx="140">
                        <c:v>206.07504196322239</c:v>
                      </c:pt>
                      <c:pt idx="141">
                        <c:v>256.35632224729335</c:v>
                      </c:pt>
                      <c:pt idx="142">
                        <c:v>254.93755448941798</c:v>
                      </c:pt>
                      <c:pt idx="143">
                        <c:v>208.40280326070183</c:v>
                      </c:pt>
                      <c:pt idx="144">
                        <c:v>147.3781634275426</c:v>
                      </c:pt>
                      <c:pt idx="145">
                        <c:v>90.591912850711168</c:v>
                      </c:pt>
                      <c:pt idx="146">
                        <c:v>54.884685066848931</c:v>
                      </c:pt>
                      <c:pt idx="147">
                        <c:v>32.948581737011096</c:v>
                      </c:pt>
                      <c:pt idx="148">
                        <c:v>24.05593729862662</c:v>
                      </c:pt>
                      <c:pt idx="149">
                        <c:v>23.906324844637812</c:v>
                      </c:pt>
                      <c:pt idx="150">
                        <c:v>46.63602172495338</c:v>
                      </c:pt>
                      <c:pt idx="151">
                        <c:v>74.712334806882239</c:v>
                      </c:pt>
                      <c:pt idx="152">
                        <c:v>98.01963776174</c:v>
                      </c:pt>
                      <c:pt idx="153">
                        <c:v>107.62201880304892</c:v>
                      </c:pt>
                      <c:pt idx="154">
                        <c:v>120.56873971097555</c:v>
                      </c:pt>
                      <c:pt idx="155">
                        <c:v>135.13274439286408</c:v>
                      </c:pt>
                      <c:pt idx="156">
                        <c:v>150.65622343299762</c:v>
                      </c:pt>
                      <c:pt idx="157">
                        <c:v>162.89002862510699</c:v>
                      </c:pt>
                      <c:pt idx="158">
                        <c:v>173.21222770314202</c:v>
                      </c:pt>
                      <c:pt idx="159">
                        <c:v>170.11119742398645</c:v>
                      </c:pt>
                      <c:pt idx="160">
                        <c:v>156.97278441625332</c:v>
                      </c:pt>
                      <c:pt idx="161">
                        <c:v>167.09465355716031</c:v>
                      </c:pt>
                      <c:pt idx="162">
                        <c:v>167.81182653350865</c:v>
                      </c:pt>
                      <c:pt idx="163">
                        <c:v>189.71075150225136</c:v>
                      </c:pt>
                      <c:pt idx="164">
                        <c:v>202.48962328635969</c:v>
                      </c:pt>
                      <c:pt idx="165">
                        <c:v>253.39769766318264</c:v>
                      </c:pt>
                      <c:pt idx="166">
                        <c:v>253.21241739159592</c:v>
                      </c:pt>
                      <c:pt idx="167">
                        <c:v>201.99132918477525</c:v>
                      </c:pt>
                      <c:pt idx="168">
                        <c:v>136.81766548690655</c:v>
                      </c:pt>
                      <c:pt idx="169">
                        <c:v>81.453269939908893</c:v>
                      </c:pt>
                      <c:pt idx="170">
                        <c:v>49.903070896713352</c:v>
                      </c:pt>
                      <c:pt idx="171">
                        <c:v>31.829949715642186</c:v>
                      </c:pt>
                      <c:pt idx="172">
                        <c:v>23.392816207351128</c:v>
                      </c:pt>
                      <c:pt idx="173">
                        <c:v>23.732915703846704</c:v>
                      </c:pt>
                      <c:pt idx="174">
                        <c:v>48.627338901682201</c:v>
                      </c:pt>
                      <c:pt idx="175">
                        <c:v>80.834079145357848</c:v>
                      </c:pt>
                      <c:pt idx="176">
                        <c:v>105.51707172836005</c:v>
                      </c:pt>
                      <c:pt idx="177">
                        <c:v>117.77073334342667</c:v>
                      </c:pt>
                      <c:pt idx="178">
                        <c:v>128.4738275147491</c:v>
                      </c:pt>
                      <c:pt idx="179">
                        <c:v>142.74144578368887</c:v>
                      </c:pt>
                      <c:pt idx="180">
                        <c:v>156.04939131317073</c:v>
                      </c:pt>
                      <c:pt idx="181">
                        <c:v>169.68925495367145</c:v>
                      </c:pt>
                      <c:pt idx="182">
                        <c:v>178.92584193643549</c:v>
                      </c:pt>
                      <c:pt idx="183">
                        <c:v>175.65554625625123</c:v>
                      </c:pt>
                      <c:pt idx="184">
                        <c:v>158.23539593076396</c:v>
                      </c:pt>
                      <c:pt idx="185">
                        <c:v>164.98990553874046</c:v>
                      </c:pt>
                      <c:pt idx="186">
                        <c:v>164.21343244117358</c:v>
                      </c:pt>
                      <c:pt idx="187">
                        <c:v>190.17968336860241</c:v>
                      </c:pt>
                      <c:pt idx="188">
                        <c:v>203.70952177559303</c:v>
                      </c:pt>
                      <c:pt idx="189">
                        <c:v>250.90131120957318</c:v>
                      </c:pt>
                      <c:pt idx="190">
                        <c:v>256.64034629112626</c:v>
                      </c:pt>
                      <c:pt idx="191">
                        <c:v>218.72083411749813</c:v>
                      </c:pt>
                      <c:pt idx="192">
                        <c:v>159.19018296932938</c:v>
                      </c:pt>
                      <c:pt idx="193">
                        <c:v>103.50227595166224</c:v>
                      </c:pt>
                      <c:pt idx="194">
                        <c:v>64.419038835768859</c:v>
                      </c:pt>
                      <c:pt idx="195">
                        <c:v>41.446445447428893</c:v>
                      </c:pt>
                      <c:pt idx="196">
                        <c:v>28.549385333777813</c:v>
                      </c:pt>
                      <c:pt idx="197">
                        <c:v>24.963263455602235</c:v>
                      </c:pt>
                      <c:pt idx="198">
                        <c:v>42.073348347808917</c:v>
                      </c:pt>
                      <c:pt idx="199">
                        <c:v>62.962495761415568</c:v>
                      </c:pt>
                      <c:pt idx="200">
                        <c:v>91.245895629357832</c:v>
                      </c:pt>
                      <c:pt idx="201">
                        <c:v>114.86548552273999</c:v>
                      </c:pt>
                      <c:pt idx="202">
                        <c:v>135.12893468896638</c:v>
                      </c:pt>
                      <c:pt idx="203">
                        <c:v>157.39304701177574</c:v>
                      </c:pt>
                      <c:pt idx="204">
                        <c:v>165.62933174268241</c:v>
                      </c:pt>
                      <c:pt idx="205">
                        <c:v>172.32604298621337</c:v>
                      </c:pt>
                      <c:pt idx="206">
                        <c:v>213.50020139941333</c:v>
                      </c:pt>
                      <c:pt idx="207">
                        <c:v>201.78475941688041</c:v>
                      </c:pt>
                      <c:pt idx="208">
                        <c:v>168.13660711626846</c:v>
                      </c:pt>
                      <c:pt idx="209">
                        <c:v>171.35774005373361</c:v>
                      </c:pt>
                      <c:pt idx="210">
                        <c:v>167.96761116344919</c:v>
                      </c:pt>
                      <c:pt idx="211">
                        <c:v>194.48389717111138</c:v>
                      </c:pt>
                      <c:pt idx="212">
                        <c:v>207.87619449253307</c:v>
                      </c:pt>
                      <c:pt idx="213">
                        <c:v>257.84323833298231</c:v>
                      </c:pt>
                      <c:pt idx="214">
                        <c:v>266.34889494091732</c:v>
                      </c:pt>
                      <c:pt idx="215">
                        <c:v>227.51167653333817</c:v>
                      </c:pt>
                      <c:pt idx="216">
                        <c:v>164.47483538635149</c:v>
                      </c:pt>
                      <c:pt idx="217">
                        <c:v>104.2418431576711</c:v>
                      </c:pt>
                      <c:pt idx="218">
                        <c:v>61.964045333917738</c:v>
                      </c:pt>
                      <c:pt idx="219">
                        <c:v>37.232808303802237</c:v>
                      </c:pt>
                      <c:pt idx="220">
                        <c:v>25.476417437473327</c:v>
                      </c:pt>
                      <c:pt idx="221">
                        <c:v>23.233184765635613</c:v>
                      </c:pt>
                      <c:pt idx="222">
                        <c:v>42.010274527757787</c:v>
                      </c:pt>
                      <c:pt idx="223">
                        <c:v>64.87185712885335</c:v>
                      </c:pt>
                      <c:pt idx="224">
                        <c:v>92.108552545008905</c:v>
                      </c:pt>
                      <c:pt idx="225">
                        <c:v>112.06589734107106</c:v>
                      </c:pt>
                      <c:pt idx="226">
                        <c:v>127.35497276793784</c:v>
                      </c:pt>
                      <c:pt idx="227">
                        <c:v>144.82520148566198</c:v>
                      </c:pt>
                      <c:pt idx="228">
                        <c:v>156.30692393178234</c:v>
                      </c:pt>
                      <c:pt idx="229">
                        <c:v>179.24250192165567</c:v>
                      </c:pt>
                      <c:pt idx="230">
                        <c:v>194.87789122357802</c:v>
                      </c:pt>
                      <c:pt idx="231">
                        <c:v>188.6655261481088</c:v>
                      </c:pt>
                      <c:pt idx="232">
                        <c:v>161.86132174870713</c:v>
                      </c:pt>
                      <c:pt idx="233">
                        <c:v>167.61532302044878</c:v>
                      </c:pt>
                      <c:pt idx="234">
                        <c:v>166.19395436685804</c:v>
                      </c:pt>
                      <c:pt idx="235">
                        <c:v>189.53275995001746</c:v>
                      </c:pt>
                      <c:pt idx="236">
                        <c:v>207.59025629639555</c:v>
                      </c:pt>
                      <c:pt idx="237">
                        <c:v>260.33759675591978</c:v>
                      </c:pt>
                      <c:pt idx="238">
                        <c:v>254.43180025539382</c:v>
                      </c:pt>
                      <c:pt idx="239">
                        <c:v>204.92784899222252</c:v>
                      </c:pt>
                      <c:pt idx="240">
                        <c:v>138.49592285338917</c:v>
                      </c:pt>
                      <c:pt idx="241">
                        <c:v>84.53370786096005</c:v>
                      </c:pt>
                      <c:pt idx="242">
                        <c:v>49.421789620991078</c:v>
                      </c:pt>
                      <c:pt idx="243">
                        <c:v>30.465603827724404</c:v>
                      </c:pt>
                      <c:pt idx="244">
                        <c:v>22.116181412959985</c:v>
                      </c:pt>
                      <c:pt idx="245">
                        <c:v>22.31776488134668</c:v>
                      </c:pt>
                      <c:pt idx="246">
                        <c:v>45.785202766475521</c:v>
                      </c:pt>
                      <c:pt idx="247">
                        <c:v>74.044414206557775</c:v>
                      </c:pt>
                      <c:pt idx="248">
                        <c:v>94.336595717315575</c:v>
                      </c:pt>
                      <c:pt idx="249">
                        <c:v>102.70744643502222</c:v>
                      </c:pt>
                      <c:pt idx="250">
                        <c:v>115.77980391153324</c:v>
                      </c:pt>
                      <c:pt idx="251">
                        <c:v>134.36277440677068</c:v>
                      </c:pt>
                      <c:pt idx="252">
                        <c:v>147.42762119665534</c:v>
                      </c:pt>
                      <c:pt idx="253">
                        <c:v>161.15483721778014</c:v>
                      </c:pt>
                      <c:pt idx="254">
                        <c:v>169.83313549236252</c:v>
                      </c:pt>
                      <c:pt idx="255">
                        <c:v>168.24413989429374</c:v>
                      </c:pt>
                      <c:pt idx="256">
                        <c:v>155.66103882430841</c:v>
                      </c:pt>
                      <c:pt idx="257">
                        <c:v>170.30002766707793</c:v>
                      </c:pt>
                      <c:pt idx="258">
                        <c:v>167.48675164952431</c:v>
                      </c:pt>
                      <c:pt idx="259">
                        <c:v>189.68983758417292</c:v>
                      </c:pt>
                      <c:pt idx="260">
                        <c:v>204.89608973873351</c:v>
                      </c:pt>
                      <c:pt idx="261">
                        <c:v>253.93540022966235</c:v>
                      </c:pt>
                      <c:pt idx="262">
                        <c:v>249.8487024062515</c:v>
                      </c:pt>
                      <c:pt idx="263">
                        <c:v>195.47493339027739</c:v>
                      </c:pt>
                      <c:pt idx="264">
                        <c:v>129.12660935872711</c:v>
                      </c:pt>
                      <c:pt idx="265">
                        <c:v>77.235395051682218</c:v>
                      </c:pt>
                      <c:pt idx="266">
                        <c:v>45.192329394017762</c:v>
                      </c:pt>
                      <c:pt idx="267">
                        <c:v>28.895108829719959</c:v>
                      </c:pt>
                      <c:pt idx="268">
                        <c:v>21.5686476820911</c:v>
                      </c:pt>
                      <c:pt idx="269">
                        <c:v>22.229870924991157</c:v>
                      </c:pt>
                      <c:pt idx="270">
                        <c:v>46.206420940039955</c:v>
                      </c:pt>
                      <c:pt idx="271">
                        <c:v>76.170833542713368</c:v>
                      </c:pt>
                      <c:pt idx="272">
                        <c:v>97.475396441146714</c:v>
                      </c:pt>
                      <c:pt idx="273">
                        <c:v>105.66555906770888</c:v>
                      </c:pt>
                      <c:pt idx="274">
                        <c:v>118.4340563941244</c:v>
                      </c:pt>
                      <c:pt idx="275">
                        <c:v>136.36143729989982</c:v>
                      </c:pt>
                      <c:pt idx="276">
                        <c:v>149.66955920226897</c:v>
                      </c:pt>
                      <c:pt idx="277">
                        <c:v>163.461344498318</c:v>
                      </c:pt>
                      <c:pt idx="278">
                        <c:v>172.11048975685753</c:v>
                      </c:pt>
                      <c:pt idx="279">
                        <c:v>169.53358420346481</c:v>
                      </c:pt>
                      <c:pt idx="280">
                        <c:v>156.10601307486439</c:v>
                      </c:pt>
                      <c:pt idx="281">
                        <c:v>167.16421559871142</c:v>
                      </c:pt>
                      <c:pt idx="282">
                        <c:v>163.67805273645951</c:v>
                      </c:pt>
                      <c:pt idx="283">
                        <c:v>189.48436995188638</c:v>
                      </c:pt>
                      <c:pt idx="284">
                        <c:v>207.90381448791823</c:v>
                      </c:pt>
                      <c:pt idx="285">
                        <c:v>259.7700879894378</c:v>
                      </c:pt>
                      <c:pt idx="286">
                        <c:v>252.65377256240205</c:v>
                      </c:pt>
                      <c:pt idx="287">
                        <c:v>197.22291321952903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D-3B6C-47C2-956F-045AF7A440C3}"/>
                  </c:ext>
                </c:extLst>
              </c15:ser>
            </c15:filteredLineSeries>
            <c15:filteredLineSeries>
              <c15:ser>
                <c:idx val="27"/>
                <c:order val="2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12-10-2026'!$AC$1</c15:sqref>
                        </c15:formulaRef>
                      </c:ext>
                    </c:extLst>
                    <c:strCache>
                      <c:ptCount val="1"/>
                      <c:pt idx="0">
                        <c:v>vEPG ORN SGI Throughput 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12-10-2026'!$AC$2:$AC$289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36.687297244208878</c:v>
                      </c:pt>
                      <c:pt idx="1">
                        <c:v>21.61706265889114</c:v>
                      </c:pt>
                      <c:pt idx="2">
                        <c:v>12.664494606833332</c:v>
                      </c:pt>
                      <c:pt idx="3">
                        <c:v>7.9856238790333318</c:v>
                      </c:pt>
                      <c:pt idx="4">
                        <c:v>5.7284924828022188</c:v>
                      </c:pt>
                      <c:pt idx="5">
                        <c:v>6.6224935404844416</c:v>
                      </c:pt>
                      <c:pt idx="6">
                        <c:v>14.12610003486447</c:v>
                      </c:pt>
                      <c:pt idx="7">
                        <c:v>21.57511382406447</c:v>
                      </c:pt>
                      <c:pt idx="8">
                        <c:v>26.970060746688908</c:v>
                      </c:pt>
                      <c:pt idx="9">
                        <c:v>29.578852835575578</c:v>
                      </c:pt>
                      <c:pt idx="10">
                        <c:v>33.231663955675558</c:v>
                      </c:pt>
                      <c:pt idx="11">
                        <c:v>38.076588583217799</c:v>
                      </c:pt>
                      <c:pt idx="12">
                        <c:v>42.279454614320031</c:v>
                      </c:pt>
                      <c:pt idx="13">
                        <c:v>47.979865139433358</c:v>
                      </c:pt>
                      <c:pt idx="14">
                        <c:v>50.017496314933346</c:v>
                      </c:pt>
                      <c:pt idx="15">
                        <c:v>49.01802203078887</c:v>
                      </c:pt>
                      <c:pt idx="16">
                        <c:v>42.79794243098894</c:v>
                      </c:pt>
                      <c:pt idx="17">
                        <c:v>45.29937698309331</c:v>
                      </c:pt>
                      <c:pt idx="18">
                        <c:v>45.038023672564492</c:v>
                      </c:pt>
                      <c:pt idx="19">
                        <c:v>52.528187644839974</c:v>
                      </c:pt>
                      <c:pt idx="20">
                        <c:v>58.026356981175539</c:v>
                      </c:pt>
                      <c:pt idx="21">
                        <c:v>71.318550775433295</c:v>
                      </c:pt>
                      <c:pt idx="22">
                        <c:v>70.398413346957781</c:v>
                      </c:pt>
                      <c:pt idx="23">
                        <c:v>58.669360316871149</c:v>
                      </c:pt>
                      <c:pt idx="24">
                        <c:v>41.830811761908862</c:v>
                      </c:pt>
                      <c:pt idx="25">
                        <c:v>26.316861700884399</c:v>
                      </c:pt>
                      <c:pt idx="26">
                        <c:v>15.642544818233381</c:v>
                      </c:pt>
                      <c:pt idx="27">
                        <c:v>9.5660687779688924</c:v>
                      </c:pt>
                      <c:pt idx="28">
                        <c:v>6.4288942763355532</c:v>
                      </c:pt>
                      <c:pt idx="29">
                        <c:v>6.3008996620133386</c:v>
                      </c:pt>
                      <c:pt idx="30">
                        <c:v>12.348944932788912</c:v>
                      </c:pt>
                      <c:pt idx="31">
                        <c:v>18.7619071268733</c:v>
                      </c:pt>
                      <c:pt idx="32">
                        <c:v>27.490812204704479</c:v>
                      </c:pt>
                      <c:pt idx="33">
                        <c:v>33.89415427468888</c:v>
                      </c:pt>
                      <c:pt idx="34">
                        <c:v>39.673341498311117</c:v>
                      </c:pt>
                      <c:pt idx="35">
                        <c:v>46.021562391268922</c:v>
                      </c:pt>
                      <c:pt idx="36">
                        <c:v>46.594609172275604</c:v>
                      </c:pt>
                      <c:pt idx="37">
                        <c:v>49.0360536068711</c:v>
                      </c:pt>
                      <c:pt idx="38">
                        <c:v>60.752144815531125</c:v>
                      </c:pt>
                      <c:pt idx="39">
                        <c:v>55.948395830466687</c:v>
                      </c:pt>
                      <c:pt idx="40">
                        <c:v>45.80616901171777</c:v>
                      </c:pt>
                      <c:pt idx="41">
                        <c:v>46.368161479608858</c:v>
                      </c:pt>
                      <c:pt idx="42">
                        <c:v>45.858751632991073</c:v>
                      </c:pt>
                      <c:pt idx="43">
                        <c:v>54.783562923859989</c:v>
                      </c:pt>
                      <c:pt idx="44">
                        <c:v>60.396856837320065</c:v>
                      </c:pt>
                      <c:pt idx="45">
                        <c:v>74.541771165224475</c:v>
                      </c:pt>
                      <c:pt idx="46">
                        <c:v>72.596677307093316</c:v>
                      </c:pt>
                      <c:pt idx="47">
                        <c:v>61.081583187788922</c:v>
                      </c:pt>
                      <c:pt idx="48">
                        <c:v>43.944480897919988</c:v>
                      </c:pt>
                      <c:pt idx="49">
                        <c:v>27.484191420062199</c:v>
                      </c:pt>
                      <c:pt idx="50">
                        <c:v>16.09859427060222</c:v>
                      </c:pt>
                      <c:pt idx="51">
                        <c:v>9.4665568555533337</c:v>
                      </c:pt>
                      <c:pt idx="52">
                        <c:v>6.2595553136044488</c:v>
                      </c:pt>
                      <c:pt idx="53">
                        <c:v>6.4387091828911087</c:v>
                      </c:pt>
                      <c:pt idx="54">
                        <c:v>12.970021013522267</c:v>
                      </c:pt>
                      <c:pt idx="55">
                        <c:v>19.586493575026701</c:v>
                      </c:pt>
                      <c:pt idx="56">
                        <c:v>27.453522617757731</c:v>
                      </c:pt>
                      <c:pt idx="57">
                        <c:v>32.620794082377742</c:v>
                      </c:pt>
                      <c:pt idx="58">
                        <c:v>36.45220221023559</c:v>
                      </c:pt>
                      <c:pt idx="59">
                        <c:v>41.903930685313291</c:v>
                      </c:pt>
                      <c:pt idx="60">
                        <c:v>45.15030220639337</c:v>
                      </c:pt>
                      <c:pt idx="61">
                        <c:v>52.554777677744397</c:v>
                      </c:pt>
                      <c:pt idx="62">
                        <c:v>55.343246543904471</c:v>
                      </c:pt>
                      <c:pt idx="63">
                        <c:v>53.11319526387112</c:v>
                      </c:pt>
                      <c:pt idx="64">
                        <c:v>44.398021044166697</c:v>
                      </c:pt>
                      <c:pt idx="65">
                        <c:v>45.525272353853332</c:v>
                      </c:pt>
                      <c:pt idx="66">
                        <c:v>46.023410895302199</c:v>
                      </c:pt>
                      <c:pt idx="67">
                        <c:v>53.294949050648874</c:v>
                      </c:pt>
                      <c:pt idx="68">
                        <c:v>58.995284018924409</c:v>
                      </c:pt>
                      <c:pt idx="69">
                        <c:v>71.50691804074448</c:v>
                      </c:pt>
                      <c:pt idx="70">
                        <c:v>68.429210382273311</c:v>
                      </c:pt>
                      <c:pt idx="71">
                        <c:v>54.203429119488902</c:v>
                      </c:pt>
                      <c:pt idx="72">
                        <c:v>35.696761956104424</c:v>
                      </c:pt>
                      <c:pt idx="73">
                        <c:v>21.158182364151081</c:v>
                      </c:pt>
                      <c:pt idx="74">
                        <c:v>12.328586978866657</c:v>
                      </c:pt>
                      <c:pt idx="75">
                        <c:v>7.7190955133466677</c:v>
                      </c:pt>
                      <c:pt idx="76">
                        <c:v>5.6985109455711092</c:v>
                      </c:pt>
                      <c:pt idx="77">
                        <c:v>6.3252343171644503</c:v>
                      </c:pt>
                      <c:pt idx="78">
                        <c:v>13.62613825321332</c:v>
                      </c:pt>
                      <c:pt idx="79">
                        <c:v>20.053143336573331</c:v>
                      </c:pt>
                      <c:pt idx="80">
                        <c:v>25.332957830211129</c:v>
                      </c:pt>
                      <c:pt idx="81">
                        <c:v>28.751392979022221</c:v>
                      </c:pt>
                      <c:pt idx="82">
                        <c:v>32.420929679202267</c:v>
                      </c:pt>
                      <c:pt idx="83">
                        <c:v>37.344018029111069</c:v>
                      </c:pt>
                      <c:pt idx="84">
                        <c:v>40.561707257466644</c:v>
                      </c:pt>
                      <c:pt idx="85">
                        <c:v>45.443360256339986</c:v>
                      </c:pt>
                      <c:pt idx="86">
                        <c:v>46.705043146426711</c:v>
                      </c:pt>
                      <c:pt idx="87">
                        <c:v>45.754159998117757</c:v>
                      </c:pt>
                      <c:pt idx="88">
                        <c:v>41.685559878806671</c:v>
                      </c:pt>
                      <c:pt idx="89">
                        <c:v>44.805621302631131</c:v>
                      </c:pt>
                      <c:pt idx="90">
                        <c:v>43.155464489317758</c:v>
                      </c:pt>
                      <c:pt idx="91">
                        <c:v>50.994138030999991</c:v>
                      </c:pt>
                      <c:pt idx="92">
                        <c:v>56.893646644191087</c:v>
                      </c:pt>
                      <c:pt idx="93">
                        <c:v>69.909563090084418</c:v>
                      </c:pt>
                      <c:pt idx="94">
                        <c:v>66.753801191095533</c:v>
                      </c:pt>
                      <c:pt idx="95">
                        <c:v>52.045665558660019</c:v>
                      </c:pt>
                      <c:pt idx="96">
                        <c:v>34.426272513477791</c:v>
                      </c:pt>
                      <c:pt idx="97">
                        <c:v>20.34009713366887</c:v>
                      </c:pt>
                      <c:pt idx="98">
                        <c:v>11.683684724902212</c:v>
                      </c:pt>
                      <c:pt idx="99">
                        <c:v>7.2923346775333338</c:v>
                      </c:pt>
                      <c:pt idx="100">
                        <c:v>5.4854549735955587</c:v>
                      </c:pt>
                      <c:pt idx="101">
                        <c:v>6.0981753622488952</c:v>
                      </c:pt>
                      <c:pt idx="102">
                        <c:v>13.786404268282189</c:v>
                      </c:pt>
                      <c:pt idx="103">
                        <c:v>20.72773646513776</c:v>
                      </c:pt>
                      <c:pt idx="104">
                        <c:v>26.280121796773361</c:v>
                      </c:pt>
                      <c:pt idx="105">
                        <c:v>29.191747062133299</c:v>
                      </c:pt>
                      <c:pt idx="106">
                        <c:v>32.700411780311128</c:v>
                      </c:pt>
                      <c:pt idx="107">
                        <c:v>37.682655729126694</c:v>
                      </c:pt>
                      <c:pt idx="108">
                        <c:v>41.07916167639997</c:v>
                      </c:pt>
                      <c:pt idx="109">
                        <c:v>45.799891256486688</c:v>
                      </c:pt>
                      <c:pt idx="110">
                        <c:v>47.006028842831086</c:v>
                      </c:pt>
                      <c:pt idx="111">
                        <c:v>45.886232422184484</c:v>
                      </c:pt>
                      <c:pt idx="112">
                        <c:v>41.672877965340007</c:v>
                      </c:pt>
                      <c:pt idx="113">
                        <c:v>44.551224562988871</c:v>
                      </c:pt>
                      <c:pt idx="114">
                        <c:v>43.247249811884444</c:v>
                      </c:pt>
                      <c:pt idx="115">
                        <c:v>51.331512953091156</c:v>
                      </c:pt>
                      <c:pt idx="116">
                        <c:v>57.5125486323467</c:v>
                      </c:pt>
                      <c:pt idx="117">
                        <c:v>70.967055806891167</c:v>
                      </c:pt>
                      <c:pt idx="118">
                        <c:v>67.109892882886726</c:v>
                      </c:pt>
                      <c:pt idx="119">
                        <c:v>52.334907194060008</c:v>
                      </c:pt>
                      <c:pt idx="120">
                        <c:v>34.484700405524421</c:v>
                      </c:pt>
                      <c:pt idx="121">
                        <c:v>20.405752644824481</c:v>
                      </c:pt>
                      <c:pt idx="122">
                        <c:v>11.53450878920221</c:v>
                      </c:pt>
                      <c:pt idx="123">
                        <c:v>7.1081874981666644</c:v>
                      </c:pt>
                      <c:pt idx="124">
                        <c:v>5.356364390831116</c:v>
                      </c:pt>
                      <c:pt idx="125">
                        <c:v>6.278830075177777</c:v>
                      </c:pt>
                      <c:pt idx="126">
                        <c:v>14.02349840408003</c:v>
                      </c:pt>
                      <c:pt idx="127">
                        <c:v>21.468131948228908</c:v>
                      </c:pt>
                      <c:pt idx="128">
                        <c:v>26.931631986657731</c:v>
                      </c:pt>
                      <c:pt idx="129">
                        <c:v>29.769986396128861</c:v>
                      </c:pt>
                      <c:pt idx="130">
                        <c:v>33.638481826882227</c:v>
                      </c:pt>
                      <c:pt idx="131">
                        <c:v>37.99527007159552</c:v>
                      </c:pt>
                      <c:pt idx="132">
                        <c:v>41.847812849322189</c:v>
                      </c:pt>
                      <c:pt idx="133">
                        <c:v>49.653331108544471</c:v>
                      </c:pt>
                      <c:pt idx="134">
                        <c:v>51.273147400166664</c:v>
                      </c:pt>
                      <c:pt idx="135">
                        <c:v>48.990434721979959</c:v>
                      </c:pt>
                      <c:pt idx="136">
                        <c:v>42.139511463033301</c:v>
                      </c:pt>
                      <c:pt idx="137">
                        <c:v>44.852996434740021</c:v>
                      </c:pt>
                      <c:pt idx="138">
                        <c:v>47.868099189948929</c:v>
                      </c:pt>
                      <c:pt idx="139">
                        <c:v>55.572192926442256</c:v>
                      </c:pt>
                      <c:pt idx="140">
                        <c:v>58.364401110248906</c:v>
                      </c:pt>
                      <c:pt idx="141">
                        <c:v>71.186234351311114</c:v>
                      </c:pt>
                      <c:pt idx="142">
                        <c:v>67.64338808471777</c:v>
                      </c:pt>
                      <c:pt idx="143">
                        <c:v>53.651626559373298</c:v>
                      </c:pt>
                      <c:pt idx="144">
                        <c:v>36.359225415746707</c:v>
                      </c:pt>
                      <c:pt idx="145">
                        <c:v>21.650326346504482</c:v>
                      </c:pt>
                      <c:pt idx="146">
                        <c:v>13.403139955186631</c:v>
                      </c:pt>
                      <c:pt idx="147">
                        <c:v>7.5695847813155517</c:v>
                      </c:pt>
                      <c:pt idx="148">
                        <c:v>5.6130492035955557</c:v>
                      </c:pt>
                      <c:pt idx="149">
                        <c:v>6.3211180714666622</c:v>
                      </c:pt>
                      <c:pt idx="150">
                        <c:v>14.4507117866911</c:v>
                      </c:pt>
                      <c:pt idx="151">
                        <c:v>22.0650100026911</c:v>
                      </c:pt>
                      <c:pt idx="152">
                        <c:v>27.417925359202179</c:v>
                      </c:pt>
                      <c:pt idx="153">
                        <c:v>30.02278786287782</c:v>
                      </c:pt>
                      <c:pt idx="154">
                        <c:v>33.31660412167998</c:v>
                      </c:pt>
                      <c:pt idx="155">
                        <c:v>37.472687342915577</c:v>
                      </c:pt>
                      <c:pt idx="156">
                        <c:v>40.567772974697796</c:v>
                      </c:pt>
                      <c:pt idx="157">
                        <c:v>45.793440813055511</c:v>
                      </c:pt>
                      <c:pt idx="158">
                        <c:v>47.091973484364416</c:v>
                      </c:pt>
                      <c:pt idx="159">
                        <c:v>46.37956982488663</c:v>
                      </c:pt>
                      <c:pt idx="160">
                        <c:v>42.823316203286716</c:v>
                      </c:pt>
                      <c:pt idx="161">
                        <c:v>45.851849728611121</c:v>
                      </c:pt>
                      <c:pt idx="162">
                        <c:v>45.084785632139997</c:v>
                      </c:pt>
                      <c:pt idx="163">
                        <c:v>53.514615982651101</c:v>
                      </c:pt>
                      <c:pt idx="164">
                        <c:v>59.756768088382252</c:v>
                      </c:pt>
                      <c:pt idx="165">
                        <c:v>71.924199284471086</c:v>
                      </c:pt>
                      <c:pt idx="166">
                        <c:v>67.850563445546626</c:v>
                      </c:pt>
                      <c:pt idx="167">
                        <c:v>51.130763340226672</c:v>
                      </c:pt>
                      <c:pt idx="168">
                        <c:v>33.224775851879969</c:v>
                      </c:pt>
                      <c:pt idx="169">
                        <c:v>19.68276442154443</c:v>
                      </c:pt>
                      <c:pt idx="170">
                        <c:v>11.505991102588888</c:v>
                      </c:pt>
                      <c:pt idx="171">
                        <c:v>7.2543132279399982</c:v>
                      </c:pt>
                      <c:pt idx="172">
                        <c:v>5.5374960675555593</c:v>
                      </c:pt>
                      <c:pt idx="173">
                        <c:v>6.2581238136800046</c:v>
                      </c:pt>
                      <c:pt idx="174">
                        <c:v>14.576358420508932</c:v>
                      </c:pt>
                      <c:pt idx="175">
                        <c:v>23.339351425824411</c:v>
                      </c:pt>
                      <c:pt idx="176">
                        <c:v>29.856481557213378</c:v>
                      </c:pt>
                      <c:pt idx="177">
                        <c:v>33.642968519840011</c:v>
                      </c:pt>
                      <c:pt idx="178">
                        <c:v>36.27048490340448</c:v>
                      </c:pt>
                      <c:pt idx="179">
                        <c:v>39.608004233237736</c:v>
                      </c:pt>
                      <c:pt idx="180">
                        <c:v>43.181745083762209</c:v>
                      </c:pt>
                      <c:pt idx="181">
                        <c:v>48.509645121615591</c:v>
                      </c:pt>
                      <c:pt idx="182">
                        <c:v>49.955603693975519</c:v>
                      </c:pt>
                      <c:pt idx="183">
                        <c:v>48.728087743464478</c:v>
                      </c:pt>
                      <c:pt idx="184">
                        <c:v>42.929707183191084</c:v>
                      </c:pt>
                      <c:pt idx="185">
                        <c:v>45.772210279382257</c:v>
                      </c:pt>
                      <c:pt idx="186">
                        <c:v>45.474275401817778</c:v>
                      </c:pt>
                      <c:pt idx="187">
                        <c:v>54.764750781457764</c:v>
                      </c:pt>
                      <c:pt idx="188">
                        <c:v>60.661763775360043</c:v>
                      </c:pt>
                      <c:pt idx="189">
                        <c:v>72.030508804740066</c:v>
                      </c:pt>
                      <c:pt idx="190">
                        <c:v>69.927510812508899</c:v>
                      </c:pt>
                      <c:pt idx="191">
                        <c:v>56.68549841019783</c:v>
                      </c:pt>
                      <c:pt idx="192">
                        <c:v>39.651146845231111</c:v>
                      </c:pt>
                      <c:pt idx="193">
                        <c:v>24.943153013533358</c:v>
                      </c:pt>
                      <c:pt idx="194">
                        <c:v>14.69127844575779</c:v>
                      </c:pt>
                      <c:pt idx="195">
                        <c:v>9.3091621988133397</c:v>
                      </c:pt>
                      <c:pt idx="196">
                        <c:v>6.4590539982355519</c:v>
                      </c:pt>
                      <c:pt idx="197">
                        <c:v>6.2546367113822257</c:v>
                      </c:pt>
                      <c:pt idx="198">
                        <c:v>12.848813019271155</c:v>
                      </c:pt>
                      <c:pt idx="199">
                        <c:v>19.92786836695112</c:v>
                      </c:pt>
                      <c:pt idx="200">
                        <c:v>28.25206283197338</c:v>
                      </c:pt>
                      <c:pt idx="201">
                        <c:v>34.215268205855509</c:v>
                      </c:pt>
                      <c:pt idx="202">
                        <c:v>39.65648307246893</c:v>
                      </c:pt>
                      <c:pt idx="203">
                        <c:v>45.835445279435525</c:v>
                      </c:pt>
                      <c:pt idx="204">
                        <c:v>46.010594396180018</c:v>
                      </c:pt>
                      <c:pt idx="205">
                        <c:v>49.285705652357784</c:v>
                      </c:pt>
                      <c:pt idx="206">
                        <c:v>61.112345037848883</c:v>
                      </c:pt>
                      <c:pt idx="207">
                        <c:v>55.599641208355564</c:v>
                      </c:pt>
                      <c:pt idx="208">
                        <c:v>45.905535174182269</c:v>
                      </c:pt>
                      <c:pt idx="209">
                        <c:v>47.413694928844407</c:v>
                      </c:pt>
                      <c:pt idx="210">
                        <c:v>45.348872512691138</c:v>
                      </c:pt>
                      <c:pt idx="211">
                        <c:v>54.877291484733355</c:v>
                      </c:pt>
                      <c:pt idx="212">
                        <c:v>61.222778920417824</c:v>
                      </c:pt>
                      <c:pt idx="213">
                        <c:v>73.535957166291126</c:v>
                      </c:pt>
                      <c:pt idx="214">
                        <c:v>72.381139101577801</c:v>
                      </c:pt>
                      <c:pt idx="215">
                        <c:v>58.37176513951556</c:v>
                      </c:pt>
                      <c:pt idx="216">
                        <c:v>40.074846339771121</c:v>
                      </c:pt>
                      <c:pt idx="217">
                        <c:v>24.175349060200009</c:v>
                      </c:pt>
                      <c:pt idx="218">
                        <c:v>13.86526520054888</c:v>
                      </c:pt>
                      <c:pt idx="219">
                        <c:v>8.3009115123511101</c:v>
                      </c:pt>
                      <c:pt idx="220">
                        <c:v>5.8303988524400019</c:v>
                      </c:pt>
                      <c:pt idx="221">
                        <c:v>6.0925931693511126</c:v>
                      </c:pt>
                      <c:pt idx="222">
                        <c:v>13.070701593035578</c:v>
                      </c:pt>
                      <c:pt idx="223">
                        <c:v>20.067308847548841</c:v>
                      </c:pt>
                      <c:pt idx="224">
                        <c:v>27.810690639664429</c:v>
                      </c:pt>
                      <c:pt idx="225">
                        <c:v>32.673833781517821</c:v>
                      </c:pt>
                      <c:pt idx="226">
                        <c:v>36.254809812822202</c:v>
                      </c:pt>
                      <c:pt idx="227">
                        <c:v>41.187485953728839</c:v>
                      </c:pt>
                      <c:pt idx="228">
                        <c:v>43.56561478246887</c:v>
                      </c:pt>
                      <c:pt idx="229">
                        <c:v>51.626303759113362</c:v>
                      </c:pt>
                      <c:pt idx="230">
                        <c:v>54.844970835331068</c:v>
                      </c:pt>
                      <c:pt idx="231">
                        <c:v>52.246234323777799</c:v>
                      </c:pt>
                      <c:pt idx="232">
                        <c:v>44.341639908882222</c:v>
                      </c:pt>
                      <c:pt idx="233">
                        <c:v>46.347666012968922</c:v>
                      </c:pt>
                      <c:pt idx="234">
                        <c:v>45.18698277036669</c:v>
                      </c:pt>
                      <c:pt idx="235">
                        <c:v>53.309003881913377</c:v>
                      </c:pt>
                      <c:pt idx="236">
                        <c:v>60.762539392562218</c:v>
                      </c:pt>
                      <c:pt idx="237">
                        <c:v>72.818442049780018</c:v>
                      </c:pt>
                      <c:pt idx="238">
                        <c:v>67.361487038357794</c:v>
                      </c:pt>
                      <c:pt idx="239">
                        <c:v>51.42962106168671</c:v>
                      </c:pt>
                      <c:pt idx="240">
                        <c:v>32.974809097702213</c:v>
                      </c:pt>
                      <c:pt idx="241">
                        <c:v>19.351111041293368</c:v>
                      </c:pt>
                      <c:pt idx="242">
                        <c:v>11.084204536433312</c:v>
                      </c:pt>
                      <c:pt idx="243">
                        <c:v>7.0319151773022268</c:v>
                      </c:pt>
                      <c:pt idx="244">
                        <c:v>5.4985580956933369</c:v>
                      </c:pt>
                      <c:pt idx="245">
                        <c:v>6.1117907474711064</c:v>
                      </c:pt>
                      <c:pt idx="246">
                        <c:v>13.76016966553553</c:v>
                      </c:pt>
                      <c:pt idx="247">
                        <c:v>20.753740440211089</c:v>
                      </c:pt>
                      <c:pt idx="248">
                        <c:v>26.06744411269554</c:v>
                      </c:pt>
                      <c:pt idx="249">
                        <c:v>28.481090664262261</c:v>
                      </c:pt>
                      <c:pt idx="250">
                        <c:v>32.229377901135521</c:v>
                      </c:pt>
                      <c:pt idx="251">
                        <c:v>37.149001218997739</c:v>
                      </c:pt>
                      <c:pt idx="252">
                        <c:v>41.140278863519967</c:v>
                      </c:pt>
                      <c:pt idx="253">
                        <c:v>47.485892675846671</c:v>
                      </c:pt>
                      <c:pt idx="254">
                        <c:v>49.140025478873312</c:v>
                      </c:pt>
                      <c:pt idx="255">
                        <c:v>47.696652414835569</c:v>
                      </c:pt>
                      <c:pt idx="256">
                        <c:v>43.884285143793321</c:v>
                      </c:pt>
                      <c:pt idx="257">
                        <c:v>48.254508739188871</c:v>
                      </c:pt>
                      <c:pt idx="258">
                        <c:v>46.150450261033356</c:v>
                      </c:pt>
                      <c:pt idx="259">
                        <c:v>53.93006867585774</c:v>
                      </c:pt>
                      <c:pt idx="260">
                        <c:v>61.145046343193314</c:v>
                      </c:pt>
                      <c:pt idx="261">
                        <c:v>71.746504121684424</c:v>
                      </c:pt>
                      <c:pt idx="262">
                        <c:v>66.524424279793337</c:v>
                      </c:pt>
                      <c:pt idx="263">
                        <c:v>50.060693137224476</c:v>
                      </c:pt>
                      <c:pt idx="264">
                        <c:v>31.76014516531782</c:v>
                      </c:pt>
                      <c:pt idx="265">
                        <c:v>18.13987195638887</c:v>
                      </c:pt>
                      <c:pt idx="266">
                        <c:v>10.557093121815553</c:v>
                      </c:pt>
                      <c:pt idx="267">
                        <c:v>6.7745614861822263</c:v>
                      </c:pt>
                      <c:pt idx="268">
                        <c:v>5.3957535740711116</c:v>
                      </c:pt>
                      <c:pt idx="269">
                        <c:v>5.878257680024447</c:v>
                      </c:pt>
                      <c:pt idx="270">
                        <c:v>14.01858865783338</c:v>
                      </c:pt>
                      <c:pt idx="271">
                        <c:v>21.762002041022203</c:v>
                      </c:pt>
                      <c:pt idx="272">
                        <c:v>26.66739407589111</c:v>
                      </c:pt>
                      <c:pt idx="273">
                        <c:v>29.470849768886662</c:v>
                      </c:pt>
                      <c:pt idx="274">
                        <c:v>32.827033247742193</c:v>
                      </c:pt>
                      <c:pt idx="275">
                        <c:v>37.924644986957766</c:v>
                      </c:pt>
                      <c:pt idx="276">
                        <c:v>40.906015699824479</c:v>
                      </c:pt>
                      <c:pt idx="277">
                        <c:v>46.281517734315585</c:v>
                      </c:pt>
                      <c:pt idx="278">
                        <c:v>47.187140393959979</c:v>
                      </c:pt>
                      <c:pt idx="279">
                        <c:v>45.727801209775556</c:v>
                      </c:pt>
                      <c:pt idx="280">
                        <c:v>42.312875077666703</c:v>
                      </c:pt>
                      <c:pt idx="281">
                        <c:v>46.161960328564469</c:v>
                      </c:pt>
                      <c:pt idx="282">
                        <c:v>44.473542585624415</c:v>
                      </c:pt>
                      <c:pt idx="283">
                        <c:v>53.20010081645551</c:v>
                      </c:pt>
                      <c:pt idx="284">
                        <c:v>60.996639959933376</c:v>
                      </c:pt>
                      <c:pt idx="285">
                        <c:v>72.438668637155601</c:v>
                      </c:pt>
                      <c:pt idx="286">
                        <c:v>66.810134258422266</c:v>
                      </c:pt>
                      <c:pt idx="287">
                        <c:v>49.41528880480228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E-3B6C-47C2-956F-045AF7A440C3}"/>
                  </c:ext>
                </c:extLst>
              </c15:ser>
            </c15:filteredLineSeries>
            <c15:filteredLineSeries>
              <c15:ser>
                <c:idx val="28"/>
                <c:order val="2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12-10-2026'!$AD$1</c15:sqref>
                        </c15:formulaRef>
                      </c:ext>
                    </c:extLst>
                    <c:strCache>
                      <c:ptCount val="1"/>
                      <c:pt idx="0">
                        <c:v>vEPG ORN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12-10-2026'!$AD$2:$AD$289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4.902129813142218</c:v>
                      </c:pt>
                      <c:pt idx="1">
                        <c:v>2.9693461361822258</c:v>
                      </c:pt>
                      <c:pt idx="2">
                        <c:v>1.717895521384448</c:v>
                      </c:pt>
                      <c:pt idx="3">
                        <c:v>1.1224807346533356</c:v>
                      </c:pt>
                      <c:pt idx="4">
                        <c:v>0.93792811018888844</c:v>
                      </c:pt>
                      <c:pt idx="5">
                        <c:v>1.3422633715866712</c:v>
                      </c:pt>
                      <c:pt idx="6">
                        <c:v>3.0488413240311072</c:v>
                      </c:pt>
                      <c:pt idx="7">
                        <c:v>4.423432449995552</c:v>
                      </c:pt>
                      <c:pt idx="8">
                        <c:v>4.9949771794711122</c:v>
                      </c:pt>
                      <c:pt idx="9">
                        <c:v>5.0517941867488849</c:v>
                      </c:pt>
                      <c:pt idx="10">
                        <c:v>5.3284728945511048</c:v>
                      </c:pt>
                      <c:pt idx="11">
                        <c:v>5.9437312337955621</c:v>
                      </c:pt>
                      <c:pt idx="12">
                        <c:v>6.7554225645577821</c:v>
                      </c:pt>
                      <c:pt idx="13">
                        <c:v>7.5640116099577757</c:v>
                      </c:pt>
                      <c:pt idx="14">
                        <c:v>7.7666899910733314</c:v>
                      </c:pt>
                      <c:pt idx="15">
                        <c:v>7.5505223617844468</c:v>
                      </c:pt>
                      <c:pt idx="16">
                        <c:v>6.6035594510688798</c:v>
                      </c:pt>
                      <c:pt idx="17">
                        <c:v>6.5811028918622192</c:v>
                      </c:pt>
                      <c:pt idx="18">
                        <c:v>6.5238502446999904</c:v>
                      </c:pt>
                      <c:pt idx="19">
                        <c:v>7.4204671251022205</c:v>
                      </c:pt>
                      <c:pt idx="20">
                        <c:v>8.0924225784244435</c:v>
                      </c:pt>
                      <c:pt idx="21">
                        <c:v>9.3322277786488907</c:v>
                      </c:pt>
                      <c:pt idx="22">
                        <c:v>9.4760611850311136</c:v>
                      </c:pt>
                      <c:pt idx="23">
                        <c:v>7.9955149339955547</c:v>
                      </c:pt>
                      <c:pt idx="24">
                        <c:v>5.5736958691022211</c:v>
                      </c:pt>
                      <c:pt idx="25">
                        <c:v>3.4455111368488849</c:v>
                      </c:pt>
                      <c:pt idx="26">
                        <c:v>2.1468145220555579</c:v>
                      </c:pt>
                      <c:pt idx="27">
                        <c:v>1.3263543387955556</c:v>
                      </c:pt>
                      <c:pt idx="28">
                        <c:v>1.0083197826377785</c:v>
                      </c:pt>
                      <c:pt idx="29">
                        <c:v>1.2958329501911157</c:v>
                      </c:pt>
                      <c:pt idx="30">
                        <c:v>2.7215236927133302</c:v>
                      </c:pt>
                      <c:pt idx="31">
                        <c:v>3.9854250831244498</c:v>
                      </c:pt>
                      <c:pt idx="32">
                        <c:v>5.2863573569355573</c:v>
                      </c:pt>
                      <c:pt idx="33">
                        <c:v>5.812445169995561</c:v>
                      </c:pt>
                      <c:pt idx="34">
                        <c:v>6.3529915539200079</c:v>
                      </c:pt>
                      <c:pt idx="35">
                        <c:v>6.9865901919088893</c:v>
                      </c:pt>
                      <c:pt idx="36">
                        <c:v>7.1886199695911204</c:v>
                      </c:pt>
                      <c:pt idx="37">
                        <c:v>7.5992530939777758</c:v>
                      </c:pt>
                      <c:pt idx="38">
                        <c:v>8.7975655532711183</c:v>
                      </c:pt>
                      <c:pt idx="39">
                        <c:v>8.3693337701533359</c:v>
                      </c:pt>
                      <c:pt idx="40">
                        <c:v>7.0283890187933329</c:v>
                      </c:pt>
                      <c:pt idx="41">
                        <c:v>6.7499542923866578</c:v>
                      </c:pt>
                      <c:pt idx="42">
                        <c:v>6.5557129551577757</c:v>
                      </c:pt>
                      <c:pt idx="43">
                        <c:v>7.7699382358599927</c:v>
                      </c:pt>
                      <c:pt idx="44">
                        <c:v>8.2942041765755548</c:v>
                      </c:pt>
                      <c:pt idx="45">
                        <c:v>9.5563770692977705</c:v>
                      </c:pt>
                      <c:pt idx="46">
                        <c:v>9.625711976717783</c:v>
                      </c:pt>
                      <c:pt idx="47">
                        <c:v>8.2270281700377801</c:v>
                      </c:pt>
                      <c:pt idx="48">
                        <c:v>5.8726844490155594</c:v>
                      </c:pt>
                      <c:pt idx="49">
                        <c:v>3.6992222954911087</c:v>
                      </c:pt>
                      <c:pt idx="50">
                        <c:v>2.1579465624911101</c:v>
                      </c:pt>
                      <c:pt idx="51">
                        <c:v>1.3342699500355588</c:v>
                      </c:pt>
                      <c:pt idx="52">
                        <c:v>1.0346522905777773</c:v>
                      </c:pt>
                      <c:pt idx="53">
                        <c:v>1.3192828418866689</c:v>
                      </c:pt>
                      <c:pt idx="54">
                        <c:v>2.8817349199977729</c:v>
                      </c:pt>
                      <c:pt idx="55">
                        <c:v>4.2704746593977729</c:v>
                      </c:pt>
                      <c:pt idx="56">
                        <c:v>5.3037847960044449</c:v>
                      </c:pt>
                      <c:pt idx="57">
                        <c:v>5.6399380222599991</c:v>
                      </c:pt>
                      <c:pt idx="58">
                        <c:v>6.0107441527888952</c:v>
                      </c:pt>
                      <c:pt idx="59">
                        <c:v>6.631952125882222</c:v>
                      </c:pt>
                      <c:pt idx="60">
                        <c:v>7.2377851615777846</c:v>
                      </c:pt>
                      <c:pt idx="61">
                        <c:v>8.1877367413133335</c:v>
                      </c:pt>
                      <c:pt idx="62">
                        <c:v>8.4951713116022223</c:v>
                      </c:pt>
                      <c:pt idx="63">
                        <c:v>8.0793318555622236</c:v>
                      </c:pt>
                      <c:pt idx="64">
                        <c:v>6.8400109921222221</c:v>
                      </c:pt>
                      <c:pt idx="65">
                        <c:v>6.5615468299644446</c:v>
                      </c:pt>
                      <c:pt idx="66">
                        <c:v>6.5936715569266724</c:v>
                      </c:pt>
                      <c:pt idx="67">
                        <c:v>7.5734543091888868</c:v>
                      </c:pt>
                      <c:pt idx="68">
                        <c:v>8.1832192582911123</c:v>
                      </c:pt>
                      <c:pt idx="69">
                        <c:v>9.5139492515644459</c:v>
                      </c:pt>
                      <c:pt idx="70">
                        <c:v>9.4168095825066587</c:v>
                      </c:pt>
                      <c:pt idx="71">
                        <c:v>7.6313966208488964</c:v>
                      </c:pt>
                      <c:pt idx="72">
                        <c:v>5.0675155416088833</c:v>
                      </c:pt>
                      <c:pt idx="73">
                        <c:v>2.9835662314288829</c:v>
                      </c:pt>
                      <c:pt idx="74">
                        <c:v>1.7292731273311091</c:v>
                      </c:pt>
                      <c:pt idx="75">
                        <c:v>1.1330797294488857</c:v>
                      </c:pt>
                      <c:pt idx="76">
                        <c:v>0.99608192304222221</c:v>
                      </c:pt>
                      <c:pt idx="77">
                        <c:v>1.4022353495266708</c:v>
                      </c:pt>
                      <c:pt idx="78">
                        <c:v>3.1761578113444471</c:v>
                      </c:pt>
                      <c:pt idx="79">
                        <c:v>4.3343590284155509</c:v>
                      </c:pt>
                      <c:pt idx="80">
                        <c:v>4.9046495265866659</c:v>
                      </c:pt>
                      <c:pt idx="81">
                        <c:v>4.9125132525933273</c:v>
                      </c:pt>
                      <c:pt idx="82">
                        <c:v>5.2086264985066686</c:v>
                      </c:pt>
                      <c:pt idx="83">
                        <c:v>5.8976020144355576</c:v>
                      </c:pt>
                      <c:pt idx="84">
                        <c:v>6.6620012320377704</c:v>
                      </c:pt>
                      <c:pt idx="85">
                        <c:v>7.2162153192066665</c:v>
                      </c:pt>
                      <c:pt idx="86">
                        <c:v>7.4720948993044409</c:v>
                      </c:pt>
                      <c:pt idx="87">
                        <c:v>7.3414036527288813</c:v>
                      </c:pt>
                      <c:pt idx="88">
                        <c:v>6.6714946864399982</c:v>
                      </c:pt>
                      <c:pt idx="89">
                        <c:v>6.6252420460911114</c:v>
                      </c:pt>
                      <c:pt idx="90">
                        <c:v>6.3170348992133363</c:v>
                      </c:pt>
                      <c:pt idx="91">
                        <c:v>7.3440914220311058</c:v>
                      </c:pt>
                      <c:pt idx="92">
                        <c:v>7.9872667990444377</c:v>
                      </c:pt>
                      <c:pt idx="93">
                        <c:v>9.2393389332599938</c:v>
                      </c:pt>
                      <c:pt idx="94">
                        <c:v>9.0416168859711199</c:v>
                      </c:pt>
                      <c:pt idx="95">
                        <c:v>7.1938984604422229</c:v>
                      </c:pt>
                      <c:pt idx="96">
                        <c:v>4.7341154781844423</c:v>
                      </c:pt>
                      <c:pt idx="97">
                        <c:v>2.7446477351777814</c:v>
                      </c:pt>
                      <c:pt idx="98">
                        <c:v>1.620875687119997</c:v>
                      </c:pt>
                      <c:pt idx="99">
                        <c:v>1.0738913720644412</c:v>
                      </c:pt>
                      <c:pt idx="100">
                        <c:v>0.90846664628000084</c:v>
                      </c:pt>
                      <c:pt idx="101">
                        <c:v>1.2997806187600021</c:v>
                      </c:pt>
                      <c:pt idx="102">
                        <c:v>3.080176960757782</c:v>
                      </c:pt>
                      <c:pt idx="103">
                        <c:v>4.3075842690533301</c:v>
                      </c:pt>
                      <c:pt idx="104">
                        <c:v>4.9104422672733401</c:v>
                      </c:pt>
                      <c:pt idx="105">
                        <c:v>4.9101519097555544</c:v>
                      </c:pt>
                      <c:pt idx="106">
                        <c:v>5.1462482139244505</c:v>
                      </c:pt>
                      <c:pt idx="107">
                        <c:v>5.8675121777288899</c:v>
                      </c:pt>
                      <c:pt idx="108">
                        <c:v>6.5873486474311163</c:v>
                      </c:pt>
                      <c:pt idx="109">
                        <c:v>7.3646799970777757</c:v>
                      </c:pt>
                      <c:pt idx="110">
                        <c:v>7.477331710091117</c:v>
                      </c:pt>
                      <c:pt idx="111">
                        <c:v>7.2750398691244484</c:v>
                      </c:pt>
                      <c:pt idx="112">
                        <c:v>6.5020177557644461</c:v>
                      </c:pt>
                      <c:pt idx="113">
                        <c:v>6.4968428577333315</c:v>
                      </c:pt>
                      <c:pt idx="114">
                        <c:v>6.3634182847200034</c:v>
                      </c:pt>
                      <c:pt idx="115">
                        <c:v>7.3472491922066672</c:v>
                      </c:pt>
                      <c:pt idx="116">
                        <c:v>8.0196515082022284</c:v>
                      </c:pt>
                      <c:pt idx="117">
                        <c:v>9.2752419218222215</c:v>
                      </c:pt>
                      <c:pt idx="118">
                        <c:v>9.0759236262777705</c:v>
                      </c:pt>
                      <c:pt idx="119">
                        <c:v>7.1451628880000015</c:v>
                      </c:pt>
                      <c:pt idx="120">
                        <c:v>4.60286265221111</c:v>
                      </c:pt>
                      <c:pt idx="121">
                        <c:v>2.626289892840008</c:v>
                      </c:pt>
                      <c:pt idx="122">
                        <c:v>1.5733079383333319</c:v>
                      </c:pt>
                      <c:pt idx="123">
                        <c:v>1.0343294741311115</c:v>
                      </c:pt>
                      <c:pt idx="124">
                        <c:v>0.88878839182888913</c:v>
                      </c:pt>
                      <c:pt idx="125">
                        <c:v>1.2715492146444398</c:v>
                      </c:pt>
                      <c:pt idx="126">
                        <c:v>3.0590053370244443</c:v>
                      </c:pt>
                      <c:pt idx="127">
                        <c:v>4.2810232997777788</c:v>
                      </c:pt>
                      <c:pt idx="128">
                        <c:v>4.8780901071511105</c:v>
                      </c:pt>
                      <c:pt idx="129">
                        <c:v>4.9095544294888933</c:v>
                      </c:pt>
                      <c:pt idx="130">
                        <c:v>5.2813086289644406</c:v>
                      </c:pt>
                      <c:pt idx="131">
                        <c:v>5.8572759917133297</c:v>
                      </c:pt>
                      <c:pt idx="132">
                        <c:v>6.7174328441866615</c:v>
                      </c:pt>
                      <c:pt idx="133">
                        <c:v>7.7471592309111026</c:v>
                      </c:pt>
                      <c:pt idx="134">
                        <c:v>7.9372069789777768</c:v>
                      </c:pt>
                      <c:pt idx="135">
                        <c:v>7.6075052975577746</c:v>
                      </c:pt>
                      <c:pt idx="136">
                        <c:v>6.43016144775555</c:v>
                      </c:pt>
                      <c:pt idx="137">
                        <c:v>6.4121273682177824</c:v>
                      </c:pt>
                      <c:pt idx="138">
                        <c:v>6.4382013144244485</c:v>
                      </c:pt>
                      <c:pt idx="139">
                        <c:v>7.508378176206663</c:v>
                      </c:pt>
                      <c:pt idx="140">
                        <c:v>8.0109849553999979</c:v>
                      </c:pt>
                      <c:pt idx="141">
                        <c:v>9.2988318880044538</c:v>
                      </c:pt>
                      <c:pt idx="142">
                        <c:v>9.1313912132000006</c:v>
                      </c:pt>
                      <c:pt idx="143">
                        <c:v>7.3161176157422201</c:v>
                      </c:pt>
                      <c:pt idx="144">
                        <c:v>4.7557112924177778</c:v>
                      </c:pt>
                      <c:pt idx="145">
                        <c:v>2.7762981976599979</c:v>
                      </c:pt>
                      <c:pt idx="146">
                        <c:v>1.6956074741977829</c:v>
                      </c:pt>
                      <c:pt idx="147">
                        <c:v>1.0896301065333356</c:v>
                      </c:pt>
                      <c:pt idx="148">
                        <c:v>0.9686140565711121</c:v>
                      </c:pt>
                      <c:pt idx="149">
                        <c:v>1.3415384866733358</c:v>
                      </c:pt>
                      <c:pt idx="150">
                        <c:v>3.28023351626</c:v>
                      </c:pt>
                      <c:pt idx="151">
                        <c:v>4.4405463571177766</c:v>
                      </c:pt>
                      <c:pt idx="152">
                        <c:v>5.0738326785022281</c:v>
                      </c:pt>
                      <c:pt idx="153">
                        <c:v>4.9916982228066678</c:v>
                      </c:pt>
                      <c:pt idx="154">
                        <c:v>5.2156039963266654</c:v>
                      </c:pt>
                      <c:pt idx="155">
                        <c:v>5.759959556837785</c:v>
                      </c:pt>
                      <c:pt idx="156">
                        <c:v>6.4383949096933373</c:v>
                      </c:pt>
                      <c:pt idx="157">
                        <c:v>7.0877670031000068</c:v>
                      </c:pt>
                      <c:pt idx="158">
                        <c:v>7.2334603877777823</c:v>
                      </c:pt>
                      <c:pt idx="159">
                        <c:v>7.2121741493644409</c:v>
                      </c:pt>
                      <c:pt idx="160">
                        <c:v>6.5961207372111126</c:v>
                      </c:pt>
                      <c:pt idx="161">
                        <c:v>6.6144914032888895</c:v>
                      </c:pt>
                      <c:pt idx="162">
                        <c:v>6.5010176383266698</c:v>
                      </c:pt>
                      <c:pt idx="163">
                        <c:v>7.4968994660133319</c:v>
                      </c:pt>
                      <c:pt idx="164">
                        <c:v>8.0561960330488951</c:v>
                      </c:pt>
                      <c:pt idx="165">
                        <c:v>9.3387493086822211</c:v>
                      </c:pt>
                      <c:pt idx="166">
                        <c:v>9.0327610066488848</c:v>
                      </c:pt>
                      <c:pt idx="167">
                        <c:v>6.9761013350377725</c:v>
                      </c:pt>
                      <c:pt idx="168">
                        <c:v>4.5599408849799961</c:v>
                      </c:pt>
                      <c:pt idx="169">
                        <c:v>2.5711717424688891</c:v>
                      </c:pt>
                      <c:pt idx="170">
                        <c:v>1.4894940175355578</c:v>
                      </c:pt>
                      <c:pt idx="171">
                        <c:v>0.99797266771333359</c:v>
                      </c:pt>
                      <c:pt idx="172">
                        <c:v>0.84883025435333359</c:v>
                      </c:pt>
                      <c:pt idx="173">
                        <c:v>1.3030544240555579</c:v>
                      </c:pt>
                      <c:pt idx="174">
                        <c:v>3.2011897472466622</c:v>
                      </c:pt>
                      <c:pt idx="175">
                        <c:v>4.7388588779844465</c:v>
                      </c:pt>
                      <c:pt idx="176">
                        <c:v>5.3950285136511082</c:v>
                      </c:pt>
                      <c:pt idx="177">
                        <c:v>5.3026570425822266</c:v>
                      </c:pt>
                      <c:pt idx="178">
                        <c:v>5.3893786844777747</c:v>
                      </c:pt>
                      <c:pt idx="179">
                        <c:v>5.8948429058333325</c:v>
                      </c:pt>
                      <c:pt idx="180">
                        <c:v>6.6610505894822261</c:v>
                      </c:pt>
                      <c:pt idx="181">
                        <c:v>7.4131847356022238</c:v>
                      </c:pt>
                      <c:pt idx="182">
                        <c:v>7.5218881104911102</c:v>
                      </c:pt>
                      <c:pt idx="183">
                        <c:v>7.3980280427111165</c:v>
                      </c:pt>
                      <c:pt idx="184">
                        <c:v>6.4877401952977731</c:v>
                      </c:pt>
                      <c:pt idx="185">
                        <c:v>6.4517648341311187</c:v>
                      </c:pt>
                      <c:pt idx="186">
                        <c:v>6.3051489418177802</c:v>
                      </c:pt>
                      <c:pt idx="187">
                        <c:v>7.5677729202844466</c:v>
                      </c:pt>
                      <c:pt idx="188">
                        <c:v>8.2267026336333355</c:v>
                      </c:pt>
                      <c:pt idx="189">
                        <c:v>9.4236961251666713</c:v>
                      </c:pt>
                      <c:pt idx="190">
                        <c:v>9.3891188919466657</c:v>
                      </c:pt>
                      <c:pt idx="191">
                        <c:v>7.7039957695000032</c:v>
                      </c:pt>
                      <c:pt idx="192">
                        <c:v>5.3490710097355505</c:v>
                      </c:pt>
                      <c:pt idx="193">
                        <c:v>3.2187614458333309</c:v>
                      </c:pt>
                      <c:pt idx="194">
                        <c:v>1.921189887355554</c:v>
                      </c:pt>
                      <c:pt idx="195">
                        <c:v>1.2677560561088934</c:v>
                      </c:pt>
                      <c:pt idx="196">
                        <c:v>1.0315957065555559</c:v>
                      </c:pt>
                      <c:pt idx="197">
                        <c:v>1.2539362771422244</c:v>
                      </c:pt>
                      <c:pt idx="198">
                        <c:v>2.8302038178288851</c:v>
                      </c:pt>
                      <c:pt idx="199">
                        <c:v>4.1998717337955522</c:v>
                      </c:pt>
                      <c:pt idx="200">
                        <c:v>5.3917236944066689</c:v>
                      </c:pt>
                      <c:pt idx="201">
                        <c:v>5.7391651203577725</c:v>
                      </c:pt>
                      <c:pt idx="202">
                        <c:v>6.1217004806333382</c:v>
                      </c:pt>
                      <c:pt idx="203">
                        <c:v>6.9105746211399888</c:v>
                      </c:pt>
                      <c:pt idx="204">
                        <c:v>7.1749576533844515</c:v>
                      </c:pt>
                      <c:pt idx="205">
                        <c:v>7.5523290784177757</c:v>
                      </c:pt>
                      <c:pt idx="206">
                        <c:v>8.7857267141244382</c:v>
                      </c:pt>
                      <c:pt idx="207">
                        <c:v>8.1916107496644468</c:v>
                      </c:pt>
                      <c:pt idx="208">
                        <c:v>7.0046860547377712</c:v>
                      </c:pt>
                      <c:pt idx="209">
                        <c:v>6.8191820316599996</c:v>
                      </c:pt>
                      <c:pt idx="210">
                        <c:v>6.5933221915600075</c:v>
                      </c:pt>
                      <c:pt idx="211">
                        <c:v>7.8130218264155609</c:v>
                      </c:pt>
                      <c:pt idx="212">
                        <c:v>8.4895011570044403</c:v>
                      </c:pt>
                      <c:pt idx="213">
                        <c:v>9.7052762899111098</c:v>
                      </c:pt>
                      <c:pt idx="214">
                        <c:v>9.5656555790511071</c:v>
                      </c:pt>
                      <c:pt idx="215">
                        <c:v>7.9115020801422258</c:v>
                      </c:pt>
                      <c:pt idx="216">
                        <c:v>5.4222343445022174</c:v>
                      </c:pt>
                      <c:pt idx="217">
                        <c:v>3.185172780133334</c:v>
                      </c:pt>
                      <c:pt idx="218">
                        <c:v>1.8602252423400001</c:v>
                      </c:pt>
                      <c:pt idx="219">
                        <c:v>1.2045740516333379</c:v>
                      </c:pt>
                      <c:pt idx="220">
                        <c:v>0.99983893288000103</c:v>
                      </c:pt>
                      <c:pt idx="221">
                        <c:v>1.2284722605377743</c:v>
                      </c:pt>
                      <c:pt idx="222">
                        <c:v>2.8448538965022241</c:v>
                      </c:pt>
                      <c:pt idx="223">
                        <c:v>4.2225525645088888</c:v>
                      </c:pt>
                      <c:pt idx="224">
                        <c:v>5.3106785872266711</c:v>
                      </c:pt>
                      <c:pt idx="225">
                        <c:v>5.5658403275199948</c:v>
                      </c:pt>
                      <c:pt idx="226">
                        <c:v>5.7327700153399999</c:v>
                      </c:pt>
                      <c:pt idx="227">
                        <c:v>6.3948840289133297</c:v>
                      </c:pt>
                      <c:pt idx="228">
                        <c:v>6.9196029941044488</c:v>
                      </c:pt>
                      <c:pt idx="229">
                        <c:v>7.9482091056488846</c:v>
                      </c:pt>
                      <c:pt idx="230">
                        <c:v>8.3716567842044487</c:v>
                      </c:pt>
                      <c:pt idx="231">
                        <c:v>7.9239570295600004</c:v>
                      </c:pt>
                      <c:pt idx="232">
                        <c:v>6.7573158899800063</c:v>
                      </c:pt>
                      <c:pt idx="233">
                        <c:v>6.5476803364977805</c:v>
                      </c:pt>
                      <c:pt idx="234">
                        <c:v>6.4231672884755611</c:v>
                      </c:pt>
                      <c:pt idx="235">
                        <c:v>7.4922248434088896</c:v>
                      </c:pt>
                      <c:pt idx="236">
                        <c:v>8.3192099104466735</c:v>
                      </c:pt>
                      <c:pt idx="237">
                        <c:v>9.4866769807800022</c:v>
                      </c:pt>
                      <c:pt idx="238">
                        <c:v>9.1483604993844381</c:v>
                      </c:pt>
                      <c:pt idx="239">
                        <c:v>7.26566338934445</c:v>
                      </c:pt>
                      <c:pt idx="240">
                        <c:v>4.6839568518511143</c:v>
                      </c:pt>
                      <c:pt idx="241">
                        <c:v>2.671371940251106</c:v>
                      </c:pt>
                      <c:pt idx="242">
                        <c:v>1.5507598848622244</c:v>
                      </c:pt>
                      <c:pt idx="243">
                        <c:v>1.059879719484444</c:v>
                      </c:pt>
                      <c:pt idx="244">
                        <c:v>0.97008710438000012</c:v>
                      </c:pt>
                      <c:pt idx="245">
                        <c:v>1.2855067395866677</c:v>
                      </c:pt>
                      <c:pt idx="246">
                        <c:v>3.0326380107044448</c:v>
                      </c:pt>
                      <c:pt idx="247">
                        <c:v>4.3820753660599978</c:v>
                      </c:pt>
                      <c:pt idx="248">
                        <c:v>4.9499660577066624</c:v>
                      </c:pt>
                      <c:pt idx="249">
                        <c:v>4.9058187903977846</c:v>
                      </c:pt>
                      <c:pt idx="250">
                        <c:v>5.1234800126844489</c:v>
                      </c:pt>
                      <c:pt idx="251">
                        <c:v>5.747914262348889</c:v>
                      </c:pt>
                      <c:pt idx="252">
                        <c:v>6.5253309724155582</c:v>
                      </c:pt>
                      <c:pt idx="253">
                        <c:v>7.2927706205333402</c:v>
                      </c:pt>
                      <c:pt idx="254">
                        <c:v>7.567509983651111</c:v>
                      </c:pt>
                      <c:pt idx="255">
                        <c:v>7.3215149165888986</c:v>
                      </c:pt>
                      <c:pt idx="256">
                        <c:v>6.7565131066066719</c:v>
                      </c:pt>
                      <c:pt idx="257">
                        <c:v>6.8705927970622298</c:v>
                      </c:pt>
                      <c:pt idx="258">
                        <c:v>6.5854685143577782</c:v>
                      </c:pt>
                      <c:pt idx="259">
                        <c:v>7.60385156946223</c:v>
                      </c:pt>
                      <c:pt idx="260">
                        <c:v>8.4099330343133385</c:v>
                      </c:pt>
                      <c:pt idx="261">
                        <c:v>9.5523740191955593</c:v>
                      </c:pt>
                      <c:pt idx="262">
                        <c:v>9.006827211157777</c:v>
                      </c:pt>
                      <c:pt idx="263">
                        <c:v>6.8968822784244423</c:v>
                      </c:pt>
                      <c:pt idx="264">
                        <c:v>4.3691924682333338</c:v>
                      </c:pt>
                      <c:pt idx="265">
                        <c:v>2.4709549186111111</c:v>
                      </c:pt>
                      <c:pt idx="266">
                        <c:v>1.4752630152355535</c:v>
                      </c:pt>
                      <c:pt idx="267">
                        <c:v>1.0553966073600001</c:v>
                      </c:pt>
                      <c:pt idx="268">
                        <c:v>0.92077578733111132</c:v>
                      </c:pt>
                      <c:pt idx="269">
                        <c:v>1.2770067343688889</c:v>
                      </c:pt>
                      <c:pt idx="270">
                        <c:v>3.1173344736133299</c:v>
                      </c:pt>
                      <c:pt idx="271">
                        <c:v>4.4554007928488835</c:v>
                      </c:pt>
                      <c:pt idx="272">
                        <c:v>4.942140551808885</c:v>
                      </c:pt>
                      <c:pt idx="273">
                        <c:v>4.8199824829466626</c:v>
                      </c:pt>
                      <c:pt idx="274">
                        <c:v>5.1289312847088837</c:v>
                      </c:pt>
                      <c:pt idx="275">
                        <c:v>5.8802238541555596</c:v>
                      </c:pt>
                      <c:pt idx="276">
                        <c:v>6.4796975201244518</c:v>
                      </c:pt>
                      <c:pt idx="277">
                        <c:v>7.1090141679355483</c:v>
                      </c:pt>
                      <c:pt idx="278">
                        <c:v>7.2338823507555583</c:v>
                      </c:pt>
                      <c:pt idx="279">
                        <c:v>7.1724037217200003</c:v>
                      </c:pt>
                      <c:pt idx="280">
                        <c:v>6.3662475562911167</c:v>
                      </c:pt>
                      <c:pt idx="281">
                        <c:v>6.5423339837422239</c:v>
                      </c:pt>
                      <c:pt idx="282">
                        <c:v>6.3713258748666632</c:v>
                      </c:pt>
                      <c:pt idx="283">
                        <c:v>7.5039410099911095</c:v>
                      </c:pt>
                      <c:pt idx="284">
                        <c:v>8.3124069023355567</c:v>
                      </c:pt>
                      <c:pt idx="285">
                        <c:v>9.5043473587266618</c:v>
                      </c:pt>
                      <c:pt idx="286">
                        <c:v>9.0092229453355639</c:v>
                      </c:pt>
                      <c:pt idx="287">
                        <c:v>6.788388992722223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F-3B6C-47C2-956F-045AF7A440C3}"/>
                  </c:ext>
                </c:extLst>
              </c15:ser>
            </c15:filteredLineSeries>
            <c15:filteredLineSeries>
              <c15:ser>
                <c:idx val="29"/>
                <c:order val="2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12-10-2026'!$AE$1</c15:sqref>
                        </c15:formulaRef>
                      </c:ext>
                    </c:extLst>
                    <c:strCache>
                      <c:ptCount val="1"/>
                      <c:pt idx="0">
                        <c:v>vEPG ORN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12-10-2026'!$AE$2:$AE$289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41.589427057351095</c:v>
                      </c:pt>
                      <c:pt idx="1">
                        <c:v>24.586408795073364</c:v>
                      </c:pt>
                      <c:pt idx="2">
                        <c:v>14.382390128217779</c:v>
                      </c:pt>
                      <c:pt idx="3">
                        <c:v>9.1081046136866668</c:v>
                      </c:pt>
                      <c:pt idx="4">
                        <c:v>6.6664205929911073</c:v>
                      </c:pt>
                      <c:pt idx="5">
                        <c:v>7.9647569120711132</c:v>
                      </c:pt>
                      <c:pt idx="6">
                        <c:v>17.174941358895577</c:v>
                      </c:pt>
                      <c:pt idx="7">
                        <c:v>25.998546274060022</c:v>
                      </c:pt>
                      <c:pt idx="8">
                        <c:v>31.965037926160022</c:v>
                      </c:pt>
                      <c:pt idx="9">
                        <c:v>34.63064702232446</c:v>
                      </c:pt>
                      <c:pt idx="10">
                        <c:v>38.560136850226662</c:v>
                      </c:pt>
                      <c:pt idx="11">
                        <c:v>44.020319817013359</c:v>
                      </c:pt>
                      <c:pt idx="12">
                        <c:v>49.034877178877814</c:v>
                      </c:pt>
                      <c:pt idx="13">
                        <c:v>55.543876749391131</c:v>
                      </c:pt>
                      <c:pt idx="14">
                        <c:v>57.784186306006674</c:v>
                      </c:pt>
                      <c:pt idx="15">
                        <c:v>56.568544392573315</c:v>
                      </c:pt>
                      <c:pt idx="16">
                        <c:v>49.401501882057822</c:v>
                      </c:pt>
                      <c:pt idx="17">
                        <c:v>51.880479874955526</c:v>
                      </c:pt>
                      <c:pt idx="18">
                        <c:v>51.561873917264485</c:v>
                      </c:pt>
                      <c:pt idx="19">
                        <c:v>59.948654769942195</c:v>
                      </c:pt>
                      <c:pt idx="20">
                        <c:v>66.118779559599986</c:v>
                      </c:pt>
                      <c:pt idx="21">
                        <c:v>80.65077855408218</c:v>
                      </c:pt>
                      <c:pt idx="22">
                        <c:v>79.874474531988895</c:v>
                      </c:pt>
                      <c:pt idx="23">
                        <c:v>66.6648752508667</c:v>
                      </c:pt>
                      <c:pt idx="24">
                        <c:v>47.404507631011086</c:v>
                      </c:pt>
                      <c:pt idx="25">
                        <c:v>29.762372837733285</c:v>
                      </c:pt>
                      <c:pt idx="26">
                        <c:v>17.789359340288939</c:v>
                      </c:pt>
                      <c:pt idx="27">
                        <c:v>10.892423116764448</c:v>
                      </c:pt>
                      <c:pt idx="28">
                        <c:v>7.437214058973332</c:v>
                      </c:pt>
                      <c:pt idx="29">
                        <c:v>7.5967326122044545</c:v>
                      </c:pt>
                      <c:pt idx="30">
                        <c:v>15.070468625502242</c:v>
                      </c:pt>
                      <c:pt idx="31">
                        <c:v>22.747332209997751</c:v>
                      </c:pt>
                      <c:pt idx="32">
                        <c:v>32.777169561640036</c:v>
                      </c:pt>
                      <c:pt idx="33">
                        <c:v>39.706599444684443</c:v>
                      </c:pt>
                      <c:pt idx="34">
                        <c:v>46.026333052231124</c:v>
                      </c:pt>
                      <c:pt idx="35">
                        <c:v>53.008152583177811</c:v>
                      </c:pt>
                      <c:pt idx="36">
                        <c:v>53.783229141866727</c:v>
                      </c:pt>
                      <c:pt idx="37">
                        <c:v>56.635306700848872</c:v>
                      </c:pt>
                      <c:pt idx="38">
                        <c:v>69.549710368802238</c:v>
                      </c:pt>
                      <c:pt idx="39">
                        <c:v>64.317729600620027</c:v>
                      </c:pt>
                      <c:pt idx="40">
                        <c:v>52.834558030511104</c:v>
                      </c:pt>
                      <c:pt idx="41">
                        <c:v>53.118115771995519</c:v>
                      </c:pt>
                      <c:pt idx="42">
                        <c:v>52.414464588148846</c:v>
                      </c:pt>
                      <c:pt idx="43">
                        <c:v>62.553501159719985</c:v>
                      </c:pt>
                      <c:pt idx="44">
                        <c:v>68.69106101389562</c:v>
                      </c:pt>
                      <c:pt idx="45">
                        <c:v>84.098148234522242</c:v>
                      </c:pt>
                      <c:pt idx="46">
                        <c:v>82.222389283811097</c:v>
                      </c:pt>
                      <c:pt idx="47">
                        <c:v>69.308611357826706</c:v>
                      </c:pt>
                      <c:pt idx="48">
                        <c:v>49.817165346935546</c:v>
                      </c:pt>
                      <c:pt idx="49">
                        <c:v>31.183413715553307</c:v>
                      </c:pt>
                      <c:pt idx="50">
                        <c:v>18.256540833093329</c:v>
                      </c:pt>
                      <c:pt idx="51">
                        <c:v>10.800826805588892</c:v>
                      </c:pt>
                      <c:pt idx="52">
                        <c:v>7.2942076041822261</c:v>
                      </c:pt>
                      <c:pt idx="53">
                        <c:v>7.7579920247777778</c:v>
                      </c:pt>
                      <c:pt idx="54">
                        <c:v>15.851755933520039</c:v>
                      </c:pt>
                      <c:pt idx="55">
                        <c:v>23.856968234424475</c:v>
                      </c:pt>
                      <c:pt idx="56">
                        <c:v>32.757307413762177</c:v>
                      </c:pt>
                      <c:pt idx="57">
                        <c:v>38.260732104637739</c:v>
                      </c:pt>
                      <c:pt idx="58">
                        <c:v>42.462946363024486</c:v>
                      </c:pt>
                      <c:pt idx="59">
                        <c:v>48.535882811195513</c:v>
                      </c:pt>
                      <c:pt idx="60">
                        <c:v>52.388087367971153</c:v>
                      </c:pt>
                      <c:pt idx="61">
                        <c:v>60.742514419057727</c:v>
                      </c:pt>
                      <c:pt idx="62">
                        <c:v>63.838417855506691</c:v>
                      </c:pt>
                      <c:pt idx="63">
                        <c:v>61.192527119433343</c:v>
                      </c:pt>
                      <c:pt idx="64">
                        <c:v>51.238032036288921</c:v>
                      </c:pt>
                      <c:pt idx="65">
                        <c:v>52.086819183817774</c:v>
                      </c:pt>
                      <c:pt idx="66">
                        <c:v>52.617082452228871</c:v>
                      </c:pt>
                      <c:pt idx="67">
                        <c:v>60.868403359837764</c:v>
                      </c:pt>
                      <c:pt idx="68">
                        <c:v>67.178503277215526</c:v>
                      </c:pt>
                      <c:pt idx="69">
                        <c:v>81.020867292308921</c:v>
                      </c:pt>
                      <c:pt idx="70">
                        <c:v>77.84601996477997</c:v>
                      </c:pt>
                      <c:pt idx="71">
                        <c:v>61.834825740337799</c:v>
                      </c:pt>
                      <c:pt idx="72">
                        <c:v>40.764277497713309</c:v>
                      </c:pt>
                      <c:pt idx="73">
                        <c:v>24.141748595579962</c:v>
                      </c:pt>
                      <c:pt idx="74">
                        <c:v>14.057860106197765</c:v>
                      </c:pt>
                      <c:pt idx="75">
                        <c:v>8.8521752427955533</c:v>
                      </c:pt>
                      <c:pt idx="76">
                        <c:v>6.6945928686133316</c:v>
                      </c:pt>
                      <c:pt idx="77">
                        <c:v>7.7274696666911211</c:v>
                      </c:pt>
                      <c:pt idx="78">
                        <c:v>16.802296064557765</c:v>
                      </c:pt>
                      <c:pt idx="79">
                        <c:v>24.387502364988883</c:v>
                      </c:pt>
                      <c:pt idx="80">
                        <c:v>30.237607356797795</c:v>
                      </c:pt>
                      <c:pt idx="81">
                        <c:v>33.663906231615549</c:v>
                      </c:pt>
                      <c:pt idx="82">
                        <c:v>37.629556177708935</c:v>
                      </c:pt>
                      <c:pt idx="83">
                        <c:v>43.241620043546625</c:v>
                      </c:pt>
                      <c:pt idx="84">
                        <c:v>47.223708489504418</c:v>
                      </c:pt>
                      <c:pt idx="85">
                        <c:v>52.659575575546654</c:v>
                      </c:pt>
                      <c:pt idx="86">
                        <c:v>54.177138045731155</c:v>
                      </c:pt>
                      <c:pt idx="87">
                        <c:v>53.095563650846636</c:v>
                      </c:pt>
                      <c:pt idx="88">
                        <c:v>48.357054565246671</c:v>
                      </c:pt>
                      <c:pt idx="89">
                        <c:v>51.430863348722241</c:v>
                      </c:pt>
                      <c:pt idx="90">
                        <c:v>49.472499388531091</c:v>
                      </c:pt>
                      <c:pt idx="91">
                        <c:v>58.338229453031097</c:v>
                      </c:pt>
                      <c:pt idx="92">
                        <c:v>64.880913443235528</c:v>
                      </c:pt>
                      <c:pt idx="93">
                        <c:v>79.148902023344419</c:v>
                      </c:pt>
                      <c:pt idx="94">
                        <c:v>75.795418077066657</c:v>
                      </c:pt>
                      <c:pt idx="95">
                        <c:v>59.239564019102239</c:v>
                      </c:pt>
                      <c:pt idx="96">
                        <c:v>39.160387991662233</c:v>
                      </c:pt>
                      <c:pt idx="97">
                        <c:v>23.084744868846652</c:v>
                      </c:pt>
                      <c:pt idx="98">
                        <c:v>13.304560412022209</c:v>
                      </c:pt>
                      <c:pt idx="99">
                        <c:v>8.3662260495977741</c:v>
                      </c:pt>
                      <c:pt idx="100">
                        <c:v>6.3939216198755595</c:v>
                      </c:pt>
                      <c:pt idx="101">
                        <c:v>7.3979559810088968</c:v>
                      </c:pt>
                      <c:pt idx="102">
                        <c:v>16.866581229039969</c:v>
                      </c:pt>
                      <c:pt idx="103">
                        <c:v>25.035320734191089</c:v>
                      </c:pt>
                      <c:pt idx="104">
                        <c:v>31.190564064046701</c:v>
                      </c:pt>
                      <c:pt idx="105">
                        <c:v>34.101898971888851</c:v>
                      </c:pt>
                      <c:pt idx="106">
                        <c:v>37.84665999423558</c:v>
                      </c:pt>
                      <c:pt idx="107">
                        <c:v>43.550167906855584</c:v>
                      </c:pt>
                      <c:pt idx="108">
                        <c:v>47.666510323831083</c:v>
                      </c:pt>
                      <c:pt idx="109">
                        <c:v>53.164571253564461</c:v>
                      </c:pt>
                      <c:pt idx="110">
                        <c:v>54.4833605529222</c:v>
                      </c:pt>
                      <c:pt idx="111">
                        <c:v>53.161272291308933</c:v>
                      </c:pt>
                      <c:pt idx="112">
                        <c:v>48.174895721104456</c:v>
                      </c:pt>
                      <c:pt idx="113">
                        <c:v>51.048067420722205</c:v>
                      </c:pt>
                      <c:pt idx="114">
                        <c:v>49.610668096604449</c:v>
                      </c:pt>
                      <c:pt idx="115">
                        <c:v>58.678762145297824</c:v>
                      </c:pt>
                      <c:pt idx="116">
                        <c:v>65.532200140548923</c:v>
                      </c:pt>
                      <c:pt idx="117">
                        <c:v>80.242297728713396</c:v>
                      </c:pt>
                      <c:pt idx="118">
                        <c:v>76.185816509164496</c:v>
                      </c:pt>
                      <c:pt idx="119">
                        <c:v>59.48007008206001</c:v>
                      </c:pt>
                      <c:pt idx="120">
                        <c:v>39.08756305773553</c:v>
                      </c:pt>
                      <c:pt idx="121">
                        <c:v>23.032042537664488</c:v>
                      </c:pt>
                      <c:pt idx="122">
                        <c:v>13.107816727535543</c:v>
                      </c:pt>
                      <c:pt idx="123">
                        <c:v>8.1425169722977753</c:v>
                      </c:pt>
                      <c:pt idx="124">
                        <c:v>6.2451527826600053</c:v>
                      </c:pt>
                      <c:pt idx="125">
                        <c:v>7.5503792898222173</c:v>
                      </c:pt>
                      <c:pt idx="126">
                        <c:v>17.082503741104475</c:v>
                      </c:pt>
                      <c:pt idx="127">
                        <c:v>25.749155248006687</c:v>
                      </c:pt>
                      <c:pt idx="128">
                        <c:v>31.809722093808841</c:v>
                      </c:pt>
                      <c:pt idx="129">
                        <c:v>34.679540825617757</c:v>
                      </c:pt>
                      <c:pt idx="130">
                        <c:v>38.919790455846666</c:v>
                      </c:pt>
                      <c:pt idx="131">
                        <c:v>43.85254606330885</c:v>
                      </c:pt>
                      <c:pt idx="132">
                        <c:v>48.565245693508849</c:v>
                      </c:pt>
                      <c:pt idx="133">
                        <c:v>57.400490339455573</c:v>
                      </c:pt>
                      <c:pt idx="134">
                        <c:v>59.210354379144441</c:v>
                      </c:pt>
                      <c:pt idx="135">
                        <c:v>56.597940019537731</c:v>
                      </c:pt>
                      <c:pt idx="136">
                        <c:v>48.569672910788853</c:v>
                      </c:pt>
                      <c:pt idx="137">
                        <c:v>51.265123802957802</c:v>
                      </c:pt>
                      <c:pt idx="138">
                        <c:v>54.306300504373375</c:v>
                      </c:pt>
                      <c:pt idx="139">
                        <c:v>63.080571102648918</c:v>
                      </c:pt>
                      <c:pt idx="140">
                        <c:v>66.375386065648911</c:v>
                      </c:pt>
                      <c:pt idx="141">
                        <c:v>80.485066239315572</c:v>
                      </c:pt>
                      <c:pt idx="142">
                        <c:v>76.774779297917775</c:v>
                      </c:pt>
                      <c:pt idx="143">
                        <c:v>60.96774417511552</c:v>
                      </c:pt>
                      <c:pt idx="144">
                        <c:v>41.114936708164485</c:v>
                      </c:pt>
                      <c:pt idx="145">
                        <c:v>24.426624544164479</c:v>
                      </c:pt>
                      <c:pt idx="146">
                        <c:v>15.098747429384414</c:v>
                      </c:pt>
                      <c:pt idx="147">
                        <c:v>8.6592148878488864</c:v>
                      </c:pt>
                      <c:pt idx="148">
                        <c:v>6.5816632601666676</c:v>
                      </c:pt>
                      <c:pt idx="149">
                        <c:v>7.6626565581399984</c:v>
                      </c:pt>
                      <c:pt idx="150">
                        <c:v>17.730945302951099</c:v>
                      </c:pt>
                      <c:pt idx="151">
                        <c:v>26.505556359808878</c:v>
                      </c:pt>
                      <c:pt idx="152">
                        <c:v>32.491758037704408</c:v>
                      </c:pt>
                      <c:pt idx="153">
                        <c:v>35.014486085684489</c:v>
                      </c:pt>
                      <c:pt idx="154">
                        <c:v>38.532208118006643</c:v>
                      </c:pt>
                      <c:pt idx="155">
                        <c:v>43.232646899753362</c:v>
                      </c:pt>
                      <c:pt idx="156">
                        <c:v>47.006167884391132</c:v>
                      </c:pt>
                      <c:pt idx="157">
                        <c:v>52.881207816155516</c:v>
                      </c:pt>
                      <c:pt idx="158">
                        <c:v>54.325433872142199</c:v>
                      </c:pt>
                      <c:pt idx="159">
                        <c:v>53.591743974251074</c:v>
                      </c:pt>
                      <c:pt idx="160">
                        <c:v>49.419436940497832</c:v>
                      </c:pt>
                      <c:pt idx="161">
                        <c:v>52.466341131900009</c:v>
                      </c:pt>
                      <c:pt idx="162">
                        <c:v>51.58580327046667</c:v>
                      </c:pt>
                      <c:pt idx="163">
                        <c:v>61.011515448664433</c:v>
                      </c:pt>
                      <c:pt idx="164">
                        <c:v>67.81296412143115</c:v>
                      </c:pt>
                      <c:pt idx="165">
                        <c:v>81.262948593153311</c:v>
                      </c:pt>
                      <c:pt idx="166">
                        <c:v>76.883324452195509</c:v>
                      </c:pt>
                      <c:pt idx="167">
                        <c:v>58.106864675264447</c:v>
                      </c:pt>
                      <c:pt idx="168">
                        <c:v>37.784716736859963</c:v>
                      </c:pt>
                      <c:pt idx="169">
                        <c:v>22.253936164013318</c:v>
                      </c:pt>
                      <c:pt idx="170">
                        <c:v>12.995485120124446</c:v>
                      </c:pt>
                      <c:pt idx="171">
                        <c:v>8.2522858956533316</c:v>
                      </c:pt>
                      <c:pt idx="172">
                        <c:v>6.3863263219088928</c:v>
                      </c:pt>
                      <c:pt idx="173">
                        <c:v>7.5611782377355627</c:v>
                      </c:pt>
                      <c:pt idx="174">
                        <c:v>17.777548167755594</c:v>
                      </c:pt>
                      <c:pt idx="175">
                        <c:v>28.078210303808859</c:v>
                      </c:pt>
                      <c:pt idx="176">
                        <c:v>35.251510070864484</c:v>
                      </c:pt>
                      <c:pt idx="177">
                        <c:v>38.945625562422236</c:v>
                      </c:pt>
                      <c:pt idx="178">
                        <c:v>41.659863587882256</c:v>
                      </c:pt>
                      <c:pt idx="179">
                        <c:v>45.502847139071065</c:v>
                      </c:pt>
                      <c:pt idx="180">
                        <c:v>49.842795673244439</c:v>
                      </c:pt>
                      <c:pt idx="181">
                        <c:v>55.922829857217813</c:v>
                      </c:pt>
                      <c:pt idx="182">
                        <c:v>57.477491804466631</c:v>
                      </c:pt>
                      <c:pt idx="183">
                        <c:v>56.126115786175596</c:v>
                      </c:pt>
                      <c:pt idx="184">
                        <c:v>49.417447378488859</c:v>
                      </c:pt>
                      <c:pt idx="185">
                        <c:v>52.223975113513376</c:v>
                      </c:pt>
                      <c:pt idx="186">
                        <c:v>51.779424343635554</c:v>
                      </c:pt>
                      <c:pt idx="187">
                        <c:v>62.332523701742211</c:v>
                      </c:pt>
                      <c:pt idx="188">
                        <c:v>68.888466408993381</c:v>
                      </c:pt>
                      <c:pt idx="189">
                        <c:v>81.454204929906737</c:v>
                      </c:pt>
                      <c:pt idx="190">
                        <c:v>79.316629704455565</c:v>
                      </c:pt>
                      <c:pt idx="191">
                        <c:v>64.389494179697834</c:v>
                      </c:pt>
                      <c:pt idx="192">
                        <c:v>45.000217854966664</c:v>
                      </c:pt>
                      <c:pt idx="193">
                        <c:v>28.161914459366688</c:v>
                      </c:pt>
                      <c:pt idx="194">
                        <c:v>16.612468333113345</c:v>
                      </c:pt>
                      <c:pt idx="195">
                        <c:v>10.576918254922234</c:v>
                      </c:pt>
                      <c:pt idx="196">
                        <c:v>7.4906497047911076</c:v>
                      </c:pt>
                      <c:pt idx="197">
                        <c:v>7.5085729885244499</c:v>
                      </c:pt>
                      <c:pt idx="198">
                        <c:v>15.67901683710004</c:v>
                      </c:pt>
                      <c:pt idx="199">
                        <c:v>24.127740100746671</c:v>
                      </c:pt>
                      <c:pt idx="200">
                        <c:v>33.643786526380048</c:v>
                      </c:pt>
                      <c:pt idx="201">
                        <c:v>39.954433326213284</c:v>
                      </c:pt>
                      <c:pt idx="202">
                        <c:v>45.778183553102267</c:v>
                      </c:pt>
                      <c:pt idx="203">
                        <c:v>52.746019900575511</c:v>
                      </c:pt>
                      <c:pt idx="204">
                        <c:v>53.185552049564471</c:v>
                      </c:pt>
                      <c:pt idx="205">
                        <c:v>56.838034730775561</c:v>
                      </c:pt>
                      <c:pt idx="206">
                        <c:v>69.898071751973319</c:v>
                      </c:pt>
                      <c:pt idx="207">
                        <c:v>63.791251958020013</c:v>
                      </c:pt>
                      <c:pt idx="208">
                        <c:v>52.910221228920037</c:v>
                      </c:pt>
                      <c:pt idx="209">
                        <c:v>54.232876960504406</c:v>
                      </c:pt>
                      <c:pt idx="210">
                        <c:v>51.942194704251143</c:v>
                      </c:pt>
                      <c:pt idx="211">
                        <c:v>62.690313311148913</c:v>
                      </c:pt>
                      <c:pt idx="212">
                        <c:v>69.712280077422264</c:v>
                      </c:pt>
                      <c:pt idx="213">
                        <c:v>83.241233456202238</c:v>
                      </c:pt>
                      <c:pt idx="214">
                        <c:v>81.946794680628912</c:v>
                      </c:pt>
                      <c:pt idx="215">
                        <c:v>66.283267219657787</c:v>
                      </c:pt>
                      <c:pt idx="216">
                        <c:v>45.497080684273335</c:v>
                      </c:pt>
                      <c:pt idx="217">
                        <c:v>27.360521840333345</c:v>
                      </c:pt>
                      <c:pt idx="218">
                        <c:v>15.72549044288888</c:v>
                      </c:pt>
                      <c:pt idx="219">
                        <c:v>9.5054855639844487</c:v>
                      </c:pt>
                      <c:pt idx="220">
                        <c:v>6.8302377853200031</c:v>
                      </c:pt>
                      <c:pt idx="221">
                        <c:v>7.3210654298888871</c:v>
                      </c:pt>
                      <c:pt idx="222">
                        <c:v>15.915555489537802</c:v>
                      </c:pt>
                      <c:pt idx="223">
                        <c:v>24.289861412057729</c:v>
                      </c:pt>
                      <c:pt idx="224">
                        <c:v>33.121369226891098</c:v>
                      </c:pt>
                      <c:pt idx="225">
                        <c:v>38.239674109037814</c:v>
                      </c:pt>
                      <c:pt idx="226">
                        <c:v>41.987579828162204</c:v>
                      </c:pt>
                      <c:pt idx="227">
                        <c:v>47.58236998264217</c:v>
                      </c:pt>
                      <c:pt idx="228">
                        <c:v>50.485217776573322</c:v>
                      </c:pt>
                      <c:pt idx="229">
                        <c:v>59.574512864762248</c:v>
                      </c:pt>
                      <c:pt idx="230">
                        <c:v>63.216627619535515</c:v>
                      </c:pt>
                      <c:pt idx="231">
                        <c:v>60.170191353337799</c:v>
                      </c:pt>
                      <c:pt idx="232">
                        <c:v>51.098955798862228</c:v>
                      </c:pt>
                      <c:pt idx="233">
                        <c:v>52.895346349466706</c:v>
                      </c:pt>
                      <c:pt idx="234">
                        <c:v>51.610150058842251</c:v>
                      </c:pt>
                      <c:pt idx="235">
                        <c:v>60.801228725322268</c:v>
                      </c:pt>
                      <c:pt idx="236">
                        <c:v>69.081749303008891</c:v>
                      </c:pt>
                      <c:pt idx="237">
                        <c:v>82.305119030560022</c:v>
                      </c:pt>
                      <c:pt idx="238">
                        <c:v>76.509847537742232</c:v>
                      </c:pt>
                      <c:pt idx="239">
                        <c:v>58.695284451031156</c:v>
                      </c:pt>
                      <c:pt idx="240">
                        <c:v>37.658765949553327</c:v>
                      </c:pt>
                      <c:pt idx="241">
                        <c:v>22.022482981544474</c:v>
                      </c:pt>
                      <c:pt idx="242">
                        <c:v>12.634964421295535</c:v>
                      </c:pt>
                      <c:pt idx="243">
                        <c:v>8.09179489678667</c:v>
                      </c:pt>
                      <c:pt idx="244">
                        <c:v>6.468645200073337</c:v>
                      </c:pt>
                      <c:pt idx="245">
                        <c:v>7.3972974870577737</c:v>
                      </c:pt>
                      <c:pt idx="246">
                        <c:v>16.792807676239974</c:v>
                      </c:pt>
                      <c:pt idx="247">
                        <c:v>25.135815806271086</c:v>
                      </c:pt>
                      <c:pt idx="248">
                        <c:v>31.017410170402201</c:v>
                      </c:pt>
                      <c:pt idx="249">
                        <c:v>33.386909454660042</c:v>
                      </c:pt>
                      <c:pt idx="250">
                        <c:v>37.352857913819967</c:v>
                      </c:pt>
                      <c:pt idx="251">
                        <c:v>42.896915481346625</c:v>
                      </c:pt>
                      <c:pt idx="252">
                        <c:v>47.665609835935527</c:v>
                      </c:pt>
                      <c:pt idx="253">
                        <c:v>54.77866329638001</c:v>
                      </c:pt>
                      <c:pt idx="254">
                        <c:v>56.707535462524426</c:v>
                      </c:pt>
                      <c:pt idx="255">
                        <c:v>55.018167331424465</c:v>
                      </c:pt>
                      <c:pt idx="256">
                        <c:v>50.640798250399996</c:v>
                      </c:pt>
                      <c:pt idx="257">
                        <c:v>55.125101536251101</c:v>
                      </c:pt>
                      <c:pt idx="258">
                        <c:v>52.735918775391134</c:v>
                      </c:pt>
                      <c:pt idx="259">
                        <c:v>61.533920245319969</c:v>
                      </c:pt>
                      <c:pt idx="260">
                        <c:v>69.554979377506655</c:v>
                      </c:pt>
                      <c:pt idx="261">
                        <c:v>81.298878140879978</c:v>
                      </c:pt>
                      <c:pt idx="262">
                        <c:v>75.531251490951121</c:v>
                      </c:pt>
                      <c:pt idx="263">
                        <c:v>56.957575415648918</c:v>
                      </c:pt>
                      <c:pt idx="264">
                        <c:v>36.129337633551152</c:v>
                      </c:pt>
                      <c:pt idx="265">
                        <c:v>20.610826874999979</c:v>
                      </c:pt>
                      <c:pt idx="266">
                        <c:v>12.032356137051107</c:v>
                      </c:pt>
                      <c:pt idx="267">
                        <c:v>7.8299580935422259</c:v>
                      </c:pt>
                      <c:pt idx="268">
                        <c:v>6.3165293614022229</c:v>
                      </c:pt>
                      <c:pt idx="269">
                        <c:v>7.1552644143933364</c:v>
                      </c:pt>
                      <c:pt idx="270">
                        <c:v>17.13592313144671</c:v>
                      </c:pt>
                      <c:pt idx="271">
                        <c:v>26.217402833871088</c:v>
                      </c:pt>
                      <c:pt idx="272">
                        <c:v>31.609534627699993</c:v>
                      </c:pt>
                      <c:pt idx="273">
                        <c:v>34.290832251833322</c:v>
                      </c:pt>
                      <c:pt idx="274">
                        <c:v>37.955964532451077</c:v>
                      </c:pt>
                      <c:pt idx="275">
                        <c:v>43.804868841113326</c:v>
                      </c:pt>
                      <c:pt idx="276">
                        <c:v>47.385713219948933</c:v>
                      </c:pt>
                      <c:pt idx="277">
                        <c:v>53.390531902251134</c:v>
                      </c:pt>
                      <c:pt idx="278">
                        <c:v>54.421022744715536</c:v>
                      </c:pt>
                      <c:pt idx="279">
                        <c:v>52.900204931495558</c:v>
                      </c:pt>
                      <c:pt idx="280">
                        <c:v>48.679122633957817</c:v>
                      </c:pt>
                      <c:pt idx="281">
                        <c:v>52.704294312306693</c:v>
                      </c:pt>
                      <c:pt idx="282">
                        <c:v>50.844868460491078</c:v>
                      </c:pt>
                      <c:pt idx="283">
                        <c:v>60.70404182644662</c:v>
                      </c:pt>
                      <c:pt idx="284">
                        <c:v>69.309046862268929</c:v>
                      </c:pt>
                      <c:pt idx="285">
                        <c:v>81.943015995882263</c:v>
                      </c:pt>
                      <c:pt idx="286">
                        <c:v>75.819357203757832</c:v>
                      </c:pt>
                      <c:pt idx="287">
                        <c:v>56.203677797524506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0-3B6C-47C2-956F-045AF7A440C3}"/>
                  </c:ext>
                </c:extLst>
              </c15:ser>
            </c15:filteredLineSeries>
            <c15:filteredLineSeries>
              <c15:ser>
                <c:idx val="30"/>
                <c:order val="3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12-10-2026'!$AF$1</c15:sqref>
                        </c15:formulaRef>
                      </c:ext>
                    </c:extLst>
                    <c:strCache>
                      <c:ptCount val="1"/>
                      <c:pt idx="0">
                        <c:v>vEPG BMR SGI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12-10-2026'!$AF$2:$AF$289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78.373486269464479</c:v>
                      </c:pt>
                      <c:pt idx="1">
                        <c:v>50.735538361093326</c:v>
                      </c:pt>
                      <c:pt idx="2">
                        <c:v>29.831557932951089</c:v>
                      </c:pt>
                      <c:pt idx="3">
                        <c:v>16.818825609244438</c:v>
                      </c:pt>
                      <c:pt idx="4">
                        <c:v>11.441623541524432</c:v>
                      </c:pt>
                      <c:pt idx="5">
                        <c:v>10.971617425193323</c:v>
                      </c:pt>
                      <c:pt idx="6">
                        <c:v>20.761742368448882</c:v>
                      </c:pt>
                      <c:pt idx="7">
                        <c:v>34.489746737817768</c:v>
                      </c:pt>
                      <c:pt idx="8">
                        <c:v>45.424305286793334</c:v>
                      </c:pt>
                      <c:pt idx="9">
                        <c:v>51.494822575500045</c:v>
                      </c:pt>
                      <c:pt idx="10">
                        <c:v>58.128346568484481</c:v>
                      </c:pt>
                      <c:pt idx="11">
                        <c:v>65.96331156229337</c:v>
                      </c:pt>
                      <c:pt idx="12">
                        <c:v>71.014898600460015</c:v>
                      </c:pt>
                      <c:pt idx="13">
                        <c:v>77.85761495900222</c:v>
                      </c:pt>
                      <c:pt idx="14">
                        <c:v>83.838264498393315</c:v>
                      </c:pt>
                      <c:pt idx="15">
                        <c:v>79.610655224095538</c:v>
                      </c:pt>
                      <c:pt idx="16">
                        <c:v>71.187282993384429</c:v>
                      </c:pt>
                      <c:pt idx="17">
                        <c:v>71.109643160993386</c:v>
                      </c:pt>
                      <c:pt idx="18">
                        <c:v>69.690467280491148</c:v>
                      </c:pt>
                      <c:pt idx="19">
                        <c:v>72.477794801722268</c:v>
                      </c:pt>
                      <c:pt idx="20">
                        <c:v>84.662166580008957</c:v>
                      </c:pt>
                      <c:pt idx="21">
                        <c:v>97.590519842646714</c:v>
                      </c:pt>
                      <c:pt idx="22">
                        <c:v>106.57933693197336</c:v>
                      </c:pt>
                      <c:pt idx="23">
                        <c:v>104.25022681447332</c:v>
                      </c:pt>
                      <c:pt idx="24">
                        <c:v>84.419398295613377</c:v>
                      </c:pt>
                      <c:pt idx="25">
                        <c:v>55.407044736453308</c:v>
                      </c:pt>
                      <c:pt idx="26">
                        <c:v>30.41229929285333</c:v>
                      </c:pt>
                      <c:pt idx="27">
                        <c:v>19.83336103887558</c:v>
                      </c:pt>
                      <c:pt idx="28">
                        <c:v>12.785453433642189</c:v>
                      </c:pt>
                      <c:pt idx="29">
                        <c:v>10.619568730591112</c:v>
                      </c:pt>
                      <c:pt idx="30">
                        <c:v>18.585079441955529</c:v>
                      </c:pt>
                      <c:pt idx="31">
                        <c:v>29.878676321131159</c:v>
                      </c:pt>
                      <c:pt idx="32">
                        <c:v>41.715957225448889</c:v>
                      </c:pt>
                      <c:pt idx="33">
                        <c:v>52.583343817797768</c:v>
                      </c:pt>
                      <c:pt idx="34">
                        <c:v>61.763548790682194</c:v>
                      </c:pt>
                      <c:pt idx="35">
                        <c:v>72.84864110524444</c:v>
                      </c:pt>
                      <c:pt idx="36">
                        <c:v>76.789621596820041</c:v>
                      </c:pt>
                      <c:pt idx="37">
                        <c:v>74.035828173986658</c:v>
                      </c:pt>
                      <c:pt idx="38">
                        <c:v>91.661300848915602</c:v>
                      </c:pt>
                      <c:pt idx="39">
                        <c:v>88.177038619539999</c:v>
                      </c:pt>
                      <c:pt idx="40">
                        <c:v>74.973483762100031</c:v>
                      </c:pt>
                      <c:pt idx="41">
                        <c:v>72.107380270657742</c:v>
                      </c:pt>
                      <c:pt idx="42">
                        <c:v>70.221629153191131</c:v>
                      </c:pt>
                      <c:pt idx="43">
                        <c:v>75.827857902766667</c:v>
                      </c:pt>
                      <c:pt idx="44">
                        <c:v>88.976517128884453</c:v>
                      </c:pt>
                      <c:pt idx="45">
                        <c:v>102.82787913077999</c:v>
                      </c:pt>
                      <c:pt idx="46">
                        <c:v>110.29587077140623</c:v>
                      </c:pt>
                      <c:pt idx="47">
                        <c:v>107.59538210908669</c:v>
                      </c:pt>
                      <c:pt idx="48">
                        <c:v>88.419980086831089</c:v>
                      </c:pt>
                      <c:pt idx="49">
                        <c:v>61.185864339584462</c:v>
                      </c:pt>
                      <c:pt idx="50">
                        <c:v>36.933037990817766</c:v>
                      </c:pt>
                      <c:pt idx="51">
                        <c:v>21.545346117580021</c:v>
                      </c:pt>
                      <c:pt idx="52">
                        <c:v>13.05282473056891</c:v>
                      </c:pt>
                      <c:pt idx="53">
                        <c:v>10.517453881439998</c:v>
                      </c:pt>
                      <c:pt idx="54">
                        <c:v>18.763896015344418</c:v>
                      </c:pt>
                      <c:pt idx="55">
                        <c:v>30.97672697781114</c:v>
                      </c:pt>
                      <c:pt idx="56">
                        <c:v>41.731546711724469</c:v>
                      </c:pt>
                      <c:pt idx="57">
                        <c:v>51.37203516201329</c:v>
                      </c:pt>
                      <c:pt idx="58">
                        <c:v>59.152704238422182</c:v>
                      </c:pt>
                      <c:pt idx="59">
                        <c:v>68.60396303189556</c:v>
                      </c:pt>
                      <c:pt idx="60">
                        <c:v>73.307361082586695</c:v>
                      </c:pt>
                      <c:pt idx="61">
                        <c:v>81.194704338264415</c:v>
                      </c:pt>
                      <c:pt idx="62">
                        <c:v>89.364084864780011</c:v>
                      </c:pt>
                      <c:pt idx="63">
                        <c:v>85.11451909638447</c:v>
                      </c:pt>
                      <c:pt idx="64">
                        <c:v>74.952361699762221</c:v>
                      </c:pt>
                      <c:pt idx="65">
                        <c:v>73.110858116008956</c:v>
                      </c:pt>
                      <c:pt idx="66">
                        <c:v>69.901417052244497</c:v>
                      </c:pt>
                      <c:pt idx="67">
                        <c:v>74.550281791042238</c:v>
                      </c:pt>
                      <c:pt idx="68">
                        <c:v>85.854594521759978</c:v>
                      </c:pt>
                      <c:pt idx="69">
                        <c:v>98.002390728071106</c:v>
                      </c:pt>
                      <c:pt idx="70">
                        <c:v>106.10563918010884</c:v>
                      </c:pt>
                      <c:pt idx="71">
                        <c:v>101.01315907865333</c:v>
                      </c:pt>
                      <c:pt idx="72">
                        <c:v>78.320715956017821</c:v>
                      </c:pt>
                      <c:pt idx="73">
                        <c:v>49.651928491697824</c:v>
                      </c:pt>
                      <c:pt idx="74">
                        <c:v>28.38227474811114</c:v>
                      </c:pt>
                      <c:pt idx="75">
                        <c:v>16.45089940660003</c:v>
                      </c:pt>
                      <c:pt idx="76">
                        <c:v>10.958721094411111</c:v>
                      </c:pt>
                      <c:pt idx="77">
                        <c:v>10.133335082135559</c:v>
                      </c:pt>
                      <c:pt idx="78">
                        <c:v>19.706870305517732</c:v>
                      </c:pt>
                      <c:pt idx="79">
                        <c:v>32.19968007610219</c:v>
                      </c:pt>
                      <c:pt idx="80">
                        <c:v>42.7630372148733</c:v>
                      </c:pt>
                      <c:pt idx="81">
                        <c:v>50.204144061111108</c:v>
                      </c:pt>
                      <c:pt idx="82">
                        <c:v>56.971743589968931</c:v>
                      </c:pt>
                      <c:pt idx="83">
                        <c:v>63.973475287453361</c:v>
                      </c:pt>
                      <c:pt idx="84">
                        <c:v>68.703360789962218</c:v>
                      </c:pt>
                      <c:pt idx="85">
                        <c:v>74.872045958037774</c:v>
                      </c:pt>
                      <c:pt idx="86">
                        <c:v>79.967459296664416</c:v>
                      </c:pt>
                      <c:pt idx="87">
                        <c:v>75.884887151906682</c:v>
                      </c:pt>
                      <c:pt idx="88">
                        <c:v>68.81803832963999</c:v>
                      </c:pt>
                      <c:pt idx="89">
                        <c:v>69.634881423673363</c:v>
                      </c:pt>
                      <c:pt idx="90">
                        <c:v>68.478358677764462</c:v>
                      </c:pt>
                      <c:pt idx="91">
                        <c:v>73.131427265857823</c:v>
                      </c:pt>
                      <c:pt idx="92">
                        <c:v>85.645988165851122</c:v>
                      </c:pt>
                      <c:pt idx="93">
                        <c:v>98.992034068095592</c:v>
                      </c:pt>
                      <c:pt idx="94">
                        <c:v>106.56560824286662</c:v>
                      </c:pt>
                      <c:pt idx="95">
                        <c:v>99.377948176515588</c:v>
                      </c:pt>
                      <c:pt idx="96">
                        <c:v>75.611990533873325</c:v>
                      </c:pt>
                      <c:pt idx="97">
                        <c:v>47.586222761937798</c:v>
                      </c:pt>
                      <c:pt idx="98">
                        <c:v>26.90593604637996</c:v>
                      </c:pt>
                      <c:pt idx="99">
                        <c:v>15.380656173093321</c:v>
                      </c:pt>
                      <c:pt idx="100">
                        <c:v>10.661723497799999</c:v>
                      </c:pt>
                      <c:pt idx="101">
                        <c:v>9.6989602930488878</c:v>
                      </c:pt>
                      <c:pt idx="102">
                        <c:v>18.958811272075589</c:v>
                      </c:pt>
                      <c:pt idx="103">
                        <c:v>32.722693265468912</c:v>
                      </c:pt>
                      <c:pt idx="104">
                        <c:v>43.115758808951078</c:v>
                      </c:pt>
                      <c:pt idx="105">
                        <c:v>50.08102738702221</c:v>
                      </c:pt>
                      <c:pt idx="106">
                        <c:v>57.002929380964446</c:v>
                      </c:pt>
                      <c:pt idx="107">
                        <c:v>64.881577367748903</c:v>
                      </c:pt>
                      <c:pt idx="108">
                        <c:v>69.458732550700006</c:v>
                      </c:pt>
                      <c:pt idx="109">
                        <c:v>75.945527650337752</c:v>
                      </c:pt>
                      <c:pt idx="110">
                        <c:v>80.521314022511149</c:v>
                      </c:pt>
                      <c:pt idx="111">
                        <c:v>76.636000922602264</c:v>
                      </c:pt>
                      <c:pt idx="112">
                        <c:v>69.783078521206718</c:v>
                      </c:pt>
                      <c:pt idx="113">
                        <c:v>70.293616086235559</c:v>
                      </c:pt>
                      <c:pt idx="114">
                        <c:v>69.016725113484483</c:v>
                      </c:pt>
                      <c:pt idx="115">
                        <c:v>73.938554347546656</c:v>
                      </c:pt>
                      <c:pt idx="116">
                        <c:v>85.901228545904431</c:v>
                      </c:pt>
                      <c:pt idx="117">
                        <c:v>100.95828122351776</c:v>
                      </c:pt>
                      <c:pt idx="118">
                        <c:v>107.75507288629552</c:v>
                      </c:pt>
                      <c:pt idx="119">
                        <c:v>100.60095174819782</c:v>
                      </c:pt>
                      <c:pt idx="120">
                        <c:v>75.569704465413366</c:v>
                      </c:pt>
                      <c:pt idx="121">
                        <c:v>47.044419454319993</c:v>
                      </c:pt>
                      <c:pt idx="122">
                        <c:v>26.491233129542209</c:v>
                      </c:pt>
                      <c:pt idx="123">
                        <c:v>15.30378342721559</c:v>
                      </c:pt>
                      <c:pt idx="124">
                        <c:v>10.929093830637733</c:v>
                      </c:pt>
                      <c:pt idx="125">
                        <c:v>10.345434812828893</c:v>
                      </c:pt>
                      <c:pt idx="126">
                        <c:v>20.054621655833301</c:v>
                      </c:pt>
                      <c:pt idx="127">
                        <c:v>34.165017434253286</c:v>
                      </c:pt>
                      <c:pt idx="128">
                        <c:v>44.98924879869778</c:v>
                      </c:pt>
                      <c:pt idx="129">
                        <c:v>52.456375597131121</c:v>
                      </c:pt>
                      <c:pt idx="130">
                        <c:v>57.920538413157793</c:v>
                      </c:pt>
                      <c:pt idx="131">
                        <c:v>65.063564643517807</c:v>
                      </c:pt>
                      <c:pt idx="132">
                        <c:v>70.694769779355582</c:v>
                      </c:pt>
                      <c:pt idx="133">
                        <c:v>79.318907848497815</c:v>
                      </c:pt>
                      <c:pt idx="134">
                        <c:v>83.499692392175604</c:v>
                      </c:pt>
                      <c:pt idx="135">
                        <c:v>78.589898958240028</c:v>
                      </c:pt>
                      <c:pt idx="136">
                        <c:v>69.997517389891073</c:v>
                      </c:pt>
                      <c:pt idx="137">
                        <c:v>70.485237334982259</c:v>
                      </c:pt>
                      <c:pt idx="138">
                        <c:v>79.217620318266654</c:v>
                      </c:pt>
                      <c:pt idx="139">
                        <c:v>86.304971155911133</c:v>
                      </c:pt>
                      <c:pt idx="140">
                        <c:v>89.376972189680032</c:v>
                      </c:pt>
                      <c:pt idx="141">
                        <c:v>102.8187340112911</c:v>
                      </c:pt>
                      <c:pt idx="142">
                        <c:v>108.68766365545551</c:v>
                      </c:pt>
                      <c:pt idx="143">
                        <c:v>100.69659883143557</c:v>
                      </c:pt>
                      <c:pt idx="144">
                        <c:v>78.366594246619997</c:v>
                      </c:pt>
                      <c:pt idx="145">
                        <c:v>48.917735682631097</c:v>
                      </c:pt>
                      <c:pt idx="146">
                        <c:v>28.96376429410893</c:v>
                      </c:pt>
                      <c:pt idx="147">
                        <c:v>15.978975299459991</c:v>
                      </c:pt>
                      <c:pt idx="148">
                        <c:v>10.363565550984443</c:v>
                      </c:pt>
                      <c:pt idx="149">
                        <c:v>9.8443215496266632</c:v>
                      </c:pt>
                      <c:pt idx="150">
                        <c:v>20.115098728835509</c:v>
                      </c:pt>
                      <c:pt idx="151">
                        <c:v>34.794052057082197</c:v>
                      </c:pt>
                      <c:pt idx="152">
                        <c:v>46.027690225853334</c:v>
                      </c:pt>
                      <c:pt idx="153">
                        <c:v>52.45628632200669</c:v>
                      </c:pt>
                      <c:pt idx="154">
                        <c:v>58.670904434486722</c:v>
                      </c:pt>
                      <c:pt idx="155">
                        <c:v>65.946740555333321</c:v>
                      </c:pt>
                      <c:pt idx="156">
                        <c:v>70.155182892682276</c:v>
                      </c:pt>
                      <c:pt idx="157">
                        <c:v>76.489225153197793</c:v>
                      </c:pt>
                      <c:pt idx="158">
                        <c:v>81.18150569384224</c:v>
                      </c:pt>
                      <c:pt idx="159">
                        <c:v>78.78646811432219</c:v>
                      </c:pt>
                      <c:pt idx="160">
                        <c:v>71.572781860673373</c:v>
                      </c:pt>
                      <c:pt idx="161">
                        <c:v>71.988663399904439</c:v>
                      </c:pt>
                      <c:pt idx="162">
                        <c:v>70.793298944588855</c:v>
                      </c:pt>
                      <c:pt idx="163">
                        <c:v>76.201702156111125</c:v>
                      </c:pt>
                      <c:pt idx="164">
                        <c:v>85.989234114495602</c:v>
                      </c:pt>
                      <c:pt idx="165">
                        <c:v>99.678880507151163</c:v>
                      </c:pt>
                      <c:pt idx="166">
                        <c:v>108.74049459969558</c:v>
                      </c:pt>
                      <c:pt idx="167">
                        <c:v>100.03067591003551</c:v>
                      </c:pt>
                      <c:pt idx="168">
                        <c:v>75.065934956871075</c:v>
                      </c:pt>
                      <c:pt idx="169">
                        <c:v>47.117090004268903</c:v>
                      </c:pt>
                      <c:pt idx="170">
                        <c:v>26.59666399882224</c:v>
                      </c:pt>
                      <c:pt idx="171">
                        <c:v>15.542054469020041</c:v>
                      </c:pt>
                      <c:pt idx="172">
                        <c:v>10.730209082673332</c:v>
                      </c:pt>
                      <c:pt idx="173">
                        <c:v>10.181585607853332</c:v>
                      </c:pt>
                      <c:pt idx="174">
                        <c:v>20.965379863366699</c:v>
                      </c:pt>
                      <c:pt idx="175">
                        <c:v>36.992845025793386</c:v>
                      </c:pt>
                      <c:pt idx="176">
                        <c:v>48.623312138748894</c:v>
                      </c:pt>
                      <c:pt idx="177">
                        <c:v>59.135421969308894</c:v>
                      </c:pt>
                      <c:pt idx="178">
                        <c:v>65.404380425933368</c:v>
                      </c:pt>
                      <c:pt idx="179">
                        <c:v>71.388821023371165</c:v>
                      </c:pt>
                      <c:pt idx="180">
                        <c:v>74.922042705131147</c:v>
                      </c:pt>
                      <c:pt idx="181">
                        <c:v>80.834626224873375</c:v>
                      </c:pt>
                      <c:pt idx="182">
                        <c:v>85.136495091202264</c:v>
                      </c:pt>
                      <c:pt idx="183">
                        <c:v>81.870186694128932</c:v>
                      </c:pt>
                      <c:pt idx="184">
                        <c:v>73.375711743673335</c:v>
                      </c:pt>
                      <c:pt idx="185">
                        <c:v>72.99956047392223</c:v>
                      </c:pt>
                      <c:pt idx="186">
                        <c:v>71.277635710011154</c:v>
                      </c:pt>
                      <c:pt idx="187">
                        <c:v>79.291010819122206</c:v>
                      </c:pt>
                      <c:pt idx="188">
                        <c:v>88.03435640852004</c:v>
                      </c:pt>
                      <c:pt idx="189">
                        <c:v>101.92001245455782</c:v>
                      </c:pt>
                      <c:pt idx="190">
                        <c:v>110.26319378524433</c:v>
                      </c:pt>
                      <c:pt idx="191">
                        <c:v>104.35963440808</c:v>
                      </c:pt>
                      <c:pt idx="192">
                        <c:v>83.072544662302263</c:v>
                      </c:pt>
                      <c:pt idx="193">
                        <c:v>55.032510303337794</c:v>
                      </c:pt>
                      <c:pt idx="194">
                        <c:v>33.281090744006619</c:v>
                      </c:pt>
                      <c:pt idx="195">
                        <c:v>19.924792493026711</c:v>
                      </c:pt>
                      <c:pt idx="196">
                        <c:v>12.84402629896219</c:v>
                      </c:pt>
                      <c:pt idx="197">
                        <c:v>10.556125664597774</c:v>
                      </c:pt>
                      <c:pt idx="198">
                        <c:v>19.437937345462263</c:v>
                      </c:pt>
                      <c:pt idx="199">
                        <c:v>31.917229970806709</c:v>
                      </c:pt>
                      <c:pt idx="200">
                        <c:v>43.554240372135581</c:v>
                      </c:pt>
                      <c:pt idx="201">
                        <c:v>53.718720565859989</c:v>
                      </c:pt>
                      <c:pt idx="202">
                        <c:v>62.941897408648934</c:v>
                      </c:pt>
                      <c:pt idx="203">
                        <c:v>73.73118796742223</c:v>
                      </c:pt>
                      <c:pt idx="204">
                        <c:v>76.380216818920033</c:v>
                      </c:pt>
                      <c:pt idx="205">
                        <c:v>75.026868659702259</c:v>
                      </c:pt>
                      <c:pt idx="206">
                        <c:v>92.381335016746647</c:v>
                      </c:pt>
                      <c:pt idx="207">
                        <c:v>88.587847122377823</c:v>
                      </c:pt>
                      <c:pt idx="208">
                        <c:v>75.536874645511148</c:v>
                      </c:pt>
                      <c:pt idx="209">
                        <c:v>73.406377207940025</c:v>
                      </c:pt>
                      <c:pt idx="210">
                        <c:v>71.891672066964446</c:v>
                      </c:pt>
                      <c:pt idx="211">
                        <c:v>81.790708622093362</c:v>
                      </c:pt>
                      <c:pt idx="212">
                        <c:v>91.104082462420024</c:v>
                      </c:pt>
                      <c:pt idx="213">
                        <c:v>104.5470556761333</c:v>
                      </c:pt>
                      <c:pt idx="214">
                        <c:v>114.0362492416801</c:v>
                      </c:pt>
                      <c:pt idx="215">
                        <c:v>106.82236509101109</c:v>
                      </c:pt>
                      <c:pt idx="216">
                        <c:v>84.548312123293371</c:v>
                      </c:pt>
                      <c:pt idx="217">
                        <c:v>56.235219616831095</c:v>
                      </c:pt>
                      <c:pt idx="218">
                        <c:v>33.46335421280002</c:v>
                      </c:pt>
                      <c:pt idx="219">
                        <c:v>19.429677207131089</c:v>
                      </c:pt>
                      <c:pt idx="220">
                        <c:v>12.236761579831157</c:v>
                      </c:pt>
                      <c:pt idx="221">
                        <c:v>10.298544434880007</c:v>
                      </c:pt>
                      <c:pt idx="222">
                        <c:v>19.289733075080008</c:v>
                      </c:pt>
                      <c:pt idx="223">
                        <c:v>32.966580124602181</c:v>
                      </c:pt>
                      <c:pt idx="224">
                        <c:v>44.898610108055571</c:v>
                      </c:pt>
                      <c:pt idx="225">
                        <c:v>54.006533849817757</c:v>
                      </c:pt>
                      <c:pt idx="226">
                        <c:v>61.186672431782213</c:v>
                      </c:pt>
                      <c:pt idx="227">
                        <c:v>69.065011082242265</c:v>
                      </c:pt>
                      <c:pt idx="228">
                        <c:v>73.602541614946702</c:v>
                      </c:pt>
                      <c:pt idx="229">
                        <c:v>81.409019218980035</c:v>
                      </c:pt>
                      <c:pt idx="230">
                        <c:v>89.010788315251077</c:v>
                      </c:pt>
                      <c:pt idx="231">
                        <c:v>85.340004062171161</c:v>
                      </c:pt>
                      <c:pt idx="232">
                        <c:v>75.410514632562226</c:v>
                      </c:pt>
                      <c:pt idx="233">
                        <c:v>74.926442307702189</c:v>
                      </c:pt>
                      <c:pt idx="234">
                        <c:v>74.560947705917826</c:v>
                      </c:pt>
                      <c:pt idx="235">
                        <c:v>81.63663587901776</c:v>
                      </c:pt>
                      <c:pt idx="236">
                        <c:v>91.348809585755561</c:v>
                      </c:pt>
                      <c:pt idx="237">
                        <c:v>105.68704653300222</c:v>
                      </c:pt>
                      <c:pt idx="238">
                        <c:v>108.7924046819378</c:v>
                      </c:pt>
                      <c:pt idx="239">
                        <c:v>100.25737739827997</c:v>
                      </c:pt>
                      <c:pt idx="240">
                        <c:v>74.48209044024226</c:v>
                      </c:pt>
                      <c:pt idx="241">
                        <c:v>47.522484777566703</c:v>
                      </c:pt>
                      <c:pt idx="242">
                        <c:v>27.189139758297799</c:v>
                      </c:pt>
                      <c:pt idx="243">
                        <c:v>16.02438956299773</c:v>
                      </c:pt>
                      <c:pt idx="244">
                        <c:v>10.650058610768891</c:v>
                      </c:pt>
                      <c:pt idx="245">
                        <c:v>9.7521199689688896</c:v>
                      </c:pt>
                      <c:pt idx="246">
                        <c:v>20.02795191223333</c:v>
                      </c:pt>
                      <c:pt idx="247">
                        <c:v>34.135818221951077</c:v>
                      </c:pt>
                      <c:pt idx="248">
                        <c:v>45.321014561037757</c:v>
                      </c:pt>
                      <c:pt idx="249">
                        <c:v>52.658182047000011</c:v>
                      </c:pt>
                      <c:pt idx="250">
                        <c:v>59.961590085417782</c:v>
                      </c:pt>
                      <c:pt idx="251">
                        <c:v>67.773305647313336</c:v>
                      </c:pt>
                      <c:pt idx="252">
                        <c:v>72.009528233204492</c:v>
                      </c:pt>
                      <c:pt idx="253">
                        <c:v>78.228593225688883</c:v>
                      </c:pt>
                      <c:pt idx="254">
                        <c:v>83.378953275924403</c:v>
                      </c:pt>
                      <c:pt idx="255">
                        <c:v>80.537995169599967</c:v>
                      </c:pt>
                      <c:pt idx="256">
                        <c:v>72.894481849633337</c:v>
                      </c:pt>
                      <c:pt idx="257">
                        <c:v>77.979301281786633</c:v>
                      </c:pt>
                      <c:pt idx="258">
                        <c:v>76.755163812611144</c:v>
                      </c:pt>
                      <c:pt idx="259">
                        <c:v>82.250607868637729</c:v>
                      </c:pt>
                      <c:pt idx="260">
                        <c:v>89.146061807153387</c:v>
                      </c:pt>
                      <c:pt idx="261">
                        <c:v>102.56480871449558</c:v>
                      </c:pt>
                      <c:pt idx="262">
                        <c:v>108.39236103780888</c:v>
                      </c:pt>
                      <c:pt idx="263">
                        <c:v>96.879688259466633</c:v>
                      </c:pt>
                      <c:pt idx="264">
                        <c:v>70.344176547124476</c:v>
                      </c:pt>
                      <c:pt idx="265">
                        <c:v>42.49070298420223</c:v>
                      </c:pt>
                      <c:pt idx="266">
                        <c:v>23.838343501393322</c:v>
                      </c:pt>
                      <c:pt idx="267">
                        <c:v>14.31329999332227</c:v>
                      </c:pt>
                      <c:pt idx="268">
                        <c:v>9.8660290288822203</c:v>
                      </c:pt>
                      <c:pt idx="269">
                        <c:v>9.4736234513977813</c:v>
                      </c:pt>
                      <c:pt idx="270">
                        <c:v>19.488027330537797</c:v>
                      </c:pt>
                      <c:pt idx="271">
                        <c:v>34.128799179744398</c:v>
                      </c:pt>
                      <c:pt idx="272">
                        <c:v>44.596702559715538</c:v>
                      </c:pt>
                      <c:pt idx="273">
                        <c:v>51.157936617155514</c:v>
                      </c:pt>
                      <c:pt idx="274">
                        <c:v>57.236536218406677</c:v>
                      </c:pt>
                      <c:pt idx="275">
                        <c:v>65.226458117204444</c:v>
                      </c:pt>
                      <c:pt idx="276">
                        <c:v>69.238584822097749</c:v>
                      </c:pt>
                      <c:pt idx="277">
                        <c:v>75.161064608408878</c:v>
                      </c:pt>
                      <c:pt idx="278">
                        <c:v>79.167301453339974</c:v>
                      </c:pt>
                      <c:pt idx="279">
                        <c:v>77.47031192412885</c:v>
                      </c:pt>
                      <c:pt idx="280">
                        <c:v>70.205187499568893</c:v>
                      </c:pt>
                      <c:pt idx="281">
                        <c:v>72.830868784193314</c:v>
                      </c:pt>
                      <c:pt idx="282">
                        <c:v>71.182592153326709</c:v>
                      </c:pt>
                      <c:pt idx="283">
                        <c:v>79.885275435515609</c:v>
                      </c:pt>
                      <c:pt idx="284">
                        <c:v>88.426593378204473</c:v>
                      </c:pt>
                      <c:pt idx="285">
                        <c:v>103.35646364897781</c:v>
                      </c:pt>
                      <c:pt idx="286">
                        <c:v>110.41367672075511</c:v>
                      </c:pt>
                      <c:pt idx="287">
                        <c:v>99.047165644108844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1-3B6C-47C2-956F-045AF7A440C3}"/>
                  </c:ext>
                </c:extLst>
              </c15:ser>
            </c15:filteredLineSeries>
            <c15:filteredLineSeries>
              <c15:ser>
                <c:idx val="31"/>
                <c:order val="3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12-10-2026'!$AG$1</c15:sqref>
                        </c15:formulaRef>
                      </c:ext>
                    </c:extLst>
                    <c:strCache>
                      <c:ptCount val="1"/>
                      <c:pt idx="0">
                        <c:v>vEPG BMR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12-10-2026'!$AG$2:$AG$289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5.9279236467777734</c:v>
                      </c:pt>
                      <c:pt idx="1">
                        <c:v>3.7356185379111113</c:v>
                      </c:pt>
                      <c:pt idx="2">
                        <c:v>2.090928131791109</c:v>
                      </c:pt>
                      <c:pt idx="3">
                        <c:v>1.2524833727666655</c:v>
                      </c:pt>
                      <c:pt idx="4">
                        <c:v>0.95754174544666748</c:v>
                      </c:pt>
                      <c:pt idx="5">
                        <c:v>1.0201480484200005</c:v>
                      </c:pt>
                      <c:pt idx="6">
                        <c:v>2.304788184631116</c:v>
                      </c:pt>
                      <c:pt idx="7">
                        <c:v>3.772249803984443</c:v>
                      </c:pt>
                      <c:pt idx="8">
                        <c:v>4.4497575889577741</c:v>
                      </c:pt>
                      <c:pt idx="9">
                        <c:v>4.6153101229511098</c:v>
                      </c:pt>
                      <c:pt idx="10">
                        <c:v>4.8747392369555529</c:v>
                      </c:pt>
                      <c:pt idx="11">
                        <c:v>5.4298507689400068</c:v>
                      </c:pt>
                      <c:pt idx="12">
                        <c:v>6.1298848629444409</c:v>
                      </c:pt>
                      <c:pt idx="13">
                        <c:v>6.7893395642377774</c:v>
                      </c:pt>
                      <c:pt idx="14">
                        <c:v>7.3396793068844302</c:v>
                      </c:pt>
                      <c:pt idx="15">
                        <c:v>7.1036008839666778</c:v>
                      </c:pt>
                      <c:pt idx="16">
                        <c:v>6.4709157287444405</c:v>
                      </c:pt>
                      <c:pt idx="17">
                        <c:v>6.1432452047133292</c:v>
                      </c:pt>
                      <c:pt idx="18">
                        <c:v>5.7084261355488826</c:v>
                      </c:pt>
                      <c:pt idx="19">
                        <c:v>5.8693137822688959</c:v>
                      </c:pt>
                      <c:pt idx="20">
                        <c:v>6.8412646987133297</c:v>
                      </c:pt>
                      <c:pt idx="21">
                        <c:v>7.8731280821955503</c:v>
                      </c:pt>
                      <c:pt idx="22">
                        <c:v>8.5830260243666654</c:v>
                      </c:pt>
                      <c:pt idx="23">
                        <c:v>8.2903483409444405</c:v>
                      </c:pt>
                      <c:pt idx="24">
                        <c:v>6.4394889269511175</c:v>
                      </c:pt>
                      <c:pt idx="25">
                        <c:v>4.1212157711311139</c:v>
                      </c:pt>
                      <c:pt idx="26">
                        <c:v>2.2857164612177772</c:v>
                      </c:pt>
                      <c:pt idx="27">
                        <c:v>1.4821652110222179</c:v>
                      </c:pt>
                      <c:pt idx="28">
                        <c:v>0.99117582504888868</c:v>
                      </c:pt>
                      <c:pt idx="29">
                        <c:v>0.98408959297999965</c:v>
                      </c:pt>
                      <c:pt idx="30">
                        <c:v>2.0203532260955601</c:v>
                      </c:pt>
                      <c:pt idx="31">
                        <c:v>3.3859805746533329</c:v>
                      </c:pt>
                      <c:pt idx="32">
                        <c:v>4.4949210642600006</c:v>
                      </c:pt>
                      <c:pt idx="33">
                        <c:v>5.2254982256288836</c:v>
                      </c:pt>
                      <c:pt idx="34">
                        <c:v>5.6419406197422255</c:v>
                      </c:pt>
                      <c:pt idx="35">
                        <c:v>6.3070833827288819</c:v>
                      </c:pt>
                      <c:pt idx="36">
                        <c:v>6.7899270586755653</c:v>
                      </c:pt>
                      <c:pt idx="37">
                        <c:v>6.8253748002577712</c:v>
                      </c:pt>
                      <c:pt idx="38">
                        <c:v>7.9244699033866643</c:v>
                      </c:pt>
                      <c:pt idx="39">
                        <c:v>7.8092916809088848</c:v>
                      </c:pt>
                      <c:pt idx="40">
                        <c:v>6.7572198302222137</c:v>
                      </c:pt>
                      <c:pt idx="41">
                        <c:v>6.1918830382911123</c:v>
                      </c:pt>
                      <c:pt idx="42">
                        <c:v>5.7042025176799909</c:v>
                      </c:pt>
                      <c:pt idx="43">
                        <c:v>6.1063841565088826</c:v>
                      </c:pt>
                      <c:pt idx="44">
                        <c:v>7.0372501114955508</c:v>
                      </c:pt>
                      <c:pt idx="45">
                        <c:v>8.0650845888177827</c:v>
                      </c:pt>
                      <c:pt idx="46">
                        <c:v>8.6620919636800036</c:v>
                      </c:pt>
                      <c:pt idx="47">
                        <c:v>8.3198672770111184</c:v>
                      </c:pt>
                      <c:pt idx="48">
                        <c:v>6.6573321085533408</c:v>
                      </c:pt>
                      <c:pt idx="49">
                        <c:v>4.4291775480844393</c:v>
                      </c:pt>
                      <c:pt idx="50">
                        <c:v>2.5981102236111129</c:v>
                      </c:pt>
                      <c:pt idx="51">
                        <c:v>1.4645125881822265</c:v>
                      </c:pt>
                      <c:pt idx="52">
                        <c:v>0.97914637884444544</c:v>
                      </c:pt>
                      <c:pt idx="53">
                        <c:v>0.97789899866666674</c:v>
                      </c:pt>
                      <c:pt idx="54">
                        <c:v>2.0871685907800011</c:v>
                      </c:pt>
                      <c:pt idx="55">
                        <c:v>3.4433740098822216</c:v>
                      </c:pt>
                      <c:pt idx="56">
                        <c:v>4.4295590987822253</c:v>
                      </c:pt>
                      <c:pt idx="57">
                        <c:v>4.9307930568155554</c:v>
                      </c:pt>
                      <c:pt idx="58">
                        <c:v>5.2148436206355591</c:v>
                      </c:pt>
                      <c:pt idx="59">
                        <c:v>5.7690215787511097</c:v>
                      </c:pt>
                      <c:pt idx="60">
                        <c:v>6.264220376579992</c:v>
                      </c:pt>
                      <c:pt idx="61">
                        <c:v>7.0195471198444421</c:v>
                      </c:pt>
                      <c:pt idx="62">
                        <c:v>7.6801678004955596</c:v>
                      </c:pt>
                      <c:pt idx="63">
                        <c:v>7.3212540805799993</c:v>
                      </c:pt>
                      <c:pt idx="64">
                        <c:v>6.5183323140333354</c:v>
                      </c:pt>
                      <c:pt idx="65">
                        <c:v>6.012674080971097</c:v>
                      </c:pt>
                      <c:pt idx="66">
                        <c:v>5.6317041223311213</c:v>
                      </c:pt>
                      <c:pt idx="67">
                        <c:v>5.9182214500533252</c:v>
                      </c:pt>
                      <c:pt idx="68">
                        <c:v>6.758535309988889</c:v>
                      </c:pt>
                      <c:pt idx="69">
                        <c:v>7.7026706884733347</c:v>
                      </c:pt>
                      <c:pt idx="70">
                        <c:v>8.3105802889155491</c:v>
                      </c:pt>
                      <c:pt idx="71">
                        <c:v>7.9009600998844434</c:v>
                      </c:pt>
                      <c:pt idx="72">
                        <c:v>5.9025831088955512</c:v>
                      </c:pt>
                      <c:pt idx="73">
                        <c:v>3.6392293472711081</c:v>
                      </c:pt>
                      <c:pt idx="74">
                        <c:v>1.9773744824533361</c:v>
                      </c:pt>
                      <c:pt idx="75">
                        <c:v>1.1822786337466658</c:v>
                      </c:pt>
                      <c:pt idx="76">
                        <c:v>0.8934717430400001</c:v>
                      </c:pt>
                      <c:pt idx="77">
                        <c:v>0.9350427420199996</c:v>
                      </c:pt>
                      <c:pt idx="78">
                        <c:v>2.1505667719644408</c:v>
                      </c:pt>
                      <c:pt idx="79">
                        <c:v>3.5939765537777806</c:v>
                      </c:pt>
                      <c:pt idx="80">
                        <c:v>4.229908890411112</c:v>
                      </c:pt>
                      <c:pt idx="81">
                        <c:v>4.4503183221577771</c:v>
                      </c:pt>
                      <c:pt idx="82">
                        <c:v>4.692504269891109</c:v>
                      </c:pt>
                      <c:pt idx="83">
                        <c:v>5.2299075877111179</c:v>
                      </c:pt>
                      <c:pt idx="84">
                        <c:v>5.9515862471088958</c:v>
                      </c:pt>
                      <c:pt idx="85">
                        <c:v>6.4879566612511193</c:v>
                      </c:pt>
                      <c:pt idx="86">
                        <c:v>6.9700527776400021</c:v>
                      </c:pt>
                      <c:pt idx="87">
                        <c:v>6.7714927231955535</c:v>
                      </c:pt>
                      <c:pt idx="88">
                        <c:v>6.1300836650088959</c:v>
                      </c:pt>
                      <c:pt idx="89">
                        <c:v>5.8683037481177891</c:v>
                      </c:pt>
                      <c:pt idx="90">
                        <c:v>5.4595764340577784</c:v>
                      </c:pt>
                      <c:pt idx="91">
                        <c:v>5.7808781843555455</c:v>
                      </c:pt>
                      <c:pt idx="92">
                        <c:v>6.6734291433422364</c:v>
                      </c:pt>
                      <c:pt idx="93">
                        <c:v>7.7586233213155484</c:v>
                      </c:pt>
                      <c:pt idx="94">
                        <c:v>8.4062459936488843</c:v>
                      </c:pt>
                      <c:pt idx="95">
                        <c:v>7.811670137711106</c:v>
                      </c:pt>
                      <c:pt idx="96">
                        <c:v>5.6044644764444493</c:v>
                      </c:pt>
                      <c:pt idx="97">
                        <c:v>3.4202002717533313</c:v>
                      </c:pt>
                      <c:pt idx="98">
                        <c:v>1.8775486300066611</c:v>
                      </c:pt>
                      <c:pt idx="99">
                        <c:v>1.141104418048889</c:v>
                      </c:pt>
                      <c:pt idx="100">
                        <c:v>0.84604057321333348</c:v>
                      </c:pt>
                      <c:pt idx="101">
                        <c:v>0.90225782629111062</c:v>
                      </c:pt>
                      <c:pt idx="102">
                        <c:v>2.1267974453688918</c:v>
                      </c:pt>
                      <c:pt idx="103">
                        <c:v>3.5843603198666689</c:v>
                      </c:pt>
                      <c:pt idx="104">
                        <c:v>4.2615056891999972</c:v>
                      </c:pt>
                      <c:pt idx="105">
                        <c:v>4.4810053386266633</c:v>
                      </c:pt>
                      <c:pt idx="106">
                        <c:v>4.7246511138000047</c:v>
                      </c:pt>
                      <c:pt idx="107">
                        <c:v>5.2366375507888963</c:v>
                      </c:pt>
                      <c:pt idx="108">
                        <c:v>5.9067353693311189</c:v>
                      </c:pt>
                      <c:pt idx="109">
                        <c:v>6.444353080766656</c:v>
                      </c:pt>
                      <c:pt idx="110">
                        <c:v>6.9085442103999952</c:v>
                      </c:pt>
                      <c:pt idx="111">
                        <c:v>6.7401647523133228</c:v>
                      </c:pt>
                      <c:pt idx="112">
                        <c:v>6.0812494483155612</c:v>
                      </c:pt>
                      <c:pt idx="113">
                        <c:v>5.8230292263711085</c:v>
                      </c:pt>
                      <c:pt idx="114">
                        <c:v>5.4463758465555516</c:v>
                      </c:pt>
                      <c:pt idx="115">
                        <c:v>5.7552463889288914</c:v>
                      </c:pt>
                      <c:pt idx="116">
                        <c:v>6.6994483515755539</c:v>
                      </c:pt>
                      <c:pt idx="117">
                        <c:v>7.763477417335551</c:v>
                      </c:pt>
                      <c:pt idx="118">
                        <c:v>8.3681643258089036</c:v>
                      </c:pt>
                      <c:pt idx="119">
                        <c:v>7.7413023229511042</c:v>
                      </c:pt>
                      <c:pt idx="120">
                        <c:v>5.5722082622577869</c:v>
                      </c:pt>
                      <c:pt idx="121">
                        <c:v>3.322088534006661</c:v>
                      </c:pt>
                      <c:pt idx="122">
                        <c:v>1.85805463532667</c:v>
                      </c:pt>
                      <c:pt idx="123">
                        <c:v>1.1219279405377822</c:v>
                      </c:pt>
                      <c:pt idx="124">
                        <c:v>0.83431304962666664</c:v>
                      </c:pt>
                      <c:pt idx="125">
                        <c:v>0.93328845216666778</c:v>
                      </c:pt>
                      <c:pt idx="126">
                        <c:v>2.161198115233335</c:v>
                      </c:pt>
                      <c:pt idx="127">
                        <c:v>3.6528009643555563</c:v>
                      </c:pt>
                      <c:pt idx="128">
                        <c:v>4.3114749252288922</c:v>
                      </c:pt>
                      <c:pt idx="129">
                        <c:v>4.5021338297422266</c:v>
                      </c:pt>
                      <c:pt idx="130">
                        <c:v>4.734678137242228</c:v>
                      </c:pt>
                      <c:pt idx="131">
                        <c:v>5.1948944399799961</c:v>
                      </c:pt>
                      <c:pt idx="132">
                        <c:v>5.9989170610555504</c:v>
                      </c:pt>
                      <c:pt idx="133">
                        <c:v>6.8587374505844476</c:v>
                      </c:pt>
                      <c:pt idx="134">
                        <c:v>7.2352571316488952</c:v>
                      </c:pt>
                      <c:pt idx="135">
                        <c:v>6.9413477277999931</c:v>
                      </c:pt>
                      <c:pt idx="136">
                        <c:v>6.1778572156066618</c:v>
                      </c:pt>
                      <c:pt idx="137">
                        <c:v>5.8567872468888842</c:v>
                      </c:pt>
                      <c:pt idx="138">
                        <c:v>5.7468387449111136</c:v>
                      </c:pt>
                      <c:pt idx="139">
                        <c:v>6.2286383434355601</c:v>
                      </c:pt>
                      <c:pt idx="140">
                        <c:v>6.8512720045377797</c:v>
                      </c:pt>
                      <c:pt idx="141">
                        <c:v>7.8594658193711151</c:v>
                      </c:pt>
                      <c:pt idx="142">
                        <c:v>8.3877741527488876</c:v>
                      </c:pt>
                      <c:pt idx="143">
                        <c:v>7.7225559829866635</c:v>
                      </c:pt>
                      <c:pt idx="144">
                        <c:v>5.6228876307555433</c:v>
                      </c:pt>
                      <c:pt idx="145">
                        <c:v>3.4181412108866649</c:v>
                      </c:pt>
                      <c:pt idx="146">
                        <c:v>1.953082752495555</c:v>
                      </c:pt>
                      <c:pt idx="147">
                        <c:v>1.1497857672488891</c:v>
                      </c:pt>
                      <c:pt idx="148">
                        <c:v>0.82708509391777896</c:v>
                      </c:pt>
                      <c:pt idx="149">
                        <c:v>0.94546391960000065</c:v>
                      </c:pt>
                      <c:pt idx="150">
                        <c:v>2.2232554917066691</c:v>
                      </c:pt>
                      <c:pt idx="151">
                        <c:v>3.7357770845488831</c:v>
                      </c:pt>
                      <c:pt idx="152">
                        <c:v>4.4181889880288843</c:v>
                      </c:pt>
                      <c:pt idx="153">
                        <c:v>4.5377940921511168</c:v>
                      </c:pt>
                      <c:pt idx="154">
                        <c:v>4.7293450112622226</c:v>
                      </c:pt>
                      <c:pt idx="155">
                        <c:v>5.2397435988711134</c:v>
                      </c:pt>
                      <c:pt idx="156">
                        <c:v>5.8297888208222224</c:v>
                      </c:pt>
                      <c:pt idx="157">
                        <c:v>6.4426503319466661</c:v>
                      </c:pt>
                      <c:pt idx="158">
                        <c:v>6.8863566167777801</c:v>
                      </c:pt>
                      <c:pt idx="159">
                        <c:v>6.8358578213799976</c:v>
                      </c:pt>
                      <c:pt idx="160">
                        <c:v>6.2178193724288882</c:v>
                      </c:pt>
                      <c:pt idx="161">
                        <c:v>5.9914775979444412</c:v>
                      </c:pt>
                      <c:pt idx="162">
                        <c:v>5.6388453254266775</c:v>
                      </c:pt>
                      <c:pt idx="163">
                        <c:v>6.0932428660222273</c:v>
                      </c:pt>
                      <c:pt idx="164">
                        <c:v>6.8674807206622299</c:v>
                      </c:pt>
                      <c:pt idx="165">
                        <c:v>7.8365326669400099</c:v>
                      </c:pt>
                      <c:pt idx="166">
                        <c:v>8.5159686279888831</c:v>
                      </c:pt>
                      <c:pt idx="167">
                        <c:v>7.7175018896288989</c:v>
                      </c:pt>
                      <c:pt idx="168">
                        <c:v>5.5574168200333425</c:v>
                      </c:pt>
                      <c:pt idx="169">
                        <c:v>3.4396258375200022</c:v>
                      </c:pt>
                      <c:pt idx="170">
                        <c:v>1.9251237645377801</c:v>
                      </c:pt>
                      <c:pt idx="171">
                        <c:v>1.1549360334533298</c:v>
                      </c:pt>
                      <c:pt idx="172">
                        <c:v>0.86804027831555508</c:v>
                      </c:pt>
                      <c:pt idx="173">
                        <c:v>0.99241623994000117</c:v>
                      </c:pt>
                      <c:pt idx="174">
                        <c:v>2.3089483496022201</c:v>
                      </c:pt>
                      <c:pt idx="175">
                        <c:v>3.9559480566755578</c:v>
                      </c:pt>
                      <c:pt idx="176">
                        <c:v>4.6362717152977719</c:v>
                      </c:pt>
                      <c:pt idx="177">
                        <c:v>4.830156183897782</c:v>
                      </c:pt>
                      <c:pt idx="178">
                        <c:v>4.9964399955155478</c:v>
                      </c:pt>
                      <c:pt idx="179">
                        <c:v>5.4221261067622235</c:v>
                      </c:pt>
                      <c:pt idx="180">
                        <c:v>6.12645307914</c:v>
                      </c:pt>
                      <c:pt idx="181">
                        <c:v>6.7528711589688992</c:v>
                      </c:pt>
                      <c:pt idx="182">
                        <c:v>7.2042856436711098</c:v>
                      </c:pt>
                      <c:pt idx="183">
                        <c:v>7.068861293284443</c:v>
                      </c:pt>
                      <c:pt idx="184">
                        <c:v>6.4011916383177727</c:v>
                      </c:pt>
                      <c:pt idx="185">
                        <c:v>5.9591645746577679</c:v>
                      </c:pt>
                      <c:pt idx="186">
                        <c:v>5.656592875697779</c:v>
                      </c:pt>
                      <c:pt idx="187">
                        <c:v>6.2244835807133274</c:v>
                      </c:pt>
                      <c:pt idx="188">
                        <c:v>6.92951286866223</c:v>
                      </c:pt>
                      <c:pt idx="189">
                        <c:v>7.9937551231400104</c:v>
                      </c:pt>
                      <c:pt idx="190">
                        <c:v>8.6314814506177786</c:v>
                      </c:pt>
                      <c:pt idx="191">
                        <c:v>8.0800434355333355</c:v>
                      </c:pt>
                      <c:pt idx="192">
                        <c:v>6.2437090608577837</c:v>
                      </c:pt>
                      <c:pt idx="193">
                        <c:v>4.0246987708422273</c:v>
                      </c:pt>
                      <c:pt idx="194">
                        <c:v>2.4146523279777812</c:v>
                      </c:pt>
                      <c:pt idx="195">
                        <c:v>1.4676470632066667</c:v>
                      </c:pt>
                      <c:pt idx="196">
                        <c:v>0.98795868544000109</c:v>
                      </c:pt>
                      <c:pt idx="197">
                        <c:v>0.9860293065888881</c:v>
                      </c:pt>
                      <c:pt idx="198">
                        <c:v>2.1220363117288898</c:v>
                      </c:pt>
                      <c:pt idx="199">
                        <c:v>3.5521496848022212</c:v>
                      </c:pt>
                      <c:pt idx="200">
                        <c:v>4.5677929531577801</c:v>
                      </c:pt>
                      <c:pt idx="201">
                        <c:v>5.1645356557933297</c:v>
                      </c:pt>
                      <c:pt idx="202">
                        <c:v>5.4991608838644419</c:v>
                      </c:pt>
                      <c:pt idx="203">
                        <c:v>6.1443597489577826</c:v>
                      </c:pt>
                      <c:pt idx="204">
                        <c:v>6.6404298408933444</c:v>
                      </c:pt>
                      <c:pt idx="205">
                        <c:v>6.769297577853334</c:v>
                      </c:pt>
                      <c:pt idx="206">
                        <c:v>7.897538858628895</c:v>
                      </c:pt>
                      <c:pt idx="207">
                        <c:v>7.8230304134155606</c:v>
                      </c:pt>
                      <c:pt idx="208">
                        <c:v>6.7065052478044489</c:v>
                      </c:pt>
                      <c:pt idx="209">
                        <c:v>6.2385766917977632</c:v>
                      </c:pt>
                      <c:pt idx="210">
                        <c:v>5.8747389293933301</c:v>
                      </c:pt>
                      <c:pt idx="211">
                        <c:v>6.5781257682577827</c:v>
                      </c:pt>
                      <c:pt idx="212">
                        <c:v>7.2515150772222317</c:v>
                      </c:pt>
                      <c:pt idx="213">
                        <c:v>8.2035563407355578</c:v>
                      </c:pt>
                      <c:pt idx="214">
                        <c:v>8.9056641066977704</c:v>
                      </c:pt>
                      <c:pt idx="215">
                        <c:v>8.3002751227688893</c:v>
                      </c:pt>
                      <c:pt idx="216">
                        <c:v>6.3493139331888919</c:v>
                      </c:pt>
                      <c:pt idx="217">
                        <c:v>4.0326581981955494</c:v>
                      </c:pt>
                      <c:pt idx="218">
                        <c:v>2.4225184599599952</c:v>
                      </c:pt>
                      <c:pt idx="219">
                        <c:v>1.4102928615977821</c:v>
                      </c:pt>
                      <c:pt idx="220">
                        <c:v>0.94735332364666525</c:v>
                      </c:pt>
                      <c:pt idx="221">
                        <c:v>0.99309179675111081</c:v>
                      </c:pt>
                      <c:pt idx="222">
                        <c:v>2.1045870695133297</c:v>
                      </c:pt>
                      <c:pt idx="223">
                        <c:v>3.6393158087199948</c:v>
                      </c:pt>
                      <c:pt idx="224">
                        <c:v>4.5654241176800046</c:v>
                      </c:pt>
                      <c:pt idx="225">
                        <c:v>5.0181651019933327</c:v>
                      </c:pt>
                      <c:pt idx="226">
                        <c:v>5.1934125437444489</c:v>
                      </c:pt>
                      <c:pt idx="227">
                        <c:v>5.7217549406355506</c:v>
                      </c:pt>
                      <c:pt idx="228">
                        <c:v>6.2086857730800045</c:v>
                      </c:pt>
                      <c:pt idx="229">
                        <c:v>6.9528053939488892</c:v>
                      </c:pt>
                      <c:pt idx="230">
                        <c:v>7.629505212808886</c:v>
                      </c:pt>
                      <c:pt idx="231">
                        <c:v>7.3716462212711216</c:v>
                      </c:pt>
                      <c:pt idx="232">
                        <c:v>6.4527361805333356</c:v>
                      </c:pt>
                      <c:pt idx="233">
                        <c:v>5.9765658189022215</c:v>
                      </c:pt>
                      <c:pt idx="234">
                        <c:v>5.7675286092911193</c:v>
                      </c:pt>
                      <c:pt idx="235">
                        <c:v>6.4170616426311122</c:v>
                      </c:pt>
                      <c:pt idx="236">
                        <c:v>7.1485269323466714</c:v>
                      </c:pt>
                      <c:pt idx="237">
                        <c:v>8.1202043616133341</c:v>
                      </c:pt>
                      <c:pt idx="238">
                        <c:v>8.5438358513600008</c:v>
                      </c:pt>
                      <c:pt idx="239">
                        <c:v>7.8095006521577659</c:v>
                      </c:pt>
                      <c:pt idx="240">
                        <c:v>5.5836225056177664</c:v>
                      </c:pt>
                      <c:pt idx="241">
                        <c:v>3.429819538955555</c:v>
                      </c:pt>
                      <c:pt idx="242">
                        <c:v>1.998916311797776</c:v>
                      </c:pt>
                      <c:pt idx="243">
                        <c:v>1.2229778210111122</c:v>
                      </c:pt>
                      <c:pt idx="244">
                        <c:v>0.90660132035111063</c:v>
                      </c:pt>
                      <c:pt idx="245">
                        <c:v>1.0016307246333329</c:v>
                      </c:pt>
                      <c:pt idx="246">
                        <c:v>2.262780269193339</c:v>
                      </c:pt>
                      <c:pt idx="247">
                        <c:v>3.8552878722688901</c:v>
                      </c:pt>
                      <c:pt idx="248">
                        <c:v>4.553529743982228</c:v>
                      </c:pt>
                      <c:pt idx="249">
                        <c:v>4.7534194243755659</c:v>
                      </c:pt>
                      <c:pt idx="250">
                        <c:v>4.9730917745555558</c:v>
                      </c:pt>
                      <c:pt idx="251">
                        <c:v>5.3663291388266616</c:v>
                      </c:pt>
                      <c:pt idx="252">
                        <c:v>5.9629355331577756</c:v>
                      </c:pt>
                      <c:pt idx="253">
                        <c:v>6.5659118762666706</c:v>
                      </c:pt>
                      <c:pt idx="254">
                        <c:v>7.0947444741533312</c:v>
                      </c:pt>
                      <c:pt idx="255">
                        <c:v>7.0397833971600114</c:v>
                      </c:pt>
                      <c:pt idx="256">
                        <c:v>6.408537129946664</c:v>
                      </c:pt>
                      <c:pt idx="257">
                        <c:v>6.2992709944111187</c:v>
                      </c:pt>
                      <c:pt idx="258">
                        <c:v>5.9849075576088877</c:v>
                      </c:pt>
                      <c:pt idx="259">
                        <c:v>6.517471360884441</c:v>
                      </c:pt>
                      <c:pt idx="260">
                        <c:v>7.1966769084866575</c:v>
                      </c:pt>
                      <c:pt idx="261">
                        <c:v>8.1770167149422246</c:v>
                      </c:pt>
                      <c:pt idx="262">
                        <c:v>8.6414477354911021</c:v>
                      </c:pt>
                      <c:pt idx="263">
                        <c:v>7.6560100291266746</c:v>
                      </c:pt>
                      <c:pt idx="264">
                        <c:v>5.3897114337911134</c:v>
                      </c:pt>
                      <c:pt idx="265">
                        <c:v>3.1803909847422207</c:v>
                      </c:pt>
                      <c:pt idx="266">
                        <c:v>1.834050517566661</c:v>
                      </c:pt>
                      <c:pt idx="267">
                        <c:v>1.183136834171111</c:v>
                      </c:pt>
                      <c:pt idx="268">
                        <c:v>0.89294607912444435</c:v>
                      </c:pt>
                      <c:pt idx="269">
                        <c:v>1.0093950368199998</c:v>
                      </c:pt>
                      <c:pt idx="270">
                        <c:v>2.2894234085155514</c:v>
                      </c:pt>
                      <c:pt idx="271">
                        <c:v>3.8582954548399999</c:v>
                      </c:pt>
                      <c:pt idx="272">
                        <c:v>4.5252785899577805</c:v>
                      </c:pt>
                      <c:pt idx="273">
                        <c:v>4.5765261458599991</c:v>
                      </c:pt>
                      <c:pt idx="274">
                        <c:v>4.746853781864445</c:v>
                      </c:pt>
                      <c:pt idx="275">
                        <c:v>5.2193819513533413</c:v>
                      </c:pt>
                      <c:pt idx="276">
                        <c:v>5.7772187204688992</c:v>
                      </c:pt>
                      <c:pt idx="277">
                        <c:v>6.5065586762333165</c:v>
                      </c:pt>
                      <c:pt idx="278">
                        <c:v>6.9513319161400098</c:v>
                      </c:pt>
                      <c:pt idx="279">
                        <c:v>6.8550672142088933</c:v>
                      </c:pt>
                      <c:pt idx="280">
                        <c:v>6.2649333318222222</c:v>
                      </c:pt>
                      <c:pt idx="281">
                        <c:v>5.9784075358600131</c:v>
                      </c:pt>
                      <c:pt idx="282">
                        <c:v>5.6346548230666595</c:v>
                      </c:pt>
                      <c:pt idx="283">
                        <c:v>6.2397254805222158</c:v>
                      </c:pt>
                      <c:pt idx="284">
                        <c:v>7.1097693867444356</c:v>
                      </c:pt>
                      <c:pt idx="285">
                        <c:v>8.0519220950333334</c:v>
                      </c:pt>
                      <c:pt idx="286">
                        <c:v>8.5808142316844549</c:v>
                      </c:pt>
                      <c:pt idx="287">
                        <c:v>7.7039644769022235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2-3B6C-47C2-956F-045AF7A440C3}"/>
                  </c:ext>
                </c:extLst>
              </c15:ser>
            </c15:filteredLineSeries>
            <c15:filteredLineSeries>
              <c15:ser>
                <c:idx val="32"/>
                <c:order val="3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12-10-2026'!$AH$1</c15:sqref>
                        </c15:formulaRef>
                      </c:ext>
                    </c:extLst>
                    <c:strCache>
                      <c:ptCount val="1"/>
                      <c:pt idx="0">
                        <c:v>vEPG BMR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12-10-2026'!$AH$2:$AH$289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84.30140991624225</c:v>
                      </c:pt>
                      <c:pt idx="1">
                        <c:v>54.471156899004434</c:v>
                      </c:pt>
                      <c:pt idx="2">
                        <c:v>31.922486064742198</c:v>
                      </c:pt>
                      <c:pt idx="3">
                        <c:v>18.071308982011104</c:v>
                      </c:pt>
                      <c:pt idx="4">
                        <c:v>12.399165286971099</c:v>
                      </c:pt>
                      <c:pt idx="5">
                        <c:v>11.991765473613324</c:v>
                      </c:pt>
                      <c:pt idx="6">
                        <c:v>23.06653055308</c:v>
                      </c:pt>
                      <c:pt idx="7">
                        <c:v>38.261996541802212</c:v>
                      </c:pt>
                      <c:pt idx="8">
                        <c:v>49.874062875751108</c:v>
                      </c:pt>
                      <c:pt idx="9">
                        <c:v>56.110132698451153</c:v>
                      </c:pt>
                      <c:pt idx="10">
                        <c:v>63.003085805440037</c:v>
                      </c:pt>
                      <c:pt idx="11">
                        <c:v>71.393162331233384</c:v>
                      </c:pt>
                      <c:pt idx="12">
                        <c:v>77.144783463404451</c:v>
                      </c:pt>
                      <c:pt idx="13">
                        <c:v>84.646954523239998</c:v>
                      </c:pt>
                      <c:pt idx="14">
                        <c:v>91.177943805277749</c:v>
                      </c:pt>
                      <c:pt idx="15">
                        <c:v>86.714256108062216</c:v>
                      </c:pt>
                      <c:pt idx="16">
                        <c:v>77.658198722128873</c:v>
                      </c:pt>
                      <c:pt idx="17">
                        <c:v>77.25288836570671</c:v>
                      </c:pt>
                      <c:pt idx="18">
                        <c:v>75.398893416040025</c:v>
                      </c:pt>
                      <c:pt idx="19">
                        <c:v>78.347108583991158</c:v>
                      </c:pt>
                      <c:pt idx="20">
                        <c:v>91.503431278722289</c:v>
                      </c:pt>
                      <c:pt idx="21">
                        <c:v>105.46364792484226</c:v>
                      </c:pt>
                      <c:pt idx="22">
                        <c:v>115.16236295634002</c:v>
                      </c:pt>
                      <c:pt idx="23">
                        <c:v>112.54057515541777</c:v>
                      </c:pt>
                      <c:pt idx="24">
                        <c:v>90.858887222564491</c:v>
                      </c:pt>
                      <c:pt idx="25">
                        <c:v>59.52826050758442</c:v>
                      </c:pt>
                      <c:pt idx="26">
                        <c:v>32.698015754071108</c:v>
                      </c:pt>
                      <c:pt idx="27">
                        <c:v>21.315526249897797</c:v>
                      </c:pt>
                      <c:pt idx="28">
                        <c:v>13.776629258691077</c:v>
                      </c:pt>
                      <c:pt idx="29">
                        <c:v>11.603658323571112</c:v>
                      </c:pt>
                      <c:pt idx="30">
                        <c:v>20.605432668051087</c:v>
                      </c:pt>
                      <c:pt idx="31">
                        <c:v>33.264656895784491</c:v>
                      </c:pt>
                      <c:pt idx="32">
                        <c:v>46.210878289708887</c:v>
                      </c:pt>
                      <c:pt idx="33">
                        <c:v>57.808842043426651</c:v>
                      </c:pt>
                      <c:pt idx="34">
                        <c:v>67.405489410424423</c:v>
                      </c:pt>
                      <c:pt idx="35">
                        <c:v>79.155724487973316</c:v>
                      </c:pt>
                      <c:pt idx="36">
                        <c:v>83.5795486554956</c:v>
                      </c:pt>
                      <c:pt idx="37">
                        <c:v>80.861202974244435</c:v>
                      </c:pt>
                      <c:pt idx="38">
                        <c:v>99.585770752302267</c:v>
                      </c:pt>
                      <c:pt idx="39">
                        <c:v>95.986330300448884</c:v>
                      </c:pt>
                      <c:pt idx="40">
                        <c:v>81.730703592322243</c:v>
                      </c:pt>
                      <c:pt idx="41">
                        <c:v>78.299263308948852</c:v>
                      </c:pt>
                      <c:pt idx="42">
                        <c:v>75.925831670871119</c:v>
                      </c:pt>
                      <c:pt idx="43">
                        <c:v>81.934242059275547</c:v>
                      </c:pt>
                      <c:pt idx="44">
                        <c:v>96.013767240380005</c:v>
                      </c:pt>
                      <c:pt idx="45">
                        <c:v>110.89296371959777</c:v>
                      </c:pt>
                      <c:pt idx="46">
                        <c:v>118.95796273508623</c:v>
                      </c:pt>
                      <c:pt idx="47">
                        <c:v>115.9152493860978</c:v>
                      </c:pt>
                      <c:pt idx="48">
                        <c:v>95.077312195384422</c:v>
                      </c:pt>
                      <c:pt idx="49">
                        <c:v>65.615041887668895</c:v>
                      </c:pt>
                      <c:pt idx="50">
                        <c:v>39.531148214428882</c:v>
                      </c:pt>
                      <c:pt idx="51">
                        <c:v>23.009858705762248</c:v>
                      </c:pt>
                      <c:pt idx="52">
                        <c:v>14.031971109413355</c:v>
                      </c:pt>
                      <c:pt idx="53">
                        <c:v>11.495352880106665</c:v>
                      </c:pt>
                      <c:pt idx="54">
                        <c:v>20.851064606124417</c:v>
                      </c:pt>
                      <c:pt idx="55">
                        <c:v>34.42010098769336</c:v>
                      </c:pt>
                      <c:pt idx="56">
                        <c:v>46.161105810506697</c:v>
                      </c:pt>
                      <c:pt idx="57">
                        <c:v>56.302828218828843</c:v>
                      </c:pt>
                      <c:pt idx="58">
                        <c:v>64.367547859057737</c:v>
                      </c:pt>
                      <c:pt idx="59">
                        <c:v>74.372984610646668</c:v>
                      </c:pt>
                      <c:pt idx="60">
                        <c:v>79.57158145916668</c:v>
                      </c:pt>
                      <c:pt idx="61">
                        <c:v>88.214251458108862</c:v>
                      </c:pt>
                      <c:pt idx="62">
                        <c:v>97.044252665275565</c:v>
                      </c:pt>
                      <c:pt idx="63">
                        <c:v>92.435773176964474</c:v>
                      </c:pt>
                      <c:pt idx="64">
                        <c:v>81.470694013795551</c:v>
                      </c:pt>
                      <c:pt idx="65">
                        <c:v>79.123532196980051</c:v>
                      </c:pt>
                      <c:pt idx="66">
                        <c:v>75.533121174575612</c:v>
                      </c:pt>
                      <c:pt idx="67">
                        <c:v>80.468503241095561</c:v>
                      </c:pt>
                      <c:pt idx="68">
                        <c:v>92.613129831748864</c:v>
                      </c:pt>
                      <c:pt idx="69">
                        <c:v>105.70506141654444</c:v>
                      </c:pt>
                      <c:pt idx="70">
                        <c:v>114.41621946902438</c:v>
                      </c:pt>
                      <c:pt idx="71">
                        <c:v>108.91411917853777</c:v>
                      </c:pt>
                      <c:pt idx="72">
                        <c:v>84.223299064913377</c:v>
                      </c:pt>
                      <c:pt idx="73">
                        <c:v>53.291157838968928</c:v>
                      </c:pt>
                      <c:pt idx="74">
                        <c:v>30.359649230564475</c:v>
                      </c:pt>
                      <c:pt idx="75">
                        <c:v>17.633178040346696</c:v>
                      </c:pt>
                      <c:pt idx="76">
                        <c:v>11.85219283745111</c:v>
                      </c:pt>
                      <c:pt idx="77">
                        <c:v>11.06837782415556</c:v>
                      </c:pt>
                      <c:pt idx="78">
                        <c:v>21.857437077482174</c:v>
                      </c:pt>
                      <c:pt idx="79">
                        <c:v>35.793656629879969</c:v>
                      </c:pt>
                      <c:pt idx="80">
                        <c:v>46.99294610528441</c:v>
                      </c:pt>
                      <c:pt idx="81">
                        <c:v>54.654462383268886</c:v>
                      </c:pt>
                      <c:pt idx="82">
                        <c:v>61.664247859860041</c:v>
                      </c:pt>
                      <c:pt idx="83">
                        <c:v>69.203382875164479</c:v>
                      </c:pt>
                      <c:pt idx="84">
                        <c:v>74.654947037071111</c:v>
                      </c:pt>
                      <c:pt idx="85">
                        <c:v>81.360002619288892</c:v>
                      </c:pt>
                      <c:pt idx="86">
                        <c:v>86.937512074304422</c:v>
                      </c:pt>
                      <c:pt idx="87">
                        <c:v>82.656379875102232</c:v>
                      </c:pt>
                      <c:pt idx="88">
                        <c:v>74.948121994648886</c:v>
                      </c:pt>
                      <c:pt idx="89">
                        <c:v>75.503185171791159</c:v>
                      </c:pt>
                      <c:pt idx="90">
                        <c:v>73.937935111822242</c:v>
                      </c:pt>
                      <c:pt idx="91">
                        <c:v>78.912305450213367</c:v>
                      </c:pt>
                      <c:pt idx="92">
                        <c:v>92.319417309193355</c:v>
                      </c:pt>
                      <c:pt idx="93">
                        <c:v>106.75065738941115</c:v>
                      </c:pt>
                      <c:pt idx="94">
                        <c:v>114.9718542365155</c:v>
                      </c:pt>
                      <c:pt idx="95">
                        <c:v>107.18961831422669</c:v>
                      </c:pt>
                      <c:pt idx="96">
                        <c:v>81.216455010317773</c:v>
                      </c:pt>
                      <c:pt idx="97">
                        <c:v>51.006423033691128</c:v>
                      </c:pt>
                      <c:pt idx="98">
                        <c:v>28.783484676386621</c:v>
                      </c:pt>
                      <c:pt idx="99">
                        <c:v>16.521760591142211</c:v>
                      </c:pt>
                      <c:pt idx="100">
                        <c:v>11.507764071013332</c:v>
                      </c:pt>
                      <c:pt idx="101">
                        <c:v>10.601218119339999</c:v>
                      </c:pt>
                      <c:pt idx="102">
                        <c:v>21.08560871744448</c:v>
                      </c:pt>
                      <c:pt idx="103">
                        <c:v>36.307053585335581</c:v>
                      </c:pt>
                      <c:pt idx="104">
                        <c:v>47.377264498151078</c:v>
                      </c:pt>
                      <c:pt idx="105">
                        <c:v>54.562032725648876</c:v>
                      </c:pt>
                      <c:pt idx="106">
                        <c:v>61.727580494764453</c:v>
                      </c:pt>
                      <c:pt idx="107">
                        <c:v>70.118214918537802</c:v>
                      </c:pt>
                      <c:pt idx="108">
                        <c:v>75.365467920031122</c:v>
                      </c:pt>
                      <c:pt idx="109">
                        <c:v>82.389880731104412</c:v>
                      </c:pt>
                      <c:pt idx="110">
                        <c:v>87.429858232911144</c:v>
                      </c:pt>
                      <c:pt idx="111">
                        <c:v>83.376165674915583</c:v>
                      </c:pt>
                      <c:pt idx="112">
                        <c:v>75.864327969522279</c:v>
                      </c:pt>
                      <c:pt idx="113">
                        <c:v>76.116645312606664</c:v>
                      </c:pt>
                      <c:pt idx="114">
                        <c:v>74.463100960040038</c:v>
                      </c:pt>
                      <c:pt idx="115">
                        <c:v>79.693800736475552</c:v>
                      </c:pt>
                      <c:pt idx="116">
                        <c:v>92.600676897479985</c:v>
                      </c:pt>
                      <c:pt idx="117">
                        <c:v>108.72175864085331</c:v>
                      </c:pt>
                      <c:pt idx="118">
                        <c:v>116.12323721210443</c:v>
                      </c:pt>
                      <c:pt idx="119">
                        <c:v>108.34225407114891</c:v>
                      </c:pt>
                      <c:pt idx="120">
                        <c:v>81.141912727671155</c:v>
                      </c:pt>
                      <c:pt idx="121">
                        <c:v>50.366507988326653</c:v>
                      </c:pt>
                      <c:pt idx="122">
                        <c:v>28.34928776486888</c:v>
                      </c:pt>
                      <c:pt idx="123">
                        <c:v>16.425711367753372</c:v>
                      </c:pt>
                      <c:pt idx="124">
                        <c:v>11.7634068802644</c:v>
                      </c:pt>
                      <c:pt idx="125">
                        <c:v>11.278723264995561</c:v>
                      </c:pt>
                      <c:pt idx="126">
                        <c:v>22.215819771066638</c:v>
                      </c:pt>
                      <c:pt idx="127">
                        <c:v>37.817818398608843</c:v>
                      </c:pt>
                      <c:pt idx="128">
                        <c:v>49.300723723926673</c:v>
                      </c:pt>
                      <c:pt idx="129">
                        <c:v>56.958509426873349</c:v>
                      </c:pt>
                      <c:pt idx="130">
                        <c:v>62.65521655040002</c:v>
                      </c:pt>
                      <c:pt idx="131">
                        <c:v>70.258459083497797</c:v>
                      </c:pt>
                      <c:pt idx="132">
                        <c:v>76.693686840411132</c:v>
                      </c:pt>
                      <c:pt idx="133">
                        <c:v>86.177645299082258</c:v>
                      </c:pt>
                      <c:pt idx="134">
                        <c:v>90.734949523824497</c:v>
                      </c:pt>
                      <c:pt idx="135">
                        <c:v>85.531246686040021</c:v>
                      </c:pt>
                      <c:pt idx="136">
                        <c:v>76.175374605497737</c:v>
                      </c:pt>
                      <c:pt idx="137">
                        <c:v>76.342024581871144</c:v>
                      </c:pt>
                      <c:pt idx="138">
                        <c:v>84.96445906317777</c:v>
                      </c:pt>
                      <c:pt idx="139">
                        <c:v>92.533609499346696</c:v>
                      </c:pt>
                      <c:pt idx="140">
                        <c:v>96.228244194217808</c:v>
                      </c:pt>
                      <c:pt idx="141">
                        <c:v>110.67819983066221</c:v>
                      </c:pt>
                      <c:pt idx="142">
                        <c:v>117.0754378082044</c:v>
                      </c:pt>
                      <c:pt idx="143">
                        <c:v>108.41915481442223</c:v>
                      </c:pt>
                      <c:pt idx="144">
                        <c:v>83.989481877375539</c:v>
                      </c:pt>
                      <c:pt idx="145">
                        <c:v>52.335876893517764</c:v>
                      </c:pt>
                      <c:pt idx="146">
                        <c:v>30.916847046604484</c:v>
                      </c:pt>
                      <c:pt idx="147">
                        <c:v>17.128761066708879</c:v>
                      </c:pt>
                      <c:pt idx="148">
                        <c:v>11.190650644902222</c:v>
                      </c:pt>
                      <c:pt idx="149">
                        <c:v>10.789785469226663</c:v>
                      </c:pt>
                      <c:pt idx="150">
                        <c:v>22.338354220542179</c:v>
                      </c:pt>
                      <c:pt idx="151">
                        <c:v>38.529829141631083</c:v>
                      </c:pt>
                      <c:pt idx="152">
                        <c:v>50.445879213882222</c:v>
                      </c:pt>
                      <c:pt idx="153">
                        <c:v>56.994080414157807</c:v>
                      </c:pt>
                      <c:pt idx="154">
                        <c:v>63.400249445748948</c:v>
                      </c:pt>
                      <c:pt idx="155">
                        <c:v>71.186484154204436</c:v>
                      </c:pt>
                      <c:pt idx="156">
                        <c:v>75.984971713504493</c:v>
                      </c:pt>
                      <c:pt idx="157">
                        <c:v>82.93187548514446</c:v>
                      </c:pt>
                      <c:pt idx="158">
                        <c:v>88.067862310620015</c:v>
                      </c:pt>
                      <c:pt idx="159">
                        <c:v>85.622325935702193</c:v>
                      </c:pt>
                      <c:pt idx="160">
                        <c:v>77.790601233102265</c:v>
                      </c:pt>
                      <c:pt idx="161">
                        <c:v>77.980140997848878</c:v>
                      </c:pt>
                      <c:pt idx="162">
                        <c:v>76.432144270015527</c:v>
                      </c:pt>
                      <c:pt idx="163">
                        <c:v>82.294945022133348</c:v>
                      </c:pt>
                      <c:pt idx="164">
                        <c:v>92.856714835157831</c:v>
                      </c:pt>
                      <c:pt idx="165">
                        <c:v>107.51541317409118</c:v>
                      </c:pt>
                      <c:pt idx="166">
                        <c:v>117.25646322768446</c:v>
                      </c:pt>
                      <c:pt idx="167">
                        <c:v>107.7481777996644</c:v>
                      </c:pt>
                      <c:pt idx="168">
                        <c:v>80.623351776904414</c:v>
                      </c:pt>
                      <c:pt idx="169">
                        <c:v>50.556715841788908</c:v>
                      </c:pt>
                      <c:pt idx="170">
                        <c:v>28.52178776336002</c:v>
                      </c:pt>
                      <c:pt idx="171">
                        <c:v>16.696990502473369</c:v>
                      </c:pt>
                      <c:pt idx="172">
                        <c:v>11.598249360988886</c:v>
                      </c:pt>
                      <c:pt idx="173">
                        <c:v>11.174001847793333</c:v>
                      </c:pt>
                      <c:pt idx="174">
                        <c:v>23.274328212968918</c:v>
                      </c:pt>
                      <c:pt idx="175">
                        <c:v>40.948793082468946</c:v>
                      </c:pt>
                      <c:pt idx="176">
                        <c:v>53.259583854046667</c:v>
                      </c:pt>
                      <c:pt idx="177">
                        <c:v>63.965578153206678</c:v>
                      </c:pt>
                      <c:pt idx="178">
                        <c:v>70.400820421448913</c:v>
                      </c:pt>
                      <c:pt idx="179">
                        <c:v>76.810947130133385</c:v>
                      </c:pt>
                      <c:pt idx="180">
                        <c:v>81.048495784271154</c:v>
                      </c:pt>
                      <c:pt idx="181">
                        <c:v>87.587497383842276</c:v>
                      </c:pt>
                      <c:pt idx="182">
                        <c:v>92.340780734873377</c:v>
                      </c:pt>
                      <c:pt idx="183">
                        <c:v>88.939047987413375</c:v>
                      </c:pt>
                      <c:pt idx="184">
                        <c:v>79.776903381991104</c:v>
                      </c:pt>
                      <c:pt idx="185">
                        <c:v>78.958725048579993</c:v>
                      </c:pt>
                      <c:pt idx="186">
                        <c:v>76.934228585708937</c:v>
                      </c:pt>
                      <c:pt idx="187">
                        <c:v>85.515494399835532</c:v>
                      </c:pt>
                      <c:pt idx="188">
                        <c:v>94.963869277182269</c:v>
                      </c:pt>
                      <c:pt idx="189">
                        <c:v>109.91376757769783</c:v>
                      </c:pt>
                      <c:pt idx="190">
                        <c:v>118.89467523586211</c:v>
                      </c:pt>
                      <c:pt idx="191">
                        <c:v>112.43967784361334</c:v>
                      </c:pt>
                      <c:pt idx="192">
                        <c:v>89.316253723160045</c:v>
                      </c:pt>
                      <c:pt idx="193">
                        <c:v>59.057209074180022</c:v>
                      </c:pt>
                      <c:pt idx="194">
                        <c:v>35.695743071984403</c:v>
                      </c:pt>
                      <c:pt idx="195">
                        <c:v>21.392439556233377</c:v>
                      </c:pt>
                      <c:pt idx="196">
                        <c:v>13.83198498440219</c:v>
                      </c:pt>
                      <c:pt idx="197">
                        <c:v>11.542154971186662</c:v>
                      </c:pt>
                      <c:pt idx="198">
                        <c:v>21.559973657191154</c:v>
                      </c:pt>
                      <c:pt idx="199">
                        <c:v>35.469379655608932</c:v>
                      </c:pt>
                      <c:pt idx="200">
                        <c:v>48.122033325293359</c:v>
                      </c:pt>
                      <c:pt idx="201">
                        <c:v>58.883256221653319</c:v>
                      </c:pt>
                      <c:pt idx="202">
                        <c:v>68.441058292513375</c:v>
                      </c:pt>
                      <c:pt idx="203">
                        <c:v>79.875547716380012</c:v>
                      </c:pt>
                      <c:pt idx="204">
                        <c:v>83.02064665981338</c:v>
                      </c:pt>
                      <c:pt idx="205">
                        <c:v>81.796166237555596</c:v>
                      </c:pt>
                      <c:pt idx="206">
                        <c:v>100.27887387537554</c:v>
                      </c:pt>
                      <c:pt idx="207">
                        <c:v>96.410877535793389</c:v>
                      </c:pt>
                      <c:pt idx="208">
                        <c:v>82.243379893315591</c:v>
                      </c:pt>
                      <c:pt idx="209">
                        <c:v>79.644953899737786</c:v>
                      </c:pt>
                      <c:pt idx="210">
                        <c:v>77.766410996357777</c:v>
                      </c:pt>
                      <c:pt idx="211">
                        <c:v>88.36883439035114</c:v>
                      </c:pt>
                      <c:pt idx="212">
                        <c:v>98.355597539642261</c:v>
                      </c:pt>
                      <c:pt idx="213">
                        <c:v>112.75061201686886</c:v>
                      </c:pt>
                      <c:pt idx="214">
                        <c:v>122.94191334837787</c:v>
                      </c:pt>
                      <c:pt idx="215">
                        <c:v>115.12264021377999</c:v>
                      </c:pt>
                      <c:pt idx="216">
                        <c:v>90.897626056482267</c:v>
                      </c:pt>
                      <c:pt idx="217">
                        <c:v>60.267877815026644</c:v>
                      </c:pt>
                      <c:pt idx="218">
                        <c:v>35.885872672760016</c:v>
                      </c:pt>
                      <c:pt idx="219">
                        <c:v>20.839970068728871</c:v>
                      </c:pt>
                      <c:pt idx="220">
                        <c:v>13.184114903477822</c:v>
                      </c:pt>
                      <c:pt idx="221">
                        <c:v>11.291636231631118</c:v>
                      </c:pt>
                      <c:pt idx="222">
                        <c:v>21.394320144593337</c:v>
                      </c:pt>
                      <c:pt idx="223">
                        <c:v>36.605895933322174</c:v>
                      </c:pt>
                      <c:pt idx="224">
                        <c:v>49.464034225735574</c:v>
                      </c:pt>
                      <c:pt idx="225">
                        <c:v>59.024698951811089</c:v>
                      </c:pt>
                      <c:pt idx="226">
                        <c:v>66.380084975526657</c:v>
                      </c:pt>
                      <c:pt idx="227">
                        <c:v>74.786766022877813</c:v>
                      </c:pt>
                      <c:pt idx="228">
                        <c:v>79.811227388026708</c:v>
                      </c:pt>
                      <c:pt idx="229">
                        <c:v>88.361824612928928</c:v>
                      </c:pt>
                      <c:pt idx="230">
                        <c:v>96.640293528059956</c:v>
                      </c:pt>
                      <c:pt idx="231">
                        <c:v>92.711650283442282</c:v>
                      </c:pt>
                      <c:pt idx="232">
                        <c:v>81.863250813095561</c:v>
                      </c:pt>
                      <c:pt idx="233">
                        <c:v>80.903008126604405</c:v>
                      </c:pt>
                      <c:pt idx="234">
                        <c:v>80.328476315208945</c:v>
                      </c:pt>
                      <c:pt idx="235">
                        <c:v>88.053697521648871</c:v>
                      </c:pt>
                      <c:pt idx="236">
                        <c:v>98.49733651810223</c:v>
                      </c:pt>
                      <c:pt idx="237">
                        <c:v>113.80725089461555</c:v>
                      </c:pt>
                      <c:pt idx="238">
                        <c:v>117.3362405332978</c:v>
                      </c:pt>
                      <c:pt idx="239">
                        <c:v>108.06687805043774</c:v>
                      </c:pt>
                      <c:pt idx="240">
                        <c:v>80.065712945860028</c:v>
                      </c:pt>
                      <c:pt idx="241">
                        <c:v>50.952304316522259</c:v>
                      </c:pt>
                      <c:pt idx="242">
                        <c:v>29.188056070095573</c:v>
                      </c:pt>
                      <c:pt idx="243">
                        <c:v>17.247367384008843</c:v>
                      </c:pt>
                      <c:pt idx="244">
                        <c:v>11.556659931120002</c:v>
                      </c:pt>
                      <c:pt idx="245">
                        <c:v>10.753750693602223</c:v>
                      </c:pt>
                      <c:pt idx="246">
                        <c:v>22.290732181426669</c:v>
                      </c:pt>
                      <c:pt idx="247">
                        <c:v>37.991106094219965</c:v>
                      </c:pt>
                      <c:pt idx="248">
                        <c:v>49.874544305019981</c:v>
                      </c:pt>
                      <c:pt idx="249">
                        <c:v>57.411601471375576</c:v>
                      </c:pt>
                      <c:pt idx="250">
                        <c:v>64.934681859973338</c:v>
                      </c:pt>
                      <c:pt idx="251">
                        <c:v>73.139634786139993</c:v>
                      </c:pt>
                      <c:pt idx="252">
                        <c:v>77.972463766362267</c:v>
                      </c:pt>
                      <c:pt idx="253">
                        <c:v>84.794505101955551</c:v>
                      </c:pt>
                      <c:pt idx="254">
                        <c:v>90.473697750077733</c:v>
                      </c:pt>
                      <c:pt idx="255">
                        <c:v>87.577778566759974</c:v>
                      </c:pt>
                      <c:pt idx="256">
                        <c:v>79.303018979580003</c:v>
                      </c:pt>
                      <c:pt idx="257">
                        <c:v>84.27857227619775</c:v>
                      </c:pt>
                      <c:pt idx="258">
                        <c:v>82.740071370220036</c:v>
                      </c:pt>
                      <c:pt idx="259">
                        <c:v>88.768079229522172</c:v>
                      </c:pt>
                      <c:pt idx="260">
                        <c:v>96.342738715640039</c:v>
                      </c:pt>
                      <c:pt idx="261">
                        <c:v>110.74182542943781</c:v>
                      </c:pt>
                      <c:pt idx="262">
                        <c:v>117.03380877329998</c:v>
                      </c:pt>
                      <c:pt idx="263">
                        <c:v>104.53569828859331</c:v>
                      </c:pt>
                      <c:pt idx="264">
                        <c:v>75.733887980915597</c:v>
                      </c:pt>
                      <c:pt idx="265">
                        <c:v>45.671093968944447</c:v>
                      </c:pt>
                      <c:pt idx="266">
                        <c:v>25.672394018959984</c:v>
                      </c:pt>
                      <c:pt idx="267">
                        <c:v>15.49643682749338</c:v>
                      </c:pt>
                      <c:pt idx="268">
                        <c:v>10.758975108006664</c:v>
                      </c:pt>
                      <c:pt idx="269">
                        <c:v>10.48301848821778</c:v>
                      </c:pt>
                      <c:pt idx="270">
                        <c:v>21.77745073905335</c:v>
                      </c:pt>
                      <c:pt idx="271">
                        <c:v>37.987094634584395</c:v>
                      </c:pt>
                      <c:pt idx="272">
                        <c:v>49.121981149673317</c:v>
                      </c:pt>
                      <c:pt idx="273">
                        <c:v>55.734462763015514</c:v>
                      </c:pt>
                      <c:pt idx="274">
                        <c:v>61.983390000271122</c:v>
                      </c:pt>
                      <c:pt idx="275">
                        <c:v>70.445840068557786</c:v>
                      </c:pt>
                      <c:pt idx="276">
                        <c:v>75.015803542566644</c:v>
                      </c:pt>
                      <c:pt idx="277">
                        <c:v>81.66762328464219</c:v>
                      </c:pt>
                      <c:pt idx="278">
                        <c:v>86.11863336947998</c:v>
                      </c:pt>
                      <c:pt idx="279">
                        <c:v>84.325379138337738</c:v>
                      </c:pt>
                      <c:pt idx="280">
                        <c:v>76.470120831391114</c:v>
                      </c:pt>
                      <c:pt idx="281">
                        <c:v>78.809276320053328</c:v>
                      </c:pt>
                      <c:pt idx="282">
                        <c:v>76.817246976393363</c:v>
                      </c:pt>
                      <c:pt idx="283">
                        <c:v>86.12500091603782</c:v>
                      </c:pt>
                      <c:pt idx="284">
                        <c:v>95.536362764948905</c:v>
                      </c:pt>
                      <c:pt idx="285">
                        <c:v>111.40838574401114</c:v>
                      </c:pt>
                      <c:pt idx="286">
                        <c:v>118.99449095243956</c:v>
                      </c:pt>
                      <c:pt idx="287">
                        <c:v>106.75113012101107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3-3B6C-47C2-956F-045AF7A440C3}"/>
                  </c:ext>
                </c:extLst>
              </c15:ser>
            </c15:filteredLineSeries>
            <c15:filteredLineSeries>
              <c15:ser>
                <c:idx val="33"/>
                <c:order val="3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12-10-2026'!$AI$1</c15:sqref>
                        </c15:formulaRef>
                      </c:ext>
                    </c:extLst>
                    <c:strCache>
                      <c:ptCount val="1"/>
                      <c:pt idx="0">
                        <c:v>Huawei SGI 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12-10-2026'!$AI$2:$AI$289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416.5932474644444</c:v>
                      </c:pt>
                      <c:pt idx="1">
                        <c:v>261.97604030888886</c:v>
                      </c:pt>
                      <c:pt idx="2">
                        <c:v>155.70952200666665</c:v>
                      </c:pt>
                      <c:pt idx="3">
                        <c:v>100.27329998666667</c:v>
                      </c:pt>
                      <c:pt idx="4">
                        <c:v>78.970746184444437</c:v>
                      </c:pt>
                      <c:pt idx="5">
                        <c:v>102.20127718444445</c:v>
                      </c:pt>
                      <c:pt idx="6">
                        <c:v>194.40312626666667</c:v>
                      </c:pt>
                      <c:pt idx="7">
                        <c:v>281.84981447111113</c:v>
                      </c:pt>
                      <c:pt idx="8">
                        <c:v>341.45917793111107</c:v>
                      </c:pt>
                      <c:pt idx="9">
                        <c:v>372.16999423999999</c:v>
                      </c:pt>
                      <c:pt idx="10">
                        <c:v>410.84166076666668</c:v>
                      </c:pt>
                      <c:pt idx="11">
                        <c:v>459.26676799333336</c:v>
                      </c:pt>
                      <c:pt idx="12">
                        <c:v>493.63564144888886</c:v>
                      </c:pt>
                      <c:pt idx="13">
                        <c:v>555.84149272888885</c:v>
                      </c:pt>
                      <c:pt idx="14">
                        <c:v>565.29193738222227</c:v>
                      </c:pt>
                      <c:pt idx="15">
                        <c:v>540.46427233111103</c:v>
                      </c:pt>
                      <c:pt idx="16">
                        <c:v>493.20530678444442</c:v>
                      </c:pt>
                      <c:pt idx="17">
                        <c:v>507.86599343555559</c:v>
                      </c:pt>
                      <c:pt idx="18">
                        <c:v>504.01643029999997</c:v>
                      </c:pt>
                      <c:pt idx="19">
                        <c:v>587.26748540222218</c:v>
                      </c:pt>
                      <c:pt idx="20">
                        <c:v>654.06772173999991</c:v>
                      </c:pt>
                      <c:pt idx="21">
                        <c:v>730.6193415688889</c:v>
                      </c:pt>
                      <c:pt idx="22">
                        <c:v>719.38003717555557</c:v>
                      </c:pt>
                      <c:pt idx="23">
                        <c:v>618.96895259999997</c:v>
                      </c:pt>
                      <c:pt idx="24">
                        <c:v>460.45825779111112</c:v>
                      </c:pt>
                      <c:pt idx="25">
                        <c:v>303.36992577111113</c:v>
                      </c:pt>
                      <c:pt idx="26">
                        <c:v>185.76739509999999</c:v>
                      </c:pt>
                      <c:pt idx="27">
                        <c:v>117.33821838444445</c:v>
                      </c:pt>
                      <c:pt idx="28">
                        <c:v>85.610803939999997</c:v>
                      </c:pt>
                      <c:pt idx="29">
                        <c:v>99.79017122888888</c:v>
                      </c:pt>
                      <c:pt idx="30">
                        <c:v>172.7251950933333</c:v>
                      </c:pt>
                      <c:pt idx="31">
                        <c:v>251.60604680666668</c:v>
                      </c:pt>
                      <c:pt idx="32">
                        <c:v>337.79072595777779</c:v>
                      </c:pt>
                      <c:pt idx="33">
                        <c:v>402.91853935111112</c:v>
                      </c:pt>
                      <c:pt idx="34">
                        <c:v>458.21014250888891</c:v>
                      </c:pt>
                      <c:pt idx="35">
                        <c:v>514.56915810222222</c:v>
                      </c:pt>
                      <c:pt idx="36">
                        <c:v>519.72996213555552</c:v>
                      </c:pt>
                      <c:pt idx="37">
                        <c:v>555.71583797777782</c:v>
                      </c:pt>
                      <c:pt idx="38">
                        <c:v>644.23863438888884</c:v>
                      </c:pt>
                      <c:pt idx="39">
                        <c:v>597.49639678666665</c:v>
                      </c:pt>
                      <c:pt idx="40">
                        <c:v>522.67421926222221</c:v>
                      </c:pt>
                      <c:pt idx="41">
                        <c:v>526.38427079777773</c:v>
                      </c:pt>
                      <c:pt idx="42">
                        <c:v>517.0733425088888</c:v>
                      </c:pt>
                      <c:pt idx="43">
                        <c:v>602.06096719333323</c:v>
                      </c:pt>
                      <c:pt idx="44">
                        <c:v>675.33845899777782</c:v>
                      </c:pt>
                      <c:pt idx="45">
                        <c:v>759.26300874222215</c:v>
                      </c:pt>
                      <c:pt idx="46">
                        <c:v>741.97220316888888</c:v>
                      </c:pt>
                      <c:pt idx="47">
                        <c:v>638.33276175333322</c:v>
                      </c:pt>
                      <c:pt idx="48">
                        <c:v>475.10860256444442</c:v>
                      </c:pt>
                      <c:pt idx="49">
                        <c:v>310.77843234888894</c:v>
                      </c:pt>
                      <c:pt idx="50">
                        <c:v>185.94484325111111</c:v>
                      </c:pt>
                      <c:pt idx="51">
                        <c:v>116.07844600888889</c:v>
                      </c:pt>
                      <c:pt idx="52">
                        <c:v>85.226284882222231</c:v>
                      </c:pt>
                      <c:pt idx="53">
                        <c:v>101.67287755555554</c:v>
                      </c:pt>
                      <c:pt idx="54">
                        <c:v>181.02342274444445</c:v>
                      </c:pt>
                      <c:pt idx="55">
                        <c:v>263.65175997555559</c:v>
                      </c:pt>
                      <c:pt idx="56">
                        <c:v>342.46600584888887</c:v>
                      </c:pt>
                      <c:pt idx="57">
                        <c:v>392.85122096222221</c:v>
                      </c:pt>
                      <c:pt idx="58">
                        <c:v>431.57132369777781</c:v>
                      </c:pt>
                      <c:pt idx="59">
                        <c:v>477.59328989555559</c:v>
                      </c:pt>
                      <c:pt idx="60">
                        <c:v>501.5217169733333</c:v>
                      </c:pt>
                      <c:pt idx="61">
                        <c:v>574.54449445555554</c:v>
                      </c:pt>
                      <c:pt idx="62">
                        <c:v>594.10085608222221</c:v>
                      </c:pt>
                      <c:pt idx="63">
                        <c:v>560.98328175111101</c:v>
                      </c:pt>
                      <c:pt idx="64">
                        <c:v>504.02132610888879</c:v>
                      </c:pt>
                      <c:pt idx="65">
                        <c:v>514.33361796888892</c:v>
                      </c:pt>
                      <c:pt idx="66">
                        <c:v>504.07537887111113</c:v>
                      </c:pt>
                      <c:pt idx="67">
                        <c:v>583.79600412444438</c:v>
                      </c:pt>
                      <c:pt idx="68">
                        <c:v>656.71693167777778</c:v>
                      </c:pt>
                      <c:pt idx="69">
                        <c:v>732.78188126888892</c:v>
                      </c:pt>
                      <c:pt idx="70">
                        <c:v>707.7727934977778</c:v>
                      </c:pt>
                      <c:pt idx="71">
                        <c:v>586.97361016888885</c:v>
                      </c:pt>
                      <c:pt idx="72">
                        <c:v>412.09698473555551</c:v>
                      </c:pt>
                      <c:pt idx="73">
                        <c:v>253.60423934222223</c:v>
                      </c:pt>
                      <c:pt idx="74">
                        <c:v>150.81193255333335</c:v>
                      </c:pt>
                      <c:pt idx="75">
                        <c:v>97.071803904444437</c:v>
                      </c:pt>
                      <c:pt idx="76">
                        <c:v>77.01171818666667</c:v>
                      </c:pt>
                      <c:pt idx="77">
                        <c:v>98.279180193333332</c:v>
                      </c:pt>
                      <c:pt idx="78">
                        <c:v>187.17926266222224</c:v>
                      </c:pt>
                      <c:pt idx="79">
                        <c:v>267.49958866666663</c:v>
                      </c:pt>
                      <c:pt idx="80">
                        <c:v>328.44002646666667</c:v>
                      </c:pt>
                      <c:pt idx="81">
                        <c:v>360.33978671777777</c:v>
                      </c:pt>
                      <c:pt idx="82">
                        <c:v>395.78360751111109</c:v>
                      </c:pt>
                      <c:pt idx="83">
                        <c:v>444.12338752444447</c:v>
                      </c:pt>
                      <c:pt idx="84">
                        <c:v>472.57557240666671</c:v>
                      </c:pt>
                      <c:pt idx="85">
                        <c:v>529.70859869111109</c:v>
                      </c:pt>
                      <c:pt idx="86">
                        <c:v>537.50656670444448</c:v>
                      </c:pt>
                      <c:pt idx="87">
                        <c:v>510.02566783111115</c:v>
                      </c:pt>
                      <c:pt idx="88">
                        <c:v>484.30056746444444</c:v>
                      </c:pt>
                      <c:pt idx="89">
                        <c:v>504.74047160666669</c:v>
                      </c:pt>
                      <c:pt idx="90">
                        <c:v>498.71465916666671</c:v>
                      </c:pt>
                      <c:pt idx="91">
                        <c:v>580.33433737111113</c:v>
                      </c:pt>
                      <c:pt idx="92">
                        <c:v>657.59542058</c:v>
                      </c:pt>
                      <c:pt idx="93">
                        <c:v>730.9399493533333</c:v>
                      </c:pt>
                      <c:pt idx="94">
                        <c:v>697.55691926666668</c:v>
                      </c:pt>
                      <c:pt idx="95">
                        <c:v>565.68368066222229</c:v>
                      </c:pt>
                      <c:pt idx="96">
                        <c:v>388.29988115333333</c:v>
                      </c:pt>
                      <c:pt idx="97">
                        <c:v>237.03706448888886</c:v>
                      </c:pt>
                      <c:pt idx="98">
                        <c:v>141.45722456888888</c:v>
                      </c:pt>
                      <c:pt idx="99">
                        <c:v>93.347112100000004</c:v>
                      </c:pt>
                      <c:pt idx="100">
                        <c:v>75.398730984444455</c:v>
                      </c:pt>
                      <c:pt idx="101">
                        <c:v>97.599384891111114</c:v>
                      </c:pt>
                      <c:pt idx="102">
                        <c:v>191.16185551777778</c:v>
                      </c:pt>
                      <c:pt idx="103">
                        <c:v>275.0863185377778</c:v>
                      </c:pt>
                      <c:pt idx="104">
                        <c:v>331.70744825555556</c:v>
                      </c:pt>
                      <c:pt idx="105">
                        <c:v>362.16936877555554</c:v>
                      </c:pt>
                      <c:pt idx="106">
                        <c:v>396.75698849333332</c:v>
                      </c:pt>
                      <c:pt idx="107">
                        <c:v>447.94685839777776</c:v>
                      </c:pt>
                      <c:pt idx="108">
                        <c:v>476.08050893777772</c:v>
                      </c:pt>
                      <c:pt idx="109">
                        <c:v>533.63262928222218</c:v>
                      </c:pt>
                      <c:pt idx="110">
                        <c:v>536.18264208222217</c:v>
                      </c:pt>
                      <c:pt idx="111">
                        <c:v>509.89663079555555</c:v>
                      </c:pt>
                      <c:pt idx="112">
                        <c:v>482.66278150888888</c:v>
                      </c:pt>
                      <c:pt idx="113">
                        <c:v>499.14828515777776</c:v>
                      </c:pt>
                      <c:pt idx="114">
                        <c:v>495.43843163999998</c:v>
                      </c:pt>
                      <c:pt idx="115">
                        <c:v>579.25494394222233</c:v>
                      </c:pt>
                      <c:pt idx="116">
                        <c:v>658.94460433111101</c:v>
                      </c:pt>
                      <c:pt idx="117">
                        <c:v>738.04644940000003</c:v>
                      </c:pt>
                      <c:pt idx="118">
                        <c:v>703.01886349333336</c:v>
                      </c:pt>
                      <c:pt idx="119">
                        <c:v>572.75834763555554</c:v>
                      </c:pt>
                      <c:pt idx="120">
                        <c:v>394.24006232666665</c:v>
                      </c:pt>
                      <c:pt idx="121">
                        <c:v>240.21957728444448</c:v>
                      </c:pt>
                      <c:pt idx="122">
                        <c:v>141.82840326444446</c:v>
                      </c:pt>
                      <c:pt idx="123">
                        <c:v>92.732713140000001</c:v>
                      </c:pt>
                      <c:pt idx="124">
                        <c:v>74.633871024444431</c:v>
                      </c:pt>
                      <c:pt idx="125">
                        <c:v>97.239888855555563</c:v>
                      </c:pt>
                      <c:pt idx="126">
                        <c:v>192.23818345999999</c:v>
                      </c:pt>
                      <c:pt idx="127">
                        <c:v>277.96012382222222</c:v>
                      </c:pt>
                      <c:pt idx="128">
                        <c:v>335.06391223333333</c:v>
                      </c:pt>
                      <c:pt idx="129">
                        <c:v>366.91359394888889</c:v>
                      </c:pt>
                      <c:pt idx="130">
                        <c:v>405.39462124222223</c:v>
                      </c:pt>
                      <c:pt idx="131">
                        <c:v>450.59411679555558</c:v>
                      </c:pt>
                      <c:pt idx="132">
                        <c:v>489.76009920666672</c:v>
                      </c:pt>
                      <c:pt idx="133">
                        <c:v>569.80115896000007</c:v>
                      </c:pt>
                      <c:pt idx="134">
                        <c:v>574.45265164888883</c:v>
                      </c:pt>
                      <c:pt idx="135">
                        <c:v>537.52880514222227</c:v>
                      </c:pt>
                      <c:pt idx="136">
                        <c:v>489.54214047777776</c:v>
                      </c:pt>
                      <c:pt idx="137">
                        <c:v>502.68013750666665</c:v>
                      </c:pt>
                      <c:pt idx="138">
                        <c:v>537.3412656866667</c:v>
                      </c:pt>
                      <c:pt idx="139">
                        <c:v>616.87327230666665</c:v>
                      </c:pt>
                      <c:pt idx="140">
                        <c:v>666.6055142688889</c:v>
                      </c:pt>
                      <c:pt idx="141">
                        <c:v>739.69888421555549</c:v>
                      </c:pt>
                      <c:pt idx="142">
                        <c:v>704.09999249111104</c:v>
                      </c:pt>
                      <c:pt idx="143">
                        <c:v>574.05278004888885</c:v>
                      </c:pt>
                      <c:pt idx="144">
                        <c:v>408.37899988666663</c:v>
                      </c:pt>
                      <c:pt idx="145">
                        <c:v>253.00897409999999</c:v>
                      </c:pt>
                      <c:pt idx="146">
                        <c:v>154.13422851999999</c:v>
                      </c:pt>
                      <c:pt idx="147">
                        <c:v>96.095719422222231</c:v>
                      </c:pt>
                      <c:pt idx="148">
                        <c:v>75.873174962222222</c:v>
                      </c:pt>
                      <c:pt idx="149">
                        <c:v>99.287597431111109</c:v>
                      </c:pt>
                      <c:pt idx="150">
                        <c:v>197.62283298222223</c:v>
                      </c:pt>
                      <c:pt idx="151">
                        <c:v>282.27529883111112</c:v>
                      </c:pt>
                      <c:pt idx="152">
                        <c:v>340.09047755111112</c:v>
                      </c:pt>
                      <c:pt idx="153">
                        <c:v>370.14539643777778</c:v>
                      </c:pt>
                      <c:pt idx="154">
                        <c:v>404.14202316000001</c:v>
                      </c:pt>
                      <c:pt idx="155">
                        <c:v>450.8763677222222</c:v>
                      </c:pt>
                      <c:pt idx="156">
                        <c:v>478.39671845333334</c:v>
                      </c:pt>
                      <c:pt idx="157">
                        <c:v>535.16146616666674</c:v>
                      </c:pt>
                      <c:pt idx="158">
                        <c:v>541.02340900666672</c:v>
                      </c:pt>
                      <c:pt idx="159">
                        <c:v>514.34587316888883</c:v>
                      </c:pt>
                      <c:pt idx="160">
                        <c:v>493.45026869333338</c:v>
                      </c:pt>
                      <c:pt idx="161">
                        <c:v>511.30619016666674</c:v>
                      </c:pt>
                      <c:pt idx="162">
                        <c:v>507.55109152888889</c:v>
                      </c:pt>
                      <c:pt idx="163">
                        <c:v>585.56639774000007</c:v>
                      </c:pt>
                      <c:pt idx="164">
                        <c:v>658.47393699111103</c:v>
                      </c:pt>
                      <c:pt idx="165">
                        <c:v>729.66848842888896</c:v>
                      </c:pt>
                      <c:pt idx="166">
                        <c:v>700.87294661555552</c:v>
                      </c:pt>
                      <c:pt idx="167">
                        <c:v>568.55989695333335</c:v>
                      </c:pt>
                      <c:pt idx="168">
                        <c:v>394.30648221111113</c:v>
                      </c:pt>
                      <c:pt idx="169">
                        <c:v>242.30263980444445</c:v>
                      </c:pt>
                      <c:pt idx="170">
                        <c:v>145.38573728222224</c:v>
                      </c:pt>
                      <c:pt idx="171">
                        <c:v>95.602006199999991</c:v>
                      </c:pt>
                      <c:pt idx="172">
                        <c:v>77.447499342222216</c:v>
                      </c:pt>
                      <c:pt idx="173">
                        <c:v>101.13662100222223</c:v>
                      </c:pt>
                      <c:pt idx="174">
                        <c:v>201.76594624000001</c:v>
                      </c:pt>
                      <c:pt idx="175">
                        <c:v>295.06931053777777</c:v>
                      </c:pt>
                      <c:pt idx="176">
                        <c:v>366.51700949777779</c:v>
                      </c:pt>
                      <c:pt idx="177">
                        <c:v>415.8615981488889</c:v>
                      </c:pt>
                      <c:pt idx="178">
                        <c:v>433.54781394888886</c:v>
                      </c:pt>
                      <c:pt idx="179">
                        <c:v>468.78111251777773</c:v>
                      </c:pt>
                      <c:pt idx="180">
                        <c:v>503.43960195333341</c:v>
                      </c:pt>
                      <c:pt idx="181">
                        <c:v>561.57779794444446</c:v>
                      </c:pt>
                      <c:pt idx="182">
                        <c:v>563.54462217555556</c:v>
                      </c:pt>
                      <c:pt idx="183">
                        <c:v>532.9757054488889</c:v>
                      </c:pt>
                      <c:pt idx="184">
                        <c:v>498.76938047777776</c:v>
                      </c:pt>
                      <c:pt idx="185">
                        <c:v>510.94435684222219</c:v>
                      </c:pt>
                      <c:pt idx="186">
                        <c:v>516.44181293333338</c:v>
                      </c:pt>
                      <c:pt idx="187">
                        <c:v>603.28877940444443</c:v>
                      </c:pt>
                      <c:pt idx="188">
                        <c:v>674.11225475555557</c:v>
                      </c:pt>
                      <c:pt idx="189">
                        <c:v>741.34714940000003</c:v>
                      </c:pt>
                      <c:pt idx="190">
                        <c:v>722.89132307111117</c:v>
                      </c:pt>
                      <c:pt idx="191">
                        <c:v>611.26178594444445</c:v>
                      </c:pt>
                      <c:pt idx="192">
                        <c:v>448.77203261777777</c:v>
                      </c:pt>
                      <c:pt idx="193">
                        <c:v>290.13214078888888</c:v>
                      </c:pt>
                      <c:pt idx="194">
                        <c:v>177.05126818888888</c:v>
                      </c:pt>
                      <c:pt idx="195">
                        <c:v>116.14237341777778</c:v>
                      </c:pt>
                      <c:pt idx="196">
                        <c:v>87.304654948888896</c:v>
                      </c:pt>
                      <c:pt idx="197">
                        <c:v>98.110449715555546</c:v>
                      </c:pt>
                      <c:pt idx="198">
                        <c:v>177.49614600666666</c:v>
                      </c:pt>
                      <c:pt idx="199">
                        <c:v>258.55765004</c:v>
                      </c:pt>
                      <c:pt idx="200">
                        <c:v>347.15586526666669</c:v>
                      </c:pt>
                      <c:pt idx="201">
                        <c:v>409.76275710888893</c:v>
                      </c:pt>
                      <c:pt idx="202">
                        <c:v>463.64640375777782</c:v>
                      </c:pt>
                      <c:pt idx="203">
                        <c:v>516.66879572000005</c:v>
                      </c:pt>
                      <c:pt idx="204">
                        <c:v>518.4204119333333</c:v>
                      </c:pt>
                      <c:pt idx="205">
                        <c:v>558.09769973777782</c:v>
                      </c:pt>
                      <c:pt idx="206">
                        <c:v>644.17444819333343</c:v>
                      </c:pt>
                      <c:pt idx="207">
                        <c:v>592.68513368222227</c:v>
                      </c:pt>
                      <c:pt idx="208">
                        <c:v>537.74981875333333</c:v>
                      </c:pt>
                      <c:pt idx="209">
                        <c:v>543.49089849999996</c:v>
                      </c:pt>
                      <c:pt idx="210">
                        <c:v>536.44679306</c:v>
                      </c:pt>
                      <c:pt idx="211">
                        <c:v>617.41959355777772</c:v>
                      </c:pt>
                      <c:pt idx="212">
                        <c:v>691.57637657999999</c:v>
                      </c:pt>
                      <c:pt idx="213">
                        <c:v>759.46789051777785</c:v>
                      </c:pt>
                      <c:pt idx="214">
                        <c:v>743.05399034444451</c:v>
                      </c:pt>
                      <c:pt idx="215">
                        <c:v>623.70604467999999</c:v>
                      </c:pt>
                      <c:pt idx="216">
                        <c:v>451.32586199777779</c:v>
                      </c:pt>
                      <c:pt idx="217">
                        <c:v>286.63775792666667</c:v>
                      </c:pt>
                      <c:pt idx="218">
                        <c:v>174.27873371999999</c:v>
                      </c:pt>
                      <c:pt idx="219">
                        <c:v>110.30962463777777</c:v>
                      </c:pt>
                      <c:pt idx="220">
                        <c:v>82.778518200000008</c:v>
                      </c:pt>
                      <c:pt idx="221">
                        <c:v>98.007873922222217</c:v>
                      </c:pt>
                      <c:pt idx="222">
                        <c:v>183.96883197777777</c:v>
                      </c:pt>
                      <c:pt idx="223">
                        <c:v>269.67919190222221</c:v>
                      </c:pt>
                      <c:pt idx="224">
                        <c:v>347.76069334444446</c:v>
                      </c:pt>
                      <c:pt idx="225">
                        <c:v>392.81104787999999</c:v>
                      </c:pt>
                      <c:pt idx="226">
                        <c:v>429.89800837777784</c:v>
                      </c:pt>
                      <c:pt idx="227">
                        <c:v>473.77515430444447</c:v>
                      </c:pt>
                      <c:pt idx="228">
                        <c:v>494.84931695111112</c:v>
                      </c:pt>
                      <c:pt idx="229">
                        <c:v>569.88101983999991</c:v>
                      </c:pt>
                      <c:pt idx="230">
                        <c:v>589.07365206888892</c:v>
                      </c:pt>
                      <c:pt idx="231">
                        <c:v>550.76484706444444</c:v>
                      </c:pt>
                      <c:pt idx="232">
                        <c:v>507.0108376733333</c:v>
                      </c:pt>
                      <c:pt idx="233">
                        <c:v>520.05598906222224</c:v>
                      </c:pt>
                      <c:pt idx="234">
                        <c:v>523.80359000666658</c:v>
                      </c:pt>
                      <c:pt idx="235">
                        <c:v>599.11003809777787</c:v>
                      </c:pt>
                      <c:pt idx="236">
                        <c:v>684.80560987333331</c:v>
                      </c:pt>
                      <c:pt idx="237">
                        <c:v>753.83291479777779</c:v>
                      </c:pt>
                      <c:pt idx="238">
                        <c:v>707.43546816888897</c:v>
                      </c:pt>
                      <c:pt idx="239">
                        <c:v>569.95271305555548</c:v>
                      </c:pt>
                      <c:pt idx="240">
                        <c:v>391.18642615111111</c:v>
                      </c:pt>
                      <c:pt idx="241">
                        <c:v>240.45729280444445</c:v>
                      </c:pt>
                      <c:pt idx="242">
                        <c:v>144.22162922444443</c:v>
                      </c:pt>
                      <c:pt idx="243">
                        <c:v>95.366671222222223</c:v>
                      </c:pt>
                      <c:pt idx="244">
                        <c:v>76.862499213333336</c:v>
                      </c:pt>
                      <c:pt idx="245">
                        <c:v>95.345088131111126</c:v>
                      </c:pt>
                      <c:pt idx="246">
                        <c:v>189.8842161888889</c:v>
                      </c:pt>
                      <c:pt idx="247">
                        <c:v>272.03966017555558</c:v>
                      </c:pt>
                      <c:pt idx="248">
                        <c:v>334.64505764888889</c:v>
                      </c:pt>
                      <c:pt idx="249">
                        <c:v>359.37100724222222</c:v>
                      </c:pt>
                      <c:pt idx="250">
                        <c:v>390.41228125777781</c:v>
                      </c:pt>
                      <c:pt idx="251">
                        <c:v>435.28911702444447</c:v>
                      </c:pt>
                      <c:pt idx="252">
                        <c:v>467.28562684888885</c:v>
                      </c:pt>
                      <c:pt idx="253">
                        <c:v>525.38163506666672</c:v>
                      </c:pt>
                      <c:pt idx="254">
                        <c:v>532.35489581333331</c:v>
                      </c:pt>
                      <c:pt idx="255">
                        <c:v>505.95207658444451</c:v>
                      </c:pt>
                      <c:pt idx="256">
                        <c:v>494.11062163999998</c:v>
                      </c:pt>
                      <c:pt idx="257">
                        <c:v>519.52009682888888</c:v>
                      </c:pt>
                      <c:pt idx="258">
                        <c:v>520.85973674444449</c:v>
                      </c:pt>
                      <c:pt idx="259">
                        <c:v>593.99766681555548</c:v>
                      </c:pt>
                      <c:pt idx="260">
                        <c:v>674.24622297777773</c:v>
                      </c:pt>
                      <c:pt idx="261">
                        <c:v>734.66561337555549</c:v>
                      </c:pt>
                      <c:pt idx="262">
                        <c:v>696.18989766888876</c:v>
                      </c:pt>
                      <c:pt idx="263">
                        <c:v>552.50578689333327</c:v>
                      </c:pt>
                      <c:pt idx="264">
                        <c:v>380.86254052444451</c:v>
                      </c:pt>
                      <c:pt idx="265">
                        <c:v>229.73678754444447</c:v>
                      </c:pt>
                      <c:pt idx="266">
                        <c:v>137.22362446666665</c:v>
                      </c:pt>
                      <c:pt idx="267">
                        <c:v>91.434707739999993</c:v>
                      </c:pt>
                      <c:pt idx="268">
                        <c:v>74.642206804444442</c:v>
                      </c:pt>
                      <c:pt idx="269">
                        <c:v>95.202650028888897</c:v>
                      </c:pt>
                      <c:pt idx="270">
                        <c:v>195.21380658666666</c:v>
                      </c:pt>
                      <c:pt idx="271">
                        <c:v>281.58406488222221</c:v>
                      </c:pt>
                      <c:pt idx="272">
                        <c:v>337.84711005777774</c:v>
                      </c:pt>
                      <c:pt idx="273">
                        <c:v>366.02768144444445</c:v>
                      </c:pt>
                      <c:pt idx="274">
                        <c:v>400.35482883333339</c:v>
                      </c:pt>
                      <c:pt idx="275">
                        <c:v>447.53148138444442</c:v>
                      </c:pt>
                      <c:pt idx="276">
                        <c:v>477.06443870888887</c:v>
                      </c:pt>
                      <c:pt idx="277">
                        <c:v>533.6175407733333</c:v>
                      </c:pt>
                      <c:pt idx="278">
                        <c:v>533.72095846888885</c:v>
                      </c:pt>
                      <c:pt idx="279">
                        <c:v>507.43214853777772</c:v>
                      </c:pt>
                      <c:pt idx="280">
                        <c:v>495.99254066666668</c:v>
                      </c:pt>
                      <c:pt idx="281">
                        <c:v>515.23588638888884</c:v>
                      </c:pt>
                      <c:pt idx="282">
                        <c:v>517.81738139333333</c:v>
                      </c:pt>
                      <c:pt idx="283">
                        <c:v>600.54103544444433</c:v>
                      </c:pt>
                      <c:pt idx="284">
                        <c:v>683.79052533777781</c:v>
                      </c:pt>
                      <c:pt idx="285">
                        <c:v>746.13049465777772</c:v>
                      </c:pt>
                      <c:pt idx="286">
                        <c:v>696.63356727777773</c:v>
                      </c:pt>
                      <c:pt idx="287">
                        <c:v>551.70988468666667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4-3B6C-47C2-956F-045AF7A440C3}"/>
                  </c:ext>
                </c:extLst>
              </c15:ser>
            </c15:filteredLineSeries>
            <c15:filteredLineSeries>
              <c15:ser>
                <c:idx val="34"/>
                <c:order val="3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12-10-2026'!$AJ$1</c15:sqref>
                        </c15:formulaRef>
                      </c:ext>
                    </c:extLst>
                    <c:strCache>
                      <c:ptCount val="1"/>
                      <c:pt idx="0">
                        <c:v>Ericsson SGI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12-10-2026'!$AJ$2:$AJ$289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354.59095424059831</c:v>
                      </c:pt>
                      <c:pt idx="1">
                        <c:v>225.30879950341782</c:v>
                      </c:pt>
                      <c:pt idx="2">
                        <c:v>135.40696595769552</c:v>
                      </c:pt>
                      <c:pt idx="3">
                        <c:v>83.554266995504406</c:v>
                      </c:pt>
                      <c:pt idx="4">
                        <c:v>60.46451314906659</c:v>
                      </c:pt>
                      <c:pt idx="5">
                        <c:v>62.771421658595521</c:v>
                      </c:pt>
                      <c:pt idx="6">
                        <c:v>121.63131476758215</c:v>
                      </c:pt>
                      <c:pt idx="7">
                        <c:v>191.44774105371999</c:v>
                      </c:pt>
                      <c:pt idx="8">
                        <c:v>242.45692973459114</c:v>
                      </c:pt>
                      <c:pt idx="9">
                        <c:v>267.47216930093566</c:v>
                      </c:pt>
                      <c:pt idx="10">
                        <c:v>300.33298679626665</c:v>
                      </c:pt>
                      <c:pt idx="11">
                        <c:v>339.2112784948759</c:v>
                      </c:pt>
                      <c:pt idx="12">
                        <c:v>367.62919715556245</c:v>
                      </c:pt>
                      <c:pt idx="13">
                        <c:v>406.08530844436484</c:v>
                      </c:pt>
                      <c:pt idx="14">
                        <c:v>430.40048679695991</c:v>
                      </c:pt>
                      <c:pt idx="15">
                        <c:v>423.47174140196438</c:v>
                      </c:pt>
                      <c:pt idx="16">
                        <c:v>380.1575248533893</c:v>
                      </c:pt>
                      <c:pt idx="17">
                        <c:v>396.14879528881863</c:v>
                      </c:pt>
                      <c:pt idx="18">
                        <c:v>393.53157913532243</c:v>
                      </c:pt>
                      <c:pt idx="19">
                        <c:v>433.24699130620388</c:v>
                      </c:pt>
                      <c:pt idx="20">
                        <c:v>478.29099213885348</c:v>
                      </c:pt>
                      <c:pt idx="21">
                        <c:v>571.73204994360151</c:v>
                      </c:pt>
                      <c:pt idx="22">
                        <c:v>589.00219610637157</c:v>
                      </c:pt>
                      <c:pt idx="23">
                        <c:v>521.42744590816903</c:v>
                      </c:pt>
                      <c:pt idx="24">
                        <c:v>396.46429826886424</c:v>
                      </c:pt>
                      <c:pt idx="25">
                        <c:v>258.66382180335324</c:v>
                      </c:pt>
                      <c:pt idx="26">
                        <c:v>154.24426179133778</c:v>
                      </c:pt>
                      <c:pt idx="27">
                        <c:v>100.90629897365565</c:v>
                      </c:pt>
                      <c:pt idx="28">
                        <c:v>68.807478687151104</c:v>
                      </c:pt>
                      <c:pt idx="29">
                        <c:v>62.479621434535517</c:v>
                      </c:pt>
                      <c:pt idx="30">
                        <c:v>104.20333797135999</c:v>
                      </c:pt>
                      <c:pt idx="31">
                        <c:v>151.56860532279995</c:v>
                      </c:pt>
                      <c:pt idx="32">
                        <c:v>217.50589373534223</c:v>
                      </c:pt>
                      <c:pt idx="33">
                        <c:v>275.94198751133109</c:v>
                      </c:pt>
                      <c:pt idx="34">
                        <c:v>326.77107808590461</c:v>
                      </c:pt>
                      <c:pt idx="35">
                        <c:v>373.55703684332252</c:v>
                      </c:pt>
                      <c:pt idx="36">
                        <c:v>389.95515187905039</c:v>
                      </c:pt>
                      <c:pt idx="37">
                        <c:v>401.57056634531176</c:v>
                      </c:pt>
                      <c:pt idx="38">
                        <c:v>502.04783340368203</c:v>
                      </c:pt>
                      <c:pt idx="39">
                        <c:v>479.25235088573714</c:v>
                      </c:pt>
                      <c:pt idx="40">
                        <c:v>404.06859982282037</c:v>
                      </c:pt>
                      <c:pt idx="41">
                        <c:v>408.3399557875328</c:v>
                      </c:pt>
                      <c:pt idx="42">
                        <c:v>403.11287887749774</c:v>
                      </c:pt>
                      <c:pt idx="43">
                        <c:v>450.21190843770847</c:v>
                      </c:pt>
                      <c:pt idx="44">
                        <c:v>499.24134256926129</c:v>
                      </c:pt>
                      <c:pt idx="45">
                        <c:v>599.90194921955072</c:v>
                      </c:pt>
                      <c:pt idx="46">
                        <c:v>609.31730545307471</c:v>
                      </c:pt>
                      <c:pt idx="47">
                        <c:v>543.55377656949349</c:v>
                      </c:pt>
                      <c:pt idx="48">
                        <c:v>415.41966536467794</c:v>
                      </c:pt>
                      <c:pt idx="49">
                        <c:v>277.53103648004884</c:v>
                      </c:pt>
                      <c:pt idx="50">
                        <c:v>168.31650415226665</c:v>
                      </c:pt>
                      <c:pt idx="51">
                        <c:v>101.72750716775559</c:v>
                      </c:pt>
                      <c:pt idx="52">
                        <c:v>67.441513096484442</c:v>
                      </c:pt>
                      <c:pt idx="53">
                        <c:v>61.527916287997726</c:v>
                      </c:pt>
                      <c:pt idx="54">
                        <c:v>107.15726155948006</c:v>
                      </c:pt>
                      <c:pt idx="55">
                        <c:v>161.82252965416012</c:v>
                      </c:pt>
                      <c:pt idx="56">
                        <c:v>224.91559392591114</c:v>
                      </c:pt>
                      <c:pt idx="57">
                        <c:v>275.2665621822066</c:v>
                      </c:pt>
                      <c:pt idx="58">
                        <c:v>313.54101321439776</c:v>
                      </c:pt>
                      <c:pt idx="59">
                        <c:v>356.53586349325303</c:v>
                      </c:pt>
                      <c:pt idx="60">
                        <c:v>380.80538194236271</c:v>
                      </c:pt>
                      <c:pt idx="61">
                        <c:v>429.81779112421589</c:v>
                      </c:pt>
                      <c:pt idx="62">
                        <c:v>464.45646151146644</c:v>
                      </c:pt>
                      <c:pt idx="63">
                        <c:v>449.29221031088491</c:v>
                      </c:pt>
                      <c:pt idx="64">
                        <c:v>394.1669650539688</c:v>
                      </c:pt>
                      <c:pt idx="65">
                        <c:v>404.67445085500725</c:v>
                      </c:pt>
                      <c:pt idx="66">
                        <c:v>400.25865232072169</c:v>
                      </c:pt>
                      <c:pt idx="67">
                        <c:v>439.44142980461186</c:v>
                      </c:pt>
                      <c:pt idx="68">
                        <c:v>483.52002606490146</c:v>
                      </c:pt>
                      <c:pt idx="69">
                        <c:v>577.89227993524946</c:v>
                      </c:pt>
                      <c:pt idx="70">
                        <c:v>583.79188884523853</c:v>
                      </c:pt>
                      <c:pt idx="71">
                        <c:v>497.6594823387685</c:v>
                      </c:pt>
                      <c:pt idx="72">
                        <c:v>354.57877504003136</c:v>
                      </c:pt>
                      <c:pt idx="73">
                        <c:v>221.39551341421338</c:v>
                      </c:pt>
                      <c:pt idx="74">
                        <c:v>131.42465282076</c:v>
                      </c:pt>
                      <c:pt idx="75">
                        <c:v>81.451424791191172</c:v>
                      </c:pt>
                      <c:pt idx="76">
                        <c:v>58.504356738168916</c:v>
                      </c:pt>
                      <c:pt idx="77">
                        <c:v>59.438053501733286</c:v>
                      </c:pt>
                      <c:pt idx="78">
                        <c:v>115.97700461835549</c:v>
                      </c:pt>
                      <c:pt idx="79">
                        <c:v>182.87506779966438</c:v>
                      </c:pt>
                      <c:pt idx="80">
                        <c:v>234.44151928497109</c:v>
                      </c:pt>
                      <c:pt idx="81">
                        <c:v>263.39410876021333</c:v>
                      </c:pt>
                      <c:pt idx="82">
                        <c:v>295.38890266802014</c:v>
                      </c:pt>
                      <c:pt idx="83">
                        <c:v>333.57254147001544</c:v>
                      </c:pt>
                      <c:pt idx="84">
                        <c:v>358.43249131188486</c:v>
                      </c:pt>
                      <c:pt idx="85">
                        <c:v>391.85221021116001</c:v>
                      </c:pt>
                      <c:pt idx="86">
                        <c:v>410.17208916648013</c:v>
                      </c:pt>
                      <c:pt idx="87">
                        <c:v>400.63866587880455</c:v>
                      </c:pt>
                      <c:pt idx="88">
                        <c:v>371.30380620676056</c:v>
                      </c:pt>
                      <c:pt idx="89">
                        <c:v>394.6897270886866</c:v>
                      </c:pt>
                      <c:pt idx="90">
                        <c:v>388.97318296131056</c:v>
                      </c:pt>
                      <c:pt idx="91">
                        <c:v>435.71194189948011</c:v>
                      </c:pt>
                      <c:pt idx="92">
                        <c:v>482.91470492039332</c:v>
                      </c:pt>
                      <c:pt idx="93">
                        <c:v>579.99128250056253</c:v>
                      </c:pt>
                      <c:pt idx="94">
                        <c:v>580.44784276856183</c:v>
                      </c:pt>
                      <c:pt idx="95">
                        <c:v>485.0162368793799</c:v>
                      </c:pt>
                      <c:pt idx="96">
                        <c:v>341.37853580003355</c:v>
                      </c:pt>
                      <c:pt idx="97">
                        <c:v>212.03684250726897</c:v>
                      </c:pt>
                      <c:pt idx="98">
                        <c:v>124.62749032602437</c:v>
                      </c:pt>
                      <c:pt idx="99">
                        <c:v>77.59589653822664</c:v>
                      </c:pt>
                      <c:pt idx="100">
                        <c:v>56.918438231117712</c:v>
                      </c:pt>
                      <c:pt idx="101">
                        <c:v>57.982795034593337</c:v>
                      </c:pt>
                      <c:pt idx="102">
                        <c:v>116.83461213661116</c:v>
                      </c:pt>
                      <c:pt idx="103">
                        <c:v>187.66183610742894</c:v>
                      </c:pt>
                      <c:pt idx="104">
                        <c:v>238.06715401661108</c:v>
                      </c:pt>
                      <c:pt idx="105">
                        <c:v>264.68215284668003</c:v>
                      </c:pt>
                      <c:pt idx="106">
                        <c:v>297.07861582921117</c:v>
                      </c:pt>
                      <c:pt idx="107">
                        <c:v>338.56602402838951</c:v>
                      </c:pt>
                      <c:pt idx="108">
                        <c:v>364.12997378269995</c:v>
                      </c:pt>
                      <c:pt idx="109">
                        <c:v>397.14469903396383</c:v>
                      </c:pt>
                      <c:pt idx="110">
                        <c:v>414.15330024974674</c:v>
                      </c:pt>
                      <c:pt idx="111">
                        <c:v>405.08782316104498</c:v>
                      </c:pt>
                      <c:pt idx="112">
                        <c:v>373.99595713057982</c:v>
                      </c:pt>
                      <c:pt idx="113">
                        <c:v>396.4894155098886</c:v>
                      </c:pt>
                      <c:pt idx="114">
                        <c:v>392.19728550742064</c:v>
                      </c:pt>
                      <c:pt idx="115">
                        <c:v>438.77396738189987</c:v>
                      </c:pt>
                      <c:pt idx="116">
                        <c:v>486.7393291294058</c:v>
                      </c:pt>
                      <c:pt idx="117">
                        <c:v>589.54082069391984</c:v>
                      </c:pt>
                      <c:pt idx="118">
                        <c:v>584.70340221826677</c:v>
                      </c:pt>
                      <c:pt idx="119">
                        <c:v>489.2915376639022</c:v>
                      </c:pt>
                      <c:pt idx="120">
                        <c:v>341.60634496866862</c:v>
                      </c:pt>
                      <c:pt idx="121">
                        <c:v>211.39805262563334</c:v>
                      </c:pt>
                      <c:pt idx="122">
                        <c:v>123.77322838775326</c:v>
                      </c:pt>
                      <c:pt idx="123">
                        <c:v>76.800161654042228</c:v>
                      </c:pt>
                      <c:pt idx="124">
                        <c:v>56.659036004859992</c:v>
                      </c:pt>
                      <c:pt idx="125">
                        <c:v>59.055868969939979</c:v>
                      </c:pt>
                      <c:pt idx="126">
                        <c:v>120.34474148131105</c:v>
                      </c:pt>
                      <c:pt idx="127">
                        <c:v>193.14444018176229</c:v>
                      </c:pt>
                      <c:pt idx="128">
                        <c:v>244.46412876141332</c:v>
                      </c:pt>
                      <c:pt idx="129">
                        <c:v>271.78148062991113</c:v>
                      </c:pt>
                      <c:pt idx="130">
                        <c:v>302.92957656194449</c:v>
                      </c:pt>
                      <c:pt idx="131">
                        <c:v>340.01144870739574</c:v>
                      </c:pt>
                      <c:pt idx="132">
                        <c:v>373.27911970018835</c:v>
                      </c:pt>
                      <c:pt idx="133">
                        <c:v>427.22212706624168</c:v>
                      </c:pt>
                      <c:pt idx="134">
                        <c:v>444.43993812330439</c:v>
                      </c:pt>
                      <c:pt idx="135">
                        <c:v>427.1032493345021</c:v>
                      </c:pt>
                      <c:pt idx="136">
                        <c:v>379.8436237546332</c:v>
                      </c:pt>
                      <c:pt idx="137">
                        <c:v>401.29041048856698</c:v>
                      </c:pt>
                      <c:pt idx="138">
                        <c:v>438.35915374575507</c:v>
                      </c:pt>
                      <c:pt idx="139">
                        <c:v>490.50298344933378</c:v>
                      </c:pt>
                      <c:pt idx="140">
                        <c:v>502.37329468601365</c:v>
                      </c:pt>
                      <c:pt idx="141">
                        <c:v>598.52436304030437</c:v>
                      </c:pt>
                      <c:pt idx="142">
                        <c:v>588.4801940533041</c:v>
                      </c:pt>
                      <c:pt idx="143">
                        <c:v>490.09861379028376</c:v>
                      </c:pt>
                      <c:pt idx="144">
                        <c:v>356.11144886849161</c:v>
                      </c:pt>
                      <c:pt idx="145">
                        <c:v>221.67940908973122</c:v>
                      </c:pt>
                      <c:pt idx="146">
                        <c:v>135.84493074514006</c:v>
                      </c:pt>
                      <c:pt idx="147">
                        <c:v>79.947138461468853</c:v>
                      </c:pt>
                      <c:pt idx="148">
                        <c:v>58.224173587913256</c:v>
                      </c:pt>
                      <c:pt idx="149">
                        <c:v>60.686929020344508</c:v>
                      </c:pt>
                      <c:pt idx="150">
                        <c:v>121.7422463108</c:v>
                      </c:pt>
                      <c:pt idx="151">
                        <c:v>195.65285568978447</c:v>
                      </c:pt>
                      <c:pt idx="152">
                        <c:v>249.40512573239329</c:v>
                      </c:pt>
                      <c:pt idx="153">
                        <c:v>273.82140150307339</c:v>
                      </c:pt>
                      <c:pt idx="154">
                        <c:v>304.07665680792002</c:v>
                      </c:pt>
                      <c:pt idx="155">
                        <c:v>338.36444305538157</c:v>
                      </c:pt>
                      <c:pt idx="156">
                        <c:v>363.75138690903964</c:v>
                      </c:pt>
                      <c:pt idx="157">
                        <c:v>397.19367970836004</c:v>
                      </c:pt>
                      <c:pt idx="158">
                        <c:v>417.11227539526465</c:v>
                      </c:pt>
                      <c:pt idx="159">
                        <c:v>409.70135281614654</c:v>
                      </c:pt>
                      <c:pt idx="160">
                        <c:v>382.1642113477489</c:v>
                      </c:pt>
                      <c:pt idx="161">
                        <c:v>408.97664315667168</c:v>
                      </c:pt>
                      <c:pt idx="162">
                        <c:v>403.96685682905115</c:v>
                      </c:pt>
                      <c:pt idx="163">
                        <c:v>453.02299268519101</c:v>
                      </c:pt>
                      <c:pt idx="164">
                        <c:v>493.9778497907065</c:v>
                      </c:pt>
                      <c:pt idx="165">
                        <c:v>588.95609976471576</c:v>
                      </c:pt>
                      <c:pt idx="166">
                        <c:v>586.25105793630655</c:v>
                      </c:pt>
                      <c:pt idx="167">
                        <c:v>479.34867965141495</c:v>
                      </c:pt>
                      <c:pt idx="168">
                        <c:v>334.23980943011099</c:v>
                      </c:pt>
                      <c:pt idx="169">
                        <c:v>205.30491084678218</c:v>
                      </c:pt>
                      <c:pt idx="170">
                        <c:v>123.51246069780007</c:v>
                      </c:pt>
                      <c:pt idx="171">
                        <c:v>78.212295035431112</c:v>
                      </c:pt>
                      <c:pt idx="172">
                        <c:v>58.075408767980051</c:v>
                      </c:pt>
                      <c:pt idx="173">
                        <c:v>61.494568685211121</c:v>
                      </c:pt>
                      <c:pt idx="174">
                        <c:v>125.97559884430456</c:v>
                      </c:pt>
                      <c:pt idx="175">
                        <c:v>209.32596012401342</c:v>
                      </c:pt>
                      <c:pt idx="176">
                        <c:v>270.07585906109119</c:v>
                      </c:pt>
                      <c:pt idx="177">
                        <c:v>304.52965124073773</c:v>
                      </c:pt>
                      <c:pt idx="178">
                        <c:v>330.32537826282692</c:v>
                      </c:pt>
                      <c:pt idx="179">
                        <c:v>359.54311295751791</c:v>
                      </c:pt>
                      <c:pt idx="180">
                        <c:v>382.22722257375278</c:v>
                      </c:pt>
                      <c:pt idx="181">
                        <c:v>416.45831142230219</c:v>
                      </c:pt>
                      <c:pt idx="182">
                        <c:v>434.48636450221102</c:v>
                      </c:pt>
                      <c:pt idx="183">
                        <c:v>425.49138946170058</c:v>
                      </c:pt>
                      <c:pt idx="184">
                        <c:v>387.16430247168131</c:v>
                      </c:pt>
                      <c:pt idx="185">
                        <c:v>406.53663868056685</c:v>
                      </c:pt>
                      <c:pt idx="186">
                        <c:v>403.35978453638518</c:v>
                      </c:pt>
                      <c:pt idx="187">
                        <c:v>461.58875876388913</c:v>
                      </c:pt>
                      <c:pt idx="188">
                        <c:v>498.64459562308673</c:v>
                      </c:pt>
                      <c:pt idx="189">
                        <c:v>587.76292282068016</c:v>
                      </c:pt>
                      <c:pt idx="190">
                        <c:v>595.6104113182746</c:v>
                      </c:pt>
                      <c:pt idx="191">
                        <c:v>514.49797659499995</c:v>
                      </c:pt>
                      <c:pt idx="192">
                        <c:v>384.43197290195388</c:v>
                      </c:pt>
                      <c:pt idx="193">
                        <c:v>254.65186130750229</c:v>
                      </c:pt>
                      <c:pt idx="194">
                        <c:v>158.47079366309768</c:v>
                      </c:pt>
                      <c:pt idx="195">
                        <c:v>101.02317963054007</c:v>
                      </c:pt>
                      <c:pt idx="196">
                        <c:v>69.092484077724464</c:v>
                      </c:pt>
                      <c:pt idx="197">
                        <c:v>61.454445842064409</c:v>
                      </c:pt>
                      <c:pt idx="198">
                        <c:v>106.73817657007565</c:v>
                      </c:pt>
                      <c:pt idx="199">
                        <c:v>161.29102739223123</c:v>
                      </c:pt>
                      <c:pt idx="200">
                        <c:v>228.94318074345799</c:v>
                      </c:pt>
                      <c:pt idx="201">
                        <c:v>286.65179431083993</c:v>
                      </c:pt>
                      <c:pt idx="202">
                        <c:v>335.40524615524828</c:v>
                      </c:pt>
                      <c:pt idx="203">
                        <c:v>384.83874395551163</c:v>
                      </c:pt>
                      <c:pt idx="204">
                        <c:v>393.34864703554206</c:v>
                      </c:pt>
                      <c:pt idx="205">
                        <c:v>407.39082892512903</c:v>
                      </c:pt>
                      <c:pt idx="206">
                        <c:v>505.40300364016412</c:v>
                      </c:pt>
                      <c:pt idx="207">
                        <c:v>477.91600265411995</c:v>
                      </c:pt>
                      <c:pt idx="208">
                        <c:v>408.88604966581249</c:v>
                      </c:pt>
                      <c:pt idx="209">
                        <c:v>418.23087253944732</c:v>
                      </c:pt>
                      <c:pt idx="210">
                        <c:v>407.81069208306042</c:v>
                      </c:pt>
                      <c:pt idx="211">
                        <c:v>469.66481441747163</c:v>
                      </c:pt>
                      <c:pt idx="212">
                        <c:v>510.2474871856972</c:v>
                      </c:pt>
                      <c:pt idx="213">
                        <c:v>603.65306570344251</c:v>
                      </c:pt>
                      <c:pt idx="214">
                        <c:v>618.64810313909288</c:v>
                      </c:pt>
                      <c:pt idx="215">
                        <c:v>532.0958811670381</c:v>
                      </c:pt>
                      <c:pt idx="216">
                        <c:v>392.28324105014246</c:v>
                      </c:pt>
                      <c:pt idx="217">
                        <c:v>253.25887182885336</c:v>
                      </c:pt>
                      <c:pt idx="218">
                        <c:v>152.36476926729551</c:v>
                      </c:pt>
                      <c:pt idx="219">
                        <c:v>92.541991518071143</c:v>
                      </c:pt>
                      <c:pt idx="220">
                        <c:v>63.473338786688899</c:v>
                      </c:pt>
                      <c:pt idx="221">
                        <c:v>59.084054668111165</c:v>
                      </c:pt>
                      <c:pt idx="222">
                        <c:v>107.82696640981335</c:v>
                      </c:pt>
                      <c:pt idx="223">
                        <c:v>168.48778618115102</c:v>
                      </c:pt>
                      <c:pt idx="224">
                        <c:v>232.98441047178451</c:v>
                      </c:pt>
                      <c:pt idx="225">
                        <c:v>280.69348467640225</c:v>
                      </c:pt>
                      <c:pt idx="226">
                        <c:v>317.64234950204883</c:v>
                      </c:pt>
                      <c:pt idx="227">
                        <c:v>357.45979962579543</c:v>
                      </c:pt>
                      <c:pt idx="228">
                        <c:v>378.05627610597816</c:v>
                      </c:pt>
                      <c:pt idx="229">
                        <c:v>430.60221112248485</c:v>
                      </c:pt>
                      <c:pt idx="230">
                        <c:v>464.48691714180717</c:v>
                      </c:pt>
                      <c:pt idx="231">
                        <c:v>448.64011377362885</c:v>
                      </c:pt>
                      <c:pt idx="232">
                        <c:v>395.48199164578756</c:v>
                      </c:pt>
                      <c:pt idx="233">
                        <c:v>413.15463821451584</c:v>
                      </c:pt>
                      <c:pt idx="234">
                        <c:v>407.62786660140239</c:v>
                      </c:pt>
                      <c:pt idx="235">
                        <c:v>459.02429775208384</c:v>
                      </c:pt>
                      <c:pt idx="236">
                        <c:v>508.7663403024842</c:v>
                      </c:pt>
                      <c:pt idx="237">
                        <c:v>606.8669726359999</c:v>
                      </c:pt>
                      <c:pt idx="238">
                        <c:v>586.91670859952956</c:v>
                      </c:pt>
                      <c:pt idx="239">
                        <c:v>482.96428369950047</c:v>
                      </c:pt>
                      <c:pt idx="240">
                        <c:v>334.46899021401583</c:v>
                      </c:pt>
                      <c:pt idx="241">
                        <c:v>207.72316481673795</c:v>
                      </c:pt>
                      <c:pt idx="242">
                        <c:v>122.0932601033844</c:v>
                      </c:pt>
                      <c:pt idx="243">
                        <c:v>76.286554848659947</c:v>
                      </c:pt>
                      <c:pt idx="244">
                        <c:v>56.275047305846655</c:v>
                      </c:pt>
                      <c:pt idx="245">
                        <c:v>57.919014543504439</c:v>
                      </c:pt>
                      <c:pt idx="246">
                        <c:v>118.21170889978436</c:v>
                      </c:pt>
                      <c:pt idx="247">
                        <c:v>190.78462184434218</c:v>
                      </c:pt>
                      <c:pt idx="248">
                        <c:v>240.42594822282445</c:v>
                      </c:pt>
                      <c:pt idx="249">
                        <c:v>265.16374965769558</c:v>
                      </c:pt>
                      <c:pt idx="250">
                        <c:v>297.80890024751545</c:v>
                      </c:pt>
                      <c:pt idx="251">
                        <c:v>338.27704692236398</c:v>
                      </c:pt>
                      <c:pt idx="252">
                        <c:v>363.39389192439762</c:v>
                      </c:pt>
                      <c:pt idx="253">
                        <c:v>400.05566580770477</c:v>
                      </c:pt>
                      <c:pt idx="254">
                        <c:v>419.47843756140696</c:v>
                      </c:pt>
                      <c:pt idx="255">
                        <c:v>411.71815389415326</c:v>
                      </c:pt>
                      <c:pt idx="256">
                        <c:v>387.60078227890381</c:v>
                      </c:pt>
                      <c:pt idx="257">
                        <c:v>423.73071693013753</c:v>
                      </c:pt>
                      <c:pt idx="258">
                        <c:v>412.64311905096395</c:v>
                      </c:pt>
                      <c:pt idx="259">
                        <c:v>460.59714397690368</c:v>
                      </c:pt>
                      <c:pt idx="260">
                        <c:v>504.05854683492458</c:v>
                      </c:pt>
                      <c:pt idx="261">
                        <c:v>593.87360836330879</c:v>
                      </c:pt>
                      <c:pt idx="262">
                        <c:v>580.24761532528896</c:v>
                      </c:pt>
                      <c:pt idx="263">
                        <c:v>466.32383197346894</c:v>
                      </c:pt>
                      <c:pt idx="264">
                        <c:v>316.78944645495608</c:v>
                      </c:pt>
                      <c:pt idx="265">
                        <c:v>190.96574229380667</c:v>
                      </c:pt>
                      <c:pt idx="266">
                        <c:v>112.04980438275327</c:v>
                      </c:pt>
                      <c:pt idx="267">
                        <c:v>71.907864098253356</c:v>
                      </c:pt>
                      <c:pt idx="268">
                        <c:v>54.312078539217779</c:v>
                      </c:pt>
                      <c:pt idx="269">
                        <c:v>56.980091368364498</c:v>
                      </c:pt>
                      <c:pt idx="270">
                        <c:v>119.02530625557782</c:v>
                      </c:pt>
                      <c:pt idx="271">
                        <c:v>195.9468340620578</c:v>
                      </c:pt>
                      <c:pt idx="272">
                        <c:v>244.94162603459117</c:v>
                      </c:pt>
                      <c:pt idx="273">
                        <c:v>269.65385933636441</c:v>
                      </c:pt>
                      <c:pt idx="274">
                        <c:v>300.47501644872216</c:v>
                      </c:pt>
                      <c:pt idx="275">
                        <c:v>340.33282182135326</c:v>
                      </c:pt>
                      <c:pt idx="276">
                        <c:v>363.81175044359361</c:v>
                      </c:pt>
                      <c:pt idx="277">
                        <c:v>398.00087376071536</c:v>
                      </c:pt>
                      <c:pt idx="278">
                        <c:v>415.57488867730393</c:v>
                      </c:pt>
                      <c:pt idx="279">
                        <c:v>408.3404731079915</c:v>
                      </c:pt>
                      <c:pt idx="280">
                        <c:v>384.17120361459808</c:v>
                      </c:pt>
                      <c:pt idx="281">
                        <c:v>411.73448203437636</c:v>
                      </c:pt>
                      <c:pt idx="282">
                        <c:v>401.33750256188841</c:v>
                      </c:pt>
                      <c:pt idx="283">
                        <c:v>459.75262453513352</c:v>
                      </c:pt>
                      <c:pt idx="284">
                        <c:v>509.85023812162478</c:v>
                      </c:pt>
                      <c:pt idx="285">
                        <c:v>605.57434381649364</c:v>
                      </c:pt>
                      <c:pt idx="286">
                        <c:v>587.95635035749547</c:v>
                      </c:pt>
                      <c:pt idx="287">
                        <c:v>470.77069061067391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5-3B6C-47C2-956F-045AF7A440C3}"/>
                  </c:ext>
                </c:extLst>
              </c15:ser>
            </c15:filteredLineSeries>
            <c15:filteredLineSeries>
              <c15:ser>
                <c:idx val="35"/>
                <c:order val="3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12-10-2026'!$AK$1</c15:sqref>
                        </c15:formulaRef>
                      </c:ext>
                    </c:extLst>
                    <c:strCache>
                      <c:ptCount val="1"/>
                      <c:pt idx="0">
                        <c:v>Total SGI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12-10-2026'!$AK$2:$AK$289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771.18420170504271</c:v>
                      </c:pt>
                      <c:pt idx="1">
                        <c:v>487.2848398123067</c:v>
                      </c:pt>
                      <c:pt idx="2">
                        <c:v>291.11648796436214</c:v>
                      </c:pt>
                      <c:pt idx="3">
                        <c:v>183.82756698217108</c:v>
                      </c:pt>
                      <c:pt idx="4">
                        <c:v>139.43525933351103</c:v>
                      </c:pt>
                      <c:pt idx="5">
                        <c:v>164.97269884303998</c:v>
                      </c:pt>
                      <c:pt idx="6">
                        <c:v>316.03444103424886</c:v>
                      </c:pt>
                      <c:pt idx="7">
                        <c:v>473.29755552483113</c:v>
                      </c:pt>
                      <c:pt idx="8">
                        <c:v>583.91610766570216</c:v>
                      </c:pt>
                      <c:pt idx="9">
                        <c:v>639.6421635409356</c:v>
                      </c:pt>
                      <c:pt idx="10">
                        <c:v>711.17464756293339</c:v>
                      </c:pt>
                      <c:pt idx="11">
                        <c:v>798.4780464882092</c:v>
                      </c:pt>
                      <c:pt idx="12">
                        <c:v>861.26483860445137</c:v>
                      </c:pt>
                      <c:pt idx="13">
                        <c:v>961.92680117325369</c:v>
                      </c:pt>
                      <c:pt idx="14">
                        <c:v>995.69242417918213</c:v>
                      </c:pt>
                      <c:pt idx="15">
                        <c:v>963.93601373307547</c:v>
                      </c:pt>
                      <c:pt idx="16">
                        <c:v>873.36283163783378</c:v>
                      </c:pt>
                      <c:pt idx="17">
                        <c:v>904.01478872437428</c:v>
                      </c:pt>
                      <c:pt idx="18">
                        <c:v>897.54800943532246</c:v>
                      </c:pt>
                      <c:pt idx="19">
                        <c:v>1020.5144767084261</c:v>
                      </c:pt>
                      <c:pt idx="20">
                        <c:v>1132.3587138788535</c:v>
                      </c:pt>
                      <c:pt idx="21">
                        <c:v>1302.3513915124904</c:v>
                      </c:pt>
                      <c:pt idx="22">
                        <c:v>1308.3822332819273</c:v>
                      </c:pt>
                      <c:pt idx="23">
                        <c:v>1140.3963985081691</c:v>
                      </c:pt>
                      <c:pt idx="24">
                        <c:v>856.92255605997536</c:v>
                      </c:pt>
                      <c:pt idx="25">
                        <c:v>562.03374757446431</c:v>
                      </c:pt>
                      <c:pt idx="26">
                        <c:v>340.01165689133779</c:v>
                      </c:pt>
                      <c:pt idx="27">
                        <c:v>218.2445173581001</c:v>
                      </c:pt>
                      <c:pt idx="28">
                        <c:v>154.41828262715109</c:v>
                      </c:pt>
                      <c:pt idx="29">
                        <c:v>162.2697926634244</c:v>
                      </c:pt>
                      <c:pt idx="30">
                        <c:v>276.92853306469328</c:v>
                      </c:pt>
                      <c:pt idx="31">
                        <c:v>403.17465212946661</c:v>
                      </c:pt>
                      <c:pt idx="32">
                        <c:v>555.29661969311996</c:v>
                      </c:pt>
                      <c:pt idx="33">
                        <c:v>678.86052686244216</c:v>
                      </c:pt>
                      <c:pt idx="34">
                        <c:v>784.98122059479351</c:v>
                      </c:pt>
                      <c:pt idx="35">
                        <c:v>888.12619494554474</c:v>
                      </c:pt>
                      <c:pt idx="36">
                        <c:v>909.68511401460592</c:v>
                      </c:pt>
                      <c:pt idx="37">
                        <c:v>957.28640432308953</c:v>
                      </c:pt>
                      <c:pt idx="38">
                        <c:v>1146.2864677925709</c:v>
                      </c:pt>
                      <c:pt idx="39">
                        <c:v>1076.7487476724039</c:v>
                      </c:pt>
                      <c:pt idx="40">
                        <c:v>926.74281908504258</c:v>
                      </c:pt>
                      <c:pt idx="41">
                        <c:v>934.72422658531059</c:v>
                      </c:pt>
                      <c:pt idx="42">
                        <c:v>920.18622138638648</c:v>
                      </c:pt>
                      <c:pt idx="43">
                        <c:v>1052.2728756310416</c:v>
                      </c:pt>
                      <c:pt idx="44">
                        <c:v>1174.5798015670391</c:v>
                      </c:pt>
                      <c:pt idx="45">
                        <c:v>1359.1649579617729</c:v>
                      </c:pt>
                      <c:pt idx="46">
                        <c:v>1351.2895086219637</c:v>
                      </c:pt>
                      <c:pt idx="47">
                        <c:v>1181.8865383228267</c:v>
                      </c:pt>
                      <c:pt idx="48">
                        <c:v>890.52826792912242</c:v>
                      </c:pt>
                      <c:pt idx="49">
                        <c:v>588.30946882893772</c:v>
                      </c:pt>
                      <c:pt idx="50">
                        <c:v>354.26134740337773</c:v>
                      </c:pt>
                      <c:pt idx="51">
                        <c:v>217.80595317664449</c:v>
                      </c:pt>
                      <c:pt idx="52">
                        <c:v>152.66779797870669</c:v>
                      </c:pt>
                      <c:pt idx="53">
                        <c:v>163.20079384355327</c:v>
                      </c:pt>
                      <c:pt idx="54">
                        <c:v>288.18068430392452</c:v>
                      </c:pt>
                      <c:pt idx="55">
                        <c:v>425.47428962971571</c:v>
                      </c:pt>
                      <c:pt idx="56">
                        <c:v>567.38159977479995</c:v>
                      </c:pt>
                      <c:pt idx="57">
                        <c:v>668.11778314442881</c:v>
                      </c:pt>
                      <c:pt idx="58">
                        <c:v>745.11233691217558</c:v>
                      </c:pt>
                      <c:pt idx="59">
                        <c:v>834.12915338880862</c:v>
                      </c:pt>
                      <c:pt idx="60">
                        <c:v>882.32709891569607</c:v>
                      </c:pt>
                      <c:pt idx="61">
                        <c:v>1004.3622855797714</c:v>
                      </c:pt>
                      <c:pt idx="62">
                        <c:v>1058.5573175936886</c:v>
                      </c:pt>
                      <c:pt idx="63">
                        <c:v>1010.2754920619959</c:v>
                      </c:pt>
                      <c:pt idx="64">
                        <c:v>898.18829116285758</c:v>
                      </c:pt>
                      <c:pt idx="65">
                        <c:v>919.00806882389611</c:v>
                      </c:pt>
                      <c:pt idx="66">
                        <c:v>904.33403119183276</c:v>
                      </c:pt>
                      <c:pt idx="67">
                        <c:v>1023.2374339290562</c:v>
                      </c:pt>
                      <c:pt idx="68">
                        <c:v>1140.2369577426794</c:v>
                      </c:pt>
                      <c:pt idx="69">
                        <c:v>1310.6741612041383</c:v>
                      </c:pt>
                      <c:pt idx="70">
                        <c:v>1291.5646823430163</c:v>
                      </c:pt>
                      <c:pt idx="71">
                        <c:v>1084.6330925076572</c:v>
                      </c:pt>
                      <c:pt idx="72">
                        <c:v>766.67575977558681</c:v>
                      </c:pt>
                      <c:pt idx="73">
                        <c:v>474.99975275643561</c:v>
                      </c:pt>
                      <c:pt idx="74">
                        <c:v>282.23658537409335</c:v>
                      </c:pt>
                      <c:pt idx="75">
                        <c:v>178.52322869563562</c:v>
                      </c:pt>
                      <c:pt idx="76">
                        <c:v>135.51607492483558</c:v>
                      </c:pt>
                      <c:pt idx="77">
                        <c:v>157.71723369506662</c:v>
                      </c:pt>
                      <c:pt idx="78">
                        <c:v>303.15626728057771</c:v>
                      </c:pt>
                      <c:pt idx="79">
                        <c:v>450.37465646633098</c:v>
                      </c:pt>
                      <c:pt idx="80">
                        <c:v>562.88154575163776</c:v>
                      </c:pt>
                      <c:pt idx="81">
                        <c:v>623.73389547799115</c:v>
                      </c:pt>
                      <c:pt idx="82">
                        <c:v>691.17251017913122</c:v>
                      </c:pt>
                      <c:pt idx="83">
                        <c:v>777.6959289944599</c:v>
                      </c:pt>
                      <c:pt idx="84">
                        <c:v>831.00806371855151</c:v>
                      </c:pt>
                      <c:pt idx="85">
                        <c:v>921.56080890227111</c:v>
                      </c:pt>
                      <c:pt idx="86">
                        <c:v>947.67865587092456</c:v>
                      </c:pt>
                      <c:pt idx="87">
                        <c:v>910.6643337099157</c:v>
                      </c:pt>
                      <c:pt idx="88">
                        <c:v>855.60437367120494</c:v>
                      </c:pt>
                      <c:pt idx="89">
                        <c:v>899.43019869535328</c:v>
                      </c:pt>
                      <c:pt idx="90">
                        <c:v>887.68784212797732</c:v>
                      </c:pt>
                      <c:pt idx="91">
                        <c:v>1016.0462792705912</c:v>
                      </c:pt>
                      <c:pt idx="92">
                        <c:v>1140.5101255003933</c:v>
                      </c:pt>
                      <c:pt idx="93">
                        <c:v>1310.931231853896</c:v>
                      </c:pt>
                      <c:pt idx="94">
                        <c:v>1278.0047620352284</c:v>
                      </c:pt>
                      <c:pt idx="95">
                        <c:v>1050.6999175416022</c:v>
                      </c:pt>
                      <c:pt idx="96">
                        <c:v>729.67841695336688</c:v>
                      </c:pt>
                      <c:pt idx="97">
                        <c:v>449.0739069961578</c:v>
                      </c:pt>
                      <c:pt idx="98">
                        <c:v>266.08471489491325</c:v>
                      </c:pt>
                      <c:pt idx="99">
                        <c:v>170.94300863822664</c:v>
                      </c:pt>
                      <c:pt idx="100">
                        <c:v>132.31716921556216</c:v>
                      </c:pt>
                      <c:pt idx="101">
                        <c:v>155.58217992570445</c:v>
                      </c:pt>
                      <c:pt idx="102">
                        <c:v>307.99646765438894</c:v>
                      </c:pt>
                      <c:pt idx="103">
                        <c:v>462.74815464520674</c:v>
                      </c:pt>
                      <c:pt idx="104">
                        <c:v>569.7746022721667</c:v>
                      </c:pt>
                      <c:pt idx="105">
                        <c:v>626.85152162223562</c:v>
                      </c:pt>
                      <c:pt idx="106">
                        <c:v>693.83560432254444</c:v>
                      </c:pt>
                      <c:pt idx="107">
                        <c:v>786.51288242616727</c:v>
                      </c:pt>
                      <c:pt idx="108">
                        <c:v>840.21048272047767</c:v>
                      </c:pt>
                      <c:pt idx="109">
                        <c:v>930.77732831618596</c:v>
                      </c:pt>
                      <c:pt idx="110">
                        <c:v>950.33594233196891</c:v>
                      </c:pt>
                      <c:pt idx="111">
                        <c:v>914.98445395660053</c:v>
                      </c:pt>
                      <c:pt idx="112">
                        <c:v>856.65873863946877</c:v>
                      </c:pt>
                      <c:pt idx="113">
                        <c:v>895.63770066766642</c:v>
                      </c:pt>
                      <c:pt idx="114">
                        <c:v>887.63571714742056</c:v>
                      </c:pt>
                      <c:pt idx="115">
                        <c:v>1018.0289113241222</c:v>
                      </c:pt>
                      <c:pt idx="116">
                        <c:v>1145.6839334605168</c:v>
                      </c:pt>
                      <c:pt idx="117">
                        <c:v>1327.5872700939199</c:v>
                      </c:pt>
                      <c:pt idx="118">
                        <c:v>1287.7222657116001</c:v>
                      </c:pt>
                      <c:pt idx="119">
                        <c:v>1062.0498852994579</c:v>
                      </c:pt>
                      <c:pt idx="120">
                        <c:v>735.84640729533521</c:v>
                      </c:pt>
                      <c:pt idx="121">
                        <c:v>451.61762991007782</c:v>
                      </c:pt>
                      <c:pt idx="122">
                        <c:v>265.60163165219774</c:v>
                      </c:pt>
                      <c:pt idx="123">
                        <c:v>169.53287479404224</c:v>
                      </c:pt>
                      <c:pt idx="124">
                        <c:v>131.29290702930442</c:v>
                      </c:pt>
                      <c:pt idx="125">
                        <c:v>156.29575782549554</c:v>
                      </c:pt>
                      <c:pt idx="126">
                        <c:v>312.58292494131103</c:v>
                      </c:pt>
                      <c:pt idx="127">
                        <c:v>471.10456400398448</c:v>
                      </c:pt>
                      <c:pt idx="128">
                        <c:v>579.52804099474668</c:v>
                      </c:pt>
                      <c:pt idx="129">
                        <c:v>638.69507457880002</c:v>
                      </c:pt>
                      <c:pt idx="130">
                        <c:v>708.32419780416672</c:v>
                      </c:pt>
                      <c:pt idx="131">
                        <c:v>790.60556550295132</c:v>
                      </c:pt>
                      <c:pt idx="132">
                        <c:v>863.03921890685501</c:v>
                      </c:pt>
                      <c:pt idx="133">
                        <c:v>997.02328602624175</c:v>
                      </c:pt>
                      <c:pt idx="134">
                        <c:v>1018.8925897721932</c:v>
                      </c:pt>
                      <c:pt idx="135">
                        <c:v>964.63205447672431</c:v>
                      </c:pt>
                      <c:pt idx="136">
                        <c:v>869.38576423241102</c:v>
                      </c:pt>
                      <c:pt idx="137">
                        <c:v>903.97054799523357</c:v>
                      </c:pt>
                      <c:pt idx="138">
                        <c:v>975.70041943242177</c:v>
                      </c:pt>
                      <c:pt idx="139">
                        <c:v>1107.3762557560003</c:v>
                      </c:pt>
                      <c:pt idx="140">
                        <c:v>1168.9788089549024</c:v>
                      </c:pt>
                      <c:pt idx="141">
                        <c:v>1338.2232472558599</c:v>
                      </c:pt>
                      <c:pt idx="142">
                        <c:v>1292.580186544415</c:v>
                      </c:pt>
                      <c:pt idx="143">
                        <c:v>1064.1513938391727</c:v>
                      </c:pt>
                      <c:pt idx="144">
                        <c:v>764.49044875515824</c:v>
                      </c:pt>
                      <c:pt idx="145">
                        <c:v>474.68838318973121</c:v>
                      </c:pt>
                      <c:pt idx="146">
                        <c:v>289.97915926514008</c:v>
                      </c:pt>
                      <c:pt idx="147">
                        <c:v>176.04285788369108</c:v>
                      </c:pt>
                      <c:pt idx="148">
                        <c:v>134.09734855013548</c:v>
                      </c:pt>
                      <c:pt idx="149">
                        <c:v>159.97452645145563</c:v>
                      </c:pt>
                      <c:pt idx="150">
                        <c:v>319.36507929302223</c:v>
                      </c:pt>
                      <c:pt idx="151">
                        <c:v>477.92815452089559</c:v>
                      </c:pt>
                      <c:pt idx="152">
                        <c:v>589.49560328350435</c:v>
                      </c:pt>
                      <c:pt idx="153">
                        <c:v>643.96679794085117</c:v>
                      </c:pt>
                      <c:pt idx="154">
                        <c:v>708.21867996792002</c:v>
                      </c:pt>
                      <c:pt idx="155">
                        <c:v>789.24081077760377</c:v>
                      </c:pt>
                      <c:pt idx="156">
                        <c:v>842.14810536237292</c:v>
                      </c:pt>
                      <c:pt idx="157">
                        <c:v>932.35514587502678</c:v>
                      </c:pt>
                      <c:pt idx="158">
                        <c:v>958.13568440193137</c:v>
                      </c:pt>
                      <c:pt idx="159">
                        <c:v>924.04722598503531</c:v>
                      </c:pt>
                      <c:pt idx="160">
                        <c:v>875.61448004108229</c:v>
                      </c:pt>
                      <c:pt idx="161">
                        <c:v>920.28283332333842</c:v>
                      </c:pt>
                      <c:pt idx="162">
                        <c:v>911.51794835793999</c:v>
                      </c:pt>
                      <c:pt idx="163">
                        <c:v>1038.5893904251911</c:v>
                      </c:pt>
                      <c:pt idx="164">
                        <c:v>1152.4517867818176</c:v>
                      </c:pt>
                      <c:pt idx="165">
                        <c:v>1318.6245881936047</c:v>
                      </c:pt>
                      <c:pt idx="166">
                        <c:v>1287.1240045518621</c:v>
                      </c:pt>
                      <c:pt idx="167">
                        <c:v>1047.9085766047483</c:v>
                      </c:pt>
                      <c:pt idx="168">
                        <c:v>728.54629164122207</c:v>
                      </c:pt>
                      <c:pt idx="169">
                        <c:v>447.60755065122663</c:v>
                      </c:pt>
                      <c:pt idx="170">
                        <c:v>268.8981979800223</c:v>
                      </c:pt>
                      <c:pt idx="171">
                        <c:v>173.81430123543112</c:v>
                      </c:pt>
                      <c:pt idx="172">
                        <c:v>135.52290811020225</c:v>
                      </c:pt>
                      <c:pt idx="173">
                        <c:v>162.63118968743333</c:v>
                      </c:pt>
                      <c:pt idx="174">
                        <c:v>327.74154508430456</c:v>
                      </c:pt>
                      <c:pt idx="175">
                        <c:v>504.39527066179119</c:v>
                      </c:pt>
                      <c:pt idx="176">
                        <c:v>636.59286855886899</c:v>
                      </c:pt>
                      <c:pt idx="177">
                        <c:v>720.39124938962664</c:v>
                      </c:pt>
                      <c:pt idx="178">
                        <c:v>763.87319221171583</c:v>
                      </c:pt>
                      <c:pt idx="179">
                        <c:v>828.32422547529563</c:v>
                      </c:pt>
                      <c:pt idx="180">
                        <c:v>885.66682452708619</c:v>
                      </c:pt>
                      <c:pt idx="181">
                        <c:v>978.03610936674659</c:v>
                      </c:pt>
                      <c:pt idx="182">
                        <c:v>998.03098667776658</c:v>
                      </c:pt>
                      <c:pt idx="183">
                        <c:v>958.46709491058948</c:v>
                      </c:pt>
                      <c:pt idx="184">
                        <c:v>885.93368294945913</c:v>
                      </c:pt>
                      <c:pt idx="185">
                        <c:v>917.48099552278904</c:v>
                      </c:pt>
                      <c:pt idx="186">
                        <c:v>919.80159746971856</c:v>
                      </c:pt>
                      <c:pt idx="187">
                        <c:v>1064.8775381683336</c:v>
                      </c:pt>
                      <c:pt idx="188">
                        <c:v>1172.7568503786424</c:v>
                      </c:pt>
                      <c:pt idx="189">
                        <c:v>1329.1100722206802</c:v>
                      </c:pt>
                      <c:pt idx="190">
                        <c:v>1318.5017343893858</c:v>
                      </c:pt>
                      <c:pt idx="191">
                        <c:v>1125.7597625394444</c:v>
                      </c:pt>
                      <c:pt idx="192">
                        <c:v>833.20400551973171</c:v>
                      </c:pt>
                      <c:pt idx="193">
                        <c:v>544.78400209639119</c:v>
                      </c:pt>
                      <c:pt idx="194">
                        <c:v>335.52206185198656</c:v>
                      </c:pt>
                      <c:pt idx="195">
                        <c:v>217.16555304831786</c:v>
                      </c:pt>
                      <c:pt idx="196">
                        <c:v>156.39713902661336</c:v>
                      </c:pt>
                      <c:pt idx="197">
                        <c:v>159.56489555761996</c:v>
                      </c:pt>
                      <c:pt idx="198">
                        <c:v>284.23432257674233</c:v>
                      </c:pt>
                      <c:pt idx="199">
                        <c:v>419.84867743223123</c:v>
                      </c:pt>
                      <c:pt idx="200">
                        <c:v>576.09904601012465</c:v>
                      </c:pt>
                      <c:pt idx="201">
                        <c:v>696.41455141972892</c:v>
                      </c:pt>
                      <c:pt idx="202">
                        <c:v>799.05164991302604</c:v>
                      </c:pt>
                      <c:pt idx="203">
                        <c:v>901.50753967551168</c:v>
                      </c:pt>
                      <c:pt idx="204">
                        <c:v>911.76905896887536</c:v>
                      </c:pt>
                      <c:pt idx="205">
                        <c:v>965.4885286629069</c:v>
                      </c:pt>
                      <c:pt idx="206">
                        <c:v>1149.5774518334974</c:v>
                      </c:pt>
                      <c:pt idx="207">
                        <c:v>1070.6011363363423</c:v>
                      </c:pt>
                      <c:pt idx="208">
                        <c:v>946.63586841914582</c:v>
                      </c:pt>
                      <c:pt idx="209">
                        <c:v>961.72177103944728</c:v>
                      </c:pt>
                      <c:pt idx="210">
                        <c:v>944.25748514306042</c:v>
                      </c:pt>
                      <c:pt idx="211">
                        <c:v>1087.0844079752494</c:v>
                      </c:pt>
                      <c:pt idx="212">
                        <c:v>1201.8238637656973</c:v>
                      </c:pt>
                      <c:pt idx="213">
                        <c:v>1363.1209562212202</c:v>
                      </c:pt>
                      <c:pt idx="214">
                        <c:v>1361.7020934835373</c:v>
                      </c:pt>
                      <c:pt idx="215">
                        <c:v>1155.8019258470381</c:v>
                      </c:pt>
                      <c:pt idx="216">
                        <c:v>843.60910304792026</c:v>
                      </c:pt>
                      <c:pt idx="217">
                        <c:v>539.89662975552005</c:v>
                      </c:pt>
                      <c:pt idx="218">
                        <c:v>326.64350298729551</c:v>
                      </c:pt>
                      <c:pt idx="219">
                        <c:v>202.85161615584892</c:v>
                      </c:pt>
                      <c:pt idx="220">
                        <c:v>146.25185698668889</c:v>
                      </c:pt>
                      <c:pt idx="221">
                        <c:v>157.0919285903334</c:v>
                      </c:pt>
                      <c:pt idx="222">
                        <c:v>291.79579838759111</c:v>
                      </c:pt>
                      <c:pt idx="223">
                        <c:v>438.16697808337324</c:v>
                      </c:pt>
                      <c:pt idx="224">
                        <c:v>580.74510381622895</c:v>
                      </c:pt>
                      <c:pt idx="225">
                        <c:v>673.50453255640218</c:v>
                      </c:pt>
                      <c:pt idx="226">
                        <c:v>747.54035787982662</c:v>
                      </c:pt>
                      <c:pt idx="227">
                        <c:v>831.23495393023995</c:v>
                      </c:pt>
                      <c:pt idx="228">
                        <c:v>872.90559305708928</c:v>
                      </c:pt>
                      <c:pt idx="229">
                        <c:v>1000.4832309624848</c:v>
                      </c:pt>
                      <c:pt idx="230">
                        <c:v>1053.560569210696</c:v>
                      </c:pt>
                      <c:pt idx="231">
                        <c:v>999.40496083807329</c:v>
                      </c:pt>
                      <c:pt idx="232">
                        <c:v>902.4928293191208</c:v>
                      </c:pt>
                      <c:pt idx="233">
                        <c:v>933.21062727673802</c:v>
                      </c:pt>
                      <c:pt idx="234">
                        <c:v>931.43145660806897</c:v>
                      </c:pt>
                      <c:pt idx="235">
                        <c:v>1058.1343358498616</c:v>
                      </c:pt>
                      <c:pt idx="236">
                        <c:v>1193.5719501758176</c:v>
                      </c:pt>
                      <c:pt idx="237">
                        <c:v>1360.6998874337778</c:v>
                      </c:pt>
                      <c:pt idx="238">
                        <c:v>1294.3521767684185</c:v>
                      </c:pt>
                      <c:pt idx="239">
                        <c:v>1052.9169967550561</c:v>
                      </c:pt>
                      <c:pt idx="240">
                        <c:v>725.65541636512694</c:v>
                      </c:pt>
                      <c:pt idx="241">
                        <c:v>448.18045762118243</c:v>
                      </c:pt>
                      <c:pt idx="242">
                        <c:v>266.31488932782884</c:v>
                      </c:pt>
                      <c:pt idx="243">
                        <c:v>171.65322607088217</c:v>
                      </c:pt>
                      <c:pt idx="244">
                        <c:v>133.13754651917998</c:v>
                      </c:pt>
                      <c:pt idx="245">
                        <c:v>153.26410267461557</c:v>
                      </c:pt>
                      <c:pt idx="246">
                        <c:v>308.09592508867325</c:v>
                      </c:pt>
                      <c:pt idx="247">
                        <c:v>462.82428201989774</c:v>
                      </c:pt>
                      <c:pt idx="248">
                        <c:v>575.0710058717134</c:v>
                      </c:pt>
                      <c:pt idx="249">
                        <c:v>624.53475689991774</c:v>
                      </c:pt>
                      <c:pt idx="250">
                        <c:v>688.22118150529332</c:v>
                      </c:pt>
                      <c:pt idx="251">
                        <c:v>773.5661639468085</c:v>
                      </c:pt>
                      <c:pt idx="252">
                        <c:v>830.67951877328642</c:v>
                      </c:pt>
                      <c:pt idx="253">
                        <c:v>925.43730087437143</c:v>
                      </c:pt>
                      <c:pt idx="254">
                        <c:v>951.83333337474028</c:v>
                      </c:pt>
                      <c:pt idx="255">
                        <c:v>917.67023047859777</c:v>
                      </c:pt>
                      <c:pt idx="256">
                        <c:v>881.71140391890378</c:v>
                      </c:pt>
                      <c:pt idx="257">
                        <c:v>943.25081375902641</c:v>
                      </c:pt>
                      <c:pt idx="258">
                        <c:v>933.50285579540844</c:v>
                      </c:pt>
                      <c:pt idx="259">
                        <c:v>1054.5948107924592</c:v>
                      </c:pt>
                      <c:pt idx="260">
                        <c:v>1178.3047698127023</c:v>
                      </c:pt>
                      <c:pt idx="261">
                        <c:v>1328.5392217388644</c:v>
                      </c:pt>
                      <c:pt idx="262">
                        <c:v>1276.4375129941777</c:v>
                      </c:pt>
                      <c:pt idx="263">
                        <c:v>1018.8296188668022</c:v>
                      </c:pt>
                      <c:pt idx="264">
                        <c:v>697.65198697940059</c:v>
                      </c:pt>
                      <c:pt idx="265">
                        <c:v>420.70252983825117</c:v>
                      </c:pt>
                      <c:pt idx="266">
                        <c:v>249.27342884941993</c:v>
                      </c:pt>
                      <c:pt idx="267">
                        <c:v>163.34257183825335</c:v>
                      </c:pt>
                      <c:pt idx="268">
                        <c:v>128.95428534366221</c:v>
                      </c:pt>
                      <c:pt idx="269">
                        <c:v>152.18274139725338</c:v>
                      </c:pt>
                      <c:pt idx="270">
                        <c:v>314.23911284224448</c:v>
                      </c:pt>
                      <c:pt idx="271">
                        <c:v>477.53089894428001</c:v>
                      </c:pt>
                      <c:pt idx="272">
                        <c:v>582.78873609236894</c:v>
                      </c:pt>
                      <c:pt idx="273">
                        <c:v>635.68154078080886</c:v>
                      </c:pt>
                      <c:pt idx="274">
                        <c:v>700.82984528205554</c:v>
                      </c:pt>
                      <c:pt idx="275">
                        <c:v>787.86430320579768</c:v>
                      </c:pt>
                      <c:pt idx="276">
                        <c:v>840.87618915248254</c:v>
                      </c:pt>
                      <c:pt idx="277">
                        <c:v>931.61841453404872</c:v>
                      </c:pt>
                      <c:pt idx="278">
                        <c:v>949.29584714619273</c:v>
                      </c:pt>
                      <c:pt idx="279">
                        <c:v>915.77262164576928</c:v>
                      </c:pt>
                      <c:pt idx="280">
                        <c:v>880.16374428126483</c:v>
                      </c:pt>
                      <c:pt idx="281">
                        <c:v>926.9703684232652</c:v>
                      </c:pt>
                      <c:pt idx="282">
                        <c:v>919.15488395522175</c:v>
                      </c:pt>
                      <c:pt idx="283">
                        <c:v>1060.2936599795778</c:v>
                      </c:pt>
                      <c:pt idx="284">
                        <c:v>1193.6407634594025</c:v>
                      </c:pt>
                      <c:pt idx="285">
                        <c:v>1351.7048384742714</c:v>
                      </c:pt>
                      <c:pt idx="286">
                        <c:v>1284.5899176352732</c:v>
                      </c:pt>
                      <c:pt idx="287">
                        <c:v>1022.4805752973406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6-3B6C-47C2-956F-045AF7A440C3}"/>
                  </c:ext>
                </c:extLst>
              </c15:ser>
            </c15:filteredLineSeries>
            <c15:filteredLineSeries>
              <c15:ser>
                <c:idx val="36"/>
                <c:order val="3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12-10-2026'!$AL$1</c15:sqref>
                        </c15:formulaRef>
                      </c:ext>
                    </c:extLst>
                    <c:strCache>
                      <c:ptCount val="1"/>
                      <c:pt idx="0">
                        <c:v>Huawei GI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12-10-2026'!$AL$2:$AL$289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45.513702771111113</c:v>
                      </c:pt>
                      <c:pt idx="1">
                        <c:v>28.43111896666667</c:v>
                      </c:pt>
                      <c:pt idx="2">
                        <c:v>17.663107084444444</c:v>
                      </c:pt>
                      <c:pt idx="3">
                        <c:v>12.228563377777778</c:v>
                      </c:pt>
                      <c:pt idx="4">
                        <c:v>10.818217746666665</c:v>
                      </c:pt>
                      <c:pt idx="5">
                        <c:v>16.137215506666667</c:v>
                      </c:pt>
                      <c:pt idx="6">
                        <c:v>29.988694473333332</c:v>
                      </c:pt>
                      <c:pt idx="7">
                        <c:v>40.998724582222223</c:v>
                      </c:pt>
                      <c:pt idx="8">
                        <c:v>44.164656804444441</c:v>
                      </c:pt>
                      <c:pt idx="9">
                        <c:v>43.147270484444441</c:v>
                      </c:pt>
                      <c:pt idx="10">
                        <c:v>43.855730988888894</c:v>
                      </c:pt>
                      <c:pt idx="11">
                        <c:v>47.779301755555558</c:v>
                      </c:pt>
                      <c:pt idx="12">
                        <c:v>53.752958393333344</c:v>
                      </c:pt>
                      <c:pt idx="13">
                        <c:v>60.783030684444448</c:v>
                      </c:pt>
                      <c:pt idx="14">
                        <c:v>62.851012624444436</c:v>
                      </c:pt>
                      <c:pt idx="15">
                        <c:v>60.466551968888893</c:v>
                      </c:pt>
                      <c:pt idx="16">
                        <c:v>52.666544024444448</c:v>
                      </c:pt>
                      <c:pt idx="17">
                        <c:v>49.779239415555558</c:v>
                      </c:pt>
                      <c:pt idx="18">
                        <c:v>51.217250413333346</c:v>
                      </c:pt>
                      <c:pt idx="19">
                        <c:v>59.079381275555555</c:v>
                      </c:pt>
                      <c:pt idx="20">
                        <c:v>64.466864111111107</c:v>
                      </c:pt>
                      <c:pt idx="21">
                        <c:v>72.170934571111118</c:v>
                      </c:pt>
                      <c:pt idx="22">
                        <c:v>74.710244388888896</c:v>
                      </c:pt>
                      <c:pt idx="23">
                        <c:v>66.216048786666676</c:v>
                      </c:pt>
                      <c:pt idx="24">
                        <c:v>49.706077239999999</c:v>
                      </c:pt>
                      <c:pt idx="25">
                        <c:v>32.506595162222226</c:v>
                      </c:pt>
                      <c:pt idx="26">
                        <c:v>20.022810571111108</c:v>
                      </c:pt>
                      <c:pt idx="27">
                        <c:v>13.484224111111111</c:v>
                      </c:pt>
                      <c:pt idx="28">
                        <c:v>11.007671646666667</c:v>
                      </c:pt>
                      <c:pt idx="29">
                        <c:v>15.160528577777779</c:v>
                      </c:pt>
                      <c:pt idx="30">
                        <c:v>26.537949297777779</c:v>
                      </c:pt>
                      <c:pt idx="31">
                        <c:v>38.091287075555556</c:v>
                      </c:pt>
                      <c:pt idx="32">
                        <c:v>47.017195113333329</c:v>
                      </c:pt>
                      <c:pt idx="33">
                        <c:v>49.421595951111115</c:v>
                      </c:pt>
                      <c:pt idx="34">
                        <c:v>50.962883613333332</c:v>
                      </c:pt>
                      <c:pt idx="35">
                        <c:v>55.86724406222222</c:v>
                      </c:pt>
                      <c:pt idx="36">
                        <c:v>59.352325942222222</c:v>
                      </c:pt>
                      <c:pt idx="37">
                        <c:v>64.329989808888882</c:v>
                      </c:pt>
                      <c:pt idx="38">
                        <c:v>70.829585346666661</c:v>
                      </c:pt>
                      <c:pt idx="39">
                        <c:v>66.399973624444442</c:v>
                      </c:pt>
                      <c:pt idx="40">
                        <c:v>56.358440151111111</c:v>
                      </c:pt>
                      <c:pt idx="41">
                        <c:v>52.650997693333331</c:v>
                      </c:pt>
                      <c:pt idx="42">
                        <c:v>53.175248384444444</c:v>
                      </c:pt>
                      <c:pt idx="43">
                        <c:v>60.758552000000002</c:v>
                      </c:pt>
                      <c:pt idx="44">
                        <c:v>66.23242564666667</c:v>
                      </c:pt>
                      <c:pt idx="45">
                        <c:v>74.239005233333344</c:v>
                      </c:pt>
                      <c:pt idx="46">
                        <c:v>76.293325695555566</c:v>
                      </c:pt>
                      <c:pt idx="47">
                        <c:v>67.968341100000004</c:v>
                      </c:pt>
                      <c:pt idx="48">
                        <c:v>50.950205826666661</c:v>
                      </c:pt>
                      <c:pt idx="49">
                        <c:v>33.291590493333331</c:v>
                      </c:pt>
                      <c:pt idx="50">
                        <c:v>20.378175726666669</c:v>
                      </c:pt>
                      <c:pt idx="51">
                        <c:v>13.761020042222222</c:v>
                      </c:pt>
                      <c:pt idx="52">
                        <c:v>11.540859857777779</c:v>
                      </c:pt>
                      <c:pt idx="53">
                        <c:v>16.12561578888889</c:v>
                      </c:pt>
                      <c:pt idx="54">
                        <c:v>28.261963300000001</c:v>
                      </c:pt>
                      <c:pt idx="55">
                        <c:v>39.744012480000002</c:v>
                      </c:pt>
                      <c:pt idx="56">
                        <c:v>46.896193006666664</c:v>
                      </c:pt>
                      <c:pt idx="57">
                        <c:v>47.620863271111112</c:v>
                      </c:pt>
                      <c:pt idx="58">
                        <c:v>47.684907682222232</c:v>
                      </c:pt>
                      <c:pt idx="59">
                        <c:v>50.984263453333341</c:v>
                      </c:pt>
                      <c:pt idx="60">
                        <c:v>55.534093911111107</c:v>
                      </c:pt>
                      <c:pt idx="61">
                        <c:v>63.239584855555549</c:v>
                      </c:pt>
                      <c:pt idx="62">
                        <c:v>66.167481397777777</c:v>
                      </c:pt>
                      <c:pt idx="63">
                        <c:v>62.673204862222221</c:v>
                      </c:pt>
                      <c:pt idx="64">
                        <c:v>53.864488466666664</c:v>
                      </c:pt>
                      <c:pt idx="65">
                        <c:v>50.795821400000001</c:v>
                      </c:pt>
                      <c:pt idx="66">
                        <c:v>51.616515744444442</c:v>
                      </c:pt>
                      <c:pt idx="67">
                        <c:v>58.635662824444452</c:v>
                      </c:pt>
                      <c:pt idx="68">
                        <c:v>64.461595344444447</c:v>
                      </c:pt>
                      <c:pt idx="69">
                        <c:v>72.360149115555572</c:v>
                      </c:pt>
                      <c:pt idx="70">
                        <c:v>73.376304415555552</c:v>
                      </c:pt>
                      <c:pt idx="71">
                        <c:v>62.709022335555559</c:v>
                      </c:pt>
                      <c:pt idx="72">
                        <c:v>44.483569037777777</c:v>
                      </c:pt>
                      <c:pt idx="73">
                        <c:v>27.741926835555553</c:v>
                      </c:pt>
                      <c:pt idx="74">
                        <c:v>17.281236817777778</c:v>
                      </c:pt>
                      <c:pt idx="75">
                        <c:v>12.015175473333334</c:v>
                      </c:pt>
                      <c:pt idx="76">
                        <c:v>10.710790722222225</c:v>
                      </c:pt>
                      <c:pt idx="77">
                        <c:v>15.623314864444446</c:v>
                      </c:pt>
                      <c:pt idx="78">
                        <c:v>29.358442520000004</c:v>
                      </c:pt>
                      <c:pt idx="79">
                        <c:v>38.973555804444445</c:v>
                      </c:pt>
                      <c:pt idx="80">
                        <c:v>42.647485402222223</c:v>
                      </c:pt>
                      <c:pt idx="81">
                        <c:v>41.74607176</c:v>
                      </c:pt>
                      <c:pt idx="82">
                        <c:v>41.91141054444445</c:v>
                      </c:pt>
                      <c:pt idx="83">
                        <c:v>45.616951728888885</c:v>
                      </c:pt>
                      <c:pt idx="84">
                        <c:v>51.012043797777778</c:v>
                      </c:pt>
                      <c:pt idx="85">
                        <c:v>56.920147999999998</c:v>
                      </c:pt>
                      <c:pt idx="86">
                        <c:v>59.035625904444444</c:v>
                      </c:pt>
                      <c:pt idx="87">
                        <c:v>56.522867835555552</c:v>
                      </c:pt>
                      <c:pt idx="88">
                        <c:v>50.763396108888891</c:v>
                      </c:pt>
                      <c:pt idx="89">
                        <c:v>48.701698144444443</c:v>
                      </c:pt>
                      <c:pt idx="90">
                        <c:v>50.026316815555546</c:v>
                      </c:pt>
                      <c:pt idx="91">
                        <c:v>57.654613046666668</c:v>
                      </c:pt>
                      <c:pt idx="92">
                        <c:v>63.627588988888874</c:v>
                      </c:pt>
                      <c:pt idx="93">
                        <c:v>71.661529726666672</c:v>
                      </c:pt>
                      <c:pt idx="94">
                        <c:v>72.195647180000009</c:v>
                      </c:pt>
                      <c:pt idx="95">
                        <c:v>60.28101080888888</c:v>
                      </c:pt>
                      <c:pt idx="96">
                        <c:v>41.637132584444451</c:v>
                      </c:pt>
                      <c:pt idx="97">
                        <c:v>25.697909153333331</c:v>
                      </c:pt>
                      <c:pt idx="98">
                        <c:v>16.058015626666666</c:v>
                      </c:pt>
                      <c:pt idx="99">
                        <c:v>11.332722277777778</c:v>
                      </c:pt>
                      <c:pt idx="100">
                        <c:v>10.246720026666667</c:v>
                      </c:pt>
                      <c:pt idx="101">
                        <c:v>15.359905748888886</c:v>
                      </c:pt>
                      <c:pt idx="102">
                        <c:v>29.408342282222222</c:v>
                      </c:pt>
                      <c:pt idx="103">
                        <c:v>39.623628717777777</c:v>
                      </c:pt>
                      <c:pt idx="104">
                        <c:v>42.64991732</c:v>
                      </c:pt>
                      <c:pt idx="105">
                        <c:v>41.454233877777781</c:v>
                      </c:pt>
                      <c:pt idx="106">
                        <c:v>41.883672388888883</c:v>
                      </c:pt>
                      <c:pt idx="107">
                        <c:v>46.175605146666669</c:v>
                      </c:pt>
                      <c:pt idx="108">
                        <c:v>51.567301397777769</c:v>
                      </c:pt>
                      <c:pt idx="109">
                        <c:v>57.706367584444443</c:v>
                      </c:pt>
                      <c:pt idx="110">
                        <c:v>59.210270862222231</c:v>
                      </c:pt>
                      <c:pt idx="111">
                        <c:v>56.611342237777777</c:v>
                      </c:pt>
                      <c:pt idx="112">
                        <c:v>50.939545655555555</c:v>
                      </c:pt>
                      <c:pt idx="113">
                        <c:v>48.407517306666662</c:v>
                      </c:pt>
                      <c:pt idx="114">
                        <c:v>49.903466322222229</c:v>
                      </c:pt>
                      <c:pt idx="115">
                        <c:v>57.482903535555565</c:v>
                      </c:pt>
                      <c:pt idx="116">
                        <c:v>63.335368944444447</c:v>
                      </c:pt>
                      <c:pt idx="117">
                        <c:v>71.760895415555552</c:v>
                      </c:pt>
                      <c:pt idx="118">
                        <c:v>72.514912186666663</c:v>
                      </c:pt>
                      <c:pt idx="119">
                        <c:v>61.060974455555552</c:v>
                      </c:pt>
                      <c:pt idx="120">
                        <c:v>42.269904464444444</c:v>
                      </c:pt>
                      <c:pt idx="121">
                        <c:v>26.137787424444447</c:v>
                      </c:pt>
                      <c:pt idx="122">
                        <c:v>16.22942196</c:v>
                      </c:pt>
                      <c:pt idx="123">
                        <c:v>11.43289556888889</c:v>
                      </c:pt>
                      <c:pt idx="124">
                        <c:v>10.305617924444444</c:v>
                      </c:pt>
                      <c:pt idx="125">
                        <c:v>15.216813531111111</c:v>
                      </c:pt>
                      <c:pt idx="126">
                        <c:v>29.716892126666668</c:v>
                      </c:pt>
                      <c:pt idx="127">
                        <c:v>39.924560115555558</c:v>
                      </c:pt>
                      <c:pt idx="128">
                        <c:v>42.812327346666663</c:v>
                      </c:pt>
                      <c:pt idx="129">
                        <c:v>41.865423033333329</c:v>
                      </c:pt>
                      <c:pt idx="130">
                        <c:v>42.673792315555559</c:v>
                      </c:pt>
                      <c:pt idx="131">
                        <c:v>46.499021697777778</c:v>
                      </c:pt>
                      <c:pt idx="132">
                        <c:v>52.931951711111111</c:v>
                      </c:pt>
                      <c:pt idx="133">
                        <c:v>61.842963257777789</c:v>
                      </c:pt>
                      <c:pt idx="134">
                        <c:v>63.914666835555558</c:v>
                      </c:pt>
                      <c:pt idx="135">
                        <c:v>60.163775328888889</c:v>
                      </c:pt>
                      <c:pt idx="136">
                        <c:v>51.875663308888889</c:v>
                      </c:pt>
                      <c:pt idx="137">
                        <c:v>49.056931357777785</c:v>
                      </c:pt>
                      <c:pt idx="138">
                        <c:v>52.386604964444452</c:v>
                      </c:pt>
                      <c:pt idx="139">
                        <c:v>59.697726271111115</c:v>
                      </c:pt>
                      <c:pt idx="140">
                        <c:v>64.186603993333335</c:v>
                      </c:pt>
                      <c:pt idx="141">
                        <c:v>72.191731748888884</c:v>
                      </c:pt>
                      <c:pt idx="142">
                        <c:v>72.831883437777776</c:v>
                      </c:pt>
                      <c:pt idx="143">
                        <c:v>60.91807106666667</c:v>
                      </c:pt>
                      <c:pt idx="144">
                        <c:v>42.683382544444449</c:v>
                      </c:pt>
                      <c:pt idx="145">
                        <c:v>26.719523117777776</c:v>
                      </c:pt>
                      <c:pt idx="146">
                        <c:v>16.963016853333333</c:v>
                      </c:pt>
                      <c:pt idx="147">
                        <c:v>11.76515908</c:v>
                      </c:pt>
                      <c:pt idx="148">
                        <c:v>10.493984417777778</c:v>
                      </c:pt>
                      <c:pt idx="149">
                        <c:v>15.566630375555556</c:v>
                      </c:pt>
                      <c:pt idx="150">
                        <c:v>30.330555179999998</c:v>
                      </c:pt>
                      <c:pt idx="151">
                        <c:v>40.437742631111114</c:v>
                      </c:pt>
                      <c:pt idx="152">
                        <c:v>43.611693853333335</c:v>
                      </c:pt>
                      <c:pt idx="153">
                        <c:v>42.220103606666669</c:v>
                      </c:pt>
                      <c:pt idx="154">
                        <c:v>42.21035074444444</c:v>
                      </c:pt>
                      <c:pt idx="155">
                        <c:v>46.19535696444445</c:v>
                      </c:pt>
                      <c:pt idx="156">
                        <c:v>51.537815628888893</c:v>
                      </c:pt>
                      <c:pt idx="157">
                        <c:v>57.74852860666666</c:v>
                      </c:pt>
                      <c:pt idx="158">
                        <c:v>59.415636255555555</c:v>
                      </c:pt>
                      <c:pt idx="159">
                        <c:v>56.821202424444444</c:v>
                      </c:pt>
                      <c:pt idx="160">
                        <c:v>51.780401679999997</c:v>
                      </c:pt>
                      <c:pt idx="161">
                        <c:v>49.404994959999996</c:v>
                      </c:pt>
                      <c:pt idx="162">
                        <c:v>51.00059849777778</c:v>
                      </c:pt>
                      <c:pt idx="163">
                        <c:v>58.328161824444436</c:v>
                      </c:pt>
                      <c:pt idx="164">
                        <c:v>64.34786622888889</c:v>
                      </c:pt>
                      <c:pt idx="165">
                        <c:v>71.932013211111126</c:v>
                      </c:pt>
                      <c:pt idx="166">
                        <c:v>72.522332131111114</c:v>
                      </c:pt>
                      <c:pt idx="167">
                        <c:v>60.497591251111118</c:v>
                      </c:pt>
                      <c:pt idx="168">
                        <c:v>42.07894060666667</c:v>
                      </c:pt>
                      <c:pt idx="169">
                        <c:v>26.202965426666669</c:v>
                      </c:pt>
                      <c:pt idx="170">
                        <c:v>16.583492942222225</c:v>
                      </c:pt>
                      <c:pt idx="171">
                        <c:v>11.658908095555553</c:v>
                      </c:pt>
                      <c:pt idx="172">
                        <c:v>10.642174713333333</c:v>
                      </c:pt>
                      <c:pt idx="173">
                        <c:v>15.852282933333331</c:v>
                      </c:pt>
                      <c:pt idx="174">
                        <c:v>31.077381433333329</c:v>
                      </c:pt>
                      <c:pt idx="175">
                        <c:v>42.140511022222213</c:v>
                      </c:pt>
                      <c:pt idx="176">
                        <c:v>46.420477753333337</c:v>
                      </c:pt>
                      <c:pt idx="177">
                        <c:v>45.63100848444445</c:v>
                      </c:pt>
                      <c:pt idx="178">
                        <c:v>43.894882022222212</c:v>
                      </c:pt>
                      <c:pt idx="179">
                        <c:v>47.271277233333336</c:v>
                      </c:pt>
                      <c:pt idx="180">
                        <c:v>53.488540288888892</c:v>
                      </c:pt>
                      <c:pt idx="181">
                        <c:v>60.35740985999999</c:v>
                      </c:pt>
                      <c:pt idx="182">
                        <c:v>62.152406402222226</c:v>
                      </c:pt>
                      <c:pt idx="183">
                        <c:v>59.18144920666667</c:v>
                      </c:pt>
                      <c:pt idx="184">
                        <c:v>52.386367357777772</c:v>
                      </c:pt>
                      <c:pt idx="185">
                        <c:v>49.960880653333334</c:v>
                      </c:pt>
                      <c:pt idx="186">
                        <c:v>52.630496191111106</c:v>
                      </c:pt>
                      <c:pt idx="187">
                        <c:v>60.383290244444439</c:v>
                      </c:pt>
                      <c:pt idx="188">
                        <c:v>65.853714864444441</c:v>
                      </c:pt>
                      <c:pt idx="189">
                        <c:v>72.938469900000001</c:v>
                      </c:pt>
                      <c:pt idx="190">
                        <c:v>74.467562542222225</c:v>
                      </c:pt>
                      <c:pt idx="191">
                        <c:v>64.654265924444445</c:v>
                      </c:pt>
                      <c:pt idx="192">
                        <c:v>47.687959786666667</c:v>
                      </c:pt>
                      <c:pt idx="193">
                        <c:v>30.89051953111111</c:v>
                      </c:pt>
                      <c:pt idx="194">
                        <c:v>19.268108197777778</c:v>
                      </c:pt>
                      <c:pt idx="195">
                        <c:v>13.941479686666666</c:v>
                      </c:pt>
                      <c:pt idx="196">
                        <c:v>11.678079762222222</c:v>
                      </c:pt>
                      <c:pt idx="197">
                        <c:v>15.311568320000001</c:v>
                      </c:pt>
                      <c:pt idx="198">
                        <c:v>27.450712911111111</c:v>
                      </c:pt>
                      <c:pt idx="199">
                        <c:v>39.444167860000007</c:v>
                      </c:pt>
                      <c:pt idx="200">
                        <c:v>48.765264711111115</c:v>
                      </c:pt>
                      <c:pt idx="201">
                        <c:v>50.52451774222223</c:v>
                      </c:pt>
                      <c:pt idx="202">
                        <c:v>51.441617646666664</c:v>
                      </c:pt>
                      <c:pt idx="203">
                        <c:v>55.73521814888889</c:v>
                      </c:pt>
                      <c:pt idx="204">
                        <c:v>58.743501622222219</c:v>
                      </c:pt>
                      <c:pt idx="205">
                        <c:v>63.485254382222223</c:v>
                      </c:pt>
                      <c:pt idx="206">
                        <c:v>69.692834537777784</c:v>
                      </c:pt>
                      <c:pt idx="207">
                        <c:v>65.18331739777777</c:v>
                      </c:pt>
                      <c:pt idx="208">
                        <c:v>56.734521073333326</c:v>
                      </c:pt>
                      <c:pt idx="209">
                        <c:v>53.696881622222222</c:v>
                      </c:pt>
                      <c:pt idx="210">
                        <c:v>55.226023197777778</c:v>
                      </c:pt>
                      <c:pt idx="211">
                        <c:v>62.050294211111115</c:v>
                      </c:pt>
                      <c:pt idx="212">
                        <c:v>67.846035088888883</c:v>
                      </c:pt>
                      <c:pt idx="213">
                        <c:v>74.934541711111109</c:v>
                      </c:pt>
                      <c:pt idx="214">
                        <c:v>76.043276811111113</c:v>
                      </c:pt>
                      <c:pt idx="215">
                        <c:v>65.747400793333341</c:v>
                      </c:pt>
                      <c:pt idx="216">
                        <c:v>48.146889826666666</c:v>
                      </c:pt>
                      <c:pt idx="217">
                        <c:v>30.671031924444446</c:v>
                      </c:pt>
                      <c:pt idx="218">
                        <c:v>19.241705331111113</c:v>
                      </c:pt>
                      <c:pt idx="219">
                        <c:v>13.262591031111111</c:v>
                      </c:pt>
                      <c:pt idx="220">
                        <c:v>11.332589911111111</c:v>
                      </c:pt>
                      <c:pt idx="221">
                        <c:v>15.312770759999999</c:v>
                      </c:pt>
                      <c:pt idx="222">
                        <c:v>28.476261213333334</c:v>
                      </c:pt>
                      <c:pt idx="223">
                        <c:v>40.088454202222223</c:v>
                      </c:pt>
                      <c:pt idx="224">
                        <c:v>47.059356753333333</c:v>
                      </c:pt>
                      <c:pt idx="225">
                        <c:v>47.296081540000003</c:v>
                      </c:pt>
                      <c:pt idx="226">
                        <c:v>46.86148672444444</c:v>
                      </c:pt>
                      <c:pt idx="227">
                        <c:v>49.754504960000006</c:v>
                      </c:pt>
                      <c:pt idx="228">
                        <c:v>54.00474627777777</c:v>
                      </c:pt>
                      <c:pt idx="229">
                        <c:v>61.778708377777775</c:v>
                      </c:pt>
                      <c:pt idx="230">
                        <c:v>64.436503584444438</c:v>
                      </c:pt>
                      <c:pt idx="231">
                        <c:v>60.889560753333335</c:v>
                      </c:pt>
                      <c:pt idx="232">
                        <c:v>53.133799591111114</c:v>
                      </c:pt>
                      <c:pt idx="233">
                        <c:v>50.625235204444444</c:v>
                      </c:pt>
                      <c:pt idx="234">
                        <c:v>52.899576271111108</c:v>
                      </c:pt>
                      <c:pt idx="235">
                        <c:v>59.781224671111111</c:v>
                      </c:pt>
                      <c:pt idx="236">
                        <c:v>66.312122233333326</c:v>
                      </c:pt>
                      <c:pt idx="237">
                        <c:v>73.632637586666661</c:v>
                      </c:pt>
                      <c:pt idx="238">
                        <c:v>73.267070955555567</c:v>
                      </c:pt>
                      <c:pt idx="239">
                        <c:v>60.390880760000002</c:v>
                      </c:pt>
                      <c:pt idx="240">
                        <c:v>41.495558713333331</c:v>
                      </c:pt>
                      <c:pt idx="241">
                        <c:v>25.587087504444444</c:v>
                      </c:pt>
                      <c:pt idx="242">
                        <c:v>16.28659899777778</c:v>
                      </c:pt>
                      <c:pt idx="243">
                        <c:v>11.776610031111112</c:v>
                      </c:pt>
                      <c:pt idx="244">
                        <c:v>10.679293708888888</c:v>
                      </c:pt>
                      <c:pt idx="245">
                        <c:v>14.995954842222222</c:v>
                      </c:pt>
                      <c:pt idx="246">
                        <c:v>29.310917902222222</c:v>
                      </c:pt>
                      <c:pt idx="247">
                        <c:v>39.30697350444445</c:v>
                      </c:pt>
                      <c:pt idx="248">
                        <c:v>43.150041720000004</c:v>
                      </c:pt>
                      <c:pt idx="249">
                        <c:v>41.397053417777784</c:v>
                      </c:pt>
                      <c:pt idx="250">
                        <c:v>41.030715497777777</c:v>
                      </c:pt>
                      <c:pt idx="251">
                        <c:v>44.531130557777772</c:v>
                      </c:pt>
                      <c:pt idx="252">
                        <c:v>50.141338502222219</c:v>
                      </c:pt>
                      <c:pt idx="253">
                        <c:v>56.132526191111111</c:v>
                      </c:pt>
                      <c:pt idx="254">
                        <c:v>58.046944855555559</c:v>
                      </c:pt>
                      <c:pt idx="255">
                        <c:v>55.550839362222227</c:v>
                      </c:pt>
                      <c:pt idx="256">
                        <c:v>50.824176531111114</c:v>
                      </c:pt>
                      <c:pt idx="257">
                        <c:v>49.15036367555556</c:v>
                      </c:pt>
                      <c:pt idx="258">
                        <c:v>51.992243491111111</c:v>
                      </c:pt>
                      <c:pt idx="259">
                        <c:v>59.078862415555555</c:v>
                      </c:pt>
                      <c:pt idx="260">
                        <c:v>65.379581986666665</c:v>
                      </c:pt>
                      <c:pt idx="261">
                        <c:v>72.808989735555556</c:v>
                      </c:pt>
                      <c:pt idx="262">
                        <c:v>72.045369288888892</c:v>
                      </c:pt>
                      <c:pt idx="263">
                        <c:v>58.588726442222224</c:v>
                      </c:pt>
                      <c:pt idx="264">
                        <c:v>40.538306051111114</c:v>
                      </c:pt>
                      <c:pt idx="265">
                        <c:v>25.00930748</c:v>
                      </c:pt>
                      <c:pt idx="266">
                        <c:v>15.847667706666666</c:v>
                      </c:pt>
                      <c:pt idx="267">
                        <c:v>11.465069891111112</c:v>
                      </c:pt>
                      <c:pt idx="268">
                        <c:v>10.450779637777776</c:v>
                      </c:pt>
                      <c:pt idx="269">
                        <c:v>15.116501337777777</c:v>
                      </c:pt>
                      <c:pt idx="270">
                        <c:v>29.83651183111111</c:v>
                      </c:pt>
                      <c:pt idx="271">
                        <c:v>40.364989046666665</c:v>
                      </c:pt>
                      <c:pt idx="272">
                        <c:v>43.254431373333333</c:v>
                      </c:pt>
                      <c:pt idx="273">
                        <c:v>41.523347282222225</c:v>
                      </c:pt>
                      <c:pt idx="274">
                        <c:v>41.698358311111114</c:v>
                      </c:pt>
                      <c:pt idx="275">
                        <c:v>45.644909237777782</c:v>
                      </c:pt>
                      <c:pt idx="276">
                        <c:v>51.264941042222219</c:v>
                      </c:pt>
                      <c:pt idx="277">
                        <c:v>56.982177053333331</c:v>
                      </c:pt>
                      <c:pt idx="278">
                        <c:v>58.526785544444451</c:v>
                      </c:pt>
                      <c:pt idx="279">
                        <c:v>55.828090375555561</c:v>
                      </c:pt>
                      <c:pt idx="280">
                        <c:v>51.196791811111119</c:v>
                      </c:pt>
                      <c:pt idx="281">
                        <c:v>49.616700622222218</c:v>
                      </c:pt>
                      <c:pt idx="282">
                        <c:v>52.561810980000004</c:v>
                      </c:pt>
                      <c:pt idx="283">
                        <c:v>59.715035953333334</c:v>
                      </c:pt>
                      <c:pt idx="284">
                        <c:v>66.267516499999999</c:v>
                      </c:pt>
                      <c:pt idx="285">
                        <c:v>74.035133364444448</c:v>
                      </c:pt>
                      <c:pt idx="286">
                        <c:v>72.699955871111115</c:v>
                      </c:pt>
                      <c:pt idx="287">
                        <c:v>58.876598020000003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7-3B6C-47C2-956F-045AF7A440C3}"/>
                  </c:ext>
                </c:extLst>
              </c15:ser>
            </c15:filteredLineSeries>
            <c15:filteredLineSeries>
              <c15:ser>
                <c:idx val="37"/>
                <c:order val="3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12-10-2026'!$AM$1</c15:sqref>
                        </c15:formulaRef>
                      </c:ext>
                    </c:extLst>
                    <c:strCache>
                      <c:ptCount val="1"/>
                      <c:pt idx="0">
                        <c:v>Ericsson GI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12-10-2026'!$AM$2:$AM$289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32.01255140350667</c:v>
                      </c:pt>
                      <c:pt idx="1">
                        <c:v>19.852496089175563</c:v>
                      </c:pt>
                      <c:pt idx="2">
                        <c:v>11.809477330055547</c:v>
                      </c:pt>
                      <c:pt idx="3">
                        <c:v>7.6509305507466623</c:v>
                      </c:pt>
                      <c:pt idx="4">
                        <c:v>6.0174925595733431</c:v>
                      </c:pt>
                      <c:pt idx="5">
                        <c:v>7.4877911632355696</c:v>
                      </c:pt>
                      <c:pt idx="6">
                        <c:v>16.079825090420002</c:v>
                      </c:pt>
                      <c:pt idx="7">
                        <c:v>24.057227689951105</c:v>
                      </c:pt>
                      <c:pt idx="8">
                        <c:v>28.258821707906655</c:v>
                      </c:pt>
                      <c:pt idx="9">
                        <c:v>29.090341944175549</c:v>
                      </c:pt>
                      <c:pt idx="10">
                        <c:v>31.153746491377763</c:v>
                      </c:pt>
                      <c:pt idx="11">
                        <c:v>34.758476954782189</c:v>
                      </c:pt>
                      <c:pt idx="12">
                        <c:v>39.373813755733295</c:v>
                      </c:pt>
                      <c:pt idx="13">
                        <c:v>43.361114285795566</c:v>
                      </c:pt>
                      <c:pt idx="14">
                        <c:v>45.567656495728905</c:v>
                      </c:pt>
                      <c:pt idx="15">
                        <c:v>44.978162090726734</c:v>
                      </c:pt>
                      <c:pt idx="16">
                        <c:v>40.208114922606697</c:v>
                      </c:pt>
                      <c:pt idx="17">
                        <c:v>40.216322589417821</c:v>
                      </c:pt>
                      <c:pt idx="18">
                        <c:v>39.354256464242198</c:v>
                      </c:pt>
                      <c:pt idx="19">
                        <c:v>43.126910726188861</c:v>
                      </c:pt>
                      <c:pt idx="20">
                        <c:v>47.093874455735602</c:v>
                      </c:pt>
                      <c:pt idx="21">
                        <c:v>54.682152892306668</c:v>
                      </c:pt>
                      <c:pt idx="22">
                        <c:v>56.272591936444435</c:v>
                      </c:pt>
                      <c:pt idx="23">
                        <c:v>48.794706016322159</c:v>
                      </c:pt>
                      <c:pt idx="24">
                        <c:v>35.764825643682187</c:v>
                      </c:pt>
                      <c:pt idx="25">
                        <c:v>22.956274014957764</c:v>
                      </c:pt>
                      <c:pt idx="26">
                        <c:v>13.673928157959995</c:v>
                      </c:pt>
                      <c:pt idx="27">
                        <c:v>9.129612381991107</c:v>
                      </c:pt>
                      <c:pt idx="28">
                        <c:v>6.6311918823511098</c:v>
                      </c:pt>
                      <c:pt idx="29">
                        <c:v>7.3401578215088987</c:v>
                      </c:pt>
                      <c:pt idx="30">
                        <c:v>13.811113403933343</c:v>
                      </c:pt>
                      <c:pt idx="31">
                        <c:v>20.399264515568895</c:v>
                      </c:pt>
                      <c:pt idx="32">
                        <c:v>27.908868040622224</c:v>
                      </c:pt>
                      <c:pt idx="33">
                        <c:v>32.377972506451087</c:v>
                      </c:pt>
                      <c:pt idx="34">
                        <c:v>35.765848919573358</c:v>
                      </c:pt>
                      <c:pt idx="35">
                        <c:v>40.996389369053318</c:v>
                      </c:pt>
                      <c:pt idx="36">
                        <c:v>42.000236430286684</c:v>
                      </c:pt>
                      <c:pt idx="37">
                        <c:v>43.67584492506446</c:v>
                      </c:pt>
                      <c:pt idx="38">
                        <c:v>51.054689100548956</c:v>
                      </c:pt>
                      <c:pt idx="39">
                        <c:v>49.214026425148916</c:v>
                      </c:pt>
                      <c:pt idx="40">
                        <c:v>41.783154079848813</c:v>
                      </c:pt>
                      <c:pt idx="41">
                        <c:v>40.657944686062166</c:v>
                      </c:pt>
                      <c:pt idx="42">
                        <c:v>39.57531779934444</c:v>
                      </c:pt>
                      <c:pt idx="43">
                        <c:v>43.997571233959945</c:v>
                      </c:pt>
                      <c:pt idx="44">
                        <c:v>47.823578780571047</c:v>
                      </c:pt>
                      <c:pt idx="45">
                        <c:v>56.046067742704437</c:v>
                      </c:pt>
                      <c:pt idx="46">
                        <c:v>57.429678929533367</c:v>
                      </c:pt>
                      <c:pt idx="47">
                        <c:v>50.669509025046629</c:v>
                      </c:pt>
                      <c:pt idx="48">
                        <c:v>37.582106847204386</c:v>
                      </c:pt>
                      <c:pt idx="49">
                        <c:v>24.413043783571108</c:v>
                      </c:pt>
                      <c:pt idx="50">
                        <c:v>14.488115042891113</c:v>
                      </c:pt>
                      <c:pt idx="51">
                        <c:v>9.014165728366681</c:v>
                      </c:pt>
                      <c:pt idx="52">
                        <c:v>6.5412333788688883</c:v>
                      </c:pt>
                      <c:pt idx="53">
                        <c:v>7.3434119703222329</c:v>
                      </c:pt>
                      <c:pt idx="54">
                        <c:v>14.328159300599994</c:v>
                      </c:pt>
                      <c:pt idx="55">
                        <c:v>21.275283138148879</c:v>
                      </c:pt>
                      <c:pt idx="56">
                        <c:v>28.01150665183334</c:v>
                      </c:pt>
                      <c:pt idx="57">
                        <c:v>31.584933019624405</c:v>
                      </c:pt>
                      <c:pt idx="58">
                        <c:v>33.802872379691124</c:v>
                      </c:pt>
                      <c:pt idx="59">
                        <c:v>37.330751313733273</c:v>
                      </c:pt>
                      <c:pt idx="60">
                        <c:v>40.618506858808836</c:v>
                      </c:pt>
                      <c:pt idx="61">
                        <c:v>45.218108473779999</c:v>
                      </c:pt>
                      <c:pt idx="62">
                        <c:v>48.031737417493289</c:v>
                      </c:pt>
                      <c:pt idx="63">
                        <c:v>46.29663450176885</c:v>
                      </c:pt>
                      <c:pt idx="64">
                        <c:v>40.415978586495584</c:v>
                      </c:pt>
                      <c:pt idx="65">
                        <c:v>39.500070979555566</c:v>
                      </c:pt>
                      <c:pt idx="66">
                        <c:v>38.740009720400067</c:v>
                      </c:pt>
                      <c:pt idx="67">
                        <c:v>42.417204828293251</c:v>
                      </c:pt>
                      <c:pt idx="68">
                        <c:v>46.092399156024477</c:v>
                      </c:pt>
                      <c:pt idx="69">
                        <c:v>54.114423850595607</c:v>
                      </c:pt>
                      <c:pt idx="70">
                        <c:v>55.1338721638555</c:v>
                      </c:pt>
                      <c:pt idx="71">
                        <c:v>46.264529098835609</c:v>
                      </c:pt>
                      <c:pt idx="72">
                        <c:v>31.767832142551068</c:v>
                      </c:pt>
                      <c:pt idx="73">
                        <c:v>19.277305109693337</c:v>
                      </c:pt>
                      <c:pt idx="74">
                        <c:v>11.30565385089556</c:v>
                      </c:pt>
                      <c:pt idx="75">
                        <c:v>7.311916210448878</c:v>
                      </c:pt>
                      <c:pt idx="76">
                        <c:v>5.8685419941799948</c:v>
                      </c:pt>
                      <c:pt idx="77">
                        <c:v>7.1763685075866732</c:v>
                      </c:pt>
                      <c:pt idx="78">
                        <c:v>15.362667927231106</c:v>
                      </c:pt>
                      <c:pt idx="79">
                        <c:v>22.624635441064441</c:v>
                      </c:pt>
                      <c:pt idx="80">
                        <c:v>26.649105875446665</c:v>
                      </c:pt>
                      <c:pt idx="81">
                        <c:v>27.506334082522216</c:v>
                      </c:pt>
                      <c:pt idx="82">
                        <c:v>29.54066199559778</c:v>
                      </c:pt>
                      <c:pt idx="83">
                        <c:v>33.565512398228861</c:v>
                      </c:pt>
                      <c:pt idx="84">
                        <c:v>37.808222479673404</c:v>
                      </c:pt>
                      <c:pt idx="85">
                        <c:v>40.820615715602173</c:v>
                      </c:pt>
                      <c:pt idx="86">
                        <c:v>42.814468634502241</c:v>
                      </c:pt>
                      <c:pt idx="87">
                        <c:v>42.030339798151047</c:v>
                      </c:pt>
                      <c:pt idx="88">
                        <c:v>38.679163424628847</c:v>
                      </c:pt>
                      <c:pt idx="89">
                        <c:v>39.050905973524458</c:v>
                      </c:pt>
                      <c:pt idx="90">
                        <c:v>37.61554227040223</c:v>
                      </c:pt>
                      <c:pt idx="91">
                        <c:v>41.9813435501</c:v>
                      </c:pt>
                      <c:pt idx="92">
                        <c:v>45.944666220015534</c:v>
                      </c:pt>
                      <c:pt idx="93">
                        <c:v>53.96742513648892</c:v>
                      </c:pt>
                      <c:pt idx="94">
                        <c:v>54.122781246199978</c:v>
                      </c:pt>
                      <c:pt idx="95">
                        <c:v>44.630906646457781</c:v>
                      </c:pt>
                      <c:pt idx="96">
                        <c:v>30.155880925608869</c:v>
                      </c:pt>
                      <c:pt idx="97">
                        <c:v>18.266707011013334</c:v>
                      </c:pt>
                      <c:pt idx="98">
                        <c:v>10.695735094355545</c:v>
                      </c:pt>
                      <c:pt idx="99">
                        <c:v>6.996882016417775</c:v>
                      </c:pt>
                      <c:pt idx="100">
                        <c:v>5.6052471941999951</c:v>
                      </c:pt>
                      <c:pt idx="101">
                        <c:v>6.9871421317022229</c:v>
                      </c:pt>
                      <c:pt idx="102">
                        <c:v>15.460075417102226</c:v>
                      </c:pt>
                      <c:pt idx="103">
                        <c:v>23.179615758508891</c:v>
                      </c:pt>
                      <c:pt idx="104">
                        <c:v>27.329617370793333</c:v>
                      </c:pt>
                      <c:pt idx="105">
                        <c:v>28.040671829508891</c:v>
                      </c:pt>
                      <c:pt idx="106">
                        <c:v>29.953838984686673</c:v>
                      </c:pt>
                      <c:pt idx="107">
                        <c:v>33.965326949606649</c:v>
                      </c:pt>
                      <c:pt idx="108">
                        <c:v>38.011301951011141</c:v>
                      </c:pt>
                      <c:pt idx="109">
                        <c:v>41.447595248251083</c:v>
                      </c:pt>
                      <c:pt idx="110">
                        <c:v>42.903070931848895</c:v>
                      </c:pt>
                      <c:pt idx="111">
                        <c:v>42.051689298946684</c:v>
                      </c:pt>
                      <c:pt idx="112">
                        <c:v>38.426546433033344</c:v>
                      </c:pt>
                      <c:pt idx="113">
                        <c:v>38.760373329024546</c:v>
                      </c:pt>
                      <c:pt idx="114">
                        <c:v>37.94115240938892</c:v>
                      </c:pt>
                      <c:pt idx="115">
                        <c:v>42.108302211588814</c:v>
                      </c:pt>
                      <c:pt idx="116">
                        <c:v>46.218278965408963</c:v>
                      </c:pt>
                      <c:pt idx="117">
                        <c:v>54.389892381026684</c:v>
                      </c:pt>
                      <c:pt idx="118">
                        <c:v>54.341535077499969</c:v>
                      </c:pt>
                      <c:pt idx="119">
                        <c:v>44.794115783833334</c:v>
                      </c:pt>
                      <c:pt idx="120">
                        <c:v>30.086988888800057</c:v>
                      </c:pt>
                      <c:pt idx="121">
                        <c:v>18.056742068426669</c:v>
                      </c:pt>
                      <c:pt idx="122">
                        <c:v>10.56814882848667</c:v>
                      </c:pt>
                      <c:pt idx="123">
                        <c:v>6.9458160493044474</c:v>
                      </c:pt>
                      <c:pt idx="124">
                        <c:v>5.5320409778955497</c:v>
                      </c:pt>
                      <c:pt idx="125">
                        <c:v>6.9029492076711065</c:v>
                      </c:pt>
                      <c:pt idx="126">
                        <c:v>15.553704516415561</c:v>
                      </c:pt>
                      <c:pt idx="127">
                        <c:v>23.496854156375569</c:v>
                      </c:pt>
                      <c:pt idx="128">
                        <c:v>27.615696299448899</c:v>
                      </c:pt>
                      <c:pt idx="129">
                        <c:v>28.295681754637798</c:v>
                      </c:pt>
                      <c:pt idx="130">
                        <c:v>30.53936583375777</c:v>
                      </c:pt>
                      <c:pt idx="131">
                        <c:v>33.762734264028921</c:v>
                      </c:pt>
                      <c:pt idx="132">
                        <c:v>38.82434530389996</c:v>
                      </c:pt>
                      <c:pt idx="133">
                        <c:v>44.730520249226643</c:v>
                      </c:pt>
                      <c:pt idx="134">
                        <c:v>46.323162209333347</c:v>
                      </c:pt>
                      <c:pt idx="135">
                        <c:v>44.513365757537713</c:v>
                      </c:pt>
                      <c:pt idx="136">
                        <c:v>38.992251658142138</c:v>
                      </c:pt>
                      <c:pt idx="137">
                        <c:v>39.159590153968885</c:v>
                      </c:pt>
                      <c:pt idx="138">
                        <c:v>39.541898091382251</c:v>
                      </c:pt>
                      <c:pt idx="139">
                        <c:v>44.183487865902315</c:v>
                      </c:pt>
                      <c:pt idx="140">
                        <c:v>47.19906068875116</c:v>
                      </c:pt>
                      <c:pt idx="141">
                        <c:v>55.180169927897772</c:v>
                      </c:pt>
                      <c:pt idx="142">
                        <c:v>54.962013402324473</c:v>
                      </c:pt>
                      <c:pt idx="143">
                        <c:v>45.135605703486625</c:v>
                      </c:pt>
                      <c:pt idx="144">
                        <c:v>30.790400324088864</c:v>
                      </c:pt>
                      <c:pt idx="145">
                        <c:v>18.600393431506674</c:v>
                      </c:pt>
                      <c:pt idx="146">
                        <c:v>11.288255814222222</c:v>
                      </c:pt>
                      <c:pt idx="147">
                        <c:v>7.4027865122088823</c:v>
                      </c:pt>
                      <c:pt idx="148">
                        <c:v>5.9107955804533336</c:v>
                      </c:pt>
                      <c:pt idx="149">
                        <c:v>7.3193930223377786</c:v>
                      </c:pt>
                      <c:pt idx="150">
                        <c:v>16.255191489353344</c:v>
                      </c:pt>
                      <c:pt idx="151">
                        <c:v>24.171700894717755</c:v>
                      </c:pt>
                      <c:pt idx="152">
                        <c:v>28.38399350349334</c:v>
                      </c:pt>
                      <c:pt idx="153">
                        <c:v>28.714083649811119</c:v>
                      </c:pt>
                      <c:pt idx="154">
                        <c:v>30.575360134506649</c:v>
                      </c:pt>
                      <c:pt idx="155">
                        <c:v>34.025317471095597</c:v>
                      </c:pt>
                      <c:pt idx="156">
                        <c:v>37.873554821126611</c:v>
                      </c:pt>
                      <c:pt idx="157">
                        <c:v>41.187771688471052</c:v>
                      </c:pt>
                      <c:pt idx="158">
                        <c:v>43.186153365924461</c:v>
                      </c:pt>
                      <c:pt idx="159">
                        <c:v>42.484527731297753</c:v>
                      </c:pt>
                      <c:pt idx="160">
                        <c:v>39.403430629637825</c:v>
                      </c:pt>
                      <c:pt idx="161">
                        <c:v>40.254782800860006</c:v>
                      </c:pt>
                      <c:pt idx="162">
                        <c:v>39.372266876717752</c:v>
                      </c:pt>
                      <c:pt idx="163">
                        <c:v>43.967958959855522</c:v>
                      </c:pt>
                      <c:pt idx="164">
                        <c:v>47.594171468535521</c:v>
                      </c:pt>
                      <c:pt idx="165">
                        <c:v>55.233943550637797</c:v>
                      </c:pt>
                      <c:pt idx="166">
                        <c:v>54.860960244926659</c:v>
                      </c:pt>
                      <c:pt idx="167">
                        <c:v>44.313644121968878</c:v>
                      </c:pt>
                      <c:pt idx="168">
                        <c:v>29.636736021602186</c:v>
                      </c:pt>
                      <c:pt idx="169">
                        <c:v>17.69837236907556</c:v>
                      </c:pt>
                      <c:pt idx="170">
                        <c:v>10.691008719997786</c:v>
                      </c:pt>
                      <c:pt idx="171">
                        <c:v>7.1270603285399954</c:v>
                      </c:pt>
                      <c:pt idx="172">
                        <c:v>5.7999687526155466</c:v>
                      </c:pt>
                      <c:pt idx="173">
                        <c:v>7.3944205407799988</c:v>
                      </c:pt>
                      <c:pt idx="174">
                        <c:v>16.58878585206444</c:v>
                      </c:pt>
                      <c:pt idx="175">
                        <c:v>25.794896020617806</c:v>
                      </c:pt>
                      <c:pt idx="176">
                        <c:v>30.620506209499993</c:v>
                      </c:pt>
                      <c:pt idx="177">
                        <c:v>30.391759520771121</c:v>
                      </c:pt>
                      <c:pt idx="178">
                        <c:v>31.620135183619997</c:v>
                      </c:pt>
                      <c:pt idx="179">
                        <c:v>34.717975834162225</c:v>
                      </c:pt>
                      <c:pt idx="180">
                        <c:v>38.992124252568935</c:v>
                      </c:pt>
                      <c:pt idx="181">
                        <c:v>42.716396244777783</c:v>
                      </c:pt>
                      <c:pt idx="182">
                        <c:v>44.395189425475564</c:v>
                      </c:pt>
                      <c:pt idx="183">
                        <c:v>43.772563841037723</c:v>
                      </c:pt>
                      <c:pt idx="184">
                        <c:v>39.653166966946671</c:v>
                      </c:pt>
                      <c:pt idx="185">
                        <c:v>40.006928937933338</c:v>
                      </c:pt>
                      <c:pt idx="186">
                        <c:v>39.332498602400065</c:v>
                      </c:pt>
                      <c:pt idx="187">
                        <c:v>44.612965554715522</c:v>
                      </c:pt>
                      <c:pt idx="188">
                        <c:v>47.950571989893298</c:v>
                      </c:pt>
                      <c:pt idx="189">
                        <c:v>55.528555677200039</c:v>
                      </c:pt>
                      <c:pt idx="190">
                        <c:v>55.746801652395561</c:v>
                      </c:pt>
                      <c:pt idx="191">
                        <c:v>47.585590430037783</c:v>
                      </c:pt>
                      <c:pt idx="192">
                        <c:v>34.448630816311123</c:v>
                      </c:pt>
                      <c:pt idx="193">
                        <c:v>22.128638936115568</c:v>
                      </c:pt>
                      <c:pt idx="194">
                        <c:v>13.644569420362217</c:v>
                      </c:pt>
                      <c:pt idx="195">
                        <c:v>8.8940872114644467</c:v>
                      </c:pt>
                      <c:pt idx="196">
                        <c:v>6.7133763236755577</c:v>
                      </c:pt>
                      <c:pt idx="197">
                        <c:v>7.1392666896955532</c:v>
                      </c:pt>
                      <c:pt idx="198">
                        <c:v>14.194872278642212</c:v>
                      </c:pt>
                      <c:pt idx="199">
                        <c:v>21.371571359613316</c:v>
                      </c:pt>
                      <c:pt idx="200">
                        <c:v>28.748089207933333</c:v>
                      </c:pt>
                      <c:pt idx="201">
                        <c:v>32.883840653779998</c:v>
                      </c:pt>
                      <c:pt idx="202">
                        <c:v>35.448392409553421</c:v>
                      </c:pt>
                      <c:pt idx="203">
                        <c:v>39.309915961586618</c:v>
                      </c:pt>
                      <c:pt idx="204">
                        <c:v>40.814609344524456</c:v>
                      </c:pt>
                      <c:pt idx="205">
                        <c:v>43.101826647742207</c:v>
                      </c:pt>
                      <c:pt idx="206">
                        <c:v>50.285398973966636</c:v>
                      </c:pt>
                      <c:pt idx="207">
                        <c:v>48.210682881228877</c:v>
                      </c:pt>
                      <c:pt idx="208">
                        <c:v>41.453190565160007</c:v>
                      </c:pt>
                      <c:pt idx="209">
                        <c:v>40.954706605991177</c:v>
                      </c:pt>
                      <c:pt idx="210">
                        <c:v>39.394435074342219</c:v>
                      </c:pt>
                      <c:pt idx="211">
                        <c:v>45.103368320071162</c:v>
                      </c:pt>
                      <c:pt idx="212">
                        <c:v>49.014681752042257</c:v>
                      </c:pt>
                      <c:pt idx="213">
                        <c:v>56.552130089220014</c:v>
                      </c:pt>
                      <c:pt idx="214">
                        <c:v>57.083615364975543</c:v>
                      </c:pt>
                      <c:pt idx="215">
                        <c:v>48.87268843268668</c:v>
                      </c:pt>
                      <c:pt idx="216">
                        <c:v>35.212963896786619</c:v>
                      </c:pt>
                      <c:pt idx="217">
                        <c:v>21.99681591031332</c:v>
                      </c:pt>
                      <c:pt idx="218">
                        <c:v>13.329742396339993</c:v>
                      </c:pt>
                      <c:pt idx="219">
                        <c:v>8.3048102344733454</c:v>
                      </c:pt>
                      <c:pt idx="220">
                        <c:v>6.2333185733111147</c:v>
                      </c:pt>
                      <c:pt idx="221">
                        <c:v>6.9734638912733367</c:v>
                      </c:pt>
                      <c:pt idx="222">
                        <c:v>14.429596700017775</c:v>
                      </c:pt>
                      <c:pt idx="223">
                        <c:v>21.718301354286663</c:v>
                      </c:pt>
                      <c:pt idx="224">
                        <c:v>28.380078933877783</c:v>
                      </c:pt>
                      <c:pt idx="225">
                        <c:v>31.470317942122179</c:v>
                      </c:pt>
                      <c:pt idx="226">
                        <c:v>33.175678232388925</c:v>
                      </c:pt>
                      <c:pt idx="227">
                        <c:v>36.28688645137548</c:v>
                      </c:pt>
                      <c:pt idx="228">
                        <c:v>39.014259422226687</c:v>
                      </c:pt>
                      <c:pt idx="229">
                        <c:v>44.157292517555618</c:v>
                      </c:pt>
                      <c:pt idx="230">
                        <c:v>47.167979987088913</c:v>
                      </c:pt>
                      <c:pt idx="231">
                        <c:v>45.255129135204442</c:v>
                      </c:pt>
                      <c:pt idx="232">
                        <c:v>39.444426301095596</c:v>
                      </c:pt>
                      <c:pt idx="233">
                        <c:v>39.020958067322191</c:v>
                      </c:pt>
                      <c:pt idx="234">
                        <c:v>38.26382348289998</c:v>
                      </c:pt>
                      <c:pt idx="235">
                        <c:v>43.396024608064479</c:v>
                      </c:pt>
                      <c:pt idx="236">
                        <c:v>47.58482333418447</c:v>
                      </c:pt>
                      <c:pt idx="237">
                        <c:v>55.29881972855118</c:v>
                      </c:pt>
                      <c:pt idx="238">
                        <c:v>54.365084185928886</c:v>
                      </c:pt>
                      <c:pt idx="239">
                        <c:v>44.148790649357778</c:v>
                      </c:pt>
                      <c:pt idx="240">
                        <c:v>29.302380285302249</c:v>
                      </c:pt>
                      <c:pt idx="241">
                        <c:v>17.472232242357773</c:v>
                      </c:pt>
                      <c:pt idx="242">
                        <c:v>10.367617025804437</c:v>
                      </c:pt>
                      <c:pt idx="243">
                        <c:v>6.9030456005577836</c:v>
                      </c:pt>
                      <c:pt idx="244">
                        <c:v>5.542268498944444</c:v>
                      </c:pt>
                      <c:pt idx="245">
                        <c:v>6.7390791931755576</c:v>
                      </c:pt>
                      <c:pt idx="246">
                        <c:v>15.264123551437777</c:v>
                      </c:pt>
                      <c:pt idx="247">
                        <c:v>22.952199519935569</c:v>
                      </c:pt>
                      <c:pt idx="248">
                        <c:v>27.101009557842222</c:v>
                      </c:pt>
                      <c:pt idx="249">
                        <c:v>27.402199326968926</c:v>
                      </c:pt>
                      <c:pt idx="250">
                        <c:v>29.27443279780444</c:v>
                      </c:pt>
                      <c:pt idx="251">
                        <c:v>32.972687392515553</c:v>
                      </c:pt>
                      <c:pt idx="252">
                        <c:v>36.83376275173562</c:v>
                      </c:pt>
                      <c:pt idx="253">
                        <c:v>40.329595706864524</c:v>
                      </c:pt>
                      <c:pt idx="254">
                        <c:v>42.488640065904434</c:v>
                      </c:pt>
                      <c:pt idx="255">
                        <c:v>41.944808766582298</c:v>
                      </c:pt>
                      <c:pt idx="256">
                        <c:v>39.03233527275782</c:v>
                      </c:pt>
                      <c:pt idx="257">
                        <c:v>40.226024998408896</c:v>
                      </c:pt>
                      <c:pt idx="258">
                        <c:v>39.211820728531116</c:v>
                      </c:pt>
                      <c:pt idx="259">
                        <c:v>44.173710760779954</c:v>
                      </c:pt>
                      <c:pt idx="260">
                        <c:v>48.283837023277755</c:v>
                      </c:pt>
                      <c:pt idx="261">
                        <c:v>55.600883276453366</c:v>
                      </c:pt>
                      <c:pt idx="262">
                        <c:v>53.968657515377785</c:v>
                      </c:pt>
                      <c:pt idx="263">
                        <c:v>42.773817717048878</c:v>
                      </c:pt>
                      <c:pt idx="264">
                        <c:v>27.901731137935563</c:v>
                      </c:pt>
                      <c:pt idx="265">
                        <c:v>16.543362352846664</c:v>
                      </c:pt>
                      <c:pt idx="266">
                        <c:v>9.850851046375551</c:v>
                      </c:pt>
                      <c:pt idx="267">
                        <c:v>6.7621847516955524</c:v>
                      </c:pt>
                      <c:pt idx="268">
                        <c:v>5.6311427694177736</c:v>
                      </c:pt>
                      <c:pt idx="269">
                        <c:v>7.0129393830800089</c:v>
                      </c:pt>
                      <c:pt idx="270">
                        <c:v>15.940248591991105</c:v>
                      </c:pt>
                      <c:pt idx="271">
                        <c:v>24.305187639297781</c:v>
                      </c:pt>
                      <c:pt idx="272">
                        <c:v>27.892451406857788</c:v>
                      </c:pt>
                      <c:pt idx="273">
                        <c:v>28.062090344604421</c:v>
                      </c:pt>
                      <c:pt idx="274">
                        <c:v>29.874087331364439</c:v>
                      </c:pt>
                      <c:pt idx="275">
                        <c:v>33.671909874522193</c:v>
                      </c:pt>
                      <c:pt idx="276">
                        <c:v>37.402992821997714</c:v>
                      </c:pt>
                      <c:pt idx="277">
                        <c:v>41.168678525906657</c:v>
                      </c:pt>
                      <c:pt idx="278">
                        <c:v>42.662239747819996</c:v>
                      </c:pt>
                      <c:pt idx="279">
                        <c:v>41.980433812295537</c:v>
                      </c:pt>
                      <c:pt idx="280">
                        <c:v>38.947663662515595</c:v>
                      </c:pt>
                      <c:pt idx="281">
                        <c:v>39.822805726115497</c:v>
                      </c:pt>
                      <c:pt idx="282">
                        <c:v>38.59689883592889</c:v>
                      </c:pt>
                      <c:pt idx="283">
                        <c:v>44.130557236662135</c:v>
                      </c:pt>
                      <c:pt idx="284">
                        <c:v>48.755624922506684</c:v>
                      </c:pt>
                      <c:pt idx="285">
                        <c:v>56.317950412031166</c:v>
                      </c:pt>
                      <c:pt idx="286">
                        <c:v>54.685848020428978</c:v>
                      </c:pt>
                      <c:pt idx="287">
                        <c:v>43.13721175565562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8-3B6C-47C2-956F-045AF7A440C3}"/>
                  </c:ext>
                </c:extLst>
              </c15:ser>
            </c15:filteredLineSeries>
            <c15:filteredLineSeries>
              <c15:ser>
                <c:idx val="38"/>
                <c:order val="3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12-10-2026'!$AN$1</c15:sqref>
                        </c15:formulaRef>
                      </c:ext>
                    </c:extLst>
                    <c:strCache>
                      <c:ptCount val="1"/>
                      <c:pt idx="0">
                        <c:v>Total 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12-10-2026'!$AN$2:$AN$289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77.526254174617776</c:v>
                      </c:pt>
                      <c:pt idx="1">
                        <c:v>48.283615055842233</c:v>
                      </c:pt>
                      <c:pt idx="2">
                        <c:v>29.472584414499991</c:v>
                      </c:pt>
                      <c:pt idx="3">
                        <c:v>19.87949392852444</c:v>
                      </c:pt>
                      <c:pt idx="4">
                        <c:v>16.83571030624001</c:v>
                      </c:pt>
                      <c:pt idx="5">
                        <c:v>23.625006669902238</c:v>
                      </c:pt>
                      <c:pt idx="6">
                        <c:v>46.068519563753334</c:v>
                      </c:pt>
                      <c:pt idx="7">
                        <c:v>65.055952272173329</c:v>
                      </c:pt>
                      <c:pt idx="8">
                        <c:v>72.423478512351096</c:v>
                      </c:pt>
                      <c:pt idx="9">
                        <c:v>72.237612428619997</c:v>
                      </c:pt>
                      <c:pt idx="10">
                        <c:v>75.009477480266654</c:v>
                      </c:pt>
                      <c:pt idx="11">
                        <c:v>82.537778710337747</c:v>
                      </c:pt>
                      <c:pt idx="12">
                        <c:v>93.126772149066639</c:v>
                      </c:pt>
                      <c:pt idx="13">
                        <c:v>104.14414497024001</c:v>
                      </c:pt>
                      <c:pt idx="14">
                        <c:v>108.41866912017335</c:v>
                      </c:pt>
                      <c:pt idx="15">
                        <c:v>105.44471405961562</c:v>
                      </c:pt>
                      <c:pt idx="16">
                        <c:v>92.874658947051145</c:v>
                      </c:pt>
                      <c:pt idx="17">
                        <c:v>89.99556200497338</c:v>
                      </c:pt>
                      <c:pt idx="18">
                        <c:v>90.571506877575544</c:v>
                      </c:pt>
                      <c:pt idx="19">
                        <c:v>102.20629200174442</c:v>
                      </c:pt>
                      <c:pt idx="20">
                        <c:v>111.56073856684671</c:v>
                      </c:pt>
                      <c:pt idx="21">
                        <c:v>126.85308746341778</c:v>
                      </c:pt>
                      <c:pt idx="22">
                        <c:v>130.98283632533332</c:v>
                      </c:pt>
                      <c:pt idx="23">
                        <c:v>115.01075480298883</c:v>
                      </c:pt>
                      <c:pt idx="24">
                        <c:v>85.470902883682186</c:v>
                      </c:pt>
                      <c:pt idx="25">
                        <c:v>55.462869177179989</c:v>
                      </c:pt>
                      <c:pt idx="26">
                        <c:v>33.6967387290711</c:v>
                      </c:pt>
                      <c:pt idx="27">
                        <c:v>22.61383649310222</c:v>
                      </c:pt>
                      <c:pt idx="28">
                        <c:v>17.638863529017776</c:v>
                      </c:pt>
                      <c:pt idx="29">
                        <c:v>22.500686399286678</c:v>
                      </c:pt>
                      <c:pt idx="30">
                        <c:v>40.349062701711119</c:v>
                      </c:pt>
                      <c:pt idx="31">
                        <c:v>58.490551591124451</c:v>
                      </c:pt>
                      <c:pt idx="32">
                        <c:v>74.926063153955553</c:v>
                      </c:pt>
                      <c:pt idx="33">
                        <c:v>81.799568457562202</c:v>
                      </c:pt>
                      <c:pt idx="34">
                        <c:v>86.72873253290669</c:v>
                      </c:pt>
                      <c:pt idx="35">
                        <c:v>96.863633431275531</c:v>
                      </c:pt>
                      <c:pt idx="36">
                        <c:v>101.35256237250891</c:v>
                      </c:pt>
                      <c:pt idx="37">
                        <c:v>108.00583473395335</c:v>
                      </c:pt>
                      <c:pt idx="38">
                        <c:v>121.88427444721562</c:v>
                      </c:pt>
                      <c:pt idx="39">
                        <c:v>115.61400004959336</c:v>
                      </c:pt>
                      <c:pt idx="40">
                        <c:v>98.141594230959925</c:v>
                      </c:pt>
                      <c:pt idx="41">
                        <c:v>93.308942379395489</c:v>
                      </c:pt>
                      <c:pt idx="42">
                        <c:v>92.750566183788891</c:v>
                      </c:pt>
                      <c:pt idx="43">
                        <c:v>104.75612323395995</c:v>
                      </c:pt>
                      <c:pt idx="44">
                        <c:v>114.05600442723772</c:v>
                      </c:pt>
                      <c:pt idx="45">
                        <c:v>130.28507297603778</c:v>
                      </c:pt>
                      <c:pt idx="46">
                        <c:v>133.72300462508895</c:v>
                      </c:pt>
                      <c:pt idx="47">
                        <c:v>118.63785012504664</c:v>
                      </c:pt>
                      <c:pt idx="48">
                        <c:v>88.532312673871047</c:v>
                      </c:pt>
                      <c:pt idx="49">
                        <c:v>57.704634276904443</c:v>
                      </c:pt>
                      <c:pt idx="50">
                        <c:v>34.866290769557779</c:v>
                      </c:pt>
                      <c:pt idx="51">
                        <c:v>22.775185770588905</c:v>
                      </c:pt>
                      <c:pt idx="52">
                        <c:v>18.082093236646667</c:v>
                      </c:pt>
                      <c:pt idx="53">
                        <c:v>23.469027759211123</c:v>
                      </c:pt>
                      <c:pt idx="54">
                        <c:v>42.590122600599997</c:v>
                      </c:pt>
                      <c:pt idx="55">
                        <c:v>61.019295618148881</c:v>
                      </c:pt>
                      <c:pt idx="56">
                        <c:v>74.907699658500007</c:v>
                      </c:pt>
                      <c:pt idx="57">
                        <c:v>79.20579629073552</c:v>
                      </c:pt>
                      <c:pt idx="58">
                        <c:v>81.487780061913355</c:v>
                      </c:pt>
                      <c:pt idx="59">
                        <c:v>88.315014767066614</c:v>
                      </c:pt>
                      <c:pt idx="60">
                        <c:v>96.152600769919943</c:v>
                      </c:pt>
                      <c:pt idx="61">
                        <c:v>108.45769332933554</c:v>
                      </c:pt>
                      <c:pt idx="62">
                        <c:v>114.19921881527107</c:v>
                      </c:pt>
                      <c:pt idx="63">
                        <c:v>108.96983936399107</c:v>
                      </c:pt>
                      <c:pt idx="64">
                        <c:v>94.280467053162255</c:v>
                      </c:pt>
                      <c:pt idx="65">
                        <c:v>90.295892379555568</c:v>
                      </c:pt>
                      <c:pt idx="66">
                        <c:v>90.356525464844509</c:v>
                      </c:pt>
                      <c:pt idx="67">
                        <c:v>101.0528676527377</c:v>
                      </c:pt>
                      <c:pt idx="68">
                        <c:v>110.55399450046892</c:v>
                      </c:pt>
                      <c:pt idx="69">
                        <c:v>126.47457296615119</c:v>
                      </c:pt>
                      <c:pt idx="70">
                        <c:v>128.51017657941105</c:v>
                      </c:pt>
                      <c:pt idx="71">
                        <c:v>108.97355143439117</c:v>
                      </c:pt>
                      <c:pt idx="72">
                        <c:v>76.251401180328841</c:v>
                      </c:pt>
                      <c:pt idx="73">
                        <c:v>47.01923194524889</c:v>
                      </c:pt>
                      <c:pt idx="74">
                        <c:v>28.586890668673338</c:v>
                      </c:pt>
                      <c:pt idx="75">
                        <c:v>19.327091683782214</c:v>
                      </c:pt>
                      <c:pt idx="76">
                        <c:v>16.57933271640222</c:v>
                      </c:pt>
                      <c:pt idx="77">
                        <c:v>22.799683372031119</c:v>
                      </c:pt>
                      <c:pt idx="78">
                        <c:v>44.721110447231112</c:v>
                      </c:pt>
                      <c:pt idx="79">
                        <c:v>61.598191245508886</c:v>
                      </c:pt>
                      <c:pt idx="80">
                        <c:v>69.296591277668881</c:v>
                      </c:pt>
                      <c:pt idx="81">
                        <c:v>69.252405842522222</c:v>
                      </c:pt>
                      <c:pt idx="82">
                        <c:v>71.452072540042224</c:v>
                      </c:pt>
                      <c:pt idx="83">
                        <c:v>79.182464127117754</c:v>
                      </c:pt>
                      <c:pt idx="84">
                        <c:v>88.820266277451182</c:v>
                      </c:pt>
                      <c:pt idx="85">
                        <c:v>97.740763715602171</c:v>
                      </c:pt>
                      <c:pt idx="86">
                        <c:v>101.85009453894668</c:v>
                      </c:pt>
                      <c:pt idx="87">
                        <c:v>98.553207633706592</c:v>
                      </c:pt>
                      <c:pt idx="88">
                        <c:v>89.442559533517738</c:v>
                      </c:pt>
                      <c:pt idx="89">
                        <c:v>87.7526041179689</c:v>
                      </c:pt>
                      <c:pt idx="90">
                        <c:v>87.641859085957776</c:v>
                      </c:pt>
                      <c:pt idx="91">
                        <c:v>99.635956596766675</c:v>
                      </c:pt>
                      <c:pt idx="92">
                        <c:v>109.57225520890441</c:v>
                      </c:pt>
                      <c:pt idx="93">
                        <c:v>125.6289548631556</c:v>
                      </c:pt>
                      <c:pt idx="94">
                        <c:v>126.31842842619999</c:v>
                      </c:pt>
                      <c:pt idx="95">
                        <c:v>104.91191745534667</c:v>
                      </c:pt>
                      <c:pt idx="96">
                        <c:v>71.793013510053328</c:v>
                      </c:pt>
                      <c:pt idx="97">
                        <c:v>43.964616164346666</c:v>
                      </c:pt>
                      <c:pt idx="98">
                        <c:v>26.753750721022211</c:v>
                      </c:pt>
                      <c:pt idx="99">
                        <c:v>18.329604294195555</c:v>
                      </c:pt>
                      <c:pt idx="100">
                        <c:v>15.851967220866662</c:v>
                      </c:pt>
                      <c:pt idx="101">
                        <c:v>22.347047880591109</c:v>
                      </c:pt>
                      <c:pt idx="102">
                        <c:v>44.868417699324446</c:v>
                      </c:pt>
                      <c:pt idx="103">
                        <c:v>62.803244476286665</c:v>
                      </c:pt>
                      <c:pt idx="104">
                        <c:v>69.979534690793329</c:v>
                      </c:pt>
                      <c:pt idx="105">
                        <c:v>69.494905707286676</c:v>
                      </c:pt>
                      <c:pt idx="106">
                        <c:v>71.837511373575552</c:v>
                      </c:pt>
                      <c:pt idx="107">
                        <c:v>80.140932096273318</c:v>
                      </c:pt>
                      <c:pt idx="108">
                        <c:v>89.578603348788903</c:v>
                      </c:pt>
                      <c:pt idx="109">
                        <c:v>99.153962832695527</c:v>
                      </c:pt>
                      <c:pt idx="110">
                        <c:v>102.11334179407112</c:v>
                      </c:pt>
                      <c:pt idx="111">
                        <c:v>98.663031536724461</c:v>
                      </c:pt>
                      <c:pt idx="112">
                        <c:v>89.3660920885889</c:v>
                      </c:pt>
                      <c:pt idx="113">
                        <c:v>87.167890635691208</c:v>
                      </c:pt>
                      <c:pt idx="114">
                        <c:v>87.844618731611149</c:v>
                      </c:pt>
                      <c:pt idx="115">
                        <c:v>99.591205747144386</c:v>
                      </c:pt>
                      <c:pt idx="116">
                        <c:v>109.55364790985341</c:v>
                      </c:pt>
                      <c:pt idx="117">
                        <c:v>126.15078779658224</c:v>
                      </c:pt>
                      <c:pt idx="118">
                        <c:v>126.85644726416663</c:v>
                      </c:pt>
                      <c:pt idx="119">
                        <c:v>105.85509023938889</c:v>
                      </c:pt>
                      <c:pt idx="120">
                        <c:v>72.356893353244502</c:v>
                      </c:pt>
                      <c:pt idx="121">
                        <c:v>44.194529492871112</c:v>
                      </c:pt>
                      <c:pt idx="122">
                        <c:v>26.79757078848667</c:v>
                      </c:pt>
                      <c:pt idx="123">
                        <c:v>18.378711618193336</c:v>
                      </c:pt>
                      <c:pt idx="124">
                        <c:v>15.837658902339994</c:v>
                      </c:pt>
                      <c:pt idx="125">
                        <c:v>22.119762738782217</c:v>
                      </c:pt>
                      <c:pt idx="126">
                        <c:v>45.270596643082229</c:v>
                      </c:pt>
                      <c:pt idx="127">
                        <c:v>63.421414271931127</c:v>
                      </c:pt>
                      <c:pt idx="128">
                        <c:v>70.428023646115562</c:v>
                      </c:pt>
                      <c:pt idx="129">
                        <c:v>70.161104787971126</c:v>
                      </c:pt>
                      <c:pt idx="130">
                        <c:v>73.21315814931333</c:v>
                      </c:pt>
                      <c:pt idx="131">
                        <c:v>80.261755961806699</c:v>
                      </c:pt>
                      <c:pt idx="132">
                        <c:v>91.756297015011071</c:v>
                      </c:pt>
                      <c:pt idx="133">
                        <c:v>106.57348350700443</c:v>
                      </c:pt>
                      <c:pt idx="134">
                        <c:v>110.23782904488891</c:v>
                      </c:pt>
                      <c:pt idx="135">
                        <c:v>104.6771410864266</c:v>
                      </c:pt>
                      <c:pt idx="136">
                        <c:v>90.867914967031027</c:v>
                      </c:pt>
                      <c:pt idx="137">
                        <c:v>88.216521511746663</c:v>
                      </c:pt>
                      <c:pt idx="138">
                        <c:v>91.928503055826695</c:v>
                      </c:pt>
                      <c:pt idx="139">
                        <c:v>103.88121413701343</c:v>
                      </c:pt>
                      <c:pt idx="140">
                        <c:v>111.3856646820845</c:v>
                      </c:pt>
                      <c:pt idx="141">
                        <c:v>127.37190167678665</c:v>
                      </c:pt>
                      <c:pt idx="142">
                        <c:v>127.79389684010225</c:v>
                      </c:pt>
                      <c:pt idx="143">
                        <c:v>106.05367677015329</c:v>
                      </c:pt>
                      <c:pt idx="144">
                        <c:v>73.473782868533306</c:v>
                      </c:pt>
                      <c:pt idx="145">
                        <c:v>45.31991654928445</c:v>
                      </c:pt>
                      <c:pt idx="146">
                        <c:v>28.251272667555554</c:v>
                      </c:pt>
                      <c:pt idx="147">
                        <c:v>19.167945592208881</c:v>
                      </c:pt>
                      <c:pt idx="148">
                        <c:v>16.404779998231113</c:v>
                      </c:pt>
                      <c:pt idx="149">
                        <c:v>22.886023397893336</c:v>
                      </c:pt>
                      <c:pt idx="150">
                        <c:v>46.585746669353341</c:v>
                      </c:pt>
                      <c:pt idx="151">
                        <c:v>64.609443525828866</c:v>
                      </c:pt>
                      <c:pt idx="152">
                        <c:v>71.995687356826679</c:v>
                      </c:pt>
                      <c:pt idx="153">
                        <c:v>70.934187256477784</c:v>
                      </c:pt>
                      <c:pt idx="154">
                        <c:v>72.785710878951093</c:v>
                      </c:pt>
                      <c:pt idx="155">
                        <c:v>80.220674435540047</c:v>
                      </c:pt>
                      <c:pt idx="156">
                        <c:v>89.411370450015511</c:v>
                      </c:pt>
                      <c:pt idx="157">
                        <c:v>98.936300295137713</c:v>
                      </c:pt>
                      <c:pt idx="158">
                        <c:v>102.60178962148001</c:v>
                      </c:pt>
                      <c:pt idx="159">
                        <c:v>99.305730155742197</c:v>
                      </c:pt>
                      <c:pt idx="160">
                        <c:v>91.183832309637822</c:v>
                      </c:pt>
                      <c:pt idx="161">
                        <c:v>89.65977776086001</c:v>
                      </c:pt>
                      <c:pt idx="162">
                        <c:v>90.372865374495532</c:v>
                      </c:pt>
                      <c:pt idx="163">
                        <c:v>102.29612078429996</c:v>
                      </c:pt>
                      <c:pt idx="164">
                        <c:v>111.94203769742441</c:v>
                      </c:pt>
                      <c:pt idx="165">
                        <c:v>127.16595676174893</c:v>
                      </c:pt>
                      <c:pt idx="166">
                        <c:v>127.38329237603777</c:v>
                      </c:pt>
                      <c:pt idx="167">
                        <c:v>104.81123537308</c:v>
                      </c:pt>
                      <c:pt idx="168">
                        <c:v>71.715676628268852</c:v>
                      </c:pt>
                      <c:pt idx="169">
                        <c:v>43.901337795742229</c:v>
                      </c:pt>
                      <c:pt idx="170">
                        <c:v>27.274501662220011</c:v>
                      </c:pt>
                      <c:pt idx="171">
                        <c:v>18.78596842409555</c:v>
                      </c:pt>
                      <c:pt idx="172">
                        <c:v>16.442143465948881</c:v>
                      </c:pt>
                      <c:pt idx="173">
                        <c:v>23.246703474113332</c:v>
                      </c:pt>
                      <c:pt idx="174">
                        <c:v>47.666167285397769</c:v>
                      </c:pt>
                      <c:pt idx="175">
                        <c:v>67.935407042840012</c:v>
                      </c:pt>
                      <c:pt idx="176">
                        <c:v>77.040983962833337</c:v>
                      </c:pt>
                      <c:pt idx="177">
                        <c:v>76.022768005215568</c:v>
                      </c:pt>
                      <c:pt idx="178">
                        <c:v>75.515017205842213</c:v>
                      </c:pt>
                      <c:pt idx="179">
                        <c:v>81.989253067495554</c:v>
                      </c:pt>
                      <c:pt idx="180">
                        <c:v>92.480664541457827</c:v>
                      </c:pt>
                      <c:pt idx="181">
                        <c:v>103.07380610477777</c:v>
                      </c:pt>
                      <c:pt idx="182">
                        <c:v>106.54759582769779</c:v>
                      </c:pt>
                      <c:pt idx="183">
                        <c:v>102.95401304770439</c:v>
                      </c:pt>
                      <c:pt idx="184">
                        <c:v>92.039534324724443</c:v>
                      </c:pt>
                      <c:pt idx="185">
                        <c:v>89.967809591266672</c:v>
                      </c:pt>
                      <c:pt idx="186">
                        <c:v>91.962994793511172</c:v>
                      </c:pt>
                      <c:pt idx="187">
                        <c:v>104.99625579915997</c:v>
                      </c:pt>
                      <c:pt idx="188">
                        <c:v>113.80428685433773</c:v>
                      </c:pt>
                      <c:pt idx="189">
                        <c:v>128.46702557720005</c:v>
                      </c:pt>
                      <c:pt idx="190">
                        <c:v>130.21436419461779</c:v>
                      </c:pt>
                      <c:pt idx="191">
                        <c:v>112.23985635448223</c:v>
                      </c:pt>
                      <c:pt idx="192">
                        <c:v>82.13659060297779</c:v>
                      </c:pt>
                      <c:pt idx="193">
                        <c:v>53.019158467226674</c:v>
                      </c:pt>
                      <c:pt idx="194">
                        <c:v>32.912677618139995</c:v>
                      </c:pt>
                      <c:pt idx="195">
                        <c:v>22.835566898131113</c:v>
                      </c:pt>
                      <c:pt idx="196">
                        <c:v>18.391456085897779</c:v>
                      </c:pt>
                      <c:pt idx="197">
                        <c:v>22.450835009695552</c:v>
                      </c:pt>
                      <c:pt idx="198">
                        <c:v>41.645585189753319</c:v>
                      </c:pt>
                      <c:pt idx="199">
                        <c:v>60.81573921961332</c:v>
                      </c:pt>
                      <c:pt idx="200">
                        <c:v>77.513353919044448</c:v>
                      </c:pt>
                      <c:pt idx="201">
                        <c:v>83.408358396002228</c:v>
                      </c:pt>
                      <c:pt idx="202">
                        <c:v>86.890010056220092</c:v>
                      </c:pt>
                      <c:pt idx="203">
                        <c:v>95.045134110475516</c:v>
                      </c:pt>
                      <c:pt idx="204">
                        <c:v>99.558110966746682</c:v>
                      </c:pt>
                      <c:pt idx="205">
                        <c:v>106.58708102996442</c:v>
                      </c:pt>
                      <c:pt idx="206">
                        <c:v>119.97823351174442</c:v>
                      </c:pt>
                      <c:pt idx="207">
                        <c:v>113.39400027900665</c:v>
                      </c:pt>
                      <c:pt idx="208">
                        <c:v>98.18771163849334</c:v>
                      </c:pt>
                      <c:pt idx="209">
                        <c:v>94.651588228213399</c:v>
                      </c:pt>
                      <c:pt idx="210">
                        <c:v>94.620458272120004</c:v>
                      </c:pt>
                      <c:pt idx="211">
                        <c:v>107.15366253118228</c:v>
                      </c:pt>
                      <c:pt idx="212">
                        <c:v>116.86071684093113</c:v>
                      </c:pt>
                      <c:pt idx="213">
                        <c:v>131.48667180033112</c:v>
                      </c:pt>
                      <c:pt idx="214">
                        <c:v>133.12689217608664</c:v>
                      </c:pt>
                      <c:pt idx="215">
                        <c:v>114.62008922602001</c:v>
                      </c:pt>
                      <c:pt idx="216">
                        <c:v>83.359853723453284</c:v>
                      </c:pt>
                      <c:pt idx="217">
                        <c:v>52.667847834757765</c:v>
                      </c:pt>
                      <c:pt idx="218">
                        <c:v>32.571447727451108</c:v>
                      </c:pt>
                      <c:pt idx="219">
                        <c:v>21.567401265584458</c:v>
                      </c:pt>
                      <c:pt idx="220">
                        <c:v>17.565908484422224</c:v>
                      </c:pt>
                      <c:pt idx="221">
                        <c:v>22.286234651273336</c:v>
                      </c:pt>
                      <c:pt idx="222">
                        <c:v>42.905857913351113</c:v>
                      </c:pt>
                      <c:pt idx="223">
                        <c:v>61.80675555650889</c:v>
                      </c:pt>
                      <c:pt idx="224">
                        <c:v>75.439435687211116</c:v>
                      </c:pt>
                      <c:pt idx="225">
                        <c:v>78.766399482122182</c:v>
                      </c:pt>
                      <c:pt idx="226">
                        <c:v>80.037164956833365</c:v>
                      </c:pt>
                      <c:pt idx="227">
                        <c:v>86.041391411375486</c:v>
                      </c:pt>
                      <c:pt idx="228">
                        <c:v>93.019005700004456</c:v>
                      </c:pt>
                      <c:pt idx="229">
                        <c:v>105.93600089533339</c:v>
                      </c:pt>
                      <c:pt idx="230">
                        <c:v>111.60448357153335</c:v>
                      </c:pt>
                      <c:pt idx="231">
                        <c:v>106.14468988853778</c:v>
                      </c:pt>
                      <c:pt idx="232">
                        <c:v>92.578225892206717</c:v>
                      </c:pt>
                      <c:pt idx="233">
                        <c:v>89.646193271766634</c:v>
                      </c:pt>
                      <c:pt idx="234">
                        <c:v>91.163399754011095</c:v>
                      </c:pt>
                      <c:pt idx="235">
                        <c:v>103.17724927917558</c:v>
                      </c:pt>
                      <c:pt idx="236">
                        <c:v>113.8969455675178</c:v>
                      </c:pt>
                      <c:pt idx="237">
                        <c:v>128.93145731521784</c:v>
                      </c:pt>
                      <c:pt idx="238">
                        <c:v>127.63215514148445</c:v>
                      </c:pt>
                      <c:pt idx="239">
                        <c:v>104.53967140935778</c:v>
                      </c:pt>
                      <c:pt idx="240">
                        <c:v>70.797938998635573</c:v>
                      </c:pt>
                      <c:pt idx="241">
                        <c:v>43.059319746802217</c:v>
                      </c:pt>
                      <c:pt idx="242">
                        <c:v>26.654216023582215</c:v>
                      </c:pt>
                      <c:pt idx="243">
                        <c:v>18.679655631668894</c:v>
                      </c:pt>
                      <c:pt idx="244">
                        <c:v>16.221562207833333</c:v>
                      </c:pt>
                      <c:pt idx="245">
                        <c:v>21.735034035397781</c:v>
                      </c:pt>
                      <c:pt idx="246">
                        <c:v>44.575041453659999</c:v>
                      </c:pt>
                      <c:pt idx="247">
                        <c:v>62.259173024380019</c:v>
                      </c:pt>
                      <c:pt idx="248">
                        <c:v>70.251051277842222</c:v>
                      </c:pt>
                      <c:pt idx="249">
                        <c:v>68.79925274474671</c:v>
                      </c:pt>
                      <c:pt idx="250">
                        <c:v>70.305148295582214</c:v>
                      </c:pt>
                      <c:pt idx="251">
                        <c:v>77.503817950293325</c:v>
                      </c:pt>
                      <c:pt idx="252">
                        <c:v>86.975101253957831</c:v>
                      </c:pt>
                      <c:pt idx="253">
                        <c:v>96.462121897975635</c:v>
                      </c:pt>
                      <c:pt idx="254">
                        <c:v>100.53558492145999</c:v>
                      </c:pt>
                      <c:pt idx="255">
                        <c:v>97.495648128804532</c:v>
                      </c:pt>
                      <c:pt idx="256">
                        <c:v>89.856511803868926</c:v>
                      </c:pt>
                      <c:pt idx="257">
                        <c:v>89.376388673964456</c:v>
                      </c:pt>
                      <c:pt idx="258">
                        <c:v>91.20406421964222</c:v>
                      </c:pt>
                      <c:pt idx="259">
                        <c:v>103.25257317633552</c:v>
                      </c:pt>
                      <c:pt idx="260">
                        <c:v>113.66341900994442</c:v>
                      </c:pt>
                      <c:pt idx="261">
                        <c:v>128.40987301200892</c:v>
                      </c:pt>
                      <c:pt idx="262">
                        <c:v>126.01402680426668</c:v>
                      </c:pt>
                      <c:pt idx="263">
                        <c:v>101.3625441592711</c:v>
                      </c:pt>
                      <c:pt idx="264">
                        <c:v>68.440037189046677</c:v>
                      </c:pt>
                      <c:pt idx="265">
                        <c:v>41.552669832846661</c:v>
                      </c:pt>
                      <c:pt idx="266">
                        <c:v>25.698518753042215</c:v>
                      </c:pt>
                      <c:pt idx="267">
                        <c:v>18.227254642806663</c:v>
                      </c:pt>
                      <c:pt idx="268">
                        <c:v>16.081922407195549</c:v>
                      </c:pt>
                      <c:pt idx="269">
                        <c:v>22.129440720857787</c:v>
                      </c:pt>
                      <c:pt idx="270">
                        <c:v>45.776760423102218</c:v>
                      </c:pt>
                      <c:pt idx="271">
                        <c:v>64.670176685964449</c:v>
                      </c:pt>
                      <c:pt idx="272">
                        <c:v>71.14688278019112</c:v>
                      </c:pt>
                      <c:pt idx="273">
                        <c:v>69.585437626826646</c:v>
                      </c:pt>
                      <c:pt idx="274">
                        <c:v>71.572445642475557</c:v>
                      </c:pt>
                      <c:pt idx="275">
                        <c:v>79.316819112299981</c:v>
                      </c:pt>
                      <c:pt idx="276">
                        <c:v>88.667933864219933</c:v>
                      </c:pt>
                      <c:pt idx="277">
                        <c:v>98.150855579239987</c:v>
                      </c:pt>
                      <c:pt idx="278">
                        <c:v>101.18902529226445</c:v>
                      </c:pt>
                      <c:pt idx="279">
                        <c:v>97.808524187851106</c:v>
                      </c:pt>
                      <c:pt idx="280">
                        <c:v>90.144455473626721</c:v>
                      </c:pt>
                      <c:pt idx="281">
                        <c:v>89.439506348337716</c:v>
                      </c:pt>
                      <c:pt idx="282">
                        <c:v>91.158709815928887</c:v>
                      </c:pt>
                      <c:pt idx="283">
                        <c:v>103.84559318999547</c:v>
                      </c:pt>
                      <c:pt idx="284">
                        <c:v>115.02314142250668</c:v>
                      </c:pt>
                      <c:pt idx="285">
                        <c:v>130.35308377647561</c:v>
                      </c:pt>
                      <c:pt idx="286">
                        <c:v>127.38580389154009</c:v>
                      </c:pt>
                      <c:pt idx="287">
                        <c:v>102.01380977565563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9-3B6C-47C2-956F-045AF7A440C3}"/>
                  </c:ext>
                </c:extLst>
              </c15:ser>
            </c15:filteredLineSeries>
            <c15:filteredLineSeries>
              <c15:ser>
                <c:idx val="39"/>
                <c:order val="3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12-10-2026'!$AO$1</c15:sqref>
                        </c15:formulaRef>
                      </c:ext>
                    </c:extLst>
                    <c:strCache>
                      <c:ptCount val="1"/>
                      <c:pt idx="0">
                        <c:v>Huawei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3"/>
                    <c:layout>
                      <c:manualLayout>
                        <c:x val="-6.3951443569553804E-2"/>
                        <c:y val="-3.931722076407116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2A-3B6C-47C2-956F-045AF7A440C3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12-10-2026'!$AO$2:$AO$289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462.10695023555553</c:v>
                      </c:pt>
                      <c:pt idx="1">
                        <c:v>290.4071592755555</c:v>
                      </c:pt>
                      <c:pt idx="2">
                        <c:v>173.37262909111109</c:v>
                      </c:pt>
                      <c:pt idx="3">
                        <c:v>112.50186336444445</c:v>
                      </c:pt>
                      <c:pt idx="4">
                        <c:v>89.788963931111098</c:v>
                      </c:pt>
                      <c:pt idx="5">
                        <c:v>118.33849269111111</c:v>
                      </c:pt>
                      <c:pt idx="6">
                        <c:v>224.39182074000001</c:v>
                      </c:pt>
                      <c:pt idx="7">
                        <c:v>322.84853905333335</c:v>
                      </c:pt>
                      <c:pt idx="8">
                        <c:v>385.62383473555553</c:v>
                      </c:pt>
                      <c:pt idx="9">
                        <c:v>415.31726472444444</c:v>
                      </c:pt>
                      <c:pt idx="10">
                        <c:v>454.6973917555556</c:v>
                      </c:pt>
                      <c:pt idx="11">
                        <c:v>507.0460697488889</c:v>
                      </c:pt>
                      <c:pt idx="12">
                        <c:v>547.38859984222222</c:v>
                      </c:pt>
                      <c:pt idx="13">
                        <c:v>616.62452341333335</c:v>
                      </c:pt>
                      <c:pt idx="14">
                        <c:v>628.14295000666675</c:v>
                      </c:pt>
                      <c:pt idx="15">
                        <c:v>600.93082429999993</c:v>
                      </c:pt>
                      <c:pt idx="16">
                        <c:v>545.87185080888889</c:v>
                      </c:pt>
                      <c:pt idx="17">
                        <c:v>557.64523285111113</c:v>
                      </c:pt>
                      <c:pt idx="18">
                        <c:v>555.23368071333334</c:v>
                      </c:pt>
                      <c:pt idx="19">
                        <c:v>646.34686667777771</c:v>
                      </c:pt>
                      <c:pt idx="20">
                        <c:v>718.53458585111105</c:v>
                      </c:pt>
                      <c:pt idx="21">
                        <c:v>802.79027614000006</c:v>
                      </c:pt>
                      <c:pt idx="22">
                        <c:v>794.09028156444447</c:v>
                      </c:pt>
                      <c:pt idx="23">
                        <c:v>685.18500138666661</c:v>
                      </c:pt>
                      <c:pt idx="24">
                        <c:v>510.16433503111114</c:v>
                      </c:pt>
                      <c:pt idx="25">
                        <c:v>335.87652093333338</c:v>
                      </c:pt>
                      <c:pt idx="26">
                        <c:v>205.7902056711111</c:v>
                      </c:pt>
                      <c:pt idx="27">
                        <c:v>130.82244249555555</c:v>
                      </c:pt>
                      <c:pt idx="28">
                        <c:v>96.618475586666662</c:v>
                      </c:pt>
                      <c:pt idx="29">
                        <c:v>114.95069980666666</c:v>
                      </c:pt>
                      <c:pt idx="30">
                        <c:v>199.26314439111107</c:v>
                      </c:pt>
                      <c:pt idx="31">
                        <c:v>289.69733388222221</c:v>
                      </c:pt>
                      <c:pt idx="32">
                        <c:v>384.80792107111114</c:v>
                      </c:pt>
                      <c:pt idx="33">
                        <c:v>452.34013530222222</c:v>
                      </c:pt>
                      <c:pt idx="34">
                        <c:v>509.17302612222227</c:v>
                      </c:pt>
                      <c:pt idx="35">
                        <c:v>570.43640216444442</c:v>
                      </c:pt>
                      <c:pt idx="36">
                        <c:v>579.08228807777778</c:v>
                      </c:pt>
                      <c:pt idx="37">
                        <c:v>620.04582778666668</c:v>
                      </c:pt>
                      <c:pt idx="38">
                        <c:v>715.06821973555554</c:v>
                      </c:pt>
                      <c:pt idx="39">
                        <c:v>663.89637041111109</c:v>
                      </c:pt>
                      <c:pt idx="40">
                        <c:v>579.03265941333336</c:v>
                      </c:pt>
                      <c:pt idx="41">
                        <c:v>579.03526849111108</c:v>
                      </c:pt>
                      <c:pt idx="42">
                        <c:v>570.24859089333324</c:v>
                      </c:pt>
                      <c:pt idx="43">
                        <c:v>662.81951919333324</c:v>
                      </c:pt>
                      <c:pt idx="44">
                        <c:v>741.5708846444445</c:v>
                      </c:pt>
                      <c:pt idx="45">
                        <c:v>833.50201397555554</c:v>
                      </c:pt>
                      <c:pt idx="46">
                        <c:v>818.26552886444449</c:v>
                      </c:pt>
                      <c:pt idx="47">
                        <c:v>706.30110285333319</c:v>
                      </c:pt>
                      <c:pt idx="48">
                        <c:v>526.05880839111114</c:v>
                      </c:pt>
                      <c:pt idx="49">
                        <c:v>344.07002284222227</c:v>
                      </c:pt>
                      <c:pt idx="50">
                        <c:v>206.32301897777779</c:v>
                      </c:pt>
                      <c:pt idx="51">
                        <c:v>129.83946605111112</c:v>
                      </c:pt>
                      <c:pt idx="52">
                        <c:v>96.767144740000006</c:v>
                      </c:pt>
                      <c:pt idx="53">
                        <c:v>117.79849334444444</c:v>
                      </c:pt>
                      <c:pt idx="54">
                        <c:v>209.28538604444444</c:v>
                      </c:pt>
                      <c:pt idx="55">
                        <c:v>303.39577245555557</c:v>
                      </c:pt>
                      <c:pt idx="56">
                        <c:v>389.36219885555556</c:v>
                      </c:pt>
                      <c:pt idx="57">
                        <c:v>440.47208423333331</c:v>
                      </c:pt>
                      <c:pt idx="58">
                        <c:v>479.25623138000003</c:v>
                      </c:pt>
                      <c:pt idx="59">
                        <c:v>528.57755334888896</c:v>
                      </c:pt>
                      <c:pt idx="60">
                        <c:v>557.05581088444444</c:v>
                      </c:pt>
                      <c:pt idx="61">
                        <c:v>637.7840793111111</c:v>
                      </c:pt>
                      <c:pt idx="62">
                        <c:v>660.26833748000001</c:v>
                      </c:pt>
                      <c:pt idx="63">
                        <c:v>623.65648661333319</c:v>
                      </c:pt>
                      <c:pt idx="64">
                        <c:v>557.8858145755554</c:v>
                      </c:pt>
                      <c:pt idx="65">
                        <c:v>565.12943936888894</c:v>
                      </c:pt>
                      <c:pt idx="66">
                        <c:v>555.69189461555561</c:v>
                      </c:pt>
                      <c:pt idx="67">
                        <c:v>642.43166694888885</c:v>
                      </c:pt>
                      <c:pt idx="68">
                        <c:v>721.17852702222217</c:v>
                      </c:pt>
                      <c:pt idx="69">
                        <c:v>805.14203038444452</c:v>
                      </c:pt>
                      <c:pt idx="70">
                        <c:v>781.14909791333332</c:v>
                      </c:pt>
                      <c:pt idx="71">
                        <c:v>649.68263250444443</c:v>
                      </c:pt>
                      <c:pt idx="72">
                        <c:v>456.58055377333329</c:v>
                      </c:pt>
                      <c:pt idx="73">
                        <c:v>281.34616617777777</c:v>
                      </c:pt>
                      <c:pt idx="74">
                        <c:v>168.09316937111112</c:v>
                      </c:pt>
                      <c:pt idx="75">
                        <c:v>109.08697937777777</c:v>
                      </c:pt>
                      <c:pt idx="76">
                        <c:v>87.722508908888898</c:v>
                      </c:pt>
                      <c:pt idx="77">
                        <c:v>113.90249505777777</c:v>
                      </c:pt>
                      <c:pt idx="78">
                        <c:v>216.53770518222225</c:v>
                      </c:pt>
                      <c:pt idx="79">
                        <c:v>306.47314447111108</c:v>
                      </c:pt>
                      <c:pt idx="80">
                        <c:v>371.0875118688889</c:v>
                      </c:pt>
                      <c:pt idx="81">
                        <c:v>402.08585847777778</c:v>
                      </c:pt>
                      <c:pt idx="82">
                        <c:v>437.69501805555552</c:v>
                      </c:pt>
                      <c:pt idx="83">
                        <c:v>489.74033925333333</c:v>
                      </c:pt>
                      <c:pt idx="84">
                        <c:v>523.58761620444443</c:v>
                      </c:pt>
                      <c:pt idx="85">
                        <c:v>586.62874669111113</c:v>
                      </c:pt>
                      <c:pt idx="86">
                        <c:v>596.54219260888897</c:v>
                      </c:pt>
                      <c:pt idx="87">
                        <c:v>566.54853566666668</c:v>
                      </c:pt>
                      <c:pt idx="88">
                        <c:v>535.06396357333335</c:v>
                      </c:pt>
                      <c:pt idx="89">
                        <c:v>553.44216975111112</c:v>
                      </c:pt>
                      <c:pt idx="90">
                        <c:v>548.74097598222227</c:v>
                      </c:pt>
                      <c:pt idx="91">
                        <c:v>637.9889504177778</c:v>
                      </c:pt>
                      <c:pt idx="92">
                        <c:v>721.22300956888887</c:v>
                      </c:pt>
                      <c:pt idx="93">
                        <c:v>802.60147907999999</c:v>
                      </c:pt>
                      <c:pt idx="94">
                        <c:v>769.75256644666672</c:v>
                      </c:pt>
                      <c:pt idx="95">
                        <c:v>625.96469147111111</c:v>
                      </c:pt>
                      <c:pt idx="96">
                        <c:v>429.93701373777776</c:v>
                      </c:pt>
                      <c:pt idx="97">
                        <c:v>262.7349736422222</c:v>
                      </c:pt>
                      <c:pt idx="98">
                        <c:v>157.51524019555555</c:v>
                      </c:pt>
                      <c:pt idx="99">
                        <c:v>104.67983437777778</c:v>
                      </c:pt>
                      <c:pt idx="100">
                        <c:v>85.64545101111112</c:v>
                      </c:pt>
                      <c:pt idx="101">
                        <c:v>112.95929064000001</c:v>
                      </c:pt>
                      <c:pt idx="102">
                        <c:v>220.57019780000002</c:v>
                      </c:pt>
                      <c:pt idx="103">
                        <c:v>314.70994725555556</c:v>
                      </c:pt>
                      <c:pt idx="104">
                        <c:v>374.35736557555555</c:v>
                      </c:pt>
                      <c:pt idx="105">
                        <c:v>403.62360265333331</c:v>
                      </c:pt>
                      <c:pt idx="106">
                        <c:v>438.64066088222222</c:v>
                      </c:pt>
                      <c:pt idx="107">
                        <c:v>494.12246354444443</c:v>
                      </c:pt>
                      <c:pt idx="108">
                        <c:v>527.6478103355555</c:v>
                      </c:pt>
                      <c:pt idx="109">
                        <c:v>591.33899686666666</c:v>
                      </c:pt>
                      <c:pt idx="110">
                        <c:v>595.39291294444445</c:v>
                      </c:pt>
                      <c:pt idx="111">
                        <c:v>566.50797303333331</c:v>
                      </c:pt>
                      <c:pt idx="112">
                        <c:v>533.60232716444443</c:v>
                      </c:pt>
                      <c:pt idx="113">
                        <c:v>547.55580246444447</c:v>
                      </c:pt>
                      <c:pt idx="114">
                        <c:v>545.34189796222222</c:v>
                      </c:pt>
                      <c:pt idx="115">
                        <c:v>636.7378474777779</c:v>
                      </c:pt>
                      <c:pt idx="116">
                        <c:v>722.27997327555545</c:v>
                      </c:pt>
                      <c:pt idx="117">
                        <c:v>809.80734481555555</c:v>
                      </c:pt>
                      <c:pt idx="118">
                        <c:v>775.53377567999996</c:v>
                      </c:pt>
                      <c:pt idx="119">
                        <c:v>633.81932209111108</c:v>
                      </c:pt>
                      <c:pt idx="120">
                        <c:v>436.50996679111108</c:v>
                      </c:pt>
                      <c:pt idx="121">
                        <c:v>266.35736470888895</c:v>
                      </c:pt>
                      <c:pt idx="122">
                        <c:v>158.05782522444446</c:v>
                      </c:pt>
                      <c:pt idx="123">
                        <c:v>104.1656087088889</c:v>
                      </c:pt>
                      <c:pt idx="124">
                        <c:v>84.939488948888879</c:v>
                      </c:pt>
                      <c:pt idx="125">
                        <c:v>112.45670238666668</c:v>
                      </c:pt>
                      <c:pt idx="126">
                        <c:v>221.95507558666665</c:v>
                      </c:pt>
                      <c:pt idx="127">
                        <c:v>317.88468393777777</c:v>
                      </c:pt>
                      <c:pt idx="128">
                        <c:v>377.87623958</c:v>
                      </c:pt>
                      <c:pt idx="129">
                        <c:v>408.77901698222223</c:v>
                      </c:pt>
                      <c:pt idx="130">
                        <c:v>448.06841355777777</c:v>
                      </c:pt>
                      <c:pt idx="131">
                        <c:v>497.09313849333336</c:v>
                      </c:pt>
                      <c:pt idx="132">
                        <c:v>542.69205091777781</c:v>
                      </c:pt>
                      <c:pt idx="133">
                        <c:v>631.64412221777786</c:v>
                      </c:pt>
                      <c:pt idx="134">
                        <c:v>638.36731848444435</c:v>
                      </c:pt>
                      <c:pt idx="135">
                        <c:v>597.69258047111111</c:v>
                      </c:pt>
                      <c:pt idx="136">
                        <c:v>541.4178037866667</c:v>
                      </c:pt>
                      <c:pt idx="137">
                        <c:v>551.73706886444438</c:v>
                      </c:pt>
                      <c:pt idx="138">
                        <c:v>589.72787065111117</c:v>
                      </c:pt>
                      <c:pt idx="139">
                        <c:v>676.5709985777778</c:v>
                      </c:pt>
                      <c:pt idx="140">
                        <c:v>730.79211826222217</c:v>
                      </c:pt>
                      <c:pt idx="141">
                        <c:v>811.89061596444435</c:v>
                      </c:pt>
                      <c:pt idx="142">
                        <c:v>776.93187592888876</c:v>
                      </c:pt>
                      <c:pt idx="143">
                        <c:v>634.97085111555555</c:v>
                      </c:pt>
                      <c:pt idx="144">
                        <c:v>451.06238243111108</c:v>
                      </c:pt>
                      <c:pt idx="145">
                        <c:v>279.72849721777777</c:v>
                      </c:pt>
                      <c:pt idx="146">
                        <c:v>171.09724537333332</c:v>
                      </c:pt>
                      <c:pt idx="147">
                        <c:v>107.86087850222223</c:v>
                      </c:pt>
                      <c:pt idx="148">
                        <c:v>86.367159380000004</c:v>
                      </c:pt>
                      <c:pt idx="149">
                        <c:v>114.85422780666667</c:v>
                      </c:pt>
                      <c:pt idx="150">
                        <c:v>227.95338816222224</c:v>
                      </c:pt>
                      <c:pt idx="151">
                        <c:v>322.71304146222224</c:v>
                      </c:pt>
                      <c:pt idx="152">
                        <c:v>383.70217140444447</c:v>
                      </c:pt>
                      <c:pt idx="153">
                        <c:v>412.36550004444445</c:v>
                      </c:pt>
                      <c:pt idx="154">
                        <c:v>446.35237390444445</c:v>
                      </c:pt>
                      <c:pt idx="155">
                        <c:v>497.07172468666664</c:v>
                      </c:pt>
                      <c:pt idx="156">
                        <c:v>529.93453408222217</c:v>
                      </c:pt>
                      <c:pt idx="157">
                        <c:v>592.90999477333344</c:v>
                      </c:pt>
                      <c:pt idx="158">
                        <c:v>600.43904526222229</c:v>
                      </c:pt>
                      <c:pt idx="159">
                        <c:v>571.16707559333327</c:v>
                      </c:pt>
                      <c:pt idx="160">
                        <c:v>545.2306703733334</c:v>
                      </c:pt>
                      <c:pt idx="161">
                        <c:v>560.71118512666669</c:v>
                      </c:pt>
                      <c:pt idx="162">
                        <c:v>558.55169002666662</c:v>
                      </c:pt>
                      <c:pt idx="163">
                        <c:v>643.89455956444453</c:v>
                      </c:pt>
                      <c:pt idx="164">
                        <c:v>722.82180321999988</c:v>
                      </c:pt>
                      <c:pt idx="165">
                        <c:v>801.60050164000006</c:v>
                      </c:pt>
                      <c:pt idx="166">
                        <c:v>773.39527874666669</c:v>
                      </c:pt>
                      <c:pt idx="167">
                        <c:v>629.05748820444444</c:v>
                      </c:pt>
                      <c:pt idx="168">
                        <c:v>436.38542281777779</c:v>
                      </c:pt>
                      <c:pt idx="169">
                        <c:v>268.50560523111113</c:v>
                      </c:pt>
                      <c:pt idx="170">
                        <c:v>161.96923022444446</c:v>
                      </c:pt>
                      <c:pt idx="171">
                        <c:v>107.26091429555555</c:v>
                      </c:pt>
                      <c:pt idx="172">
                        <c:v>88.089674055555548</c:v>
                      </c:pt>
                      <c:pt idx="173">
                        <c:v>116.98890393555556</c:v>
                      </c:pt>
                      <c:pt idx="174">
                        <c:v>232.84332767333333</c:v>
                      </c:pt>
                      <c:pt idx="175">
                        <c:v>337.20982155999997</c:v>
                      </c:pt>
                      <c:pt idx="176">
                        <c:v>412.93748725111112</c:v>
                      </c:pt>
                      <c:pt idx="177">
                        <c:v>461.49260663333337</c:v>
                      </c:pt>
                      <c:pt idx="178">
                        <c:v>477.44269597111105</c:v>
                      </c:pt>
                      <c:pt idx="179">
                        <c:v>516.05238975111104</c:v>
                      </c:pt>
                      <c:pt idx="180">
                        <c:v>556.92814224222229</c:v>
                      </c:pt>
                      <c:pt idx="181">
                        <c:v>621.93520780444442</c:v>
                      </c:pt>
                      <c:pt idx="182">
                        <c:v>625.69702857777781</c:v>
                      </c:pt>
                      <c:pt idx="183">
                        <c:v>592.15715465555559</c:v>
                      </c:pt>
                      <c:pt idx="184">
                        <c:v>551.15574783555553</c:v>
                      </c:pt>
                      <c:pt idx="185">
                        <c:v>560.90523749555553</c:v>
                      </c:pt>
                      <c:pt idx="186">
                        <c:v>569.07230912444447</c:v>
                      </c:pt>
                      <c:pt idx="187">
                        <c:v>663.67206964888885</c:v>
                      </c:pt>
                      <c:pt idx="188">
                        <c:v>739.96596962000001</c:v>
                      </c:pt>
                      <c:pt idx="189">
                        <c:v>814.28561930000001</c:v>
                      </c:pt>
                      <c:pt idx="190">
                        <c:v>797.35888561333343</c:v>
                      </c:pt>
                      <c:pt idx="191">
                        <c:v>675.91605186888887</c:v>
                      </c:pt>
                      <c:pt idx="192">
                        <c:v>496.45999240444445</c:v>
                      </c:pt>
                      <c:pt idx="193">
                        <c:v>321.02266032</c:v>
                      </c:pt>
                      <c:pt idx="194">
                        <c:v>196.31937638666665</c:v>
                      </c:pt>
                      <c:pt idx="195">
                        <c:v>130.08385310444444</c:v>
                      </c:pt>
                      <c:pt idx="196">
                        <c:v>98.982734711111121</c:v>
                      </c:pt>
                      <c:pt idx="197">
                        <c:v>113.42201803555555</c:v>
                      </c:pt>
                      <c:pt idx="198">
                        <c:v>204.94685891777777</c:v>
                      </c:pt>
                      <c:pt idx="199">
                        <c:v>298.00181789999999</c:v>
                      </c:pt>
                      <c:pt idx="200">
                        <c:v>395.92112997777781</c:v>
                      </c:pt>
                      <c:pt idx="201">
                        <c:v>460.28727485111119</c:v>
                      </c:pt>
                      <c:pt idx="202">
                        <c:v>515.08802140444448</c:v>
                      </c:pt>
                      <c:pt idx="203">
                        <c:v>572.40401386888891</c:v>
                      </c:pt>
                      <c:pt idx="204">
                        <c:v>577.1639135555555</c:v>
                      </c:pt>
                      <c:pt idx="205">
                        <c:v>621.58295412000007</c:v>
                      </c:pt>
                      <c:pt idx="206">
                        <c:v>713.86728273111123</c:v>
                      </c:pt>
                      <c:pt idx="207">
                        <c:v>657.86845108</c:v>
                      </c:pt>
                      <c:pt idx="208">
                        <c:v>594.48433982666666</c:v>
                      </c:pt>
                      <c:pt idx="209">
                        <c:v>597.18778012222219</c:v>
                      </c:pt>
                      <c:pt idx="210">
                        <c:v>591.67281625777775</c:v>
                      </c:pt>
                      <c:pt idx="211">
                        <c:v>679.46988776888884</c:v>
                      </c:pt>
                      <c:pt idx="212">
                        <c:v>759.42241166888891</c:v>
                      </c:pt>
                      <c:pt idx="213">
                        <c:v>834.40243222888898</c:v>
                      </c:pt>
                      <c:pt idx="214">
                        <c:v>819.09726715555564</c:v>
                      </c:pt>
                      <c:pt idx="215">
                        <c:v>689.45344547333332</c:v>
                      </c:pt>
                      <c:pt idx="216">
                        <c:v>499.47275182444446</c:v>
                      </c:pt>
                      <c:pt idx="217">
                        <c:v>317.3087898511111</c:v>
                      </c:pt>
                      <c:pt idx="218">
                        <c:v>193.52043905111111</c:v>
                      </c:pt>
                      <c:pt idx="219">
                        <c:v>123.57221566888889</c:v>
                      </c:pt>
                      <c:pt idx="220">
                        <c:v>94.111108111111122</c:v>
                      </c:pt>
                      <c:pt idx="221">
                        <c:v>113.32064468222222</c:v>
                      </c:pt>
                      <c:pt idx="222">
                        <c:v>212.44509319111111</c:v>
                      </c:pt>
                      <c:pt idx="223">
                        <c:v>309.76764610444445</c:v>
                      </c:pt>
                      <c:pt idx="224">
                        <c:v>394.82005009777777</c:v>
                      </c:pt>
                      <c:pt idx="225">
                        <c:v>440.10712941999998</c:v>
                      </c:pt>
                      <c:pt idx="226">
                        <c:v>476.75949510222227</c:v>
                      </c:pt>
                      <c:pt idx="227">
                        <c:v>523.52965926444449</c:v>
                      </c:pt>
                      <c:pt idx="228">
                        <c:v>548.85406322888889</c:v>
                      </c:pt>
                      <c:pt idx="229">
                        <c:v>631.65972821777768</c:v>
                      </c:pt>
                      <c:pt idx="230">
                        <c:v>653.51015565333341</c:v>
                      </c:pt>
                      <c:pt idx="231">
                        <c:v>611.65440781777772</c:v>
                      </c:pt>
                      <c:pt idx="232">
                        <c:v>560.14463726444444</c:v>
                      </c:pt>
                      <c:pt idx="233">
                        <c:v>570.68122426666673</c:v>
                      </c:pt>
                      <c:pt idx="234">
                        <c:v>576.70316627777765</c:v>
                      </c:pt>
                      <c:pt idx="235">
                        <c:v>658.89126276888896</c:v>
                      </c:pt>
                      <c:pt idx="236">
                        <c:v>751.11773210666661</c:v>
                      </c:pt>
                      <c:pt idx="237">
                        <c:v>827.46555238444444</c:v>
                      </c:pt>
                      <c:pt idx="238">
                        <c:v>780.70253912444457</c:v>
                      </c:pt>
                      <c:pt idx="239">
                        <c:v>630.34359381555544</c:v>
                      </c:pt>
                      <c:pt idx="240">
                        <c:v>432.68198486444442</c:v>
                      </c:pt>
                      <c:pt idx="241">
                        <c:v>266.04438030888889</c:v>
                      </c:pt>
                      <c:pt idx="242">
                        <c:v>160.50822822222221</c:v>
                      </c:pt>
                      <c:pt idx="243">
                        <c:v>107.14328125333333</c:v>
                      </c:pt>
                      <c:pt idx="244">
                        <c:v>87.541792922222228</c:v>
                      </c:pt>
                      <c:pt idx="245">
                        <c:v>110.34104297333334</c:v>
                      </c:pt>
                      <c:pt idx="246">
                        <c:v>219.19513409111113</c:v>
                      </c:pt>
                      <c:pt idx="247">
                        <c:v>311.34663368000002</c:v>
                      </c:pt>
                      <c:pt idx="248">
                        <c:v>377.79509936888888</c:v>
                      </c:pt>
                      <c:pt idx="249">
                        <c:v>400.76806066</c:v>
                      </c:pt>
                      <c:pt idx="250">
                        <c:v>431.44299675555555</c:v>
                      </c:pt>
                      <c:pt idx="251">
                        <c:v>479.82024758222224</c:v>
                      </c:pt>
                      <c:pt idx="252">
                        <c:v>517.42696535111111</c:v>
                      </c:pt>
                      <c:pt idx="253">
                        <c:v>581.5141612577778</c:v>
                      </c:pt>
                      <c:pt idx="254">
                        <c:v>590.40184066888889</c:v>
                      </c:pt>
                      <c:pt idx="255">
                        <c:v>561.50291594666669</c:v>
                      </c:pt>
                      <c:pt idx="256">
                        <c:v>544.93479817111108</c:v>
                      </c:pt>
                      <c:pt idx="257">
                        <c:v>568.67046050444446</c:v>
                      </c:pt>
                      <c:pt idx="258">
                        <c:v>572.85198023555563</c:v>
                      </c:pt>
                      <c:pt idx="259">
                        <c:v>653.07652923111107</c:v>
                      </c:pt>
                      <c:pt idx="260">
                        <c:v>739.62580496444434</c:v>
                      </c:pt>
                      <c:pt idx="261">
                        <c:v>807.47460311111104</c:v>
                      </c:pt>
                      <c:pt idx="262">
                        <c:v>768.23526695777764</c:v>
                      </c:pt>
                      <c:pt idx="263">
                        <c:v>611.09451333555546</c:v>
                      </c:pt>
                      <c:pt idx="264">
                        <c:v>421.40084657555565</c:v>
                      </c:pt>
                      <c:pt idx="265">
                        <c:v>254.74609502444446</c:v>
                      </c:pt>
                      <c:pt idx="266">
                        <c:v>153.07129217333332</c:v>
                      </c:pt>
                      <c:pt idx="267">
                        <c:v>102.89977763111111</c:v>
                      </c:pt>
                      <c:pt idx="268">
                        <c:v>85.092986442222212</c:v>
                      </c:pt>
                      <c:pt idx="269">
                        <c:v>110.31915136666667</c:v>
                      </c:pt>
                      <c:pt idx="270">
                        <c:v>225.05031841777776</c:v>
                      </c:pt>
                      <c:pt idx="271">
                        <c:v>321.94905392888887</c:v>
                      </c:pt>
                      <c:pt idx="272">
                        <c:v>381.10154143111106</c:v>
                      </c:pt>
                      <c:pt idx="273">
                        <c:v>407.55102872666669</c:v>
                      </c:pt>
                      <c:pt idx="274">
                        <c:v>442.05318714444451</c:v>
                      </c:pt>
                      <c:pt idx="275">
                        <c:v>493.17639062222219</c:v>
                      </c:pt>
                      <c:pt idx="276">
                        <c:v>528.32937975111111</c:v>
                      </c:pt>
                      <c:pt idx="277">
                        <c:v>590.59971782666662</c:v>
                      </c:pt>
                      <c:pt idx="278">
                        <c:v>592.24774401333332</c:v>
                      </c:pt>
                      <c:pt idx="279">
                        <c:v>563.2602389133333</c:v>
                      </c:pt>
                      <c:pt idx="280">
                        <c:v>547.18933247777784</c:v>
                      </c:pt>
                      <c:pt idx="281">
                        <c:v>564.85258701111104</c:v>
                      </c:pt>
                      <c:pt idx="282">
                        <c:v>570.37919237333335</c:v>
                      </c:pt>
                      <c:pt idx="283">
                        <c:v>660.25607139777765</c:v>
                      </c:pt>
                      <c:pt idx="284">
                        <c:v>750.05804183777786</c:v>
                      </c:pt>
                      <c:pt idx="285">
                        <c:v>820.16562802222211</c:v>
                      </c:pt>
                      <c:pt idx="286">
                        <c:v>769.33352314888884</c:v>
                      </c:pt>
                      <c:pt idx="287">
                        <c:v>610.58648270666663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B-3B6C-47C2-956F-045AF7A440C3}"/>
                  </c:ext>
                </c:extLst>
              </c15:ser>
            </c15:filteredLineSeries>
            <c15:filteredLineSeries>
              <c15:ser>
                <c:idx val="40"/>
                <c:order val="4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12-10-2026'!$AP$1</c15:sqref>
                        </c15:formulaRef>
                      </c:ext>
                    </c:extLst>
                    <c:strCache>
                      <c:ptCount val="1"/>
                      <c:pt idx="0">
                        <c:v>Ericsson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4"/>
                    <c:layout>
                      <c:manualLayout>
                        <c:x val="-1.6729221347331687E-2"/>
                        <c:y val="-2.5428331875182269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2C-3B6C-47C2-956F-045AF7A440C3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12-10-2026'!$AP$2:$AP$289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386.60350564410498</c:v>
                      </c:pt>
                      <c:pt idx="1">
                        <c:v>245.16129559259338</c:v>
                      </c:pt>
                      <c:pt idx="2">
                        <c:v>147.21644328775108</c:v>
                      </c:pt>
                      <c:pt idx="3">
                        <c:v>91.205197546251071</c:v>
                      </c:pt>
                      <c:pt idx="4">
                        <c:v>66.482005708639932</c:v>
                      </c:pt>
                      <c:pt idx="5">
                        <c:v>70.259212821831085</c:v>
                      </c:pt>
                      <c:pt idx="6">
                        <c:v>137.71113985800216</c:v>
                      </c:pt>
                      <c:pt idx="7">
                        <c:v>215.5049687436711</c:v>
                      </c:pt>
                      <c:pt idx="8">
                        <c:v>270.71575144249778</c:v>
                      </c:pt>
                      <c:pt idx="9">
                        <c:v>296.56251124511118</c:v>
                      </c:pt>
                      <c:pt idx="10">
                        <c:v>331.48673328764443</c:v>
                      </c:pt>
                      <c:pt idx="11">
                        <c:v>373.96975544965807</c:v>
                      </c:pt>
                      <c:pt idx="12">
                        <c:v>407.00301091129575</c:v>
                      </c:pt>
                      <c:pt idx="13">
                        <c:v>449.44642273016041</c:v>
                      </c:pt>
                      <c:pt idx="14">
                        <c:v>475.96814329268881</c:v>
                      </c:pt>
                      <c:pt idx="15">
                        <c:v>468.44990349269113</c:v>
                      </c:pt>
                      <c:pt idx="16">
                        <c:v>420.36563977599599</c:v>
                      </c:pt>
                      <c:pt idx="17">
                        <c:v>436.36511787823645</c:v>
                      </c:pt>
                      <c:pt idx="18">
                        <c:v>432.88583559956464</c:v>
                      </c:pt>
                      <c:pt idx="19">
                        <c:v>476.37390203239272</c:v>
                      </c:pt>
                      <c:pt idx="20">
                        <c:v>525.38486659458908</c:v>
                      </c:pt>
                      <c:pt idx="21">
                        <c:v>626.41420283590821</c:v>
                      </c:pt>
                      <c:pt idx="22">
                        <c:v>645.274788042816</c:v>
                      </c:pt>
                      <c:pt idx="23">
                        <c:v>570.22215192449119</c:v>
                      </c:pt>
                      <c:pt idx="24">
                        <c:v>432.22912391254641</c:v>
                      </c:pt>
                      <c:pt idx="25">
                        <c:v>281.62009581831103</c:v>
                      </c:pt>
                      <c:pt idx="26">
                        <c:v>167.91818994929778</c:v>
                      </c:pt>
                      <c:pt idx="27">
                        <c:v>110.03591135564676</c:v>
                      </c:pt>
                      <c:pt idx="28">
                        <c:v>75.438670569502207</c:v>
                      </c:pt>
                      <c:pt idx="29">
                        <c:v>69.819779256044413</c:v>
                      </c:pt>
                      <c:pt idx="30">
                        <c:v>118.01445137529333</c:v>
                      </c:pt>
                      <c:pt idx="31">
                        <c:v>171.96786983836884</c:v>
                      </c:pt>
                      <c:pt idx="32">
                        <c:v>245.41476177596445</c:v>
                      </c:pt>
                      <c:pt idx="33">
                        <c:v>308.31996001778219</c:v>
                      </c:pt>
                      <c:pt idx="34">
                        <c:v>362.53692700547799</c:v>
                      </c:pt>
                      <c:pt idx="35">
                        <c:v>414.55342621237583</c:v>
                      </c:pt>
                      <c:pt idx="36">
                        <c:v>431.95538830933708</c:v>
                      </c:pt>
                      <c:pt idx="37">
                        <c:v>445.2464112703762</c:v>
                      </c:pt>
                      <c:pt idx="38">
                        <c:v>553.10252250423105</c:v>
                      </c:pt>
                      <c:pt idx="39">
                        <c:v>528.46637731088606</c:v>
                      </c:pt>
                      <c:pt idx="40">
                        <c:v>445.8517539026692</c:v>
                      </c:pt>
                      <c:pt idx="41">
                        <c:v>448.997900473595</c:v>
                      </c:pt>
                      <c:pt idx="42">
                        <c:v>442.68819667684215</c:v>
                      </c:pt>
                      <c:pt idx="43">
                        <c:v>494.20947967166842</c:v>
                      </c:pt>
                      <c:pt idx="44">
                        <c:v>547.06492134983239</c:v>
                      </c:pt>
                      <c:pt idx="45">
                        <c:v>655.94801696225511</c:v>
                      </c:pt>
                      <c:pt idx="46">
                        <c:v>666.74698438260805</c:v>
                      </c:pt>
                      <c:pt idx="47">
                        <c:v>594.22328559454013</c:v>
                      </c:pt>
                      <c:pt idx="48">
                        <c:v>453.00177221188233</c:v>
                      </c:pt>
                      <c:pt idx="49">
                        <c:v>301.94408026361992</c:v>
                      </c:pt>
                      <c:pt idx="50">
                        <c:v>182.80461919515776</c:v>
                      </c:pt>
                      <c:pt idx="51">
                        <c:v>110.74167289612227</c:v>
                      </c:pt>
                      <c:pt idx="52">
                        <c:v>73.982746475353338</c:v>
                      </c:pt>
                      <c:pt idx="53">
                        <c:v>68.871328258319963</c:v>
                      </c:pt>
                      <c:pt idx="54">
                        <c:v>121.48542086008005</c:v>
                      </c:pt>
                      <c:pt idx="55">
                        <c:v>183.09781279230901</c:v>
                      </c:pt>
                      <c:pt idx="56">
                        <c:v>252.92710057774448</c:v>
                      </c:pt>
                      <c:pt idx="57">
                        <c:v>306.85149520183103</c:v>
                      </c:pt>
                      <c:pt idx="58">
                        <c:v>347.34388559408887</c:v>
                      </c:pt>
                      <c:pt idx="59">
                        <c:v>393.86661480698632</c:v>
                      </c:pt>
                      <c:pt idx="60">
                        <c:v>421.42388880117153</c:v>
                      </c:pt>
                      <c:pt idx="61">
                        <c:v>475.03589959799586</c:v>
                      </c:pt>
                      <c:pt idx="62">
                        <c:v>512.48819892895972</c:v>
                      </c:pt>
                      <c:pt idx="63">
                        <c:v>495.58884481265375</c:v>
                      </c:pt>
                      <c:pt idx="64">
                        <c:v>434.58294364046435</c:v>
                      </c:pt>
                      <c:pt idx="65">
                        <c:v>444.17452183456282</c:v>
                      </c:pt>
                      <c:pt idx="66">
                        <c:v>438.99866204112175</c:v>
                      </c:pt>
                      <c:pt idx="67">
                        <c:v>481.85863463290514</c:v>
                      </c:pt>
                      <c:pt idx="68">
                        <c:v>529.61242522092596</c:v>
                      </c:pt>
                      <c:pt idx="69">
                        <c:v>632.00670378584505</c:v>
                      </c:pt>
                      <c:pt idx="70">
                        <c:v>638.925761009094</c:v>
                      </c:pt>
                      <c:pt idx="71">
                        <c:v>543.92401143760412</c:v>
                      </c:pt>
                      <c:pt idx="72">
                        <c:v>386.34660718258243</c:v>
                      </c:pt>
                      <c:pt idx="73">
                        <c:v>240.67281852390673</c:v>
                      </c:pt>
                      <c:pt idx="74">
                        <c:v>142.73030667165557</c:v>
                      </c:pt>
                      <c:pt idx="75">
                        <c:v>88.763341001640043</c:v>
                      </c:pt>
                      <c:pt idx="76">
                        <c:v>64.372898732348915</c:v>
                      </c:pt>
                      <c:pt idx="77">
                        <c:v>66.614422009319952</c:v>
                      </c:pt>
                      <c:pt idx="78">
                        <c:v>131.33967254558661</c:v>
                      </c:pt>
                      <c:pt idx="79">
                        <c:v>205.49970324072882</c:v>
                      </c:pt>
                      <c:pt idx="80">
                        <c:v>261.09062516041774</c:v>
                      </c:pt>
                      <c:pt idx="81">
                        <c:v>290.90044284273552</c:v>
                      </c:pt>
                      <c:pt idx="82">
                        <c:v>324.9295646636179</c:v>
                      </c:pt>
                      <c:pt idx="83">
                        <c:v>367.1380538682443</c:v>
                      </c:pt>
                      <c:pt idx="84">
                        <c:v>396.24071379155828</c:v>
                      </c:pt>
                      <c:pt idx="85">
                        <c:v>432.67282592676219</c:v>
                      </c:pt>
                      <c:pt idx="86">
                        <c:v>452.98655780098238</c:v>
                      </c:pt>
                      <c:pt idx="87">
                        <c:v>442.66900567695558</c:v>
                      </c:pt>
                      <c:pt idx="88">
                        <c:v>409.98296963138938</c:v>
                      </c:pt>
                      <c:pt idx="89">
                        <c:v>433.74063306221103</c:v>
                      </c:pt>
                      <c:pt idx="90">
                        <c:v>426.58872523171277</c:v>
                      </c:pt>
                      <c:pt idx="91">
                        <c:v>477.69328544958012</c:v>
                      </c:pt>
                      <c:pt idx="92">
                        <c:v>528.85937114040883</c:v>
                      </c:pt>
                      <c:pt idx="93">
                        <c:v>633.95870763705148</c:v>
                      </c:pt>
                      <c:pt idx="94">
                        <c:v>634.57062401476185</c:v>
                      </c:pt>
                      <c:pt idx="95">
                        <c:v>529.64714352583769</c:v>
                      </c:pt>
                      <c:pt idx="96">
                        <c:v>371.53441672564242</c:v>
                      </c:pt>
                      <c:pt idx="97">
                        <c:v>230.3035495182823</c:v>
                      </c:pt>
                      <c:pt idx="98">
                        <c:v>135.32322542037991</c:v>
                      </c:pt>
                      <c:pt idx="99">
                        <c:v>84.592778554644411</c:v>
                      </c:pt>
                      <c:pt idx="100">
                        <c:v>62.523685425317709</c:v>
                      </c:pt>
                      <c:pt idx="101">
                        <c:v>64.969937166295566</c:v>
                      </c:pt>
                      <c:pt idx="102">
                        <c:v>132.29468755371337</c:v>
                      </c:pt>
                      <c:pt idx="103">
                        <c:v>210.84145186593784</c:v>
                      </c:pt>
                      <c:pt idx="104">
                        <c:v>265.39677138740444</c:v>
                      </c:pt>
                      <c:pt idx="105">
                        <c:v>292.72282467618891</c:v>
                      </c:pt>
                      <c:pt idx="106">
                        <c:v>327.03245481389786</c:v>
                      </c:pt>
                      <c:pt idx="107">
                        <c:v>372.53135097799617</c:v>
                      </c:pt>
                      <c:pt idx="108">
                        <c:v>402.1412757337111</c:v>
                      </c:pt>
                      <c:pt idx="109">
                        <c:v>438.59229428221494</c:v>
                      </c:pt>
                      <c:pt idx="110">
                        <c:v>457.05637118159564</c:v>
                      </c:pt>
                      <c:pt idx="111">
                        <c:v>447.13951245999169</c:v>
                      </c:pt>
                      <c:pt idx="112">
                        <c:v>412.42250356361319</c:v>
                      </c:pt>
                      <c:pt idx="113">
                        <c:v>435.24978883891316</c:v>
                      </c:pt>
                      <c:pt idx="114">
                        <c:v>430.13843791680955</c:v>
                      </c:pt>
                      <c:pt idx="115">
                        <c:v>480.88226959348867</c:v>
                      </c:pt>
                      <c:pt idx="116">
                        <c:v>532.95760809481476</c:v>
                      </c:pt>
                      <c:pt idx="117">
                        <c:v>643.93071307494654</c:v>
                      </c:pt>
                      <c:pt idx="118">
                        <c:v>639.04493729576677</c:v>
                      </c:pt>
                      <c:pt idx="119">
                        <c:v>534.08565344773558</c:v>
                      </c:pt>
                      <c:pt idx="120">
                        <c:v>371.6933338574687</c:v>
                      </c:pt>
                      <c:pt idx="121">
                        <c:v>229.45479469406001</c:v>
                      </c:pt>
                      <c:pt idx="122">
                        <c:v>134.34137721623995</c:v>
                      </c:pt>
                      <c:pt idx="123">
                        <c:v>83.745977703346682</c:v>
                      </c:pt>
                      <c:pt idx="124">
                        <c:v>62.19107698275554</c:v>
                      </c:pt>
                      <c:pt idx="125">
                        <c:v>65.958818177611079</c:v>
                      </c:pt>
                      <c:pt idx="126">
                        <c:v>135.89844599772661</c:v>
                      </c:pt>
                      <c:pt idx="127">
                        <c:v>216.64129433813787</c:v>
                      </c:pt>
                      <c:pt idx="128">
                        <c:v>272.07982506086222</c:v>
                      </c:pt>
                      <c:pt idx="129">
                        <c:v>300.07716238454896</c:v>
                      </c:pt>
                      <c:pt idx="130">
                        <c:v>333.46894239570224</c:v>
                      </c:pt>
                      <c:pt idx="131">
                        <c:v>373.77418297142469</c:v>
                      </c:pt>
                      <c:pt idx="132">
                        <c:v>412.10346500408832</c:v>
                      </c:pt>
                      <c:pt idx="133">
                        <c:v>471.95264731546831</c:v>
                      </c:pt>
                      <c:pt idx="134">
                        <c:v>490.76310033263775</c:v>
                      </c:pt>
                      <c:pt idx="135">
                        <c:v>471.61661509203981</c:v>
                      </c:pt>
                      <c:pt idx="136">
                        <c:v>418.83587541277535</c:v>
                      </c:pt>
                      <c:pt idx="137">
                        <c:v>440.45000064253588</c:v>
                      </c:pt>
                      <c:pt idx="138">
                        <c:v>477.90105183713729</c:v>
                      </c:pt>
                      <c:pt idx="139">
                        <c:v>534.68647131523608</c:v>
                      </c:pt>
                      <c:pt idx="140">
                        <c:v>549.57235537476481</c:v>
                      </c:pt>
                      <c:pt idx="141">
                        <c:v>653.7045329682021</c:v>
                      </c:pt>
                      <c:pt idx="142">
                        <c:v>643.44220745562859</c:v>
                      </c:pt>
                      <c:pt idx="143">
                        <c:v>535.23421949377041</c:v>
                      </c:pt>
                      <c:pt idx="144">
                        <c:v>386.90184919258047</c:v>
                      </c:pt>
                      <c:pt idx="145">
                        <c:v>240.27980252123791</c:v>
                      </c:pt>
                      <c:pt idx="146">
                        <c:v>147.13318655936229</c:v>
                      </c:pt>
                      <c:pt idx="147">
                        <c:v>87.34992497367773</c:v>
                      </c:pt>
                      <c:pt idx="148">
                        <c:v>64.134969168366595</c:v>
                      </c:pt>
                      <c:pt idx="149">
                        <c:v>68.006322042682285</c:v>
                      </c:pt>
                      <c:pt idx="150">
                        <c:v>137.99743780015334</c:v>
                      </c:pt>
                      <c:pt idx="151">
                        <c:v>219.82455658450223</c:v>
                      </c:pt>
                      <c:pt idx="152">
                        <c:v>277.78911923588663</c:v>
                      </c:pt>
                      <c:pt idx="153">
                        <c:v>302.53548515288452</c:v>
                      </c:pt>
                      <c:pt idx="154">
                        <c:v>334.65201694242666</c:v>
                      </c:pt>
                      <c:pt idx="155">
                        <c:v>372.38976052647718</c:v>
                      </c:pt>
                      <c:pt idx="156">
                        <c:v>401.62494173016626</c:v>
                      </c:pt>
                      <c:pt idx="157">
                        <c:v>438.3814513968311</c:v>
                      </c:pt>
                      <c:pt idx="158">
                        <c:v>460.29842876118909</c:v>
                      </c:pt>
                      <c:pt idx="159">
                        <c:v>452.1858805474443</c:v>
                      </c:pt>
                      <c:pt idx="160">
                        <c:v>421.56764197738676</c:v>
                      </c:pt>
                      <c:pt idx="161">
                        <c:v>449.23142595753171</c:v>
                      </c:pt>
                      <c:pt idx="162">
                        <c:v>443.33912370576888</c:v>
                      </c:pt>
                      <c:pt idx="163">
                        <c:v>496.99095164504655</c:v>
                      </c:pt>
                      <c:pt idx="164">
                        <c:v>541.57202125924198</c:v>
                      </c:pt>
                      <c:pt idx="165">
                        <c:v>644.19004331535359</c:v>
                      </c:pt>
                      <c:pt idx="166">
                        <c:v>641.11201818123322</c:v>
                      </c:pt>
                      <c:pt idx="167">
                        <c:v>523.66232377338383</c:v>
                      </c:pt>
                      <c:pt idx="168">
                        <c:v>363.87654545171318</c:v>
                      </c:pt>
                      <c:pt idx="169">
                        <c:v>223.00328321585775</c:v>
                      </c:pt>
                      <c:pt idx="170">
                        <c:v>134.20346941779786</c:v>
                      </c:pt>
                      <c:pt idx="171">
                        <c:v>85.339355363971109</c:v>
                      </c:pt>
                      <c:pt idx="172">
                        <c:v>63.875377520595599</c:v>
                      </c:pt>
                      <c:pt idx="173">
                        <c:v>68.888989225991125</c:v>
                      </c:pt>
                      <c:pt idx="174">
                        <c:v>142.56438469636899</c:v>
                      </c:pt>
                      <c:pt idx="175">
                        <c:v>235.12085614463123</c:v>
                      </c:pt>
                      <c:pt idx="176">
                        <c:v>300.69636527059117</c:v>
                      </c:pt>
                      <c:pt idx="177">
                        <c:v>334.92141076150887</c:v>
                      </c:pt>
                      <c:pt idx="178">
                        <c:v>361.94551344644691</c:v>
                      </c:pt>
                      <c:pt idx="179">
                        <c:v>394.26108879168015</c:v>
                      </c:pt>
                      <c:pt idx="180">
                        <c:v>421.21934682632173</c:v>
                      </c:pt>
                      <c:pt idx="181">
                        <c:v>459.17470766707999</c:v>
                      </c:pt>
                      <c:pt idx="182">
                        <c:v>478.88155392768658</c:v>
                      </c:pt>
                      <c:pt idx="183">
                        <c:v>469.26395330273829</c:v>
                      </c:pt>
                      <c:pt idx="184">
                        <c:v>426.817469438628</c:v>
                      </c:pt>
                      <c:pt idx="185">
                        <c:v>446.54356761850022</c:v>
                      </c:pt>
                      <c:pt idx="186">
                        <c:v>442.69228313878523</c:v>
                      </c:pt>
                      <c:pt idx="187">
                        <c:v>506.20172431860465</c:v>
                      </c:pt>
                      <c:pt idx="188">
                        <c:v>546.59516761298005</c:v>
                      </c:pt>
                      <c:pt idx="189">
                        <c:v>643.29147849788023</c:v>
                      </c:pt>
                      <c:pt idx="190">
                        <c:v>651.35721297067016</c:v>
                      </c:pt>
                      <c:pt idx="191">
                        <c:v>562.08356702503772</c:v>
                      </c:pt>
                      <c:pt idx="192">
                        <c:v>418.88060371826498</c:v>
                      </c:pt>
                      <c:pt idx="193">
                        <c:v>276.78050024361784</c:v>
                      </c:pt>
                      <c:pt idx="194">
                        <c:v>172.1153630834599</c:v>
                      </c:pt>
                      <c:pt idx="195">
                        <c:v>109.91726684200452</c:v>
                      </c:pt>
                      <c:pt idx="196">
                        <c:v>75.805860401400025</c:v>
                      </c:pt>
                      <c:pt idx="197">
                        <c:v>68.593712531759962</c:v>
                      </c:pt>
                      <c:pt idx="198">
                        <c:v>120.93304884871786</c:v>
                      </c:pt>
                      <c:pt idx="199">
                        <c:v>182.66259875184454</c:v>
                      </c:pt>
                      <c:pt idx="200">
                        <c:v>257.69126995139129</c:v>
                      </c:pt>
                      <c:pt idx="201">
                        <c:v>319.53563496461993</c:v>
                      </c:pt>
                      <c:pt idx="202">
                        <c:v>370.85363856480171</c:v>
                      </c:pt>
                      <c:pt idx="203">
                        <c:v>424.14865991709826</c:v>
                      </c:pt>
                      <c:pt idx="204">
                        <c:v>434.16325638006651</c:v>
                      </c:pt>
                      <c:pt idx="205">
                        <c:v>450.49265557287123</c:v>
                      </c:pt>
                      <c:pt idx="206">
                        <c:v>555.68840261413072</c:v>
                      </c:pt>
                      <c:pt idx="207">
                        <c:v>526.12668553534877</c:v>
                      </c:pt>
                      <c:pt idx="208">
                        <c:v>450.33924023097251</c:v>
                      </c:pt>
                      <c:pt idx="209">
                        <c:v>459.18557914543851</c:v>
                      </c:pt>
                      <c:pt idx="210">
                        <c:v>447.20512715740261</c:v>
                      </c:pt>
                      <c:pt idx="211">
                        <c:v>514.76818273754282</c:v>
                      </c:pt>
                      <c:pt idx="212">
                        <c:v>559.26216893773949</c:v>
                      </c:pt>
                      <c:pt idx="213">
                        <c:v>660.20519579266249</c:v>
                      </c:pt>
                      <c:pt idx="214">
                        <c:v>675.73171850406845</c:v>
                      </c:pt>
                      <c:pt idx="215">
                        <c:v>580.96856959972479</c:v>
                      </c:pt>
                      <c:pt idx="216">
                        <c:v>427.49620494692908</c:v>
                      </c:pt>
                      <c:pt idx="217">
                        <c:v>275.25568773916666</c:v>
                      </c:pt>
                      <c:pt idx="218">
                        <c:v>165.6945116636355</c:v>
                      </c:pt>
                      <c:pt idx="219">
                        <c:v>100.84680175254449</c:v>
                      </c:pt>
                      <c:pt idx="220">
                        <c:v>69.706657360000008</c:v>
                      </c:pt>
                      <c:pt idx="221">
                        <c:v>66.057518559384505</c:v>
                      </c:pt>
                      <c:pt idx="222">
                        <c:v>122.25656310983112</c:v>
                      </c:pt>
                      <c:pt idx="223">
                        <c:v>190.20608753543769</c:v>
                      </c:pt>
                      <c:pt idx="224">
                        <c:v>261.36448940566231</c:v>
                      </c:pt>
                      <c:pt idx="225">
                        <c:v>312.16380261852441</c:v>
                      </c:pt>
                      <c:pt idx="226">
                        <c:v>350.81802773443775</c:v>
                      </c:pt>
                      <c:pt idx="227">
                        <c:v>393.74668607717092</c:v>
                      </c:pt>
                      <c:pt idx="228">
                        <c:v>417.07053552820486</c:v>
                      </c:pt>
                      <c:pt idx="229">
                        <c:v>474.75950364004046</c:v>
                      </c:pt>
                      <c:pt idx="230">
                        <c:v>511.6548971288961</c:v>
                      </c:pt>
                      <c:pt idx="231">
                        <c:v>493.89524290883332</c:v>
                      </c:pt>
                      <c:pt idx="232">
                        <c:v>434.92641794688313</c:v>
                      </c:pt>
                      <c:pt idx="233">
                        <c:v>452.17559628183801</c:v>
                      </c:pt>
                      <c:pt idx="234">
                        <c:v>445.89169008430235</c:v>
                      </c:pt>
                      <c:pt idx="235">
                        <c:v>502.4203223601483</c:v>
                      </c:pt>
                      <c:pt idx="236">
                        <c:v>556.35116363666862</c:v>
                      </c:pt>
                      <c:pt idx="237">
                        <c:v>662.16579236455107</c:v>
                      </c:pt>
                      <c:pt idx="238">
                        <c:v>641.28179278545849</c:v>
                      </c:pt>
                      <c:pt idx="239">
                        <c:v>527.11307434885828</c:v>
                      </c:pt>
                      <c:pt idx="240">
                        <c:v>363.7713704993181</c:v>
                      </c:pt>
                      <c:pt idx="241">
                        <c:v>225.19539705909571</c:v>
                      </c:pt>
                      <c:pt idx="242">
                        <c:v>132.46087712918884</c:v>
                      </c:pt>
                      <c:pt idx="243">
                        <c:v>83.189600449217735</c:v>
                      </c:pt>
                      <c:pt idx="244">
                        <c:v>61.8173158047911</c:v>
                      </c:pt>
                      <c:pt idx="245">
                        <c:v>64.658093736680001</c:v>
                      </c:pt>
                      <c:pt idx="246">
                        <c:v>133.47583245122212</c:v>
                      </c:pt>
                      <c:pt idx="247">
                        <c:v>213.73682136427774</c:v>
                      </c:pt>
                      <c:pt idx="248">
                        <c:v>267.52695778066669</c:v>
                      </c:pt>
                      <c:pt idx="249">
                        <c:v>292.56594898466449</c:v>
                      </c:pt>
                      <c:pt idx="250">
                        <c:v>327.08333304531988</c:v>
                      </c:pt>
                      <c:pt idx="251">
                        <c:v>371.24973431487956</c:v>
                      </c:pt>
                      <c:pt idx="252">
                        <c:v>400.22765467613323</c:v>
                      </c:pt>
                      <c:pt idx="253">
                        <c:v>440.38526151456927</c:v>
                      </c:pt>
                      <c:pt idx="254">
                        <c:v>461.96707762731137</c:v>
                      </c:pt>
                      <c:pt idx="255">
                        <c:v>453.66296266073556</c:v>
                      </c:pt>
                      <c:pt idx="256">
                        <c:v>426.6331175516616</c:v>
                      </c:pt>
                      <c:pt idx="257">
                        <c:v>463.95674192854642</c:v>
                      </c:pt>
                      <c:pt idx="258">
                        <c:v>451.85493977949506</c:v>
                      </c:pt>
                      <c:pt idx="259">
                        <c:v>504.77085473768363</c:v>
                      </c:pt>
                      <c:pt idx="260">
                        <c:v>552.34238385820231</c:v>
                      </c:pt>
                      <c:pt idx="261">
                        <c:v>649.47449163976216</c:v>
                      </c:pt>
                      <c:pt idx="262">
                        <c:v>634.21627284066676</c:v>
                      </c:pt>
                      <c:pt idx="263">
                        <c:v>509.09764969051781</c:v>
                      </c:pt>
                      <c:pt idx="264">
                        <c:v>344.69117759289162</c:v>
                      </c:pt>
                      <c:pt idx="265">
                        <c:v>207.50910464665333</c:v>
                      </c:pt>
                      <c:pt idx="266">
                        <c:v>121.90065542912882</c:v>
                      </c:pt>
                      <c:pt idx="267">
                        <c:v>78.670048849948913</c:v>
                      </c:pt>
                      <c:pt idx="268">
                        <c:v>59.94322130863555</c:v>
                      </c:pt>
                      <c:pt idx="269">
                        <c:v>63.993030751444508</c:v>
                      </c:pt>
                      <c:pt idx="270">
                        <c:v>134.96555484756891</c:v>
                      </c:pt>
                      <c:pt idx="271">
                        <c:v>220.25202170135557</c:v>
                      </c:pt>
                      <c:pt idx="272">
                        <c:v>272.83407744144893</c:v>
                      </c:pt>
                      <c:pt idx="273">
                        <c:v>297.71594968096883</c:v>
                      </c:pt>
                      <c:pt idx="274">
                        <c:v>330.34910378008658</c:v>
                      </c:pt>
                      <c:pt idx="275">
                        <c:v>374.00473169587548</c:v>
                      </c:pt>
                      <c:pt idx="276">
                        <c:v>401.21474326559132</c:v>
                      </c:pt>
                      <c:pt idx="277">
                        <c:v>439.16955228662204</c:v>
                      </c:pt>
                      <c:pt idx="278">
                        <c:v>458.23712842512396</c:v>
                      </c:pt>
                      <c:pt idx="279">
                        <c:v>450.32090692028703</c:v>
                      </c:pt>
                      <c:pt idx="280">
                        <c:v>423.11886727711368</c:v>
                      </c:pt>
                      <c:pt idx="281">
                        <c:v>451.55728776049187</c:v>
                      </c:pt>
                      <c:pt idx="282">
                        <c:v>439.93440139781728</c:v>
                      </c:pt>
                      <c:pt idx="283">
                        <c:v>503.88318177179565</c:v>
                      </c:pt>
                      <c:pt idx="284">
                        <c:v>558.60586304413141</c:v>
                      </c:pt>
                      <c:pt idx="285">
                        <c:v>661.89229422852486</c:v>
                      </c:pt>
                      <c:pt idx="286">
                        <c:v>642.64219837792439</c:v>
                      </c:pt>
                      <c:pt idx="287">
                        <c:v>513.90790236632949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D-3B6C-47C2-956F-045AF7A440C3}"/>
                  </c:ext>
                </c:extLst>
              </c15:ser>
            </c15:filteredLineSeries>
            <c15:filteredLineSeries>
              <c15:ser>
                <c:idx val="41"/>
                <c:order val="4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12-10-2026'!$AQ$1</c15:sqref>
                        </c15:formulaRef>
                      </c:ext>
                    </c:extLst>
                    <c:strCache>
                      <c:ptCount val="1"/>
                      <c:pt idx="0">
                        <c:v>Total Peak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12-10-2026'!$AQ$2:$AQ$289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848.71045587966046</c:v>
                      </c:pt>
                      <c:pt idx="1">
                        <c:v>535.56845486814882</c:v>
                      </c:pt>
                      <c:pt idx="2">
                        <c:v>320.58907237886217</c:v>
                      </c:pt>
                      <c:pt idx="3">
                        <c:v>203.70706091069553</c:v>
                      </c:pt>
                      <c:pt idx="4">
                        <c:v>156.27096963975103</c:v>
                      </c:pt>
                      <c:pt idx="5">
                        <c:v>188.59770551294218</c:v>
                      </c:pt>
                      <c:pt idx="6">
                        <c:v>362.10296059800214</c:v>
                      </c:pt>
                      <c:pt idx="7">
                        <c:v>538.35350779700445</c:v>
                      </c:pt>
                      <c:pt idx="8">
                        <c:v>656.33958617805331</c:v>
                      </c:pt>
                      <c:pt idx="9">
                        <c:v>711.87977596955557</c:v>
                      </c:pt>
                      <c:pt idx="10">
                        <c:v>786.18412504320008</c:v>
                      </c:pt>
                      <c:pt idx="11">
                        <c:v>881.01582519854696</c:v>
                      </c:pt>
                      <c:pt idx="12">
                        <c:v>954.39161075351797</c:v>
                      </c:pt>
                      <c:pt idx="13">
                        <c:v>1066.0709461434938</c:v>
                      </c:pt>
                      <c:pt idx="14">
                        <c:v>1104.1110932993556</c:v>
                      </c:pt>
                      <c:pt idx="15">
                        <c:v>1069.380727792691</c:v>
                      </c:pt>
                      <c:pt idx="16">
                        <c:v>966.23749058488488</c:v>
                      </c:pt>
                      <c:pt idx="17">
                        <c:v>994.01035072934758</c:v>
                      </c:pt>
                      <c:pt idx="18">
                        <c:v>988.11951631289799</c:v>
                      </c:pt>
                      <c:pt idx="19">
                        <c:v>1122.7207687101704</c:v>
                      </c:pt>
                      <c:pt idx="20">
                        <c:v>1243.9194524457002</c:v>
                      </c:pt>
                      <c:pt idx="21">
                        <c:v>1429.2044789759084</c:v>
                      </c:pt>
                      <c:pt idx="22">
                        <c:v>1439.3650696072605</c:v>
                      </c:pt>
                      <c:pt idx="23">
                        <c:v>1255.4071533111578</c:v>
                      </c:pt>
                      <c:pt idx="24">
                        <c:v>942.39345894365761</c:v>
                      </c:pt>
                      <c:pt idx="25">
                        <c:v>617.49661675164441</c:v>
                      </c:pt>
                      <c:pt idx="26">
                        <c:v>373.70839562040885</c:v>
                      </c:pt>
                      <c:pt idx="27">
                        <c:v>240.85835385120231</c:v>
                      </c:pt>
                      <c:pt idx="28">
                        <c:v>172.05714615616887</c:v>
                      </c:pt>
                      <c:pt idx="29">
                        <c:v>184.77047906271108</c:v>
                      </c:pt>
                      <c:pt idx="30">
                        <c:v>317.27759576640437</c:v>
                      </c:pt>
                      <c:pt idx="31">
                        <c:v>461.66520372059108</c:v>
                      </c:pt>
                      <c:pt idx="32">
                        <c:v>630.22268284707559</c:v>
                      </c:pt>
                      <c:pt idx="33">
                        <c:v>760.66009532000442</c:v>
                      </c:pt>
                      <c:pt idx="34">
                        <c:v>871.70995312770026</c:v>
                      </c:pt>
                      <c:pt idx="35">
                        <c:v>984.98982837682024</c:v>
                      </c:pt>
                      <c:pt idx="36">
                        <c:v>1011.0376763871149</c:v>
                      </c:pt>
                      <c:pt idx="37">
                        <c:v>1065.2922390570429</c:v>
                      </c:pt>
                      <c:pt idx="38">
                        <c:v>1268.1707422397867</c:v>
                      </c:pt>
                      <c:pt idx="39">
                        <c:v>1192.362747721997</c:v>
                      </c:pt>
                      <c:pt idx="40">
                        <c:v>1024.8844133160026</c:v>
                      </c:pt>
                      <c:pt idx="41">
                        <c:v>1028.033168964706</c:v>
                      </c:pt>
                      <c:pt idx="42">
                        <c:v>1012.9367875701754</c:v>
                      </c:pt>
                      <c:pt idx="43">
                        <c:v>1157.0289988650015</c:v>
                      </c:pt>
                      <c:pt idx="44">
                        <c:v>1288.6358059942768</c:v>
                      </c:pt>
                      <c:pt idx="45">
                        <c:v>1489.4500309378107</c:v>
                      </c:pt>
                      <c:pt idx="46">
                        <c:v>1485.0125132470525</c:v>
                      </c:pt>
                      <c:pt idx="47">
                        <c:v>1300.5243884478732</c:v>
                      </c:pt>
                      <c:pt idx="48">
                        <c:v>979.06058060299347</c:v>
                      </c:pt>
                      <c:pt idx="49">
                        <c:v>646.0141031058422</c:v>
                      </c:pt>
                      <c:pt idx="50">
                        <c:v>389.12763817293558</c:v>
                      </c:pt>
                      <c:pt idx="51">
                        <c:v>240.5811389472334</c:v>
                      </c:pt>
                      <c:pt idx="52">
                        <c:v>170.74989121535333</c:v>
                      </c:pt>
                      <c:pt idx="53">
                        <c:v>186.66982160276439</c:v>
                      </c:pt>
                      <c:pt idx="54">
                        <c:v>330.77080690452448</c:v>
                      </c:pt>
                      <c:pt idx="55">
                        <c:v>486.49358524786459</c:v>
                      </c:pt>
                      <c:pt idx="56">
                        <c:v>642.28929943330002</c:v>
                      </c:pt>
                      <c:pt idx="57">
                        <c:v>747.32357943516433</c:v>
                      </c:pt>
                      <c:pt idx="58">
                        <c:v>826.60011697408891</c:v>
                      </c:pt>
                      <c:pt idx="59">
                        <c:v>922.44416815587533</c:v>
                      </c:pt>
                      <c:pt idx="60">
                        <c:v>978.47969968561597</c:v>
                      </c:pt>
                      <c:pt idx="61">
                        <c:v>1112.819978909107</c:v>
                      </c:pt>
                      <c:pt idx="62">
                        <c:v>1172.7565364089596</c:v>
                      </c:pt>
                      <c:pt idx="63">
                        <c:v>1119.2453314259869</c:v>
                      </c:pt>
                      <c:pt idx="64">
                        <c:v>992.46875821601975</c:v>
                      </c:pt>
                      <c:pt idx="65">
                        <c:v>1009.3039612034518</c:v>
                      </c:pt>
                      <c:pt idx="66">
                        <c:v>994.69055665667736</c:v>
                      </c:pt>
                      <c:pt idx="67">
                        <c:v>1124.290301581794</c:v>
                      </c:pt>
                      <c:pt idx="68">
                        <c:v>1250.7909522431482</c:v>
                      </c:pt>
                      <c:pt idx="69">
                        <c:v>1437.1487341702896</c:v>
                      </c:pt>
                      <c:pt idx="70">
                        <c:v>1420.0748589224272</c:v>
                      </c:pt>
                      <c:pt idx="71">
                        <c:v>1193.6066439420485</c:v>
                      </c:pt>
                      <c:pt idx="72">
                        <c:v>842.92716095591572</c:v>
                      </c:pt>
                      <c:pt idx="73">
                        <c:v>522.01898470168453</c:v>
                      </c:pt>
                      <c:pt idx="74">
                        <c:v>310.82347604276669</c:v>
                      </c:pt>
                      <c:pt idx="75">
                        <c:v>197.85032037941781</c:v>
                      </c:pt>
                      <c:pt idx="76">
                        <c:v>152.09540764123781</c:v>
                      </c:pt>
                      <c:pt idx="77">
                        <c:v>180.51691706709772</c:v>
                      </c:pt>
                      <c:pt idx="78">
                        <c:v>347.87737772780883</c:v>
                      </c:pt>
                      <c:pt idx="79">
                        <c:v>511.9728477118399</c:v>
                      </c:pt>
                      <c:pt idx="80">
                        <c:v>632.17813702930664</c:v>
                      </c:pt>
                      <c:pt idx="81">
                        <c:v>692.98630132051335</c:v>
                      </c:pt>
                      <c:pt idx="82">
                        <c:v>762.62458271917342</c:v>
                      </c:pt>
                      <c:pt idx="83">
                        <c:v>856.87839312157757</c:v>
                      </c:pt>
                      <c:pt idx="84">
                        <c:v>919.82832999600271</c:v>
                      </c:pt>
                      <c:pt idx="85">
                        <c:v>1019.3015726178733</c:v>
                      </c:pt>
                      <c:pt idx="86">
                        <c:v>1049.5287504098715</c:v>
                      </c:pt>
                      <c:pt idx="87">
                        <c:v>1009.2175413436223</c:v>
                      </c:pt>
                      <c:pt idx="88">
                        <c:v>945.04693320472279</c:v>
                      </c:pt>
                      <c:pt idx="89">
                        <c:v>987.18280281332216</c:v>
                      </c:pt>
                      <c:pt idx="90">
                        <c:v>975.3297012139351</c:v>
                      </c:pt>
                      <c:pt idx="91">
                        <c:v>1115.682235867358</c:v>
                      </c:pt>
                      <c:pt idx="92">
                        <c:v>1250.0823807092977</c:v>
                      </c:pt>
                      <c:pt idx="93">
                        <c:v>1436.5601867170515</c:v>
                      </c:pt>
                      <c:pt idx="94">
                        <c:v>1404.3231904614286</c:v>
                      </c:pt>
                      <c:pt idx="95">
                        <c:v>1155.6118349969488</c:v>
                      </c:pt>
                      <c:pt idx="96">
                        <c:v>801.47143046342012</c:v>
                      </c:pt>
                      <c:pt idx="97">
                        <c:v>493.0385231605045</c:v>
                      </c:pt>
                      <c:pt idx="98">
                        <c:v>292.83846561593543</c:v>
                      </c:pt>
                      <c:pt idx="99">
                        <c:v>189.27261293242219</c:v>
                      </c:pt>
                      <c:pt idx="100">
                        <c:v>148.16913643642883</c:v>
                      </c:pt>
                      <c:pt idx="101">
                        <c:v>177.92922780629556</c:v>
                      </c:pt>
                      <c:pt idx="102">
                        <c:v>352.86488535371336</c:v>
                      </c:pt>
                      <c:pt idx="103">
                        <c:v>525.55139912149343</c:v>
                      </c:pt>
                      <c:pt idx="104">
                        <c:v>639.75413696296005</c:v>
                      </c:pt>
                      <c:pt idx="105">
                        <c:v>696.34642732952216</c:v>
                      </c:pt>
                      <c:pt idx="106">
                        <c:v>765.67311569612002</c:v>
                      </c:pt>
                      <c:pt idx="107">
                        <c:v>866.6538145224406</c:v>
                      </c:pt>
                      <c:pt idx="108">
                        <c:v>929.78908606926666</c:v>
                      </c:pt>
                      <c:pt idx="109">
                        <c:v>1029.9312911488817</c:v>
                      </c:pt>
                      <c:pt idx="110">
                        <c:v>1052.4492841260401</c:v>
                      </c:pt>
                      <c:pt idx="111">
                        <c:v>1013.647485493325</c:v>
                      </c:pt>
                      <c:pt idx="112">
                        <c:v>946.02483072805762</c:v>
                      </c:pt>
                      <c:pt idx="113">
                        <c:v>982.80559130335769</c:v>
                      </c:pt>
                      <c:pt idx="114">
                        <c:v>975.48033587903183</c:v>
                      </c:pt>
                      <c:pt idx="115">
                        <c:v>1117.6201170712666</c:v>
                      </c:pt>
                      <c:pt idx="116">
                        <c:v>1255.2375813703702</c:v>
                      </c:pt>
                      <c:pt idx="117">
                        <c:v>1453.7380578905022</c:v>
                      </c:pt>
                      <c:pt idx="118">
                        <c:v>1414.5787129757668</c:v>
                      </c:pt>
                      <c:pt idx="119">
                        <c:v>1167.9049755388467</c:v>
                      </c:pt>
                      <c:pt idx="120">
                        <c:v>808.20330064857978</c:v>
                      </c:pt>
                      <c:pt idx="121">
                        <c:v>495.81215940294896</c:v>
                      </c:pt>
                      <c:pt idx="122">
                        <c:v>292.39920244068441</c:v>
                      </c:pt>
                      <c:pt idx="123">
                        <c:v>187.91158641223558</c:v>
                      </c:pt>
                      <c:pt idx="124">
                        <c:v>147.13056593164441</c:v>
                      </c:pt>
                      <c:pt idx="125">
                        <c:v>178.41552056427776</c:v>
                      </c:pt>
                      <c:pt idx="126">
                        <c:v>357.85352158439326</c:v>
                      </c:pt>
                      <c:pt idx="127">
                        <c:v>534.52597827591558</c:v>
                      </c:pt>
                      <c:pt idx="128">
                        <c:v>649.95606464086222</c:v>
                      </c:pt>
                      <c:pt idx="129">
                        <c:v>708.85617936677113</c:v>
                      </c:pt>
                      <c:pt idx="130">
                        <c:v>781.53735595348007</c:v>
                      </c:pt>
                      <c:pt idx="131">
                        <c:v>870.86732146475811</c:v>
                      </c:pt>
                      <c:pt idx="132">
                        <c:v>954.79551592186613</c:v>
                      </c:pt>
                      <c:pt idx="133">
                        <c:v>1103.5967695332461</c:v>
                      </c:pt>
                      <c:pt idx="134">
                        <c:v>1129.130418817082</c:v>
                      </c:pt>
                      <c:pt idx="135">
                        <c:v>1069.309195563151</c:v>
                      </c:pt>
                      <c:pt idx="136">
                        <c:v>960.2536791994421</c:v>
                      </c:pt>
                      <c:pt idx="137">
                        <c:v>992.18706950698027</c:v>
                      </c:pt>
                      <c:pt idx="138">
                        <c:v>1067.6289224882485</c:v>
                      </c:pt>
                      <c:pt idx="139">
                        <c:v>1211.2574698930139</c:v>
                      </c:pt>
                      <c:pt idx="140">
                        <c:v>1280.364473636987</c:v>
                      </c:pt>
                      <c:pt idx="141">
                        <c:v>1465.5951489326465</c:v>
                      </c:pt>
                      <c:pt idx="142">
                        <c:v>1420.3740833845172</c:v>
                      </c:pt>
                      <c:pt idx="143">
                        <c:v>1170.205070609326</c:v>
                      </c:pt>
                      <c:pt idx="144">
                        <c:v>837.9642316236916</c:v>
                      </c:pt>
                      <c:pt idx="145">
                        <c:v>520.00829973901568</c:v>
                      </c:pt>
                      <c:pt idx="146">
                        <c:v>318.23043193269564</c:v>
                      </c:pt>
                      <c:pt idx="147">
                        <c:v>195.21080347589998</c:v>
                      </c:pt>
                      <c:pt idx="148">
                        <c:v>150.50212854836661</c:v>
                      </c:pt>
                      <c:pt idx="149">
                        <c:v>182.86054984934896</c:v>
                      </c:pt>
                      <c:pt idx="150">
                        <c:v>365.95082596237557</c:v>
                      </c:pt>
                      <c:pt idx="151">
                        <c:v>542.5375980467245</c:v>
                      </c:pt>
                      <c:pt idx="152">
                        <c:v>661.49129064033104</c:v>
                      </c:pt>
                      <c:pt idx="153">
                        <c:v>714.90098519732896</c:v>
                      </c:pt>
                      <c:pt idx="154">
                        <c:v>781.00439084687105</c:v>
                      </c:pt>
                      <c:pt idx="155">
                        <c:v>869.46148521314376</c:v>
                      </c:pt>
                      <c:pt idx="156">
                        <c:v>931.55947581238843</c:v>
                      </c:pt>
                      <c:pt idx="157">
                        <c:v>1031.2914461701646</c:v>
                      </c:pt>
                      <c:pt idx="158">
                        <c:v>1060.7374740234113</c:v>
                      </c:pt>
                      <c:pt idx="159">
                        <c:v>1023.3529561407776</c:v>
                      </c:pt>
                      <c:pt idx="160">
                        <c:v>966.79831235072015</c:v>
                      </c:pt>
                      <c:pt idx="161">
                        <c:v>1009.9426110841985</c:v>
                      </c:pt>
                      <c:pt idx="162">
                        <c:v>1001.8908137324355</c:v>
                      </c:pt>
                      <c:pt idx="163">
                        <c:v>1140.8855112094911</c:v>
                      </c:pt>
                      <c:pt idx="164">
                        <c:v>1264.3938244792419</c:v>
                      </c:pt>
                      <c:pt idx="165">
                        <c:v>1445.7905449553537</c:v>
                      </c:pt>
                      <c:pt idx="166">
                        <c:v>1414.5072969278999</c:v>
                      </c:pt>
                      <c:pt idx="167">
                        <c:v>1152.7198119778282</c:v>
                      </c:pt>
                      <c:pt idx="168">
                        <c:v>800.26196826949104</c:v>
                      </c:pt>
                      <c:pt idx="169">
                        <c:v>491.50888844696885</c:v>
                      </c:pt>
                      <c:pt idx="170">
                        <c:v>296.17269964224232</c:v>
                      </c:pt>
                      <c:pt idx="171">
                        <c:v>192.60026965952665</c:v>
                      </c:pt>
                      <c:pt idx="172">
                        <c:v>151.96505157615115</c:v>
                      </c:pt>
                      <c:pt idx="173">
                        <c:v>185.87789316154669</c:v>
                      </c:pt>
                      <c:pt idx="174">
                        <c:v>375.40771236970232</c:v>
                      </c:pt>
                      <c:pt idx="175">
                        <c:v>572.33067770463117</c:v>
                      </c:pt>
                      <c:pt idx="176">
                        <c:v>713.63385252170224</c:v>
                      </c:pt>
                      <c:pt idx="177">
                        <c:v>796.41401739484218</c:v>
                      </c:pt>
                      <c:pt idx="178">
                        <c:v>839.38820941755796</c:v>
                      </c:pt>
                      <c:pt idx="179">
                        <c:v>910.31347854279124</c:v>
                      </c:pt>
                      <c:pt idx="180">
                        <c:v>978.14748906854402</c:v>
                      </c:pt>
                      <c:pt idx="181">
                        <c:v>1081.1099154715243</c:v>
                      </c:pt>
                      <c:pt idx="182">
                        <c:v>1104.5785825054645</c:v>
                      </c:pt>
                      <c:pt idx="183">
                        <c:v>1061.4211079582938</c:v>
                      </c:pt>
                      <c:pt idx="184">
                        <c:v>977.97321727418353</c:v>
                      </c:pt>
                      <c:pt idx="185">
                        <c:v>1007.4488051140557</c:v>
                      </c:pt>
                      <c:pt idx="186">
                        <c:v>1011.7645922632297</c:v>
                      </c:pt>
                      <c:pt idx="187">
                        <c:v>1169.8737939674934</c:v>
                      </c:pt>
                      <c:pt idx="188">
                        <c:v>1286.5611372329799</c:v>
                      </c:pt>
                      <c:pt idx="189">
                        <c:v>1457.5770977978802</c:v>
                      </c:pt>
                      <c:pt idx="190">
                        <c:v>1448.7160985840037</c:v>
                      </c:pt>
                      <c:pt idx="191">
                        <c:v>1237.9996188939267</c:v>
                      </c:pt>
                      <c:pt idx="192">
                        <c:v>915.34059612270948</c:v>
                      </c:pt>
                      <c:pt idx="193">
                        <c:v>597.80316056361789</c:v>
                      </c:pt>
                      <c:pt idx="194">
                        <c:v>368.43473947012654</c:v>
                      </c:pt>
                      <c:pt idx="195">
                        <c:v>240.00111994644897</c:v>
                      </c:pt>
                      <c:pt idx="196">
                        <c:v>174.78859511251113</c:v>
                      </c:pt>
                      <c:pt idx="197">
                        <c:v>182.01573056731553</c:v>
                      </c:pt>
                      <c:pt idx="198">
                        <c:v>325.87990776649565</c:v>
                      </c:pt>
                      <c:pt idx="199">
                        <c:v>480.66441665184453</c:v>
                      </c:pt>
                      <c:pt idx="200">
                        <c:v>653.6123999291691</c:v>
                      </c:pt>
                      <c:pt idx="201">
                        <c:v>779.82290981573112</c:v>
                      </c:pt>
                      <c:pt idx="202">
                        <c:v>885.94165996924619</c:v>
                      </c:pt>
                      <c:pt idx="203">
                        <c:v>996.55267378598717</c:v>
                      </c:pt>
                      <c:pt idx="204">
                        <c:v>1011.327169935622</c:v>
                      </c:pt>
                      <c:pt idx="205">
                        <c:v>1072.0756096928712</c:v>
                      </c:pt>
                      <c:pt idx="206">
                        <c:v>1269.555685345242</c:v>
                      </c:pt>
                      <c:pt idx="207">
                        <c:v>1183.9951366153487</c:v>
                      </c:pt>
                      <c:pt idx="208">
                        <c:v>1044.8235800576392</c:v>
                      </c:pt>
                      <c:pt idx="209">
                        <c:v>1056.3733592676608</c:v>
                      </c:pt>
                      <c:pt idx="210">
                        <c:v>1038.8779434151804</c:v>
                      </c:pt>
                      <c:pt idx="211">
                        <c:v>1194.2380705064315</c:v>
                      </c:pt>
                      <c:pt idx="212">
                        <c:v>1318.6845806066285</c:v>
                      </c:pt>
                      <c:pt idx="213">
                        <c:v>1494.6076280215516</c:v>
                      </c:pt>
                      <c:pt idx="214">
                        <c:v>1494.8289856596241</c:v>
                      </c:pt>
                      <c:pt idx="215">
                        <c:v>1270.422015073058</c:v>
                      </c:pt>
                      <c:pt idx="216">
                        <c:v>926.96895677137354</c:v>
                      </c:pt>
                      <c:pt idx="217">
                        <c:v>592.56447759027776</c:v>
                      </c:pt>
                      <c:pt idx="218">
                        <c:v>359.21495071474658</c:v>
                      </c:pt>
                      <c:pt idx="219">
                        <c:v>224.41901742143338</c:v>
                      </c:pt>
                      <c:pt idx="220">
                        <c:v>163.81776547111113</c:v>
                      </c:pt>
                      <c:pt idx="221">
                        <c:v>179.37816324160673</c:v>
                      </c:pt>
                      <c:pt idx="222">
                        <c:v>334.7016563009422</c:v>
                      </c:pt>
                      <c:pt idx="223">
                        <c:v>499.97373363988214</c:v>
                      </c:pt>
                      <c:pt idx="224">
                        <c:v>656.18453950344008</c:v>
                      </c:pt>
                      <c:pt idx="225">
                        <c:v>752.27093203852439</c:v>
                      </c:pt>
                      <c:pt idx="226">
                        <c:v>827.57752283666002</c:v>
                      </c:pt>
                      <c:pt idx="227">
                        <c:v>917.27634534161541</c:v>
                      </c:pt>
                      <c:pt idx="228">
                        <c:v>965.92459875709369</c:v>
                      </c:pt>
                      <c:pt idx="229">
                        <c:v>1106.4192318578182</c:v>
                      </c:pt>
                      <c:pt idx="230">
                        <c:v>1165.1650527822294</c:v>
                      </c:pt>
                      <c:pt idx="231">
                        <c:v>1105.5496507266112</c:v>
                      </c:pt>
                      <c:pt idx="232">
                        <c:v>995.07105521132758</c:v>
                      </c:pt>
                      <c:pt idx="233">
                        <c:v>1022.8568205485047</c:v>
                      </c:pt>
                      <c:pt idx="234">
                        <c:v>1022.59485636208</c:v>
                      </c:pt>
                      <c:pt idx="235">
                        <c:v>1161.3115851290372</c:v>
                      </c:pt>
                      <c:pt idx="236">
                        <c:v>1307.4688957433352</c:v>
                      </c:pt>
                      <c:pt idx="237">
                        <c:v>1489.6313447489956</c:v>
                      </c:pt>
                      <c:pt idx="238">
                        <c:v>1421.9843319099032</c:v>
                      </c:pt>
                      <c:pt idx="239">
                        <c:v>1157.4566681644137</c:v>
                      </c:pt>
                      <c:pt idx="240">
                        <c:v>796.45335536376251</c:v>
                      </c:pt>
                      <c:pt idx="241">
                        <c:v>491.23977736798463</c:v>
                      </c:pt>
                      <c:pt idx="242">
                        <c:v>292.96910535141103</c:v>
                      </c:pt>
                      <c:pt idx="243">
                        <c:v>190.33288170255105</c:v>
                      </c:pt>
                      <c:pt idx="244">
                        <c:v>149.35910872701334</c:v>
                      </c:pt>
                      <c:pt idx="245">
                        <c:v>174.99913671001335</c:v>
                      </c:pt>
                      <c:pt idx="246">
                        <c:v>352.67096654233325</c:v>
                      </c:pt>
                      <c:pt idx="247">
                        <c:v>525.0834550442778</c:v>
                      </c:pt>
                      <c:pt idx="248">
                        <c:v>645.32205714955558</c:v>
                      </c:pt>
                      <c:pt idx="249">
                        <c:v>693.33400964466455</c:v>
                      </c:pt>
                      <c:pt idx="250">
                        <c:v>758.52632980087537</c:v>
                      </c:pt>
                      <c:pt idx="251">
                        <c:v>851.0699818971018</c:v>
                      </c:pt>
                      <c:pt idx="252">
                        <c:v>917.65462002724439</c:v>
                      </c:pt>
                      <c:pt idx="253">
                        <c:v>1021.8994227723471</c:v>
                      </c:pt>
                      <c:pt idx="254">
                        <c:v>1052.3689182962003</c:v>
                      </c:pt>
                      <c:pt idx="255">
                        <c:v>1015.1658786074022</c:v>
                      </c:pt>
                      <c:pt idx="256">
                        <c:v>971.56791572277268</c:v>
                      </c:pt>
                      <c:pt idx="257">
                        <c:v>1032.627202432991</c:v>
                      </c:pt>
                      <c:pt idx="258">
                        <c:v>1024.7069200150506</c:v>
                      </c:pt>
                      <c:pt idx="259">
                        <c:v>1157.8473839687947</c:v>
                      </c:pt>
                      <c:pt idx="260">
                        <c:v>1291.9681888226467</c:v>
                      </c:pt>
                      <c:pt idx="261">
                        <c:v>1456.9490947508732</c:v>
                      </c:pt>
                      <c:pt idx="262">
                        <c:v>1402.4515397984444</c:v>
                      </c:pt>
                      <c:pt idx="263">
                        <c:v>1120.1921630260733</c:v>
                      </c:pt>
                      <c:pt idx="264">
                        <c:v>766.09202416844732</c:v>
                      </c:pt>
                      <c:pt idx="265">
                        <c:v>462.25519967109778</c:v>
                      </c:pt>
                      <c:pt idx="266">
                        <c:v>274.97194760246214</c:v>
                      </c:pt>
                      <c:pt idx="267">
                        <c:v>181.56982648106003</c:v>
                      </c:pt>
                      <c:pt idx="268">
                        <c:v>145.03620775085776</c:v>
                      </c:pt>
                      <c:pt idx="269">
                        <c:v>174.3121821181112</c:v>
                      </c:pt>
                      <c:pt idx="270">
                        <c:v>360.01587326534667</c:v>
                      </c:pt>
                      <c:pt idx="271">
                        <c:v>542.20107563024442</c:v>
                      </c:pt>
                      <c:pt idx="272">
                        <c:v>653.93561887255998</c:v>
                      </c:pt>
                      <c:pt idx="273">
                        <c:v>705.26697840763552</c:v>
                      </c:pt>
                      <c:pt idx="274">
                        <c:v>772.40229092453114</c:v>
                      </c:pt>
                      <c:pt idx="275">
                        <c:v>867.18112231809766</c:v>
                      </c:pt>
                      <c:pt idx="276">
                        <c:v>929.54412301670243</c:v>
                      </c:pt>
                      <c:pt idx="277">
                        <c:v>1029.7692701132887</c:v>
                      </c:pt>
                      <c:pt idx="278">
                        <c:v>1050.4848724384574</c:v>
                      </c:pt>
                      <c:pt idx="279">
                        <c:v>1013.5811458336203</c:v>
                      </c:pt>
                      <c:pt idx="280">
                        <c:v>970.30819975489158</c:v>
                      </c:pt>
                      <c:pt idx="281">
                        <c:v>1016.409874771603</c:v>
                      </c:pt>
                      <c:pt idx="282">
                        <c:v>1010.3135937711506</c:v>
                      </c:pt>
                      <c:pt idx="283">
                        <c:v>1164.1392531695733</c:v>
                      </c:pt>
                      <c:pt idx="284">
                        <c:v>1308.6639048819093</c:v>
                      </c:pt>
                      <c:pt idx="285">
                        <c:v>1482.057922250747</c:v>
                      </c:pt>
                      <c:pt idx="286">
                        <c:v>1411.9757215268132</c:v>
                      </c:pt>
                      <c:pt idx="287">
                        <c:v>1124.494385072996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E-3B6C-47C2-956F-045AF7A440C3}"/>
                  </c:ext>
                </c:extLst>
              </c15:ser>
            </c15:filteredLineSeries>
          </c:ext>
        </c:extLst>
      </c:lineChart>
      <c:catAx>
        <c:axId val="413031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13032680"/>
        <c:crosses val="autoZero"/>
        <c:auto val="1"/>
        <c:lblAlgn val="ctr"/>
        <c:lblOffset val="100"/>
        <c:noMultiLvlLbl val="0"/>
      </c:catAx>
      <c:valAx>
        <c:axId val="413032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13031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fr-FR" sz="1800">
                <a:solidFill>
                  <a:schemeClr val="accent1"/>
                </a:solidFill>
              </a:rPr>
              <a:t>E// Throughput </a:t>
            </a:r>
            <a:r>
              <a:rPr lang="fr-FR" sz="1800" baseline="0">
                <a:solidFill>
                  <a:schemeClr val="accent1"/>
                </a:solidFill>
              </a:rPr>
              <a:t>(Gbps)</a:t>
            </a:r>
            <a:endParaRPr lang="fr-FR" sz="180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23"/>
          <c:order val="23"/>
          <c:tx>
            <c:strRef>
              <c:f>'01-10 12-10-2026'!$Y$1</c:f>
              <c:strCache>
                <c:ptCount val="1"/>
                <c:pt idx="0">
                  <c:v>EPG MUS Throughput</c:v>
                </c:pt>
              </c:strCache>
            </c:strRef>
          </c:tx>
          <c:spPr>
            <a:ln w="28575" cap="rnd">
              <a:solidFill>
                <a:schemeClr val="accent6">
                  <a:lumMod val="8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12-10-2026'!$Y$2:$Y$289</c:f>
              <c:numCache>
                <c:formatCode>0.00</c:formatCode>
                <c:ptCount val="288"/>
                <c:pt idx="0">
                  <c:v>112.63244510905113</c:v>
                </c:pt>
                <c:pt idx="1">
                  <c:v>72.728939940913307</c:v>
                </c:pt>
                <c:pt idx="2">
                  <c:v>44.937242527253332</c:v>
                </c:pt>
                <c:pt idx="3">
                  <c:v>30.105460903202193</c:v>
                </c:pt>
                <c:pt idx="4">
                  <c:v>23.046781255408877</c:v>
                </c:pt>
                <c:pt idx="5">
                  <c:v>26.518388624304478</c:v>
                </c:pt>
                <c:pt idx="6">
                  <c:v>50.663816547266634</c:v>
                </c:pt>
                <c:pt idx="7">
                  <c:v>77.698417654462219</c:v>
                </c:pt>
                <c:pt idx="8">
                  <c:v>93.72302823615999</c:v>
                </c:pt>
                <c:pt idx="9">
                  <c:v>101.00033664319778</c:v>
                </c:pt>
                <c:pt idx="10">
                  <c:v>111.29293497957779</c:v>
                </c:pt>
                <c:pt idx="11">
                  <c:v>122.22038950248022</c:v>
                </c:pt>
                <c:pt idx="12">
                  <c:v>129.21825959206262</c:v>
                </c:pt>
                <c:pt idx="13">
                  <c:v>142.46433036065145</c:v>
                </c:pt>
                <c:pt idx="14">
                  <c:v>148.53630334965564</c:v>
                </c:pt>
                <c:pt idx="15">
                  <c:v>148.33104407184686</c:v>
                </c:pt>
                <c:pt idx="16">
                  <c:v>135.38798831590208</c:v>
                </c:pt>
                <c:pt idx="17">
                  <c:v>144.87235545261831</c:v>
                </c:pt>
                <c:pt idx="18">
                  <c:v>142.29017099610891</c:v>
                </c:pt>
                <c:pt idx="19">
                  <c:v>158.58479218227316</c:v>
                </c:pt>
                <c:pt idx="20">
                  <c:v>171.02885129304229</c:v>
                </c:pt>
                <c:pt idx="21">
                  <c:v>196.23557115831312</c:v>
                </c:pt>
                <c:pt idx="22">
                  <c:v>193.65609322520226</c:v>
                </c:pt>
                <c:pt idx="23">
                  <c:v>166.16150477188927</c:v>
                </c:pt>
                <c:pt idx="24">
                  <c:v>126.51181827323767</c:v>
                </c:pt>
                <c:pt idx="25">
                  <c:v>87.363285338382241</c:v>
                </c:pt>
                <c:pt idx="26">
                  <c:v>55.452184089624396</c:v>
                </c:pt>
                <c:pt idx="27">
                  <c:v>36.087814943693374</c:v>
                </c:pt>
                <c:pt idx="28">
                  <c:v>25.678896503815594</c:v>
                </c:pt>
                <c:pt idx="29">
                  <c:v>25.630077643899977</c:v>
                </c:pt>
                <c:pt idx="30">
                  <c:v>41.123425789244493</c:v>
                </c:pt>
                <c:pt idx="31">
                  <c:v>57.696495206039977</c:v>
                </c:pt>
                <c:pt idx="32">
                  <c:v>80.142461983046644</c:v>
                </c:pt>
                <c:pt idx="33">
                  <c:v>99.381039404246707</c:v>
                </c:pt>
                <c:pt idx="34">
                  <c:v>116.51889928220891</c:v>
                </c:pt>
                <c:pt idx="35">
                  <c:v>131.26876835419557</c:v>
                </c:pt>
                <c:pt idx="36">
                  <c:v>130.83002097412177</c:v>
                </c:pt>
                <c:pt idx="37">
                  <c:v>137.31781639119609</c:v>
                </c:pt>
                <c:pt idx="38">
                  <c:v>172.14197796585739</c:v>
                </c:pt>
                <c:pt idx="39">
                  <c:v>166.39627698312839</c:v>
                </c:pt>
                <c:pt idx="40">
                  <c:v>143.0896701410133</c:v>
                </c:pt>
                <c:pt idx="41">
                  <c:v>148.49881141752431</c:v>
                </c:pt>
                <c:pt idx="42">
                  <c:v>144.11567761493987</c:v>
                </c:pt>
                <c:pt idx="43">
                  <c:v>164.4541956261865</c:v>
                </c:pt>
                <c:pt idx="44">
                  <c:v>178.55810444326613</c:v>
                </c:pt>
                <c:pt idx="45">
                  <c:v>205.9399274873287</c:v>
                </c:pt>
                <c:pt idx="46">
                  <c:v>202.18259089255781</c:v>
                </c:pt>
                <c:pt idx="47">
                  <c:v>176.3086480650467</c:v>
                </c:pt>
                <c:pt idx="48">
                  <c:v>134.04099994822863</c:v>
                </c:pt>
                <c:pt idx="49">
                  <c:v>90.741655890242242</c:v>
                </c:pt>
                <c:pt idx="50">
                  <c:v>56.8359363891622</c:v>
                </c:pt>
                <c:pt idx="51">
                  <c:v>35.840454186342264</c:v>
                </c:pt>
                <c:pt idx="52">
                  <c:v>25.419221193417783</c:v>
                </c:pt>
                <c:pt idx="53">
                  <c:v>25.701060396542196</c:v>
                </c:pt>
                <c:pt idx="54">
                  <c:v>42.949081696011149</c:v>
                </c:pt>
                <c:pt idx="55">
                  <c:v>62.831131267593335</c:v>
                </c:pt>
                <c:pt idx="56">
                  <c:v>84.660800383368922</c:v>
                </c:pt>
                <c:pt idx="57">
                  <c:v>101.82559658554662</c:v>
                </c:pt>
                <c:pt idx="58">
                  <c:v>114.45578914802226</c:v>
                </c:pt>
                <c:pt idx="59">
                  <c:v>125.73553766419066</c:v>
                </c:pt>
                <c:pt idx="60">
                  <c:v>130.86120483132888</c:v>
                </c:pt>
                <c:pt idx="61">
                  <c:v>148.13602431068244</c:v>
                </c:pt>
                <c:pt idx="62">
                  <c:v>157.3261202756668</c:v>
                </c:pt>
                <c:pt idx="63">
                  <c:v>154.70370591044011</c:v>
                </c:pt>
                <c:pt idx="64">
                  <c:v>138.68033105883075</c:v>
                </c:pt>
                <c:pt idx="65">
                  <c:v>147.20713812288918</c:v>
                </c:pt>
                <c:pt idx="66">
                  <c:v>143.50598152219965</c:v>
                </c:pt>
                <c:pt idx="67">
                  <c:v>158.10482581160687</c:v>
                </c:pt>
                <c:pt idx="68">
                  <c:v>171.20977553911979</c:v>
                </c:pt>
                <c:pt idx="69">
                  <c:v>197.59908957928451</c:v>
                </c:pt>
                <c:pt idx="70">
                  <c:v>192.97642140234032</c:v>
                </c:pt>
                <c:pt idx="71">
                  <c:v>160.18401154065788</c:v>
                </c:pt>
                <c:pt idx="72">
                  <c:v>113.0695775047889</c:v>
                </c:pt>
                <c:pt idx="73">
                  <c:v>72.15255121297335</c:v>
                </c:pt>
                <c:pt idx="74">
                  <c:v>44.719981222848865</c:v>
                </c:pt>
                <c:pt idx="75">
                  <c:v>29.340197162531108</c:v>
                </c:pt>
                <c:pt idx="76">
                  <c:v>22.575467422182253</c:v>
                </c:pt>
                <c:pt idx="77">
                  <c:v>25.011869831953302</c:v>
                </c:pt>
                <c:pt idx="78">
                  <c:v>47.743007235511115</c:v>
                </c:pt>
                <c:pt idx="79">
                  <c:v>74.00935097251552</c:v>
                </c:pt>
                <c:pt idx="80">
                  <c:v>90.590505864602221</c:v>
                </c:pt>
                <c:pt idx="81">
                  <c:v>98.966052168051093</c:v>
                </c:pt>
                <c:pt idx="82">
                  <c:v>108.95464682822221</c:v>
                </c:pt>
                <c:pt idx="83">
                  <c:v>120.26702656216892</c:v>
                </c:pt>
                <c:pt idx="84">
                  <c:v>126.03561211668905</c:v>
                </c:pt>
                <c:pt idx="85">
                  <c:v>138.10229329050199</c:v>
                </c:pt>
                <c:pt idx="86">
                  <c:v>143.00969238006692</c:v>
                </c:pt>
                <c:pt idx="87">
                  <c:v>141.52017966773118</c:v>
                </c:pt>
                <c:pt idx="88">
                  <c:v>133.78676643918473</c:v>
                </c:pt>
                <c:pt idx="89">
                  <c:v>145.60131401045584</c:v>
                </c:pt>
                <c:pt idx="90">
                  <c:v>141.4954412089732</c:v>
                </c:pt>
                <c:pt idx="91">
                  <c:v>158.91116506864665</c:v>
                </c:pt>
                <c:pt idx="92">
                  <c:v>173.7544200256489</c:v>
                </c:pt>
                <c:pt idx="93">
                  <c:v>200.06836678347815</c:v>
                </c:pt>
                <c:pt idx="94">
                  <c:v>192.09997105990658</c:v>
                </c:pt>
                <c:pt idx="95">
                  <c:v>157.12498945288888</c:v>
                </c:pt>
                <c:pt idx="96">
                  <c:v>109.52730542977557</c:v>
                </c:pt>
                <c:pt idx="97">
                  <c:v>69.246284961982269</c:v>
                </c:pt>
                <c:pt idx="98">
                  <c:v>42.336366043440023</c:v>
                </c:pt>
                <c:pt idx="99">
                  <c:v>28.084845172919994</c:v>
                </c:pt>
                <c:pt idx="100">
                  <c:v>21.848827810273296</c:v>
                </c:pt>
                <c:pt idx="101">
                  <c:v>24.667046565017813</c:v>
                </c:pt>
                <c:pt idx="102">
                  <c:v>48.832513498335572</c:v>
                </c:pt>
                <c:pt idx="103">
                  <c:v>76.830186488386715</c:v>
                </c:pt>
                <c:pt idx="104">
                  <c:v>93.11006909203995</c:v>
                </c:pt>
                <c:pt idx="105">
                  <c:v>100.31272406940226</c:v>
                </c:pt>
                <c:pt idx="106">
                  <c:v>110.25248897427338</c:v>
                </c:pt>
                <c:pt idx="107">
                  <c:v>122.86096484894921</c:v>
                </c:pt>
                <c:pt idx="108">
                  <c:v>129.11256345486697</c:v>
                </c:pt>
                <c:pt idx="109">
                  <c:v>140.26062642494418</c:v>
                </c:pt>
                <c:pt idx="110">
                  <c:v>144.99836020158716</c:v>
                </c:pt>
                <c:pt idx="111">
                  <c:v>143.45133365277115</c:v>
                </c:pt>
                <c:pt idx="112">
                  <c:v>135.62046940786686</c:v>
                </c:pt>
                <c:pt idx="113">
                  <c:v>146.39523384017309</c:v>
                </c:pt>
                <c:pt idx="114">
                  <c:v>142.83482400186236</c:v>
                </c:pt>
                <c:pt idx="115">
                  <c:v>160.06729914297284</c:v>
                </c:pt>
                <c:pt idx="116">
                  <c:v>176.26123720336187</c:v>
                </c:pt>
                <c:pt idx="117">
                  <c:v>203.9812669597047</c:v>
                </c:pt>
                <c:pt idx="118">
                  <c:v>194.60493944726883</c:v>
                </c:pt>
                <c:pt idx="119">
                  <c:v>158.64089695923377</c:v>
                </c:pt>
                <c:pt idx="120">
                  <c:v>109.54347885619337</c:v>
                </c:pt>
                <c:pt idx="121">
                  <c:v>68.987834320848862</c:v>
                </c:pt>
                <c:pt idx="122">
                  <c:v>42.357329602208885</c:v>
                </c:pt>
                <c:pt idx="123">
                  <c:v>27.783203643255547</c:v>
                </c:pt>
                <c:pt idx="124">
                  <c:v>21.548575657077816</c:v>
                </c:pt>
                <c:pt idx="125">
                  <c:v>24.697316996566627</c:v>
                </c:pt>
                <c:pt idx="126">
                  <c:v>50.180632328602201</c:v>
                </c:pt>
                <c:pt idx="127">
                  <c:v>78.712791496513361</c:v>
                </c:pt>
                <c:pt idx="128">
                  <c:v>94.487216827997841</c:v>
                </c:pt>
                <c:pt idx="129">
                  <c:v>101.5519444189467</c:v>
                </c:pt>
                <c:pt idx="130">
                  <c:v>111.53837458499559</c:v>
                </c:pt>
                <c:pt idx="131">
                  <c:v>122.19237998344222</c:v>
                </c:pt>
                <c:pt idx="132">
                  <c:v>131.36610026399981</c:v>
                </c:pt>
                <c:pt idx="133">
                  <c:v>150.3346929850529</c:v>
                </c:pt>
                <c:pt idx="134">
                  <c:v>154.74061847073747</c:v>
                </c:pt>
                <c:pt idx="135">
                  <c:v>151.56160868470644</c:v>
                </c:pt>
                <c:pt idx="136">
                  <c:v>138.41640790000235</c:v>
                </c:pt>
                <c:pt idx="137">
                  <c:v>149.02056097435548</c:v>
                </c:pt>
                <c:pt idx="138">
                  <c:v>158.4894539837797</c:v>
                </c:pt>
                <c:pt idx="139">
                  <c:v>176.5076611990427</c:v>
                </c:pt>
                <c:pt idx="140">
                  <c:v>180.89368315167579</c:v>
                </c:pt>
                <c:pt idx="141">
                  <c:v>206.18494465093107</c:v>
                </c:pt>
                <c:pt idx="142">
                  <c:v>194.65443586008848</c:v>
                </c:pt>
                <c:pt idx="143">
                  <c:v>157.44451724353084</c:v>
                </c:pt>
                <c:pt idx="144">
                  <c:v>114.41926717949782</c:v>
                </c:pt>
                <c:pt idx="145">
                  <c:v>72.925388232844497</c:v>
                </c:pt>
                <c:pt idx="146">
                  <c:v>46.232907016524443</c:v>
                </c:pt>
                <c:pt idx="147">
                  <c:v>28.613367282108875</c:v>
                </c:pt>
                <c:pt idx="148">
                  <c:v>22.30671796467108</c:v>
                </c:pt>
                <c:pt idx="149">
                  <c:v>25.647555170677812</c:v>
                </c:pt>
                <c:pt idx="150">
                  <c:v>51.292116551706691</c:v>
                </c:pt>
                <c:pt idx="151">
                  <c:v>80.076836276180018</c:v>
                </c:pt>
                <c:pt idx="152">
                  <c:v>96.831844222560022</c:v>
                </c:pt>
                <c:pt idx="153">
                  <c:v>102.9048998499933</c:v>
                </c:pt>
                <c:pt idx="154">
                  <c:v>112.15081966769552</c:v>
                </c:pt>
                <c:pt idx="155">
                  <c:v>122.83788507965531</c:v>
                </c:pt>
                <c:pt idx="156">
                  <c:v>127.97757869927304</c:v>
                </c:pt>
                <c:pt idx="157">
                  <c:v>139.67833947042419</c:v>
                </c:pt>
                <c:pt idx="158">
                  <c:v>144.69290487528488</c:v>
                </c:pt>
                <c:pt idx="159">
                  <c:v>142.86061321350456</c:v>
                </c:pt>
                <c:pt idx="160">
                  <c:v>137.38481938753327</c:v>
                </c:pt>
                <c:pt idx="161">
                  <c:v>151.69029027062248</c:v>
                </c:pt>
                <c:pt idx="162">
                  <c:v>147.50934963177806</c:v>
                </c:pt>
                <c:pt idx="163">
                  <c:v>163.97373967199738</c:v>
                </c:pt>
                <c:pt idx="164">
                  <c:v>178.41271901629329</c:v>
                </c:pt>
                <c:pt idx="165">
                  <c:v>202.01398388492652</c:v>
                </c:pt>
                <c:pt idx="166">
                  <c:v>193.75981310975737</c:v>
                </c:pt>
                <c:pt idx="167">
                  <c:v>155.81595211367966</c:v>
                </c:pt>
                <c:pt idx="168">
                  <c:v>108.65081145104222</c:v>
                </c:pt>
                <c:pt idx="169">
                  <c:v>68.739361270146645</c:v>
                </c:pt>
                <c:pt idx="170">
                  <c:v>42.783125637600037</c:v>
                </c:pt>
                <c:pt idx="171">
                  <c:v>28.56012925020222</c:v>
                </c:pt>
                <c:pt idx="172">
                  <c:v>22.49798563034669</c:v>
                </c:pt>
                <c:pt idx="173">
                  <c:v>26.420893436615522</c:v>
                </c:pt>
                <c:pt idx="174">
                  <c:v>52.885169413962259</c:v>
                </c:pt>
                <c:pt idx="175">
                  <c:v>85.259773612995588</c:v>
                </c:pt>
                <c:pt idx="176">
                  <c:v>106.66819961732001</c:v>
                </c:pt>
                <c:pt idx="177">
                  <c:v>114.2394737024533</c:v>
                </c:pt>
                <c:pt idx="178">
                  <c:v>121.41100192236667</c:v>
                </c:pt>
                <c:pt idx="179">
                  <c:v>129.20584873878681</c:v>
                </c:pt>
                <c:pt idx="180">
                  <c:v>134.27866405563537</c:v>
                </c:pt>
                <c:pt idx="181">
                  <c:v>145.97512547234851</c:v>
                </c:pt>
                <c:pt idx="182">
                  <c:v>150.13743945191106</c:v>
                </c:pt>
                <c:pt idx="183">
                  <c:v>148.54324327289811</c:v>
                </c:pt>
                <c:pt idx="184">
                  <c:v>139.38772274738403</c:v>
                </c:pt>
                <c:pt idx="185">
                  <c:v>150.37096191766631</c:v>
                </c:pt>
                <c:pt idx="186">
                  <c:v>149.76519776826714</c:v>
                </c:pt>
                <c:pt idx="187">
                  <c:v>168.17402284842441</c:v>
                </c:pt>
                <c:pt idx="188">
                  <c:v>179.03331015121131</c:v>
                </c:pt>
                <c:pt idx="189">
                  <c:v>201.02219478070248</c:v>
                </c:pt>
                <c:pt idx="190">
                  <c:v>196.50556173922624</c:v>
                </c:pt>
                <c:pt idx="191">
                  <c:v>166.53356088422842</c:v>
                </c:pt>
                <c:pt idx="192">
                  <c:v>125.3739491708089</c:v>
                </c:pt>
                <c:pt idx="193">
                  <c:v>86.059100758408874</c:v>
                </c:pt>
                <c:pt idx="194">
                  <c:v>55.388112842593301</c:v>
                </c:pt>
                <c:pt idx="195">
                  <c:v>36.501463583420005</c:v>
                </c:pt>
                <c:pt idx="196">
                  <c:v>25.933840378428908</c:v>
                </c:pt>
                <c:pt idx="197">
                  <c:v>24.57972111644662</c:v>
                </c:pt>
                <c:pt idx="198">
                  <c:v>41.620710006617763</c:v>
                </c:pt>
                <c:pt idx="199">
                  <c:v>60.102983234073371</c:v>
                </c:pt>
                <c:pt idx="200">
                  <c:v>84.679554470360074</c:v>
                </c:pt>
                <c:pt idx="201">
                  <c:v>105.83245989401331</c:v>
                </c:pt>
                <c:pt idx="202">
                  <c:v>121.5054620302197</c:v>
                </c:pt>
                <c:pt idx="203">
                  <c:v>134.13404528836702</c:v>
                </c:pt>
                <c:pt idx="204">
                  <c:v>132.32772592800626</c:v>
                </c:pt>
                <c:pt idx="205">
                  <c:v>139.53241161832673</c:v>
                </c:pt>
                <c:pt idx="206">
                  <c:v>172.01125558736851</c:v>
                </c:pt>
                <c:pt idx="207">
                  <c:v>164.13979662465502</c:v>
                </c:pt>
                <c:pt idx="208">
                  <c:v>147.0490319924684</c:v>
                </c:pt>
                <c:pt idx="209">
                  <c:v>153.95000823146273</c:v>
                </c:pt>
                <c:pt idx="210">
                  <c:v>149.52891029334452</c:v>
                </c:pt>
                <c:pt idx="211">
                  <c:v>169.22513786493136</c:v>
                </c:pt>
                <c:pt idx="212">
                  <c:v>183.31809682814185</c:v>
                </c:pt>
                <c:pt idx="213">
                  <c:v>206.37011198660912</c:v>
                </c:pt>
                <c:pt idx="214">
                  <c:v>204.49411553414433</c:v>
                </c:pt>
                <c:pt idx="215">
                  <c:v>172.05098563294879</c:v>
                </c:pt>
                <c:pt idx="216">
                  <c:v>126.626662819822</c:v>
                </c:pt>
                <c:pt idx="217">
                  <c:v>83.385444926135591</c:v>
                </c:pt>
                <c:pt idx="218">
                  <c:v>52.119103214068872</c:v>
                </c:pt>
                <c:pt idx="219">
                  <c:v>33.268537816028932</c:v>
                </c:pt>
                <c:pt idx="220">
                  <c:v>24.215887233728871</c:v>
                </c:pt>
                <c:pt idx="221">
                  <c:v>24.211632132228889</c:v>
                </c:pt>
                <c:pt idx="222">
                  <c:v>42.936412947942202</c:v>
                </c:pt>
                <c:pt idx="223">
                  <c:v>64.438473061204419</c:v>
                </c:pt>
                <c:pt idx="224">
                  <c:v>86.670533408026685</c:v>
                </c:pt>
                <c:pt idx="225">
                  <c:v>102.83353221660445</c:v>
                </c:pt>
                <c:pt idx="226">
                  <c:v>115.09539016281107</c:v>
                </c:pt>
                <c:pt idx="227">
                  <c:v>126.55234858598892</c:v>
                </c:pt>
                <c:pt idx="228">
                  <c:v>130.46716643182251</c:v>
                </c:pt>
                <c:pt idx="229">
                  <c:v>147.58066424069366</c:v>
                </c:pt>
                <c:pt idx="230">
                  <c:v>156.92008475772261</c:v>
                </c:pt>
                <c:pt idx="231">
                  <c:v>152.34787512394439</c:v>
                </c:pt>
                <c:pt idx="232">
                  <c:v>140.10288958621825</c:v>
                </c:pt>
                <c:pt idx="233">
                  <c:v>150.76191878531813</c:v>
                </c:pt>
                <c:pt idx="234">
                  <c:v>147.75910934339316</c:v>
                </c:pt>
                <c:pt idx="235">
                  <c:v>164.03263616315971</c:v>
                </c:pt>
                <c:pt idx="236">
                  <c:v>181.18182151916196</c:v>
                </c:pt>
                <c:pt idx="237">
                  <c:v>205.71582568345576</c:v>
                </c:pt>
                <c:pt idx="238">
                  <c:v>193.0039044590246</c:v>
                </c:pt>
                <c:pt idx="239">
                  <c:v>155.42306285516682</c:v>
                </c:pt>
                <c:pt idx="240">
                  <c:v>107.55096875051554</c:v>
                </c:pt>
                <c:pt idx="241">
                  <c:v>67.686901900068932</c:v>
                </c:pt>
                <c:pt idx="242">
                  <c:v>41.216067016806655</c:v>
                </c:pt>
                <c:pt idx="243">
                  <c:v>27.384834340697815</c:v>
                </c:pt>
                <c:pt idx="244">
                  <c:v>21.675829260637769</c:v>
                </c:pt>
                <c:pt idx="245">
                  <c:v>24.18928067467332</c:v>
                </c:pt>
                <c:pt idx="246">
                  <c:v>48.607089827079974</c:v>
                </c:pt>
                <c:pt idx="247">
                  <c:v>76.565485257228929</c:v>
                </c:pt>
                <c:pt idx="248">
                  <c:v>92.298407587928892</c:v>
                </c:pt>
                <c:pt idx="249">
                  <c:v>99.059991623606663</c:v>
                </c:pt>
                <c:pt idx="250">
                  <c:v>109.01598935999328</c:v>
                </c:pt>
                <c:pt idx="251">
                  <c:v>120.85040964062222</c:v>
                </c:pt>
                <c:pt idx="252">
                  <c:v>127.16195987718014</c:v>
                </c:pt>
                <c:pt idx="253">
                  <c:v>139.65725589845357</c:v>
                </c:pt>
                <c:pt idx="254">
                  <c:v>144.95270892234672</c:v>
                </c:pt>
                <c:pt idx="255">
                  <c:v>142.82287686825737</c:v>
                </c:pt>
                <c:pt idx="256">
                  <c:v>141.02826149737328</c:v>
                </c:pt>
                <c:pt idx="257">
                  <c:v>154.25304044901961</c:v>
                </c:pt>
                <c:pt idx="258">
                  <c:v>148.89219798435957</c:v>
                </c:pt>
                <c:pt idx="259">
                  <c:v>164.77901767866854</c:v>
                </c:pt>
                <c:pt idx="260">
                  <c:v>181.54857602632211</c:v>
                </c:pt>
                <c:pt idx="261">
                  <c:v>203.49838783978205</c:v>
                </c:pt>
                <c:pt idx="262">
                  <c:v>191.80251017016408</c:v>
                </c:pt>
                <c:pt idx="263">
                  <c:v>152.12944259599826</c:v>
                </c:pt>
                <c:pt idx="264">
                  <c:v>103.70134261969778</c:v>
                </c:pt>
                <c:pt idx="265">
                  <c:v>63.991788751026682</c:v>
                </c:pt>
                <c:pt idx="266">
                  <c:v>39.003575879099969</c:v>
                </c:pt>
                <c:pt idx="267">
                  <c:v>26.448545099193343</c:v>
                </c:pt>
                <c:pt idx="268">
                  <c:v>21.299069157135566</c:v>
                </c:pt>
                <c:pt idx="269">
                  <c:v>24.124876923842237</c:v>
                </c:pt>
                <c:pt idx="270">
                  <c:v>49.84576003702891</c:v>
                </c:pt>
                <c:pt idx="271">
                  <c:v>79.876690690186734</c:v>
                </c:pt>
                <c:pt idx="272">
                  <c:v>94.627165222928909</c:v>
                </c:pt>
                <c:pt idx="273">
                  <c:v>102.02509559841108</c:v>
                </c:pt>
                <c:pt idx="274">
                  <c:v>111.97569285324003</c:v>
                </c:pt>
                <c:pt idx="275">
                  <c:v>123.39258548630447</c:v>
                </c:pt>
                <c:pt idx="276">
                  <c:v>129.14366730080673</c:v>
                </c:pt>
                <c:pt idx="277">
                  <c:v>140.65005260141072</c:v>
                </c:pt>
                <c:pt idx="278">
                  <c:v>145.58698255407089</c:v>
                </c:pt>
                <c:pt idx="279">
                  <c:v>143.56173864698891</c:v>
                </c:pt>
                <c:pt idx="280">
                  <c:v>141.86361073690037</c:v>
                </c:pt>
                <c:pt idx="281">
                  <c:v>152.87950152942034</c:v>
                </c:pt>
                <c:pt idx="282">
                  <c:v>148.59423322447336</c:v>
                </c:pt>
                <c:pt idx="283">
                  <c:v>167.56976907742484</c:v>
                </c:pt>
                <c:pt idx="284">
                  <c:v>185.85663892899544</c:v>
                </c:pt>
                <c:pt idx="285">
                  <c:v>208.77080449919359</c:v>
                </c:pt>
                <c:pt idx="286">
                  <c:v>195.17457765932494</c:v>
                </c:pt>
                <c:pt idx="287">
                  <c:v>153.73018122826494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FB-4D39-A8F8-9D267B9F4903}"/>
            </c:ext>
          </c:extLst>
        </c:ser>
        <c:ser>
          <c:idx val="26"/>
          <c:order val="26"/>
          <c:tx>
            <c:strRef>
              <c:f>'01-10 12-10-2026'!$AB$1</c:f>
              <c:strCache>
                <c:ptCount val="1"/>
                <c:pt idx="0">
                  <c:v>EPG ORN Throughput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280"/>
            <c:marker>
              <c:symbol val="none"/>
            </c:marker>
            <c:bubble3D val="0"/>
            <c:spPr>
              <a:ln w="28575" cap="rnd">
                <a:solidFill>
                  <a:schemeClr val="accent6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F1FB-4D39-A8F8-9D267B9F4903}"/>
              </c:ext>
            </c:extLst>
          </c:dPt>
          <c:dLbls>
            <c:dLbl>
              <c:idx val="21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F1FB-4D39-A8F8-9D267B9F4903}"/>
                </c:ext>
              </c:extLst>
            </c:dLbl>
            <c:dLbl>
              <c:idx val="214"/>
              <c:layout>
                <c:manualLayout>
                  <c:x val="-2.8382885443871176E-2"/>
                  <c:y val="-2.149935384158009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3839875590201664E-2"/>
                      <c:h val="6.45214239404478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31-F1FB-4D39-A8F8-9D267B9F49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12-10-2026'!$AB$2:$AB$289</c:f>
              <c:numCache>
                <c:formatCode>0.00</c:formatCode>
                <c:ptCount val="288"/>
                <c:pt idx="0">
                  <c:v>148.08022356146049</c:v>
                </c:pt>
                <c:pt idx="1">
                  <c:v>93.37478995760226</c:v>
                </c:pt>
                <c:pt idx="2">
                  <c:v>55.974324567537749</c:v>
                </c:pt>
                <c:pt idx="3">
                  <c:v>33.920323047351104</c:v>
                </c:pt>
                <c:pt idx="4">
                  <c:v>24.369638573268851</c:v>
                </c:pt>
                <c:pt idx="5">
                  <c:v>23.78430181184218</c:v>
                </c:pt>
                <c:pt idx="6">
                  <c:v>46.805851398759955</c:v>
                </c:pt>
                <c:pt idx="7">
                  <c:v>73.546008273346658</c:v>
                </c:pt>
                <c:pt idx="8">
                  <c:v>95.153622404426656</c:v>
                </c:pt>
                <c:pt idx="9">
                  <c:v>104.82139488113782</c:v>
                </c:pt>
                <c:pt idx="10">
                  <c:v>118.63057565239994</c:v>
                </c:pt>
                <c:pt idx="11">
                  <c:v>136.33588379893112</c:v>
                </c:pt>
                <c:pt idx="12">
                  <c:v>151.60509067695085</c:v>
                </c:pt>
                <c:pt idx="13">
                  <c:v>166.79126109687786</c:v>
                </c:pt>
                <c:pt idx="14">
                  <c:v>178.46970983174879</c:v>
                </c:pt>
                <c:pt idx="15">
                  <c:v>176.83605892020873</c:v>
                </c:pt>
                <c:pt idx="16">
                  <c:v>157.91795085590721</c:v>
                </c:pt>
                <c:pt idx="17">
                  <c:v>162.35939418495587</c:v>
                </c:pt>
                <c:pt idx="18">
                  <c:v>163.63489727015121</c:v>
                </c:pt>
                <c:pt idx="19">
                  <c:v>179.49334649618618</c:v>
                </c:pt>
                <c:pt idx="20">
                  <c:v>196.73380446322457</c:v>
                </c:pt>
                <c:pt idx="21">
                  <c:v>244.06420519867061</c:v>
                </c:pt>
                <c:pt idx="22">
                  <c:v>256.5818573292849</c:v>
                </c:pt>
                <c:pt idx="23">
                  <c:v>224.85519674631749</c:v>
                </c:pt>
                <c:pt idx="24">
                  <c:v>167.45391078573317</c:v>
                </c:pt>
                <c:pt idx="25">
                  <c:v>104.96617713461106</c:v>
                </c:pt>
                <c:pt idx="26">
                  <c:v>61.978630765313341</c:v>
                </c:pt>
                <c:pt idx="27">
                  <c:v>41.740147045291124</c:v>
                </c:pt>
                <c:pt idx="28">
                  <c:v>28.545930748022208</c:v>
                </c:pt>
                <c:pt idx="29">
                  <c:v>24.989310676368877</c:v>
                </c:pt>
                <c:pt idx="30">
                  <c:v>41.21512429249551</c:v>
                </c:pt>
                <c:pt idx="31">
                  <c:v>58.259385526546644</c:v>
                </c:pt>
                <c:pt idx="32">
                  <c:v>86.284251941568868</c:v>
                </c:pt>
                <c:pt idx="33">
                  <c:v>111.42347912542441</c:v>
                </c:pt>
                <c:pt idx="34">
                  <c:v>132.58620526061353</c:v>
                </c:pt>
                <c:pt idx="35">
                  <c:v>151.12078078702919</c:v>
                </c:pt>
                <c:pt idx="36">
                  <c:v>163.76258953785293</c:v>
                </c:pt>
                <c:pt idx="37">
                  <c:v>170.4320852040868</c:v>
                </c:pt>
                <c:pt idx="38">
                  <c:v>211.82506341726906</c:v>
                </c:pt>
                <c:pt idx="39">
                  <c:v>201.76604042668879</c:v>
                </c:pt>
                <c:pt idx="40">
                  <c:v>168.19682213882254</c:v>
                </c:pt>
                <c:pt idx="41">
                  <c:v>169.0817099751263</c:v>
                </c:pt>
                <c:pt idx="42">
                  <c:v>170.23222280288235</c:v>
                </c:pt>
                <c:pt idx="43">
                  <c:v>185.26754082648637</c:v>
                </c:pt>
                <c:pt idx="44">
                  <c:v>203.80198865229062</c:v>
                </c:pt>
                <c:pt idx="45">
                  <c:v>255.01697752080639</c:v>
                </c:pt>
                <c:pt idx="46">
                  <c:v>263.3840414711529</c:v>
                </c:pt>
                <c:pt idx="47">
                  <c:v>232.69077678556891</c:v>
                </c:pt>
                <c:pt idx="48">
                  <c:v>174.06629472133372</c:v>
                </c:pt>
                <c:pt idx="49">
                  <c:v>114.40396877015552</c:v>
                </c:pt>
                <c:pt idx="50">
                  <c:v>68.180993758473377</c:v>
                </c:pt>
                <c:pt idx="51">
                  <c:v>41.090533198428865</c:v>
                </c:pt>
                <c:pt idx="52">
                  <c:v>27.237346568339955</c:v>
                </c:pt>
                <c:pt idx="53">
                  <c:v>23.91692295689332</c:v>
                </c:pt>
                <c:pt idx="54">
                  <c:v>41.83351862442445</c:v>
                </c:pt>
                <c:pt idx="55">
                  <c:v>61.989612302597813</c:v>
                </c:pt>
                <c:pt idx="56">
                  <c:v>89.347886970106686</c:v>
                </c:pt>
                <c:pt idx="57">
                  <c:v>110.46233829281778</c:v>
                </c:pt>
                <c:pt idx="58">
                  <c:v>126.05760222398443</c:v>
                </c:pt>
                <c:pt idx="59">
                  <c:v>145.22220972095349</c:v>
                </c:pt>
                <c:pt idx="60">
                  <c:v>158.60301514270489</c:v>
                </c:pt>
                <c:pt idx="61">
                  <c:v>177.94310941014689</c:v>
                </c:pt>
                <c:pt idx="62">
                  <c:v>194.2794081325107</c:v>
                </c:pt>
                <c:pt idx="63">
                  <c:v>187.25683860581583</c:v>
                </c:pt>
                <c:pt idx="64">
                  <c:v>163.1938865315492</c:v>
                </c:pt>
                <c:pt idx="65">
                  <c:v>165.75703233087583</c:v>
                </c:pt>
                <c:pt idx="66">
                  <c:v>167.34247689211762</c:v>
                </c:pt>
                <c:pt idx="67">
                  <c:v>182.41690222036488</c:v>
                </c:pt>
                <c:pt idx="68">
                  <c:v>198.61101657284181</c:v>
                </c:pt>
                <c:pt idx="69">
                  <c:v>247.68168549770721</c:v>
                </c:pt>
                <c:pt idx="70">
                  <c:v>253.68710017294927</c:v>
                </c:pt>
                <c:pt idx="71">
                  <c:v>212.99105497807068</c:v>
                </c:pt>
                <c:pt idx="72">
                  <c:v>148.28945311516685</c:v>
                </c:pt>
                <c:pt idx="73">
                  <c:v>91.087360876384452</c:v>
                </c:pt>
                <c:pt idx="74">
                  <c:v>53.592816112044467</c:v>
                </c:pt>
                <c:pt idx="75">
                  <c:v>32.937790555966693</c:v>
                </c:pt>
                <c:pt idx="76">
                  <c:v>23.250645604102218</c:v>
                </c:pt>
                <c:pt idx="77">
                  <c:v>22.806704686519971</c:v>
                </c:pt>
                <c:pt idx="78">
                  <c:v>44.936932168035547</c:v>
                </c:pt>
                <c:pt idx="79">
                  <c:v>71.309193273344448</c:v>
                </c:pt>
                <c:pt idx="80">
                  <c:v>93.269565833733367</c:v>
                </c:pt>
                <c:pt idx="81">
                  <c:v>103.61602205980003</c:v>
                </c:pt>
                <c:pt idx="82">
                  <c:v>116.6811137978267</c:v>
                </c:pt>
                <c:pt idx="83">
                  <c:v>134.42602438736429</c:v>
                </c:pt>
                <c:pt idx="84">
                  <c:v>148.32644614829368</c:v>
                </c:pt>
                <c:pt idx="85">
                  <c:v>160.55095444142461</c:v>
                </c:pt>
                <c:pt idx="86">
                  <c:v>168.86221530087988</c:v>
                </c:pt>
                <c:pt idx="87">
                  <c:v>165.39688248327556</c:v>
                </c:pt>
                <c:pt idx="88">
                  <c:v>152.89102663230912</c:v>
                </c:pt>
                <c:pt idx="89">
                  <c:v>161.20527053124184</c:v>
                </c:pt>
                <c:pt idx="90">
                  <c:v>161.68284952238631</c:v>
                </c:pt>
                <c:pt idx="91">
                  <c:v>181.53158547768896</c:v>
                </c:pt>
                <c:pt idx="92">
                  <c:v>197.90462036233109</c:v>
                </c:pt>
                <c:pt idx="93">
                  <c:v>247.99078144081773</c:v>
                </c:pt>
                <c:pt idx="94">
                  <c:v>251.7033806412731</c:v>
                </c:pt>
                <c:pt idx="95">
                  <c:v>206.09297173961988</c:v>
                </c:pt>
                <c:pt idx="96">
                  <c:v>141.63026829388684</c:v>
                </c:pt>
                <c:pt idx="97">
                  <c:v>86.966096653762236</c:v>
                </c:pt>
                <c:pt idx="98">
                  <c:v>50.898814288531064</c:v>
                </c:pt>
                <c:pt idx="99">
                  <c:v>31.619946740984428</c:v>
                </c:pt>
                <c:pt idx="100">
                  <c:v>22.773171924155527</c:v>
                </c:pt>
                <c:pt idx="101">
                  <c:v>22.303716500928847</c:v>
                </c:pt>
                <c:pt idx="102">
                  <c:v>45.509984108893363</c:v>
                </c:pt>
                <c:pt idx="103">
                  <c:v>72.668891058024471</c:v>
                </c:pt>
                <c:pt idx="104">
                  <c:v>93.718873733166689</c:v>
                </c:pt>
                <c:pt idx="105">
                  <c:v>103.74616890924892</c:v>
                </c:pt>
                <c:pt idx="106">
                  <c:v>117.20572535062443</c:v>
                </c:pt>
                <c:pt idx="107">
                  <c:v>136.00200330365357</c:v>
                </c:pt>
                <c:pt idx="108">
                  <c:v>149.99673403498193</c:v>
                </c:pt>
                <c:pt idx="109">
                  <c:v>162.77721587260189</c:v>
                </c:pt>
                <c:pt idx="110">
                  <c:v>170.1447921941751</c:v>
                </c:pt>
                <c:pt idx="111">
                  <c:v>167.15074084099598</c:v>
                </c:pt>
                <c:pt idx="112">
                  <c:v>152.76281046511957</c:v>
                </c:pt>
                <c:pt idx="113">
                  <c:v>161.68984226541119</c:v>
                </c:pt>
                <c:pt idx="114">
                  <c:v>163.2298448583027</c:v>
                </c:pt>
                <c:pt idx="115">
                  <c:v>182.44240756874251</c:v>
                </c:pt>
                <c:pt idx="116">
                  <c:v>198.56349385342401</c:v>
                </c:pt>
                <c:pt idx="117">
                  <c:v>250.98538974567521</c:v>
                </c:pt>
                <c:pt idx="118">
                  <c:v>252.13094412722904</c:v>
                </c:pt>
                <c:pt idx="119">
                  <c:v>207.62243233529287</c:v>
                </c:pt>
                <c:pt idx="120">
                  <c:v>141.92037921586871</c:v>
                </c:pt>
                <c:pt idx="121">
                  <c:v>87.068409847220011</c:v>
                </c:pt>
                <c:pt idx="122">
                  <c:v>50.52694312162663</c:v>
                </c:pt>
                <c:pt idx="123">
                  <c:v>31.394545720039989</c:v>
                </c:pt>
                <c:pt idx="124">
                  <c:v>22.633941662753315</c:v>
                </c:pt>
                <c:pt idx="125">
                  <c:v>22.432398626226679</c:v>
                </c:pt>
                <c:pt idx="126">
                  <c:v>46.419490156953295</c:v>
                </c:pt>
                <c:pt idx="127">
                  <c:v>74.361529195008956</c:v>
                </c:pt>
                <c:pt idx="128">
                  <c:v>96.482162415128869</c:v>
                </c:pt>
                <c:pt idx="129">
                  <c:v>106.88716771311108</c:v>
                </c:pt>
                <c:pt idx="130">
                  <c:v>120.35556080446</c:v>
                </c:pt>
                <c:pt idx="131">
                  <c:v>137.47079784117579</c:v>
                </c:pt>
                <c:pt idx="132">
                  <c:v>155.47843220616855</c:v>
                </c:pt>
                <c:pt idx="133">
                  <c:v>178.03981869187757</c:v>
                </c:pt>
                <c:pt idx="134">
                  <c:v>186.07717795893143</c:v>
                </c:pt>
                <c:pt idx="135">
                  <c:v>177.92581970175561</c:v>
                </c:pt>
                <c:pt idx="136">
                  <c:v>155.67441999648636</c:v>
                </c:pt>
                <c:pt idx="137">
                  <c:v>163.8222912833514</c:v>
                </c:pt>
                <c:pt idx="138">
                  <c:v>180.1408382858065</c:v>
                </c:pt>
                <c:pt idx="139">
                  <c:v>202.56462951419775</c:v>
                </c:pt>
                <c:pt idx="140">
                  <c:v>206.07504196322239</c:v>
                </c:pt>
                <c:pt idx="141">
                  <c:v>256.35632224729335</c:v>
                </c:pt>
                <c:pt idx="142">
                  <c:v>254.93755448941798</c:v>
                </c:pt>
                <c:pt idx="143">
                  <c:v>208.40280326070183</c:v>
                </c:pt>
                <c:pt idx="144">
                  <c:v>147.3781634275426</c:v>
                </c:pt>
                <c:pt idx="145">
                  <c:v>90.591912850711168</c:v>
                </c:pt>
                <c:pt idx="146">
                  <c:v>54.884685066848931</c:v>
                </c:pt>
                <c:pt idx="147">
                  <c:v>32.948581737011096</c:v>
                </c:pt>
                <c:pt idx="148">
                  <c:v>24.05593729862662</c:v>
                </c:pt>
                <c:pt idx="149">
                  <c:v>23.906324844637812</c:v>
                </c:pt>
                <c:pt idx="150">
                  <c:v>46.63602172495338</c:v>
                </c:pt>
                <c:pt idx="151">
                  <c:v>74.712334806882239</c:v>
                </c:pt>
                <c:pt idx="152">
                  <c:v>98.01963776174</c:v>
                </c:pt>
                <c:pt idx="153">
                  <c:v>107.62201880304892</c:v>
                </c:pt>
                <c:pt idx="154">
                  <c:v>120.56873971097555</c:v>
                </c:pt>
                <c:pt idx="155">
                  <c:v>135.13274439286408</c:v>
                </c:pt>
                <c:pt idx="156">
                  <c:v>150.65622343299762</c:v>
                </c:pt>
                <c:pt idx="157">
                  <c:v>162.89002862510699</c:v>
                </c:pt>
                <c:pt idx="158">
                  <c:v>173.21222770314202</c:v>
                </c:pt>
                <c:pt idx="159">
                  <c:v>170.11119742398645</c:v>
                </c:pt>
                <c:pt idx="160">
                  <c:v>156.97278441625332</c:v>
                </c:pt>
                <c:pt idx="161">
                  <c:v>167.09465355716031</c:v>
                </c:pt>
                <c:pt idx="162">
                  <c:v>167.81182653350865</c:v>
                </c:pt>
                <c:pt idx="163">
                  <c:v>189.71075150225136</c:v>
                </c:pt>
                <c:pt idx="164">
                  <c:v>202.48962328635969</c:v>
                </c:pt>
                <c:pt idx="165">
                  <c:v>253.39769766318264</c:v>
                </c:pt>
                <c:pt idx="166">
                  <c:v>253.21241739159592</c:v>
                </c:pt>
                <c:pt idx="167">
                  <c:v>201.99132918477525</c:v>
                </c:pt>
                <c:pt idx="168">
                  <c:v>136.81766548690655</c:v>
                </c:pt>
                <c:pt idx="169">
                  <c:v>81.453269939908893</c:v>
                </c:pt>
                <c:pt idx="170">
                  <c:v>49.903070896713352</c:v>
                </c:pt>
                <c:pt idx="171">
                  <c:v>31.829949715642186</c:v>
                </c:pt>
                <c:pt idx="172">
                  <c:v>23.392816207351128</c:v>
                </c:pt>
                <c:pt idx="173">
                  <c:v>23.732915703846704</c:v>
                </c:pt>
                <c:pt idx="174">
                  <c:v>48.627338901682201</c:v>
                </c:pt>
                <c:pt idx="175">
                  <c:v>80.834079145357848</c:v>
                </c:pt>
                <c:pt idx="176">
                  <c:v>105.51707172836005</c:v>
                </c:pt>
                <c:pt idx="177">
                  <c:v>117.77073334342667</c:v>
                </c:pt>
                <c:pt idx="178">
                  <c:v>128.4738275147491</c:v>
                </c:pt>
                <c:pt idx="179">
                  <c:v>142.74144578368887</c:v>
                </c:pt>
                <c:pt idx="180">
                  <c:v>156.04939131317073</c:v>
                </c:pt>
                <c:pt idx="181">
                  <c:v>169.68925495367145</c:v>
                </c:pt>
                <c:pt idx="182">
                  <c:v>178.92584193643549</c:v>
                </c:pt>
                <c:pt idx="183">
                  <c:v>175.65554625625123</c:v>
                </c:pt>
                <c:pt idx="184">
                  <c:v>158.23539593076396</c:v>
                </c:pt>
                <c:pt idx="185">
                  <c:v>164.98990553874046</c:v>
                </c:pt>
                <c:pt idx="186">
                  <c:v>164.21343244117358</c:v>
                </c:pt>
                <c:pt idx="187">
                  <c:v>190.17968336860241</c:v>
                </c:pt>
                <c:pt idx="188">
                  <c:v>203.70952177559303</c:v>
                </c:pt>
                <c:pt idx="189">
                  <c:v>250.90131120957318</c:v>
                </c:pt>
                <c:pt idx="190">
                  <c:v>256.64034629112626</c:v>
                </c:pt>
                <c:pt idx="191">
                  <c:v>218.72083411749813</c:v>
                </c:pt>
                <c:pt idx="192">
                  <c:v>159.19018296932938</c:v>
                </c:pt>
                <c:pt idx="193">
                  <c:v>103.50227595166224</c:v>
                </c:pt>
                <c:pt idx="194">
                  <c:v>64.419038835768859</c:v>
                </c:pt>
                <c:pt idx="195">
                  <c:v>41.446445447428893</c:v>
                </c:pt>
                <c:pt idx="196">
                  <c:v>28.549385333777813</c:v>
                </c:pt>
                <c:pt idx="197">
                  <c:v>24.963263455602235</c:v>
                </c:pt>
                <c:pt idx="198">
                  <c:v>42.073348347808917</c:v>
                </c:pt>
                <c:pt idx="199">
                  <c:v>62.962495761415568</c:v>
                </c:pt>
                <c:pt idx="200">
                  <c:v>91.245895629357832</c:v>
                </c:pt>
                <c:pt idx="201">
                  <c:v>114.86548552273999</c:v>
                </c:pt>
                <c:pt idx="202">
                  <c:v>135.12893468896638</c:v>
                </c:pt>
                <c:pt idx="203">
                  <c:v>157.39304701177574</c:v>
                </c:pt>
                <c:pt idx="204">
                  <c:v>165.62933174268241</c:v>
                </c:pt>
                <c:pt idx="205">
                  <c:v>172.32604298621337</c:v>
                </c:pt>
                <c:pt idx="206">
                  <c:v>213.50020139941333</c:v>
                </c:pt>
                <c:pt idx="207">
                  <c:v>201.78475941688041</c:v>
                </c:pt>
                <c:pt idx="208">
                  <c:v>168.13660711626846</c:v>
                </c:pt>
                <c:pt idx="209">
                  <c:v>171.35774005373361</c:v>
                </c:pt>
                <c:pt idx="210">
                  <c:v>167.96761116344919</c:v>
                </c:pt>
                <c:pt idx="211">
                  <c:v>194.48389717111138</c:v>
                </c:pt>
                <c:pt idx="212">
                  <c:v>207.87619449253307</c:v>
                </c:pt>
                <c:pt idx="213">
                  <c:v>257.84323833298231</c:v>
                </c:pt>
                <c:pt idx="214">
                  <c:v>266.34889494091732</c:v>
                </c:pt>
                <c:pt idx="215">
                  <c:v>227.51167653333817</c:v>
                </c:pt>
                <c:pt idx="216">
                  <c:v>164.47483538635149</c:v>
                </c:pt>
                <c:pt idx="217">
                  <c:v>104.2418431576711</c:v>
                </c:pt>
                <c:pt idx="218">
                  <c:v>61.964045333917738</c:v>
                </c:pt>
                <c:pt idx="219">
                  <c:v>37.232808303802237</c:v>
                </c:pt>
                <c:pt idx="220">
                  <c:v>25.476417437473327</c:v>
                </c:pt>
                <c:pt idx="221">
                  <c:v>23.233184765635613</c:v>
                </c:pt>
                <c:pt idx="222">
                  <c:v>42.010274527757787</c:v>
                </c:pt>
                <c:pt idx="223">
                  <c:v>64.87185712885335</c:v>
                </c:pt>
                <c:pt idx="224">
                  <c:v>92.108552545008905</c:v>
                </c:pt>
                <c:pt idx="225">
                  <c:v>112.06589734107106</c:v>
                </c:pt>
                <c:pt idx="226">
                  <c:v>127.35497276793784</c:v>
                </c:pt>
                <c:pt idx="227">
                  <c:v>144.82520148566198</c:v>
                </c:pt>
                <c:pt idx="228">
                  <c:v>156.30692393178234</c:v>
                </c:pt>
                <c:pt idx="229">
                  <c:v>179.24250192165567</c:v>
                </c:pt>
                <c:pt idx="230">
                  <c:v>194.87789122357802</c:v>
                </c:pt>
                <c:pt idx="231">
                  <c:v>188.6655261481088</c:v>
                </c:pt>
                <c:pt idx="232">
                  <c:v>161.86132174870713</c:v>
                </c:pt>
                <c:pt idx="233">
                  <c:v>167.61532302044878</c:v>
                </c:pt>
                <c:pt idx="234">
                  <c:v>166.19395436685804</c:v>
                </c:pt>
                <c:pt idx="235">
                  <c:v>189.53275995001746</c:v>
                </c:pt>
                <c:pt idx="236">
                  <c:v>207.59025629639555</c:v>
                </c:pt>
                <c:pt idx="237">
                  <c:v>260.33759675591978</c:v>
                </c:pt>
                <c:pt idx="238">
                  <c:v>254.43180025539382</c:v>
                </c:pt>
                <c:pt idx="239">
                  <c:v>204.92784899222252</c:v>
                </c:pt>
                <c:pt idx="240">
                  <c:v>138.49592285338917</c:v>
                </c:pt>
                <c:pt idx="241">
                  <c:v>84.53370786096005</c:v>
                </c:pt>
                <c:pt idx="242">
                  <c:v>49.421789620991078</c:v>
                </c:pt>
                <c:pt idx="243">
                  <c:v>30.465603827724404</c:v>
                </c:pt>
                <c:pt idx="244">
                  <c:v>22.116181412959985</c:v>
                </c:pt>
                <c:pt idx="245">
                  <c:v>22.31776488134668</c:v>
                </c:pt>
                <c:pt idx="246">
                  <c:v>45.785202766475521</c:v>
                </c:pt>
                <c:pt idx="247">
                  <c:v>74.044414206557775</c:v>
                </c:pt>
                <c:pt idx="248">
                  <c:v>94.336595717315575</c:v>
                </c:pt>
                <c:pt idx="249">
                  <c:v>102.70744643502222</c:v>
                </c:pt>
                <c:pt idx="250">
                  <c:v>115.77980391153324</c:v>
                </c:pt>
                <c:pt idx="251">
                  <c:v>134.36277440677068</c:v>
                </c:pt>
                <c:pt idx="252">
                  <c:v>147.42762119665534</c:v>
                </c:pt>
                <c:pt idx="253">
                  <c:v>161.15483721778014</c:v>
                </c:pt>
                <c:pt idx="254">
                  <c:v>169.83313549236252</c:v>
                </c:pt>
                <c:pt idx="255">
                  <c:v>168.24413989429374</c:v>
                </c:pt>
                <c:pt idx="256">
                  <c:v>155.66103882430841</c:v>
                </c:pt>
                <c:pt idx="257">
                  <c:v>170.30002766707793</c:v>
                </c:pt>
                <c:pt idx="258">
                  <c:v>167.48675164952431</c:v>
                </c:pt>
                <c:pt idx="259">
                  <c:v>189.68983758417292</c:v>
                </c:pt>
                <c:pt idx="260">
                  <c:v>204.89608973873351</c:v>
                </c:pt>
                <c:pt idx="261">
                  <c:v>253.93540022966235</c:v>
                </c:pt>
                <c:pt idx="262">
                  <c:v>249.8487024062515</c:v>
                </c:pt>
                <c:pt idx="263">
                  <c:v>195.47493339027739</c:v>
                </c:pt>
                <c:pt idx="264">
                  <c:v>129.12660935872711</c:v>
                </c:pt>
                <c:pt idx="265">
                  <c:v>77.235395051682218</c:v>
                </c:pt>
                <c:pt idx="266">
                  <c:v>45.192329394017762</c:v>
                </c:pt>
                <c:pt idx="267">
                  <c:v>28.895108829719959</c:v>
                </c:pt>
                <c:pt idx="268">
                  <c:v>21.5686476820911</c:v>
                </c:pt>
                <c:pt idx="269">
                  <c:v>22.229870924991157</c:v>
                </c:pt>
                <c:pt idx="270">
                  <c:v>46.206420940039955</c:v>
                </c:pt>
                <c:pt idx="271">
                  <c:v>76.170833542713368</c:v>
                </c:pt>
                <c:pt idx="272">
                  <c:v>97.475396441146714</c:v>
                </c:pt>
                <c:pt idx="273">
                  <c:v>105.66555906770888</c:v>
                </c:pt>
                <c:pt idx="274">
                  <c:v>118.4340563941244</c:v>
                </c:pt>
                <c:pt idx="275">
                  <c:v>136.36143729989982</c:v>
                </c:pt>
                <c:pt idx="276">
                  <c:v>149.66955920226897</c:v>
                </c:pt>
                <c:pt idx="277">
                  <c:v>163.461344498318</c:v>
                </c:pt>
                <c:pt idx="278">
                  <c:v>172.11048975685753</c:v>
                </c:pt>
                <c:pt idx="279">
                  <c:v>169.53358420346481</c:v>
                </c:pt>
                <c:pt idx="280">
                  <c:v>156.10601307486439</c:v>
                </c:pt>
                <c:pt idx="281">
                  <c:v>167.16421559871142</c:v>
                </c:pt>
                <c:pt idx="282">
                  <c:v>163.67805273645951</c:v>
                </c:pt>
                <c:pt idx="283">
                  <c:v>189.48436995188638</c:v>
                </c:pt>
                <c:pt idx="284">
                  <c:v>207.90381448791823</c:v>
                </c:pt>
                <c:pt idx="285">
                  <c:v>259.7700879894378</c:v>
                </c:pt>
                <c:pt idx="286">
                  <c:v>252.65377256240205</c:v>
                </c:pt>
                <c:pt idx="287">
                  <c:v>197.22291321952903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1FB-4D39-A8F8-9D267B9F4903}"/>
            </c:ext>
          </c:extLst>
        </c:ser>
        <c:ser>
          <c:idx val="29"/>
          <c:order val="29"/>
          <c:tx>
            <c:strRef>
              <c:f>'01-10 12-10-2026'!$AE$1</c:f>
              <c:strCache>
                <c:ptCount val="1"/>
                <c:pt idx="0">
                  <c:v>vEPG ORN Throughput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accent6">
                          <a:lumMod val="7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F1FB-4D39-A8F8-9D267B9F49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12-10-2026'!$AE$2:$AE$289</c:f>
              <c:numCache>
                <c:formatCode>0.00</c:formatCode>
                <c:ptCount val="288"/>
                <c:pt idx="0">
                  <c:v>41.589427057351095</c:v>
                </c:pt>
                <c:pt idx="1">
                  <c:v>24.586408795073364</c:v>
                </c:pt>
                <c:pt idx="2">
                  <c:v>14.382390128217779</c:v>
                </c:pt>
                <c:pt idx="3">
                  <c:v>9.1081046136866668</c:v>
                </c:pt>
                <c:pt idx="4">
                  <c:v>6.6664205929911073</c:v>
                </c:pt>
                <c:pt idx="5">
                  <c:v>7.9647569120711132</c:v>
                </c:pt>
                <c:pt idx="6">
                  <c:v>17.174941358895577</c:v>
                </c:pt>
                <c:pt idx="7">
                  <c:v>25.998546274060022</c:v>
                </c:pt>
                <c:pt idx="8">
                  <c:v>31.965037926160022</c:v>
                </c:pt>
                <c:pt idx="9">
                  <c:v>34.63064702232446</c:v>
                </c:pt>
                <c:pt idx="10">
                  <c:v>38.560136850226662</c:v>
                </c:pt>
                <c:pt idx="11">
                  <c:v>44.020319817013359</c:v>
                </c:pt>
                <c:pt idx="12">
                  <c:v>49.034877178877814</c:v>
                </c:pt>
                <c:pt idx="13">
                  <c:v>55.543876749391131</c:v>
                </c:pt>
                <c:pt idx="14">
                  <c:v>57.784186306006674</c:v>
                </c:pt>
                <c:pt idx="15">
                  <c:v>56.568544392573315</c:v>
                </c:pt>
                <c:pt idx="16">
                  <c:v>49.401501882057822</c:v>
                </c:pt>
                <c:pt idx="17">
                  <c:v>51.880479874955526</c:v>
                </c:pt>
                <c:pt idx="18">
                  <c:v>51.561873917264485</c:v>
                </c:pt>
                <c:pt idx="19">
                  <c:v>59.948654769942195</c:v>
                </c:pt>
                <c:pt idx="20">
                  <c:v>66.118779559599986</c:v>
                </c:pt>
                <c:pt idx="21">
                  <c:v>80.65077855408218</c:v>
                </c:pt>
                <c:pt idx="22">
                  <c:v>79.874474531988895</c:v>
                </c:pt>
                <c:pt idx="23">
                  <c:v>66.6648752508667</c:v>
                </c:pt>
                <c:pt idx="24">
                  <c:v>47.404507631011086</c:v>
                </c:pt>
                <c:pt idx="25">
                  <c:v>29.762372837733285</c:v>
                </c:pt>
                <c:pt idx="26">
                  <c:v>17.789359340288939</c:v>
                </c:pt>
                <c:pt idx="27">
                  <c:v>10.892423116764448</c:v>
                </c:pt>
                <c:pt idx="28">
                  <c:v>7.437214058973332</c:v>
                </c:pt>
                <c:pt idx="29">
                  <c:v>7.5967326122044545</c:v>
                </c:pt>
                <c:pt idx="30">
                  <c:v>15.070468625502242</c:v>
                </c:pt>
                <c:pt idx="31">
                  <c:v>22.747332209997751</c:v>
                </c:pt>
                <c:pt idx="32">
                  <c:v>32.777169561640036</c:v>
                </c:pt>
                <c:pt idx="33">
                  <c:v>39.706599444684443</c:v>
                </c:pt>
                <c:pt idx="34">
                  <c:v>46.026333052231124</c:v>
                </c:pt>
                <c:pt idx="35">
                  <c:v>53.008152583177811</c:v>
                </c:pt>
                <c:pt idx="36">
                  <c:v>53.783229141866727</c:v>
                </c:pt>
                <c:pt idx="37">
                  <c:v>56.635306700848872</c:v>
                </c:pt>
                <c:pt idx="38">
                  <c:v>69.549710368802238</c:v>
                </c:pt>
                <c:pt idx="39">
                  <c:v>64.317729600620027</c:v>
                </c:pt>
                <c:pt idx="40">
                  <c:v>52.834558030511104</c:v>
                </c:pt>
                <c:pt idx="41">
                  <c:v>53.118115771995519</c:v>
                </c:pt>
                <c:pt idx="42">
                  <c:v>52.414464588148846</c:v>
                </c:pt>
                <c:pt idx="43">
                  <c:v>62.553501159719985</c:v>
                </c:pt>
                <c:pt idx="44">
                  <c:v>68.69106101389562</c:v>
                </c:pt>
                <c:pt idx="45">
                  <c:v>84.098148234522242</c:v>
                </c:pt>
                <c:pt idx="46">
                  <c:v>82.222389283811097</c:v>
                </c:pt>
                <c:pt idx="47">
                  <c:v>69.308611357826706</c:v>
                </c:pt>
                <c:pt idx="48">
                  <c:v>49.817165346935546</c:v>
                </c:pt>
                <c:pt idx="49">
                  <c:v>31.183413715553307</c:v>
                </c:pt>
                <c:pt idx="50">
                  <c:v>18.256540833093329</c:v>
                </c:pt>
                <c:pt idx="51">
                  <c:v>10.800826805588892</c:v>
                </c:pt>
                <c:pt idx="52">
                  <c:v>7.2942076041822261</c:v>
                </c:pt>
                <c:pt idx="53">
                  <c:v>7.7579920247777778</c:v>
                </c:pt>
                <c:pt idx="54">
                  <c:v>15.851755933520039</c:v>
                </c:pt>
                <c:pt idx="55">
                  <c:v>23.856968234424475</c:v>
                </c:pt>
                <c:pt idx="56">
                  <c:v>32.757307413762177</c:v>
                </c:pt>
                <c:pt idx="57">
                  <c:v>38.260732104637739</c:v>
                </c:pt>
                <c:pt idx="58">
                  <c:v>42.462946363024486</c:v>
                </c:pt>
                <c:pt idx="59">
                  <c:v>48.535882811195513</c:v>
                </c:pt>
                <c:pt idx="60">
                  <c:v>52.388087367971153</c:v>
                </c:pt>
                <c:pt idx="61">
                  <c:v>60.742514419057727</c:v>
                </c:pt>
                <c:pt idx="62">
                  <c:v>63.838417855506691</c:v>
                </c:pt>
                <c:pt idx="63">
                  <c:v>61.192527119433343</c:v>
                </c:pt>
                <c:pt idx="64">
                  <c:v>51.238032036288921</c:v>
                </c:pt>
                <c:pt idx="65">
                  <c:v>52.086819183817774</c:v>
                </c:pt>
                <c:pt idx="66">
                  <c:v>52.617082452228871</c:v>
                </c:pt>
                <c:pt idx="67">
                  <c:v>60.868403359837764</c:v>
                </c:pt>
                <c:pt idx="68">
                  <c:v>67.178503277215526</c:v>
                </c:pt>
                <c:pt idx="69">
                  <c:v>81.020867292308921</c:v>
                </c:pt>
                <c:pt idx="70">
                  <c:v>77.84601996477997</c:v>
                </c:pt>
                <c:pt idx="71">
                  <c:v>61.834825740337799</c:v>
                </c:pt>
                <c:pt idx="72">
                  <c:v>40.764277497713309</c:v>
                </c:pt>
                <c:pt idx="73">
                  <c:v>24.141748595579962</c:v>
                </c:pt>
                <c:pt idx="74">
                  <c:v>14.057860106197765</c:v>
                </c:pt>
                <c:pt idx="75">
                  <c:v>8.8521752427955533</c:v>
                </c:pt>
                <c:pt idx="76">
                  <c:v>6.6945928686133316</c:v>
                </c:pt>
                <c:pt idx="77">
                  <c:v>7.7274696666911211</c:v>
                </c:pt>
                <c:pt idx="78">
                  <c:v>16.802296064557765</c:v>
                </c:pt>
                <c:pt idx="79">
                  <c:v>24.387502364988883</c:v>
                </c:pt>
                <c:pt idx="80">
                  <c:v>30.237607356797795</c:v>
                </c:pt>
                <c:pt idx="81">
                  <c:v>33.663906231615549</c:v>
                </c:pt>
                <c:pt idx="82">
                  <c:v>37.629556177708935</c:v>
                </c:pt>
                <c:pt idx="83">
                  <c:v>43.241620043546625</c:v>
                </c:pt>
                <c:pt idx="84">
                  <c:v>47.223708489504418</c:v>
                </c:pt>
                <c:pt idx="85">
                  <c:v>52.659575575546654</c:v>
                </c:pt>
                <c:pt idx="86">
                  <c:v>54.177138045731155</c:v>
                </c:pt>
                <c:pt idx="87">
                  <c:v>53.095563650846636</c:v>
                </c:pt>
                <c:pt idx="88">
                  <c:v>48.357054565246671</c:v>
                </c:pt>
                <c:pt idx="89">
                  <c:v>51.430863348722241</c:v>
                </c:pt>
                <c:pt idx="90">
                  <c:v>49.472499388531091</c:v>
                </c:pt>
                <c:pt idx="91">
                  <c:v>58.338229453031097</c:v>
                </c:pt>
                <c:pt idx="92">
                  <c:v>64.880913443235528</c:v>
                </c:pt>
                <c:pt idx="93">
                  <c:v>79.148902023344419</c:v>
                </c:pt>
                <c:pt idx="94">
                  <c:v>75.795418077066657</c:v>
                </c:pt>
                <c:pt idx="95">
                  <c:v>59.239564019102239</c:v>
                </c:pt>
                <c:pt idx="96">
                  <c:v>39.160387991662233</c:v>
                </c:pt>
                <c:pt idx="97">
                  <c:v>23.084744868846652</c:v>
                </c:pt>
                <c:pt idx="98">
                  <c:v>13.304560412022209</c:v>
                </c:pt>
                <c:pt idx="99">
                  <c:v>8.3662260495977741</c:v>
                </c:pt>
                <c:pt idx="100">
                  <c:v>6.3939216198755595</c:v>
                </c:pt>
                <c:pt idx="101">
                  <c:v>7.3979559810088968</c:v>
                </c:pt>
                <c:pt idx="102">
                  <c:v>16.866581229039969</c:v>
                </c:pt>
                <c:pt idx="103">
                  <c:v>25.035320734191089</c:v>
                </c:pt>
                <c:pt idx="104">
                  <c:v>31.190564064046701</c:v>
                </c:pt>
                <c:pt idx="105">
                  <c:v>34.101898971888851</c:v>
                </c:pt>
                <c:pt idx="106">
                  <c:v>37.84665999423558</c:v>
                </c:pt>
                <c:pt idx="107">
                  <c:v>43.550167906855584</c:v>
                </c:pt>
                <c:pt idx="108">
                  <c:v>47.666510323831083</c:v>
                </c:pt>
                <c:pt idx="109">
                  <c:v>53.164571253564461</c:v>
                </c:pt>
                <c:pt idx="110">
                  <c:v>54.4833605529222</c:v>
                </c:pt>
                <c:pt idx="111">
                  <c:v>53.161272291308933</c:v>
                </c:pt>
                <c:pt idx="112">
                  <c:v>48.174895721104456</c:v>
                </c:pt>
                <c:pt idx="113">
                  <c:v>51.048067420722205</c:v>
                </c:pt>
                <c:pt idx="114">
                  <c:v>49.610668096604449</c:v>
                </c:pt>
                <c:pt idx="115">
                  <c:v>58.678762145297824</c:v>
                </c:pt>
                <c:pt idx="116">
                  <c:v>65.532200140548923</c:v>
                </c:pt>
                <c:pt idx="117">
                  <c:v>80.242297728713396</c:v>
                </c:pt>
                <c:pt idx="118">
                  <c:v>76.185816509164496</c:v>
                </c:pt>
                <c:pt idx="119">
                  <c:v>59.48007008206001</c:v>
                </c:pt>
                <c:pt idx="120">
                  <c:v>39.08756305773553</c:v>
                </c:pt>
                <c:pt idx="121">
                  <c:v>23.032042537664488</c:v>
                </c:pt>
                <c:pt idx="122">
                  <c:v>13.107816727535543</c:v>
                </c:pt>
                <c:pt idx="123">
                  <c:v>8.1425169722977753</c:v>
                </c:pt>
                <c:pt idx="124">
                  <c:v>6.2451527826600053</c:v>
                </c:pt>
                <c:pt idx="125">
                  <c:v>7.5503792898222173</c:v>
                </c:pt>
                <c:pt idx="126">
                  <c:v>17.082503741104475</c:v>
                </c:pt>
                <c:pt idx="127">
                  <c:v>25.749155248006687</c:v>
                </c:pt>
                <c:pt idx="128">
                  <c:v>31.809722093808841</c:v>
                </c:pt>
                <c:pt idx="129">
                  <c:v>34.679540825617757</c:v>
                </c:pt>
                <c:pt idx="130">
                  <c:v>38.919790455846666</c:v>
                </c:pt>
                <c:pt idx="131">
                  <c:v>43.85254606330885</c:v>
                </c:pt>
                <c:pt idx="132">
                  <c:v>48.565245693508849</c:v>
                </c:pt>
                <c:pt idx="133">
                  <c:v>57.400490339455573</c:v>
                </c:pt>
                <c:pt idx="134">
                  <c:v>59.210354379144441</c:v>
                </c:pt>
                <c:pt idx="135">
                  <c:v>56.597940019537731</c:v>
                </c:pt>
                <c:pt idx="136">
                  <c:v>48.569672910788853</c:v>
                </c:pt>
                <c:pt idx="137">
                  <c:v>51.265123802957802</c:v>
                </c:pt>
                <c:pt idx="138">
                  <c:v>54.306300504373375</c:v>
                </c:pt>
                <c:pt idx="139">
                  <c:v>63.080571102648918</c:v>
                </c:pt>
                <c:pt idx="140">
                  <c:v>66.375386065648911</c:v>
                </c:pt>
                <c:pt idx="141">
                  <c:v>80.485066239315572</c:v>
                </c:pt>
                <c:pt idx="142">
                  <c:v>76.774779297917775</c:v>
                </c:pt>
                <c:pt idx="143">
                  <c:v>60.96774417511552</c:v>
                </c:pt>
                <c:pt idx="144">
                  <c:v>41.114936708164485</c:v>
                </c:pt>
                <c:pt idx="145">
                  <c:v>24.426624544164479</c:v>
                </c:pt>
                <c:pt idx="146">
                  <c:v>15.098747429384414</c:v>
                </c:pt>
                <c:pt idx="147">
                  <c:v>8.6592148878488864</c:v>
                </c:pt>
                <c:pt idx="148">
                  <c:v>6.5816632601666676</c:v>
                </c:pt>
                <c:pt idx="149">
                  <c:v>7.6626565581399984</c:v>
                </c:pt>
                <c:pt idx="150">
                  <c:v>17.730945302951099</c:v>
                </c:pt>
                <c:pt idx="151">
                  <c:v>26.505556359808878</c:v>
                </c:pt>
                <c:pt idx="152">
                  <c:v>32.491758037704408</c:v>
                </c:pt>
                <c:pt idx="153">
                  <c:v>35.014486085684489</c:v>
                </c:pt>
                <c:pt idx="154">
                  <c:v>38.532208118006643</c:v>
                </c:pt>
                <c:pt idx="155">
                  <c:v>43.232646899753362</c:v>
                </c:pt>
                <c:pt idx="156">
                  <c:v>47.006167884391132</c:v>
                </c:pt>
                <c:pt idx="157">
                  <c:v>52.881207816155516</c:v>
                </c:pt>
                <c:pt idx="158">
                  <c:v>54.325433872142199</c:v>
                </c:pt>
                <c:pt idx="159">
                  <c:v>53.591743974251074</c:v>
                </c:pt>
                <c:pt idx="160">
                  <c:v>49.419436940497832</c:v>
                </c:pt>
                <c:pt idx="161">
                  <c:v>52.466341131900009</c:v>
                </c:pt>
                <c:pt idx="162">
                  <c:v>51.58580327046667</c:v>
                </c:pt>
                <c:pt idx="163">
                  <c:v>61.011515448664433</c:v>
                </c:pt>
                <c:pt idx="164">
                  <c:v>67.81296412143115</c:v>
                </c:pt>
                <c:pt idx="165">
                  <c:v>81.262948593153311</c:v>
                </c:pt>
                <c:pt idx="166">
                  <c:v>76.883324452195509</c:v>
                </c:pt>
                <c:pt idx="167">
                  <c:v>58.106864675264447</c:v>
                </c:pt>
                <c:pt idx="168">
                  <c:v>37.784716736859963</c:v>
                </c:pt>
                <c:pt idx="169">
                  <c:v>22.253936164013318</c:v>
                </c:pt>
                <c:pt idx="170">
                  <c:v>12.995485120124446</c:v>
                </c:pt>
                <c:pt idx="171">
                  <c:v>8.2522858956533316</c:v>
                </c:pt>
                <c:pt idx="172">
                  <c:v>6.3863263219088928</c:v>
                </c:pt>
                <c:pt idx="173">
                  <c:v>7.5611782377355627</c:v>
                </c:pt>
                <c:pt idx="174">
                  <c:v>17.777548167755594</c:v>
                </c:pt>
                <c:pt idx="175">
                  <c:v>28.078210303808859</c:v>
                </c:pt>
                <c:pt idx="176">
                  <c:v>35.251510070864484</c:v>
                </c:pt>
                <c:pt idx="177">
                  <c:v>38.945625562422236</c:v>
                </c:pt>
                <c:pt idx="178">
                  <c:v>41.659863587882256</c:v>
                </c:pt>
                <c:pt idx="179">
                  <c:v>45.502847139071065</c:v>
                </c:pt>
                <c:pt idx="180">
                  <c:v>49.842795673244439</c:v>
                </c:pt>
                <c:pt idx="181">
                  <c:v>55.922829857217813</c:v>
                </c:pt>
                <c:pt idx="182">
                  <c:v>57.477491804466631</c:v>
                </c:pt>
                <c:pt idx="183">
                  <c:v>56.126115786175596</c:v>
                </c:pt>
                <c:pt idx="184">
                  <c:v>49.417447378488859</c:v>
                </c:pt>
                <c:pt idx="185">
                  <c:v>52.223975113513376</c:v>
                </c:pt>
                <c:pt idx="186">
                  <c:v>51.779424343635554</c:v>
                </c:pt>
                <c:pt idx="187">
                  <c:v>62.332523701742211</c:v>
                </c:pt>
                <c:pt idx="188">
                  <c:v>68.888466408993381</c:v>
                </c:pt>
                <c:pt idx="189">
                  <c:v>81.454204929906737</c:v>
                </c:pt>
                <c:pt idx="190">
                  <c:v>79.316629704455565</c:v>
                </c:pt>
                <c:pt idx="191">
                  <c:v>64.389494179697834</c:v>
                </c:pt>
                <c:pt idx="192">
                  <c:v>45.000217854966664</c:v>
                </c:pt>
                <c:pt idx="193">
                  <c:v>28.161914459366688</c:v>
                </c:pt>
                <c:pt idx="194">
                  <c:v>16.612468333113345</c:v>
                </c:pt>
                <c:pt idx="195">
                  <c:v>10.576918254922234</c:v>
                </c:pt>
                <c:pt idx="196">
                  <c:v>7.4906497047911076</c:v>
                </c:pt>
                <c:pt idx="197">
                  <c:v>7.5085729885244499</c:v>
                </c:pt>
                <c:pt idx="198">
                  <c:v>15.67901683710004</c:v>
                </c:pt>
                <c:pt idx="199">
                  <c:v>24.127740100746671</c:v>
                </c:pt>
                <c:pt idx="200">
                  <c:v>33.643786526380048</c:v>
                </c:pt>
                <c:pt idx="201">
                  <c:v>39.954433326213284</c:v>
                </c:pt>
                <c:pt idx="202">
                  <c:v>45.778183553102267</c:v>
                </c:pt>
                <c:pt idx="203">
                  <c:v>52.746019900575511</c:v>
                </c:pt>
                <c:pt idx="204">
                  <c:v>53.185552049564471</c:v>
                </c:pt>
                <c:pt idx="205">
                  <c:v>56.838034730775561</c:v>
                </c:pt>
                <c:pt idx="206">
                  <c:v>69.898071751973319</c:v>
                </c:pt>
                <c:pt idx="207">
                  <c:v>63.791251958020013</c:v>
                </c:pt>
                <c:pt idx="208">
                  <c:v>52.910221228920037</c:v>
                </c:pt>
                <c:pt idx="209">
                  <c:v>54.232876960504406</c:v>
                </c:pt>
                <c:pt idx="210">
                  <c:v>51.942194704251143</c:v>
                </c:pt>
                <c:pt idx="211">
                  <c:v>62.690313311148913</c:v>
                </c:pt>
                <c:pt idx="212">
                  <c:v>69.712280077422264</c:v>
                </c:pt>
                <c:pt idx="213">
                  <c:v>83.241233456202238</c:v>
                </c:pt>
                <c:pt idx="214">
                  <c:v>81.946794680628912</c:v>
                </c:pt>
                <c:pt idx="215">
                  <c:v>66.283267219657787</c:v>
                </c:pt>
                <c:pt idx="216">
                  <c:v>45.497080684273335</c:v>
                </c:pt>
                <c:pt idx="217">
                  <c:v>27.360521840333345</c:v>
                </c:pt>
                <c:pt idx="218">
                  <c:v>15.72549044288888</c:v>
                </c:pt>
                <c:pt idx="219">
                  <c:v>9.5054855639844487</c:v>
                </c:pt>
                <c:pt idx="220">
                  <c:v>6.8302377853200031</c:v>
                </c:pt>
                <c:pt idx="221">
                  <c:v>7.3210654298888871</c:v>
                </c:pt>
                <c:pt idx="222">
                  <c:v>15.915555489537802</c:v>
                </c:pt>
                <c:pt idx="223">
                  <c:v>24.289861412057729</c:v>
                </c:pt>
                <c:pt idx="224">
                  <c:v>33.121369226891098</c:v>
                </c:pt>
                <c:pt idx="225">
                  <c:v>38.239674109037814</c:v>
                </c:pt>
                <c:pt idx="226">
                  <c:v>41.987579828162204</c:v>
                </c:pt>
                <c:pt idx="227">
                  <c:v>47.58236998264217</c:v>
                </c:pt>
                <c:pt idx="228">
                  <c:v>50.485217776573322</c:v>
                </c:pt>
                <c:pt idx="229">
                  <c:v>59.574512864762248</c:v>
                </c:pt>
                <c:pt idx="230">
                  <c:v>63.216627619535515</c:v>
                </c:pt>
                <c:pt idx="231">
                  <c:v>60.170191353337799</c:v>
                </c:pt>
                <c:pt idx="232">
                  <c:v>51.098955798862228</c:v>
                </c:pt>
                <c:pt idx="233">
                  <c:v>52.895346349466706</c:v>
                </c:pt>
                <c:pt idx="234">
                  <c:v>51.610150058842251</c:v>
                </c:pt>
                <c:pt idx="235">
                  <c:v>60.801228725322268</c:v>
                </c:pt>
                <c:pt idx="236">
                  <c:v>69.081749303008891</c:v>
                </c:pt>
                <c:pt idx="237">
                  <c:v>82.305119030560022</c:v>
                </c:pt>
                <c:pt idx="238">
                  <c:v>76.509847537742232</c:v>
                </c:pt>
                <c:pt idx="239">
                  <c:v>58.695284451031156</c:v>
                </c:pt>
                <c:pt idx="240">
                  <c:v>37.658765949553327</c:v>
                </c:pt>
                <c:pt idx="241">
                  <c:v>22.022482981544474</c:v>
                </c:pt>
                <c:pt idx="242">
                  <c:v>12.634964421295535</c:v>
                </c:pt>
                <c:pt idx="243">
                  <c:v>8.09179489678667</c:v>
                </c:pt>
                <c:pt idx="244">
                  <c:v>6.468645200073337</c:v>
                </c:pt>
                <c:pt idx="245">
                  <c:v>7.3972974870577737</c:v>
                </c:pt>
                <c:pt idx="246">
                  <c:v>16.792807676239974</c:v>
                </c:pt>
                <c:pt idx="247">
                  <c:v>25.135815806271086</c:v>
                </c:pt>
                <c:pt idx="248">
                  <c:v>31.017410170402201</c:v>
                </c:pt>
                <c:pt idx="249">
                  <c:v>33.386909454660042</c:v>
                </c:pt>
                <c:pt idx="250">
                  <c:v>37.352857913819967</c:v>
                </c:pt>
                <c:pt idx="251">
                  <c:v>42.896915481346625</c:v>
                </c:pt>
                <c:pt idx="252">
                  <c:v>47.665609835935527</c:v>
                </c:pt>
                <c:pt idx="253">
                  <c:v>54.77866329638001</c:v>
                </c:pt>
                <c:pt idx="254">
                  <c:v>56.707535462524426</c:v>
                </c:pt>
                <c:pt idx="255">
                  <c:v>55.018167331424465</c:v>
                </c:pt>
                <c:pt idx="256">
                  <c:v>50.640798250399996</c:v>
                </c:pt>
                <c:pt idx="257">
                  <c:v>55.125101536251101</c:v>
                </c:pt>
                <c:pt idx="258">
                  <c:v>52.735918775391134</c:v>
                </c:pt>
                <c:pt idx="259">
                  <c:v>61.533920245319969</c:v>
                </c:pt>
                <c:pt idx="260">
                  <c:v>69.554979377506655</c:v>
                </c:pt>
                <c:pt idx="261">
                  <c:v>81.298878140879978</c:v>
                </c:pt>
                <c:pt idx="262">
                  <c:v>75.531251490951121</c:v>
                </c:pt>
                <c:pt idx="263">
                  <c:v>56.957575415648918</c:v>
                </c:pt>
                <c:pt idx="264">
                  <c:v>36.129337633551152</c:v>
                </c:pt>
                <c:pt idx="265">
                  <c:v>20.610826874999979</c:v>
                </c:pt>
                <c:pt idx="266">
                  <c:v>12.032356137051107</c:v>
                </c:pt>
                <c:pt idx="267">
                  <c:v>7.8299580935422259</c:v>
                </c:pt>
                <c:pt idx="268">
                  <c:v>6.3165293614022229</c:v>
                </c:pt>
                <c:pt idx="269">
                  <c:v>7.1552644143933364</c:v>
                </c:pt>
                <c:pt idx="270">
                  <c:v>17.13592313144671</c:v>
                </c:pt>
                <c:pt idx="271">
                  <c:v>26.217402833871088</c:v>
                </c:pt>
                <c:pt idx="272">
                  <c:v>31.609534627699993</c:v>
                </c:pt>
                <c:pt idx="273">
                  <c:v>34.290832251833322</c:v>
                </c:pt>
                <c:pt idx="274">
                  <c:v>37.955964532451077</c:v>
                </c:pt>
                <c:pt idx="275">
                  <c:v>43.804868841113326</c:v>
                </c:pt>
                <c:pt idx="276">
                  <c:v>47.385713219948933</c:v>
                </c:pt>
                <c:pt idx="277">
                  <c:v>53.390531902251134</c:v>
                </c:pt>
                <c:pt idx="278">
                  <c:v>54.421022744715536</c:v>
                </c:pt>
                <c:pt idx="279">
                  <c:v>52.900204931495558</c:v>
                </c:pt>
                <c:pt idx="280">
                  <c:v>48.679122633957817</c:v>
                </c:pt>
                <c:pt idx="281">
                  <c:v>52.704294312306693</c:v>
                </c:pt>
                <c:pt idx="282">
                  <c:v>50.844868460491078</c:v>
                </c:pt>
                <c:pt idx="283">
                  <c:v>60.70404182644662</c:v>
                </c:pt>
                <c:pt idx="284">
                  <c:v>69.309046862268929</c:v>
                </c:pt>
                <c:pt idx="285">
                  <c:v>81.943015995882263</c:v>
                </c:pt>
                <c:pt idx="286">
                  <c:v>75.819357203757832</c:v>
                </c:pt>
                <c:pt idx="287">
                  <c:v>56.203677797524506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1FB-4D39-A8F8-9D267B9F4903}"/>
            </c:ext>
          </c:extLst>
        </c:ser>
        <c:ser>
          <c:idx val="32"/>
          <c:order val="32"/>
          <c:tx>
            <c:strRef>
              <c:f>'01-10 12-10-2026'!$AH$1</c:f>
              <c:strCache>
                <c:ptCount val="1"/>
                <c:pt idx="0">
                  <c:v>vEPG BMR Throughput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14"/>
              <c:layout>
                <c:manualLayout>
                  <c:x val="-2.2953068136558907E-2"/>
                  <c:y val="-1.073823781050823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F1FB-4D39-A8F8-9D267B9F49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12-10-2026'!$AH$2:$AH$289</c:f>
              <c:numCache>
                <c:formatCode>0.00</c:formatCode>
                <c:ptCount val="288"/>
                <c:pt idx="0">
                  <c:v>84.30140991624225</c:v>
                </c:pt>
                <c:pt idx="1">
                  <c:v>54.471156899004434</c:v>
                </c:pt>
                <c:pt idx="2">
                  <c:v>31.922486064742198</c:v>
                </c:pt>
                <c:pt idx="3">
                  <c:v>18.071308982011104</c:v>
                </c:pt>
                <c:pt idx="4">
                  <c:v>12.399165286971099</c:v>
                </c:pt>
                <c:pt idx="5">
                  <c:v>11.991765473613324</c:v>
                </c:pt>
                <c:pt idx="6">
                  <c:v>23.06653055308</c:v>
                </c:pt>
                <c:pt idx="7">
                  <c:v>38.261996541802212</c:v>
                </c:pt>
                <c:pt idx="8">
                  <c:v>49.874062875751108</c:v>
                </c:pt>
                <c:pt idx="9">
                  <c:v>56.110132698451153</c:v>
                </c:pt>
                <c:pt idx="10">
                  <c:v>63.003085805440037</c:v>
                </c:pt>
                <c:pt idx="11">
                  <c:v>71.393162331233384</c:v>
                </c:pt>
                <c:pt idx="12">
                  <c:v>77.144783463404451</c:v>
                </c:pt>
                <c:pt idx="13">
                  <c:v>84.646954523239998</c:v>
                </c:pt>
                <c:pt idx="14">
                  <c:v>91.177943805277749</c:v>
                </c:pt>
                <c:pt idx="15">
                  <c:v>86.714256108062216</c:v>
                </c:pt>
                <c:pt idx="16">
                  <c:v>77.658198722128873</c:v>
                </c:pt>
                <c:pt idx="17">
                  <c:v>77.25288836570671</c:v>
                </c:pt>
                <c:pt idx="18">
                  <c:v>75.398893416040025</c:v>
                </c:pt>
                <c:pt idx="19">
                  <c:v>78.347108583991158</c:v>
                </c:pt>
                <c:pt idx="20">
                  <c:v>91.503431278722289</c:v>
                </c:pt>
                <c:pt idx="21">
                  <c:v>105.46364792484226</c:v>
                </c:pt>
                <c:pt idx="22">
                  <c:v>115.16236295634002</c:v>
                </c:pt>
                <c:pt idx="23">
                  <c:v>112.54057515541777</c:v>
                </c:pt>
                <c:pt idx="24">
                  <c:v>90.858887222564491</c:v>
                </c:pt>
                <c:pt idx="25">
                  <c:v>59.52826050758442</c:v>
                </c:pt>
                <c:pt idx="26">
                  <c:v>32.698015754071108</c:v>
                </c:pt>
                <c:pt idx="27">
                  <c:v>21.315526249897797</c:v>
                </c:pt>
                <c:pt idx="28">
                  <c:v>13.776629258691077</c:v>
                </c:pt>
                <c:pt idx="29">
                  <c:v>11.603658323571112</c:v>
                </c:pt>
                <c:pt idx="30">
                  <c:v>20.605432668051087</c:v>
                </c:pt>
                <c:pt idx="31">
                  <c:v>33.264656895784491</c:v>
                </c:pt>
                <c:pt idx="32">
                  <c:v>46.210878289708887</c:v>
                </c:pt>
                <c:pt idx="33">
                  <c:v>57.808842043426651</c:v>
                </c:pt>
                <c:pt idx="34">
                  <c:v>67.405489410424423</c:v>
                </c:pt>
                <c:pt idx="35">
                  <c:v>79.155724487973316</c:v>
                </c:pt>
                <c:pt idx="36">
                  <c:v>83.5795486554956</c:v>
                </c:pt>
                <c:pt idx="37">
                  <c:v>80.861202974244435</c:v>
                </c:pt>
                <c:pt idx="38">
                  <c:v>99.585770752302267</c:v>
                </c:pt>
                <c:pt idx="39">
                  <c:v>95.986330300448884</c:v>
                </c:pt>
                <c:pt idx="40">
                  <c:v>81.730703592322243</c:v>
                </c:pt>
                <c:pt idx="41">
                  <c:v>78.299263308948852</c:v>
                </c:pt>
                <c:pt idx="42">
                  <c:v>75.925831670871119</c:v>
                </c:pt>
                <c:pt idx="43">
                  <c:v>81.934242059275547</c:v>
                </c:pt>
                <c:pt idx="44">
                  <c:v>96.013767240380005</c:v>
                </c:pt>
                <c:pt idx="45">
                  <c:v>110.89296371959777</c:v>
                </c:pt>
                <c:pt idx="46">
                  <c:v>118.95796273508623</c:v>
                </c:pt>
                <c:pt idx="47">
                  <c:v>115.9152493860978</c:v>
                </c:pt>
                <c:pt idx="48">
                  <c:v>95.077312195384422</c:v>
                </c:pt>
                <c:pt idx="49">
                  <c:v>65.615041887668895</c:v>
                </c:pt>
                <c:pt idx="50">
                  <c:v>39.531148214428882</c:v>
                </c:pt>
                <c:pt idx="51">
                  <c:v>23.009858705762248</c:v>
                </c:pt>
                <c:pt idx="52">
                  <c:v>14.031971109413355</c:v>
                </c:pt>
                <c:pt idx="53">
                  <c:v>11.495352880106665</c:v>
                </c:pt>
                <c:pt idx="54">
                  <c:v>20.851064606124417</c:v>
                </c:pt>
                <c:pt idx="55">
                  <c:v>34.42010098769336</c:v>
                </c:pt>
                <c:pt idx="56">
                  <c:v>46.161105810506697</c:v>
                </c:pt>
                <c:pt idx="57">
                  <c:v>56.302828218828843</c:v>
                </c:pt>
                <c:pt idx="58">
                  <c:v>64.367547859057737</c:v>
                </c:pt>
                <c:pt idx="59">
                  <c:v>74.372984610646668</c:v>
                </c:pt>
                <c:pt idx="60">
                  <c:v>79.57158145916668</c:v>
                </c:pt>
                <c:pt idx="61">
                  <c:v>88.214251458108862</c:v>
                </c:pt>
                <c:pt idx="62">
                  <c:v>97.044252665275565</c:v>
                </c:pt>
                <c:pt idx="63">
                  <c:v>92.435773176964474</c:v>
                </c:pt>
                <c:pt idx="64">
                  <c:v>81.470694013795551</c:v>
                </c:pt>
                <c:pt idx="65">
                  <c:v>79.123532196980051</c:v>
                </c:pt>
                <c:pt idx="66">
                  <c:v>75.533121174575612</c:v>
                </c:pt>
                <c:pt idx="67">
                  <c:v>80.468503241095561</c:v>
                </c:pt>
                <c:pt idx="68">
                  <c:v>92.613129831748864</c:v>
                </c:pt>
                <c:pt idx="69">
                  <c:v>105.70506141654444</c:v>
                </c:pt>
                <c:pt idx="70">
                  <c:v>114.41621946902438</c:v>
                </c:pt>
                <c:pt idx="71">
                  <c:v>108.91411917853777</c:v>
                </c:pt>
                <c:pt idx="72">
                  <c:v>84.223299064913377</c:v>
                </c:pt>
                <c:pt idx="73">
                  <c:v>53.291157838968928</c:v>
                </c:pt>
                <c:pt idx="74">
                  <c:v>30.359649230564475</c:v>
                </c:pt>
                <c:pt idx="75">
                  <c:v>17.633178040346696</c:v>
                </c:pt>
                <c:pt idx="76">
                  <c:v>11.85219283745111</c:v>
                </c:pt>
                <c:pt idx="77">
                  <c:v>11.06837782415556</c:v>
                </c:pt>
                <c:pt idx="78">
                  <c:v>21.857437077482174</c:v>
                </c:pt>
                <c:pt idx="79">
                  <c:v>35.793656629879969</c:v>
                </c:pt>
                <c:pt idx="80">
                  <c:v>46.99294610528441</c:v>
                </c:pt>
                <c:pt idx="81">
                  <c:v>54.654462383268886</c:v>
                </c:pt>
                <c:pt idx="82">
                  <c:v>61.664247859860041</c:v>
                </c:pt>
                <c:pt idx="83">
                  <c:v>69.203382875164479</c:v>
                </c:pt>
                <c:pt idx="84">
                  <c:v>74.654947037071111</c:v>
                </c:pt>
                <c:pt idx="85">
                  <c:v>81.360002619288892</c:v>
                </c:pt>
                <c:pt idx="86">
                  <c:v>86.937512074304422</c:v>
                </c:pt>
                <c:pt idx="87">
                  <c:v>82.656379875102232</c:v>
                </c:pt>
                <c:pt idx="88">
                  <c:v>74.948121994648886</c:v>
                </c:pt>
                <c:pt idx="89">
                  <c:v>75.503185171791159</c:v>
                </c:pt>
                <c:pt idx="90">
                  <c:v>73.937935111822242</c:v>
                </c:pt>
                <c:pt idx="91">
                  <c:v>78.912305450213367</c:v>
                </c:pt>
                <c:pt idx="92">
                  <c:v>92.319417309193355</c:v>
                </c:pt>
                <c:pt idx="93">
                  <c:v>106.75065738941115</c:v>
                </c:pt>
                <c:pt idx="94">
                  <c:v>114.9718542365155</c:v>
                </c:pt>
                <c:pt idx="95">
                  <c:v>107.18961831422669</c:v>
                </c:pt>
                <c:pt idx="96">
                  <c:v>81.216455010317773</c:v>
                </c:pt>
                <c:pt idx="97">
                  <c:v>51.006423033691128</c:v>
                </c:pt>
                <c:pt idx="98">
                  <c:v>28.783484676386621</c:v>
                </c:pt>
                <c:pt idx="99">
                  <c:v>16.521760591142211</c:v>
                </c:pt>
                <c:pt idx="100">
                  <c:v>11.507764071013332</c:v>
                </c:pt>
                <c:pt idx="101">
                  <c:v>10.601218119339999</c:v>
                </c:pt>
                <c:pt idx="102">
                  <c:v>21.08560871744448</c:v>
                </c:pt>
                <c:pt idx="103">
                  <c:v>36.307053585335581</c:v>
                </c:pt>
                <c:pt idx="104">
                  <c:v>47.377264498151078</c:v>
                </c:pt>
                <c:pt idx="105">
                  <c:v>54.562032725648876</c:v>
                </c:pt>
                <c:pt idx="106">
                  <c:v>61.727580494764453</c:v>
                </c:pt>
                <c:pt idx="107">
                  <c:v>70.118214918537802</c:v>
                </c:pt>
                <c:pt idx="108">
                  <c:v>75.365467920031122</c:v>
                </c:pt>
                <c:pt idx="109">
                  <c:v>82.389880731104412</c:v>
                </c:pt>
                <c:pt idx="110">
                  <c:v>87.429858232911144</c:v>
                </c:pt>
                <c:pt idx="111">
                  <c:v>83.376165674915583</c:v>
                </c:pt>
                <c:pt idx="112">
                  <c:v>75.864327969522279</c:v>
                </c:pt>
                <c:pt idx="113">
                  <c:v>76.116645312606664</c:v>
                </c:pt>
                <c:pt idx="114">
                  <c:v>74.463100960040038</c:v>
                </c:pt>
                <c:pt idx="115">
                  <c:v>79.693800736475552</c:v>
                </c:pt>
                <c:pt idx="116">
                  <c:v>92.600676897479985</c:v>
                </c:pt>
                <c:pt idx="117">
                  <c:v>108.72175864085331</c:v>
                </c:pt>
                <c:pt idx="118">
                  <c:v>116.12323721210443</c:v>
                </c:pt>
                <c:pt idx="119">
                  <c:v>108.34225407114891</c:v>
                </c:pt>
                <c:pt idx="120">
                  <c:v>81.141912727671155</c:v>
                </c:pt>
                <c:pt idx="121">
                  <c:v>50.366507988326653</c:v>
                </c:pt>
                <c:pt idx="122">
                  <c:v>28.34928776486888</c:v>
                </c:pt>
                <c:pt idx="123">
                  <c:v>16.425711367753372</c:v>
                </c:pt>
                <c:pt idx="124">
                  <c:v>11.7634068802644</c:v>
                </c:pt>
                <c:pt idx="125">
                  <c:v>11.278723264995561</c:v>
                </c:pt>
                <c:pt idx="126">
                  <c:v>22.215819771066638</c:v>
                </c:pt>
                <c:pt idx="127">
                  <c:v>37.817818398608843</c:v>
                </c:pt>
                <c:pt idx="128">
                  <c:v>49.300723723926673</c:v>
                </c:pt>
                <c:pt idx="129">
                  <c:v>56.958509426873349</c:v>
                </c:pt>
                <c:pt idx="130">
                  <c:v>62.65521655040002</c:v>
                </c:pt>
                <c:pt idx="131">
                  <c:v>70.258459083497797</c:v>
                </c:pt>
                <c:pt idx="132">
                  <c:v>76.693686840411132</c:v>
                </c:pt>
                <c:pt idx="133">
                  <c:v>86.177645299082258</c:v>
                </c:pt>
                <c:pt idx="134">
                  <c:v>90.734949523824497</c:v>
                </c:pt>
                <c:pt idx="135">
                  <c:v>85.531246686040021</c:v>
                </c:pt>
                <c:pt idx="136">
                  <c:v>76.175374605497737</c:v>
                </c:pt>
                <c:pt idx="137">
                  <c:v>76.342024581871144</c:v>
                </c:pt>
                <c:pt idx="138">
                  <c:v>84.96445906317777</c:v>
                </c:pt>
                <c:pt idx="139">
                  <c:v>92.533609499346696</c:v>
                </c:pt>
                <c:pt idx="140">
                  <c:v>96.228244194217808</c:v>
                </c:pt>
                <c:pt idx="141">
                  <c:v>110.67819983066221</c:v>
                </c:pt>
                <c:pt idx="142">
                  <c:v>117.0754378082044</c:v>
                </c:pt>
                <c:pt idx="143">
                  <c:v>108.41915481442223</c:v>
                </c:pt>
                <c:pt idx="144">
                  <c:v>83.989481877375539</c:v>
                </c:pt>
                <c:pt idx="145">
                  <c:v>52.335876893517764</c:v>
                </c:pt>
                <c:pt idx="146">
                  <c:v>30.916847046604484</c:v>
                </c:pt>
                <c:pt idx="147">
                  <c:v>17.128761066708879</c:v>
                </c:pt>
                <c:pt idx="148">
                  <c:v>11.190650644902222</c:v>
                </c:pt>
                <c:pt idx="149">
                  <c:v>10.789785469226663</c:v>
                </c:pt>
                <c:pt idx="150">
                  <c:v>22.338354220542179</c:v>
                </c:pt>
                <c:pt idx="151">
                  <c:v>38.529829141631083</c:v>
                </c:pt>
                <c:pt idx="152">
                  <c:v>50.445879213882222</c:v>
                </c:pt>
                <c:pt idx="153">
                  <c:v>56.994080414157807</c:v>
                </c:pt>
                <c:pt idx="154">
                  <c:v>63.400249445748948</c:v>
                </c:pt>
                <c:pt idx="155">
                  <c:v>71.186484154204436</c:v>
                </c:pt>
                <c:pt idx="156">
                  <c:v>75.984971713504493</c:v>
                </c:pt>
                <c:pt idx="157">
                  <c:v>82.93187548514446</c:v>
                </c:pt>
                <c:pt idx="158">
                  <c:v>88.067862310620015</c:v>
                </c:pt>
                <c:pt idx="159">
                  <c:v>85.622325935702193</c:v>
                </c:pt>
                <c:pt idx="160">
                  <c:v>77.790601233102265</c:v>
                </c:pt>
                <c:pt idx="161">
                  <c:v>77.980140997848878</c:v>
                </c:pt>
                <c:pt idx="162">
                  <c:v>76.432144270015527</c:v>
                </c:pt>
                <c:pt idx="163">
                  <c:v>82.294945022133348</c:v>
                </c:pt>
                <c:pt idx="164">
                  <c:v>92.856714835157831</c:v>
                </c:pt>
                <c:pt idx="165">
                  <c:v>107.51541317409118</c:v>
                </c:pt>
                <c:pt idx="166">
                  <c:v>117.25646322768446</c:v>
                </c:pt>
                <c:pt idx="167">
                  <c:v>107.7481777996644</c:v>
                </c:pt>
                <c:pt idx="168">
                  <c:v>80.623351776904414</c:v>
                </c:pt>
                <c:pt idx="169">
                  <c:v>50.556715841788908</c:v>
                </c:pt>
                <c:pt idx="170">
                  <c:v>28.52178776336002</c:v>
                </c:pt>
                <c:pt idx="171">
                  <c:v>16.696990502473369</c:v>
                </c:pt>
                <c:pt idx="172">
                  <c:v>11.598249360988886</c:v>
                </c:pt>
                <c:pt idx="173">
                  <c:v>11.174001847793333</c:v>
                </c:pt>
                <c:pt idx="174">
                  <c:v>23.274328212968918</c:v>
                </c:pt>
                <c:pt idx="175">
                  <c:v>40.948793082468946</c:v>
                </c:pt>
                <c:pt idx="176">
                  <c:v>53.259583854046667</c:v>
                </c:pt>
                <c:pt idx="177">
                  <c:v>63.965578153206678</c:v>
                </c:pt>
                <c:pt idx="178">
                  <c:v>70.400820421448913</c:v>
                </c:pt>
                <c:pt idx="179">
                  <c:v>76.810947130133385</c:v>
                </c:pt>
                <c:pt idx="180">
                  <c:v>81.048495784271154</c:v>
                </c:pt>
                <c:pt idx="181">
                  <c:v>87.587497383842276</c:v>
                </c:pt>
                <c:pt idx="182">
                  <c:v>92.340780734873377</c:v>
                </c:pt>
                <c:pt idx="183">
                  <c:v>88.939047987413375</c:v>
                </c:pt>
                <c:pt idx="184">
                  <c:v>79.776903381991104</c:v>
                </c:pt>
                <c:pt idx="185">
                  <c:v>78.958725048579993</c:v>
                </c:pt>
                <c:pt idx="186">
                  <c:v>76.934228585708937</c:v>
                </c:pt>
                <c:pt idx="187">
                  <c:v>85.515494399835532</c:v>
                </c:pt>
                <c:pt idx="188">
                  <c:v>94.963869277182269</c:v>
                </c:pt>
                <c:pt idx="189">
                  <c:v>109.91376757769783</c:v>
                </c:pt>
                <c:pt idx="190">
                  <c:v>118.89467523586211</c:v>
                </c:pt>
                <c:pt idx="191">
                  <c:v>112.43967784361334</c:v>
                </c:pt>
                <c:pt idx="192">
                  <c:v>89.316253723160045</c:v>
                </c:pt>
                <c:pt idx="193">
                  <c:v>59.057209074180022</c:v>
                </c:pt>
                <c:pt idx="194">
                  <c:v>35.695743071984403</c:v>
                </c:pt>
                <c:pt idx="195">
                  <c:v>21.392439556233377</c:v>
                </c:pt>
                <c:pt idx="196">
                  <c:v>13.83198498440219</c:v>
                </c:pt>
                <c:pt idx="197">
                  <c:v>11.542154971186662</c:v>
                </c:pt>
                <c:pt idx="198">
                  <c:v>21.559973657191154</c:v>
                </c:pt>
                <c:pt idx="199">
                  <c:v>35.469379655608932</c:v>
                </c:pt>
                <c:pt idx="200">
                  <c:v>48.122033325293359</c:v>
                </c:pt>
                <c:pt idx="201">
                  <c:v>58.883256221653319</c:v>
                </c:pt>
                <c:pt idx="202">
                  <c:v>68.441058292513375</c:v>
                </c:pt>
                <c:pt idx="203">
                  <c:v>79.875547716380012</c:v>
                </c:pt>
                <c:pt idx="204">
                  <c:v>83.02064665981338</c:v>
                </c:pt>
                <c:pt idx="205">
                  <c:v>81.796166237555596</c:v>
                </c:pt>
                <c:pt idx="206">
                  <c:v>100.27887387537554</c:v>
                </c:pt>
                <c:pt idx="207">
                  <c:v>96.410877535793389</c:v>
                </c:pt>
                <c:pt idx="208">
                  <c:v>82.243379893315591</c:v>
                </c:pt>
                <c:pt idx="209">
                  <c:v>79.644953899737786</c:v>
                </c:pt>
                <c:pt idx="210">
                  <c:v>77.766410996357777</c:v>
                </c:pt>
                <c:pt idx="211">
                  <c:v>88.36883439035114</c:v>
                </c:pt>
                <c:pt idx="212">
                  <c:v>98.355597539642261</c:v>
                </c:pt>
                <c:pt idx="213">
                  <c:v>112.75061201686886</c:v>
                </c:pt>
                <c:pt idx="214">
                  <c:v>122.94191334837787</c:v>
                </c:pt>
                <c:pt idx="215">
                  <c:v>115.12264021377999</c:v>
                </c:pt>
                <c:pt idx="216">
                  <c:v>90.897626056482267</c:v>
                </c:pt>
                <c:pt idx="217">
                  <c:v>60.267877815026644</c:v>
                </c:pt>
                <c:pt idx="218">
                  <c:v>35.885872672760016</c:v>
                </c:pt>
                <c:pt idx="219">
                  <c:v>20.839970068728871</c:v>
                </c:pt>
                <c:pt idx="220">
                  <c:v>13.184114903477822</c:v>
                </c:pt>
                <c:pt idx="221">
                  <c:v>11.291636231631118</c:v>
                </c:pt>
                <c:pt idx="222">
                  <c:v>21.394320144593337</c:v>
                </c:pt>
                <c:pt idx="223">
                  <c:v>36.605895933322174</c:v>
                </c:pt>
                <c:pt idx="224">
                  <c:v>49.464034225735574</c:v>
                </c:pt>
                <c:pt idx="225">
                  <c:v>59.024698951811089</c:v>
                </c:pt>
                <c:pt idx="226">
                  <c:v>66.380084975526657</c:v>
                </c:pt>
                <c:pt idx="227">
                  <c:v>74.786766022877813</c:v>
                </c:pt>
                <c:pt idx="228">
                  <c:v>79.811227388026708</c:v>
                </c:pt>
                <c:pt idx="229">
                  <c:v>88.361824612928928</c:v>
                </c:pt>
                <c:pt idx="230">
                  <c:v>96.640293528059956</c:v>
                </c:pt>
                <c:pt idx="231">
                  <c:v>92.711650283442282</c:v>
                </c:pt>
                <c:pt idx="232">
                  <c:v>81.863250813095561</c:v>
                </c:pt>
                <c:pt idx="233">
                  <c:v>80.903008126604405</c:v>
                </c:pt>
                <c:pt idx="234">
                  <c:v>80.328476315208945</c:v>
                </c:pt>
                <c:pt idx="235">
                  <c:v>88.053697521648871</c:v>
                </c:pt>
                <c:pt idx="236">
                  <c:v>98.49733651810223</c:v>
                </c:pt>
                <c:pt idx="237">
                  <c:v>113.80725089461555</c:v>
                </c:pt>
                <c:pt idx="238">
                  <c:v>117.3362405332978</c:v>
                </c:pt>
                <c:pt idx="239">
                  <c:v>108.06687805043774</c:v>
                </c:pt>
                <c:pt idx="240">
                  <c:v>80.065712945860028</c:v>
                </c:pt>
                <c:pt idx="241">
                  <c:v>50.952304316522259</c:v>
                </c:pt>
                <c:pt idx="242">
                  <c:v>29.188056070095573</c:v>
                </c:pt>
                <c:pt idx="243">
                  <c:v>17.247367384008843</c:v>
                </c:pt>
                <c:pt idx="244">
                  <c:v>11.556659931120002</c:v>
                </c:pt>
                <c:pt idx="245">
                  <c:v>10.753750693602223</c:v>
                </c:pt>
                <c:pt idx="246">
                  <c:v>22.290732181426669</c:v>
                </c:pt>
                <c:pt idx="247">
                  <c:v>37.991106094219965</c:v>
                </c:pt>
                <c:pt idx="248">
                  <c:v>49.874544305019981</c:v>
                </c:pt>
                <c:pt idx="249">
                  <c:v>57.411601471375576</c:v>
                </c:pt>
                <c:pt idx="250">
                  <c:v>64.934681859973338</c:v>
                </c:pt>
                <c:pt idx="251">
                  <c:v>73.139634786139993</c:v>
                </c:pt>
                <c:pt idx="252">
                  <c:v>77.972463766362267</c:v>
                </c:pt>
                <c:pt idx="253">
                  <c:v>84.794505101955551</c:v>
                </c:pt>
                <c:pt idx="254">
                  <c:v>90.473697750077733</c:v>
                </c:pt>
                <c:pt idx="255">
                  <c:v>87.577778566759974</c:v>
                </c:pt>
                <c:pt idx="256">
                  <c:v>79.303018979580003</c:v>
                </c:pt>
                <c:pt idx="257">
                  <c:v>84.27857227619775</c:v>
                </c:pt>
                <c:pt idx="258">
                  <c:v>82.740071370220036</c:v>
                </c:pt>
                <c:pt idx="259">
                  <c:v>88.768079229522172</c:v>
                </c:pt>
                <c:pt idx="260">
                  <c:v>96.342738715640039</c:v>
                </c:pt>
                <c:pt idx="261">
                  <c:v>110.74182542943781</c:v>
                </c:pt>
                <c:pt idx="262">
                  <c:v>117.03380877329998</c:v>
                </c:pt>
                <c:pt idx="263">
                  <c:v>104.53569828859331</c:v>
                </c:pt>
                <c:pt idx="264">
                  <c:v>75.733887980915597</c:v>
                </c:pt>
                <c:pt idx="265">
                  <c:v>45.671093968944447</c:v>
                </c:pt>
                <c:pt idx="266">
                  <c:v>25.672394018959984</c:v>
                </c:pt>
                <c:pt idx="267">
                  <c:v>15.49643682749338</c:v>
                </c:pt>
                <c:pt idx="268">
                  <c:v>10.758975108006664</c:v>
                </c:pt>
                <c:pt idx="269">
                  <c:v>10.48301848821778</c:v>
                </c:pt>
                <c:pt idx="270">
                  <c:v>21.77745073905335</c:v>
                </c:pt>
                <c:pt idx="271">
                  <c:v>37.987094634584395</c:v>
                </c:pt>
                <c:pt idx="272">
                  <c:v>49.121981149673317</c:v>
                </c:pt>
                <c:pt idx="273">
                  <c:v>55.734462763015514</c:v>
                </c:pt>
                <c:pt idx="274">
                  <c:v>61.983390000271122</c:v>
                </c:pt>
                <c:pt idx="275">
                  <c:v>70.445840068557786</c:v>
                </c:pt>
                <c:pt idx="276">
                  <c:v>75.015803542566644</c:v>
                </c:pt>
                <c:pt idx="277">
                  <c:v>81.66762328464219</c:v>
                </c:pt>
                <c:pt idx="278">
                  <c:v>86.11863336947998</c:v>
                </c:pt>
                <c:pt idx="279">
                  <c:v>84.325379138337738</c:v>
                </c:pt>
                <c:pt idx="280">
                  <c:v>76.470120831391114</c:v>
                </c:pt>
                <c:pt idx="281">
                  <c:v>78.809276320053328</c:v>
                </c:pt>
                <c:pt idx="282">
                  <c:v>76.817246976393363</c:v>
                </c:pt>
                <c:pt idx="283">
                  <c:v>86.12500091603782</c:v>
                </c:pt>
                <c:pt idx="284">
                  <c:v>95.536362764948905</c:v>
                </c:pt>
                <c:pt idx="285">
                  <c:v>111.40838574401114</c:v>
                </c:pt>
                <c:pt idx="286">
                  <c:v>118.99449095243956</c:v>
                </c:pt>
                <c:pt idx="287">
                  <c:v>106.75113012101107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1FB-4D39-A8F8-9D267B9F4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3031368"/>
        <c:axId val="413032680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'01-10 12-10-2026'!$B$1</c15:sqref>
                        </c15:formulaRef>
                      </c:ext>
                    </c:extLst>
                    <c:strCache>
                      <c:ptCount val="1"/>
                      <c:pt idx="0">
                        <c:v> ANB-DGW1 SGI Throughput 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'01-10 12-10-2026'!$B$2:$B$289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83.827429537777775</c:v>
                      </c:pt>
                      <c:pt idx="1">
                        <c:v>53.657527020000003</c:v>
                      </c:pt>
                      <c:pt idx="2">
                        <c:v>32.671622759999998</c:v>
                      </c:pt>
                      <c:pt idx="3">
                        <c:v>21.466032964444445</c:v>
                      </c:pt>
                      <c:pt idx="4">
                        <c:v>17.02993962888889</c:v>
                      </c:pt>
                      <c:pt idx="5">
                        <c:v>22.392390577777778</c:v>
                      </c:pt>
                      <c:pt idx="6">
                        <c:v>38.78050262888889</c:v>
                      </c:pt>
                      <c:pt idx="7">
                        <c:v>57.048331640000001</c:v>
                      </c:pt>
                      <c:pt idx="8">
                        <c:v>69.938781477777781</c:v>
                      </c:pt>
                      <c:pt idx="9">
                        <c:v>76.391651626666672</c:v>
                      </c:pt>
                      <c:pt idx="10">
                        <c:v>83.661613813333332</c:v>
                      </c:pt>
                      <c:pt idx="11">
                        <c:v>93.705289837777784</c:v>
                      </c:pt>
                      <c:pt idx="12">
                        <c:v>99.769531226666672</c:v>
                      </c:pt>
                      <c:pt idx="13">
                        <c:v>112.97615194666666</c:v>
                      </c:pt>
                      <c:pt idx="14">
                        <c:v>115.21575941555555</c:v>
                      </c:pt>
                      <c:pt idx="15">
                        <c:v>109.82088078888889</c:v>
                      </c:pt>
                      <c:pt idx="16">
                        <c:v>101.79228039777777</c:v>
                      </c:pt>
                      <c:pt idx="17">
                        <c:v>105.94291888888888</c:v>
                      </c:pt>
                      <c:pt idx="18">
                        <c:v>106.39406415555555</c:v>
                      </c:pt>
                      <c:pt idx="19">
                        <c:v>124.28260056444445</c:v>
                      </c:pt>
                      <c:pt idx="20">
                        <c:v>139.68253186222222</c:v>
                      </c:pt>
                      <c:pt idx="21">
                        <c:v>153.50912596444445</c:v>
                      </c:pt>
                      <c:pt idx="22">
                        <c:v>148.9888430488889</c:v>
                      </c:pt>
                      <c:pt idx="23">
                        <c:v>126.28607595333334</c:v>
                      </c:pt>
                      <c:pt idx="24">
                        <c:v>93.41404034</c:v>
                      </c:pt>
                      <c:pt idx="25">
                        <c:v>61.661490404444443</c:v>
                      </c:pt>
                      <c:pt idx="26">
                        <c:v>38.280085135555552</c:v>
                      </c:pt>
                      <c:pt idx="27">
                        <c:v>24.824781584444445</c:v>
                      </c:pt>
                      <c:pt idx="28">
                        <c:v>18.406688891111113</c:v>
                      </c:pt>
                      <c:pt idx="29">
                        <c:v>21.531000297777776</c:v>
                      </c:pt>
                      <c:pt idx="30">
                        <c:v>33.757854006666669</c:v>
                      </c:pt>
                      <c:pt idx="31">
                        <c:v>50.936665917777781</c:v>
                      </c:pt>
                      <c:pt idx="32">
                        <c:v>70.168695964444439</c:v>
                      </c:pt>
                      <c:pt idx="33">
                        <c:v>83.417695940000002</c:v>
                      </c:pt>
                      <c:pt idx="34">
                        <c:v>94.097510655555553</c:v>
                      </c:pt>
                      <c:pt idx="35">
                        <c:v>105.5086215</c:v>
                      </c:pt>
                      <c:pt idx="36">
                        <c:v>105.77705537333334</c:v>
                      </c:pt>
                      <c:pt idx="37">
                        <c:v>116.10278584666666</c:v>
                      </c:pt>
                      <c:pt idx="38">
                        <c:v>133.56914132</c:v>
                      </c:pt>
                      <c:pt idx="39">
                        <c:v>124.40834626</c:v>
                      </c:pt>
                      <c:pt idx="40">
                        <c:v>111.40372880444444</c:v>
                      </c:pt>
                      <c:pt idx="41">
                        <c:v>112.93623945777777</c:v>
                      </c:pt>
                      <c:pt idx="42">
                        <c:v>110.15775440666667</c:v>
                      </c:pt>
                      <c:pt idx="43">
                        <c:v>126.47464077333333</c:v>
                      </c:pt>
                      <c:pt idx="44">
                        <c:v>143.68473605777777</c:v>
                      </c:pt>
                      <c:pt idx="45">
                        <c:v>158.89768128222221</c:v>
                      </c:pt>
                      <c:pt idx="46">
                        <c:v>154.31486920222221</c:v>
                      </c:pt>
                      <c:pt idx="47">
                        <c:v>131.28288916666668</c:v>
                      </c:pt>
                      <c:pt idx="48">
                        <c:v>97.362518762222223</c:v>
                      </c:pt>
                      <c:pt idx="49">
                        <c:v>64.141770831111117</c:v>
                      </c:pt>
                      <c:pt idx="50">
                        <c:v>38.721130379999998</c:v>
                      </c:pt>
                      <c:pt idx="51">
                        <c:v>24.321993533333334</c:v>
                      </c:pt>
                      <c:pt idx="52">
                        <c:v>17.855908744444445</c:v>
                      </c:pt>
                      <c:pt idx="53">
                        <c:v>21.806680620000002</c:v>
                      </c:pt>
                      <c:pt idx="54">
                        <c:v>35.590661802222222</c:v>
                      </c:pt>
                      <c:pt idx="55">
                        <c:v>53.646276884444447</c:v>
                      </c:pt>
                      <c:pt idx="56">
                        <c:v>71.367405757777775</c:v>
                      </c:pt>
                      <c:pt idx="57">
                        <c:v>81.907758742222228</c:v>
                      </c:pt>
                      <c:pt idx="58">
                        <c:v>89.512581804444451</c:v>
                      </c:pt>
                      <c:pt idx="59">
                        <c:v>99.197353759999999</c:v>
                      </c:pt>
                      <c:pt idx="60">
                        <c:v>103.65569243555555</c:v>
                      </c:pt>
                      <c:pt idx="61">
                        <c:v>119.39071426888889</c:v>
                      </c:pt>
                      <c:pt idx="62">
                        <c:v>122.07445617777778</c:v>
                      </c:pt>
                      <c:pt idx="63">
                        <c:v>114.31143890444444</c:v>
                      </c:pt>
                      <c:pt idx="64">
                        <c:v>105.33329660222222</c:v>
                      </c:pt>
                      <c:pt idx="65">
                        <c:v>108.85045785555556</c:v>
                      </c:pt>
                      <c:pt idx="66">
                        <c:v>107.31059048888889</c:v>
                      </c:pt>
                      <c:pt idx="67">
                        <c:v>122.54555070444444</c:v>
                      </c:pt>
                      <c:pt idx="68">
                        <c:v>139.71441382888889</c:v>
                      </c:pt>
                      <c:pt idx="69">
                        <c:v>153.22403853111112</c:v>
                      </c:pt>
                      <c:pt idx="70">
                        <c:v>145.83463774666666</c:v>
                      </c:pt>
                      <c:pt idx="71">
                        <c:v>118.89628636444445</c:v>
                      </c:pt>
                      <c:pt idx="72">
                        <c:v>83.218395995555554</c:v>
                      </c:pt>
                      <c:pt idx="73">
                        <c:v>51.681384391111109</c:v>
                      </c:pt>
                      <c:pt idx="74">
                        <c:v>31.406755277777776</c:v>
                      </c:pt>
                      <c:pt idx="75">
                        <c:v>20.689001748888888</c:v>
                      </c:pt>
                      <c:pt idx="76">
                        <c:v>16.590226997777776</c:v>
                      </c:pt>
                      <c:pt idx="77">
                        <c:v>21.306393475555556</c:v>
                      </c:pt>
                      <c:pt idx="78">
                        <c:v>37.311001277777777</c:v>
                      </c:pt>
                      <c:pt idx="79">
                        <c:v>53.982868373333332</c:v>
                      </c:pt>
                      <c:pt idx="80">
                        <c:v>67.38498573555556</c:v>
                      </c:pt>
                      <c:pt idx="81">
                        <c:v>73.820168371111109</c:v>
                      </c:pt>
                      <c:pt idx="82">
                        <c:v>80.563620782222216</c:v>
                      </c:pt>
                      <c:pt idx="83">
                        <c:v>90.472141784444446</c:v>
                      </c:pt>
                      <c:pt idx="84">
                        <c:v>95.415256131111107</c:v>
                      </c:pt>
                      <c:pt idx="85">
                        <c:v>106.94869009333334</c:v>
                      </c:pt>
                      <c:pt idx="86">
                        <c:v>109.65690043111111</c:v>
                      </c:pt>
                      <c:pt idx="87">
                        <c:v>103.4389294111111</c:v>
                      </c:pt>
                      <c:pt idx="88">
                        <c:v>101.0504799</c:v>
                      </c:pt>
                      <c:pt idx="89">
                        <c:v>106.80224758444444</c:v>
                      </c:pt>
                      <c:pt idx="90">
                        <c:v>106.32700150222222</c:v>
                      </c:pt>
                      <c:pt idx="91">
                        <c:v>122.00722720222223</c:v>
                      </c:pt>
                      <c:pt idx="92">
                        <c:v>139.63685598444445</c:v>
                      </c:pt>
                      <c:pt idx="93">
                        <c:v>152.23835470888889</c:v>
                      </c:pt>
                      <c:pt idx="94">
                        <c:v>142.68656370666667</c:v>
                      </c:pt>
                      <c:pt idx="95">
                        <c:v>113.53847710888888</c:v>
                      </c:pt>
                      <c:pt idx="96">
                        <c:v>77.540660493333334</c:v>
                      </c:pt>
                      <c:pt idx="97">
                        <c:v>48.227255826666664</c:v>
                      </c:pt>
                      <c:pt idx="98">
                        <c:v>29.794415015555554</c:v>
                      </c:pt>
                      <c:pt idx="99">
                        <c:v>20.103443711111112</c:v>
                      </c:pt>
                      <c:pt idx="100">
                        <c:v>16.310537686666667</c:v>
                      </c:pt>
                      <c:pt idx="101">
                        <c:v>21.529766642222221</c:v>
                      </c:pt>
                      <c:pt idx="102">
                        <c:v>38.69194544222222</c:v>
                      </c:pt>
                      <c:pt idx="103">
                        <c:v>56.167313737777775</c:v>
                      </c:pt>
                      <c:pt idx="104">
                        <c:v>68.076940831111116</c:v>
                      </c:pt>
                      <c:pt idx="105">
                        <c:v>74.353924239999998</c:v>
                      </c:pt>
                      <c:pt idx="106">
                        <c:v>80.920676831111109</c:v>
                      </c:pt>
                      <c:pt idx="107">
                        <c:v>91.278372522222227</c:v>
                      </c:pt>
                      <c:pt idx="108">
                        <c:v>96.725051002222216</c:v>
                      </c:pt>
                      <c:pt idx="109">
                        <c:v>107.94882956666666</c:v>
                      </c:pt>
                      <c:pt idx="110">
                        <c:v>108.96315416222222</c:v>
                      </c:pt>
                      <c:pt idx="111">
                        <c:v>102.86532419555556</c:v>
                      </c:pt>
                      <c:pt idx="112">
                        <c:v>100.25498186222222</c:v>
                      </c:pt>
                      <c:pt idx="113">
                        <c:v>104.43815852222222</c:v>
                      </c:pt>
                      <c:pt idx="114">
                        <c:v>104.62127039555556</c:v>
                      </c:pt>
                      <c:pt idx="115">
                        <c:v>121.25468833111111</c:v>
                      </c:pt>
                      <c:pt idx="116">
                        <c:v>139.57165055777779</c:v>
                      </c:pt>
                      <c:pt idx="117">
                        <c:v>153.06297185111112</c:v>
                      </c:pt>
                      <c:pt idx="118">
                        <c:v>143.75256249111112</c:v>
                      </c:pt>
                      <c:pt idx="119">
                        <c:v>115.34238474666667</c:v>
                      </c:pt>
                      <c:pt idx="120">
                        <c:v>79.180037855555554</c:v>
                      </c:pt>
                      <c:pt idx="121">
                        <c:v>49.172480239999999</c:v>
                      </c:pt>
                      <c:pt idx="122">
                        <c:v>29.504243664444445</c:v>
                      </c:pt>
                      <c:pt idx="123">
                        <c:v>19.795835955555557</c:v>
                      </c:pt>
                      <c:pt idx="124">
                        <c:v>15.979164868888889</c:v>
                      </c:pt>
                      <c:pt idx="125">
                        <c:v>21.05004785111111</c:v>
                      </c:pt>
                      <c:pt idx="126">
                        <c:v>38.444337251111108</c:v>
                      </c:pt>
                      <c:pt idx="127">
                        <c:v>56.390776160000001</c:v>
                      </c:pt>
                      <c:pt idx="128">
                        <c:v>68.794149322222225</c:v>
                      </c:pt>
                      <c:pt idx="129">
                        <c:v>75.266796311111108</c:v>
                      </c:pt>
                      <c:pt idx="130">
                        <c:v>82.986771786666665</c:v>
                      </c:pt>
                      <c:pt idx="131">
                        <c:v>92.006736508888892</c:v>
                      </c:pt>
                      <c:pt idx="132">
                        <c:v>99.555886484444443</c:v>
                      </c:pt>
                      <c:pt idx="133">
                        <c:v>117.11836499333333</c:v>
                      </c:pt>
                      <c:pt idx="134">
                        <c:v>118.11145833333333</c:v>
                      </c:pt>
                      <c:pt idx="135">
                        <c:v>110.12702559333333</c:v>
                      </c:pt>
                      <c:pt idx="136">
                        <c:v>102.6141602688889</c:v>
                      </c:pt>
                      <c:pt idx="137">
                        <c:v>105.97624122444445</c:v>
                      </c:pt>
                      <c:pt idx="138">
                        <c:v>113.13967806444444</c:v>
                      </c:pt>
                      <c:pt idx="139">
                        <c:v>128.52893440222223</c:v>
                      </c:pt>
                      <c:pt idx="140">
                        <c:v>141.85877705333334</c:v>
                      </c:pt>
                      <c:pt idx="141">
                        <c:v>154.32629898444443</c:v>
                      </c:pt>
                      <c:pt idx="142">
                        <c:v>144.4405021488889</c:v>
                      </c:pt>
                      <c:pt idx="143">
                        <c:v>114.64924096</c:v>
                      </c:pt>
                      <c:pt idx="144">
                        <c:v>80.461063131111118</c:v>
                      </c:pt>
                      <c:pt idx="145">
                        <c:v>50.111339982222219</c:v>
                      </c:pt>
                      <c:pt idx="146">
                        <c:v>31.158864811111112</c:v>
                      </c:pt>
                      <c:pt idx="147">
                        <c:v>20.116490106666667</c:v>
                      </c:pt>
                      <c:pt idx="148">
                        <c:v>15.992480397777777</c:v>
                      </c:pt>
                      <c:pt idx="149">
                        <c:v>21.405396506666666</c:v>
                      </c:pt>
                      <c:pt idx="150">
                        <c:v>39.670108562222225</c:v>
                      </c:pt>
                      <c:pt idx="151">
                        <c:v>57.344684133333331</c:v>
                      </c:pt>
                      <c:pt idx="152">
                        <c:v>70.49758608444445</c:v>
                      </c:pt>
                      <c:pt idx="153">
                        <c:v>76.307543355555552</c:v>
                      </c:pt>
                      <c:pt idx="154">
                        <c:v>82.978962544444443</c:v>
                      </c:pt>
                      <c:pt idx="155">
                        <c:v>92.74434927555555</c:v>
                      </c:pt>
                      <c:pt idx="156">
                        <c:v>97.581374199999999</c:v>
                      </c:pt>
                      <c:pt idx="157">
                        <c:v>109.07367783111111</c:v>
                      </c:pt>
                      <c:pt idx="158">
                        <c:v>110.48447161777777</c:v>
                      </c:pt>
                      <c:pt idx="159">
                        <c:v>104.64239943111112</c:v>
                      </c:pt>
                      <c:pt idx="160">
                        <c:v>102.96305294888889</c:v>
                      </c:pt>
                      <c:pt idx="161">
                        <c:v>107.25940247777778</c:v>
                      </c:pt>
                      <c:pt idx="162">
                        <c:v>106.9959223</c:v>
                      </c:pt>
                      <c:pt idx="163">
                        <c:v>122.91208927777778</c:v>
                      </c:pt>
                      <c:pt idx="164">
                        <c:v>139.83981783555555</c:v>
                      </c:pt>
                      <c:pt idx="165">
                        <c:v>152.10093913777777</c:v>
                      </c:pt>
                      <c:pt idx="166">
                        <c:v>144.26594970666667</c:v>
                      </c:pt>
                      <c:pt idx="167">
                        <c:v>115.33943260222222</c:v>
                      </c:pt>
                      <c:pt idx="168">
                        <c:v>79.607884015555555</c:v>
                      </c:pt>
                      <c:pt idx="169">
                        <c:v>49.524939977777777</c:v>
                      </c:pt>
                      <c:pt idx="170">
                        <c:v>30.325094506666666</c:v>
                      </c:pt>
                      <c:pt idx="171">
                        <c:v>20.474109831111111</c:v>
                      </c:pt>
                      <c:pt idx="172">
                        <c:v>16.776488422222222</c:v>
                      </c:pt>
                      <c:pt idx="173">
                        <c:v>22.342686417777777</c:v>
                      </c:pt>
                      <c:pt idx="174">
                        <c:v>41.338061455555554</c:v>
                      </c:pt>
                      <c:pt idx="175">
                        <c:v>60.755263028888891</c:v>
                      </c:pt>
                      <c:pt idx="176">
                        <c:v>77.103173704444444</c:v>
                      </c:pt>
                      <c:pt idx="177">
                        <c:v>88.372707024444438</c:v>
                      </c:pt>
                      <c:pt idx="178">
                        <c:v>91.079281804444449</c:v>
                      </c:pt>
                      <c:pt idx="179">
                        <c:v>99.094019426666662</c:v>
                      </c:pt>
                      <c:pt idx="180">
                        <c:v>106.26946510222223</c:v>
                      </c:pt>
                      <c:pt idx="181">
                        <c:v>118.23331325777778</c:v>
                      </c:pt>
                      <c:pt idx="182">
                        <c:v>118.77252330666667</c:v>
                      </c:pt>
                      <c:pt idx="183">
                        <c:v>112.03445092222222</c:v>
                      </c:pt>
                      <c:pt idx="184">
                        <c:v>107.06428736222222</c:v>
                      </c:pt>
                      <c:pt idx="185">
                        <c:v>110.33135255777778</c:v>
                      </c:pt>
                      <c:pt idx="186">
                        <c:v>112.90834136444444</c:v>
                      </c:pt>
                      <c:pt idx="187">
                        <c:v>131.22103882888888</c:v>
                      </c:pt>
                      <c:pt idx="188">
                        <c:v>148.9159163688889</c:v>
                      </c:pt>
                      <c:pt idx="189">
                        <c:v>160.55064944666665</c:v>
                      </c:pt>
                      <c:pt idx="190">
                        <c:v>154.2252616711111</c:v>
                      </c:pt>
                      <c:pt idx="191">
                        <c:v>127.80908596666667</c:v>
                      </c:pt>
                      <c:pt idx="192">
                        <c:v>92.906637399999994</c:v>
                      </c:pt>
                      <c:pt idx="193">
                        <c:v>59.898263524444445</c:v>
                      </c:pt>
                      <c:pt idx="194">
                        <c:v>37.15623738888889</c:v>
                      </c:pt>
                      <c:pt idx="195">
                        <c:v>25.246763219999998</c:v>
                      </c:pt>
                      <c:pt idx="196">
                        <c:v>19.7191528</c:v>
                      </c:pt>
                      <c:pt idx="197">
                        <c:v>22.076767315555557</c:v>
                      </c:pt>
                      <c:pt idx="198">
                        <c:v>36.120671793333337</c:v>
                      </c:pt>
                      <c:pt idx="199">
                        <c:v>53.839962515555555</c:v>
                      </c:pt>
                      <c:pt idx="200">
                        <c:v>75.120877193333328</c:v>
                      </c:pt>
                      <c:pt idx="201">
                        <c:v>89.185757264444447</c:v>
                      </c:pt>
                      <c:pt idx="202">
                        <c:v>100.19098005555556</c:v>
                      </c:pt>
                      <c:pt idx="203">
                        <c:v>110.74407000444444</c:v>
                      </c:pt>
                      <c:pt idx="204">
                        <c:v>109.82965157333334</c:v>
                      </c:pt>
                      <c:pt idx="205">
                        <c:v>121.26615651111111</c:v>
                      </c:pt>
                      <c:pt idx="206">
                        <c:v>139.87455093555556</c:v>
                      </c:pt>
                      <c:pt idx="207">
                        <c:v>128.47831560888889</c:v>
                      </c:pt>
                      <c:pt idx="208">
                        <c:v>120.26705218222222</c:v>
                      </c:pt>
                      <c:pt idx="209">
                        <c:v>122.8332455288889</c:v>
                      </c:pt>
                      <c:pt idx="210">
                        <c:v>121.72911044444444</c:v>
                      </c:pt>
                      <c:pt idx="211">
                        <c:v>136.26316531555557</c:v>
                      </c:pt>
                      <c:pt idx="212">
                        <c:v>153.24950413333335</c:v>
                      </c:pt>
                      <c:pt idx="213">
                        <c:v>165.11763965777777</c:v>
                      </c:pt>
                      <c:pt idx="214">
                        <c:v>158.98870795111111</c:v>
                      </c:pt>
                      <c:pt idx="215">
                        <c:v>131.06559237777779</c:v>
                      </c:pt>
                      <c:pt idx="216">
                        <c:v>93.450462717777782</c:v>
                      </c:pt>
                      <c:pt idx="217">
                        <c:v>59.302857875555553</c:v>
                      </c:pt>
                      <c:pt idx="218">
                        <c:v>36.519998451111114</c:v>
                      </c:pt>
                      <c:pt idx="219">
                        <c:v>23.660853635555554</c:v>
                      </c:pt>
                      <c:pt idx="220">
                        <c:v>18.100742833333332</c:v>
                      </c:pt>
                      <c:pt idx="221">
                        <c:v>21.835208775555557</c:v>
                      </c:pt>
                      <c:pt idx="222">
                        <c:v>37.620921719999998</c:v>
                      </c:pt>
                      <c:pt idx="223">
                        <c:v>56.211888633333331</c:v>
                      </c:pt>
                      <c:pt idx="224">
                        <c:v>75.379337288888891</c:v>
                      </c:pt>
                      <c:pt idx="225">
                        <c:v>85.114916315555561</c:v>
                      </c:pt>
                      <c:pt idx="226">
                        <c:v>92.186753117777783</c:v>
                      </c:pt>
                      <c:pt idx="227">
                        <c:v>101.32741016222222</c:v>
                      </c:pt>
                      <c:pt idx="228">
                        <c:v>104.20193480222223</c:v>
                      </c:pt>
                      <c:pt idx="229">
                        <c:v>120.71799454222223</c:v>
                      </c:pt>
                      <c:pt idx="230">
                        <c:v>124.09445637777777</c:v>
                      </c:pt>
                      <c:pt idx="231">
                        <c:v>115.59940332444444</c:v>
                      </c:pt>
                      <c:pt idx="232">
                        <c:v>109.57184553777778</c:v>
                      </c:pt>
                      <c:pt idx="233">
                        <c:v>113.81491378888889</c:v>
                      </c:pt>
                      <c:pt idx="234">
                        <c:v>115.23895698</c:v>
                      </c:pt>
                      <c:pt idx="235">
                        <c:v>130.06661782</c:v>
                      </c:pt>
                      <c:pt idx="236">
                        <c:v>150.40107236666665</c:v>
                      </c:pt>
                      <c:pt idx="237">
                        <c:v>161.78279777777777</c:v>
                      </c:pt>
                      <c:pt idx="238">
                        <c:v>149.75625746666665</c:v>
                      </c:pt>
                      <c:pt idx="239">
                        <c:v>118.17155008666667</c:v>
                      </c:pt>
                      <c:pt idx="240">
                        <c:v>80.521281775555551</c:v>
                      </c:pt>
                      <c:pt idx="241">
                        <c:v>50.033695755555556</c:v>
                      </c:pt>
                      <c:pt idx="242">
                        <c:v>30.479144788888888</c:v>
                      </c:pt>
                      <c:pt idx="243">
                        <c:v>20.547525757777777</c:v>
                      </c:pt>
                      <c:pt idx="244">
                        <c:v>16.714198088888889</c:v>
                      </c:pt>
                      <c:pt idx="245">
                        <c:v>21.036605928888889</c:v>
                      </c:pt>
                      <c:pt idx="246">
                        <c:v>39.002865111111113</c:v>
                      </c:pt>
                      <c:pt idx="247">
                        <c:v>56.633602746666668</c:v>
                      </c:pt>
                      <c:pt idx="248">
                        <c:v>70.900053926666672</c:v>
                      </c:pt>
                      <c:pt idx="249">
                        <c:v>76.08797022666667</c:v>
                      </c:pt>
                      <c:pt idx="250">
                        <c:v>82.395106417777782</c:v>
                      </c:pt>
                      <c:pt idx="251">
                        <c:v>91.471824095555561</c:v>
                      </c:pt>
                      <c:pt idx="252">
                        <c:v>97.282798404444449</c:v>
                      </c:pt>
                      <c:pt idx="253">
                        <c:v>109.26718401555556</c:v>
                      </c:pt>
                      <c:pt idx="254">
                        <c:v>111.50315624222222</c:v>
                      </c:pt>
                      <c:pt idx="255">
                        <c:v>105.35987308666667</c:v>
                      </c:pt>
                      <c:pt idx="256">
                        <c:v>106.77808086666667</c:v>
                      </c:pt>
                      <c:pt idx="257">
                        <c:v>111.77244391333333</c:v>
                      </c:pt>
                      <c:pt idx="258">
                        <c:v>112.81818482444444</c:v>
                      </c:pt>
                      <c:pt idx="259">
                        <c:v>127.70751407111111</c:v>
                      </c:pt>
                      <c:pt idx="260">
                        <c:v>147.36502774222222</c:v>
                      </c:pt>
                      <c:pt idx="261">
                        <c:v>157.61960342444445</c:v>
                      </c:pt>
                      <c:pt idx="262">
                        <c:v>147.50065188888888</c:v>
                      </c:pt>
                      <c:pt idx="263">
                        <c:v>115.09306811333333</c:v>
                      </c:pt>
                      <c:pt idx="264">
                        <c:v>77.931951108888896</c:v>
                      </c:pt>
                      <c:pt idx="265">
                        <c:v>46.449122451111108</c:v>
                      </c:pt>
                      <c:pt idx="266">
                        <c:v>28.295342064444444</c:v>
                      </c:pt>
                      <c:pt idx="267">
                        <c:v>19.421564480000001</c:v>
                      </c:pt>
                      <c:pt idx="268">
                        <c:v>16.176715779999999</c:v>
                      </c:pt>
                      <c:pt idx="269">
                        <c:v>20.990752248888889</c:v>
                      </c:pt>
                      <c:pt idx="270">
                        <c:v>39.889454904444442</c:v>
                      </c:pt>
                      <c:pt idx="271">
                        <c:v>58.62166938888889</c:v>
                      </c:pt>
                      <c:pt idx="272">
                        <c:v>71.487913399999996</c:v>
                      </c:pt>
                      <c:pt idx="273">
                        <c:v>77.509862717777779</c:v>
                      </c:pt>
                      <c:pt idx="274">
                        <c:v>85.156555093333338</c:v>
                      </c:pt>
                      <c:pt idx="275">
                        <c:v>95.207464115555553</c:v>
                      </c:pt>
                      <c:pt idx="276">
                        <c:v>100.23120046222222</c:v>
                      </c:pt>
                      <c:pt idx="277">
                        <c:v>111.59270642222222</c:v>
                      </c:pt>
                      <c:pt idx="278">
                        <c:v>113.05956496444445</c:v>
                      </c:pt>
                      <c:pt idx="279">
                        <c:v>106.48454161777778</c:v>
                      </c:pt>
                      <c:pt idx="280">
                        <c:v>106.93444529999999</c:v>
                      </c:pt>
                      <c:pt idx="281">
                        <c:v>111.29716511333334</c:v>
                      </c:pt>
                      <c:pt idx="282">
                        <c:v>113.00608733777777</c:v>
                      </c:pt>
                      <c:pt idx="283">
                        <c:v>129.76234944222222</c:v>
                      </c:pt>
                      <c:pt idx="284">
                        <c:v>150.10678055555556</c:v>
                      </c:pt>
                      <c:pt idx="285">
                        <c:v>160.83783654222222</c:v>
                      </c:pt>
                      <c:pt idx="286">
                        <c:v>148.12555215777778</c:v>
                      </c:pt>
                      <c:pt idx="287">
                        <c:v>115.05099242666667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6-F1FB-4D39-A8F8-9D267B9F4903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12-10-2026'!$C$1</c15:sqref>
                        </c15:formulaRef>
                      </c:ext>
                    </c:extLst>
                    <c:strCache>
                      <c:ptCount val="1"/>
                      <c:pt idx="0">
                        <c:v> ANB-DGW1 GI Troughput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12-10-2026'!$C$2:$C$289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11.105046613333334</c:v>
                      </c:pt>
                      <c:pt idx="1">
                        <c:v>7.0800057955555555</c:v>
                      </c:pt>
                      <c:pt idx="2">
                        <c:v>4.4818210688888893</c:v>
                      </c:pt>
                      <c:pt idx="3">
                        <c:v>3.070450708888889</c:v>
                      </c:pt>
                      <c:pt idx="4">
                        <c:v>2.7361300444444443</c:v>
                      </c:pt>
                      <c:pt idx="5">
                        <c:v>4.1870824466666665</c:v>
                      </c:pt>
                      <c:pt idx="6">
                        <c:v>7.2868185066666671</c:v>
                      </c:pt>
                      <c:pt idx="7">
                        <c:v>10.054030924444444</c:v>
                      </c:pt>
                      <c:pt idx="8">
                        <c:v>11.050319622222222</c:v>
                      </c:pt>
                      <c:pt idx="9">
                        <c:v>10.924664168888889</c:v>
                      </c:pt>
                      <c:pt idx="10">
                        <c:v>11.198632711111111</c:v>
                      </c:pt>
                      <c:pt idx="11">
                        <c:v>12.173150297777777</c:v>
                      </c:pt>
                      <c:pt idx="12">
                        <c:v>13.52101304</c:v>
                      </c:pt>
                      <c:pt idx="13">
                        <c:v>15.150938784444444</c:v>
                      </c:pt>
                      <c:pt idx="14">
                        <c:v>15.534871293333333</c:v>
                      </c:pt>
                      <c:pt idx="15">
                        <c:v>14.866487075555556</c:v>
                      </c:pt>
                      <c:pt idx="16">
                        <c:v>13.22412687111111</c:v>
                      </c:pt>
                      <c:pt idx="17">
                        <c:v>12.924399148888888</c:v>
                      </c:pt>
                      <c:pt idx="18">
                        <c:v>13.361845302222223</c:v>
                      </c:pt>
                      <c:pt idx="19">
                        <c:v>15.495904373333333</c:v>
                      </c:pt>
                      <c:pt idx="20">
                        <c:v>16.866678068888888</c:v>
                      </c:pt>
                      <c:pt idx="21">
                        <c:v>18.610465260000002</c:v>
                      </c:pt>
                      <c:pt idx="22">
                        <c:v>18.829273082222223</c:v>
                      </c:pt>
                      <c:pt idx="23">
                        <c:v>16.583270671111112</c:v>
                      </c:pt>
                      <c:pt idx="24">
                        <c:v>12.233124151111111</c:v>
                      </c:pt>
                      <c:pt idx="25">
                        <c:v>7.9943322822222225</c:v>
                      </c:pt>
                      <c:pt idx="26">
                        <c:v>4.92984548</c:v>
                      </c:pt>
                      <c:pt idx="27">
                        <c:v>3.3743269333333332</c:v>
                      </c:pt>
                      <c:pt idx="28">
                        <c:v>2.8112481511111111</c:v>
                      </c:pt>
                      <c:pt idx="29">
                        <c:v>3.9643091777777779</c:v>
                      </c:pt>
                      <c:pt idx="30">
                        <c:v>6.3328758911111107</c:v>
                      </c:pt>
                      <c:pt idx="31">
                        <c:v>9.3320945377777775</c:v>
                      </c:pt>
                      <c:pt idx="32">
                        <c:v>11.870617882222222</c:v>
                      </c:pt>
                      <c:pt idx="33">
                        <c:v>12.403672491111111</c:v>
                      </c:pt>
                      <c:pt idx="34">
                        <c:v>12.831004648888889</c:v>
                      </c:pt>
                      <c:pt idx="35">
                        <c:v>14.018632393333334</c:v>
                      </c:pt>
                      <c:pt idx="36">
                        <c:v>14.75420629111111</c:v>
                      </c:pt>
                      <c:pt idx="37">
                        <c:v>16.037438940000001</c:v>
                      </c:pt>
                      <c:pt idx="38">
                        <c:v>17.488946715555556</c:v>
                      </c:pt>
                      <c:pt idx="39">
                        <c:v>16.515075911111111</c:v>
                      </c:pt>
                      <c:pt idx="40">
                        <c:v>14.253565833333333</c:v>
                      </c:pt>
                      <c:pt idx="41">
                        <c:v>13.579157131111112</c:v>
                      </c:pt>
                      <c:pt idx="42">
                        <c:v>13.751541322222222</c:v>
                      </c:pt>
                      <c:pt idx="43">
                        <c:v>15.727762017777778</c:v>
                      </c:pt>
                      <c:pt idx="44">
                        <c:v>17.124540804444443</c:v>
                      </c:pt>
                      <c:pt idx="45">
                        <c:v>19.032996833333332</c:v>
                      </c:pt>
                      <c:pt idx="46">
                        <c:v>19.15989948</c:v>
                      </c:pt>
                      <c:pt idx="47">
                        <c:v>16.948176504444444</c:v>
                      </c:pt>
                      <c:pt idx="48">
                        <c:v>12.698416877777778</c:v>
                      </c:pt>
                      <c:pt idx="49">
                        <c:v>8.2276018755555551</c:v>
                      </c:pt>
                      <c:pt idx="50">
                        <c:v>4.9676944333333335</c:v>
                      </c:pt>
                      <c:pt idx="51">
                        <c:v>3.3903004333333335</c:v>
                      </c:pt>
                      <c:pt idx="52">
                        <c:v>2.8491936911111111</c:v>
                      </c:pt>
                      <c:pt idx="53">
                        <c:v>4.0707162333333331</c:v>
                      </c:pt>
                      <c:pt idx="54">
                        <c:v>6.7355557755555555</c:v>
                      </c:pt>
                      <c:pt idx="55">
                        <c:v>9.7267859933333334</c:v>
                      </c:pt>
                      <c:pt idx="56">
                        <c:v>11.832720091111112</c:v>
                      </c:pt>
                      <c:pt idx="57">
                        <c:v>12.128215564444444</c:v>
                      </c:pt>
                      <c:pt idx="58">
                        <c:v>12.190329837777778</c:v>
                      </c:pt>
                      <c:pt idx="59">
                        <c:v>13.050491826666667</c:v>
                      </c:pt>
                      <c:pt idx="60">
                        <c:v>14.016965404444445</c:v>
                      </c:pt>
                      <c:pt idx="61">
                        <c:v>15.882534322222222</c:v>
                      </c:pt>
                      <c:pt idx="62">
                        <c:v>16.39227834888889</c:v>
                      </c:pt>
                      <c:pt idx="63">
                        <c:v>15.419489064444445</c:v>
                      </c:pt>
                      <c:pt idx="64">
                        <c:v>13.540917224444444</c:v>
                      </c:pt>
                      <c:pt idx="65">
                        <c:v>13.274206073333334</c:v>
                      </c:pt>
                      <c:pt idx="66">
                        <c:v>13.546110033333333</c:v>
                      </c:pt>
                      <c:pt idx="67">
                        <c:v>15.240098128888889</c:v>
                      </c:pt>
                      <c:pt idx="68">
                        <c:v>16.702443219999999</c:v>
                      </c:pt>
                      <c:pt idx="69">
                        <c:v>18.617407564444445</c:v>
                      </c:pt>
                      <c:pt idx="70">
                        <c:v>18.488991482222222</c:v>
                      </c:pt>
                      <c:pt idx="71">
                        <c:v>15.418905462222222</c:v>
                      </c:pt>
                      <c:pt idx="72">
                        <c:v>10.729479288888889</c:v>
                      </c:pt>
                      <c:pt idx="73">
                        <c:v>6.7829324111111111</c:v>
                      </c:pt>
                      <c:pt idx="74">
                        <c:v>4.2147378155555559</c:v>
                      </c:pt>
                      <c:pt idx="75">
                        <c:v>2.9872359822222223</c:v>
                      </c:pt>
                      <c:pt idx="76">
                        <c:v>2.6966163711111113</c:v>
                      </c:pt>
                      <c:pt idx="77">
                        <c:v>3.9692935622222221</c:v>
                      </c:pt>
                      <c:pt idx="78">
                        <c:v>6.9907207755555554</c:v>
                      </c:pt>
                      <c:pt idx="79">
                        <c:v>9.416784197777778</c:v>
                      </c:pt>
                      <c:pt idx="80">
                        <c:v>10.559844013333333</c:v>
                      </c:pt>
                      <c:pt idx="81">
                        <c:v>10.425919393333333</c:v>
                      </c:pt>
                      <c:pt idx="82">
                        <c:v>10.559928315555556</c:v>
                      </c:pt>
                      <c:pt idx="83">
                        <c:v>11.469891126666667</c:v>
                      </c:pt>
                      <c:pt idx="84">
                        <c:v>12.774900204444444</c:v>
                      </c:pt>
                      <c:pt idx="85">
                        <c:v>14.143131017777778</c:v>
                      </c:pt>
                      <c:pt idx="86">
                        <c:v>14.530720177777777</c:v>
                      </c:pt>
                      <c:pt idx="87">
                        <c:v>13.793361651111111</c:v>
                      </c:pt>
                      <c:pt idx="88">
                        <c:v>12.696601655555556</c:v>
                      </c:pt>
                      <c:pt idx="89">
                        <c:v>12.731015864444444</c:v>
                      </c:pt>
                      <c:pt idx="90">
                        <c:v>13.158954624444444</c:v>
                      </c:pt>
                      <c:pt idx="91">
                        <c:v>15.041480177777778</c:v>
                      </c:pt>
                      <c:pt idx="92">
                        <c:v>16.637445920000001</c:v>
                      </c:pt>
                      <c:pt idx="93">
                        <c:v>18.335988184444446</c:v>
                      </c:pt>
                      <c:pt idx="94">
                        <c:v>18.126972853333335</c:v>
                      </c:pt>
                      <c:pt idx="95">
                        <c:v>14.917507946666667</c:v>
                      </c:pt>
                      <c:pt idx="96">
                        <c:v>10.216458053333334</c:v>
                      </c:pt>
                      <c:pt idx="97">
                        <c:v>6.3773663577777775</c:v>
                      </c:pt>
                      <c:pt idx="98">
                        <c:v>4.1291827355555553</c:v>
                      </c:pt>
                      <c:pt idx="99">
                        <c:v>2.9332551155555557</c:v>
                      </c:pt>
                      <c:pt idx="100">
                        <c:v>2.6044136733333332</c:v>
                      </c:pt>
                      <c:pt idx="101">
                        <c:v>3.9452459755555553</c:v>
                      </c:pt>
                      <c:pt idx="102">
                        <c:v>7.1521698999999996</c:v>
                      </c:pt>
                      <c:pt idx="103">
                        <c:v>9.6585041222222223</c:v>
                      </c:pt>
                      <c:pt idx="104">
                        <c:v>10.545038142222221</c:v>
                      </c:pt>
                      <c:pt idx="105">
                        <c:v>10.511501637777778</c:v>
                      </c:pt>
                      <c:pt idx="106">
                        <c:v>10.530791333333333</c:v>
                      </c:pt>
                      <c:pt idx="107">
                        <c:v>11.695139184444445</c:v>
                      </c:pt>
                      <c:pt idx="108">
                        <c:v>12.840569333333333</c:v>
                      </c:pt>
                      <c:pt idx="109">
                        <c:v>14.172029439999999</c:v>
                      </c:pt>
                      <c:pt idx="110">
                        <c:v>14.396426875555555</c:v>
                      </c:pt>
                      <c:pt idx="111">
                        <c:v>13.759293715555556</c:v>
                      </c:pt>
                      <c:pt idx="112">
                        <c:v>12.782516275555556</c:v>
                      </c:pt>
                      <c:pt idx="113">
                        <c:v>12.496962395555556</c:v>
                      </c:pt>
                      <c:pt idx="114">
                        <c:v>12.971278175555556</c:v>
                      </c:pt>
                      <c:pt idx="115">
                        <c:v>14.969003188888889</c:v>
                      </c:pt>
                      <c:pt idx="116">
                        <c:v>16.334947944444444</c:v>
                      </c:pt>
                      <c:pt idx="117">
                        <c:v>18.354289393333332</c:v>
                      </c:pt>
                      <c:pt idx="118">
                        <c:v>18.040315395555556</c:v>
                      </c:pt>
                      <c:pt idx="119">
                        <c:v>14.994177873333333</c:v>
                      </c:pt>
                      <c:pt idx="120">
                        <c:v>10.300327291111111</c:v>
                      </c:pt>
                      <c:pt idx="121">
                        <c:v>6.4236130288888891</c:v>
                      </c:pt>
                      <c:pt idx="122">
                        <c:v>4.0497471000000003</c:v>
                      </c:pt>
                      <c:pt idx="123">
                        <c:v>2.938571017777778</c:v>
                      </c:pt>
                      <c:pt idx="124">
                        <c:v>2.5835618622222221</c:v>
                      </c:pt>
                      <c:pt idx="125">
                        <c:v>3.884491571111111</c:v>
                      </c:pt>
                      <c:pt idx="126">
                        <c:v>7.1959106955555558</c:v>
                      </c:pt>
                      <c:pt idx="127">
                        <c:v>9.7941957022222219</c:v>
                      </c:pt>
                      <c:pt idx="128">
                        <c:v>10.704067728888889</c:v>
                      </c:pt>
                      <c:pt idx="129">
                        <c:v>10.528672333333333</c:v>
                      </c:pt>
                      <c:pt idx="130">
                        <c:v>10.824564137777777</c:v>
                      </c:pt>
                      <c:pt idx="131">
                        <c:v>11.76540776</c:v>
                      </c:pt>
                      <c:pt idx="132">
                        <c:v>13.338094051111112</c:v>
                      </c:pt>
                      <c:pt idx="133">
                        <c:v>15.425992571111111</c:v>
                      </c:pt>
                      <c:pt idx="134">
                        <c:v>15.840897957777777</c:v>
                      </c:pt>
                      <c:pt idx="135">
                        <c:v>14.665227284444445</c:v>
                      </c:pt>
                      <c:pt idx="136">
                        <c:v>13.033048011111111</c:v>
                      </c:pt>
                      <c:pt idx="137">
                        <c:v>12.67030192888889</c:v>
                      </c:pt>
                      <c:pt idx="138">
                        <c:v>13.671779726666667</c:v>
                      </c:pt>
                      <c:pt idx="139">
                        <c:v>15.451763057777777</c:v>
                      </c:pt>
                      <c:pt idx="140">
                        <c:v>16.769574073333334</c:v>
                      </c:pt>
                      <c:pt idx="141">
                        <c:v>18.553178513333332</c:v>
                      </c:pt>
                      <c:pt idx="142">
                        <c:v>18.303476006666667</c:v>
                      </c:pt>
                      <c:pt idx="143">
                        <c:v>14.893687164444444</c:v>
                      </c:pt>
                      <c:pt idx="144">
                        <c:v>10.431899726666666</c:v>
                      </c:pt>
                      <c:pt idx="145">
                        <c:v>6.5679805844444443</c:v>
                      </c:pt>
                      <c:pt idx="146">
                        <c:v>4.235063464444444</c:v>
                      </c:pt>
                      <c:pt idx="147">
                        <c:v>2.901017422222222</c:v>
                      </c:pt>
                      <c:pt idx="148">
                        <c:v>2.6081658222222224</c:v>
                      </c:pt>
                      <c:pt idx="149">
                        <c:v>4.0216673377777781</c:v>
                      </c:pt>
                      <c:pt idx="150">
                        <c:v>7.3788254599999998</c:v>
                      </c:pt>
                      <c:pt idx="151">
                        <c:v>9.9449442733333342</c:v>
                      </c:pt>
                      <c:pt idx="152">
                        <c:v>11.076732062222222</c:v>
                      </c:pt>
                      <c:pt idx="153">
                        <c:v>10.774127928888889</c:v>
                      </c:pt>
                      <c:pt idx="154">
                        <c:v>10.719791735555555</c:v>
                      </c:pt>
                      <c:pt idx="155">
                        <c:v>11.732447342222223</c:v>
                      </c:pt>
                      <c:pt idx="156">
                        <c:v>12.895774833333334</c:v>
                      </c:pt>
                      <c:pt idx="157">
                        <c:v>14.372624811111111</c:v>
                      </c:pt>
                      <c:pt idx="158">
                        <c:v>14.60582139111111</c:v>
                      </c:pt>
                      <c:pt idx="159">
                        <c:v>13.799708526666667</c:v>
                      </c:pt>
                      <c:pt idx="160">
                        <c:v>12.997178253333333</c:v>
                      </c:pt>
                      <c:pt idx="161">
                        <c:v>12.817696966666666</c:v>
                      </c:pt>
                      <c:pt idx="162">
                        <c:v>13.287973297777778</c:v>
                      </c:pt>
                      <c:pt idx="163">
                        <c:v>15.217219922222222</c:v>
                      </c:pt>
                      <c:pt idx="164">
                        <c:v>16.751759159999999</c:v>
                      </c:pt>
                      <c:pt idx="165">
                        <c:v>18.40518918888889</c:v>
                      </c:pt>
                      <c:pt idx="166">
                        <c:v>18.282883513333335</c:v>
                      </c:pt>
                      <c:pt idx="167">
                        <c:v>15.008616711111111</c:v>
                      </c:pt>
                      <c:pt idx="168">
                        <c:v>10.381083066666667</c:v>
                      </c:pt>
                      <c:pt idx="169">
                        <c:v>6.5195050755555553</c:v>
                      </c:pt>
                      <c:pt idx="170">
                        <c:v>4.1923753022222225</c:v>
                      </c:pt>
                      <c:pt idx="171">
                        <c:v>2.9931956533333333</c:v>
                      </c:pt>
                      <c:pt idx="172">
                        <c:v>2.7438835088888891</c:v>
                      </c:pt>
                      <c:pt idx="173">
                        <c:v>4.1756370599999997</c:v>
                      </c:pt>
                      <c:pt idx="174">
                        <c:v>7.7846771488888891</c:v>
                      </c:pt>
                      <c:pt idx="175">
                        <c:v>10.653097242222222</c:v>
                      </c:pt>
                      <c:pt idx="176">
                        <c:v>12.151175724444444</c:v>
                      </c:pt>
                      <c:pt idx="177">
                        <c:v>12.056864482222222</c:v>
                      </c:pt>
                      <c:pt idx="178">
                        <c:v>11.498173768888888</c:v>
                      </c:pt>
                      <c:pt idx="179">
                        <c:v>12.434853253333333</c:v>
                      </c:pt>
                      <c:pt idx="180">
                        <c:v>13.975302846666667</c:v>
                      </c:pt>
                      <c:pt idx="181">
                        <c:v>15.639354915555556</c:v>
                      </c:pt>
                      <c:pt idx="182">
                        <c:v>15.858122711111111</c:v>
                      </c:pt>
                      <c:pt idx="183">
                        <c:v>15.011366768888889</c:v>
                      </c:pt>
                      <c:pt idx="184">
                        <c:v>13.554439624444445</c:v>
                      </c:pt>
                      <c:pt idx="185">
                        <c:v>13.307179713333333</c:v>
                      </c:pt>
                      <c:pt idx="186">
                        <c:v>14.140461844444445</c:v>
                      </c:pt>
                      <c:pt idx="187">
                        <c:v>16.250764446666668</c:v>
                      </c:pt>
                      <c:pt idx="188">
                        <c:v>17.72766269111111</c:v>
                      </c:pt>
                      <c:pt idx="189">
                        <c:v>19.204861037777778</c:v>
                      </c:pt>
                      <c:pt idx="190">
                        <c:v>19.252759513333334</c:v>
                      </c:pt>
                      <c:pt idx="191">
                        <c:v>16.331029822222224</c:v>
                      </c:pt>
                      <c:pt idx="192">
                        <c:v>12.010952535555555</c:v>
                      </c:pt>
                      <c:pt idx="193">
                        <c:v>7.7936562177777775</c:v>
                      </c:pt>
                      <c:pt idx="194">
                        <c:v>4.95637214</c:v>
                      </c:pt>
                      <c:pt idx="195">
                        <c:v>3.6894038422222222</c:v>
                      </c:pt>
                      <c:pt idx="196">
                        <c:v>3.0777798155555556</c:v>
                      </c:pt>
                      <c:pt idx="197">
                        <c:v>4.0695296777777781</c:v>
                      </c:pt>
                      <c:pt idx="198">
                        <c:v>6.8814062177777782</c:v>
                      </c:pt>
                      <c:pt idx="199">
                        <c:v>10.127312202222223</c:v>
                      </c:pt>
                      <c:pt idx="200">
                        <c:v>12.989591040000001</c:v>
                      </c:pt>
                      <c:pt idx="201">
                        <c:v>13.415435291111111</c:v>
                      </c:pt>
                      <c:pt idx="202">
                        <c:v>13.537803455555556</c:v>
                      </c:pt>
                      <c:pt idx="203">
                        <c:v>14.533372053333334</c:v>
                      </c:pt>
                      <c:pt idx="204">
                        <c:v>15.045841233333332</c:v>
                      </c:pt>
                      <c:pt idx="205">
                        <c:v>16.294734528888888</c:v>
                      </c:pt>
                      <c:pt idx="206">
                        <c:v>17.875917466666667</c:v>
                      </c:pt>
                      <c:pt idx="207">
                        <c:v>16.660919711111109</c:v>
                      </c:pt>
                      <c:pt idx="208">
                        <c:v>14.888877351111111</c:v>
                      </c:pt>
                      <c:pt idx="209">
                        <c:v>14.635493695555555</c:v>
                      </c:pt>
                      <c:pt idx="210">
                        <c:v>15.203949675555556</c:v>
                      </c:pt>
                      <c:pt idx="211">
                        <c:v>16.860770197777779</c:v>
                      </c:pt>
                      <c:pt idx="212">
                        <c:v>18.351774339999999</c:v>
                      </c:pt>
                      <c:pt idx="213">
                        <c:v>19.875503779999999</c:v>
                      </c:pt>
                      <c:pt idx="214">
                        <c:v>19.858560126666667</c:v>
                      </c:pt>
                      <c:pt idx="215">
                        <c:v>16.819592660000001</c:v>
                      </c:pt>
                      <c:pt idx="216">
                        <c:v>12.194040299999999</c:v>
                      </c:pt>
                      <c:pt idx="217">
                        <c:v>7.9349042599999997</c:v>
                      </c:pt>
                      <c:pt idx="218">
                        <c:v>4.9752548155555552</c:v>
                      </c:pt>
                      <c:pt idx="219">
                        <c:v>3.3953562977777776</c:v>
                      </c:pt>
                      <c:pt idx="220">
                        <c:v>2.9416866066666665</c:v>
                      </c:pt>
                      <c:pt idx="221">
                        <c:v>4.040491666666667</c:v>
                      </c:pt>
                      <c:pt idx="222">
                        <c:v>7.1264351955555556</c:v>
                      </c:pt>
                      <c:pt idx="223">
                        <c:v>10.152720304444445</c:v>
                      </c:pt>
                      <c:pt idx="224">
                        <c:v>12.437212051111111</c:v>
                      </c:pt>
                      <c:pt idx="225">
                        <c:v>12.416318195555556</c:v>
                      </c:pt>
                      <c:pt idx="226">
                        <c:v>12.352583375555556</c:v>
                      </c:pt>
                      <c:pt idx="227">
                        <c:v>12.997893353333334</c:v>
                      </c:pt>
                      <c:pt idx="228">
                        <c:v>13.889477106666666</c:v>
                      </c:pt>
                      <c:pt idx="229">
                        <c:v>15.811123073333333</c:v>
                      </c:pt>
                      <c:pt idx="230">
                        <c:v>16.259458562222221</c:v>
                      </c:pt>
                      <c:pt idx="231">
                        <c:v>15.219765191111112</c:v>
                      </c:pt>
                      <c:pt idx="232">
                        <c:v>13.845045126666667</c:v>
                      </c:pt>
                      <c:pt idx="233">
                        <c:v>13.644953551111112</c:v>
                      </c:pt>
                      <c:pt idx="234">
                        <c:v>14.362591557777778</c:v>
                      </c:pt>
                      <c:pt idx="235">
                        <c:v>15.988308195555556</c:v>
                      </c:pt>
                      <c:pt idx="236">
                        <c:v>17.717944513333332</c:v>
                      </c:pt>
                      <c:pt idx="237">
                        <c:v>19.398891837777779</c:v>
                      </c:pt>
                      <c:pt idx="238">
                        <c:v>18.95062929111111</c:v>
                      </c:pt>
                      <c:pt idx="239">
                        <c:v>15.381857666666667</c:v>
                      </c:pt>
                      <c:pt idx="240">
                        <c:v>10.442221004444445</c:v>
                      </c:pt>
                      <c:pt idx="241">
                        <c:v>6.5356436777777782</c:v>
                      </c:pt>
                      <c:pt idx="242">
                        <c:v>4.1711957311111112</c:v>
                      </c:pt>
                      <c:pt idx="243">
                        <c:v>3.0517344177777779</c:v>
                      </c:pt>
                      <c:pt idx="244">
                        <c:v>2.758084951111111</c:v>
                      </c:pt>
                      <c:pt idx="245">
                        <c:v>3.9909593177777776</c:v>
                      </c:pt>
                      <c:pt idx="246">
                        <c:v>7.3576148688888887</c:v>
                      </c:pt>
                      <c:pt idx="247">
                        <c:v>9.9114008044444439</c:v>
                      </c:pt>
                      <c:pt idx="248">
                        <c:v>11.192612375555555</c:v>
                      </c:pt>
                      <c:pt idx="249">
                        <c:v>10.867021037777779</c:v>
                      </c:pt>
                      <c:pt idx="250">
                        <c:v>10.756044866666667</c:v>
                      </c:pt>
                      <c:pt idx="251">
                        <c:v>11.642218895555555</c:v>
                      </c:pt>
                      <c:pt idx="252">
                        <c:v>12.895029568888889</c:v>
                      </c:pt>
                      <c:pt idx="253">
                        <c:v>14.317752548888889</c:v>
                      </c:pt>
                      <c:pt idx="254">
                        <c:v>14.686957291111112</c:v>
                      </c:pt>
                      <c:pt idx="255">
                        <c:v>13.979529155555555</c:v>
                      </c:pt>
                      <c:pt idx="256">
                        <c:v>13.301379595555556</c:v>
                      </c:pt>
                      <c:pt idx="257">
                        <c:v>13.149781873333334</c:v>
                      </c:pt>
                      <c:pt idx="258">
                        <c:v>13.919572186666667</c:v>
                      </c:pt>
                      <c:pt idx="259">
                        <c:v>15.834432400000001</c:v>
                      </c:pt>
                      <c:pt idx="260">
                        <c:v>17.56589999111111</c:v>
                      </c:pt>
                      <c:pt idx="261">
                        <c:v>19.151370471111111</c:v>
                      </c:pt>
                      <c:pt idx="262">
                        <c:v>18.561778248888888</c:v>
                      </c:pt>
                      <c:pt idx="263">
                        <c:v>14.875808495555555</c:v>
                      </c:pt>
                      <c:pt idx="264">
                        <c:v>10.058601397777778</c:v>
                      </c:pt>
                      <c:pt idx="265">
                        <c:v>6.2538918555555556</c:v>
                      </c:pt>
                      <c:pt idx="266">
                        <c:v>3.9871290422222221</c:v>
                      </c:pt>
                      <c:pt idx="267">
                        <c:v>2.8677961288888887</c:v>
                      </c:pt>
                      <c:pt idx="268">
                        <c:v>2.6246938133333333</c:v>
                      </c:pt>
                      <c:pt idx="269">
                        <c:v>3.9198489288888889</c:v>
                      </c:pt>
                      <c:pt idx="270">
                        <c:v>7.4320866866666666</c:v>
                      </c:pt>
                      <c:pt idx="271">
                        <c:v>10.102205713333333</c:v>
                      </c:pt>
                      <c:pt idx="272">
                        <c:v>11.148675862222222</c:v>
                      </c:pt>
                      <c:pt idx="273">
                        <c:v>10.753167155555555</c:v>
                      </c:pt>
                      <c:pt idx="274">
                        <c:v>10.887388295555555</c:v>
                      </c:pt>
                      <c:pt idx="275">
                        <c:v>11.997083644444444</c:v>
                      </c:pt>
                      <c:pt idx="276">
                        <c:v>13.294129773333333</c:v>
                      </c:pt>
                      <c:pt idx="277">
                        <c:v>14.506211957777777</c:v>
                      </c:pt>
                      <c:pt idx="278">
                        <c:v>14.80446125111111</c:v>
                      </c:pt>
                      <c:pt idx="279">
                        <c:v>14.045133942222222</c:v>
                      </c:pt>
                      <c:pt idx="280">
                        <c:v>13.334921842222222</c:v>
                      </c:pt>
                      <c:pt idx="281">
                        <c:v>13.205254828888888</c:v>
                      </c:pt>
                      <c:pt idx="282">
                        <c:v>14.248135504444445</c:v>
                      </c:pt>
                      <c:pt idx="283">
                        <c:v>15.971089133333333</c:v>
                      </c:pt>
                      <c:pt idx="284">
                        <c:v>17.707850115555555</c:v>
                      </c:pt>
                      <c:pt idx="285">
                        <c:v>19.506387146666668</c:v>
                      </c:pt>
                      <c:pt idx="286">
                        <c:v>18.72760422</c:v>
                      </c:pt>
                      <c:pt idx="287">
                        <c:v>14.841861717777778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F1FB-4D39-A8F8-9D267B9F4903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12-10-2026'!$D$1</c15:sqref>
                        </c15:formulaRef>
                      </c:ext>
                    </c:extLst>
                    <c:strCache>
                      <c:ptCount val="1"/>
                      <c:pt idx="0">
                        <c:v> ANB-DGW1 Throughput 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12-10-2026'!$D$2:$D$289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94.932476151111118</c:v>
                      </c:pt>
                      <c:pt idx="1">
                        <c:v>60.737532815555554</c:v>
                      </c:pt>
                      <c:pt idx="2">
                        <c:v>37.153443828888889</c:v>
                      </c:pt>
                      <c:pt idx="3">
                        <c:v>24.536483673333333</c:v>
                      </c:pt>
                      <c:pt idx="4">
                        <c:v>19.766069673333334</c:v>
                      </c:pt>
                      <c:pt idx="5">
                        <c:v>26.579473024444443</c:v>
                      </c:pt>
                      <c:pt idx="6">
                        <c:v>46.067321135555552</c:v>
                      </c:pt>
                      <c:pt idx="7">
                        <c:v>67.102362564444448</c:v>
                      </c:pt>
                      <c:pt idx="8">
                        <c:v>80.989101099999999</c:v>
                      </c:pt>
                      <c:pt idx="9">
                        <c:v>87.316315795555553</c:v>
                      </c:pt>
                      <c:pt idx="10">
                        <c:v>94.860246524444449</c:v>
                      </c:pt>
                      <c:pt idx="11">
                        <c:v>105.87844013555555</c:v>
                      </c:pt>
                      <c:pt idx="12">
                        <c:v>113.29054426666667</c:v>
                      </c:pt>
                      <c:pt idx="13">
                        <c:v>128.12709073111111</c:v>
                      </c:pt>
                      <c:pt idx="14">
                        <c:v>130.75063070888888</c:v>
                      </c:pt>
                      <c:pt idx="15">
                        <c:v>124.68736786444444</c:v>
                      </c:pt>
                      <c:pt idx="16">
                        <c:v>115.01640726888888</c:v>
                      </c:pt>
                      <c:pt idx="17">
                        <c:v>118.86731803777778</c:v>
                      </c:pt>
                      <c:pt idx="18">
                        <c:v>119.75590945777778</c:v>
                      </c:pt>
                      <c:pt idx="19">
                        <c:v>139.77850493777777</c:v>
                      </c:pt>
                      <c:pt idx="20">
                        <c:v>156.54920993111111</c:v>
                      </c:pt>
                      <c:pt idx="21">
                        <c:v>172.11959122444443</c:v>
                      </c:pt>
                      <c:pt idx="22">
                        <c:v>167.81811613111111</c:v>
                      </c:pt>
                      <c:pt idx="23">
                        <c:v>142.86934662444443</c:v>
                      </c:pt>
                      <c:pt idx="24">
                        <c:v>105.64716449111111</c:v>
                      </c:pt>
                      <c:pt idx="25">
                        <c:v>69.655822686666667</c:v>
                      </c:pt>
                      <c:pt idx="26">
                        <c:v>43.209930615555557</c:v>
                      </c:pt>
                      <c:pt idx="27">
                        <c:v>28.199108517777777</c:v>
                      </c:pt>
                      <c:pt idx="28">
                        <c:v>21.217937042222221</c:v>
                      </c:pt>
                      <c:pt idx="29">
                        <c:v>25.495309475555555</c:v>
                      </c:pt>
                      <c:pt idx="30">
                        <c:v>40.090729897777777</c:v>
                      </c:pt>
                      <c:pt idx="31">
                        <c:v>60.268760455555558</c:v>
                      </c:pt>
                      <c:pt idx="32">
                        <c:v>82.039313846666673</c:v>
                      </c:pt>
                      <c:pt idx="33">
                        <c:v>95.821368431111111</c:v>
                      </c:pt>
                      <c:pt idx="34">
                        <c:v>106.92851530444445</c:v>
                      </c:pt>
                      <c:pt idx="35">
                        <c:v>119.52725389333334</c:v>
                      </c:pt>
                      <c:pt idx="36">
                        <c:v>120.53126166444444</c:v>
                      </c:pt>
                      <c:pt idx="37">
                        <c:v>132.14022478666666</c:v>
                      </c:pt>
                      <c:pt idx="38">
                        <c:v>151.05808803555556</c:v>
                      </c:pt>
                      <c:pt idx="39">
                        <c:v>140.9234221711111</c:v>
                      </c:pt>
                      <c:pt idx="40">
                        <c:v>125.65729463777778</c:v>
                      </c:pt>
                      <c:pt idx="41">
                        <c:v>126.51539658888889</c:v>
                      </c:pt>
                      <c:pt idx="42">
                        <c:v>123.90929572888889</c:v>
                      </c:pt>
                      <c:pt idx="43">
                        <c:v>142.2024027911111</c:v>
                      </c:pt>
                      <c:pt idx="44">
                        <c:v>160.80927686222222</c:v>
                      </c:pt>
                      <c:pt idx="45">
                        <c:v>177.93067811555557</c:v>
                      </c:pt>
                      <c:pt idx="46">
                        <c:v>173.47476868222222</c:v>
                      </c:pt>
                      <c:pt idx="47">
                        <c:v>148.23106567111111</c:v>
                      </c:pt>
                      <c:pt idx="48">
                        <c:v>110.06093564</c:v>
                      </c:pt>
                      <c:pt idx="49">
                        <c:v>72.369372706666667</c:v>
                      </c:pt>
                      <c:pt idx="50">
                        <c:v>43.688824813333333</c:v>
                      </c:pt>
                      <c:pt idx="51">
                        <c:v>27.712293966666667</c:v>
                      </c:pt>
                      <c:pt idx="52">
                        <c:v>20.705102435555556</c:v>
                      </c:pt>
                      <c:pt idx="53">
                        <c:v>25.877396853333334</c:v>
                      </c:pt>
                      <c:pt idx="54">
                        <c:v>42.326217577777776</c:v>
                      </c:pt>
                      <c:pt idx="55">
                        <c:v>63.373062877777777</c:v>
                      </c:pt>
                      <c:pt idx="56">
                        <c:v>83.200125848888888</c:v>
                      </c:pt>
                      <c:pt idx="57">
                        <c:v>94.03597430666666</c:v>
                      </c:pt>
                      <c:pt idx="58">
                        <c:v>101.70291164222222</c:v>
                      </c:pt>
                      <c:pt idx="59">
                        <c:v>112.24784558666667</c:v>
                      </c:pt>
                      <c:pt idx="60">
                        <c:v>117.67265784</c:v>
                      </c:pt>
                      <c:pt idx="61">
                        <c:v>135.2732485911111</c:v>
                      </c:pt>
                      <c:pt idx="62">
                        <c:v>138.46673452666667</c:v>
                      </c:pt>
                      <c:pt idx="63">
                        <c:v>129.73092796888889</c:v>
                      </c:pt>
                      <c:pt idx="64">
                        <c:v>118.87421382666666</c:v>
                      </c:pt>
                      <c:pt idx="65">
                        <c:v>122.12466392888889</c:v>
                      </c:pt>
                      <c:pt idx="66">
                        <c:v>120.85670052222223</c:v>
                      </c:pt>
                      <c:pt idx="67">
                        <c:v>137.78564883333334</c:v>
                      </c:pt>
                      <c:pt idx="68">
                        <c:v>156.41685704888889</c:v>
                      </c:pt>
                      <c:pt idx="69">
                        <c:v>171.84144609555557</c:v>
                      </c:pt>
                      <c:pt idx="70">
                        <c:v>164.32362922888888</c:v>
                      </c:pt>
                      <c:pt idx="71">
                        <c:v>134.31519182666668</c:v>
                      </c:pt>
                      <c:pt idx="72">
                        <c:v>93.94787528444445</c:v>
                      </c:pt>
                      <c:pt idx="73">
                        <c:v>58.464316802222221</c:v>
                      </c:pt>
                      <c:pt idx="74">
                        <c:v>35.621493093333335</c:v>
                      </c:pt>
                      <c:pt idx="75">
                        <c:v>23.676237731111112</c:v>
                      </c:pt>
                      <c:pt idx="76">
                        <c:v>19.286843368888889</c:v>
                      </c:pt>
                      <c:pt idx="77">
                        <c:v>25.275687037777779</c:v>
                      </c:pt>
                      <c:pt idx="78">
                        <c:v>44.301722053333336</c:v>
                      </c:pt>
                      <c:pt idx="79">
                        <c:v>63.399652571111112</c:v>
                      </c:pt>
                      <c:pt idx="80">
                        <c:v>77.944829748888893</c:v>
                      </c:pt>
                      <c:pt idx="81">
                        <c:v>84.246087764444439</c:v>
                      </c:pt>
                      <c:pt idx="82">
                        <c:v>91.123549097777783</c:v>
                      </c:pt>
                      <c:pt idx="83">
                        <c:v>101.94203291111111</c:v>
                      </c:pt>
                      <c:pt idx="84">
                        <c:v>108.19015633555556</c:v>
                      </c:pt>
                      <c:pt idx="85">
                        <c:v>121.09182111111112</c:v>
                      </c:pt>
                      <c:pt idx="86">
                        <c:v>124.18762060888889</c:v>
                      </c:pt>
                      <c:pt idx="87">
                        <c:v>117.23229106222222</c:v>
                      </c:pt>
                      <c:pt idx="88">
                        <c:v>113.74708155555555</c:v>
                      </c:pt>
                      <c:pt idx="89">
                        <c:v>119.53326344888889</c:v>
                      </c:pt>
                      <c:pt idx="90">
                        <c:v>119.48595612666666</c:v>
                      </c:pt>
                      <c:pt idx="91">
                        <c:v>137.04870738</c:v>
                      </c:pt>
                      <c:pt idx="92">
                        <c:v>156.27430190444446</c:v>
                      </c:pt>
                      <c:pt idx="93">
                        <c:v>170.57434289333332</c:v>
                      </c:pt>
                      <c:pt idx="94">
                        <c:v>160.81353655999999</c:v>
                      </c:pt>
                      <c:pt idx="95">
                        <c:v>128.45598505555554</c:v>
                      </c:pt>
                      <c:pt idx="96">
                        <c:v>87.757118546666661</c:v>
                      </c:pt>
                      <c:pt idx="97">
                        <c:v>54.604622184444445</c:v>
                      </c:pt>
                      <c:pt idx="98">
                        <c:v>33.92359775111111</c:v>
                      </c:pt>
                      <c:pt idx="99">
                        <c:v>23.036698826666665</c:v>
                      </c:pt>
                      <c:pt idx="100">
                        <c:v>18.91495136</c:v>
                      </c:pt>
                      <c:pt idx="101">
                        <c:v>25.475012617777779</c:v>
                      </c:pt>
                      <c:pt idx="102">
                        <c:v>45.844115342222224</c:v>
                      </c:pt>
                      <c:pt idx="103">
                        <c:v>65.825817860000001</c:v>
                      </c:pt>
                      <c:pt idx="104">
                        <c:v>78.621978973333327</c:v>
                      </c:pt>
                      <c:pt idx="105">
                        <c:v>84.865425877777781</c:v>
                      </c:pt>
                      <c:pt idx="106">
                        <c:v>91.451468164444449</c:v>
                      </c:pt>
                      <c:pt idx="107">
                        <c:v>102.97351170666667</c:v>
                      </c:pt>
                      <c:pt idx="108">
                        <c:v>109.56562033555555</c:v>
                      </c:pt>
                      <c:pt idx="109">
                        <c:v>122.12085900666666</c:v>
                      </c:pt>
                      <c:pt idx="110">
                        <c:v>123.35958103777777</c:v>
                      </c:pt>
                      <c:pt idx="111">
                        <c:v>116.62461791111112</c:v>
                      </c:pt>
                      <c:pt idx="112">
                        <c:v>113.03749813777777</c:v>
                      </c:pt>
                      <c:pt idx="113">
                        <c:v>116.93512091777778</c:v>
                      </c:pt>
                      <c:pt idx="114">
                        <c:v>117.59254857111111</c:v>
                      </c:pt>
                      <c:pt idx="115">
                        <c:v>136.22369151999999</c:v>
                      </c:pt>
                      <c:pt idx="116">
                        <c:v>155.90659850222221</c:v>
                      </c:pt>
                      <c:pt idx="117">
                        <c:v>171.41726124444443</c:v>
                      </c:pt>
                      <c:pt idx="118">
                        <c:v>161.79287788666667</c:v>
                      </c:pt>
                      <c:pt idx="119">
                        <c:v>130.33656262</c:v>
                      </c:pt>
                      <c:pt idx="120">
                        <c:v>89.480365146666671</c:v>
                      </c:pt>
                      <c:pt idx="121">
                        <c:v>55.596093268888886</c:v>
                      </c:pt>
                      <c:pt idx="122">
                        <c:v>33.553990764444443</c:v>
                      </c:pt>
                      <c:pt idx="123">
                        <c:v>22.734406973333332</c:v>
                      </c:pt>
                      <c:pt idx="124">
                        <c:v>18.562726731111113</c:v>
                      </c:pt>
                      <c:pt idx="125">
                        <c:v>24.934539422222223</c:v>
                      </c:pt>
                      <c:pt idx="126">
                        <c:v>45.640247946666669</c:v>
                      </c:pt>
                      <c:pt idx="127">
                        <c:v>66.184971862222227</c:v>
                      </c:pt>
                      <c:pt idx="128">
                        <c:v>79.498217051111112</c:v>
                      </c:pt>
                      <c:pt idx="129">
                        <c:v>85.795468644444441</c:v>
                      </c:pt>
                      <c:pt idx="130">
                        <c:v>93.81133592444445</c:v>
                      </c:pt>
                      <c:pt idx="131">
                        <c:v>103.77214426888889</c:v>
                      </c:pt>
                      <c:pt idx="132">
                        <c:v>112.89398053555556</c:v>
                      </c:pt>
                      <c:pt idx="133">
                        <c:v>132.54435756444445</c:v>
                      </c:pt>
                      <c:pt idx="134">
                        <c:v>133.9523562911111</c:v>
                      </c:pt>
                      <c:pt idx="135">
                        <c:v>124.79225287777778</c:v>
                      </c:pt>
                      <c:pt idx="136">
                        <c:v>115.64720828</c:v>
                      </c:pt>
                      <c:pt idx="137">
                        <c:v>118.64654315333334</c:v>
                      </c:pt>
                      <c:pt idx="138">
                        <c:v>126.81145779111111</c:v>
                      </c:pt>
                      <c:pt idx="139">
                        <c:v>143.98069745999999</c:v>
                      </c:pt>
                      <c:pt idx="140">
                        <c:v>158.62835112666667</c:v>
                      </c:pt>
                      <c:pt idx="141">
                        <c:v>172.87947749777777</c:v>
                      </c:pt>
                      <c:pt idx="142">
                        <c:v>162.74397815555557</c:v>
                      </c:pt>
                      <c:pt idx="143">
                        <c:v>129.54292812444444</c:v>
                      </c:pt>
                      <c:pt idx="144">
                        <c:v>90.892962857777775</c:v>
                      </c:pt>
                      <c:pt idx="145">
                        <c:v>56.679320566666668</c:v>
                      </c:pt>
                      <c:pt idx="146">
                        <c:v>35.393928275555552</c:v>
                      </c:pt>
                      <c:pt idx="147">
                        <c:v>23.017507528888888</c:v>
                      </c:pt>
                      <c:pt idx="148">
                        <c:v>18.600646220000002</c:v>
                      </c:pt>
                      <c:pt idx="149">
                        <c:v>25.427063844444444</c:v>
                      </c:pt>
                      <c:pt idx="150">
                        <c:v>47.04893402222222</c:v>
                      </c:pt>
                      <c:pt idx="151">
                        <c:v>67.289628406666665</c:v>
                      </c:pt>
                      <c:pt idx="152">
                        <c:v>81.57431814666667</c:v>
                      </c:pt>
                      <c:pt idx="153">
                        <c:v>87.08167128444444</c:v>
                      </c:pt>
                      <c:pt idx="154">
                        <c:v>93.698754280000003</c:v>
                      </c:pt>
                      <c:pt idx="155">
                        <c:v>104.47679661777778</c:v>
                      </c:pt>
                      <c:pt idx="156">
                        <c:v>110.47714903333333</c:v>
                      </c:pt>
                      <c:pt idx="157">
                        <c:v>123.44630264222222</c:v>
                      </c:pt>
                      <c:pt idx="158">
                        <c:v>125.09029300888889</c:v>
                      </c:pt>
                      <c:pt idx="159">
                        <c:v>118.44210795777778</c:v>
                      </c:pt>
                      <c:pt idx="160">
                        <c:v>115.96023120222222</c:v>
                      </c:pt>
                      <c:pt idx="161">
                        <c:v>120.07709944444444</c:v>
                      </c:pt>
                      <c:pt idx="162">
                        <c:v>120.28389559777777</c:v>
                      </c:pt>
                      <c:pt idx="163">
                        <c:v>138.12930919999999</c:v>
                      </c:pt>
                      <c:pt idx="164">
                        <c:v>156.59157699555556</c:v>
                      </c:pt>
                      <c:pt idx="165">
                        <c:v>170.50612832666667</c:v>
                      </c:pt>
                      <c:pt idx="166">
                        <c:v>162.54883322000001</c:v>
                      </c:pt>
                      <c:pt idx="167">
                        <c:v>130.34804931333332</c:v>
                      </c:pt>
                      <c:pt idx="168">
                        <c:v>89.988967082222217</c:v>
                      </c:pt>
                      <c:pt idx="169">
                        <c:v>56.044445053333334</c:v>
                      </c:pt>
                      <c:pt idx="170">
                        <c:v>34.51746980888889</c:v>
                      </c:pt>
                      <c:pt idx="171">
                        <c:v>23.467305484444445</c:v>
                      </c:pt>
                      <c:pt idx="172">
                        <c:v>19.520371931111111</c:v>
                      </c:pt>
                      <c:pt idx="173">
                        <c:v>26.518323477777777</c:v>
                      </c:pt>
                      <c:pt idx="174">
                        <c:v>49.122738604444443</c:v>
                      </c:pt>
                      <c:pt idx="175">
                        <c:v>71.408360271111107</c:v>
                      </c:pt>
                      <c:pt idx="176">
                        <c:v>89.254349428888887</c:v>
                      </c:pt>
                      <c:pt idx="177">
                        <c:v>100.42957150666666</c:v>
                      </c:pt>
                      <c:pt idx="178">
                        <c:v>102.57745557333334</c:v>
                      </c:pt>
                      <c:pt idx="179">
                        <c:v>111.52887268000001</c:v>
                      </c:pt>
                      <c:pt idx="180">
                        <c:v>120.24476794888889</c:v>
                      </c:pt>
                      <c:pt idx="181">
                        <c:v>133.87266817333332</c:v>
                      </c:pt>
                      <c:pt idx="182">
                        <c:v>134.63064601777776</c:v>
                      </c:pt>
                      <c:pt idx="183">
                        <c:v>127.04581769111111</c:v>
                      </c:pt>
                      <c:pt idx="184">
                        <c:v>120.61872698666667</c:v>
                      </c:pt>
                      <c:pt idx="185">
                        <c:v>123.63853227111112</c:v>
                      </c:pt>
                      <c:pt idx="186">
                        <c:v>127.04880320888888</c:v>
                      </c:pt>
                      <c:pt idx="187">
                        <c:v>147.47180327555554</c:v>
                      </c:pt>
                      <c:pt idx="188">
                        <c:v>166.64357906000001</c:v>
                      </c:pt>
                      <c:pt idx="189">
                        <c:v>179.75551048444444</c:v>
                      </c:pt>
                      <c:pt idx="190">
                        <c:v>173.47802118444446</c:v>
                      </c:pt>
                      <c:pt idx="191">
                        <c:v>144.14011578888889</c:v>
                      </c:pt>
                      <c:pt idx="192">
                        <c:v>104.91758993555555</c:v>
                      </c:pt>
                      <c:pt idx="193">
                        <c:v>67.691919742222225</c:v>
                      </c:pt>
                      <c:pt idx="194">
                        <c:v>42.112609528888889</c:v>
                      </c:pt>
                      <c:pt idx="195">
                        <c:v>28.936167062222221</c:v>
                      </c:pt>
                      <c:pt idx="196">
                        <c:v>22.796932615555555</c:v>
                      </c:pt>
                      <c:pt idx="197">
                        <c:v>26.146296993333333</c:v>
                      </c:pt>
                      <c:pt idx="198">
                        <c:v>43.002078011111109</c:v>
                      </c:pt>
                      <c:pt idx="199">
                        <c:v>63.967274717777777</c:v>
                      </c:pt>
                      <c:pt idx="200">
                        <c:v>88.110468233333336</c:v>
                      </c:pt>
                      <c:pt idx="201">
                        <c:v>102.60119255555556</c:v>
                      </c:pt>
                      <c:pt idx="202">
                        <c:v>113.72878351111112</c:v>
                      </c:pt>
                      <c:pt idx="203">
                        <c:v>125.27744205777778</c:v>
                      </c:pt>
                      <c:pt idx="204">
                        <c:v>124.87549280666667</c:v>
                      </c:pt>
                      <c:pt idx="205">
                        <c:v>137.56089104</c:v>
                      </c:pt>
                      <c:pt idx="206">
                        <c:v>157.75046840222222</c:v>
                      </c:pt>
                      <c:pt idx="207">
                        <c:v>145.13923532000001</c:v>
                      </c:pt>
                      <c:pt idx="208">
                        <c:v>135.15592953333334</c:v>
                      </c:pt>
                      <c:pt idx="209">
                        <c:v>137.46873922444445</c:v>
                      </c:pt>
                      <c:pt idx="210">
                        <c:v>136.93306011999999</c:v>
                      </c:pt>
                      <c:pt idx="211">
                        <c:v>153.12393551333332</c:v>
                      </c:pt>
                      <c:pt idx="212">
                        <c:v>171.60127847333334</c:v>
                      </c:pt>
                      <c:pt idx="213">
                        <c:v>184.99314343777777</c:v>
                      </c:pt>
                      <c:pt idx="214">
                        <c:v>178.84726807777778</c:v>
                      </c:pt>
                      <c:pt idx="215">
                        <c:v>147.88518503777777</c:v>
                      </c:pt>
                      <c:pt idx="216">
                        <c:v>105.64450301777778</c:v>
                      </c:pt>
                      <c:pt idx="217">
                        <c:v>67.237762135555556</c:v>
                      </c:pt>
                      <c:pt idx="218">
                        <c:v>41.495253266666666</c:v>
                      </c:pt>
                      <c:pt idx="219">
                        <c:v>27.056209933333335</c:v>
                      </c:pt>
                      <c:pt idx="220">
                        <c:v>21.042429439999999</c:v>
                      </c:pt>
                      <c:pt idx="221">
                        <c:v>25.875700442222222</c:v>
                      </c:pt>
                      <c:pt idx="222">
                        <c:v>44.747356915555557</c:v>
                      </c:pt>
                      <c:pt idx="223">
                        <c:v>66.364608937777774</c:v>
                      </c:pt>
                      <c:pt idx="224">
                        <c:v>87.816549339999995</c:v>
                      </c:pt>
                      <c:pt idx="225">
                        <c:v>97.531234511111109</c:v>
                      </c:pt>
                      <c:pt idx="226">
                        <c:v>104.53933649333334</c:v>
                      </c:pt>
                      <c:pt idx="227">
                        <c:v>114.32530351555556</c:v>
                      </c:pt>
                      <c:pt idx="228">
                        <c:v>118.09141190888889</c:v>
                      </c:pt>
                      <c:pt idx="229">
                        <c:v>136.52911761555555</c:v>
                      </c:pt>
                      <c:pt idx="230">
                        <c:v>140.35391494000001</c:v>
                      </c:pt>
                      <c:pt idx="231">
                        <c:v>130.81916851555556</c:v>
                      </c:pt>
                      <c:pt idx="232">
                        <c:v>123.41689066444444</c:v>
                      </c:pt>
                      <c:pt idx="233">
                        <c:v>127.45986734</c:v>
                      </c:pt>
                      <c:pt idx="234">
                        <c:v>129.60154853777777</c:v>
                      </c:pt>
                      <c:pt idx="235">
                        <c:v>146.05492601555557</c:v>
                      </c:pt>
                      <c:pt idx="236">
                        <c:v>168.11901688</c:v>
                      </c:pt>
                      <c:pt idx="237">
                        <c:v>181.18168961555557</c:v>
                      </c:pt>
                      <c:pt idx="238">
                        <c:v>168.70688675777777</c:v>
                      </c:pt>
                      <c:pt idx="239">
                        <c:v>133.55340775333335</c:v>
                      </c:pt>
                      <c:pt idx="240">
                        <c:v>90.963502779999999</c:v>
                      </c:pt>
                      <c:pt idx="241">
                        <c:v>56.569339433333333</c:v>
                      </c:pt>
                      <c:pt idx="242">
                        <c:v>34.65034052</c:v>
                      </c:pt>
                      <c:pt idx="243">
                        <c:v>23.599260175555557</c:v>
                      </c:pt>
                      <c:pt idx="244">
                        <c:v>19.472283040000001</c:v>
                      </c:pt>
                      <c:pt idx="245">
                        <c:v>25.027565246666665</c:v>
                      </c:pt>
                      <c:pt idx="246">
                        <c:v>46.360479980000001</c:v>
                      </c:pt>
                      <c:pt idx="247">
                        <c:v>66.545003551111108</c:v>
                      </c:pt>
                      <c:pt idx="248">
                        <c:v>82.092666302222227</c:v>
                      </c:pt>
                      <c:pt idx="249">
                        <c:v>86.954991264444445</c:v>
                      </c:pt>
                      <c:pt idx="250">
                        <c:v>93.151151284444438</c:v>
                      </c:pt>
                      <c:pt idx="251">
                        <c:v>103.11404299111111</c:v>
                      </c:pt>
                      <c:pt idx="252">
                        <c:v>110.17782797333334</c:v>
                      </c:pt>
                      <c:pt idx="253">
                        <c:v>123.58493656444445</c:v>
                      </c:pt>
                      <c:pt idx="254">
                        <c:v>126.19011353333333</c:v>
                      </c:pt>
                      <c:pt idx="255">
                        <c:v>119.33940224222222</c:v>
                      </c:pt>
                      <c:pt idx="256">
                        <c:v>120.07946046222222</c:v>
                      </c:pt>
                      <c:pt idx="257">
                        <c:v>124.92222578666667</c:v>
                      </c:pt>
                      <c:pt idx="258">
                        <c:v>126.73775701111111</c:v>
                      </c:pt>
                      <c:pt idx="259">
                        <c:v>143.54194647111112</c:v>
                      </c:pt>
                      <c:pt idx="260">
                        <c:v>164.93092773333333</c:v>
                      </c:pt>
                      <c:pt idx="261">
                        <c:v>176.77097389555556</c:v>
                      </c:pt>
                      <c:pt idx="262">
                        <c:v>166.06243013777777</c:v>
                      </c:pt>
                      <c:pt idx="263">
                        <c:v>129.96887660888888</c:v>
                      </c:pt>
                      <c:pt idx="264">
                        <c:v>87.99055250666666</c:v>
                      </c:pt>
                      <c:pt idx="265">
                        <c:v>52.703014306666667</c:v>
                      </c:pt>
                      <c:pt idx="266">
                        <c:v>32.282471106666669</c:v>
                      </c:pt>
                      <c:pt idx="267">
                        <c:v>22.289360608888888</c:v>
                      </c:pt>
                      <c:pt idx="268">
                        <c:v>18.801409593333332</c:v>
                      </c:pt>
                      <c:pt idx="269">
                        <c:v>24.910601177777778</c:v>
                      </c:pt>
                      <c:pt idx="270">
                        <c:v>47.321541591111114</c:v>
                      </c:pt>
                      <c:pt idx="271">
                        <c:v>68.723875102222223</c:v>
                      </c:pt>
                      <c:pt idx="272">
                        <c:v>82.636589262222216</c:v>
                      </c:pt>
                      <c:pt idx="273">
                        <c:v>88.263029873333338</c:v>
                      </c:pt>
                      <c:pt idx="274">
                        <c:v>96.043943388888891</c:v>
                      </c:pt>
                      <c:pt idx="275">
                        <c:v>107.20454776</c:v>
                      </c:pt>
                      <c:pt idx="276">
                        <c:v>113.52533023555556</c:v>
                      </c:pt>
                      <c:pt idx="277">
                        <c:v>126.09891838</c:v>
                      </c:pt>
                      <c:pt idx="278">
                        <c:v>127.86402621555555</c:v>
                      </c:pt>
                      <c:pt idx="279">
                        <c:v>120.52967556</c:v>
                      </c:pt>
                      <c:pt idx="280">
                        <c:v>120.26936714222222</c:v>
                      </c:pt>
                      <c:pt idx="281">
                        <c:v>124.50241994222222</c:v>
                      </c:pt>
                      <c:pt idx="282">
                        <c:v>127.25422284222222</c:v>
                      </c:pt>
                      <c:pt idx="283">
                        <c:v>145.73343857555557</c:v>
                      </c:pt>
                      <c:pt idx="284">
                        <c:v>167.8146306711111</c:v>
                      </c:pt>
                      <c:pt idx="285">
                        <c:v>180.34422368888889</c:v>
                      </c:pt>
                      <c:pt idx="286">
                        <c:v>166.85315637777776</c:v>
                      </c:pt>
                      <c:pt idx="287">
                        <c:v>129.89285414444444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F1FB-4D39-A8F8-9D267B9F4903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12-10-2026'!$E$1</c15:sqref>
                        </c15:formulaRef>
                      </c:ext>
                    </c:extLst>
                    <c:strCache>
                      <c:ptCount val="1"/>
                      <c:pt idx="0">
                        <c:v>ANB-DGW2 SGI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12-10-2026'!$E$2:$E$289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93.523572846666667</c:v>
                      </c:pt>
                      <c:pt idx="1">
                        <c:v>59.730846873333334</c:v>
                      </c:pt>
                      <c:pt idx="2">
                        <c:v>36.304552891111108</c:v>
                      </c:pt>
                      <c:pt idx="3">
                        <c:v>23.785513053333332</c:v>
                      </c:pt>
                      <c:pt idx="4">
                        <c:v>19.207829695555557</c:v>
                      </c:pt>
                      <c:pt idx="5">
                        <c:v>25.192566791111112</c:v>
                      </c:pt>
                      <c:pt idx="6">
                        <c:v>44.75181189111111</c:v>
                      </c:pt>
                      <c:pt idx="7">
                        <c:v>65.748421122222226</c:v>
                      </c:pt>
                      <c:pt idx="8">
                        <c:v>80.642287664444439</c:v>
                      </c:pt>
                      <c:pt idx="9">
                        <c:v>87.697326540000006</c:v>
                      </c:pt>
                      <c:pt idx="10">
                        <c:v>96.55662219333334</c:v>
                      </c:pt>
                      <c:pt idx="11">
                        <c:v>107.6881846</c:v>
                      </c:pt>
                      <c:pt idx="12">
                        <c:v>114.77985992000001</c:v>
                      </c:pt>
                      <c:pt idx="13">
                        <c:v>129.49754213555556</c:v>
                      </c:pt>
                      <c:pt idx="14">
                        <c:v>131.52794581111112</c:v>
                      </c:pt>
                      <c:pt idx="15">
                        <c:v>125.34797822666667</c:v>
                      </c:pt>
                      <c:pt idx="16">
                        <c:v>116.60405925333333</c:v>
                      </c:pt>
                      <c:pt idx="17">
                        <c:v>121.74456078222222</c:v>
                      </c:pt>
                      <c:pt idx="18">
                        <c:v>122.30282214</c:v>
                      </c:pt>
                      <c:pt idx="19">
                        <c:v>142.5747125488889</c:v>
                      </c:pt>
                      <c:pt idx="20">
                        <c:v>159.98146967111111</c:v>
                      </c:pt>
                      <c:pt idx="21">
                        <c:v>175.06379393555557</c:v>
                      </c:pt>
                      <c:pt idx="22">
                        <c:v>169.45006743777779</c:v>
                      </c:pt>
                      <c:pt idx="23">
                        <c:v>142.73689049999999</c:v>
                      </c:pt>
                      <c:pt idx="24">
                        <c:v>104.66483754444444</c:v>
                      </c:pt>
                      <c:pt idx="25">
                        <c:v>69.461265460000007</c:v>
                      </c:pt>
                      <c:pt idx="26">
                        <c:v>42.600564237777775</c:v>
                      </c:pt>
                      <c:pt idx="27">
                        <c:v>27.337906862222223</c:v>
                      </c:pt>
                      <c:pt idx="28">
                        <c:v>20.453980975555556</c:v>
                      </c:pt>
                      <c:pt idx="29">
                        <c:v>24.749981013333333</c:v>
                      </c:pt>
                      <c:pt idx="30">
                        <c:v>39.330805368888889</c:v>
                      </c:pt>
                      <c:pt idx="31">
                        <c:v>58.360891924444445</c:v>
                      </c:pt>
                      <c:pt idx="32">
                        <c:v>80.241058699999996</c:v>
                      </c:pt>
                      <c:pt idx="33">
                        <c:v>94.956652017777785</c:v>
                      </c:pt>
                      <c:pt idx="34">
                        <c:v>107.03876581111111</c:v>
                      </c:pt>
                      <c:pt idx="35">
                        <c:v>119.46950098444445</c:v>
                      </c:pt>
                      <c:pt idx="36">
                        <c:v>119.1550308088889</c:v>
                      </c:pt>
                      <c:pt idx="37">
                        <c:v>130.5905344911111</c:v>
                      </c:pt>
                      <c:pt idx="38">
                        <c:v>151.31265019333333</c:v>
                      </c:pt>
                      <c:pt idx="39">
                        <c:v>138.12465129333333</c:v>
                      </c:pt>
                      <c:pt idx="40">
                        <c:v>124.28223306444444</c:v>
                      </c:pt>
                      <c:pt idx="41">
                        <c:v>126.84795715333334</c:v>
                      </c:pt>
                      <c:pt idx="42">
                        <c:v>124.4536868911111</c:v>
                      </c:pt>
                      <c:pt idx="43">
                        <c:v>144.11922992000001</c:v>
                      </c:pt>
                      <c:pt idx="44">
                        <c:v>163.71578690222222</c:v>
                      </c:pt>
                      <c:pt idx="45">
                        <c:v>181.2996697088889</c:v>
                      </c:pt>
                      <c:pt idx="46">
                        <c:v>174.65221457333334</c:v>
                      </c:pt>
                      <c:pt idx="47">
                        <c:v>147.22627848888888</c:v>
                      </c:pt>
                      <c:pt idx="48">
                        <c:v>108.42979871333333</c:v>
                      </c:pt>
                      <c:pt idx="49">
                        <c:v>71.171855446666669</c:v>
                      </c:pt>
                      <c:pt idx="50">
                        <c:v>42.639567131111114</c:v>
                      </c:pt>
                      <c:pt idx="51">
                        <c:v>27.10300746888889</c:v>
                      </c:pt>
                      <c:pt idx="52">
                        <c:v>20.29949388</c:v>
                      </c:pt>
                      <c:pt idx="53">
                        <c:v>24.650970962222221</c:v>
                      </c:pt>
                      <c:pt idx="54">
                        <c:v>40.871267924444446</c:v>
                      </c:pt>
                      <c:pt idx="55">
                        <c:v>61.333933537777774</c:v>
                      </c:pt>
                      <c:pt idx="56">
                        <c:v>81.219530791111112</c:v>
                      </c:pt>
                      <c:pt idx="57">
                        <c:v>93.408679524444437</c:v>
                      </c:pt>
                      <c:pt idx="58">
                        <c:v>102.03601768666667</c:v>
                      </c:pt>
                      <c:pt idx="59">
                        <c:v>113.37966147333333</c:v>
                      </c:pt>
                      <c:pt idx="60">
                        <c:v>117.37701018</c:v>
                      </c:pt>
                      <c:pt idx="61">
                        <c:v>136.3129424911111</c:v>
                      </c:pt>
                      <c:pt idx="62">
                        <c:v>139.6931457511111</c:v>
                      </c:pt>
                      <c:pt idx="63">
                        <c:v>130.25284400666666</c:v>
                      </c:pt>
                      <c:pt idx="64">
                        <c:v>120.21588135333333</c:v>
                      </c:pt>
                      <c:pt idx="65">
                        <c:v>125.06219255777778</c:v>
                      </c:pt>
                      <c:pt idx="66">
                        <c:v>123.06121406888889</c:v>
                      </c:pt>
                      <c:pt idx="67">
                        <c:v>140.8135676888889</c:v>
                      </c:pt>
                      <c:pt idx="68">
                        <c:v>159.85086854888888</c:v>
                      </c:pt>
                      <c:pt idx="69">
                        <c:v>175.06447938666668</c:v>
                      </c:pt>
                      <c:pt idx="70">
                        <c:v>165.63978908222222</c:v>
                      </c:pt>
                      <c:pt idx="71">
                        <c:v>133.56937528888889</c:v>
                      </c:pt>
                      <c:pt idx="72">
                        <c:v>92.524205053333333</c:v>
                      </c:pt>
                      <c:pt idx="73">
                        <c:v>57.339997531111109</c:v>
                      </c:pt>
                      <c:pt idx="74">
                        <c:v>34.694462362222225</c:v>
                      </c:pt>
                      <c:pt idx="75">
                        <c:v>23.007489337777777</c:v>
                      </c:pt>
                      <c:pt idx="76">
                        <c:v>18.543706028888888</c:v>
                      </c:pt>
                      <c:pt idx="77">
                        <c:v>24.089251395555557</c:v>
                      </c:pt>
                      <c:pt idx="78">
                        <c:v>43.103558791111112</c:v>
                      </c:pt>
                      <c:pt idx="79">
                        <c:v>62.170906893333331</c:v>
                      </c:pt>
                      <c:pt idx="80">
                        <c:v>77.509827906666672</c:v>
                      </c:pt>
                      <c:pt idx="81">
                        <c:v>85.057368044444445</c:v>
                      </c:pt>
                      <c:pt idx="82">
                        <c:v>93.249489193333332</c:v>
                      </c:pt>
                      <c:pt idx="83">
                        <c:v>104.35094814444444</c:v>
                      </c:pt>
                      <c:pt idx="84">
                        <c:v>109.46570082</c:v>
                      </c:pt>
                      <c:pt idx="85">
                        <c:v>123.23699967333333</c:v>
                      </c:pt>
                      <c:pt idx="86">
                        <c:v>126.00570484888888</c:v>
                      </c:pt>
                      <c:pt idx="87">
                        <c:v>118.28292677555555</c:v>
                      </c:pt>
                      <c:pt idx="88">
                        <c:v>115.67348646666666</c:v>
                      </c:pt>
                      <c:pt idx="89">
                        <c:v>122.52317693555555</c:v>
                      </c:pt>
                      <c:pt idx="90">
                        <c:v>121.49687586888889</c:v>
                      </c:pt>
                      <c:pt idx="91">
                        <c:v>139.78349407333334</c:v>
                      </c:pt>
                      <c:pt idx="92">
                        <c:v>160.89236549777777</c:v>
                      </c:pt>
                      <c:pt idx="93">
                        <c:v>174.6960447688889</c:v>
                      </c:pt>
                      <c:pt idx="94">
                        <c:v>162.75695599555556</c:v>
                      </c:pt>
                      <c:pt idx="95">
                        <c:v>128.85426278444444</c:v>
                      </c:pt>
                      <c:pt idx="96">
                        <c:v>87.32353008222222</c:v>
                      </c:pt>
                      <c:pt idx="97">
                        <c:v>53.67830981777778</c:v>
                      </c:pt>
                      <c:pt idx="98">
                        <c:v>32.573583988888892</c:v>
                      </c:pt>
                      <c:pt idx="99">
                        <c:v>21.953638382222223</c:v>
                      </c:pt>
                      <c:pt idx="100">
                        <c:v>18.083746433333335</c:v>
                      </c:pt>
                      <c:pt idx="101">
                        <c:v>24.074345211111112</c:v>
                      </c:pt>
                      <c:pt idx="102">
                        <c:v>43.847733702222222</c:v>
                      </c:pt>
                      <c:pt idx="103">
                        <c:v>63.800553373333337</c:v>
                      </c:pt>
                      <c:pt idx="104">
                        <c:v>78.313428999999999</c:v>
                      </c:pt>
                      <c:pt idx="105">
                        <c:v>85.407292328888886</c:v>
                      </c:pt>
                      <c:pt idx="106">
                        <c:v>93.419044411111116</c:v>
                      </c:pt>
                      <c:pt idx="107">
                        <c:v>105.21564276444444</c:v>
                      </c:pt>
                      <c:pt idx="108">
                        <c:v>110.54852515555555</c:v>
                      </c:pt>
                      <c:pt idx="109">
                        <c:v>124.24030134</c:v>
                      </c:pt>
                      <c:pt idx="110">
                        <c:v>124.72657924444445</c:v>
                      </c:pt>
                      <c:pt idx="111">
                        <c:v>117.79966574222222</c:v>
                      </c:pt>
                      <c:pt idx="112">
                        <c:v>115.40220976888889</c:v>
                      </c:pt>
                      <c:pt idx="113">
                        <c:v>119.76038623777778</c:v>
                      </c:pt>
                      <c:pt idx="114">
                        <c:v>119.34736172444444</c:v>
                      </c:pt>
                      <c:pt idx="115">
                        <c:v>138.6029742888889</c:v>
                      </c:pt>
                      <c:pt idx="116">
                        <c:v>160.58778406444443</c:v>
                      </c:pt>
                      <c:pt idx="117">
                        <c:v>176.30174772222222</c:v>
                      </c:pt>
                      <c:pt idx="118">
                        <c:v>164.27372642666666</c:v>
                      </c:pt>
                      <c:pt idx="119">
                        <c:v>130.50561805999999</c:v>
                      </c:pt>
                      <c:pt idx="120">
                        <c:v>88.522657688888884</c:v>
                      </c:pt>
                      <c:pt idx="121">
                        <c:v>54.320188191111114</c:v>
                      </c:pt>
                      <c:pt idx="122">
                        <c:v>32.543534477777776</c:v>
                      </c:pt>
                      <c:pt idx="123">
                        <c:v>21.990516402222223</c:v>
                      </c:pt>
                      <c:pt idx="124">
                        <c:v>17.956247044444446</c:v>
                      </c:pt>
                      <c:pt idx="125">
                        <c:v>24.042236146666667</c:v>
                      </c:pt>
                      <c:pt idx="126">
                        <c:v>44.272980033333333</c:v>
                      </c:pt>
                      <c:pt idx="127">
                        <c:v>64.812833402222225</c:v>
                      </c:pt>
                      <c:pt idx="128">
                        <c:v>79.567330644444439</c:v>
                      </c:pt>
                      <c:pt idx="129">
                        <c:v>86.806085951111115</c:v>
                      </c:pt>
                      <c:pt idx="130">
                        <c:v>95.564463391111104</c:v>
                      </c:pt>
                      <c:pt idx="131">
                        <c:v>105.81705143777778</c:v>
                      </c:pt>
                      <c:pt idx="132">
                        <c:v>113.98782225777778</c:v>
                      </c:pt>
                      <c:pt idx="133">
                        <c:v>134.2500349511111</c:v>
                      </c:pt>
                      <c:pt idx="134">
                        <c:v>135.08515505777777</c:v>
                      </c:pt>
                      <c:pt idx="135">
                        <c:v>125.03995372</c:v>
                      </c:pt>
                      <c:pt idx="136">
                        <c:v>117.81598852444445</c:v>
                      </c:pt>
                      <c:pt idx="137">
                        <c:v>122.09924265333333</c:v>
                      </c:pt>
                      <c:pt idx="138">
                        <c:v>129.88935386</c:v>
                      </c:pt>
                      <c:pt idx="139">
                        <c:v>148.0320798311111</c:v>
                      </c:pt>
                      <c:pt idx="140">
                        <c:v>163.04232573333334</c:v>
                      </c:pt>
                      <c:pt idx="141">
                        <c:v>177.08766631111112</c:v>
                      </c:pt>
                      <c:pt idx="142">
                        <c:v>164.58861837111112</c:v>
                      </c:pt>
                      <c:pt idx="143">
                        <c:v>129.97909910222222</c:v>
                      </c:pt>
                      <c:pt idx="144">
                        <c:v>90.896764051111106</c:v>
                      </c:pt>
                      <c:pt idx="145">
                        <c:v>56.644825488888891</c:v>
                      </c:pt>
                      <c:pt idx="146">
                        <c:v>35.088924542222223</c:v>
                      </c:pt>
                      <c:pt idx="147">
                        <c:v>22.802536802222221</c:v>
                      </c:pt>
                      <c:pt idx="148">
                        <c:v>18.238340777777779</c:v>
                      </c:pt>
                      <c:pt idx="149">
                        <c:v>24.690408382222223</c:v>
                      </c:pt>
                      <c:pt idx="150">
                        <c:v>45.788475982222224</c:v>
                      </c:pt>
                      <c:pt idx="151">
                        <c:v>65.972952191111105</c:v>
                      </c:pt>
                      <c:pt idx="152">
                        <c:v>81.048119360000001</c:v>
                      </c:pt>
                      <c:pt idx="153">
                        <c:v>88.120744855555557</c:v>
                      </c:pt>
                      <c:pt idx="154">
                        <c:v>95.539197382222227</c:v>
                      </c:pt>
                      <c:pt idx="155">
                        <c:v>106.00075612444445</c:v>
                      </c:pt>
                      <c:pt idx="156">
                        <c:v>111.10686988222223</c:v>
                      </c:pt>
                      <c:pt idx="157">
                        <c:v>124.21469594222222</c:v>
                      </c:pt>
                      <c:pt idx="158">
                        <c:v>126.73373200222223</c:v>
                      </c:pt>
                      <c:pt idx="159">
                        <c:v>118.44738622444444</c:v>
                      </c:pt>
                      <c:pt idx="160">
                        <c:v>117.59753689555555</c:v>
                      </c:pt>
                      <c:pt idx="161">
                        <c:v>122.4522063911111</c:v>
                      </c:pt>
                      <c:pt idx="162">
                        <c:v>121.88566231999999</c:v>
                      </c:pt>
                      <c:pt idx="163">
                        <c:v>140.31034933777778</c:v>
                      </c:pt>
                      <c:pt idx="164">
                        <c:v>160.62878905111111</c:v>
                      </c:pt>
                      <c:pt idx="165">
                        <c:v>173.84180270444443</c:v>
                      </c:pt>
                      <c:pt idx="166">
                        <c:v>164.02366444888889</c:v>
                      </c:pt>
                      <c:pt idx="167">
                        <c:v>130.01509205555556</c:v>
                      </c:pt>
                      <c:pt idx="168">
                        <c:v>89.348211160000005</c:v>
                      </c:pt>
                      <c:pt idx="169">
                        <c:v>54.815214508888886</c:v>
                      </c:pt>
                      <c:pt idx="170">
                        <c:v>33.246406908888886</c:v>
                      </c:pt>
                      <c:pt idx="171">
                        <c:v>22.460842553333332</c:v>
                      </c:pt>
                      <c:pt idx="172">
                        <c:v>18.404767204444443</c:v>
                      </c:pt>
                      <c:pt idx="173">
                        <c:v>24.761680153333334</c:v>
                      </c:pt>
                      <c:pt idx="174">
                        <c:v>46.397106735555553</c:v>
                      </c:pt>
                      <c:pt idx="175">
                        <c:v>68.38517080222222</c:v>
                      </c:pt>
                      <c:pt idx="176">
                        <c:v>86.71036410666666</c:v>
                      </c:pt>
                      <c:pt idx="177">
                        <c:v>99.715976126666661</c:v>
                      </c:pt>
                      <c:pt idx="178">
                        <c:v>101.67534278444444</c:v>
                      </c:pt>
                      <c:pt idx="179">
                        <c:v>108.93602290888889</c:v>
                      </c:pt>
                      <c:pt idx="180">
                        <c:v>115.63261157333334</c:v>
                      </c:pt>
                      <c:pt idx="181">
                        <c:v>129.03375106666667</c:v>
                      </c:pt>
                      <c:pt idx="182">
                        <c:v>129.66837450888889</c:v>
                      </c:pt>
                      <c:pt idx="183">
                        <c:v>121.91232623777778</c:v>
                      </c:pt>
                      <c:pt idx="184">
                        <c:v>115.90192706666667</c:v>
                      </c:pt>
                      <c:pt idx="185">
                        <c:v>119.90270440444445</c:v>
                      </c:pt>
                      <c:pt idx="186">
                        <c:v>122.40281499777778</c:v>
                      </c:pt>
                      <c:pt idx="187">
                        <c:v>142.07774133333334</c:v>
                      </c:pt>
                      <c:pt idx="188">
                        <c:v>161.15466595555554</c:v>
                      </c:pt>
                      <c:pt idx="189">
                        <c:v>173.77015887333334</c:v>
                      </c:pt>
                      <c:pt idx="190">
                        <c:v>166.39481735777778</c:v>
                      </c:pt>
                      <c:pt idx="191">
                        <c:v>137.23631097333333</c:v>
                      </c:pt>
                      <c:pt idx="192">
                        <c:v>99.603820928888894</c:v>
                      </c:pt>
                      <c:pt idx="193">
                        <c:v>64.09503679777778</c:v>
                      </c:pt>
                      <c:pt idx="194">
                        <c:v>39.841936564444445</c:v>
                      </c:pt>
                      <c:pt idx="195">
                        <c:v>27.036615722222223</c:v>
                      </c:pt>
                      <c:pt idx="196">
                        <c:v>20.676478835555557</c:v>
                      </c:pt>
                      <c:pt idx="197">
                        <c:v>23.629705971111111</c:v>
                      </c:pt>
                      <c:pt idx="198">
                        <c:v>39.546856579999996</c:v>
                      </c:pt>
                      <c:pt idx="199">
                        <c:v>58.866991679999998</c:v>
                      </c:pt>
                      <c:pt idx="200">
                        <c:v>81.469715997777783</c:v>
                      </c:pt>
                      <c:pt idx="201">
                        <c:v>95.584240117777782</c:v>
                      </c:pt>
                      <c:pt idx="202">
                        <c:v>106.87495792444444</c:v>
                      </c:pt>
                      <c:pt idx="203">
                        <c:v>118.27287091111111</c:v>
                      </c:pt>
                      <c:pt idx="204">
                        <c:v>116.25890292444444</c:v>
                      </c:pt>
                      <c:pt idx="205">
                        <c:v>128.47640140444443</c:v>
                      </c:pt>
                      <c:pt idx="206">
                        <c:v>148.64961403333334</c:v>
                      </c:pt>
                      <c:pt idx="207">
                        <c:v>136.67794086666666</c:v>
                      </c:pt>
                      <c:pt idx="208">
                        <c:v>128.76260921333332</c:v>
                      </c:pt>
                      <c:pt idx="209">
                        <c:v>131.65743162666666</c:v>
                      </c:pt>
                      <c:pt idx="210">
                        <c:v>129.82087868444444</c:v>
                      </c:pt>
                      <c:pt idx="211">
                        <c:v>145.95557926444445</c:v>
                      </c:pt>
                      <c:pt idx="212">
                        <c:v>164.90177012222222</c:v>
                      </c:pt>
                      <c:pt idx="213">
                        <c:v>176.41718506666666</c:v>
                      </c:pt>
                      <c:pt idx="214">
                        <c:v>169.19738826666668</c:v>
                      </c:pt>
                      <c:pt idx="215">
                        <c:v>138.65793893333333</c:v>
                      </c:pt>
                      <c:pt idx="216">
                        <c:v>98.583212313333334</c:v>
                      </c:pt>
                      <c:pt idx="217">
                        <c:v>62.651414279999997</c:v>
                      </c:pt>
                      <c:pt idx="218">
                        <c:v>38.590421655555552</c:v>
                      </c:pt>
                      <c:pt idx="219">
                        <c:v>24.866635613333333</c:v>
                      </c:pt>
                      <c:pt idx="220">
                        <c:v>19.138619026666667</c:v>
                      </c:pt>
                      <c:pt idx="221">
                        <c:v>23.378046188888888</c:v>
                      </c:pt>
                      <c:pt idx="222">
                        <c:v>40.704118862222224</c:v>
                      </c:pt>
                      <c:pt idx="223">
                        <c:v>60.608134808888892</c:v>
                      </c:pt>
                      <c:pt idx="224">
                        <c:v>80.382485088888885</c:v>
                      </c:pt>
                      <c:pt idx="225">
                        <c:v>90.571377095555562</c:v>
                      </c:pt>
                      <c:pt idx="226">
                        <c:v>97.900320280000003</c:v>
                      </c:pt>
                      <c:pt idx="227">
                        <c:v>107.91515910888889</c:v>
                      </c:pt>
                      <c:pt idx="228">
                        <c:v>110.95134513111111</c:v>
                      </c:pt>
                      <c:pt idx="229">
                        <c:v>129.14043417555555</c:v>
                      </c:pt>
                      <c:pt idx="230">
                        <c:v>133.01618256</c:v>
                      </c:pt>
                      <c:pt idx="231">
                        <c:v>123.60391645555555</c:v>
                      </c:pt>
                      <c:pt idx="232">
                        <c:v>118.05608940888889</c:v>
                      </c:pt>
                      <c:pt idx="233">
                        <c:v>122.31698297333334</c:v>
                      </c:pt>
                      <c:pt idx="234">
                        <c:v>124.00169392666666</c:v>
                      </c:pt>
                      <c:pt idx="235">
                        <c:v>139.94843508444444</c:v>
                      </c:pt>
                      <c:pt idx="236">
                        <c:v>161.45864718444443</c:v>
                      </c:pt>
                      <c:pt idx="237">
                        <c:v>173.83304537777778</c:v>
                      </c:pt>
                      <c:pt idx="238">
                        <c:v>159.86987578888889</c:v>
                      </c:pt>
                      <c:pt idx="239">
                        <c:v>125.13821310666667</c:v>
                      </c:pt>
                      <c:pt idx="240">
                        <c:v>85.023051651111118</c:v>
                      </c:pt>
                      <c:pt idx="241">
                        <c:v>52.066744728888892</c:v>
                      </c:pt>
                      <c:pt idx="242">
                        <c:v>31.826772219999999</c:v>
                      </c:pt>
                      <c:pt idx="243">
                        <c:v>21.755798948888888</c:v>
                      </c:pt>
                      <c:pt idx="244">
                        <c:v>17.82064745111111</c:v>
                      </c:pt>
                      <c:pt idx="245">
                        <c:v>22.881037671111113</c:v>
                      </c:pt>
                      <c:pt idx="246">
                        <c:v>42.475302820000003</c:v>
                      </c:pt>
                      <c:pt idx="247">
                        <c:v>61.402703435555559</c:v>
                      </c:pt>
                      <c:pt idx="248">
                        <c:v>76.637194071111111</c:v>
                      </c:pt>
                      <c:pt idx="249">
                        <c:v>82.45208834666667</c:v>
                      </c:pt>
                      <c:pt idx="250">
                        <c:v>88.648164777777779</c:v>
                      </c:pt>
                      <c:pt idx="251">
                        <c:v>98.394716520000003</c:v>
                      </c:pt>
                      <c:pt idx="252">
                        <c:v>104.54073410666666</c:v>
                      </c:pt>
                      <c:pt idx="253">
                        <c:v>117.87808518</c:v>
                      </c:pt>
                      <c:pt idx="254">
                        <c:v>120.29599353333333</c:v>
                      </c:pt>
                      <c:pt idx="255">
                        <c:v>113.39105134444445</c:v>
                      </c:pt>
                      <c:pt idx="256">
                        <c:v>114.40545517111111</c:v>
                      </c:pt>
                      <c:pt idx="257">
                        <c:v>119.82310643555556</c:v>
                      </c:pt>
                      <c:pt idx="258">
                        <c:v>120.394392</c:v>
                      </c:pt>
                      <c:pt idx="259">
                        <c:v>137.19779273555557</c:v>
                      </c:pt>
                      <c:pt idx="260">
                        <c:v>158.61487959555555</c:v>
                      </c:pt>
                      <c:pt idx="261">
                        <c:v>168.98421038666666</c:v>
                      </c:pt>
                      <c:pt idx="262">
                        <c:v>157.40820804888889</c:v>
                      </c:pt>
                      <c:pt idx="263">
                        <c:v>122.20619232222222</c:v>
                      </c:pt>
                      <c:pt idx="264">
                        <c:v>82.429908940000004</c:v>
                      </c:pt>
                      <c:pt idx="265">
                        <c:v>49.202732640000001</c:v>
                      </c:pt>
                      <c:pt idx="266">
                        <c:v>30.209903862222223</c:v>
                      </c:pt>
                      <c:pt idx="267">
                        <c:v>20.773510148888889</c:v>
                      </c:pt>
                      <c:pt idx="268">
                        <c:v>17.265513195555556</c:v>
                      </c:pt>
                      <c:pt idx="269">
                        <c:v>22.680477773333333</c:v>
                      </c:pt>
                      <c:pt idx="270">
                        <c:v>43.256309786666669</c:v>
                      </c:pt>
                      <c:pt idx="271">
                        <c:v>62.960036431111114</c:v>
                      </c:pt>
                      <c:pt idx="272">
                        <c:v>77.000562528888892</c:v>
                      </c:pt>
                      <c:pt idx="273">
                        <c:v>83.625285860000005</c:v>
                      </c:pt>
                      <c:pt idx="274">
                        <c:v>90.515287166666667</c:v>
                      </c:pt>
                      <c:pt idx="275">
                        <c:v>101.94207019111111</c:v>
                      </c:pt>
                      <c:pt idx="276">
                        <c:v>106.38206359555555</c:v>
                      </c:pt>
                      <c:pt idx="277">
                        <c:v>119.88947181111111</c:v>
                      </c:pt>
                      <c:pt idx="278">
                        <c:v>120.50533369333333</c:v>
                      </c:pt>
                      <c:pt idx="279">
                        <c:v>114.0890965</c:v>
                      </c:pt>
                      <c:pt idx="280">
                        <c:v>114.28067939555555</c:v>
                      </c:pt>
                      <c:pt idx="281">
                        <c:v>118.89683473111111</c:v>
                      </c:pt>
                      <c:pt idx="282">
                        <c:v>120.79499957777777</c:v>
                      </c:pt>
                      <c:pt idx="283">
                        <c:v>138.91767495555555</c:v>
                      </c:pt>
                      <c:pt idx="284">
                        <c:v>160.26984097555555</c:v>
                      </c:pt>
                      <c:pt idx="285">
                        <c:v>171.33310534222221</c:v>
                      </c:pt>
                      <c:pt idx="286">
                        <c:v>158.04176855777777</c:v>
                      </c:pt>
                      <c:pt idx="287">
                        <c:v>121.72040203555555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F1FB-4D39-A8F8-9D267B9F4903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12-10-2026'!$F$1</c15:sqref>
                        </c15:formulaRef>
                      </c:ext>
                    </c:extLst>
                    <c:strCache>
                      <c:ptCount val="1"/>
                      <c:pt idx="0">
                        <c:v>ANB-DGW2 GI Throughput 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12-10-2026'!$F$2:$F$289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12.057336591111111</c:v>
                      </c:pt>
                      <c:pt idx="1">
                        <c:v>7.5173506755555559</c:v>
                      </c:pt>
                      <c:pt idx="2">
                        <c:v>4.6762262466666664</c:v>
                      </c:pt>
                      <c:pt idx="3">
                        <c:v>3.2946010733333333</c:v>
                      </c:pt>
                      <c:pt idx="4">
                        <c:v>2.9766111044444443</c:v>
                      </c:pt>
                      <c:pt idx="5">
                        <c:v>4.5943309133333337</c:v>
                      </c:pt>
                      <c:pt idx="6">
                        <c:v>8.1675354133333329</c:v>
                      </c:pt>
                      <c:pt idx="7">
                        <c:v>11.34750412888889</c:v>
                      </c:pt>
                      <c:pt idx="8">
                        <c:v>12.51958784</c:v>
                      </c:pt>
                      <c:pt idx="9">
                        <c:v>12.295891415555555</c:v>
                      </c:pt>
                      <c:pt idx="10">
                        <c:v>12.532172015555556</c:v>
                      </c:pt>
                      <c:pt idx="11">
                        <c:v>13.683748593333334</c:v>
                      </c:pt>
                      <c:pt idx="12">
                        <c:v>15.298563802222223</c:v>
                      </c:pt>
                      <c:pt idx="13">
                        <c:v>16.973005279999999</c:v>
                      </c:pt>
                      <c:pt idx="14">
                        <c:v>17.245934946666665</c:v>
                      </c:pt>
                      <c:pt idx="15">
                        <c:v>16.508932962222222</c:v>
                      </c:pt>
                      <c:pt idx="16">
                        <c:v>14.592305311111112</c:v>
                      </c:pt>
                      <c:pt idx="17">
                        <c:v>14.353560426666666</c:v>
                      </c:pt>
                      <c:pt idx="18">
                        <c:v>14.931257624444445</c:v>
                      </c:pt>
                      <c:pt idx="19">
                        <c:v>17.17910331111111</c:v>
                      </c:pt>
                      <c:pt idx="20">
                        <c:v>18.679243724444444</c:v>
                      </c:pt>
                      <c:pt idx="21">
                        <c:v>20.567184055555554</c:v>
                      </c:pt>
                      <c:pt idx="22">
                        <c:v>20.827893128888888</c:v>
                      </c:pt>
                      <c:pt idx="23">
                        <c:v>17.986812095555557</c:v>
                      </c:pt>
                      <c:pt idx="24">
                        <c:v>13.344954537777777</c:v>
                      </c:pt>
                      <c:pt idx="25">
                        <c:v>8.6266715577777777</c:v>
                      </c:pt>
                      <c:pt idx="26">
                        <c:v>5.2391419466666669</c:v>
                      </c:pt>
                      <c:pt idx="27">
                        <c:v>3.5688098311111109</c:v>
                      </c:pt>
                      <c:pt idx="28">
                        <c:v>2.8987835866666667</c:v>
                      </c:pt>
                      <c:pt idx="29">
                        <c:v>4.1595728266666665</c:v>
                      </c:pt>
                      <c:pt idx="30">
                        <c:v>7.0746389177777775</c:v>
                      </c:pt>
                      <c:pt idx="31">
                        <c:v>10.480792577777779</c:v>
                      </c:pt>
                      <c:pt idx="32">
                        <c:v>13.291584011111111</c:v>
                      </c:pt>
                      <c:pt idx="33">
                        <c:v>14.140552651111111</c:v>
                      </c:pt>
                      <c:pt idx="34">
                        <c:v>14.561065791111112</c:v>
                      </c:pt>
                      <c:pt idx="35">
                        <c:v>15.793979084444445</c:v>
                      </c:pt>
                      <c:pt idx="36">
                        <c:v>16.274708028888888</c:v>
                      </c:pt>
                      <c:pt idx="37">
                        <c:v>17.705389537777776</c:v>
                      </c:pt>
                      <c:pt idx="38">
                        <c:v>19.593904926666667</c:v>
                      </c:pt>
                      <c:pt idx="39">
                        <c:v>18.032499146666666</c:v>
                      </c:pt>
                      <c:pt idx="40">
                        <c:v>15.762734602222222</c:v>
                      </c:pt>
                      <c:pt idx="41">
                        <c:v>15.22323189111111</c:v>
                      </c:pt>
                      <c:pt idx="42">
                        <c:v>15.406368935555555</c:v>
                      </c:pt>
                      <c:pt idx="43">
                        <c:v>17.469160173333332</c:v>
                      </c:pt>
                      <c:pt idx="44">
                        <c:v>19.092332111111112</c:v>
                      </c:pt>
                      <c:pt idx="45">
                        <c:v>21.089859906666668</c:v>
                      </c:pt>
                      <c:pt idx="46">
                        <c:v>21.266322502222224</c:v>
                      </c:pt>
                      <c:pt idx="47">
                        <c:v>18.561553328888888</c:v>
                      </c:pt>
                      <c:pt idx="48">
                        <c:v>13.72614602</c:v>
                      </c:pt>
                      <c:pt idx="49">
                        <c:v>9.0003223288888883</c:v>
                      </c:pt>
                      <c:pt idx="50">
                        <c:v>5.4316892088888888</c:v>
                      </c:pt>
                      <c:pt idx="51">
                        <c:v>3.6215406266666665</c:v>
                      </c:pt>
                      <c:pt idx="52">
                        <c:v>3.0883639999999999</c:v>
                      </c:pt>
                      <c:pt idx="53">
                        <c:v>4.4585457355555551</c:v>
                      </c:pt>
                      <c:pt idx="54">
                        <c:v>7.5659604844444441</c:v>
                      </c:pt>
                      <c:pt idx="55">
                        <c:v>10.905415928888889</c:v>
                      </c:pt>
                      <c:pt idx="56">
                        <c:v>13.180986497777777</c:v>
                      </c:pt>
                      <c:pt idx="57">
                        <c:v>13.605266822222223</c:v>
                      </c:pt>
                      <c:pt idx="58">
                        <c:v>13.583044848888889</c:v>
                      </c:pt>
                      <c:pt idx="59">
                        <c:v>14.550888664444445</c:v>
                      </c:pt>
                      <c:pt idx="60">
                        <c:v>15.743724915555555</c:v>
                      </c:pt>
                      <c:pt idx="61">
                        <c:v>17.712021266666667</c:v>
                      </c:pt>
                      <c:pt idx="62">
                        <c:v>18.20640452</c:v>
                      </c:pt>
                      <c:pt idx="63">
                        <c:v>17.0759258</c:v>
                      </c:pt>
                      <c:pt idx="64">
                        <c:v>15.055799371111112</c:v>
                      </c:pt>
                      <c:pt idx="65">
                        <c:v>14.715611579999999</c:v>
                      </c:pt>
                      <c:pt idx="66">
                        <c:v>15.166307440000001</c:v>
                      </c:pt>
                      <c:pt idx="67">
                        <c:v>17.024218902222223</c:v>
                      </c:pt>
                      <c:pt idx="68">
                        <c:v>18.711277848888887</c:v>
                      </c:pt>
                      <c:pt idx="69">
                        <c:v>20.673024026666667</c:v>
                      </c:pt>
                      <c:pt idx="70">
                        <c:v>20.44220582222222</c:v>
                      </c:pt>
                      <c:pt idx="71">
                        <c:v>16.861125179999998</c:v>
                      </c:pt>
                      <c:pt idx="72">
                        <c:v>11.902689093333333</c:v>
                      </c:pt>
                      <c:pt idx="73">
                        <c:v>7.2973622466666663</c:v>
                      </c:pt>
                      <c:pt idx="74">
                        <c:v>4.5661585422222224</c:v>
                      </c:pt>
                      <c:pt idx="75">
                        <c:v>3.2010681600000002</c:v>
                      </c:pt>
                      <c:pt idx="76">
                        <c:v>2.9030084933333336</c:v>
                      </c:pt>
                      <c:pt idx="77">
                        <c:v>4.502488048888889</c:v>
                      </c:pt>
                      <c:pt idx="78">
                        <c:v>8.0422684400000009</c:v>
                      </c:pt>
                      <c:pt idx="79">
                        <c:v>10.726456673333333</c:v>
                      </c:pt>
                      <c:pt idx="80">
                        <c:v>12.105022262222223</c:v>
                      </c:pt>
                      <c:pt idx="81">
                        <c:v>11.906200724444444</c:v>
                      </c:pt>
                      <c:pt idx="82">
                        <c:v>11.924934231111111</c:v>
                      </c:pt>
                      <c:pt idx="83">
                        <c:v>13.042365124444444</c:v>
                      </c:pt>
                      <c:pt idx="84">
                        <c:v>14.303269982222222</c:v>
                      </c:pt>
                      <c:pt idx="85">
                        <c:v>15.753335735555556</c:v>
                      </c:pt>
                      <c:pt idx="86">
                        <c:v>16.313231453333334</c:v>
                      </c:pt>
                      <c:pt idx="87">
                        <c:v>15.420006893333333</c:v>
                      </c:pt>
                      <c:pt idx="88">
                        <c:v>14.198765151111111</c:v>
                      </c:pt>
                      <c:pt idx="89">
                        <c:v>14.073650717777777</c:v>
                      </c:pt>
                      <c:pt idx="90">
                        <c:v>14.528042328888889</c:v>
                      </c:pt>
                      <c:pt idx="91">
                        <c:v>16.691517855555556</c:v>
                      </c:pt>
                      <c:pt idx="92">
                        <c:v>18.493332813333332</c:v>
                      </c:pt>
                      <c:pt idx="93">
                        <c:v>20.489935991111111</c:v>
                      </c:pt>
                      <c:pt idx="94">
                        <c:v>19.98290285111111</c:v>
                      </c:pt>
                      <c:pt idx="95">
                        <c:v>16.197178853333334</c:v>
                      </c:pt>
                      <c:pt idx="96">
                        <c:v>10.915546033333333</c:v>
                      </c:pt>
                      <c:pt idx="97">
                        <c:v>6.7446607244444445</c:v>
                      </c:pt>
                      <c:pt idx="98">
                        <c:v>4.2541416222222219</c:v>
                      </c:pt>
                      <c:pt idx="99">
                        <c:v>3.0287317933333333</c:v>
                      </c:pt>
                      <c:pt idx="100">
                        <c:v>2.8307529044444446</c:v>
                      </c:pt>
                      <c:pt idx="101">
                        <c:v>4.4176671933333331</c:v>
                      </c:pt>
                      <c:pt idx="102">
                        <c:v>8.0886020577777771</c:v>
                      </c:pt>
                      <c:pt idx="103">
                        <c:v>10.957256675555556</c:v>
                      </c:pt>
                      <c:pt idx="104">
                        <c:v>12.118209791111111</c:v>
                      </c:pt>
                      <c:pt idx="105">
                        <c:v>11.734505520000001</c:v>
                      </c:pt>
                      <c:pt idx="106">
                        <c:v>11.986069822222222</c:v>
                      </c:pt>
                      <c:pt idx="107">
                        <c:v>13.205936113333333</c:v>
                      </c:pt>
                      <c:pt idx="108">
                        <c:v>14.607948397777777</c:v>
                      </c:pt>
                      <c:pt idx="109">
                        <c:v>16.1585657</c:v>
                      </c:pt>
                      <c:pt idx="110">
                        <c:v>16.358362102222223</c:v>
                      </c:pt>
                      <c:pt idx="111">
                        <c:v>15.458483131111111</c:v>
                      </c:pt>
                      <c:pt idx="112">
                        <c:v>14.25745152888889</c:v>
                      </c:pt>
                      <c:pt idx="113">
                        <c:v>13.983295206666666</c:v>
                      </c:pt>
                      <c:pt idx="114">
                        <c:v>14.482708475555556</c:v>
                      </c:pt>
                      <c:pt idx="115">
                        <c:v>16.539113991111112</c:v>
                      </c:pt>
                      <c:pt idx="116">
                        <c:v>18.2907221</c:v>
                      </c:pt>
                      <c:pt idx="117">
                        <c:v>20.43938202</c:v>
                      </c:pt>
                      <c:pt idx="118">
                        <c:v>20.087207062222223</c:v>
                      </c:pt>
                      <c:pt idx="119">
                        <c:v>16.39335383111111</c:v>
                      </c:pt>
                      <c:pt idx="120">
                        <c:v>11.195288737777778</c:v>
                      </c:pt>
                      <c:pt idx="121">
                        <c:v>6.9532298533333332</c:v>
                      </c:pt>
                      <c:pt idx="122">
                        <c:v>4.3931705622222221</c:v>
                      </c:pt>
                      <c:pt idx="123">
                        <c:v>3.0805179755555554</c:v>
                      </c:pt>
                      <c:pt idx="124">
                        <c:v>2.8228722555555557</c:v>
                      </c:pt>
                      <c:pt idx="125">
                        <c:v>4.3138358888888888</c:v>
                      </c:pt>
                      <c:pt idx="126">
                        <c:v>8.0740569511111104</c:v>
                      </c:pt>
                      <c:pt idx="127">
                        <c:v>10.997687588888889</c:v>
                      </c:pt>
                      <c:pt idx="128">
                        <c:v>12.189952728888889</c:v>
                      </c:pt>
                      <c:pt idx="129">
                        <c:v>11.90200193111111</c:v>
                      </c:pt>
                      <c:pt idx="130">
                        <c:v>12.201735551111112</c:v>
                      </c:pt>
                      <c:pt idx="131">
                        <c:v>13.273727211111112</c:v>
                      </c:pt>
                      <c:pt idx="132">
                        <c:v>14.947813751111111</c:v>
                      </c:pt>
                      <c:pt idx="133">
                        <c:v>17.347255415555555</c:v>
                      </c:pt>
                      <c:pt idx="134">
                        <c:v>17.649805097777779</c:v>
                      </c:pt>
                      <c:pt idx="135">
                        <c:v>16.542154904444445</c:v>
                      </c:pt>
                      <c:pt idx="136">
                        <c:v>14.57209364</c:v>
                      </c:pt>
                      <c:pt idx="137">
                        <c:v>14.198035997777778</c:v>
                      </c:pt>
                      <c:pt idx="138">
                        <c:v>15.193041751111112</c:v>
                      </c:pt>
                      <c:pt idx="139">
                        <c:v>17.287036133333334</c:v>
                      </c:pt>
                      <c:pt idx="140">
                        <c:v>18.690699295555557</c:v>
                      </c:pt>
                      <c:pt idx="141">
                        <c:v>20.614907817777777</c:v>
                      </c:pt>
                      <c:pt idx="142">
                        <c:v>20.186955026666666</c:v>
                      </c:pt>
                      <c:pt idx="143">
                        <c:v>16.317234573333334</c:v>
                      </c:pt>
                      <c:pt idx="144">
                        <c:v>11.158706646666667</c:v>
                      </c:pt>
                      <c:pt idx="145">
                        <c:v>7.0368236800000004</c:v>
                      </c:pt>
                      <c:pt idx="146">
                        <c:v>4.4165051755555558</c:v>
                      </c:pt>
                      <c:pt idx="147">
                        <c:v>3.0856353355555557</c:v>
                      </c:pt>
                      <c:pt idx="148">
                        <c:v>2.8536404088888889</c:v>
                      </c:pt>
                      <c:pt idx="149">
                        <c:v>4.433601531111111</c:v>
                      </c:pt>
                      <c:pt idx="150">
                        <c:v>8.4079848355555562</c:v>
                      </c:pt>
                      <c:pt idx="151">
                        <c:v>11.273219775555555</c:v>
                      </c:pt>
                      <c:pt idx="152">
                        <c:v>12.446940064444444</c:v>
                      </c:pt>
                      <c:pt idx="153">
                        <c:v>11.971599244444445</c:v>
                      </c:pt>
                      <c:pt idx="154">
                        <c:v>12.010754373333333</c:v>
                      </c:pt>
                      <c:pt idx="155">
                        <c:v>13.139852704444445</c:v>
                      </c:pt>
                      <c:pt idx="156">
                        <c:v>14.546392586666666</c:v>
                      </c:pt>
                      <c:pt idx="157">
                        <c:v>15.991154655555556</c:v>
                      </c:pt>
                      <c:pt idx="158">
                        <c:v>16.358778193333332</c:v>
                      </c:pt>
                      <c:pt idx="159">
                        <c:v>15.541668351111111</c:v>
                      </c:pt>
                      <c:pt idx="160">
                        <c:v>14.613726866666667</c:v>
                      </c:pt>
                      <c:pt idx="161">
                        <c:v>14.22515742</c:v>
                      </c:pt>
                      <c:pt idx="162">
                        <c:v>14.686629155555556</c:v>
                      </c:pt>
                      <c:pt idx="163">
                        <c:v>16.748040555555555</c:v>
                      </c:pt>
                      <c:pt idx="164">
                        <c:v>18.501773231111112</c:v>
                      </c:pt>
                      <c:pt idx="165">
                        <c:v>20.436054488888889</c:v>
                      </c:pt>
                      <c:pt idx="166">
                        <c:v>20.013088477777778</c:v>
                      </c:pt>
                      <c:pt idx="167">
                        <c:v>16.274171184444445</c:v>
                      </c:pt>
                      <c:pt idx="168">
                        <c:v>11.066634255555556</c:v>
                      </c:pt>
                      <c:pt idx="169">
                        <c:v>6.8641084177777776</c:v>
                      </c:pt>
                      <c:pt idx="170">
                        <c:v>4.3871566644444444</c:v>
                      </c:pt>
                      <c:pt idx="171">
                        <c:v>3.0775622111111112</c:v>
                      </c:pt>
                      <c:pt idx="172">
                        <c:v>2.8510540666666668</c:v>
                      </c:pt>
                      <c:pt idx="173">
                        <c:v>4.4656963577777775</c:v>
                      </c:pt>
                      <c:pt idx="174">
                        <c:v>8.3404160933333333</c:v>
                      </c:pt>
                      <c:pt idx="175">
                        <c:v>11.470432175555555</c:v>
                      </c:pt>
                      <c:pt idx="176">
                        <c:v>12.897207311111112</c:v>
                      </c:pt>
                      <c:pt idx="177">
                        <c:v>12.903998591111112</c:v>
                      </c:pt>
                      <c:pt idx="178">
                        <c:v>12.267244553333333</c:v>
                      </c:pt>
                      <c:pt idx="179">
                        <c:v>13.197344982222223</c:v>
                      </c:pt>
                      <c:pt idx="180">
                        <c:v>14.732919868888889</c:v>
                      </c:pt>
                      <c:pt idx="181">
                        <c:v>16.375800479999999</c:v>
                      </c:pt>
                      <c:pt idx="182">
                        <c:v>16.78366753111111</c:v>
                      </c:pt>
                      <c:pt idx="183">
                        <c:v>15.864675457777778</c:v>
                      </c:pt>
                      <c:pt idx="184">
                        <c:v>14.379521857777778</c:v>
                      </c:pt>
                      <c:pt idx="185">
                        <c:v>14.058193093333333</c:v>
                      </c:pt>
                      <c:pt idx="186">
                        <c:v>15.047616686666666</c:v>
                      </c:pt>
                      <c:pt idx="187">
                        <c:v>17.12704229111111</c:v>
                      </c:pt>
                      <c:pt idx="188">
                        <c:v>18.612927817777777</c:v>
                      </c:pt>
                      <c:pt idx="189">
                        <c:v>20.363680788888889</c:v>
                      </c:pt>
                      <c:pt idx="190">
                        <c:v>20.216074775555555</c:v>
                      </c:pt>
                      <c:pt idx="191">
                        <c:v>17.220405008888889</c:v>
                      </c:pt>
                      <c:pt idx="192">
                        <c:v>12.496836713333334</c:v>
                      </c:pt>
                      <c:pt idx="193">
                        <c:v>7.9852125933333333</c:v>
                      </c:pt>
                      <c:pt idx="194">
                        <c:v>5.0712115511111113</c:v>
                      </c:pt>
                      <c:pt idx="195">
                        <c:v>3.8459852488888888</c:v>
                      </c:pt>
                      <c:pt idx="196">
                        <c:v>3.2157489622222224</c:v>
                      </c:pt>
                      <c:pt idx="197">
                        <c:v>4.3554467622222219</c:v>
                      </c:pt>
                      <c:pt idx="198">
                        <c:v>7.2749310088888892</c:v>
                      </c:pt>
                      <c:pt idx="199">
                        <c:v>10.66806564</c:v>
                      </c:pt>
                      <c:pt idx="200">
                        <c:v>13.716144286666667</c:v>
                      </c:pt>
                      <c:pt idx="201">
                        <c:v>14.191533651111111</c:v>
                      </c:pt>
                      <c:pt idx="202">
                        <c:v>14.38124678</c:v>
                      </c:pt>
                      <c:pt idx="203">
                        <c:v>15.385771653333334</c:v>
                      </c:pt>
                      <c:pt idx="204">
                        <c:v>15.797286333333334</c:v>
                      </c:pt>
                      <c:pt idx="205">
                        <c:v>17.073623479999998</c:v>
                      </c:pt>
                      <c:pt idx="206">
                        <c:v>18.81726656</c:v>
                      </c:pt>
                      <c:pt idx="207">
                        <c:v>17.537403977777778</c:v>
                      </c:pt>
                      <c:pt idx="208">
                        <c:v>15.827700977777777</c:v>
                      </c:pt>
                      <c:pt idx="209">
                        <c:v>15.357140917777778</c:v>
                      </c:pt>
                      <c:pt idx="210">
                        <c:v>15.85203572888889</c:v>
                      </c:pt>
                      <c:pt idx="211">
                        <c:v>17.411034295555556</c:v>
                      </c:pt>
                      <c:pt idx="212">
                        <c:v>19.206883148888888</c:v>
                      </c:pt>
                      <c:pt idx="213">
                        <c:v>20.82243768</c:v>
                      </c:pt>
                      <c:pt idx="214">
                        <c:v>20.512010724444444</c:v>
                      </c:pt>
                      <c:pt idx="215">
                        <c:v>17.272610402222224</c:v>
                      </c:pt>
                      <c:pt idx="216">
                        <c:v>12.502773357777778</c:v>
                      </c:pt>
                      <c:pt idx="217">
                        <c:v>7.7461104866666668</c:v>
                      </c:pt>
                      <c:pt idx="218">
                        <c:v>4.923062984444444</c:v>
                      </c:pt>
                      <c:pt idx="219">
                        <c:v>3.4806704755555558</c:v>
                      </c:pt>
                      <c:pt idx="220">
                        <c:v>2.9863160199999998</c:v>
                      </c:pt>
                      <c:pt idx="221">
                        <c:v>4.256551611111111</c:v>
                      </c:pt>
                      <c:pt idx="222">
                        <c:v>7.4932540266666665</c:v>
                      </c:pt>
                      <c:pt idx="223">
                        <c:v>10.789724131111111</c:v>
                      </c:pt>
                      <c:pt idx="224">
                        <c:v>12.987278979999999</c:v>
                      </c:pt>
                      <c:pt idx="225">
                        <c:v>13.161976224444444</c:v>
                      </c:pt>
                      <c:pt idx="226">
                        <c:v>12.916215093333333</c:v>
                      </c:pt>
                      <c:pt idx="227">
                        <c:v>13.786619711111111</c:v>
                      </c:pt>
                      <c:pt idx="228">
                        <c:v>14.716786473333332</c:v>
                      </c:pt>
                      <c:pt idx="229">
                        <c:v>16.703261399999999</c:v>
                      </c:pt>
                      <c:pt idx="230">
                        <c:v>17.237542362222221</c:v>
                      </c:pt>
                      <c:pt idx="231">
                        <c:v>16.243677197777778</c:v>
                      </c:pt>
                      <c:pt idx="232">
                        <c:v>14.523540497777777</c:v>
                      </c:pt>
                      <c:pt idx="233">
                        <c:v>14.334957077777778</c:v>
                      </c:pt>
                      <c:pt idx="234">
                        <c:v>15.118104300000001</c:v>
                      </c:pt>
                      <c:pt idx="235">
                        <c:v>16.91709548888889</c:v>
                      </c:pt>
                      <c:pt idx="236">
                        <c:v>18.745601137777779</c:v>
                      </c:pt>
                      <c:pt idx="237">
                        <c:v>20.361225975555556</c:v>
                      </c:pt>
                      <c:pt idx="238">
                        <c:v>19.67064728888889</c:v>
                      </c:pt>
                      <c:pt idx="239">
                        <c:v>15.73544916</c:v>
                      </c:pt>
                      <c:pt idx="240">
                        <c:v>10.723817779999999</c:v>
                      </c:pt>
                      <c:pt idx="241">
                        <c:v>6.6058292711111113</c:v>
                      </c:pt>
                      <c:pt idx="242">
                        <c:v>4.2728182911111112</c:v>
                      </c:pt>
                      <c:pt idx="243">
                        <c:v>3.0981788577777776</c:v>
                      </c:pt>
                      <c:pt idx="244">
                        <c:v>2.8985695488888887</c:v>
                      </c:pt>
                      <c:pt idx="245">
                        <c:v>4.1386498666666665</c:v>
                      </c:pt>
                      <c:pt idx="246">
                        <c:v>7.7386033244444441</c:v>
                      </c:pt>
                      <c:pt idx="247">
                        <c:v>10.547096455555556</c:v>
                      </c:pt>
                      <c:pt idx="248">
                        <c:v>11.937924246666666</c:v>
                      </c:pt>
                      <c:pt idx="249">
                        <c:v>11.344395433333334</c:v>
                      </c:pt>
                      <c:pt idx="250">
                        <c:v>11.317411664444444</c:v>
                      </c:pt>
                      <c:pt idx="251">
                        <c:v>12.245211371111111</c:v>
                      </c:pt>
                      <c:pt idx="252">
                        <c:v>13.59699528</c:v>
                      </c:pt>
                      <c:pt idx="253">
                        <c:v>15.110151986666667</c:v>
                      </c:pt>
                      <c:pt idx="254">
                        <c:v>15.592157717777777</c:v>
                      </c:pt>
                      <c:pt idx="255">
                        <c:v>14.7184005</c:v>
                      </c:pt>
                      <c:pt idx="256">
                        <c:v>13.928962702222222</c:v>
                      </c:pt>
                      <c:pt idx="257">
                        <c:v>13.720688615555556</c:v>
                      </c:pt>
                      <c:pt idx="258">
                        <c:v>14.574161866666667</c:v>
                      </c:pt>
                      <c:pt idx="259">
                        <c:v>16.461144851111111</c:v>
                      </c:pt>
                      <c:pt idx="260">
                        <c:v>18.246837893333332</c:v>
                      </c:pt>
                      <c:pt idx="261">
                        <c:v>19.897597131111112</c:v>
                      </c:pt>
                      <c:pt idx="262">
                        <c:v>19.178060944444443</c:v>
                      </c:pt>
                      <c:pt idx="263">
                        <c:v>15.025179784444445</c:v>
                      </c:pt>
                      <c:pt idx="264">
                        <c:v>10.199856164444444</c:v>
                      </c:pt>
                      <c:pt idx="265">
                        <c:v>6.2973304066666671</c:v>
                      </c:pt>
                      <c:pt idx="266">
                        <c:v>4.0459526266666668</c:v>
                      </c:pt>
                      <c:pt idx="267">
                        <c:v>2.9913165199999998</c:v>
                      </c:pt>
                      <c:pt idx="268">
                        <c:v>2.7625597088888889</c:v>
                      </c:pt>
                      <c:pt idx="269">
                        <c:v>4.1262678888888891</c:v>
                      </c:pt>
                      <c:pt idx="270">
                        <c:v>7.7751072488888893</c:v>
                      </c:pt>
                      <c:pt idx="271">
                        <c:v>10.696725453333332</c:v>
                      </c:pt>
                      <c:pt idx="272">
                        <c:v>11.818514924444445</c:v>
                      </c:pt>
                      <c:pt idx="273">
                        <c:v>11.474361764444444</c:v>
                      </c:pt>
                      <c:pt idx="274">
                        <c:v>11.639018213333333</c:v>
                      </c:pt>
                      <c:pt idx="275">
                        <c:v>12.625927162222222</c:v>
                      </c:pt>
                      <c:pt idx="276">
                        <c:v>13.96075131111111</c:v>
                      </c:pt>
                      <c:pt idx="277">
                        <c:v>15.311036726666666</c:v>
                      </c:pt>
                      <c:pt idx="278">
                        <c:v>15.700854753333333</c:v>
                      </c:pt>
                      <c:pt idx="279">
                        <c:v>14.74885508</c:v>
                      </c:pt>
                      <c:pt idx="280">
                        <c:v>13.893279137777778</c:v>
                      </c:pt>
                      <c:pt idx="281">
                        <c:v>13.860716175555556</c:v>
                      </c:pt>
                      <c:pt idx="282">
                        <c:v>14.730460064444445</c:v>
                      </c:pt>
                      <c:pt idx="283">
                        <c:v>16.7892817</c:v>
                      </c:pt>
                      <c:pt idx="284">
                        <c:v>18.676038646666665</c:v>
                      </c:pt>
                      <c:pt idx="285">
                        <c:v>20.410574377777777</c:v>
                      </c:pt>
                      <c:pt idx="286">
                        <c:v>19.45727578</c:v>
                      </c:pt>
                      <c:pt idx="287">
                        <c:v>15.390317908888889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F1FB-4D39-A8F8-9D267B9F4903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12-10-2026'!$G$1</c15:sqref>
                        </c15:formulaRef>
                      </c:ext>
                    </c:extLst>
                    <c:strCache>
                      <c:ptCount val="1"/>
                      <c:pt idx="0">
                        <c:v>ANB-DGW2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12-10-2026'!$G$2:$G$289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105.58090943777778</c:v>
                      </c:pt>
                      <c:pt idx="1">
                        <c:v>67.248197548888882</c:v>
                      </c:pt>
                      <c:pt idx="2">
                        <c:v>40.98077913777778</c:v>
                      </c:pt>
                      <c:pt idx="3">
                        <c:v>27.080114126666668</c:v>
                      </c:pt>
                      <c:pt idx="4">
                        <c:v>22.184440800000001</c:v>
                      </c:pt>
                      <c:pt idx="5">
                        <c:v>29.786897704444446</c:v>
                      </c:pt>
                      <c:pt idx="6">
                        <c:v>52.919347304444443</c:v>
                      </c:pt>
                      <c:pt idx="7">
                        <c:v>77.095925251111112</c:v>
                      </c:pt>
                      <c:pt idx="8">
                        <c:v>93.161875504444438</c:v>
                      </c:pt>
                      <c:pt idx="9">
                        <c:v>99.993217955555551</c:v>
                      </c:pt>
                      <c:pt idx="10">
                        <c:v>109.08879420888888</c:v>
                      </c:pt>
                      <c:pt idx="11">
                        <c:v>121.37193319333333</c:v>
                      </c:pt>
                      <c:pt idx="12">
                        <c:v>130.07842372222223</c:v>
                      </c:pt>
                      <c:pt idx="13">
                        <c:v>146.47054741555556</c:v>
                      </c:pt>
                      <c:pt idx="14">
                        <c:v>148.77388075777779</c:v>
                      </c:pt>
                      <c:pt idx="15">
                        <c:v>141.85691118888889</c:v>
                      </c:pt>
                      <c:pt idx="16">
                        <c:v>131.19636456444445</c:v>
                      </c:pt>
                      <c:pt idx="17">
                        <c:v>136.0981212088889</c:v>
                      </c:pt>
                      <c:pt idx="18">
                        <c:v>137.23407976444443</c:v>
                      </c:pt>
                      <c:pt idx="19">
                        <c:v>159.75381586</c:v>
                      </c:pt>
                      <c:pt idx="20">
                        <c:v>178.66071339555555</c:v>
                      </c:pt>
                      <c:pt idx="21">
                        <c:v>195.63097799111111</c:v>
                      </c:pt>
                      <c:pt idx="22">
                        <c:v>190.27796056666668</c:v>
                      </c:pt>
                      <c:pt idx="23">
                        <c:v>160.72370259555555</c:v>
                      </c:pt>
                      <c:pt idx="24">
                        <c:v>118.00979208222222</c:v>
                      </c:pt>
                      <c:pt idx="25">
                        <c:v>78.087937017777776</c:v>
                      </c:pt>
                      <c:pt idx="26">
                        <c:v>47.839706184444445</c:v>
                      </c:pt>
                      <c:pt idx="27">
                        <c:v>30.906716693333333</c:v>
                      </c:pt>
                      <c:pt idx="28">
                        <c:v>23.352764562222223</c:v>
                      </c:pt>
                      <c:pt idx="29">
                        <c:v>28.909553840000001</c:v>
                      </c:pt>
                      <c:pt idx="30">
                        <c:v>46.405444286666665</c:v>
                      </c:pt>
                      <c:pt idx="31">
                        <c:v>68.841684502222222</c:v>
                      </c:pt>
                      <c:pt idx="32">
                        <c:v>93.532642711111109</c:v>
                      </c:pt>
                      <c:pt idx="33">
                        <c:v>109.09720466888889</c:v>
                      </c:pt>
                      <c:pt idx="34">
                        <c:v>121.59983160222222</c:v>
                      </c:pt>
                      <c:pt idx="35">
                        <c:v>135.2634800688889</c:v>
                      </c:pt>
                      <c:pt idx="36">
                        <c:v>135.42973883777779</c:v>
                      </c:pt>
                      <c:pt idx="37">
                        <c:v>148.29592402888889</c:v>
                      </c:pt>
                      <c:pt idx="38">
                        <c:v>170.90655512000001</c:v>
                      </c:pt>
                      <c:pt idx="39">
                        <c:v>156.15715044000001</c:v>
                      </c:pt>
                      <c:pt idx="40">
                        <c:v>140.04496766666668</c:v>
                      </c:pt>
                      <c:pt idx="41">
                        <c:v>142.07118904444445</c:v>
                      </c:pt>
                      <c:pt idx="42">
                        <c:v>139.86005582666667</c:v>
                      </c:pt>
                      <c:pt idx="43">
                        <c:v>161.58839009333335</c:v>
                      </c:pt>
                      <c:pt idx="44">
                        <c:v>182.80811901333334</c:v>
                      </c:pt>
                      <c:pt idx="45">
                        <c:v>202.38952961555555</c:v>
                      </c:pt>
                      <c:pt idx="46">
                        <c:v>195.91853707555555</c:v>
                      </c:pt>
                      <c:pt idx="47">
                        <c:v>165.78783181777777</c:v>
                      </c:pt>
                      <c:pt idx="48">
                        <c:v>122.15594473333333</c:v>
                      </c:pt>
                      <c:pt idx="49">
                        <c:v>80.172177775555554</c:v>
                      </c:pt>
                      <c:pt idx="50">
                        <c:v>48.071256339999998</c:v>
                      </c:pt>
                      <c:pt idx="51">
                        <c:v>30.724548095555555</c:v>
                      </c:pt>
                      <c:pt idx="52">
                        <c:v>23.387857879999999</c:v>
                      </c:pt>
                      <c:pt idx="53">
                        <c:v>29.109516697777778</c:v>
                      </c:pt>
                      <c:pt idx="54">
                        <c:v>48.437228408888892</c:v>
                      </c:pt>
                      <c:pt idx="55">
                        <c:v>72.239349466666667</c:v>
                      </c:pt>
                      <c:pt idx="56">
                        <c:v>94.400517288888892</c:v>
                      </c:pt>
                      <c:pt idx="57">
                        <c:v>107.01394634666667</c:v>
                      </c:pt>
                      <c:pt idx="58">
                        <c:v>115.61906253555556</c:v>
                      </c:pt>
                      <c:pt idx="59">
                        <c:v>127.93055013777777</c:v>
                      </c:pt>
                      <c:pt idx="60">
                        <c:v>133.12073509555555</c:v>
                      </c:pt>
                      <c:pt idx="61">
                        <c:v>154.02496375777778</c:v>
                      </c:pt>
                      <c:pt idx="62">
                        <c:v>157.89955027111111</c:v>
                      </c:pt>
                      <c:pt idx="63">
                        <c:v>147.32876980666666</c:v>
                      </c:pt>
                      <c:pt idx="64">
                        <c:v>135.27168072444445</c:v>
                      </c:pt>
                      <c:pt idx="65">
                        <c:v>139.77780413777776</c:v>
                      </c:pt>
                      <c:pt idx="66">
                        <c:v>138.22752150888888</c:v>
                      </c:pt>
                      <c:pt idx="67">
                        <c:v>157.8377865911111</c:v>
                      </c:pt>
                      <c:pt idx="68">
                        <c:v>178.56214639777778</c:v>
                      </c:pt>
                      <c:pt idx="69">
                        <c:v>195.73750341333334</c:v>
                      </c:pt>
                      <c:pt idx="70">
                        <c:v>186.08199490444446</c:v>
                      </c:pt>
                      <c:pt idx="71">
                        <c:v>150.43050046888888</c:v>
                      </c:pt>
                      <c:pt idx="72">
                        <c:v>104.42689414666667</c:v>
                      </c:pt>
                      <c:pt idx="73">
                        <c:v>64.637359777777775</c:v>
                      </c:pt>
                      <c:pt idx="74">
                        <c:v>39.260620904444444</c:v>
                      </c:pt>
                      <c:pt idx="75">
                        <c:v>26.208557497777779</c:v>
                      </c:pt>
                      <c:pt idx="76">
                        <c:v>21.446714522222223</c:v>
                      </c:pt>
                      <c:pt idx="77">
                        <c:v>28.591739444444446</c:v>
                      </c:pt>
                      <c:pt idx="78">
                        <c:v>51.145827231111113</c:v>
                      </c:pt>
                      <c:pt idx="79">
                        <c:v>72.897363566666669</c:v>
                      </c:pt>
                      <c:pt idx="80">
                        <c:v>89.614850168888893</c:v>
                      </c:pt>
                      <c:pt idx="81">
                        <c:v>96.963568768888891</c:v>
                      </c:pt>
                      <c:pt idx="82">
                        <c:v>105.17442342444444</c:v>
                      </c:pt>
                      <c:pt idx="83">
                        <c:v>117.39331326888889</c:v>
                      </c:pt>
                      <c:pt idx="84">
                        <c:v>123.76897080222223</c:v>
                      </c:pt>
                      <c:pt idx="85">
                        <c:v>138.99033540888888</c:v>
                      </c:pt>
                      <c:pt idx="86">
                        <c:v>142.31893630222223</c:v>
                      </c:pt>
                      <c:pt idx="87">
                        <c:v>133.70293366888887</c:v>
                      </c:pt>
                      <c:pt idx="88">
                        <c:v>129.87225161777778</c:v>
                      </c:pt>
                      <c:pt idx="89">
                        <c:v>136.59682765333332</c:v>
                      </c:pt>
                      <c:pt idx="90">
                        <c:v>136.02491819777777</c:v>
                      </c:pt>
                      <c:pt idx="91">
                        <c:v>156.47501192888888</c:v>
                      </c:pt>
                      <c:pt idx="92">
                        <c:v>179.3856983111111</c:v>
                      </c:pt>
                      <c:pt idx="93">
                        <c:v>195.18598076000001</c:v>
                      </c:pt>
                      <c:pt idx="94">
                        <c:v>182.73985884666666</c:v>
                      </c:pt>
                      <c:pt idx="95">
                        <c:v>145.05144163777777</c:v>
                      </c:pt>
                      <c:pt idx="96">
                        <c:v>98.239076115555562</c:v>
                      </c:pt>
                      <c:pt idx="97">
                        <c:v>60.422970542222224</c:v>
                      </c:pt>
                      <c:pt idx="98">
                        <c:v>36.827725611111113</c:v>
                      </c:pt>
                      <c:pt idx="99">
                        <c:v>24.982370175555555</c:v>
                      </c:pt>
                      <c:pt idx="100">
                        <c:v>20.914499337777777</c:v>
                      </c:pt>
                      <c:pt idx="101">
                        <c:v>28.492012404444445</c:v>
                      </c:pt>
                      <c:pt idx="102">
                        <c:v>51.936335759999999</c:v>
                      </c:pt>
                      <c:pt idx="103">
                        <c:v>74.757810048888885</c:v>
                      </c:pt>
                      <c:pt idx="104">
                        <c:v>90.431638791111112</c:v>
                      </c:pt>
                      <c:pt idx="105">
                        <c:v>97.141797848888885</c:v>
                      </c:pt>
                      <c:pt idx="106">
                        <c:v>105.40511423333334</c:v>
                      </c:pt>
                      <c:pt idx="107">
                        <c:v>118.42157887777778</c:v>
                      </c:pt>
                      <c:pt idx="108">
                        <c:v>125.15647355333333</c:v>
                      </c:pt>
                      <c:pt idx="109">
                        <c:v>140.39886704</c:v>
                      </c:pt>
                      <c:pt idx="110">
                        <c:v>141.08494134666665</c:v>
                      </c:pt>
                      <c:pt idx="111">
                        <c:v>133.25814887333334</c:v>
                      </c:pt>
                      <c:pt idx="112">
                        <c:v>129.65966129777777</c:v>
                      </c:pt>
                      <c:pt idx="113">
                        <c:v>133.74368144444443</c:v>
                      </c:pt>
                      <c:pt idx="114">
                        <c:v>133.83007019999999</c:v>
                      </c:pt>
                      <c:pt idx="115">
                        <c:v>155.14208828</c:v>
                      </c:pt>
                      <c:pt idx="116">
                        <c:v>178.87850616444445</c:v>
                      </c:pt>
                      <c:pt idx="117">
                        <c:v>196.74112974222223</c:v>
                      </c:pt>
                      <c:pt idx="118">
                        <c:v>184.36093348888889</c:v>
                      </c:pt>
                      <c:pt idx="119">
                        <c:v>146.8989718911111</c:v>
                      </c:pt>
                      <c:pt idx="120">
                        <c:v>99.717946426666671</c:v>
                      </c:pt>
                      <c:pt idx="121">
                        <c:v>61.273418044444448</c:v>
                      </c:pt>
                      <c:pt idx="122">
                        <c:v>36.93670504</c:v>
                      </c:pt>
                      <c:pt idx="123">
                        <c:v>25.071034377777778</c:v>
                      </c:pt>
                      <c:pt idx="124">
                        <c:v>20.779119300000001</c:v>
                      </c:pt>
                      <c:pt idx="125">
                        <c:v>28.356072035555556</c:v>
                      </c:pt>
                      <c:pt idx="126">
                        <c:v>52.347036984444443</c:v>
                      </c:pt>
                      <c:pt idx="127">
                        <c:v>75.810520991111105</c:v>
                      </c:pt>
                      <c:pt idx="128">
                        <c:v>91.757283373333337</c:v>
                      </c:pt>
                      <c:pt idx="129">
                        <c:v>98.708087882222216</c:v>
                      </c:pt>
                      <c:pt idx="130">
                        <c:v>107.76619894222222</c:v>
                      </c:pt>
                      <c:pt idx="131">
                        <c:v>119.09077864888889</c:v>
                      </c:pt>
                      <c:pt idx="132">
                        <c:v>128.93563600888888</c:v>
                      </c:pt>
                      <c:pt idx="133">
                        <c:v>151.59729036666667</c:v>
                      </c:pt>
                      <c:pt idx="134">
                        <c:v>152.73496015555557</c:v>
                      </c:pt>
                      <c:pt idx="135">
                        <c:v>141.58210862444443</c:v>
                      </c:pt>
                      <c:pt idx="136">
                        <c:v>132.38808216444446</c:v>
                      </c:pt>
                      <c:pt idx="137">
                        <c:v>136.2972786511111</c:v>
                      </c:pt>
                      <c:pt idx="138">
                        <c:v>145.08239561111111</c:v>
                      </c:pt>
                      <c:pt idx="139">
                        <c:v>165.31911596444445</c:v>
                      </c:pt>
                      <c:pt idx="140">
                        <c:v>181.73302502888887</c:v>
                      </c:pt>
                      <c:pt idx="141">
                        <c:v>197.7025741288889</c:v>
                      </c:pt>
                      <c:pt idx="142">
                        <c:v>184.77557339777778</c:v>
                      </c:pt>
                      <c:pt idx="143">
                        <c:v>146.29633367555556</c:v>
                      </c:pt>
                      <c:pt idx="144">
                        <c:v>102.05547069777778</c:v>
                      </c:pt>
                      <c:pt idx="145">
                        <c:v>63.681649168888889</c:v>
                      </c:pt>
                      <c:pt idx="146">
                        <c:v>39.50542971777778</c:v>
                      </c:pt>
                      <c:pt idx="147">
                        <c:v>25.888172137777779</c:v>
                      </c:pt>
                      <c:pt idx="148">
                        <c:v>21.091981186666668</c:v>
                      </c:pt>
                      <c:pt idx="149">
                        <c:v>29.124009913333332</c:v>
                      </c:pt>
                      <c:pt idx="150">
                        <c:v>54.196460817777776</c:v>
                      </c:pt>
                      <c:pt idx="151">
                        <c:v>77.246171966666665</c:v>
                      </c:pt>
                      <c:pt idx="152">
                        <c:v>93.495059424444449</c:v>
                      </c:pt>
                      <c:pt idx="153">
                        <c:v>100.09234410000001</c:v>
                      </c:pt>
                      <c:pt idx="154">
                        <c:v>107.54995175555555</c:v>
                      </c:pt>
                      <c:pt idx="155">
                        <c:v>119.14060882888889</c:v>
                      </c:pt>
                      <c:pt idx="156">
                        <c:v>125.65326246888888</c:v>
                      </c:pt>
                      <c:pt idx="157">
                        <c:v>140.20585059777778</c:v>
                      </c:pt>
                      <c:pt idx="158">
                        <c:v>143.09251019555555</c:v>
                      </c:pt>
                      <c:pt idx="159">
                        <c:v>133.98905457555554</c:v>
                      </c:pt>
                      <c:pt idx="160">
                        <c:v>132.21126376222222</c:v>
                      </c:pt>
                      <c:pt idx="161">
                        <c:v>136.67736381111112</c:v>
                      </c:pt>
                      <c:pt idx="162">
                        <c:v>136.57229147555555</c:v>
                      </c:pt>
                      <c:pt idx="163">
                        <c:v>157.05838989333333</c:v>
                      </c:pt>
                      <c:pt idx="164">
                        <c:v>179.13056228222223</c:v>
                      </c:pt>
                      <c:pt idx="165">
                        <c:v>194.27785719333335</c:v>
                      </c:pt>
                      <c:pt idx="166">
                        <c:v>184.03675292666668</c:v>
                      </c:pt>
                      <c:pt idx="167">
                        <c:v>146.28926324</c:v>
                      </c:pt>
                      <c:pt idx="168">
                        <c:v>100.41484541555556</c:v>
                      </c:pt>
                      <c:pt idx="169">
                        <c:v>61.679322926666664</c:v>
                      </c:pt>
                      <c:pt idx="170">
                        <c:v>37.633563573333333</c:v>
                      </c:pt>
                      <c:pt idx="171">
                        <c:v>25.538404764444444</c:v>
                      </c:pt>
                      <c:pt idx="172">
                        <c:v>21.25582127111111</c:v>
                      </c:pt>
                      <c:pt idx="173">
                        <c:v>29.22737651111111</c:v>
                      </c:pt>
                      <c:pt idx="174">
                        <c:v>54.737522828888892</c:v>
                      </c:pt>
                      <c:pt idx="175">
                        <c:v>79.855602977777778</c:v>
                      </c:pt>
                      <c:pt idx="176">
                        <c:v>99.607571417777777</c:v>
                      </c:pt>
                      <c:pt idx="177">
                        <c:v>112.61997471777778</c:v>
                      </c:pt>
                      <c:pt idx="178">
                        <c:v>113.94258733777778</c:v>
                      </c:pt>
                      <c:pt idx="179">
                        <c:v>122.13336789111111</c:v>
                      </c:pt>
                      <c:pt idx="180">
                        <c:v>130.36553144222222</c:v>
                      </c:pt>
                      <c:pt idx="181">
                        <c:v>145.40955154666668</c:v>
                      </c:pt>
                      <c:pt idx="182">
                        <c:v>146.45204204000001</c:v>
                      </c:pt>
                      <c:pt idx="183">
                        <c:v>137.77700169555555</c:v>
                      </c:pt>
                      <c:pt idx="184">
                        <c:v>130.28144892444445</c:v>
                      </c:pt>
                      <c:pt idx="185">
                        <c:v>133.96089749777778</c:v>
                      </c:pt>
                      <c:pt idx="186">
                        <c:v>137.45043168444445</c:v>
                      </c:pt>
                      <c:pt idx="187">
                        <c:v>159.20478362444445</c:v>
                      </c:pt>
                      <c:pt idx="188">
                        <c:v>179.76759377333335</c:v>
                      </c:pt>
                      <c:pt idx="189">
                        <c:v>194.13383966222221</c:v>
                      </c:pt>
                      <c:pt idx="190">
                        <c:v>186.61089213333332</c:v>
                      </c:pt>
                      <c:pt idx="191">
                        <c:v>154.45671598222222</c:v>
                      </c:pt>
                      <c:pt idx="192">
                        <c:v>112.10065764222222</c:v>
                      </c:pt>
                      <c:pt idx="193">
                        <c:v>72.08024939111111</c:v>
                      </c:pt>
                      <c:pt idx="194">
                        <c:v>44.913148115555558</c:v>
                      </c:pt>
                      <c:pt idx="195">
                        <c:v>30.88260097111111</c:v>
                      </c:pt>
                      <c:pt idx="196">
                        <c:v>23.892227797777778</c:v>
                      </c:pt>
                      <c:pt idx="197">
                        <c:v>27.985152733333333</c:v>
                      </c:pt>
                      <c:pt idx="198">
                        <c:v>46.821787588888888</c:v>
                      </c:pt>
                      <c:pt idx="199">
                        <c:v>69.535057320000007</c:v>
                      </c:pt>
                      <c:pt idx="200">
                        <c:v>95.185860284444445</c:v>
                      </c:pt>
                      <c:pt idx="201">
                        <c:v>109.77577376888888</c:v>
                      </c:pt>
                      <c:pt idx="202">
                        <c:v>121.25620470444444</c:v>
                      </c:pt>
                      <c:pt idx="203">
                        <c:v>133.65864256444445</c:v>
                      </c:pt>
                      <c:pt idx="204">
                        <c:v>132.05618925777779</c:v>
                      </c:pt>
                      <c:pt idx="205">
                        <c:v>145.55002488444444</c:v>
                      </c:pt>
                      <c:pt idx="206">
                        <c:v>167.46688059333334</c:v>
                      </c:pt>
                      <c:pt idx="207">
                        <c:v>154.21534484444445</c:v>
                      </c:pt>
                      <c:pt idx="208">
                        <c:v>144.59031019111112</c:v>
                      </c:pt>
                      <c:pt idx="209">
                        <c:v>147.01457254444443</c:v>
                      </c:pt>
                      <c:pt idx="210">
                        <c:v>145.67291441333333</c:v>
                      </c:pt>
                      <c:pt idx="211">
                        <c:v>163.36661355999999</c:v>
                      </c:pt>
                      <c:pt idx="212">
                        <c:v>184.10865327111111</c:v>
                      </c:pt>
                      <c:pt idx="213">
                        <c:v>197.23962274666667</c:v>
                      </c:pt>
                      <c:pt idx="214">
                        <c:v>189.7093989911111</c:v>
                      </c:pt>
                      <c:pt idx="215">
                        <c:v>155.93054933555555</c:v>
                      </c:pt>
                      <c:pt idx="216">
                        <c:v>111.08598567111112</c:v>
                      </c:pt>
                      <c:pt idx="217">
                        <c:v>70.397524766666663</c:v>
                      </c:pt>
                      <c:pt idx="218">
                        <c:v>43.513484640000001</c:v>
                      </c:pt>
                      <c:pt idx="219">
                        <c:v>28.347306088888889</c:v>
                      </c:pt>
                      <c:pt idx="220">
                        <c:v>22.124935046666668</c:v>
                      </c:pt>
                      <c:pt idx="221">
                        <c:v>27.634597800000002</c:v>
                      </c:pt>
                      <c:pt idx="222">
                        <c:v>48.197372888888886</c:v>
                      </c:pt>
                      <c:pt idx="223">
                        <c:v>71.397858940000006</c:v>
                      </c:pt>
                      <c:pt idx="224">
                        <c:v>93.369764068888884</c:v>
                      </c:pt>
                      <c:pt idx="225">
                        <c:v>103.73335332000001</c:v>
                      </c:pt>
                      <c:pt idx="226">
                        <c:v>110.81653537333334</c:v>
                      </c:pt>
                      <c:pt idx="227">
                        <c:v>121.70177882</c:v>
                      </c:pt>
                      <c:pt idx="228">
                        <c:v>125.66813160444444</c:v>
                      </c:pt>
                      <c:pt idx="229">
                        <c:v>145.84369557555556</c:v>
                      </c:pt>
                      <c:pt idx="230">
                        <c:v>150.25372492222223</c:v>
                      </c:pt>
                      <c:pt idx="231">
                        <c:v>139.84759365333332</c:v>
                      </c:pt>
                      <c:pt idx="232">
                        <c:v>132.57962990666667</c:v>
                      </c:pt>
                      <c:pt idx="233">
                        <c:v>136.6519400511111</c:v>
                      </c:pt>
                      <c:pt idx="234">
                        <c:v>139.11979822666666</c:v>
                      </c:pt>
                      <c:pt idx="235">
                        <c:v>156.86553057333333</c:v>
                      </c:pt>
                      <c:pt idx="236">
                        <c:v>180.20424832222221</c:v>
                      </c:pt>
                      <c:pt idx="237">
                        <c:v>194.19427135333333</c:v>
                      </c:pt>
                      <c:pt idx="238">
                        <c:v>179.54052307777778</c:v>
                      </c:pt>
                      <c:pt idx="239">
                        <c:v>140.87366226666666</c:v>
                      </c:pt>
                      <c:pt idx="240">
                        <c:v>95.746869431111108</c:v>
                      </c:pt>
                      <c:pt idx="241">
                        <c:v>58.672573999999997</c:v>
                      </c:pt>
                      <c:pt idx="242">
                        <c:v>36.09959051111111</c:v>
                      </c:pt>
                      <c:pt idx="243">
                        <c:v>24.853977806666666</c:v>
                      </c:pt>
                      <c:pt idx="244">
                        <c:v>20.719217</c:v>
                      </c:pt>
                      <c:pt idx="245">
                        <c:v>27.019687537777777</c:v>
                      </c:pt>
                      <c:pt idx="246">
                        <c:v>50.213906144444444</c:v>
                      </c:pt>
                      <c:pt idx="247">
                        <c:v>71.949799891111113</c:v>
                      </c:pt>
                      <c:pt idx="248">
                        <c:v>88.575118317777779</c:v>
                      </c:pt>
                      <c:pt idx="249">
                        <c:v>93.796483780000003</c:v>
                      </c:pt>
                      <c:pt idx="250">
                        <c:v>99.965576442222229</c:v>
                      </c:pt>
                      <c:pt idx="251">
                        <c:v>110.63992789111111</c:v>
                      </c:pt>
                      <c:pt idx="252">
                        <c:v>118.13772938666666</c:v>
                      </c:pt>
                      <c:pt idx="253">
                        <c:v>132.98823716666666</c:v>
                      </c:pt>
                      <c:pt idx="254">
                        <c:v>135.88815125111111</c:v>
                      </c:pt>
                      <c:pt idx="255">
                        <c:v>128.10945184444444</c:v>
                      </c:pt>
                      <c:pt idx="256">
                        <c:v>128.33441787333334</c:v>
                      </c:pt>
                      <c:pt idx="257">
                        <c:v>133.54379505111112</c:v>
                      </c:pt>
                      <c:pt idx="258">
                        <c:v>134.96855386666667</c:v>
                      </c:pt>
                      <c:pt idx="259">
                        <c:v>153.65893758666667</c:v>
                      </c:pt>
                      <c:pt idx="260">
                        <c:v>176.8617174888889</c:v>
                      </c:pt>
                      <c:pt idx="261">
                        <c:v>188.88180751777779</c:v>
                      </c:pt>
                      <c:pt idx="262">
                        <c:v>176.58626899333333</c:v>
                      </c:pt>
                      <c:pt idx="263">
                        <c:v>137.23137210666667</c:v>
                      </c:pt>
                      <c:pt idx="264">
                        <c:v>92.629765104444445</c:v>
                      </c:pt>
                      <c:pt idx="265">
                        <c:v>55.500063046666668</c:v>
                      </c:pt>
                      <c:pt idx="266">
                        <c:v>34.255856488888888</c:v>
                      </c:pt>
                      <c:pt idx="267">
                        <c:v>23.76482666888889</c:v>
                      </c:pt>
                      <c:pt idx="268">
                        <c:v>20.028072904444443</c:v>
                      </c:pt>
                      <c:pt idx="269">
                        <c:v>26.806745662222223</c:v>
                      </c:pt>
                      <c:pt idx="270">
                        <c:v>51.031417035555556</c:v>
                      </c:pt>
                      <c:pt idx="271">
                        <c:v>73.65676188444445</c:v>
                      </c:pt>
                      <c:pt idx="272">
                        <c:v>88.819077453333335</c:v>
                      </c:pt>
                      <c:pt idx="273">
                        <c:v>95.099647624444444</c:v>
                      </c:pt>
                      <c:pt idx="274">
                        <c:v>102.15430538</c:v>
                      </c:pt>
                      <c:pt idx="275">
                        <c:v>114.56799735333334</c:v>
                      </c:pt>
                      <c:pt idx="276">
                        <c:v>120.34281490666666</c:v>
                      </c:pt>
                      <c:pt idx="277">
                        <c:v>135.20050853777778</c:v>
                      </c:pt>
                      <c:pt idx="278">
                        <c:v>136.20618844666666</c:v>
                      </c:pt>
                      <c:pt idx="279">
                        <c:v>128.83795158000001</c:v>
                      </c:pt>
                      <c:pt idx="280">
                        <c:v>128.17395853333332</c:v>
                      </c:pt>
                      <c:pt idx="281">
                        <c:v>132.75755090666667</c:v>
                      </c:pt>
                      <c:pt idx="282">
                        <c:v>135.52545964222222</c:v>
                      </c:pt>
                      <c:pt idx="283">
                        <c:v>155.70695665555556</c:v>
                      </c:pt>
                      <c:pt idx="284">
                        <c:v>178.94587962222224</c:v>
                      </c:pt>
                      <c:pt idx="285">
                        <c:v>191.74367971999999</c:v>
                      </c:pt>
                      <c:pt idx="286">
                        <c:v>177.49904433777778</c:v>
                      </c:pt>
                      <c:pt idx="287">
                        <c:v>137.11071994444444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F1FB-4D39-A8F8-9D267B9F4903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12-10-2026'!$H$1</c15:sqref>
                        </c15:formulaRef>
                      </c:ext>
                    </c:extLst>
                    <c:strCache>
                      <c:ptCount val="1"/>
                      <c:pt idx="0">
                        <c:v>ANB-DGW 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3"/>
                    <c:dLblPos val="t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0C-F1FB-4D39-A8F8-9D267B9F4903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12-10-2026'!$H$2:$H$289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200.51338558888889</c:v>
                      </c:pt>
                      <c:pt idx="1">
                        <c:v>127.98573036444444</c:v>
                      </c:pt>
                      <c:pt idx="2">
                        <c:v>78.13422296666667</c:v>
                      </c:pt>
                      <c:pt idx="3">
                        <c:v>51.616597800000001</c:v>
                      </c:pt>
                      <c:pt idx="4">
                        <c:v>41.950510473333338</c:v>
                      </c:pt>
                      <c:pt idx="5">
                        <c:v>56.366370728888889</c:v>
                      </c:pt>
                      <c:pt idx="6">
                        <c:v>98.986668439999988</c:v>
                      </c:pt>
                      <c:pt idx="7">
                        <c:v>144.19828781555555</c:v>
                      </c:pt>
                      <c:pt idx="8">
                        <c:v>174.15097660444445</c:v>
                      </c:pt>
                      <c:pt idx="9">
                        <c:v>187.3095337511111</c:v>
                      </c:pt>
                      <c:pt idx="10">
                        <c:v>203.94904073333333</c:v>
                      </c:pt>
                      <c:pt idx="11">
                        <c:v>227.25037332888888</c:v>
                      </c:pt>
                      <c:pt idx="12">
                        <c:v>243.3689679888889</c:v>
                      </c:pt>
                      <c:pt idx="13">
                        <c:v>274.59763814666667</c:v>
                      </c:pt>
                      <c:pt idx="14">
                        <c:v>279.5245114666667</c:v>
                      </c:pt>
                      <c:pt idx="15">
                        <c:v>266.5442790533333</c:v>
                      </c:pt>
                      <c:pt idx="16">
                        <c:v>246.21277183333333</c:v>
                      </c:pt>
                      <c:pt idx="17">
                        <c:v>254.96543924666668</c:v>
                      </c:pt>
                      <c:pt idx="18">
                        <c:v>256.98998922222222</c:v>
                      </c:pt>
                      <c:pt idx="19">
                        <c:v>299.53232079777774</c:v>
                      </c:pt>
                      <c:pt idx="20">
                        <c:v>335.20992332666663</c:v>
                      </c:pt>
                      <c:pt idx="21">
                        <c:v>367.75056921555552</c:v>
                      </c:pt>
                      <c:pt idx="22">
                        <c:v>358.09607669777779</c:v>
                      </c:pt>
                      <c:pt idx="23">
                        <c:v>303.59304922000001</c:v>
                      </c:pt>
                      <c:pt idx="24">
                        <c:v>223.65695657333333</c:v>
                      </c:pt>
                      <c:pt idx="25">
                        <c:v>147.74375970444444</c:v>
                      </c:pt>
                      <c:pt idx="26">
                        <c:v>91.049636800000002</c:v>
                      </c:pt>
                      <c:pt idx="27">
                        <c:v>59.10582521111111</c:v>
                      </c:pt>
                      <c:pt idx="28">
                        <c:v>44.570701604444444</c:v>
                      </c:pt>
                      <c:pt idx="29">
                        <c:v>54.404863315555559</c:v>
                      </c:pt>
                      <c:pt idx="30">
                        <c:v>86.496174184444442</c:v>
                      </c:pt>
                      <c:pt idx="31">
                        <c:v>129.11044495777779</c:v>
                      </c:pt>
                      <c:pt idx="32">
                        <c:v>175.57195655777778</c:v>
                      </c:pt>
                      <c:pt idx="33">
                        <c:v>204.9185731</c:v>
                      </c:pt>
                      <c:pt idx="34">
                        <c:v>228.52834690666668</c:v>
                      </c:pt>
                      <c:pt idx="35">
                        <c:v>254.79073396222225</c:v>
                      </c:pt>
                      <c:pt idx="36">
                        <c:v>255.96100050222225</c:v>
                      </c:pt>
                      <c:pt idx="37">
                        <c:v>280.43614881555555</c:v>
                      </c:pt>
                      <c:pt idx="38">
                        <c:v>321.96464315555556</c:v>
                      </c:pt>
                      <c:pt idx="39">
                        <c:v>297.08057261111111</c:v>
                      </c:pt>
                      <c:pt idx="40">
                        <c:v>265.70226230444445</c:v>
                      </c:pt>
                      <c:pt idx="41">
                        <c:v>268.58658563333336</c:v>
                      </c:pt>
                      <c:pt idx="42">
                        <c:v>263.76935155555555</c:v>
                      </c:pt>
                      <c:pt idx="43">
                        <c:v>303.79079288444444</c:v>
                      </c:pt>
                      <c:pt idx="44">
                        <c:v>343.61739587555553</c:v>
                      </c:pt>
                      <c:pt idx="45">
                        <c:v>380.32020773111111</c:v>
                      </c:pt>
                      <c:pt idx="46">
                        <c:v>369.39330575777774</c:v>
                      </c:pt>
                      <c:pt idx="47">
                        <c:v>314.01889748888891</c:v>
                      </c:pt>
                      <c:pt idx="48">
                        <c:v>232.21688037333331</c:v>
                      </c:pt>
                      <c:pt idx="49">
                        <c:v>152.54155048222222</c:v>
                      </c:pt>
                      <c:pt idx="50">
                        <c:v>91.760081153333331</c:v>
                      </c:pt>
                      <c:pt idx="51">
                        <c:v>58.436842062222226</c:v>
                      </c:pt>
                      <c:pt idx="52">
                        <c:v>44.092960315555558</c:v>
                      </c:pt>
                      <c:pt idx="53">
                        <c:v>54.986913551111115</c:v>
                      </c:pt>
                      <c:pt idx="54">
                        <c:v>90.763445986666667</c:v>
                      </c:pt>
                      <c:pt idx="55">
                        <c:v>135.61241234444444</c:v>
                      </c:pt>
                      <c:pt idx="56">
                        <c:v>177.60064313777778</c:v>
                      </c:pt>
                      <c:pt idx="57">
                        <c:v>201.04992065333334</c:v>
                      </c:pt>
                      <c:pt idx="58">
                        <c:v>217.32197417777778</c:v>
                      </c:pt>
                      <c:pt idx="59">
                        <c:v>240.17839572444444</c:v>
                      </c:pt>
                      <c:pt idx="60">
                        <c:v>250.79339293555554</c:v>
                      </c:pt>
                      <c:pt idx="61">
                        <c:v>289.29821234888891</c:v>
                      </c:pt>
                      <c:pt idx="62">
                        <c:v>296.36628479777778</c:v>
                      </c:pt>
                      <c:pt idx="63">
                        <c:v>277.05969777555555</c:v>
                      </c:pt>
                      <c:pt idx="64">
                        <c:v>254.1458945511111</c:v>
                      </c:pt>
                      <c:pt idx="65">
                        <c:v>261.90246806666664</c:v>
                      </c:pt>
                      <c:pt idx="66">
                        <c:v>259.0842220311111</c:v>
                      </c:pt>
                      <c:pt idx="67">
                        <c:v>295.62343542444444</c:v>
                      </c:pt>
                      <c:pt idx="68">
                        <c:v>334.97900344666664</c:v>
                      </c:pt>
                      <c:pt idx="69">
                        <c:v>367.57894950888891</c:v>
                      </c:pt>
                      <c:pt idx="70">
                        <c:v>350.40562413333333</c:v>
                      </c:pt>
                      <c:pt idx="71">
                        <c:v>284.74569229555556</c:v>
                      </c:pt>
                      <c:pt idx="72">
                        <c:v>198.37476943111113</c:v>
                      </c:pt>
                      <c:pt idx="73">
                        <c:v>123.10167658</c:v>
                      </c:pt>
                      <c:pt idx="74">
                        <c:v>74.882113997777779</c:v>
                      </c:pt>
                      <c:pt idx="75">
                        <c:v>49.884795228888891</c:v>
                      </c:pt>
                      <c:pt idx="76">
                        <c:v>40.733557891111111</c:v>
                      </c:pt>
                      <c:pt idx="77">
                        <c:v>53.867426482222228</c:v>
                      </c:pt>
                      <c:pt idx="78">
                        <c:v>95.447549284444449</c:v>
                      </c:pt>
                      <c:pt idx="79">
                        <c:v>136.29701613777777</c:v>
                      </c:pt>
                      <c:pt idx="80">
                        <c:v>167.55967991777777</c:v>
                      </c:pt>
                      <c:pt idx="81">
                        <c:v>181.20965653333332</c:v>
                      </c:pt>
                      <c:pt idx="82">
                        <c:v>196.29797252222221</c:v>
                      </c:pt>
                      <c:pt idx="83">
                        <c:v>219.33534617999999</c:v>
                      </c:pt>
                      <c:pt idx="84">
                        <c:v>231.95912713777778</c:v>
                      </c:pt>
                      <c:pt idx="85">
                        <c:v>260.08215652000001</c:v>
                      </c:pt>
                      <c:pt idx="86">
                        <c:v>266.50655691111115</c:v>
                      </c:pt>
                      <c:pt idx="87">
                        <c:v>250.93522473111108</c:v>
                      </c:pt>
                      <c:pt idx="88">
                        <c:v>243.61933317333333</c:v>
                      </c:pt>
                      <c:pt idx="89">
                        <c:v>256.1300911022222</c:v>
                      </c:pt>
                      <c:pt idx="90">
                        <c:v>255.51087432444444</c:v>
                      </c:pt>
                      <c:pt idx="91">
                        <c:v>293.52371930888887</c:v>
                      </c:pt>
                      <c:pt idx="92">
                        <c:v>335.66000021555556</c:v>
                      </c:pt>
                      <c:pt idx="93">
                        <c:v>365.76032365333333</c:v>
                      </c:pt>
                      <c:pt idx="94">
                        <c:v>343.55339540666665</c:v>
                      </c:pt>
                      <c:pt idx="95">
                        <c:v>273.50742669333329</c:v>
                      </c:pt>
                      <c:pt idx="96">
                        <c:v>185.99619466222222</c:v>
                      </c:pt>
                      <c:pt idx="97">
                        <c:v>115.02759272666667</c:v>
                      </c:pt>
                      <c:pt idx="98">
                        <c:v>70.751323362222223</c:v>
                      </c:pt>
                      <c:pt idx="99">
                        <c:v>48.019069002222224</c:v>
                      </c:pt>
                      <c:pt idx="100">
                        <c:v>39.829450697777773</c:v>
                      </c:pt>
                      <c:pt idx="101">
                        <c:v>53.967025022222224</c:v>
                      </c:pt>
                      <c:pt idx="102">
                        <c:v>97.78045110222223</c:v>
                      </c:pt>
                      <c:pt idx="103">
                        <c:v>140.5836279088889</c:v>
                      </c:pt>
                      <c:pt idx="104">
                        <c:v>169.05361776444443</c:v>
                      </c:pt>
                      <c:pt idx="105">
                        <c:v>182.00722372666667</c:v>
                      </c:pt>
                      <c:pt idx="106">
                        <c:v>196.8565823977778</c:v>
                      </c:pt>
                      <c:pt idx="107">
                        <c:v>221.39509058444446</c:v>
                      </c:pt>
                      <c:pt idx="108">
                        <c:v>234.72209388888888</c:v>
                      </c:pt>
                      <c:pt idx="109">
                        <c:v>262.51972604666668</c:v>
                      </c:pt>
                      <c:pt idx="110">
                        <c:v>264.44452238444444</c:v>
                      </c:pt>
                      <c:pt idx="111">
                        <c:v>249.88276678444447</c:v>
                      </c:pt>
                      <c:pt idx="112">
                        <c:v>242.69715943555553</c:v>
                      </c:pt>
                      <c:pt idx="113">
                        <c:v>250.6788023622222</c:v>
                      </c:pt>
                      <c:pt idx="114">
                        <c:v>251.4226187711111</c:v>
                      </c:pt>
                      <c:pt idx="115">
                        <c:v>291.36577979999998</c:v>
                      </c:pt>
                      <c:pt idx="116">
                        <c:v>334.78510466666665</c:v>
                      </c:pt>
                      <c:pt idx="117">
                        <c:v>368.15839098666663</c:v>
                      </c:pt>
                      <c:pt idx="118">
                        <c:v>346.15381137555556</c:v>
                      </c:pt>
                      <c:pt idx="119">
                        <c:v>277.2355345111111</c:v>
                      </c:pt>
                      <c:pt idx="120">
                        <c:v>189.19831157333334</c:v>
                      </c:pt>
                      <c:pt idx="121">
                        <c:v>116.86951131333333</c:v>
                      </c:pt>
                      <c:pt idx="122">
                        <c:v>70.490695804444442</c:v>
                      </c:pt>
                      <c:pt idx="123">
                        <c:v>47.805441351111114</c:v>
                      </c:pt>
                      <c:pt idx="124">
                        <c:v>39.341846031111118</c:v>
                      </c:pt>
                      <c:pt idx="125">
                        <c:v>53.290611457777779</c:v>
                      </c:pt>
                      <c:pt idx="126">
                        <c:v>97.987284931111105</c:v>
                      </c:pt>
                      <c:pt idx="127">
                        <c:v>141.99549285333333</c:v>
                      </c:pt>
                      <c:pt idx="128">
                        <c:v>171.25550042444445</c:v>
                      </c:pt>
                      <c:pt idx="129">
                        <c:v>184.50355652666667</c:v>
                      </c:pt>
                      <c:pt idx="130">
                        <c:v>201.57753486666667</c:v>
                      </c:pt>
                      <c:pt idx="131">
                        <c:v>222.86292291777778</c:v>
                      </c:pt>
                      <c:pt idx="132">
                        <c:v>241.82961654444443</c:v>
                      </c:pt>
                      <c:pt idx="133">
                        <c:v>284.14164793111115</c:v>
                      </c:pt>
                      <c:pt idx="134">
                        <c:v>286.68731644666667</c:v>
                      </c:pt>
                      <c:pt idx="135">
                        <c:v>266.3743615022222</c:v>
                      </c:pt>
                      <c:pt idx="136">
                        <c:v>248.03529044444446</c:v>
                      </c:pt>
                      <c:pt idx="137">
                        <c:v>254.94382180444444</c:v>
                      </c:pt>
                      <c:pt idx="138">
                        <c:v>271.89385340222225</c:v>
                      </c:pt>
                      <c:pt idx="139">
                        <c:v>309.29981342444444</c:v>
                      </c:pt>
                      <c:pt idx="140">
                        <c:v>340.36137615555555</c:v>
                      </c:pt>
                      <c:pt idx="141">
                        <c:v>370.58205162666667</c:v>
                      </c:pt>
                      <c:pt idx="142">
                        <c:v>347.51955155333337</c:v>
                      </c:pt>
                      <c:pt idx="143">
                        <c:v>275.83926180000003</c:v>
                      </c:pt>
                      <c:pt idx="144">
                        <c:v>192.94843355555554</c:v>
                      </c:pt>
                      <c:pt idx="145">
                        <c:v>120.36096973555556</c:v>
                      </c:pt>
                      <c:pt idx="146">
                        <c:v>74.899357993333325</c:v>
                      </c:pt>
                      <c:pt idx="147">
                        <c:v>48.905679666666671</c:v>
                      </c:pt>
                      <c:pt idx="148">
                        <c:v>39.692627406666674</c:v>
                      </c:pt>
                      <c:pt idx="149">
                        <c:v>54.551073757777772</c:v>
                      </c:pt>
                      <c:pt idx="150">
                        <c:v>101.24539483999999</c:v>
                      </c:pt>
                      <c:pt idx="151">
                        <c:v>144.53580037333333</c:v>
                      </c:pt>
                      <c:pt idx="152">
                        <c:v>175.06937757111112</c:v>
                      </c:pt>
                      <c:pt idx="153">
                        <c:v>187.17401538444443</c:v>
                      </c:pt>
                      <c:pt idx="154">
                        <c:v>201.24870603555556</c:v>
                      </c:pt>
                      <c:pt idx="155">
                        <c:v>223.61740544666668</c:v>
                      </c:pt>
                      <c:pt idx="156">
                        <c:v>236.13041150222222</c:v>
                      </c:pt>
                      <c:pt idx="157">
                        <c:v>263.65215324000002</c:v>
                      </c:pt>
                      <c:pt idx="158">
                        <c:v>268.18280320444444</c:v>
                      </c:pt>
                      <c:pt idx="159">
                        <c:v>252.43116253333332</c:v>
                      </c:pt>
                      <c:pt idx="160">
                        <c:v>248.17149496444443</c:v>
                      </c:pt>
                      <c:pt idx="161">
                        <c:v>256.75446325555555</c:v>
                      </c:pt>
                      <c:pt idx="162">
                        <c:v>256.85618707333333</c:v>
                      </c:pt>
                      <c:pt idx="163">
                        <c:v>295.18769909333332</c:v>
                      </c:pt>
                      <c:pt idx="164">
                        <c:v>335.72213927777779</c:v>
                      </c:pt>
                      <c:pt idx="165">
                        <c:v>364.78398551999999</c:v>
                      </c:pt>
                      <c:pt idx="166">
                        <c:v>346.58558614666669</c:v>
                      </c:pt>
                      <c:pt idx="167">
                        <c:v>276.63731255333335</c:v>
                      </c:pt>
                      <c:pt idx="168">
                        <c:v>190.40381249777778</c:v>
                      </c:pt>
                      <c:pt idx="169">
                        <c:v>117.72376797999999</c:v>
                      </c:pt>
                      <c:pt idx="170">
                        <c:v>72.151033382222224</c:v>
                      </c:pt>
                      <c:pt idx="171">
                        <c:v>49.005710248888889</c:v>
                      </c:pt>
                      <c:pt idx="172">
                        <c:v>40.776193202222217</c:v>
                      </c:pt>
                      <c:pt idx="173">
                        <c:v>55.745699988888887</c:v>
                      </c:pt>
                      <c:pt idx="174">
                        <c:v>103.86026143333333</c:v>
                      </c:pt>
                      <c:pt idx="175">
                        <c:v>151.2639632488889</c:v>
                      </c:pt>
                      <c:pt idx="176">
                        <c:v>188.86192084666666</c:v>
                      </c:pt>
                      <c:pt idx="177">
                        <c:v>213.04954622444444</c:v>
                      </c:pt>
                      <c:pt idx="178">
                        <c:v>216.52004291111112</c:v>
                      </c:pt>
                      <c:pt idx="179">
                        <c:v>233.66224057111111</c:v>
                      </c:pt>
                      <c:pt idx="180">
                        <c:v>250.61029939111111</c:v>
                      </c:pt>
                      <c:pt idx="181">
                        <c:v>279.28221972</c:v>
                      </c:pt>
                      <c:pt idx="182">
                        <c:v>281.08268805777777</c:v>
                      </c:pt>
                      <c:pt idx="183">
                        <c:v>264.82281938666665</c:v>
                      </c:pt>
                      <c:pt idx="184">
                        <c:v>250.90017591111112</c:v>
                      </c:pt>
                      <c:pt idx="185">
                        <c:v>257.59942976888891</c:v>
                      </c:pt>
                      <c:pt idx="186">
                        <c:v>264.49923489333332</c:v>
                      </c:pt>
                      <c:pt idx="187">
                        <c:v>306.67658689999996</c:v>
                      </c:pt>
                      <c:pt idx="188">
                        <c:v>346.41117283333335</c:v>
                      </c:pt>
                      <c:pt idx="189">
                        <c:v>373.88935014666663</c:v>
                      </c:pt>
                      <c:pt idx="190">
                        <c:v>360.08891331777778</c:v>
                      </c:pt>
                      <c:pt idx="191">
                        <c:v>298.59683177111111</c:v>
                      </c:pt>
                      <c:pt idx="192">
                        <c:v>217.01824757777777</c:v>
                      </c:pt>
                      <c:pt idx="193">
                        <c:v>139.77216913333334</c:v>
                      </c:pt>
                      <c:pt idx="194">
                        <c:v>87.02575764444444</c:v>
                      </c:pt>
                      <c:pt idx="195">
                        <c:v>59.818768033333328</c:v>
                      </c:pt>
                      <c:pt idx="196">
                        <c:v>46.689160413333333</c:v>
                      </c:pt>
                      <c:pt idx="197">
                        <c:v>54.131449726666666</c:v>
                      </c:pt>
                      <c:pt idx="198">
                        <c:v>89.823865600000005</c:v>
                      </c:pt>
                      <c:pt idx="199">
                        <c:v>133.50233203777779</c:v>
                      </c:pt>
                      <c:pt idx="200">
                        <c:v>183.29632851777779</c:v>
                      </c:pt>
                      <c:pt idx="201">
                        <c:v>212.37696632444442</c:v>
                      </c:pt>
                      <c:pt idx="202">
                        <c:v>234.98498821555557</c:v>
                      </c:pt>
                      <c:pt idx="203">
                        <c:v>258.93608462222221</c:v>
                      </c:pt>
                      <c:pt idx="204">
                        <c:v>256.93168206444443</c:v>
                      </c:pt>
                      <c:pt idx="205">
                        <c:v>283.11091592444444</c:v>
                      </c:pt>
                      <c:pt idx="206">
                        <c:v>325.21734899555554</c:v>
                      </c:pt>
                      <c:pt idx="207">
                        <c:v>299.35458016444443</c:v>
                      </c:pt>
                      <c:pt idx="208">
                        <c:v>279.74623972444442</c:v>
                      </c:pt>
                      <c:pt idx="209">
                        <c:v>284.48331176888888</c:v>
                      </c:pt>
                      <c:pt idx="210">
                        <c:v>282.60597453333332</c:v>
                      </c:pt>
                      <c:pt idx="211">
                        <c:v>316.49054907333334</c:v>
                      </c:pt>
                      <c:pt idx="212">
                        <c:v>355.70993174444448</c:v>
                      </c:pt>
                      <c:pt idx="213">
                        <c:v>382.23276618444447</c:v>
                      </c:pt>
                      <c:pt idx="214">
                        <c:v>368.55666706888888</c:v>
                      </c:pt>
                      <c:pt idx="215">
                        <c:v>303.81573437333333</c:v>
                      </c:pt>
                      <c:pt idx="216">
                        <c:v>216.7304886888889</c:v>
                      </c:pt>
                      <c:pt idx="217">
                        <c:v>137.63528690222222</c:v>
                      </c:pt>
                      <c:pt idx="218">
                        <c:v>85.008737906666667</c:v>
                      </c:pt>
                      <c:pt idx="219">
                        <c:v>55.40351602222222</c:v>
                      </c:pt>
                      <c:pt idx="220">
                        <c:v>43.167364486666671</c:v>
                      </c:pt>
                      <c:pt idx="221">
                        <c:v>53.51029824222222</c:v>
                      </c:pt>
                      <c:pt idx="222">
                        <c:v>92.944729804444449</c:v>
                      </c:pt>
                      <c:pt idx="223">
                        <c:v>137.76246787777779</c:v>
                      </c:pt>
                      <c:pt idx="224">
                        <c:v>181.18631340888888</c:v>
                      </c:pt>
                      <c:pt idx="225">
                        <c:v>201.2645878311111</c:v>
                      </c:pt>
                      <c:pt idx="226">
                        <c:v>215.35587186666669</c:v>
                      </c:pt>
                      <c:pt idx="227">
                        <c:v>236.02708233555558</c:v>
                      </c:pt>
                      <c:pt idx="228">
                        <c:v>243.75954351333331</c:v>
                      </c:pt>
                      <c:pt idx="229">
                        <c:v>282.37281319111111</c:v>
                      </c:pt>
                      <c:pt idx="230">
                        <c:v>290.60763986222224</c:v>
                      </c:pt>
                      <c:pt idx="231">
                        <c:v>270.66676216888891</c:v>
                      </c:pt>
                      <c:pt idx="232">
                        <c:v>255.99652057111109</c:v>
                      </c:pt>
                      <c:pt idx="233">
                        <c:v>264.11180739111109</c:v>
                      </c:pt>
                      <c:pt idx="234">
                        <c:v>268.72134676444443</c:v>
                      </c:pt>
                      <c:pt idx="235">
                        <c:v>302.9204565888889</c:v>
                      </c:pt>
                      <c:pt idx="236">
                        <c:v>348.32326520222222</c:v>
                      </c:pt>
                      <c:pt idx="237">
                        <c:v>375.37596096888888</c:v>
                      </c:pt>
                      <c:pt idx="238">
                        <c:v>348.24740983555557</c:v>
                      </c:pt>
                      <c:pt idx="239">
                        <c:v>274.42707001999997</c:v>
                      </c:pt>
                      <c:pt idx="240">
                        <c:v>186.71037221111112</c:v>
                      </c:pt>
                      <c:pt idx="241">
                        <c:v>115.24191343333334</c:v>
                      </c:pt>
                      <c:pt idx="242">
                        <c:v>70.749931031111117</c:v>
                      </c:pt>
                      <c:pt idx="243">
                        <c:v>48.45323798222222</c:v>
                      </c:pt>
                      <c:pt idx="244">
                        <c:v>40.191500040000001</c:v>
                      </c:pt>
                      <c:pt idx="245">
                        <c:v>52.047252784444439</c:v>
                      </c:pt>
                      <c:pt idx="246">
                        <c:v>96.574386124444445</c:v>
                      </c:pt>
                      <c:pt idx="247">
                        <c:v>138.49480344222223</c:v>
                      </c:pt>
                      <c:pt idx="248">
                        <c:v>170.66778462000002</c:v>
                      </c:pt>
                      <c:pt idx="249">
                        <c:v>180.75147504444445</c:v>
                      </c:pt>
                      <c:pt idx="250">
                        <c:v>193.11672772666668</c:v>
                      </c:pt>
                      <c:pt idx="251">
                        <c:v>213.75397088222223</c:v>
                      </c:pt>
                      <c:pt idx="252">
                        <c:v>228.31555736000001</c:v>
                      </c:pt>
                      <c:pt idx="253">
                        <c:v>256.57317373111113</c:v>
                      </c:pt>
                      <c:pt idx="254">
                        <c:v>262.07826478444446</c:v>
                      </c:pt>
                      <c:pt idx="255">
                        <c:v>247.44885408666664</c:v>
                      </c:pt>
                      <c:pt idx="256">
                        <c:v>248.41387833555555</c:v>
                      </c:pt>
                      <c:pt idx="257">
                        <c:v>258.46602083777782</c:v>
                      </c:pt>
                      <c:pt idx="258">
                        <c:v>261.70631087777781</c:v>
                      </c:pt>
                      <c:pt idx="259">
                        <c:v>297.20088405777778</c:v>
                      </c:pt>
                      <c:pt idx="260">
                        <c:v>341.79264522222223</c:v>
                      </c:pt>
                      <c:pt idx="261">
                        <c:v>365.65278141333334</c:v>
                      </c:pt>
                      <c:pt idx="262">
                        <c:v>342.64869913111113</c:v>
                      </c:pt>
                      <c:pt idx="263">
                        <c:v>267.20024871555552</c:v>
                      </c:pt>
                      <c:pt idx="264">
                        <c:v>180.62031761111109</c:v>
                      </c:pt>
                      <c:pt idx="265">
                        <c:v>108.20307735333333</c:v>
                      </c:pt>
                      <c:pt idx="266">
                        <c:v>66.538327595555558</c:v>
                      </c:pt>
                      <c:pt idx="267">
                        <c:v>46.054187277777778</c:v>
                      </c:pt>
                      <c:pt idx="268">
                        <c:v>38.829482497777775</c:v>
                      </c:pt>
                      <c:pt idx="269">
                        <c:v>51.717346840000005</c:v>
                      </c:pt>
                      <c:pt idx="270">
                        <c:v>98.352958626666663</c:v>
                      </c:pt>
                      <c:pt idx="271">
                        <c:v>142.38063698666667</c:v>
                      </c:pt>
                      <c:pt idx="272">
                        <c:v>171.45566671555554</c:v>
                      </c:pt>
                      <c:pt idx="273">
                        <c:v>183.36267749777778</c:v>
                      </c:pt>
                      <c:pt idx="274">
                        <c:v>198.1982487688889</c:v>
                      </c:pt>
                      <c:pt idx="275">
                        <c:v>221.77254511333334</c:v>
                      </c:pt>
                      <c:pt idx="276">
                        <c:v>233.8681451422222</c:v>
                      </c:pt>
                      <c:pt idx="277">
                        <c:v>261.29942691777779</c:v>
                      </c:pt>
                      <c:pt idx="278">
                        <c:v>264.07021466222221</c:v>
                      </c:pt>
                      <c:pt idx="279">
                        <c:v>249.36762714000002</c:v>
                      </c:pt>
                      <c:pt idx="280">
                        <c:v>248.44332567555554</c:v>
                      </c:pt>
                      <c:pt idx="281">
                        <c:v>257.25997084888888</c:v>
                      </c:pt>
                      <c:pt idx="282">
                        <c:v>262.77968248444444</c:v>
                      </c:pt>
                      <c:pt idx="283">
                        <c:v>301.4403952311111</c:v>
                      </c:pt>
                      <c:pt idx="284">
                        <c:v>346.76051029333337</c:v>
                      </c:pt>
                      <c:pt idx="285">
                        <c:v>372.08790340888891</c:v>
                      </c:pt>
                      <c:pt idx="286">
                        <c:v>344.35220071555557</c:v>
                      </c:pt>
                      <c:pt idx="287">
                        <c:v>267.00357408888885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F1FB-4D39-A8F8-9D267B9F4903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12-10-2026'!$I$1</c15:sqref>
                        </c15:formulaRef>
                      </c:ext>
                    </c:extLst>
                    <c:strCache>
                      <c:ptCount val="1"/>
                      <c:pt idx="0">
                        <c:v>BMR-DGW1 SGi 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12-10-2026'!$I$2:$I$289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45.563863951111109</c:v>
                      </c:pt>
                      <c:pt idx="1">
                        <c:v>27.732883279999999</c:v>
                      </c:pt>
                      <c:pt idx="2">
                        <c:v>15.53583246</c:v>
                      </c:pt>
                      <c:pt idx="3">
                        <c:v>9.6613250666666666</c:v>
                      </c:pt>
                      <c:pt idx="4">
                        <c:v>7.2393937777777779</c:v>
                      </c:pt>
                      <c:pt idx="5">
                        <c:v>8.6505158244444438</c:v>
                      </c:pt>
                      <c:pt idx="6">
                        <c:v>17.63764868222222</c:v>
                      </c:pt>
                      <c:pt idx="7">
                        <c:v>27.261148162222224</c:v>
                      </c:pt>
                      <c:pt idx="8">
                        <c:v>33.166175773333336</c:v>
                      </c:pt>
                      <c:pt idx="9">
                        <c:v>36.759555346666666</c:v>
                      </c:pt>
                      <c:pt idx="10">
                        <c:v>41.150805015555555</c:v>
                      </c:pt>
                      <c:pt idx="11">
                        <c:v>46.62888650888889</c:v>
                      </c:pt>
                      <c:pt idx="12">
                        <c:v>51.337418915555553</c:v>
                      </c:pt>
                      <c:pt idx="13">
                        <c:v>58.876512326666663</c:v>
                      </c:pt>
                      <c:pt idx="14">
                        <c:v>60.690849935555555</c:v>
                      </c:pt>
                      <c:pt idx="15">
                        <c:v>58.592264526666668</c:v>
                      </c:pt>
                      <c:pt idx="16">
                        <c:v>51.045303133333334</c:v>
                      </c:pt>
                      <c:pt idx="17">
                        <c:v>52.233970553333336</c:v>
                      </c:pt>
                      <c:pt idx="18">
                        <c:v>51.96007541777778</c:v>
                      </c:pt>
                      <c:pt idx="19">
                        <c:v>61.65603214888889</c:v>
                      </c:pt>
                      <c:pt idx="20">
                        <c:v>68.91204629111111</c:v>
                      </c:pt>
                      <c:pt idx="21">
                        <c:v>79.875352022222216</c:v>
                      </c:pt>
                      <c:pt idx="22">
                        <c:v>79.029568993333328</c:v>
                      </c:pt>
                      <c:pt idx="23">
                        <c:v>67.742913006666669</c:v>
                      </c:pt>
                      <c:pt idx="24">
                        <c:v>49.858683951111111</c:v>
                      </c:pt>
                      <c:pt idx="25">
                        <c:v>31.752814155555555</c:v>
                      </c:pt>
                      <c:pt idx="26">
                        <c:v>18.728616451111112</c:v>
                      </c:pt>
                      <c:pt idx="27">
                        <c:v>11.304884937777778</c:v>
                      </c:pt>
                      <c:pt idx="28">
                        <c:v>7.8349298422222224</c:v>
                      </c:pt>
                      <c:pt idx="29">
                        <c:v>8.4292936466666664</c:v>
                      </c:pt>
                      <c:pt idx="30">
                        <c:v>15.401967668888888</c:v>
                      </c:pt>
                      <c:pt idx="31">
                        <c:v>23.509613559999998</c:v>
                      </c:pt>
                      <c:pt idx="32">
                        <c:v>33.410300588888887</c:v>
                      </c:pt>
                      <c:pt idx="33">
                        <c:v>41.104300395555555</c:v>
                      </c:pt>
                      <c:pt idx="34">
                        <c:v>47.271808184444446</c:v>
                      </c:pt>
                      <c:pt idx="35">
                        <c:v>54.525705026666664</c:v>
                      </c:pt>
                      <c:pt idx="36">
                        <c:v>55.680295928888889</c:v>
                      </c:pt>
                      <c:pt idx="37">
                        <c:v>59.999136351111112</c:v>
                      </c:pt>
                      <c:pt idx="38">
                        <c:v>70.213303335555551</c:v>
                      </c:pt>
                      <c:pt idx="39">
                        <c:v>65.487673926666673</c:v>
                      </c:pt>
                      <c:pt idx="40">
                        <c:v>53.785658528888888</c:v>
                      </c:pt>
                      <c:pt idx="41">
                        <c:v>54.604479688888887</c:v>
                      </c:pt>
                      <c:pt idx="42">
                        <c:v>54.491219166666667</c:v>
                      </c:pt>
                      <c:pt idx="43">
                        <c:v>64.704089617777782</c:v>
                      </c:pt>
                      <c:pt idx="44">
                        <c:v>72.015572006666673</c:v>
                      </c:pt>
                      <c:pt idx="45">
                        <c:v>83.759391620000002</c:v>
                      </c:pt>
                      <c:pt idx="46">
                        <c:v>81.742791313333328</c:v>
                      </c:pt>
                      <c:pt idx="47">
                        <c:v>70.551045804444442</c:v>
                      </c:pt>
                      <c:pt idx="48">
                        <c:v>51.375171700000003</c:v>
                      </c:pt>
                      <c:pt idx="49">
                        <c:v>32.631468660000003</c:v>
                      </c:pt>
                      <c:pt idx="50">
                        <c:v>18.731311777777776</c:v>
                      </c:pt>
                      <c:pt idx="51">
                        <c:v>11.230138017777778</c:v>
                      </c:pt>
                      <c:pt idx="52">
                        <c:v>8.0503135488888891</c:v>
                      </c:pt>
                      <c:pt idx="53">
                        <c:v>8.8737585066666664</c:v>
                      </c:pt>
                      <c:pt idx="54">
                        <c:v>16.228308095555555</c:v>
                      </c:pt>
                      <c:pt idx="55">
                        <c:v>24.595213228888888</c:v>
                      </c:pt>
                      <c:pt idx="56">
                        <c:v>33.758508357777778</c:v>
                      </c:pt>
                      <c:pt idx="57">
                        <c:v>39.554698860000002</c:v>
                      </c:pt>
                      <c:pt idx="58">
                        <c:v>44.024720628888886</c:v>
                      </c:pt>
                      <c:pt idx="59">
                        <c:v>49.048183233333333</c:v>
                      </c:pt>
                      <c:pt idx="60">
                        <c:v>52.050863195555557</c:v>
                      </c:pt>
                      <c:pt idx="61">
                        <c:v>60.341151651111112</c:v>
                      </c:pt>
                      <c:pt idx="62">
                        <c:v>63.591910717777779</c:v>
                      </c:pt>
                      <c:pt idx="63">
                        <c:v>60.853158644444441</c:v>
                      </c:pt>
                      <c:pt idx="64">
                        <c:v>51.613212482222224</c:v>
                      </c:pt>
                      <c:pt idx="65">
                        <c:v>52.908145535555555</c:v>
                      </c:pt>
                      <c:pt idx="66">
                        <c:v>53.087728151111108</c:v>
                      </c:pt>
                      <c:pt idx="67">
                        <c:v>62.742780257777781</c:v>
                      </c:pt>
                      <c:pt idx="68">
                        <c:v>69.897634397777779</c:v>
                      </c:pt>
                      <c:pt idx="69">
                        <c:v>80.722095717777776</c:v>
                      </c:pt>
                      <c:pt idx="70">
                        <c:v>78.409894355555551</c:v>
                      </c:pt>
                      <c:pt idx="71">
                        <c:v>64.707898173333334</c:v>
                      </c:pt>
                      <c:pt idx="72">
                        <c:v>44.434181879999997</c:v>
                      </c:pt>
                      <c:pt idx="73">
                        <c:v>26.597507113333332</c:v>
                      </c:pt>
                      <c:pt idx="74">
                        <c:v>14.978079259999999</c:v>
                      </c:pt>
                      <c:pt idx="75">
                        <c:v>9.2728033977777784</c:v>
                      </c:pt>
                      <c:pt idx="76">
                        <c:v>7.0983554555555557</c:v>
                      </c:pt>
                      <c:pt idx="77">
                        <c:v>8.2452748400000004</c:v>
                      </c:pt>
                      <c:pt idx="78">
                        <c:v>17.097112588888891</c:v>
                      </c:pt>
                      <c:pt idx="79">
                        <c:v>25.845711922222222</c:v>
                      </c:pt>
                      <c:pt idx="80">
                        <c:v>32.281650644444447</c:v>
                      </c:pt>
                      <c:pt idx="81">
                        <c:v>35.718178386666665</c:v>
                      </c:pt>
                      <c:pt idx="82">
                        <c:v>39.612077084444444</c:v>
                      </c:pt>
                      <c:pt idx="83">
                        <c:v>45.749523000000003</c:v>
                      </c:pt>
                      <c:pt idx="84">
                        <c:v>48.647258362222225</c:v>
                      </c:pt>
                      <c:pt idx="85">
                        <c:v>55.104353804444443</c:v>
                      </c:pt>
                      <c:pt idx="86">
                        <c:v>55.972121299999998</c:v>
                      </c:pt>
                      <c:pt idx="87">
                        <c:v>54.449668562222222</c:v>
                      </c:pt>
                      <c:pt idx="88">
                        <c:v>49.479396206666664</c:v>
                      </c:pt>
                      <c:pt idx="89">
                        <c:v>52.501747988888887</c:v>
                      </c:pt>
                      <c:pt idx="90">
                        <c:v>52.360312904444442</c:v>
                      </c:pt>
                      <c:pt idx="91">
                        <c:v>62.557891353333332</c:v>
                      </c:pt>
                      <c:pt idx="92">
                        <c:v>70.043250628888885</c:v>
                      </c:pt>
                      <c:pt idx="93">
                        <c:v>80.209483666666671</c:v>
                      </c:pt>
                      <c:pt idx="94">
                        <c:v>76.899672768888891</c:v>
                      </c:pt>
                      <c:pt idx="95">
                        <c:v>62.316115095555553</c:v>
                      </c:pt>
                      <c:pt idx="96">
                        <c:v>42.012067046666665</c:v>
                      </c:pt>
                      <c:pt idx="97">
                        <c:v>24.62818248</c:v>
                      </c:pt>
                      <c:pt idx="98">
                        <c:v>14.053786713333333</c:v>
                      </c:pt>
                      <c:pt idx="99">
                        <c:v>8.8529307977777769</c:v>
                      </c:pt>
                      <c:pt idx="100">
                        <c:v>6.8890800288888885</c:v>
                      </c:pt>
                      <c:pt idx="101">
                        <c:v>8.2071890555555562</c:v>
                      </c:pt>
                      <c:pt idx="102">
                        <c:v>17.347914875555556</c:v>
                      </c:pt>
                      <c:pt idx="103">
                        <c:v>27.193256422222223</c:v>
                      </c:pt>
                      <c:pt idx="104">
                        <c:v>32.631575368888889</c:v>
                      </c:pt>
                      <c:pt idx="105">
                        <c:v>35.728196786666665</c:v>
                      </c:pt>
                      <c:pt idx="106">
                        <c:v>39.446092371111114</c:v>
                      </c:pt>
                      <c:pt idx="107">
                        <c:v>45.307702517777777</c:v>
                      </c:pt>
                      <c:pt idx="108">
                        <c:v>48.713885311111113</c:v>
                      </c:pt>
                      <c:pt idx="109">
                        <c:v>55.576128560000001</c:v>
                      </c:pt>
                      <c:pt idx="110">
                        <c:v>56.654468666666666</c:v>
                      </c:pt>
                      <c:pt idx="111">
                        <c:v>55.112328328888886</c:v>
                      </c:pt>
                      <c:pt idx="112">
                        <c:v>49.498286555555552</c:v>
                      </c:pt>
                      <c:pt idx="113">
                        <c:v>52.15850362222222</c:v>
                      </c:pt>
                      <c:pt idx="114">
                        <c:v>52.103617324444443</c:v>
                      </c:pt>
                      <c:pt idx="115">
                        <c:v>62.183600048888891</c:v>
                      </c:pt>
                      <c:pt idx="116">
                        <c:v>69.999616813333333</c:v>
                      </c:pt>
                      <c:pt idx="117">
                        <c:v>81.265608811111107</c:v>
                      </c:pt>
                      <c:pt idx="118">
                        <c:v>77.522497220000005</c:v>
                      </c:pt>
                      <c:pt idx="119">
                        <c:v>63.03654391111111</c:v>
                      </c:pt>
                      <c:pt idx="120">
                        <c:v>42.488623535555554</c:v>
                      </c:pt>
                      <c:pt idx="121">
                        <c:v>25.045003699999999</c:v>
                      </c:pt>
                      <c:pt idx="122">
                        <c:v>14.087296737777777</c:v>
                      </c:pt>
                      <c:pt idx="123">
                        <c:v>8.937791544444444</c:v>
                      </c:pt>
                      <c:pt idx="124">
                        <c:v>6.9245273511111112</c:v>
                      </c:pt>
                      <c:pt idx="125">
                        <c:v>8.1329467111111118</c:v>
                      </c:pt>
                      <c:pt idx="126">
                        <c:v>17.670508439999999</c:v>
                      </c:pt>
                      <c:pt idx="127">
                        <c:v>27.093702575555554</c:v>
                      </c:pt>
                      <c:pt idx="128">
                        <c:v>32.28732708222222</c:v>
                      </c:pt>
                      <c:pt idx="129">
                        <c:v>35.881418146666668</c:v>
                      </c:pt>
                      <c:pt idx="130">
                        <c:v>40.325012815555553</c:v>
                      </c:pt>
                      <c:pt idx="131">
                        <c:v>45.980357235555559</c:v>
                      </c:pt>
                      <c:pt idx="132">
                        <c:v>50.719577764444445</c:v>
                      </c:pt>
                      <c:pt idx="133">
                        <c:v>60.210131184444442</c:v>
                      </c:pt>
                      <c:pt idx="134">
                        <c:v>61.238351568888888</c:v>
                      </c:pt>
                      <c:pt idx="135">
                        <c:v>57.588232088888887</c:v>
                      </c:pt>
                      <c:pt idx="136">
                        <c:v>50.078865251111111</c:v>
                      </c:pt>
                      <c:pt idx="137">
                        <c:v>52.184847971111111</c:v>
                      </c:pt>
                      <c:pt idx="138">
                        <c:v>56.285828408888889</c:v>
                      </c:pt>
                      <c:pt idx="139">
                        <c:v>64.796382866666661</c:v>
                      </c:pt>
                      <c:pt idx="140">
                        <c:v>70.197148157777775</c:v>
                      </c:pt>
                      <c:pt idx="141">
                        <c:v>80.653243202222228</c:v>
                      </c:pt>
                      <c:pt idx="142">
                        <c:v>77.042306304444438</c:v>
                      </c:pt>
                      <c:pt idx="143">
                        <c:v>64.285765962222229</c:v>
                      </c:pt>
                      <c:pt idx="144">
                        <c:v>45.032595093333335</c:v>
                      </c:pt>
                      <c:pt idx="145">
                        <c:v>26.852099204444446</c:v>
                      </c:pt>
                      <c:pt idx="146">
                        <c:v>16.017445804444446</c:v>
                      </c:pt>
                      <c:pt idx="147">
                        <c:v>9.3760621088888882</c:v>
                      </c:pt>
                      <c:pt idx="148">
                        <c:v>7.080638691111111</c:v>
                      </c:pt>
                      <c:pt idx="149">
                        <c:v>8.4120135377777778</c:v>
                      </c:pt>
                      <c:pt idx="150">
                        <c:v>18.002429137777778</c:v>
                      </c:pt>
                      <c:pt idx="151">
                        <c:v>27.171248724444446</c:v>
                      </c:pt>
                      <c:pt idx="152">
                        <c:v>32.788391660000002</c:v>
                      </c:pt>
                      <c:pt idx="153">
                        <c:v>35.866948753333332</c:v>
                      </c:pt>
                      <c:pt idx="154">
                        <c:v>39.929380597777779</c:v>
                      </c:pt>
                      <c:pt idx="155">
                        <c:v>45.126198251111113</c:v>
                      </c:pt>
                      <c:pt idx="156">
                        <c:v>48.752033066666669</c:v>
                      </c:pt>
                      <c:pt idx="157">
                        <c:v>55.281686435555557</c:v>
                      </c:pt>
                      <c:pt idx="158">
                        <c:v>56.709292019999999</c:v>
                      </c:pt>
                      <c:pt idx="159">
                        <c:v>54.535545766666665</c:v>
                      </c:pt>
                      <c:pt idx="160">
                        <c:v>50.332224144444446</c:v>
                      </c:pt>
                      <c:pt idx="161">
                        <c:v>53.506185291111109</c:v>
                      </c:pt>
                      <c:pt idx="162">
                        <c:v>53.665010231111111</c:v>
                      </c:pt>
                      <c:pt idx="163">
                        <c:v>62.789906788888892</c:v>
                      </c:pt>
                      <c:pt idx="164">
                        <c:v>69.916918644444451</c:v>
                      </c:pt>
                      <c:pt idx="165">
                        <c:v>80.024360380000005</c:v>
                      </c:pt>
                      <c:pt idx="166">
                        <c:v>76.497733671111106</c:v>
                      </c:pt>
                      <c:pt idx="167">
                        <c:v>61.251306857777777</c:v>
                      </c:pt>
                      <c:pt idx="168">
                        <c:v>41.804314486666669</c:v>
                      </c:pt>
                      <c:pt idx="169">
                        <c:v>24.797793142222222</c:v>
                      </c:pt>
                      <c:pt idx="170">
                        <c:v>14.222713384444445</c:v>
                      </c:pt>
                      <c:pt idx="171">
                        <c:v>8.9178119777777773</c:v>
                      </c:pt>
                      <c:pt idx="172">
                        <c:v>6.9537229511111107</c:v>
                      </c:pt>
                      <c:pt idx="173">
                        <c:v>8.4499443822222222</c:v>
                      </c:pt>
                      <c:pt idx="174">
                        <c:v>18.221537622222222</c:v>
                      </c:pt>
                      <c:pt idx="175">
                        <c:v>28.340799173333334</c:v>
                      </c:pt>
                      <c:pt idx="176">
                        <c:v>35.048407382222223</c:v>
                      </c:pt>
                      <c:pt idx="177">
                        <c:v>40.159401340000002</c:v>
                      </c:pt>
                      <c:pt idx="178">
                        <c:v>43.23981718666667</c:v>
                      </c:pt>
                      <c:pt idx="179">
                        <c:v>47.365315984444443</c:v>
                      </c:pt>
                      <c:pt idx="180">
                        <c:v>51.595771648888892</c:v>
                      </c:pt>
                      <c:pt idx="181">
                        <c:v>58.307329342222225</c:v>
                      </c:pt>
                      <c:pt idx="182">
                        <c:v>59.740879762222221</c:v>
                      </c:pt>
                      <c:pt idx="183">
                        <c:v>57.137088575555559</c:v>
                      </c:pt>
                      <c:pt idx="184">
                        <c:v>50.82433044222222</c:v>
                      </c:pt>
                      <c:pt idx="185">
                        <c:v>53.028822828888892</c:v>
                      </c:pt>
                      <c:pt idx="186">
                        <c:v>53.602573771111111</c:v>
                      </c:pt>
                      <c:pt idx="187">
                        <c:v>64.018482300000002</c:v>
                      </c:pt>
                      <c:pt idx="188">
                        <c:v>71.372277886666666</c:v>
                      </c:pt>
                      <c:pt idx="189">
                        <c:v>80.995931871111111</c:v>
                      </c:pt>
                      <c:pt idx="190">
                        <c:v>78.972190908888891</c:v>
                      </c:pt>
                      <c:pt idx="191">
                        <c:v>66.131322093333338</c:v>
                      </c:pt>
                      <c:pt idx="192">
                        <c:v>47.327224786666669</c:v>
                      </c:pt>
                      <c:pt idx="193">
                        <c:v>30.087356011111112</c:v>
                      </c:pt>
                      <c:pt idx="194">
                        <c:v>17.499759477777779</c:v>
                      </c:pt>
                      <c:pt idx="195">
                        <c:v>10.842437106666667</c:v>
                      </c:pt>
                      <c:pt idx="196">
                        <c:v>7.7090559599999997</c:v>
                      </c:pt>
                      <c:pt idx="197">
                        <c:v>8.1661794422222229</c:v>
                      </c:pt>
                      <c:pt idx="198">
                        <c:v>16.067579568888888</c:v>
                      </c:pt>
                      <c:pt idx="199">
                        <c:v>24.450426822222223</c:v>
                      </c:pt>
                      <c:pt idx="200">
                        <c:v>34.197356648888892</c:v>
                      </c:pt>
                      <c:pt idx="201">
                        <c:v>40.867165953333334</c:v>
                      </c:pt>
                      <c:pt idx="202">
                        <c:v>47.102522917777776</c:v>
                      </c:pt>
                      <c:pt idx="203">
                        <c:v>53.44664696666667</c:v>
                      </c:pt>
                      <c:pt idx="204">
                        <c:v>54.129432219999998</c:v>
                      </c:pt>
                      <c:pt idx="205">
                        <c:v>58.657039060000002</c:v>
                      </c:pt>
                      <c:pt idx="206">
                        <c:v>68.089012235555558</c:v>
                      </c:pt>
                      <c:pt idx="207">
                        <c:v>62.506473620000001</c:v>
                      </c:pt>
                      <c:pt idx="208">
                        <c:v>52.70133918222222</c:v>
                      </c:pt>
                      <c:pt idx="209">
                        <c:v>53.938003822222221</c:v>
                      </c:pt>
                      <c:pt idx="210">
                        <c:v>53.321819277777777</c:v>
                      </c:pt>
                      <c:pt idx="211">
                        <c:v>64.410407948888889</c:v>
                      </c:pt>
                      <c:pt idx="212">
                        <c:v>72.302349422222221</c:v>
                      </c:pt>
                      <c:pt idx="213">
                        <c:v>82.582310073333332</c:v>
                      </c:pt>
                      <c:pt idx="214">
                        <c:v>81.092419840000005</c:v>
                      </c:pt>
                      <c:pt idx="215">
                        <c:v>67.632824102222216</c:v>
                      </c:pt>
                      <c:pt idx="216">
                        <c:v>47.706339904444441</c:v>
                      </c:pt>
                      <c:pt idx="217">
                        <c:v>28.871710402222224</c:v>
                      </c:pt>
                      <c:pt idx="218">
                        <c:v>16.612333664444446</c:v>
                      </c:pt>
                      <c:pt idx="219">
                        <c:v>10.024430155555555</c:v>
                      </c:pt>
                      <c:pt idx="220">
                        <c:v>7.350687446666667</c:v>
                      </c:pt>
                      <c:pt idx="221">
                        <c:v>8.0443118222222214</c:v>
                      </c:pt>
                      <c:pt idx="222">
                        <c:v>16.029194775555556</c:v>
                      </c:pt>
                      <c:pt idx="223">
                        <c:v>24.976305735555556</c:v>
                      </c:pt>
                      <c:pt idx="224">
                        <c:v>33.425678228888891</c:v>
                      </c:pt>
                      <c:pt idx="225">
                        <c:v>38.80959631333333</c:v>
                      </c:pt>
                      <c:pt idx="226">
                        <c:v>42.894046377777777</c:v>
                      </c:pt>
                      <c:pt idx="227">
                        <c:v>47.794751553333334</c:v>
                      </c:pt>
                      <c:pt idx="228">
                        <c:v>50.761995357777778</c:v>
                      </c:pt>
                      <c:pt idx="229">
                        <c:v>59.994148524444448</c:v>
                      </c:pt>
                      <c:pt idx="230">
                        <c:v>62.866161226666669</c:v>
                      </c:pt>
                      <c:pt idx="231">
                        <c:v>59.206314048888892</c:v>
                      </c:pt>
                      <c:pt idx="232">
                        <c:v>51.405814508888888</c:v>
                      </c:pt>
                      <c:pt idx="233">
                        <c:v>53.134425691111112</c:v>
                      </c:pt>
                      <c:pt idx="234">
                        <c:v>53.69758736</c:v>
                      </c:pt>
                      <c:pt idx="235">
                        <c:v>63.088358497777776</c:v>
                      </c:pt>
                      <c:pt idx="236">
                        <c:v>72.244901395555559</c:v>
                      </c:pt>
                      <c:pt idx="237">
                        <c:v>82.594076084444438</c:v>
                      </c:pt>
                      <c:pt idx="238">
                        <c:v>77.114214482222224</c:v>
                      </c:pt>
                      <c:pt idx="239">
                        <c:v>61.71967816888889</c:v>
                      </c:pt>
                      <c:pt idx="240">
                        <c:v>41.024390084444441</c:v>
                      </c:pt>
                      <c:pt idx="241">
                        <c:v>24.28505391111111</c:v>
                      </c:pt>
                      <c:pt idx="242">
                        <c:v>13.896628508888888</c:v>
                      </c:pt>
                      <c:pt idx="243">
                        <c:v>8.9408250533333327</c:v>
                      </c:pt>
                      <c:pt idx="244">
                        <c:v>6.9412649111111113</c:v>
                      </c:pt>
                      <c:pt idx="245">
                        <c:v>8.0241899977777784</c:v>
                      </c:pt>
                      <c:pt idx="246">
                        <c:v>17.187426120000001</c:v>
                      </c:pt>
                      <c:pt idx="247">
                        <c:v>26.137822951111112</c:v>
                      </c:pt>
                      <c:pt idx="248">
                        <c:v>32.210286795555554</c:v>
                      </c:pt>
                      <c:pt idx="249">
                        <c:v>34.289650235555555</c:v>
                      </c:pt>
                      <c:pt idx="250">
                        <c:v>37.908462622222224</c:v>
                      </c:pt>
                      <c:pt idx="251">
                        <c:v>43.415811699999999</c:v>
                      </c:pt>
                      <c:pt idx="252">
                        <c:v>47.159939546666664</c:v>
                      </c:pt>
                      <c:pt idx="253">
                        <c:v>54.150569311111113</c:v>
                      </c:pt>
                      <c:pt idx="254">
                        <c:v>55.714357951111111</c:v>
                      </c:pt>
                      <c:pt idx="255">
                        <c:v>53.530025102222226</c:v>
                      </c:pt>
                      <c:pt idx="256">
                        <c:v>50.063815606666665</c:v>
                      </c:pt>
                      <c:pt idx="257">
                        <c:v>53.875573453333331</c:v>
                      </c:pt>
                      <c:pt idx="258">
                        <c:v>54.385591708888889</c:v>
                      </c:pt>
                      <c:pt idx="259">
                        <c:v>63.413719422222222</c:v>
                      </c:pt>
                      <c:pt idx="260">
                        <c:v>72.066868237777783</c:v>
                      </c:pt>
                      <c:pt idx="261">
                        <c:v>80.605962286666667</c:v>
                      </c:pt>
                      <c:pt idx="262">
                        <c:v>76.094253457777782</c:v>
                      </c:pt>
                      <c:pt idx="263">
                        <c:v>60.101003519999999</c:v>
                      </c:pt>
                      <c:pt idx="264">
                        <c:v>39.61294482666667</c:v>
                      </c:pt>
                      <c:pt idx="265">
                        <c:v>23.326743664444443</c:v>
                      </c:pt>
                      <c:pt idx="266">
                        <c:v>13.194433137777779</c:v>
                      </c:pt>
                      <c:pt idx="267">
                        <c:v>8.4775800177777771</c:v>
                      </c:pt>
                      <c:pt idx="268">
                        <c:v>6.7898165333333331</c:v>
                      </c:pt>
                      <c:pt idx="269">
                        <c:v>7.9884307066666667</c:v>
                      </c:pt>
                      <c:pt idx="270">
                        <c:v>17.713721273333334</c:v>
                      </c:pt>
                      <c:pt idx="271">
                        <c:v>27.107401635555554</c:v>
                      </c:pt>
                      <c:pt idx="272">
                        <c:v>32.41280880888889</c:v>
                      </c:pt>
                      <c:pt idx="273">
                        <c:v>35.414611933333333</c:v>
                      </c:pt>
                      <c:pt idx="274">
                        <c:v>39.264109924444448</c:v>
                      </c:pt>
                      <c:pt idx="275">
                        <c:v>44.37247456888889</c:v>
                      </c:pt>
                      <c:pt idx="276">
                        <c:v>48.438431762222223</c:v>
                      </c:pt>
                      <c:pt idx="277">
                        <c:v>55.126981173333334</c:v>
                      </c:pt>
                      <c:pt idx="278">
                        <c:v>55.58841845111111</c:v>
                      </c:pt>
                      <c:pt idx="279">
                        <c:v>53.490639308888888</c:v>
                      </c:pt>
                      <c:pt idx="280">
                        <c:v>50.34177216222222</c:v>
                      </c:pt>
                      <c:pt idx="281">
                        <c:v>53.525716651111111</c:v>
                      </c:pt>
                      <c:pt idx="282">
                        <c:v>53.539109655555556</c:v>
                      </c:pt>
                      <c:pt idx="283">
                        <c:v>63.554736426666665</c:v>
                      </c:pt>
                      <c:pt idx="284">
                        <c:v>72.757666866666668</c:v>
                      </c:pt>
                      <c:pt idx="285">
                        <c:v>82.257735571111112</c:v>
                      </c:pt>
                      <c:pt idx="286">
                        <c:v>76.610552662222219</c:v>
                      </c:pt>
                      <c:pt idx="287">
                        <c:v>60.362046213333336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F1FB-4D39-A8F8-9D267B9F4903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12-10-2026'!$J$1</c15:sqref>
                        </c15:formulaRef>
                      </c:ext>
                    </c:extLst>
                    <c:strCache>
                      <c:ptCount val="1"/>
                      <c:pt idx="0">
                        <c:v>BMR-DGW1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12-10-2026'!$J$2:$J$289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4.7150863644444447</c:v>
                      </c:pt>
                      <c:pt idx="1">
                        <c:v>2.79348274</c:v>
                      </c:pt>
                      <c:pt idx="2">
                        <c:v>1.61412936</c:v>
                      </c:pt>
                      <c:pt idx="3">
                        <c:v>1.0455524866666666</c:v>
                      </c:pt>
                      <c:pt idx="4">
                        <c:v>0.91988577111111114</c:v>
                      </c:pt>
                      <c:pt idx="5">
                        <c:v>1.3609440955555556</c:v>
                      </c:pt>
                      <c:pt idx="6">
                        <c:v>2.7166018444444444</c:v>
                      </c:pt>
                      <c:pt idx="7">
                        <c:v>3.9623833733333331</c:v>
                      </c:pt>
                      <c:pt idx="8">
                        <c:v>4.268624735555556</c:v>
                      </c:pt>
                      <c:pt idx="9">
                        <c:v>4.2399048777777777</c:v>
                      </c:pt>
                      <c:pt idx="10">
                        <c:v>4.3460099533333336</c:v>
                      </c:pt>
                      <c:pt idx="11">
                        <c:v>4.8104389666666663</c:v>
                      </c:pt>
                      <c:pt idx="12">
                        <c:v>5.4845724022222226</c:v>
                      </c:pt>
                      <c:pt idx="13">
                        <c:v>6.2901444133333335</c:v>
                      </c:pt>
                      <c:pt idx="14">
                        <c:v>6.6273526488888885</c:v>
                      </c:pt>
                      <c:pt idx="15">
                        <c:v>6.3559021822222226</c:v>
                      </c:pt>
                      <c:pt idx="16">
                        <c:v>5.3122707399999998</c:v>
                      </c:pt>
                      <c:pt idx="17">
                        <c:v>4.8941382666666664</c:v>
                      </c:pt>
                      <c:pt idx="18">
                        <c:v>5.0326159022222221</c:v>
                      </c:pt>
                      <c:pt idx="19">
                        <c:v>6.0977596955555553</c:v>
                      </c:pt>
                      <c:pt idx="20">
                        <c:v>6.5825109177777774</c:v>
                      </c:pt>
                      <c:pt idx="21">
                        <c:v>7.5775862933333329</c:v>
                      </c:pt>
                      <c:pt idx="22">
                        <c:v>7.8548659955555555</c:v>
                      </c:pt>
                      <c:pt idx="23">
                        <c:v>6.8665391755555554</c:v>
                      </c:pt>
                      <c:pt idx="24">
                        <c:v>5.0778910177777776</c:v>
                      </c:pt>
                      <c:pt idx="25">
                        <c:v>3.1814328844444444</c:v>
                      </c:pt>
                      <c:pt idx="26">
                        <c:v>1.8637652022222222</c:v>
                      </c:pt>
                      <c:pt idx="27">
                        <c:v>1.1914245644444443</c:v>
                      </c:pt>
                      <c:pt idx="28">
                        <c:v>0.94009377333333333</c:v>
                      </c:pt>
                      <c:pt idx="29">
                        <c:v>1.24613258</c:v>
                      </c:pt>
                      <c:pt idx="30">
                        <c:v>2.3634316444444443</c:v>
                      </c:pt>
                      <c:pt idx="31">
                        <c:v>3.5625835711111109</c:v>
                      </c:pt>
                      <c:pt idx="32">
                        <c:v>4.6003153711111109</c:v>
                      </c:pt>
                      <c:pt idx="33">
                        <c:v>4.9343066733333334</c:v>
                      </c:pt>
                      <c:pt idx="34">
                        <c:v>5.1702186577777773</c:v>
                      </c:pt>
                      <c:pt idx="35">
                        <c:v>5.7767192688888889</c:v>
                      </c:pt>
                      <c:pt idx="36">
                        <c:v>6.171995311111111</c:v>
                      </c:pt>
                      <c:pt idx="37">
                        <c:v>6.681857642222222</c:v>
                      </c:pt>
                      <c:pt idx="38">
                        <c:v>7.4255420422222222</c:v>
                      </c:pt>
                      <c:pt idx="39">
                        <c:v>6.9777517666666666</c:v>
                      </c:pt>
                      <c:pt idx="40">
                        <c:v>5.5883561999999998</c:v>
                      </c:pt>
                      <c:pt idx="41">
                        <c:v>5.1728916266666669</c:v>
                      </c:pt>
                      <c:pt idx="42">
                        <c:v>5.356992642222222</c:v>
                      </c:pt>
                      <c:pt idx="43">
                        <c:v>6.3945630266666669</c:v>
                      </c:pt>
                      <c:pt idx="44">
                        <c:v>6.8210814733333329</c:v>
                      </c:pt>
                      <c:pt idx="45">
                        <c:v>7.8436307311111113</c:v>
                      </c:pt>
                      <c:pt idx="46">
                        <c:v>8.1026763200000005</c:v>
                      </c:pt>
                      <c:pt idx="47">
                        <c:v>7.103100546666667</c:v>
                      </c:pt>
                      <c:pt idx="48">
                        <c:v>5.2214188200000002</c:v>
                      </c:pt>
                      <c:pt idx="49">
                        <c:v>3.2022697288888891</c:v>
                      </c:pt>
                      <c:pt idx="50">
                        <c:v>1.9273914488888888</c:v>
                      </c:pt>
                      <c:pt idx="51">
                        <c:v>1.2369375600000001</c:v>
                      </c:pt>
                      <c:pt idx="52">
                        <c:v>1.0452270822222223</c:v>
                      </c:pt>
                      <c:pt idx="53">
                        <c:v>1.4093910999999999</c:v>
                      </c:pt>
                      <c:pt idx="54">
                        <c:v>2.5706300022222224</c:v>
                      </c:pt>
                      <c:pt idx="55">
                        <c:v>3.808300251111111</c:v>
                      </c:pt>
                      <c:pt idx="56">
                        <c:v>4.579302133333333</c:v>
                      </c:pt>
                      <c:pt idx="57">
                        <c:v>4.7552931977777781</c:v>
                      </c:pt>
                      <c:pt idx="58">
                        <c:v>4.8256011466666671</c:v>
                      </c:pt>
                      <c:pt idx="59">
                        <c:v>5.2207735733333331</c:v>
                      </c:pt>
                      <c:pt idx="60">
                        <c:v>5.6867112222222218</c:v>
                      </c:pt>
                      <c:pt idx="61">
                        <c:v>6.5277457844444449</c:v>
                      </c:pt>
                      <c:pt idx="62">
                        <c:v>6.9336608955555556</c:v>
                      </c:pt>
                      <c:pt idx="63">
                        <c:v>6.5079248555555553</c:v>
                      </c:pt>
                      <c:pt idx="64">
                        <c:v>5.3527093288888885</c:v>
                      </c:pt>
                      <c:pt idx="65">
                        <c:v>4.9928417044444444</c:v>
                      </c:pt>
                      <c:pt idx="66">
                        <c:v>5.1568461644444445</c:v>
                      </c:pt>
                      <c:pt idx="67">
                        <c:v>6.183216166666667</c:v>
                      </c:pt>
                      <c:pt idx="68">
                        <c:v>6.7286867399999997</c:v>
                      </c:pt>
                      <c:pt idx="69">
                        <c:v>7.6533856133333336</c:v>
                      </c:pt>
                      <c:pt idx="70">
                        <c:v>7.7861724666666667</c:v>
                      </c:pt>
                      <c:pt idx="71">
                        <c:v>6.6226062133333334</c:v>
                      </c:pt>
                      <c:pt idx="72">
                        <c:v>4.4864985822222225</c:v>
                      </c:pt>
                      <c:pt idx="73">
                        <c:v>2.6660788533333335</c:v>
                      </c:pt>
                      <c:pt idx="74">
                        <c:v>1.60751592</c:v>
                      </c:pt>
                      <c:pt idx="75">
                        <c:v>1.1079131555555555</c:v>
                      </c:pt>
                      <c:pt idx="76">
                        <c:v>0.99560155333333333</c:v>
                      </c:pt>
                      <c:pt idx="77">
                        <c:v>1.3310038777777777</c:v>
                      </c:pt>
                      <c:pt idx="78">
                        <c:v>2.6967070977777778</c:v>
                      </c:pt>
                      <c:pt idx="79">
                        <c:v>3.7777215200000001</c:v>
                      </c:pt>
                      <c:pt idx="80">
                        <c:v>4.1682226755555556</c:v>
                      </c:pt>
                      <c:pt idx="81">
                        <c:v>4.1902742177777776</c:v>
                      </c:pt>
                      <c:pt idx="82">
                        <c:v>4.2371875066666664</c:v>
                      </c:pt>
                      <c:pt idx="83">
                        <c:v>4.6712693066666668</c:v>
                      </c:pt>
                      <c:pt idx="84">
                        <c:v>5.2006425377777781</c:v>
                      </c:pt>
                      <c:pt idx="85">
                        <c:v>5.8859264355555556</c:v>
                      </c:pt>
                      <c:pt idx="86">
                        <c:v>6.0742032711111111</c:v>
                      </c:pt>
                      <c:pt idx="87">
                        <c:v>5.8859464399999997</c:v>
                      </c:pt>
                      <c:pt idx="88">
                        <c:v>5.1000955777777781</c:v>
                      </c:pt>
                      <c:pt idx="89">
                        <c:v>4.7429827844444441</c:v>
                      </c:pt>
                      <c:pt idx="90">
                        <c:v>5.0714306644444447</c:v>
                      </c:pt>
                      <c:pt idx="91">
                        <c:v>6.0404935799999997</c:v>
                      </c:pt>
                      <c:pt idx="92">
                        <c:v>6.5411803422222219</c:v>
                      </c:pt>
                      <c:pt idx="93">
                        <c:v>7.5082221000000002</c:v>
                      </c:pt>
                      <c:pt idx="94">
                        <c:v>7.5807869333333331</c:v>
                      </c:pt>
                      <c:pt idx="95">
                        <c:v>6.3336801266666667</c:v>
                      </c:pt>
                      <c:pt idx="96">
                        <c:v>4.2658935511111107</c:v>
                      </c:pt>
                      <c:pt idx="97">
                        <c:v>2.4841240666666669</c:v>
                      </c:pt>
                      <c:pt idx="98">
                        <c:v>1.4502789177777777</c:v>
                      </c:pt>
                      <c:pt idx="99">
                        <c:v>0.99822053777777775</c:v>
                      </c:pt>
                      <c:pt idx="100">
                        <c:v>0.8997989666666667</c:v>
                      </c:pt>
                      <c:pt idx="101">
                        <c:v>1.2810598177777779</c:v>
                      </c:pt>
                      <c:pt idx="102">
                        <c:v>2.6998945088888888</c:v>
                      </c:pt>
                      <c:pt idx="103">
                        <c:v>3.8243468666666667</c:v>
                      </c:pt>
                      <c:pt idx="104">
                        <c:v>4.1934440244444442</c:v>
                      </c:pt>
                      <c:pt idx="105">
                        <c:v>4.0776339111111115</c:v>
                      </c:pt>
                      <c:pt idx="106">
                        <c:v>4.1601507222222223</c:v>
                      </c:pt>
                      <c:pt idx="107">
                        <c:v>4.63192088</c:v>
                      </c:pt>
                      <c:pt idx="108">
                        <c:v>5.2449084844444442</c:v>
                      </c:pt>
                      <c:pt idx="109">
                        <c:v>5.956073942222222</c:v>
                      </c:pt>
                      <c:pt idx="110">
                        <c:v>6.1551246111111109</c:v>
                      </c:pt>
                      <c:pt idx="111">
                        <c:v>5.9631463422222222</c:v>
                      </c:pt>
                      <c:pt idx="112">
                        <c:v>5.1437708511111113</c:v>
                      </c:pt>
                      <c:pt idx="113">
                        <c:v>4.7931888288888889</c:v>
                      </c:pt>
                      <c:pt idx="114">
                        <c:v>5.0506512311111109</c:v>
                      </c:pt>
                      <c:pt idx="115">
                        <c:v>6.1211493311111109</c:v>
                      </c:pt>
                      <c:pt idx="116">
                        <c:v>6.6074367444444446</c:v>
                      </c:pt>
                      <c:pt idx="117">
                        <c:v>7.5317638288888888</c:v>
                      </c:pt>
                      <c:pt idx="118">
                        <c:v>7.7537499288888885</c:v>
                      </c:pt>
                      <c:pt idx="119">
                        <c:v>6.402824228888889</c:v>
                      </c:pt>
                      <c:pt idx="120">
                        <c:v>4.3502429999999999</c:v>
                      </c:pt>
                      <c:pt idx="121">
                        <c:v>2.5698270311111111</c:v>
                      </c:pt>
                      <c:pt idx="122">
                        <c:v>1.5107830777777778</c:v>
                      </c:pt>
                      <c:pt idx="123">
                        <c:v>1.0147924155555557</c:v>
                      </c:pt>
                      <c:pt idx="124">
                        <c:v>0.9270931911111111</c:v>
                      </c:pt>
                      <c:pt idx="125">
                        <c:v>1.3287361955555557</c:v>
                      </c:pt>
                      <c:pt idx="126">
                        <c:v>2.8017457488888891</c:v>
                      </c:pt>
                      <c:pt idx="127">
                        <c:v>3.8979889733333333</c:v>
                      </c:pt>
                      <c:pt idx="128">
                        <c:v>4.1387310444444445</c:v>
                      </c:pt>
                      <c:pt idx="129">
                        <c:v>4.1293871111111109</c:v>
                      </c:pt>
                      <c:pt idx="130">
                        <c:v>4.2033952066666664</c:v>
                      </c:pt>
                      <c:pt idx="131">
                        <c:v>4.7061438355555554</c:v>
                      </c:pt>
                      <c:pt idx="132">
                        <c:v>5.4238897777777781</c:v>
                      </c:pt>
                      <c:pt idx="133">
                        <c:v>6.4287084733333337</c:v>
                      </c:pt>
                      <c:pt idx="134">
                        <c:v>6.751702751111111</c:v>
                      </c:pt>
                      <c:pt idx="135">
                        <c:v>6.3738901555555554</c:v>
                      </c:pt>
                      <c:pt idx="136">
                        <c:v>5.2129739333333331</c:v>
                      </c:pt>
                      <c:pt idx="137">
                        <c:v>4.9039031755555555</c:v>
                      </c:pt>
                      <c:pt idx="138">
                        <c:v>5.3465574377777774</c:v>
                      </c:pt>
                      <c:pt idx="139">
                        <c:v>6.269728146666667</c:v>
                      </c:pt>
                      <c:pt idx="140">
                        <c:v>6.6118620577777776</c:v>
                      </c:pt>
                      <c:pt idx="141">
                        <c:v>7.5861919311111112</c:v>
                      </c:pt>
                      <c:pt idx="142">
                        <c:v>7.6928131177777779</c:v>
                      </c:pt>
                      <c:pt idx="143">
                        <c:v>6.4697109866666667</c:v>
                      </c:pt>
                      <c:pt idx="144">
                        <c:v>4.3992625977777777</c:v>
                      </c:pt>
                      <c:pt idx="145">
                        <c:v>2.6338407066666667</c:v>
                      </c:pt>
                      <c:pt idx="146">
                        <c:v>1.6071727466666668</c:v>
                      </c:pt>
                      <c:pt idx="147">
                        <c:v>1.0986633800000001</c:v>
                      </c:pt>
                      <c:pt idx="148">
                        <c:v>0.97081767777777783</c:v>
                      </c:pt>
                      <c:pt idx="149">
                        <c:v>1.3534371977777777</c:v>
                      </c:pt>
                      <c:pt idx="150">
                        <c:v>2.841922842222222</c:v>
                      </c:pt>
                      <c:pt idx="151">
                        <c:v>3.9147980444444443</c:v>
                      </c:pt>
                      <c:pt idx="152">
                        <c:v>4.1817903155555554</c:v>
                      </c:pt>
                      <c:pt idx="153">
                        <c:v>4.1199407355555557</c:v>
                      </c:pt>
                      <c:pt idx="154">
                        <c:v>4.1984539088888893</c:v>
                      </c:pt>
                      <c:pt idx="155">
                        <c:v>4.6593520333333336</c:v>
                      </c:pt>
                      <c:pt idx="156">
                        <c:v>5.2540349866666665</c:v>
                      </c:pt>
                      <c:pt idx="157">
                        <c:v>5.9832125200000004</c:v>
                      </c:pt>
                      <c:pt idx="158">
                        <c:v>6.2042895977777777</c:v>
                      </c:pt>
                      <c:pt idx="159">
                        <c:v>5.9138670733333329</c:v>
                      </c:pt>
                      <c:pt idx="160">
                        <c:v>5.1693820888888888</c:v>
                      </c:pt>
                      <c:pt idx="161">
                        <c:v>4.9076590600000003</c:v>
                      </c:pt>
                      <c:pt idx="162">
                        <c:v>5.261527237777778</c:v>
                      </c:pt>
                      <c:pt idx="163">
                        <c:v>6.2610437488888886</c:v>
                      </c:pt>
                      <c:pt idx="164">
                        <c:v>6.6912453288888889</c:v>
                      </c:pt>
                      <c:pt idx="165">
                        <c:v>7.5872038599999998</c:v>
                      </c:pt>
                      <c:pt idx="166">
                        <c:v>7.6926889111111114</c:v>
                      </c:pt>
                      <c:pt idx="167">
                        <c:v>6.2673329933333335</c:v>
                      </c:pt>
                      <c:pt idx="168">
                        <c:v>4.2644409288888889</c:v>
                      </c:pt>
                      <c:pt idx="169">
                        <c:v>2.5728265355555555</c:v>
                      </c:pt>
                      <c:pt idx="170">
                        <c:v>1.5027967777777778</c:v>
                      </c:pt>
                      <c:pt idx="171">
                        <c:v>1.0548062533333333</c:v>
                      </c:pt>
                      <c:pt idx="172">
                        <c:v>0.97967067555555554</c:v>
                      </c:pt>
                      <c:pt idx="173">
                        <c:v>1.34454406</c:v>
                      </c:pt>
                      <c:pt idx="174">
                        <c:v>2.8919055333333334</c:v>
                      </c:pt>
                      <c:pt idx="175">
                        <c:v>4.0580163911111109</c:v>
                      </c:pt>
                      <c:pt idx="176">
                        <c:v>4.4464121133333334</c:v>
                      </c:pt>
                      <c:pt idx="177">
                        <c:v>4.3816503955555559</c:v>
                      </c:pt>
                      <c:pt idx="178">
                        <c:v>4.3857814399999997</c:v>
                      </c:pt>
                      <c:pt idx="179">
                        <c:v>4.7756483933333334</c:v>
                      </c:pt>
                      <c:pt idx="180">
                        <c:v>5.4189849644444443</c:v>
                      </c:pt>
                      <c:pt idx="181">
                        <c:v>6.1815599800000003</c:v>
                      </c:pt>
                      <c:pt idx="182">
                        <c:v>6.4618156066666668</c:v>
                      </c:pt>
                      <c:pt idx="183">
                        <c:v>6.2181922399999996</c:v>
                      </c:pt>
                      <c:pt idx="184">
                        <c:v>5.2163519000000003</c:v>
                      </c:pt>
                      <c:pt idx="185">
                        <c:v>5.0181355200000004</c:v>
                      </c:pt>
                      <c:pt idx="186">
                        <c:v>5.3481072488888888</c:v>
                      </c:pt>
                      <c:pt idx="187">
                        <c:v>6.3394292866666664</c:v>
                      </c:pt>
                      <c:pt idx="188">
                        <c:v>6.8318131266666668</c:v>
                      </c:pt>
                      <c:pt idx="189">
                        <c:v>7.6564977555555558</c:v>
                      </c:pt>
                      <c:pt idx="190">
                        <c:v>7.866721817777778</c:v>
                      </c:pt>
                      <c:pt idx="191">
                        <c:v>6.75098018</c:v>
                      </c:pt>
                      <c:pt idx="192">
                        <c:v>4.8733549444444444</c:v>
                      </c:pt>
                      <c:pt idx="193">
                        <c:v>3.0468550688888887</c:v>
                      </c:pt>
                      <c:pt idx="194">
                        <c:v>1.7634242466666668</c:v>
                      </c:pt>
                      <c:pt idx="195">
                        <c:v>1.2003983266666667</c:v>
                      </c:pt>
                      <c:pt idx="196">
                        <c:v>1.0376545933333334</c:v>
                      </c:pt>
                      <c:pt idx="197">
                        <c:v>1.2774697488888889</c:v>
                      </c:pt>
                      <c:pt idx="198">
                        <c:v>2.5073967844444445</c:v>
                      </c:pt>
                      <c:pt idx="199">
                        <c:v>3.7673075333333332</c:v>
                      </c:pt>
                      <c:pt idx="200">
                        <c:v>4.7074515866666671</c:v>
                      </c:pt>
                      <c:pt idx="201">
                        <c:v>5.010541326666667</c:v>
                      </c:pt>
                      <c:pt idx="202">
                        <c:v>5.1671932622222219</c:v>
                      </c:pt>
                      <c:pt idx="203">
                        <c:v>5.6953126000000003</c:v>
                      </c:pt>
                      <c:pt idx="204">
                        <c:v>6.0672338377777777</c:v>
                      </c:pt>
                      <c:pt idx="205">
                        <c:v>6.5078507111111108</c:v>
                      </c:pt>
                      <c:pt idx="206">
                        <c:v>7.1739722822222225</c:v>
                      </c:pt>
                      <c:pt idx="207">
                        <c:v>6.7187756533333332</c:v>
                      </c:pt>
                      <c:pt idx="208">
                        <c:v>5.4978564955555553</c:v>
                      </c:pt>
                      <c:pt idx="209">
                        <c:v>5.1531098399999999</c:v>
                      </c:pt>
                      <c:pt idx="210">
                        <c:v>5.4051423577777777</c:v>
                      </c:pt>
                      <c:pt idx="211">
                        <c:v>6.4455399088888887</c:v>
                      </c:pt>
                      <c:pt idx="212">
                        <c:v>6.9116645355555555</c:v>
                      </c:pt>
                      <c:pt idx="213">
                        <c:v>7.8830911133333332</c:v>
                      </c:pt>
                      <c:pt idx="214">
                        <c:v>8.0399611222222216</c:v>
                      </c:pt>
                      <c:pt idx="215">
                        <c:v>6.9344017977777774</c:v>
                      </c:pt>
                      <c:pt idx="216">
                        <c:v>4.9528256644444442</c:v>
                      </c:pt>
                      <c:pt idx="217">
                        <c:v>2.9994369933333331</c:v>
                      </c:pt>
                      <c:pt idx="218">
                        <c:v>1.7904967666666667</c:v>
                      </c:pt>
                      <c:pt idx="219">
                        <c:v>1.190976691111111</c:v>
                      </c:pt>
                      <c:pt idx="220">
                        <c:v>1.0465972444444445</c:v>
                      </c:pt>
                      <c:pt idx="221">
                        <c:v>1.3128616955555557</c:v>
                      </c:pt>
                      <c:pt idx="222">
                        <c:v>2.6759109511111112</c:v>
                      </c:pt>
                      <c:pt idx="223">
                        <c:v>3.8486576622222222</c:v>
                      </c:pt>
                      <c:pt idx="224">
                        <c:v>4.5167204822222224</c:v>
                      </c:pt>
                      <c:pt idx="225">
                        <c:v>4.6005355400000001</c:v>
                      </c:pt>
                      <c:pt idx="226">
                        <c:v>4.6840888133333332</c:v>
                      </c:pt>
                      <c:pt idx="227">
                        <c:v>5.0524247577777777</c:v>
                      </c:pt>
                      <c:pt idx="228">
                        <c:v>5.5443243111111107</c:v>
                      </c:pt>
                      <c:pt idx="229">
                        <c:v>6.4266777711111107</c:v>
                      </c:pt>
                      <c:pt idx="230">
                        <c:v>6.8432792755555552</c:v>
                      </c:pt>
                      <c:pt idx="231">
                        <c:v>6.3803419733333335</c:v>
                      </c:pt>
                      <c:pt idx="232">
                        <c:v>5.2665821066666663</c:v>
                      </c:pt>
                      <c:pt idx="233">
                        <c:v>4.9437597844444445</c:v>
                      </c:pt>
                      <c:pt idx="234">
                        <c:v>5.2179632111111109</c:v>
                      </c:pt>
                      <c:pt idx="235">
                        <c:v>6.1676056333333333</c:v>
                      </c:pt>
                      <c:pt idx="236">
                        <c:v>6.7914170088888888</c:v>
                      </c:pt>
                      <c:pt idx="237">
                        <c:v>7.742792711111111</c:v>
                      </c:pt>
                      <c:pt idx="238">
                        <c:v>7.6719518200000003</c:v>
                      </c:pt>
                      <c:pt idx="239">
                        <c:v>6.2097845555555553</c:v>
                      </c:pt>
                      <c:pt idx="240">
                        <c:v>4.1609699466666665</c:v>
                      </c:pt>
                      <c:pt idx="241">
                        <c:v>2.4243448733333333</c:v>
                      </c:pt>
                      <c:pt idx="242">
                        <c:v>1.5136026377777778</c:v>
                      </c:pt>
                      <c:pt idx="243">
                        <c:v>1.0656401733333334</c:v>
                      </c:pt>
                      <c:pt idx="244">
                        <c:v>0.92878136888888885</c:v>
                      </c:pt>
                      <c:pt idx="245">
                        <c:v>1.2654478644444445</c:v>
                      </c:pt>
                      <c:pt idx="246">
                        <c:v>2.7126816555555555</c:v>
                      </c:pt>
                      <c:pt idx="247">
                        <c:v>3.8376670155555557</c:v>
                      </c:pt>
                      <c:pt idx="248">
                        <c:v>4.0683368822222219</c:v>
                      </c:pt>
                      <c:pt idx="249">
                        <c:v>3.9962752355555557</c:v>
                      </c:pt>
                      <c:pt idx="250">
                        <c:v>4.0644305977777782</c:v>
                      </c:pt>
                      <c:pt idx="251">
                        <c:v>4.4586382022222226</c:v>
                      </c:pt>
                      <c:pt idx="252">
                        <c:v>5.0881191266666663</c:v>
                      </c:pt>
                      <c:pt idx="253">
                        <c:v>5.7878100088888891</c:v>
                      </c:pt>
                      <c:pt idx="254">
                        <c:v>6.0748576844444448</c:v>
                      </c:pt>
                      <c:pt idx="255">
                        <c:v>5.8474258688888892</c:v>
                      </c:pt>
                      <c:pt idx="256">
                        <c:v>5.0548071777777777</c:v>
                      </c:pt>
                      <c:pt idx="257">
                        <c:v>4.9216341200000002</c:v>
                      </c:pt>
                      <c:pt idx="258">
                        <c:v>5.2351188444444441</c:v>
                      </c:pt>
                      <c:pt idx="259">
                        <c:v>6.21546968</c:v>
                      </c:pt>
                      <c:pt idx="260">
                        <c:v>6.7686913044444443</c:v>
                      </c:pt>
                      <c:pt idx="261">
                        <c:v>7.7308948644444442</c:v>
                      </c:pt>
                      <c:pt idx="262">
                        <c:v>7.6132063488888893</c:v>
                      </c:pt>
                      <c:pt idx="263">
                        <c:v>6.1773803000000003</c:v>
                      </c:pt>
                      <c:pt idx="264">
                        <c:v>4.148938697777778</c:v>
                      </c:pt>
                      <c:pt idx="265">
                        <c:v>2.4096596688888887</c:v>
                      </c:pt>
                      <c:pt idx="266">
                        <c:v>1.4700217266666666</c:v>
                      </c:pt>
                      <c:pt idx="267">
                        <c:v>1.05296258</c:v>
                      </c:pt>
                      <c:pt idx="268">
                        <c:v>0.92682424444444445</c:v>
                      </c:pt>
                      <c:pt idx="269">
                        <c:v>1.3066785599999999</c:v>
                      </c:pt>
                      <c:pt idx="270">
                        <c:v>2.7892216711111111</c:v>
                      </c:pt>
                      <c:pt idx="271">
                        <c:v>3.9024414155555553</c:v>
                      </c:pt>
                      <c:pt idx="272">
                        <c:v>4.2039146111111112</c:v>
                      </c:pt>
                      <c:pt idx="273">
                        <c:v>4.0788294399999998</c:v>
                      </c:pt>
                      <c:pt idx="274">
                        <c:v>4.135962133333333</c:v>
                      </c:pt>
                      <c:pt idx="275">
                        <c:v>4.5958670177777776</c:v>
                      </c:pt>
                      <c:pt idx="276">
                        <c:v>5.1307103644444441</c:v>
                      </c:pt>
                      <c:pt idx="277">
                        <c:v>5.8220200933333333</c:v>
                      </c:pt>
                      <c:pt idx="278">
                        <c:v>5.9542781688888891</c:v>
                      </c:pt>
                      <c:pt idx="279">
                        <c:v>5.8326058533333329</c:v>
                      </c:pt>
                      <c:pt idx="280">
                        <c:v>5.1119284066666664</c:v>
                      </c:pt>
                      <c:pt idx="281">
                        <c:v>4.9103955155555559</c:v>
                      </c:pt>
                      <c:pt idx="282">
                        <c:v>5.2168076577777782</c:v>
                      </c:pt>
                      <c:pt idx="283">
                        <c:v>6.181918675555556</c:v>
                      </c:pt>
                      <c:pt idx="284">
                        <c:v>6.8226482977777776</c:v>
                      </c:pt>
                      <c:pt idx="285">
                        <c:v>7.739850726666667</c:v>
                      </c:pt>
                      <c:pt idx="286">
                        <c:v>7.5717265622222225</c:v>
                      </c:pt>
                      <c:pt idx="287">
                        <c:v>6.0342535844444445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F1FB-4D39-A8F8-9D267B9F4903}"/>
                  </c:ext>
                </c:extLst>
              </c15:ser>
            </c15:filteredLineSeries>
            <c15:filteredLin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12-10-2026'!$K$1</c15:sqref>
                        </c15:formulaRef>
                      </c:ext>
                    </c:extLst>
                    <c:strCache>
                      <c:ptCount val="1"/>
                      <c:pt idx="0">
                        <c:v>BMR-DGW1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12-10-2026'!$K$2:$K$289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50.278950315555555</c:v>
                      </c:pt>
                      <c:pt idx="1">
                        <c:v>30.526366020000001</c:v>
                      </c:pt>
                      <c:pt idx="2">
                        <c:v>17.149961820000001</c:v>
                      </c:pt>
                      <c:pt idx="3">
                        <c:v>10.706877553333333</c:v>
                      </c:pt>
                      <c:pt idx="4">
                        <c:v>8.1592795488888896</c:v>
                      </c:pt>
                      <c:pt idx="5">
                        <c:v>10.01145992</c:v>
                      </c:pt>
                      <c:pt idx="6">
                        <c:v>20.354250526666668</c:v>
                      </c:pt>
                      <c:pt idx="7">
                        <c:v>31.223531535555555</c:v>
                      </c:pt>
                      <c:pt idx="8">
                        <c:v>37.434800508888891</c:v>
                      </c:pt>
                      <c:pt idx="9">
                        <c:v>40.999460224444448</c:v>
                      </c:pt>
                      <c:pt idx="10">
                        <c:v>45.496814968888891</c:v>
                      </c:pt>
                      <c:pt idx="11">
                        <c:v>51.439325475555556</c:v>
                      </c:pt>
                      <c:pt idx="12">
                        <c:v>56.82199131777778</c:v>
                      </c:pt>
                      <c:pt idx="13">
                        <c:v>65.166656739999993</c:v>
                      </c:pt>
                      <c:pt idx="14">
                        <c:v>67.31820258444445</c:v>
                      </c:pt>
                      <c:pt idx="15">
                        <c:v>64.948166708888891</c:v>
                      </c:pt>
                      <c:pt idx="16">
                        <c:v>56.357573873333337</c:v>
                      </c:pt>
                      <c:pt idx="17">
                        <c:v>57.128108820000001</c:v>
                      </c:pt>
                      <c:pt idx="18">
                        <c:v>56.992691319999999</c:v>
                      </c:pt>
                      <c:pt idx="19">
                        <c:v>67.75379184444445</c:v>
                      </c:pt>
                      <c:pt idx="20">
                        <c:v>75.494557208888892</c:v>
                      </c:pt>
                      <c:pt idx="21">
                        <c:v>87.452938315555556</c:v>
                      </c:pt>
                      <c:pt idx="22">
                        <c:v>86.884434988888884</c:v>
                      </c:pt>
                      <c:pt idx="23">
                        <c:v>74.609452182222228</c:v>
                      </c:pt>
                      <c:pt idx="24">
                        <c:v>54.936574968888891</c:v>
                      </c:pt>
                      <c:pt idx="25">
                        <c:v>34.934247040000002</c:v>
                      </c:pt>
                      <c:pt idx="26">
                        <c:v>20.592381653333334</c:v>
                      </c:pt>
                      <c:pt idx="27">
                        <c:v>12.496309502222223</c:v>
                      </c:pt>
                      <c:pt idx="28">
                        <c:v>8.7750236155555559</c:v>
                      </c:pt>
                      <c:pt idx="29">
                        <c:v>9.6754262266666675</c:v>
                      </c:pt>
                      <c:pt idx="30">
                        <c:v>17.765399313333333</c:v>
                      </c:pt>
                      <c:pt idx="31">
                        <c:v>27.07219713111111</c:v>
                      </c:pt>
                      <c:pt idx="32">
                        <c:v>38.010615960000003</c:v>
                      </c:pt>
                      <c:pt idx="33">
                        <c:v>46.038607068888886</c:v>
                      </c:pt>
                      <c:pt idx="34">
                        <c:v>52.442026842222219</c:v>
                      </c:pt>
                      <c:pt idx="35">
                        <c:v>60.302424295555554</c:v>
                      </c:pt>
                      <c:pt idx="36">
                        <c:v>61.85229124</c:v>
                      </c:pt>
                      <c:pt idx="37">
                        <c:v>66.680993993333331</c:v>
                      </c:pt>
                      <c:pt idx="38">
                        <c:v>77.638845377777784</c:v>
                      </c:pt>
                      <c:pt idx="39">
                        <c:v>72.46542569333333</c:v>
                      </c:pt>
                      <c:pt idx="40">
                        <c:v>59.374014728888888</c:v>
                      </c:pt>
                      <c:pt idx="41">
                        <c:v>59.777371315555555</c:v>
                      </c:pt>
                      <c:pt idx="42">
                        <c:v>59.848211808888891</c:v>
                      </c:pt>
                      <c:pt idx="43">
                        <c:v>71.098652644444442</c:v>
                      </c:pt>
                      <c:pt idx="44">
                        <c:v>78.836653479999995</c:v>
                      </c:pt>
                      <c:pt idx="45">
                        <c:v>91.603022351111107</c:v>
                      </c:pt>
                      <c:pt idx="46">
                        <c:v>89.845467633333328</c:v>
                      </c:pt>
                      <c:pt idx="47">
                        <c:v>77.654146351111109</c:v>
                      </c:pt>
                      <c:pt idx="48">
                        <c:v>56.596590519999999</c:v>
                      </c:pt>
                      <c:pt idx="49">
                        <c:v>35.833738388888889</c:v>
                      </c:pt>
                      <c:pt idx="50">
                        <c:v>20.658703226666667</c:v>
                      </c:pt>
                      <c:pt idx="51">
                        <c:v>12.467075577777777</c:v>
                      </c:pt>
                      <c:pt idx="52">
                        <c:v>9.0955406311111116</c:v>
                      </c:pt>
                      <c:pt idx="53">
                        <c:v>10.283149606666667</c:v>
                      </c:pt>
                      <c:pt idx="54">
                        <c:v>18.798938097777778</c:v>
                      </c:pt>
                      <c:pt idx="55">
                        <c:v>28.403513480000001</c:v>
                      </c:pt>
                      <c:pt idx="56">
                        <c:v>38.337810491111114</c:v>
                      </c:pt>
                      <c:pt idx="57">
                        <c:v>44.309992057777777</c:v>
                      </c:pt>
                      <c:pt idx="58">
                        <c:v>48.850321775555557</c:v>
                      </c:pt>
                      <c:pt idx="59">
                        <c:v>54.268956806666665</c:v>
                      </c:pt>
                      <c:pt idx="60">
                        <c:v>57.737574417777779</c:v>
                      </c:pt>
                      <c:pt idx="61">
                        <c:v>66.868897435555553</c:v>
                      </c:pt>
                      <c:pt idx="62">
                        <c:v>70.525571613333327</c:v>
                      </c:pt>
                      <c:pt idx="63">
                        <c:v>67.361083500000007</c:v>
                      </c:pt>
                      <c:pt idx="64">
                        <c:v>56.965921811111109</c:v>
                      </c:pt>
                      <c:pt idx="65">
                        <c:v>57.900987239999999</c:v>
                      </c:pt>
                      <c:pt idx="66">
                        <c:v>58.244574315555553</c:v>
                      </c:pt>
                      <c:pt idx="67">
                        <c:v>68.925996424444449</c:v>
                      </c:pt>
                      <c:pt idx="68">
                        <c:v>76.626321137777779</c:v>
                      </c:pt>
                      <c:pt idx="69">
                        <c:v>88.375481331111118</c:v>
                      </c:pt>
                      <c:pt idx="70">
                        <c:v>86.196066822222221</c:v>
                      </c:pt>
                      <c:pt idx="71">
                        <c:v>71.330504386666661</c:v>
                      </c:pt>
                      <c:pt idx="72">
                        <c:v>48.920680462222222</c:v>
                      </c:pt>
                      <c:pt idx="73">
                        <c:v>29.263585966666668</c:v>
                      </c:pt>
                      <c:pt idx="74">
                        <c:v>16.585595179999999</c:v>
                      </c:pt>
                      <c:pt idx="75">
                        <c:v>10.380716553333333</c:v>
                      </c:pt>
                      <c:pt idx="76">
                        <c:v>8.0939570088888892</c:v>
                      </c:pt>
                      <c:pt idx="77">
                        <c:v>9.5762787177777771</c:v>
                      </c:pt>
                      <c:pt idx="78">
                        <c:v>19.793819686666666</c:v>
                      </c:pt>
                      <c:pt idx="79">
                        <c:v>29.623433442222222</c:v>
                      </c:pt>
                      <c:pt idx="80">
                        <c:v>36.449873320000002</c:v>
                      </c:pt>
                      <c:pt idx="81">
                        <c:v>39.908452604444442</c:v>
                      </c:pt>
                      <c:pt idx="82">
                        <c:v>43.849264591111108</c:v>
                      </c:pt>
                      <c:pt idx="83">
                        <c:v>50.420792306666669</c:v>
                      </c:pt>
                      <c:pt idx="84">
                        <c:v>53.847900899999999</c:v>
                      </c:pt>
                      <c:pt idx="85">
                        <c:v>60.990280239999997</c:v>
                      </c:pt>
                      <c:pt idx="86">
                        <c:v>62.046324571111114</c:v>
                      </c:pt>
                      <c:pt idx="87">
                        <c:v>60.33561500222222</c:v>
                      </c:pt>
                      <c:pt idx="88">
                        <c:v>54.579491784444443</c:v>
                      </c:pt>
                      <c:pt idx="89">
                        <c:v>57.24473077333333</c:v>
                      </c:pt>
                      <c:pt idx="90">
                        <c:v>57.431743568888891</c:v>
                      </c:pt>
                      <c:pt idx="91">
                        <c:v>68.598384933333335</c:v>
                      </c:pt>
                      <c:pt idx="92">
                        <c:v>76.584430971111118</c:v>
                      </c:pt>
                      <c:pt idx="93">
                        <c:v>87.717705766666668</c:v>
                      </c:pt>
                      <c:pt idx="94">
                        <c:v>84.48045970222222</c:v>
                      </c:pt>
                      <c:pt idx="95">
                        <c:v>68.649795222222224</c:v>
                      </c:pt>
                      <c:pt idx="96">
                        <c:v>46.277960597777778</c:v>
                      </c:pt>
                      <c:pt idx="97">
                        <c:v>27.112306546666666</c:v>
                      </c:pt>
                      <c:pt idx="98">
                        <c:v>15.504065631111111</c:v>
                      </c:pt>
                      <c:pt idx="99">
                        <c:v>9.8511513355555564</c:v>
                      </c:pt>
                      <c:pt idx="100">
                        <c:v>7.7888789955555557</c:v>
                      </c:pt>
                      <c:pt idx="101">
                        <c:v>9.4882488733333332</c:v>
                      </c:pt>
                      <c:pt idx="102">
                        <c:v>20.047809384444445</c:v>
                      </c:pt>
                      <c:pt idx="103">
                        <c:v>31.017603288888889</c:v>
                      </c:pt>
                      <c:pt idx="104">
                        <c:v>36.825019393333335</c:v>
                      </c:pt>
                      <c:pt idx="105">
                        <c:v>39.805830697777779</c:v>
                      </c:pt>
                      <c:pt idx="106">
                        <c:v>43.606243093333333</c:v>
                      </c:pt>
                      <c:pt idx="107">
                        <c:v>49.93962339777778</c:v>
                      </c:pt>
                      <c:pt idx="108">
                        <c:v>53.958793795555557</c:v>
                      </c:pt>
                      <c:pt idx="109">
                        <c:v>61.532202502222219</c:v>
                      </c:pt>
                      <c:pt idx="110">
                        <c:v>62.809593277777779</c:v>
                      </c:pt>
                      <c:pt idx="111">
                        <c:v>61.07547467111111</c:v>
                      </c:pt>
                      <c:pt idx="112">
                        <c:v>54.642057406666666</c:v>
                      </c:pt>
                      <c:pt idx="113">
                        <c:v>56.951692451111114</c:v>
                      </c:pt>
                      <c:pt idx="114">
                        <c:v>57.154268555555554</c:v>
                      </c:pt>
                      <c:pt idx="115">
                        <c:v>68.304749380000004</c:v>
                      </c:pt>
                      <c:pt idx="116">
                        <c:v>76.607053557777775</c:v>
                      </c:pt>
                      <c:pt idx="117">
                        <c:v>88.797372640000006</c:v>
                      </c:pt>
                      <c:pt idx="118">
                        <c:v>85.276247148888885</c:v>
                      </c:pt>
                      <c:pt idx="119">
                        <c:v>69.439368139999999</c:v>
                      </c:pt>
                      <c:pt idx="120">
                        <c:v>46.838866535555553</c:v>
                      </c:pt>
                      <c:pt idx="121">
                        <c:v>27.614830731111113</c:v>
                      </c:pt>
                      <c:pt idx="122">
                        <c:v>15.598079815555556</c:v>
                      </c:pt>
                      <c:pt idx="123">
                        <c:v>9.9525839600000001</c:v>
                      </c:pt>
                      <c:pt idx="124">
                        <c:v>7.8516205422222223</c:v>
                      </c:pt>
                      <c:pt idx="125">
                        <c:v>9.4616829066666668</c:v>
                      </c:pt>
                      <c:pt idx="126">
                        <c:v>20.47225418888889</c:v>
                      </c:pt>
                      <c:pt idx="127">
                        <c:v>30.991691548888888</c:v>
                      </c:pt>
                      <c:pt idx="128">
                        <c:v>36.426058126666668</c:v>
                      </c:pt>
                      <c:pt idx="129">
                        <c:v>40.010805257777776</c:v>
                      </c:pt>
                      <c:pt idx="130">
                        <c:v>44.528408022222223</c:v>
                      </c:pt>
                      <c:pt idx="131">
                        <c:v>50.68650107111111</c:v>
                      </c:pt>
                      <c:pt idx="132">
                        <c:v>56.143467542222226</c:v>
                      </c:pt>
                      <c:pt idx="133">
                        <c:v>66.63883965777778</c:v>
                      </c:pt>
                      <c:pt idx="134">
                        <c:v>67.990054319999999</c:v>
                      </c:pt>
                      <c:pt idx="135">
                        <c:v>63.962122244444444</c:v>
                      </c:pt>
                      <c:pt idx="136">
                        <c:v>55.291839184444441</c:v>
                      </c:pt>
                      <c:pt idx="137">
                        <c:v>57.088751146666667</c:v>
                      </c:pt>
                      <c:pt idx="138">
                        <c:v>61.632385846666665</c:v>
                      </c:pt>
                      <c:pt idx="139">
                        <c:v>71.066111013333327</c:v>
                      </c:pt>
                      <c:pt idx="140">
                        <c:v>76.80901021555556</c:v>
                      </c:pt>
                      <c:pt idx="141">
                        <c:v>88.23943513333333</c:v>
                      </c:pt>
                      <c:pt idx="142">
                        <c:v>84.735119422222226</c:v>
                      </c:pt>
                      <c:pt idx="143">
                        <c:v>70.755476948888884</c:v>
                      </c:pt>
                      <c:pt idx="144">
                        <c:v>49.431857691111112</c:v>
                      </c:pt>
                      <c:pt idx="145">
                        <c:v>29.48593991111111</c:v>
                      </c:pt>
                      <c:pt idx="146">
                        <c:v>17.624618551111112</c:v>
                      </c:pt>
                      <c:pt idx="147">
                        <c:v>10.47472548888889</c:v>
                      </c:pt>
                      <c:pt idx="148">
                        <c:v>8.0514563688888892</c:v>
                      </c:pt>
                      <c:pt idx="149">
                        <c:v>9.7654507355555555</c:v>
                      </c:pt>
                      <c:pt idx="150">
                        <c:v>20.844351979999999</c:v>
                      </c:pt>
                      <c:pt idx="151">
                        <c:v>31.086046768888888</c:v>
                      </c:pt>
                      <c:pt idx="152">
                        <c:v>36.970181975555555</c:v>
                      </c:pt>
                      <c:pt idx="153">
                        <c:v>39.986889488888892</c:v>
                      </c:pt>
                      <c:pt idx="154">
                        <c:v>44.127834506666666</c:v>
                      </c:pt>
                      <c:pt idx="155">
                        <c:v>49.785550284444447</c:v>
                      </c:pt>
                      <c:pt idx="156">
                        <c:v>54.006068053333337</c:v>
                      </c:pt>
                      <c:pt idx="157">
                        <c:v>61.264898955555559</c:v>
                      </c:pt>
                      <c:pt idx="158">
                        <c:v>62.91358161777778</c:v>
                      </c:pt>
                      <c:pt idx="159">
                        <c:v>60.449412840000001</c:v>
                      </c:pt>
                      <c:pt idx="160">
                        <c:v>55.501606233333334</c:v>
                      </c:pt>
                      <c:pt idx="161">
                        <c:v>58.413844351111109</c:v>
                      </c:pt>
                      <c:pt idx="162">
                        <c:v>58.926537468888888</c:v>
                      </c:pt>
                      <c:pt idx="163">
                        <c:v>69.05095053777778</c:v>
                      </c:pt>
                      <c:pt idx="164">
                        <c:v>76.608163973333333</c:v>
                      </c:pt>
                      <c:pt idx="165">
                        <c:v>87.611564240000007</c:v>
                      </c:pt>
                      <c:pt idx="166">
                        <c:v>84.190422582222226</c:v>
                      </c:pt>
                      <c:pt idx="167">
                        <c:v>67.518639851111118</c:v>
                      </c:pt>
                      <c:pt idx="168">
                        <c:v>46.068755415555557</c:v>
                      </c:pt>
                      <c:pt idx="169">
                        <c:v>27.370619677777778</c:v>
                      </c:pt>
                      <c:pt idx="170">
                        <c:v>15.725510162222223</c:v>
                      </c:pt>
                      <c:pt idx="171">
                        <c:v>9.9726182311111113</c:v>
                      </c:pt>
                      <c:pt idx="172">
                        <c:v>7.9333936266666667</c:v>
                      </c:pt>
                      <c:pt idx="173">
                        <c:v>9.7944884422222227</c:v>
                      </c:pt>
                      <c:pt idx="174">
                        <c:v>21.113443155555554</c:v>
                      </c:pt>
                      <c:pt idx="175">
                        <c:v>32.398815564444448</c:v>
                      </c:pt>
                      <c:pt idx="176">
                        <c:v>39.494819495555554</c:v>
                      </c:pt>
                      <c:pt idx="177">
                        <c:v>44.541051735555556</c:v>
                      </c:pt>
                      <c:pt idx="178">
                        <c:v>47.625598626666665</c:v>
                      </c:pt>
                      <c:pt idx="179">
                        <c:v>52.140964377777777</c:v>
                      </c:pt>
                      <c:pt idx="180">
                        <c:v>57.014756613333333</c:v>
                      </c:pt>
                      <c:pt idx="181">
                        <c:v>64.488889322222221</c:v>
                      </c:pt>
                      <c:pt idx="182">
                        <c:v>66.202695368888882</c:v>
                      </c:pt>
                      <c:pt idx="183">
                        <c:v>63.355280815555552</c:v>
                      </c:pt>
                      <c:pt idx="184">
                        <c:v>56.040682342222219</c:v>
                      </c:pt>
                      <c:pt idx="185">
                        <c:v>58.046958348888886</c:v>
                      </c:pt>
                      <c:pt idx="186">
                        <c:v>58.950681019999998</c:v>
                      </c:pt>
                      <c:pt idx="187">
                        <c:v>70.35791158666666</c:v>
                      </c:pt>
                      <c:pt idx="188">
                        <c:v>78.20409101333334</c:v>
                      </c:pt>
                      <c:pt idx="189">
                        <c:v>88.65242962666666</c:v>
                      </c:pt>
                      <c:pt idx="190">
                        <c:v>86.838912726666663</c:v>
                      </c:pt>
                      <c:pt idx="191">
                        <c:v>72.882302273333337</c:v>
                      </c:pt>
                      <c:pt idx="192">
                        <c:v>52.200579731111112</c:v>
                      </c:pt>
                      <c:pt idx="193">
                        <c:v>33.13421108</c:v>
                      </c:pt>
                      <c:pt idx="194">
                        <c:v>19.263183724444445</c:v>
                      </c:pt>
                      <c:pt idx="195">
                        <c:v>12.042835433333334</c:v>
                      </c:pt>
                      <c:pt idx="196">
                        <c:v>8.7467105533333331</c:v>
                      </c:pt>
                      <c:pt idx="197">
                        <c:v>9.4436491911111116</c:v>
                      </c:pt>
                      <c:pt idx="198">
                        <c:v>18.574976353333334</c:v>
                      </c:pt>
                      <c:pt idx="199">
                        <c:v>28.217734355555557</c:v>
                      </c:pt>
                      <c:pt idx="200">
                        <c:v>38.904808235555556</c:v>
                      </c:pt>
                      <c:pt idx="201">
                        <c:v>45.877707280000003</c:v>
                      </c:pt>
                      <c:pt idx="202">
                        <c:v>52.269716180000003</c:v>
                      </c:pt>
                      <c:pt idx="203">
                        <c:v>59.141959566666664</c:v>
                      </c:pt>
                      <c:pt idx="204">
                        <c:v>60.196666057777776</c:v>
                      </c:pt>
                      <c:pt idx="205">
                        <c:v>65.164889771111106</c:v>
                      </c:pt>
                      <c:pt idx="206">
                        <c:v>75.262984517777781</c:v>
                      </c:pt>
                      <c:pt idx="207">
                        <c:v>69.225249273333333</c:v>
                      </c:pt>
                      <c:pt idx="208">
                        <c:v>58.19919567777778</c:v>
                      </c:pt>
                      <c:pt idx="209">
                        <c:v>59.09111366222222</c:v>
                      </c:pt>
                      <c:pt idx="210">
                        <c:v>58.726961635555554</c:v>
                      </c:pt>
                      <c:pt idx="211">
                        <c:v>70.855947857777778</c:v>
                      </c:pt>
                      <c:pt idx="212">
                        <c:v>79.21401395777778</c:v>
                      </c:pt>
                      <c:pt idx="213">
                        <c:v>90.465401186666668</c:v>
                      </c:pt>
                      <c:pt idx="214">
                        <c:v>89.132380962222229</c:v>
                      </c:pt>
                      <c:pt idx="215">
                        <c:v>74.567225899999997</c:v>
                      </c:pt>
                      <c:pt idx="216">
                        <c:v>52.659165568888888</c:v>
                      </c:pt>
                      <c:pt idx="217">
                        <c:v>31.871147395555557</c:v>
                      </c:pt>
                      <c:pt idx="218">
                        <c:v>18.402830431111113</c:v>
                      </c:pt>
                      <c:pt idx="219">
                        <c:v>11.215406846666667</c:v>
                      </c:pt>
                      <c:pt idx="220">
                        <c:v>8.3972846911111105</c:v>
                      </c:pt>
                      <c:pt idx="221">
                        <c:v>9.3571735177777775</c:v>
                      </c:pt>
                      <c:pt idx="222">
                        <c:v>18.705105726666666</c:v>
                      </c:pt>
                      <c:pt idx="223">
                        <c:v>28.824963397777779</c:v>
                      </c:pt>
                      <c:pt idx="224">
                        <c:v>37.94239871111111</c:v>
                      </c:pt>
                      <c:pt idx="225">
                        <c:v>43.410131853333333</c:v>
                      </c:pt>
                      <c:pt idx="226">
                        <c:v>47.578135191111109</c:v>
                      </c:pt>
                      <c:pt idx="227">
                        <c:v>52.847176311111113</c:v>
                      </c:pt>
                      <c:pt idx="228">
                        <c:v>56.306319668888889</c:v>
                      </c:pt>
                      <c:pt idx="229">
                        <c:v>66.420826295555557</c:v>
                      </c:pt>
                      <c:pt idx="230">
                        <c:v>69.709440502222222</c:v>
                      </c:pt>
                      <c:pt idx="231">
                        <c:v>65.586656022222229</c:v>
                      </c:pt>
                      <c:pt idx="232">
                        <c:v>56.672396615555556</c:v>
                      </c:pt>
                      <c:pt idx="233">
                        <c:v>58.078185475555557</c:v>
                      </c:pt>
                      <c:pt idx="234">
                        <c:v>58.915550571111112</c:v>
                      </c:pt>
                      <c:pt idx="235">
                        <c:v>69.255964131111114</c:v>
                      </c:pt>
                      <c:pt idx="236">
                        <c:v>79.036318404444444</c:v>
                      </c:pt>
                      <c:pt idx="237">
                        <c:v>90.33686879555556</c:v>
                      </c:pt>
                      <c:pt idx="238">
                        <c:v>84.786166302222227</c:v>
                      </c:pt>
                      <c:pt idx="239">
                        <c:v>67.929462724444448</c:v>
                      </c:pt>
                      <c:pt idx="240">
                        <c:v>45.185360031111109</c:v>
                      </c:pt>
                      <c:pt idx="241">
                        <c:v>26.709398784444446</c:v>
                      </c:pt>
                      <c:pt idx="242">
                        <c:v>15.410231146666666</c:v>
                      </c:pt>
                      <c:pt idx="243">
                        <c:v>10.006465226666666</c:v>
                      </c:pt>
                      <c:pt idx="244">
                        <c:v>7.8700462800000004</c:v>
                      </c:pt>
                      <c:pt idx="245">
                        <c:v>9.2896378622222215</c:v>
                      </c:pt>
                      <c:pt idx="246">
                        <c:v>19.900107775555554</c:v>
                      </c:pt>
                      <c:pt idx="247">
                        <c:v>29.975489966666668</c:v>
                      </c:pt>
                      <c:pt idx="248">
                        <c:v>36.27862367777778</c:v>
                      </c:pt>
                      <c:pt idx="249">
                        <c:v>38.285925471111113</c:v>
                      </c:pt>
                      <c:pt idx="250">
                        <c:v>41.972893220000003</c:v>
                      </c:pt>
                      <c:pt idx="251">
                        <c:v>47.874449902222224</c:v>
                      </c:pt>
                      <c:pt idx="252">
                        <c:v>52.248058673333333</c:v>
                      </c:pt>
                      <c:pt idx="253">
                        <c:v>59.938379320000003</c:v>
                      </c:pt>
                      <c:pt idx="254">
                        <c:v>61.789215635555557</c:v>
                      </c:pt>
                      <c:pt idx="255">
                        <c:v>59.377450971111109</c:v>
                      </c:pt>
                      <c:pt idx="256">
                        <c:v>55.118622784444447</c:v>
                      </c:pt>
                      <c:pt idx="257">
                        <c:v>58.797207573333331</c:v>
                      </c:pt>
                      <c:pt idx="258">
                        <c:v>59.620710553333332</c:v>
                      </c:pt>
                      <c:pt idx="259">
                        <c:v>69.629189102222227</c:v>
                      </c:pt>
                      <c:pt idx="260">
                        <c:v>78.835559542222228</c:v>
                      </c:pt>
                      <c:pt idx="261">
                        <c:v>88.336857151111104</c:v>
                      </c:pt>
                      <c:pt idx="262">
                        <c:v>83.707459806666662</c:v>
                      </c:pt>
                      <c:pt idx="263">
                        <c:v>66.278383820000002</c:v>
                      </c:pt>
                      <c:pt idx="264">
                        <c:v>43.761883524444443</c:v>
                      </c:pt>
                      <c:pt idx="265">
                        <c:v>25.736403333333332</c:v>
                      </c:pt>
                      <c:pt idx="266">
                        <c:v>14.664454864444444</c:v>
                      </c:pt>
                      <c:pt idx="267">
                        <c:v>9.530542597777778</c:v>
                      </c:pt>
                      <c:pt idx="268">
                        <c:v>7.7166407777777781</c:v>
                      </c:pt>
                      <c:pt idx="269">
                        <c:v>9.2951092666666675</c:v>
                      </c:pt>
                      <c:pt idx="270">
                        <c:v>20.502942944444445</c:v>
                      </c:pt>
                      <c:pt idx="271">
                        <c:v>31.009843051111112</c:v>
                      </c:pt>
                      <c:pt idx="272">
                        <c:v>36.61672342</c:v>
                      </c:pt>
                      <c:pt idx="273">
                        <c:v>39.493441373333333</c:v>
                      </c:pt>
                      <c:pt idx="274">
                        <c:v>43.400072057777777</c:v>
                      </c:pt>
                      <c:pt idx="275">
                        <c:v>48.968341586666668</c:v>
                      </c:pt>
                      <c:pt idx="276">
                        <c:v>53.569142126666669</c:v>
                      </c:pt>
                      <c:pt idx="277">
                        <c:v>60.94900126666667</c:v>
                      </c:pt>
                      <c:pt idx="278">
                        <c:v>61.542696620000001</c:v>
                      </c:pt>
                      <c:pt idx="279">
                        <c:v>59.323245162222221</c:v>
                      </c:pt>
                      <c:pt idx="280">
                        <c:v>55.453700568888891</c:v>
                      </c:pt>
                      <c:pt idx="281">
                        <c:v>58.436112166666668</c:v>
                      </c:pt>
                      <c:pt idx="282">
                        <c:v>58.755917313333335</c:v>
                      </c:pt>
                      <c:pt idx="283">
                        <c:v>69.736655102222215</c:v>
                      </c:pt>
                      <c:pt idx="284">
                        <c:v>79.580315164444443</c:v>
                      </c:pt>
                      <c:pt idx="285">
                        <c:v>89.997586297777772</c:v>
                      </c:pt>
                      <c:pt idx="286">
                        <c:v>84.182279224444443</c:v>
                      </c:pt>
                      <c:pt idx="287">
                        <c:v>66.396299797777772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F1FB-4D39-A8F8-9D267B9F4903}"/>
                  </c:ext>
                </c:extLst>
              </c15:ser>
            </c15:filteredLineSeries>
            <c15:filteredLine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12-10-2026'!$L$1</c15:sqref>
                        </c15:formulaRef>
                      </c:ext>
                    </c:extLst>
                    <c:strCache>
                      <c:ptCount val="1"/>
                      <c:pt idx="0">
                        <c:v>BMR-DGW2 SGi 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12-10-2026'!$L$2:$L$289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45.385045633333334</c:v>
                      </c:pt>
                      <c:pt idx="1">
                        <c:v>27.581582879999999</c:v>
                      </c:pt>
                      <c:pt idx="2">
                        <c:v>15.632904119999999</c:v>
                      </c:pt>
                      <c:pt idx="3">
                        <c:v>9.667102875555555</c:v>
                      </c:pt>
                      <c:pt idx="4">
                        <c:v>7.2372316244444441</c:v>
                      </c:pt>
                      <c:pt idx="5">
                        <c:v>8.6642612266666674</c:v>
                      </c:pt>
                      <c:pt idx="6">
                        <c:v>17.657726102222224</c:v>
                      </c:pt>
                      <c:pt idx="7">
                        <c:v>27.36749082</c:v>
                      </c:pt>
                      <c:pt idx="8">
                        <c:v>33.244813984444441</c:v>
                      </c:pt>
                      <c:pt idx="9">
                        <c:v>36.801472531111109</c:v>
                      </c:pt>
                      <c:pt idx="10">
                        <c:v>41.211259246666664</c:v>
                      </c:pt>
                      <c:pt idx="11">
                        <c:v>46.518585728888887</c:v>
                      </c:pt>
                      <c:pt idx="12">
                        <c:v>51.114531755555554</c:v>
                      </c:pt>
                      <c:pt idx="13">
                        <c:v>58.764264462222222</c:v>
                      </c:pt>
                      <c:pt idx="14">
                        <c:v>60.468614702222219</c:v>
                      </c:pt>
                      <c:pt idx="15">
                        <c:v>58.361072966666669</c:v>
                      </c:pt>
                      <c:pt idx="16">
                        <c:v>50.855054428888891</c:v>
                      </c:pt>
                      <c:pt idx="17">
                        <c:v>52.408281557777777</c:v>
                      </c:pt>
                      <c:pt idx="18">
                        <c:v>52.165278211111108</c:v>
                      </c:pt>
                      <c:pt idx="19">
                        <c:v>61.788220442222219</c:v>
                      </c:pt>
                      <c:pt idx="20">
                        <c:v>68.945425637777774</c:v>
                      </c:pt>
                      <c:pt idx="21">
                        <c:v>79.652373666666662</c:v>
                      </c:pt>
                      <c:pt idx="22">
                        <c:v>78.848635173333335</c:v>
                      </c:pt>
                      <c:pt idx="23">
                        <c:v>67.99236885111111</c:v>
                      </c:pt>
                      <c:pt idx="24">
                        <c:v>49.73960558666667</c:v>
                      </c:pt>
                      <c:pt idx="25">
                        <c:v>31.868080286666668</c:v>
                      </c:pt>
                      <c:pt idx="26">
                        <c:v>18.954764135555557</c:v>
                      </c:pt>
                      <c:pt idx="27">
                        <c:v>11.436324586666666</c:v>
                      </c:pt>
                      <c:pt idx="28">
                        <c:v>7.8319767311111113</c:v>
                      </c:pt>
                      <c:pt idx="29">
                        <c:v>8.3629638066666665</c:v>
                      </c:pt>
                      <c:pt idx="30">
                        <c:v>15.465277333333333</c:v>
                      </c:pt>
                      <c:pt idx="31">
                        <c:v>23.532397611111112</c:v>
                      </c:pt>
                      <c:pt idx="32">
                        <c:v>33.506372380000002</c:v>
                      </c:pt>
                      <c:pt idx="33">
                        <c:v>41.311308415555558</c:v>
                      </c:pt>
                      <c:pt idx="34">
                        <c:v>47.567633073333333</c:v>
                      </c:pt>
                      <c:pt idx="35">
                        <c:v>54.796686926666666</c:v>
                      </c:pt>
                      <c:pt idx="36">
                        <c:v>55.943833506666664</c:v>
                      </c:pt>
                      <c:pt idx="37">
                        <c:v>60.058210002222225</c:v>
                      </c:pt>
                      <c:pt idx="38">
                        <c:v>70.264634066666673</c:v>
                      </c:pt>
                      <c:pt idx="39">
                        <c:v>65.432991675555556</c:v>
                      </c:pt>
                      <c:pt idx="40">
                        <c:v>53.308205628888892</c:v>
                      </c:pt>
                      <c:pt idx="41">
                        <c:v>54.254892482222225</c:v>
                      </c:pt>
                      <c:pt idx="42">
                        <c:v>53.828912891111109</c:v>
                      </c:pt>
                      <c:pt idx="43">
                        <c:v>64.119405871111113</c:v>
                      </c:pt>
                      <c:pt idx="44">
                        <c:v>70.940162391111116</c:v>
                      </c:pt>
                      <c:pt idx="45">
                        <c:v>82.635206304444438</c:v>
                      </c:pt>
                      <c:pt idx="46">
                        <c:v>81.394777528888895</c:v>
                      </c:pt>
                      <c:pt idx="47">
                        <c:v>69.889124008888885</c:v>
                      </c:pt>
                      <c:pt idx="48">
                        <c:v>51.294428642222222</c:v>
                      </c:pt>
                      <c:pt idx="49">
                        <c:v>32.354842424444442</c:v>
                      </c:pt>
                      <c:pt idx="50">
                        <c:v>18.88597513111111</c:v>
                      </c:pt>
                      <c:pt idx="51">
                        <c:v>11.457435484444444</c:v>
                      </c:pt>
                      <c:pt idx="52">
                        <c:v>7.8992348844444447</c:v>
                      </c:pt>
                      <c:pt idx="53">
                        <c:v>8.6765659222222222</c:v>
                      </c:pt>
                      <c:pt idx="54">
                        <c:v>16.193247004444444</c:v>
                      </c:pt>
                      <c:pt idx="55">
                        <c:v>24.631514504444443</c:v>
                      </c:pt>
                      <c:pt idx="56">
                        <c:v>33.929677522222221</c:v>
                      </c:pt>
                      <c:pt idx="57">
                        <c:v>39.771873635555558</c:v>
                      </c:pt>
                      <c:pt idx="58">
                        <c:v>43.805192264444443</c:v>
                      </c:pt>
                      <c:pt idx="59">
                        <c:v>48.802550651111112</c:v>
                      </c:pt>
                      <c:pt idx="60">
                        <c:v>51.970028731111114</c:v>
                      </c:pt>
                      <c:pt idx="61">
                        <c:v>60.506458053333333</c:v>
                      </c:pt>
                      <c:pt idx="62">
                        <c:v>63.664016764444447</c:v>
                      </c:pt>
                      <c:pt idx="63">
                        <c:v>61.065968633333334</c:v>
                      </c:pt>
                      <c:pt idx="64">
                        <c:v>51.656072366666663</c:v>
                      </c:pt>
                      <c:pt idx="65">
                        <c:v>52.849365182222222</c:v>
                      </c:pt>
                      <c:pt idx="66">
                        <c:v>52.879920875555555</c:v>
                      </c:pt>
                      <c:pt idx="67">
                        <c:v>62.581766700000003</c:v>
                      </c:pt>
                      <c:pt idx="68">
                        <c:v>69.209891217777781</c:v>
                      </c:pt>
                      <c:pt idx="69">
                        <c:v>79.968217559999999</c:v>
                      </c:pt>
                      <c:pt idx="70">
                        <c:v>77.482026971111111</c:v>
                      </c:pt>
                      <c:pt idx="71">
                        <c:v>64.497497042222221</c:v>
                      </c:pt>
                      <c:pt idx="72">
                        <c:v>44.645922006666666</c:v>
                      </c:pt>
                      <c:pt idx="73">
                        <c:v>26.448929726666666</c:v>
                      </c:pt>
                      <c:pt idx="74">
                        <c:v>15.230288153333333</c:v>
                      </c:pt>
                      <c:pt idx="75">
                        <c:v>9.3343494155555558</c:v>
                      </c:pt>
                      <c:pt idx="76">
                        <c:v>7.0305809422222225</c:v>
                      </c:pt>
                      <c:pt idx="77">
                        <c:v>8.4368329244444453</c:v>
                      </c:pt>
                      <c:pt idx="78">
                        <c:v>17.083903424444443</c:v>
                      </c:pt>
                      <c:pt idx="79">
                        <c:v>25.656712046666666</c:v>
                      </c:pt>
                      <c:pt idx="80">
                        <c:v>32.025842155555559</c:v>
                      </c:pt>
                      <c:pt idx="81">
                        <c:v>35.376851077777779</c:v>
                      </c:pt>
                      <c:pt idx="82">
                        <c:v>39.452517648888886</c:v>
                      </c:pt>
                      <c:pt idx="83">
                        <c:v>44.822569742222221</c:v>
                      </c:pt>
                      <c:pt idx="84">
                        <c:v>48.528198817777778</c:v>
                      </c:pt>
                      <c:pt idx="85">
                        <c:v>55.065931711111112</c:v>
                      </c:pt>
                      <c:pt idx="86">
                        <c:v>56.310977151111111</c:v>
                      </c:pt>
                      <c:pt idx="87">
                        <c:v>54.368931539999998</c:v>
                      </c:pt>
                      <c:pt idx="88">
                        <c:v>49.923954093333336</c:v>
                      </c:pt>
                      <c:pt idx="89">
                        <c:v>52.270852295555557</c:v>
                      </c:pt>
                      <c:pt idx="90">
                        <c:v>52.192347691111109</c:v>
                      </c:pt>
                      <c:pt idx="91">
                        <c:v>61.95531914888889</c:v>
                      </c:pt>
                      <c:pt idx="92">
                        <c:v>69.673366517777779</c:v>
                      </c:pt>
                      <c:pt idx="93">
                        <c:v>80.248249348888891</c:v>
                      </c:pt>
                      <c:pt idx="94">
                        <c:v>76.748639035555556</c:v>
                      </c:pt>
                      <c:pt idx="95">
                        <c:v>61.758949746666666</c:v>
                      </c:pt>
                      <c:pt idx="96">
                        <c:v>41.587073842222225</c:v>
                      </c:pt>
                      <c:pt idx="97">
                        <c:v>24.309848375555557</c:v>
                      </c:pt>
                      <c:pt idx="98">
                        <c:v>13.787038593333333</c:v>
                      </c:pt>
                      <c:pt idx="99">
                        <c:v>8.8152817244444446</c:v>
                      </c:pt>
                      <c:pt idx="100">
                        <c:v>6.8370916133333335</c:v>
                      </c:pt>
                      <c:pt idx="101">
                        <c:v>8.1135425755555559</c:v>
                      </c:pt>
                      <c:pt idx="102">
                        <c:v>17.41596353111111</c:v>
                      </c:pt>
                      <c:pt idx="103">
                        <c:v>26.522932706666666</c:v>
                      </c:pt>
                      <c:pt idx="104">
                        <c:v>32.308757720000003</c:v>
                      </c:pt>
                      <c:pt idx="105">
                        <c:v>35.31707261333333</c:v>
                      </c:pt>
                      <c:pt idx="106">
                        <c:v>39.204283415555558</c:v>
                      </c:pt>
                      <c:pt idx="107">
                        <c:v>45.263864302222224</c:v>
                      </c:pt>
                      <c:pt idx="108">
                        <c:v>48.712271653333332</c:v>
                      </c:pt>
                      <c:pt idx="109">
                        <c:v>55.527402873333337</c:v>
                      </c:pt>
                      <c:pt idx="110">
                        <c:v>56.040975486666667</c:v>
                      </c:pt>
                      <c:pt idx="111">
                        <c:v>54.691548777777776</c:v>
                      </c:pt>
                      <c:pt idx="112">
                        <c:v>49.349924326666667</c:v>
                      </c:pt>
                      <c:pt idx="113">
                        <c:v>51.645121235555557</c:v>
                      </c:pt>
                      <c:pt idx="114">
                        <c:v>51.987750946666665</c:v>
                      </c:pt>
                      <c:pt idx="115">
                        <c:v>61.493482551111114</c:v>
                      </c:pt>
                      <c:pt idx="116">
                        <c:v>69.214045515555554</c:v>
                      </c:pt>
                      <c:pt idx="117">
                        <c:v>80.211717846666673</c:v>
                      </c:pt>
                      <c:pt idx="118">
                        <c:v>76.977559295555551</c:v>
                      </c:pt>
                      <c:pt idx="119">
                        <c:v>62.93767730222222</c:v>
                      </c:pt>
                      <c:pt idx="120">
                        <c:v>42.75283905111111</c:v>
                      </c:pt>
                      <c:pt idx="121">
                        <c:v>25.123280573333332</c:v>
                      </c:pt>
                      <c:pt idx="122">
                        <c:v>14.396558086666667</c:v>
                      </c:pt>
                      <c:pt idx="123">
                        <c:v>8.9684920577777785</c:v>
                      </c:pt>
                      <c:pt idx="124">
                        <c:v>6.8834198844444447</c:v>
                      </c:pt>
                      <c:pt idx="125">
                        <c:v>8.2357434911111103</c:v>
                      </c:pt>
                      <c:pt idx="126">
                        <c:v>17.470982271111112</c:v>
                      </c:pt>
                      <c:pt idx="127">
                        <c:v>26.786152522222221</c:v>
                      </c:pt>
                      <c:pt idx="128">
                        <c:v>32.610304555555558</c:v>
                      </c:pt>
                      <c:pt idx="129">
                        <c:v>35.797818608888889</c:v>
                      </c:pt>
                      <c:pt idx="130">
                        <c:v>40.281931913333331</c:v>
                      </c:pt>
                      <c:pt idx="131">
                        <c:v>45.642352322222223</c:v>
                      </c:pt>
                      <c:pt idx="132">
                        <c:v>50.315751048888892</c:v>
                      </c:pt>
                      <c:pt idx="133">
                        <c:v>60.008626548888891</c:v>
                      </c:pt>
                      <c:pt idx="134">
                        <c:v>60.981500922222224</c:v>
                      </c:pt>
                      <c:pt idx="135">
                        <c:v>57.26327672888889</c:v>
                      </c:pt>
                      <c:pt idx="136">
                        <c:v>50.294399848888887</c:v>
                      </c:pt>
                      <c:pt idx="137">
                        <c:v>52.245939191111113</c:v>
                      </c:pt>
                      <c:pt idx="138">
                        <c:v>56.641470251111109</c:v>
                      </c:pt>
                      <c:pt idx="139">
                        <c:v>65.252548239999996</c:v>
                      </c:pt>
                      <c:pt idx="140">
                        <c:v>69.912260135555556</c:v>
                      </c:pt>
                      <c:pt idx="141">
                        <c:v>80.941043297777782</c:v>
                      </c:pt>
                      <c:pt idx="142">
                        <c:v>77.568930848888883</c:v>
                      </c:pt>
                      <c:pt idx="143">
                        <c:v>64.118294555555551</c:v>
                      </c:pt>
                      <c:pt idx="144">
                        <c:v>45.348575004444442</c:v>
                      </c:pt>
                      <c:pt idx="145">
                        <c:v>27.349921015555555</c:v>
                      </c:pt>
                      <c:pt idx="146">
                        <c:v>16.426407708888888</c:v>
                      </c:pt>
                      <c:pt idx="147">
                        <c:v>9.7025056133333329</c:v>
                      </c:pt>
                      <c:pt idx="148">
                        <c:v>7.343793793333333</c:v>
                      </c:pt>
                      <c:pt idx="149">
                        <c:v>8.6523355977777783</c:v>
                      </c:pt>
                      <c:pt idx="150">
                        <c:v>18.113571375555555</c:v>
                      </c:pt>
                      <c:pt idx="151">
                        <c:v>27.54498516</c:v>
                      </c:pt>
                      <c:pt idx="152">
                        <c:v>33.205795331111112</c:v>
                      </c:pt>
                      <c:pt idx="153">
                        <c:v>36.241237668888886</c:v>
                      </c:pt>
                      <c:pt idx="154">
                        <c:v>39.981581542222223</c:v>
                      </c:pt>
                      <c:pt idx="155">
                        <c:v>45.484459488888888</c:v>
                      </c:pt>
                      <c:pt idx="156">
                        <c:v>48.816140240000003</c:v>
                      </c:pt>
                      <c:pt idx="157">
                        <c:v>55.7654402</c:v>
                      </c:pt>
                      <c:pt idx="158">
                        <c:v>56.603483653333335</c:v>
                      </c:pt>
                      <c:pt idx="159">
                        <c:v>54.846748499999997</c:v>
                      </c:pt>
                      <c:pt idx="160">
                        <c:v>51.000443384444445</c:v>
                      </c:pt>
                      <c:pt idx="161">
                        <c:v>53.984797053333331</c:v>
                      </c:pt>
                      <c:pt idx="162">
                        <c:v>54.533787004444441</c:v>
                      </c:pt>
                      <c:pt idx="163">
                        <c:v>63.173760235555555</c:v>
                      </c:pt>
                      <c:pt idx="164">
                        <c:v>70.371479862222216</c:v>
                      </c:pt>
                      <c:pt idx="165">
                        <c:v>80.261076484444445</c:v>
                      </c:pt>
                      <c:pt idx="166">
                        <c:v>76.730569360000004</c:v>
                      </c:pt>
                      <c:pt idx="167">
                        <c:v>61.575000684444447</c:v>
                      </c:pt>
                      <c:pt idx="168">
                        <c:v>41.877265700000002</c:v>
                      </c:pt>
                      <c:pt idx="169">
                        <c:v>25.056634326666668</c:v>
                      </c:pt>
                      <c:pt idx="170">
                        <c:v>14.439809775555556</c:v>
                      </c:pt>
                      <c:pt idx="171">
                        <c:v>9.1138174444444449</c:v>
                      </c:pt>
                      <c:pt idx="172">
                        <c:v>7.0049366177777781</c:v>
                      </c:pt>
                      <c:pt idx="173">
                        <c:v>8.4280747822222217</c:v>
                      </c:pt>
                      <c:pt idx="174">
                        <c:v>18.343833526666668</c:v>
                      </c:pt>
                      <c:pt idx="175">
                        <c:v>28.550554562222221</c:v>
                      </c:pt>
                      <c:pt idx="176">
                        <c:v>34.995369153333336</c:v>
                      </c:pt>
                      <c:pt idx="177">
                        <c:v>39.828420413333333</c:v>
                      </c:pt>
                      <c:pt idx="178">
                        <c:v>42.780532897777775</c:v>
                      </c:pt>
                      <c:pt idx="179">
                        <c:v>47.199803588888891</c:v>
                      </c:pt>
                      <c:pt idx="180">
                        <c:v>51.754950148888888</c:v>
                      </c:pt>
                      <c:pt idx="181">
                        <c:v>58.414728304444445</c:v>
                      </c:pt>
                      <c:pt idx="182">
                        <c:v>59.272138868888888</c:v>
                      </c:pt>
                      <c:pt idx="183">
                        <c:v>56.946338731111112</c:v>
                      </c:pt>
                      <c:pt idx="184">
                        <c:v>51.202332488888892</c:v>
                      </c:pt>
                      <c:pt idx="185">
                        <c:v>53.381386924444442</c:v>
                      </c:pt>
                      <c:pt idx="186">
                        <c:v>53.939753662222223</c:v>
                      </c:pt>
                      <c:pt idx="187">
                        <c:v>64.122601977777776</c:v>
                      </c:pt>
                      <c:pt idx="188">
                        <c:v>71.454509871111114</c:v>
                      </c:pt>
                      <c:pt idx="189">
                        <c:v>80.839258324444444</c:v>
                      </c:pt>
                      <c:pt idx="190">
                        <c:v>78.54718829777778</c:v>
                      </c:pt>
                      <c:pt idx="191">
                        <c:v>65.652798188888895</c:v>
                      </c:pt>
                      <c:pt idx="192">
                        <c:v>47.106036979999999</c:v>
                      </c:pt>
                      <c:pt idx="193">
                        <c:v>29.581462677777779</c:v>
                      </c:pt>
                      <c:pt idx="194">
                        <c:v>17.35420420222222</c:v>
                      </c:pt>
                      <c:pt idx="195">
                        <c:v>10.912358344444444</c:v>
                      </c:pt>
                      <c:pt idx="196">
                        <c:v>7.803050182222222</c:v>
                      </c:pt>
                      <c:pt idx="197">
                        <c:v>8.0985947777777785</c:v>
                      </c:pt>
                      <c:pt idx="198">
                        <c:v>15.784047324444444</c:v>
                      </c:pt>
                      <c:pt idx="199">
                        <c:v>24.525851633333332</c:v>
                      </c:pt>
                      <c:pt idx="200">
                        <c:v>34.103019097777775</c:v>
                      </c:pt>
                      <c:pt idx="201">
                        <c:v>41.366017159999998</c:v>
                      </c:pt>
                      <c:pt idx="202">
                        <c:v>46.949837126666665</c:v>
                      </c:pt>
                      <c:pt idx="203">
                        <c:v>53.570118808888886</c:v>
                      </c:pt>
                      <c:pt idx="204">
                        <c:v>54.410991915555556</c:v>
                      </c:pt>
                      <c:pt idx="205">
                        <c:v>59.21655511777778</c:v>
                      </c:pt>
                      <c:pt idx="206">
                        <c:v>68.415642102222222</c:v>
                      </c:pt>
                      <c:pt idx="207">
                        <c:v>62.811403868888888</c:v>
                      </c:pt>
                      <c:pt idx="208">
                        <c:v>53.003811668888886</c:v>
                      </c:pt>
                      <c:pt idx="209">
                        <c:v>53.807442964444448</c:v>
                      </c:pt>
                      <c:pt idx="210">
                        <c:v>53.332549295555559</c:v>
                      </c:pt>
                      <c:pt idx="211">
                        <c:v>63.895571477777779</c:v>
                      </c:pt>
                      <c:pt idx="212">
                        <c:v>72.102433313333336</c:v>
                      </c:pt>
                      <c:pt idx="213">
                        <c:v>82.354032926666662</c:v>
                      </c:pt>
                      <c:pt idx="214">
                        <c:v>81.031652471111116</c:v>
                      </c:pt>
                      <c:pt idx="215">
                        <c:v>67.498185808888891</c:v>
                      </c:pt>
                      <c:pt idx="216">
                        <c:v>47.864771346666664</c:v>
                      </c:pt>
                      <c:pt idx="217">
                        <c:v>29.301728857777778</c:v>
                      </c:pt>
                      <c:pt idx="218">
                        <c:v>17.015017395555557</c:v>
                      </c:pt>
                      <c:pt idx="219">
                        <c:v>10.468096948888888</c:v>
                      </c:pt>
                      <c:pt idx="220">
                        <c:v>7.5889086955555554</c:v>
                      </c:pt>
                      <c:pt idx="221">
                        <c:v>8.1137130222222229</c:v>
                      </c:pt>
                      <c:pt idx="222">
                        <c:v>16.276027371111113</c:v>
                      </c:pt>
                      <c:pt idx="223">
                        <c:v>24.877046137777779</c:v>
                      </c:pt>
                      <c:pt idx="224">
                        <c:v>33.110922862222225</c:v>
                      </c:pt>
                      <c:pt idx="225">
                        <c:v>38.417894195555554</c:v>
                      </c:pt>
                      <c:pt idx="226">
                        <c:v>42.865990719999999</c:v>
                      </c:pt>
                      <c:pt idx="227">
                        <c:v>47.603089117777778</c:v>
                      </c:pt>
                      <c:pt idx="228">
                        <c:v>50.597607879999998</c:v>
                      </c:pt>
                      <c:pt idx="229">
                        <c:v>60.049799348888889</c:v>
                      </c:pt>
                      <c:pt idx="230">
                        <c:v>63.044451922222223</c:v>
                      </c:pt>
                      <c:pt idx="231">
                        <c:v>59.049439406666664</c:v>
                      </c:pt>
                      <c:pt idx="232">
                        <c:v>51.177250133333331</c:v>
                      </c:pt>
                      <c:pt idx="233">
                        <c:v>52.986828753333334</c:v>
                      </c:pt>
                      <c:pt idx="234">
                        <c:v>53.555701188888889</c:v>
                      </c:pt>
                      <c:pt idx="235">
                        <c:v>62.933414188888889</c:v>
                      </c:pt>
                      <c:pt idx="236">
                        <c:v>71.869010773333329</c:v>
                      </c:pt>
                      <c:pt idx="237">
                        <c:v>81.796371151111117</c:v>
                      </c:pt>
                      <c:pt idx="238">
                        <c:v>76.807431084444445</c:v>
                      </c:pt>
                      <c:pt idx="239">
                        <c:v>61.460040957777778</c:v>
                      </c:pt>
                      <c:pt idx="240">
                        <c:v>41.057464802222221</c:v>
                      </c:pt>
                      <c:pt idx="241">
                        <c:v>24.212766344444443</c:v>
                      </c:pt>
                      <c:pt idx="242">
                        <c:v>14.087317517777779</c:v>
                      </c:pt>
                      <c:pt idx="243">
                        <c:v>8.8611731555555551</c:v>
                      </c:pt>
                      <c:pt idx="244">
                        <c:v>6.890818091111111</c:v>
                      </c:pt>
                      <c:pt idx="245">
                        <c:v>7.8170485555555551</c:v>
                      </c:pt>
                      <c:pt idx="246">
                        <c:v>16.980400815555555</c:v>
                      </c:pt>
                      <c:pt idx="247">
                        <c:v>25.646790142222223</c:v>
                      </c:pt>
                      <c:pt idx="248">
                        <c:v>31.509948117777778</c:v>
                      </c:pt>
                      <c:pt idx="249">
                        <c:v>34.309529962222221</c:v>
                      </c:pt>
                      <c:pt idx="250">
                        <c:v>38.01827270222222</c:v>
                      </c:pt>
                      <c:pt idx="251">
                        <c:v>43.450417708888892</c:v>
                      </c:pt>
                      <c:pt idx="252">
                        <c:v>47.29599526222222</c:v>
                      </c:pt>
                      <c:pt idx="253">
                        <c:v>54.347141937777778</c:v>
                      </c:pt>
                      <c:pt idx="254">
                        <c:v>55.625452902222221</c:v>
                      </c:pt>
                      <c:pt idx="255">
                        <c:v>53.439392022222222</c:v>
                      </c:pt>
                      <c:pt idx="256">
                        <c:v>50.326388162222223</c:v>
                      </c:pt>
                      <c:pt idx="257">
                        <c:v>54.090727835555555</c:v>
                      </c:pt>
                      <c:pt idx="258">
                        <c:v>54.31649196</c:v>
                      </c:pt>
                      <c:pt idx="259">
                        <c:v>63.200416686666664</c:v>
                      </c:pt>
                      <c:pt idx="260">
                        <c:v>71.595616742222219</c:v>
                      </c:pt>
                      <c:pt idx="261">
                        <c:v>80.251360195555549</c:v>
                      </c:pt>
                      <c:pt idx="262">
                        <c:v>75.753390800000005</c:v>
                      </c:pt>
                      <c:pt idx="263">
                        <c:v>60.130278886666666</c:v>
                      </c:pt>
                      <c:pt idx="264">
                        <c:v>39.644645357777776</c:v>
                      </c:pt>
                      <c:pt idx="265">
                        <c:v>23.299280648888889</c:v>
                      </c:pt>
                      <c:pt idx="266">
                        <c:v>13.399079540000001</c:v>
                      </c:pt>
                      <c:pt idx="267">
                        <c:v>8.6451408844444444</c:v>
                      </c:pt>
                      <c:pt idx="268">
                        <c:v>6.9827436511111109</c:v>
                      </c:pt>
                      <c:pt idx="269">
                        <c:v>7.9822962333333329</c:v>
                      </c:pt>
                      <c:pt idx="270">
                        <c:v>17.578969144444443</c:v>
                      </c:pt>
                      <c:pt idx="271">
                        <c:v>27.12690018</c:v>
                      </c:pt>
                      <c:pt idx="272">
                        <c:v>32.172084264444443</c:v>
                      </c:pt>
                      <c:pt idx="273">
                        <c:v>35.404164871111114</c:v>
                      </c:pt>
                      <c:pt idx="274">
                        <c:v>39.479360964444446</c:v>
                      </c:pt>
                      <c:pt idx="275">
                        <c:v>44.404518773333336</c:v>
                      </c:pt>
                      <c:pt idx="276">
                        <c:v>48.515312915555555</c:v>
                      </c:pt>
                      <c:pt idx="277">
                        <c:v>55.253166444444446</c:v>
                      </c:pt>
                      <c:pt idx="278">
                        <c:v>55.248151924444443</c:v>
                      </c:pt>
                      <c:pt idx="279">
                        <c:v>53.15225530888889</c:v>
                      </c:pt>
                      <c:pt idx="280">
                        <c:v>50.404604564444448</c:v>
                      </c:pt>
                      <c:pt idx="281">
                        <c:v>53.659895922222219</c:v>
                      </c:pt>
                      <c:pt idx="282">
                        <c:v>53.635903973333335</c:v>
                      </c:pt>
                      <c:pt idx="283">
                        <c:v>63.812562244444443</c:v>
                      </c:pt>
                      <c:pt idx="284">
                        <c:v>72.464190795555552</c:v>
                      </c:pt>
                      <c:pt idx="285">
                        <c:v>82.022270813333336</c:v>
                      </c:pt>
                      <c:pt idx="286">
                        <c:v>76.614925251111117</c:v>
                      </c:pt>
                      <c:pt idx="287">
                        <c:v>59.900981364444448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F1FB-4D39-A8F8-9D267B9F4903}"/>
                  </c:ext>
                </c:extLst>
              </c15:ser>
            </c15:filteredLineSeries>
            <c15:filteredLin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12-10-2026'!$M$1</c15:sqref>
                        </c15:formulaRef>
                      </c:ext>
                    </c:extLst>
                    <c:strCache>
                      <c:ptCount val="1"/>
                      <c:pt idx="0">
                        <c:v>BMR-DGW2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12-10-2026'!$M$2:$M$289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4.7296732266666668</c:v>
                      </c:pt>
                      <c:pt idx="1">
                        <c:v>2.8128549777777776</c:v>
                      </c:pt>
                      <c:pt idx="2">
                        <c:v>1.6366178044444444</c:v>
                      </c:pt>
                      <c:pt idx="3">
                        <c:v>1.0723690155555556</c:v>
                      </c:pt>
                      <c:pt idx="4">
                        <c:v>0.93974563333333339</c:v>
                      </c:pt>
                      <c:pt idx="5">
                        <c:v>1.340708628888889</c:v>
                      </c:pt>
                      <c:pt idx="6">
                        <c:v>2.7669770888888889</c:v>
                      </c:pt>
                      <c:pt idx="7">
                        <c:v>3.9780556888888889</c:v>
                      </c:pt>
                      <c:pt idx="8">
                        <c:v>4.3474617555555559</c:v>
                      </c:pt>
                      <c:pt idx="9">
                        <c:v>4.2748298599999996</c:v>
                      </c:pt>
                      <c:pt idx="10">
                        <c:v>4.3347076288888893</c:v>
                      </c:pt>
                      <c:pt idx="11">
                        <c:v>4.7879414577777775</c:v>
                      </c:pt>
                      <c:pt idx="12">
                        <c:v>5.4794752933333335</c:v>
                      </c:pt>
                      <c:pt idx="13">
                        <c:v>6.2986891155555558</c:v>
                      </c:pt>
                      <c:pt idx="14">
                        <c:v>6.5630602466666668</c:v>
                      </c:pt>
                      <c:pt idx="15">
                        <c:v>6.345188951111111</c:v>
                      </c:pt>
                      <c:pt idx="16">
                        <c:v>5.3026396044444448</c:v>
                      </c:pt>
                      <c:pt idx="17">
                        <c:v>4.8646601044444449</c:v>
                      </c:pt>
                      <c:pt idx="18">
                        <c:v>5.0806775911111108</c:v>
                      </c:pt>
                      <c:pt idx="19">
                        <c:v>6.1119067133333331</c:v>
                      </c:pt>
                      <c:pt idx="20">
                        <c:v>6.7272735288888885</c:v>
                      </c:pt>
                      <c:pt idx="21">
                        <c:v>7.5179785288888885</c:v>
                      </c:pt>
                      <c:pt idx="22">
                        <c:v>7.9067094222222218</c:v>
                      </c:pt>
                      <c:pt idx="23">
                        <c:v>6.9541076355555553</c:v>
                      </c:pt>
                      <c:pt idx="24">
                        <c:v>5.0909481000000003</c:v>
                      </c:pt>
                      <c:pt idx="25">
                        <c:v>3.18790796</c:v>
                      </c:pt>
                      <c:pt idx="26">
                        <c:v>1.8748589822222221</c:v>
                      </c:pt>
                      <c:pt idx="27">
                        <c:v>1.2103144222222222</c:v>
                      </c:pt>
                      <c:pt idx="28">
                        <c:v>0.98698307777777783</c:v>
                      </c:pt>
                      <c:pt idx="29">
                        <c:v>1.2767294622222223</c:v>
                      </c:pt>
                      <c:pt idx="30">
                        <c:v>2.4301952733333332</c:v>
                      </c:pt>
                      <c:pt idx="31">
                        <c:v>3.6645963422222221</c:v>
                      </c:pt>
                      <c:pt idx="32">
                        <c:v>4.6402623266666669</c:v>
                      </c:pt>
                      <c:pt idx="33">
                        <c:v>4.9985165911111107</c:v>
                      </c:pt>
                      <c:pt idx="34">
                        <c:v>5.2202796755555552</c:v>
                      </c:pt>
                      <c:pt idx="35">
                        <c:v>5.8107267244444447</c:v>
                      </c:pt>
                      <c:pt idx="36">
                        <c:v>6.261279331111111</c:v>
                      </c:pt>
                      <c:pt idx="37">
                        <c:v>6.8221913177777775</c:v>
                      </c:pt>
                      <c:pt idx="38">
                        <c:v>7.5517346666666665</c:v>
                      </c:pt>
                      <c:pt idx="39">
                        <c:v>6.973452408888889</c:v>
                      </c:pt>
                      <c:pt idx="40">
                        <c:v>5.6055323799999996</c:v>
                      </c:pt>
                      <c:pt idx="41">
                        <c:v>5.1470676866666665</c:v>
                      </c:pt>
                      <c:pt idx="42">
                        <c:v>5.2643493599999998</c:v>
                      </c:pt>
                      <c:pt idx="43">
                        <c:v>6.3015207022222226</c:v>
                      </c:pt>
                      <c:pt idx="44">
                        <c:v>6.8732512155555554</c:v>
                      </c:pt>
                      <c:pt idx="45">
                        <c:v>7.7835274133333332</c:v>
                      </c:pt>
                      <c:pt idx="46">
                        <c:v>8.1466530933333328</c:v>
                      </c:pt>
                      <c:pt idx="47">
                        <c:v>7.1422671777777778</c:v>
                      </c:pt>
                      <c:pt idx="48">
                        <c:v>5.2159972000000003</c:v>
                      </c:pt>
                      <c:pt idx="49">
                        <c:v>3.2544172666666666</c:v>
                      </c:pt>
                      <c:pt idx="50">
                        <c:v>1.94720428</c:v>
                      </c:pt>
                      <c:pt idx="51">
                        <c:v>1.2420522266666667</c:v>
                      </c:pt>
                      <c:pt idx="52">
                        <c:v>1.0328962933333334</c:v>
                      </c:pt>
                      <c:pt idx="53">
                        <c:v>1.3905209844444444</c:v>
                      </c:pt>
                      <c:pt idx="54">
                        <c:v>2.6031971288888891</c:v>
                      </c:pt>
                      <c:pt idx="55">
                        <c:v>3.7982316733333334</c:v>
                      </c:pt>
                      <c:pt idx="56">
                        <c:v>4.6367132599999996</c:v>
                      </c:pt>
                      <c:pt idx="57">
                        <c:v>4.7578954222222221</c:v>
                      </c:pt>
                      <c:pt idx="58">
                        <c:v>4.83488468</c:v>
                      </c:pt>
                      <c:pt idx="59">
                        <c:v>5.1327649555555555</c:v>
                      </c:pt>
                      <c:pt idx="60">
                        <c:v>5.6939513155555552</c:v>
                      </c:pt>
                      <c:pt idx="61">
                        <c:v>6.5240660866666671</c:v>
                      </c:pt>
                      <c:pt idx="62">
                        <c:v>6.9110978844444446</c:v>
                      </c:pt>
                      <c:pt idx="63">
                        <c:v>6.662329524444444</c:v>
                      </c:pt>
                      <c:pt idx="64">
                        <c:v>5.3767303000000002</c:v>
                      </c:pt>
                      <c:pt idx="65">
                        <c:v>5.0004804977777777</c:v>
                      </c:pt>
                      <c:pt idx="66">
                        <c:v>5.1664223644444442</c:v>
                      </c:pt>
                      <c:pt idx="67">
                        <c:v>6.1881862511111114</c:v>
                      </c:pt>
                      <c:pt idx="68">
                        <c:v>6.6485260933333334</c:v>
                      </c:pt>
                      <c:pt idx="69">
                        <c:v>7.4933062466666662</c:v>
                      </c:pt>
                      <c:pt idx="70">
                        <c:v>7.6719499377777778</c:v>
                      </c:pt>
                      <c:pt idx="71">
                        <c:v>6.6140206244444446</c:v>
                      </c:pt>
                      <c:pt idx="72">
                        <c:v>4.5935347977777781</c:v>
                      </c:pt>
                      <c:pt idx="73">
                        <c:v>2.7361828199999998</c:v>
                      </c:pt>
                      <c:pt idx="74">
                        <c:v>1.6472713333333333</c:v>
                      </c:pt>
                      <c:pt idx="75">
                        <c:v>1.1239177600000001</c:v>
                      </c:pt>
                      <c:pt idx="76">
                        <c:v>0.96467937555555561</c:v>
                      </c:pt>
                      <c:pt idx="77">
                        <c:v>1.3307121377777777</c:v>
                      </c:pt>
                      <c:pt idx="78">
                        <c:v>2.7771380088888891</c:v>
                      </c:pt>
                      <c:pt idx="79">
                        <c:v>3.8514316599999998</c:v>
                      </c:pt>
                      <c:pt idx="80">
                        <c:v>4.1987607355555552</c:v>
                      </c:pt>
                      <c:pt idx="81">
                        <c:v>4.1629458444444447</c:v>
                      </c:pt>
                      <c:pt idx="82">
                        <c:v>4.214888806666667</c:v>
                      </c:pt>
                      <c:pt idx="83">
                        <c:v>4.6653316844444443</c:v>
                      </c:pt>
                      <c:pt idx="84">
                        <c:v>5.2815295044444444</c:v>
                      </c:pt>
                      <c:pt idx="85">
                        <c:v>5.87833104</c:v>
                      </c:pt>
                      <c:pt idx="86">
                        <c:v>6.2098857711111108</c:v>
                      </c:pt>
                      <c:pt idx="87">
                        <c:v>5.9381879199999998</c:v>
                      </c:pt>
                      <c:pt idx="88">
                        <c:v>5.0946891399999998</c:v>
                      </c:pt>
                      <c:pt idx="89">
                        <c:v>4.8781910266666664</c:v>
                      </c:pt>
                      <c:pt idx="90">
                        <c:v>5.0011734555555556</c:v>
                      </c:pt>
                      <c:pt idx="91">
                        <c:v>6.0690468511111115</c:v>
                      </c:pt>
                      <c:pt idx="92">
                        <c:v>6.5704992555555553</c:v>
                      </c:pt>
                      <c:pt idx="93">
                        <c:v>7.5117604199999999</c:v>
                      </c:pt>
                      <c:pt idx="94">
                        <c:v>7.6965743222222223</c:v>
                      </c:pt>
                      <c:pt idx="95">
                        <c:v>6.3135498977777775</c:v>
                      </c:pt>
                      <c:pt idx="96">
                        <c:v>4.225830148888889</c:v>
                      </c:pt>
                      <c:pt idx="97">
                        <c:v>2.4414898444444444</c:v>
                      </c:pt>
                      <c:pt idx="98">
                        <c:v>1.477133668888889</c:v>
                      </c:pt>
                      <c:pt idx="99">
                        <c:v>0.99768108444444448</c:v>
                      </c:pt>
                      <c:pt idx="100">
                        <c:v>0.90228322444444442</c:v>
                      </c:pt>
                      <c:pt idx="101">
                        <c:v>1.3045009266666667</c:v>
                      </c:pt>
                      <c:pt idx="102">
                        <c:v>2.7090682955555554</c:v>
                      </c:pt>
                      <c:pt idx="103">
                        <c:v>3.9053039177777777</c:v>
                      </c:pt>
                      <c:pt idx="104">
                        <c:v>4.1861408600000001</c:v>
                      </c:pt>
                      <c:pt idx="105">
                        <c:v>4.1210774311111109</c:v>
                      </c:pt>
                      <c:pt idx="106">
                        <c:v>4.1825175799999998</c:v>
                      </c:pt>
                      <c:pt idx="107">
                        <c:v>4.6540049644444448</c:v>
                      </c:pt>
                      <c:pt idx="108">
                        <c:v>5.2590453022222219</c:v>
                      </c:pt>
                      <c:pt idx="109">
                        <c:v>5.9569605133333337</c:v>
                      </c:pt>
                      <c:pt idx="110">
                        <c:v>6.1978966333333334</c:v>
                      </c:pt>
                      <c:pt idx="111">
                        <c:v>6.0226056466666664</c:v>
                      </c:pt>
                      <c:pt idx="112">
                        <c:v>5.14923588</c:v>
                      </c:pt>
                      <c:pt idx="113">
                        <c:v>4.8364211199999998</c:v>
                      </c:pt>
                      <c:pt idx="114">
                        <c:v>5.0737014288888886</c:v>
                      </c:pt>
                      <c:pt idx="115">
                        <c:v>6.0546683844444447</c:v>
                      </c:pt>
                      <c:pt idx="116">
                        <c:v>6.584408482222222</c:v>
                      </c:pt>
                      <c:pt idx="117">
                        <c:v>7.5278026155555553</c:v>
                      </c:pt>
                      <c:pt idx="118">
                        <c:v>7.6414060911111115</c:v>
                      </c:pt>
                      <c:pt idx="119">
                        <c:v>6.4847429200000004</c:v>
                      </c:pt>
                      <c:pt idx="120">
                        <c:v>4.3608971911111114</c:v>
                      </c:pt>
                      <c:pt idx="121">
                        <c:v>2.521605851111111</c:v>
                      </c:pt>
                      <c:pt idx="122">
                        <c:v>1.5181777844444444</c:v>
                      </c:pt>
                      <c:pt idx="123">
                        <c:v>1.0901448</c:v>
                      </c:pt>
                      <c:pt idx="124">
                        <c:v>0.98085361999999998</c:v>
                      </c:pt>
                      <c:pt idx="125">
                        <c:v>1.332005811111111</c:v>
                      </c:pt>
                      <c:pt idx="126">
                        <c:v>2.7793083822222222</c:v>
                      </c:pt>
                      <c:pt idx="127">
                        <c:v>3.9256816977777778</c:v>
                      </c:pt>
                      <c:pt idx="128">
                        <c:v>4.2141490066666663</c:v>
                      </c:pt>
                      <c:pt idx="129">
                        <c:v>4.1924806355555555</c:v>
                      </c:pt>
                      <c:pt idx="130">
                        <c:v>4.3199343222222222</c:v>
                      </c:pt>
                      <c:pt idx="131">
                        <c:v>4.7891158200000001</c:v>
                      </c:pt>
                      <c:pt idx="132">
                        <c:v>5.4632206977777775</c:v>
                      </c:pt>
                      <c:pt idx="133">
                        <c:v>6.4878877955555554</c:v>
                      </c:pt>
                      <c:pt idx="134">
                        <c:v>6.8001675711111114</c:v>
                      </c:pt>
                      <c:pt idx="135">
                        <c:v>6.4306720844444447</c:v>
                      </c:pt>
                      <c:pt idx="136">
                        <c:v>5.2717102822222222</c:v>
                      </c:pt>
                      <c:pt idx="137">
                        <c:v>4.9404064111111108</c:v>
                      </c:pt>
                      <c:pt idx="138">
                        <c:v>5.3589732000000003</c:v>
                      </c:pt>
                      <c:pt idx="139">
                        <c:v>6.2953146755555558</c:v>
                      </c:pt>
                      <c:pt idx="140">
                        <c:v>6.6201580599999996</c:v>
                      </c:pt>
                      <c:pt idx="141">
                        <c:v>7.5282365377777776</c:v>
                      </c:pt>
                      <c:pt idx="142">
                        <c:v>7.7184060666666667</c:v>
                      </c:pt>
                      <c:pt idx="143">
                        <c:v>6.4939931666666668</c:v>
                      </c:pt>
                      <c:pt idx="144">
                        <c:v>4.4292871044444446</c:v>
                      </c:pt>
                      <c:pt idx="145">
                        <c:v>2.6656946822222221</c:v>
                      </c:pt>
                      <c:pt idx="146">
                        <c:v>1.677948651111111</c:v>
                      </c:pt>
                      <c:pt idx="147">
                        <c:v>1.1356639155555555</c:v>
                      </c:pt>
                      <c:pt idx="148">
                        <c:v>0.98710098666666668</c:v>
                      </c:pt>
                      <c:pt idx="149">
                        <c:v>1.3652667199999999</c:v>
                      </c:pt>
                      <c:pt idx="150">
                        <c:v>2.80174842</c:v>
                      </c:pt>
                      <c:pt idx="151">
                        <c:v>3.9668045533333331</c:v>
                      </c:pt>
                      <c:pt idx="152">
                        <c:v>4.2596816577777776</c:v>
                      </c:pt>
                      <c:pt idx="153">
                        <c:v>4.2023742377777777</c:v>
                      </c:pt>
                      <c:pt idx="154">
                        <c:v>4.2348030244444441</c:v>
                      </c:pt>
                      <c:pt idx="155">
                        <c:v>4.7290748266666665</c:v>
                      </c:pt>
                      <c:pt idx="156">
                        <c:v>5.2771557266666669</c:v>
                      </c:pt>
                      <c:pt idx="157">
                        <c:v>5.9353716133333334</c:v>
                      </c:pt>
                      <c:pt idx="158">
                        <c:v>6.1908741466666664</c:v>
                      </c:pt>
                      <c:pt idx="159">
                        <c:v>5.9818771133333337</c:v>
                      </c:pt>
                      <c:pt idx="160">
                        <c:v>5.1694282422222226</c:v>
                      </c:pt>
                      <c:pt idx="161">
                        <c:v>4.9802850266666665</c:v>
                      </c:pt>
                      <c:pt idx="162">
                        <c:v>5.3105795955555557</c:v>
                      </c:pt>
                      <c:pt idx="163">
                        <c:v>6.2723197444444443</c:v>
                      </c:pt>
                      <c:pt idx="164">
                        <c:v>6.8326633622222221</c:v>
                      </c:pt>
                      <c:pt idx="165">
                        <c:v>7.7033206533333329</c:v>
                      </c:pt>
                      <c:pt idx="166">
                        <c:v>7.6775728711111109</c:v>
                      </c:pt>
                      <c:pt idx="167">
                        <c:v>6.3475721466666668</c:v>
                      </c:pt>
                      <c:pt idx="168">
                        <c:v>4.2484105622222224</c:v>
                      </c:pt>
                      <c:pt idx="169">
                        <c:v>2.4865328155555555</c:v>
                      </c:pt>
                      <c:pt idx="170">
                        <c:v>1.5335543644444445</c:v>
                      </c:pt>
                      <c:pt idx="171">
                        <c:v>1.0612558577777778</c:v>
                      </c:pt>
                      <c:pt idx="172">
                        <c:v>0.95379349111111111</c:v>
                      </c:pt>
                      <c:pt idx="173">
                        <c:v>1.3469764244444444</c:v>
                      </c:pt>
                      <c:pt idx="174">
                        <c:v>2.8458092533333335</c:v>
                      </c:pt>
                      <c:pt idx="175">
                        <c:v>4.088483004444444</c:v>
                      </c:pt>
                      <c:pt idx="176">
                        <c:v>4.4141703155555554</c:v>
                      </c:pt>
                      <c:pt idx="177">
                        <c:v>4.358860248888889</c:v>
                      </c:pt>
                      <c:pt idx="178">
                        <c:v>4.3130521533333335</c:v>
                      </c:pt>
                      <c:pt idx="179">
                        <c:v>4.7193364511111113</c:v>
                      </c:pt>
                      <c:pt idx="180">
                        <c:v>5.4083705533333335</c:v>
                      </c:pt>
                      <c:pt idx="181">
                        <c:v>6.1380486666666663</c:v>
                      </c:pt>
                      <c:pt idx="182">
                        <c:v>6.428396982222222</c:v>
                      </c:pt>
                      <c:pt idx="183">
                        <c:v>6.1535259022222224</c:v>
                      </c:pt>
                      <c:pt idx="184">
                        <c:v>5.2287718911111112</c:v>
                      </c:pt>
                      <c:pt idx="185">
                        <c:v>4.9535878999999996</c:v>
                      </c:pt>
                      <c:pt idx="186">
                        <c:v>5.3177589599999999</c:v>
                      </c:pt>
                      <c:pt idx="187">
                        <c:v>6.352244586666667</c:v>
                      </c:pt>
                      <c:pt idx="188">
                        <c:v>6.8338674755555555</c:v>
                      </c:pt>
                      <c:pt idx="189">
                        <c:v>7.7156865955555558</c:v>
                      </c:pt>
                      <c:pt idx="190">
                        <c:v>7.9096804088888888</c:v>
                      </c:pt>
                      <c:pt idx="191">
                        <c:v>6.7785772199999998</c:v>
                      </c:pt>
                      <c:pt idx="192">
                        <c:v>4.8030358288888886</c:v>
                      </c:pt>
                      <c:pt idx="193">
                        <c:v>3.0219965888888889</c:v>
                      </c:pt>
                      <c:pt idx="194">
                        <c:v>1.7526216288888889</c:v>
                      </c:pt>
                      <c:pt idx="195">
                        <c:v>1.2301603977777777</c:v>
                      </c:pt>
                      <c:pt idx="196">
                        <c:v>1.0559262466666666</c:v>
                      </c:pt>
                      <c:pt idx="197">
                        <c:v>1.2937442711111111</c:v>
                      </c:pt>
                      <c:pt idx="198">
                        <c:v>2.5788109266666668</c:v>
                      </c:pt>
                      <c:pt idx="199">
                        <c:v>3.8538394866666668</c:v>
                      </c:pt>
                      <c:pt idx="200">
                        <c:v>4.7576967266666665</c:v>
                      </c:pt>
                      <c:pt idx="201">
                        <c:v>4.9695277377777778</c:v>
                      </c:pt>
                      <c:pt idx="202">
                        <c:v>5.1383536799999998</c:v>
                      </c:pt>
                      <c:pt idx="203">
                        <c:v>5.6793559288888886</c:v>
                      </c:pt>
                      <c:pt idx="204">
                        <c:v>6.0581622022222223</c:v>
                      </c:pt>
                      <c:pt idx="205">
                        <c:v>6.599585982222222</c:v>
                      </c:pt>
                      <c:pt idx="206">
                        <c:v>7.3333660311111108</c:v>
                      </c:pt>
                      <c:pt idx="207">
                        <c:v>6.7742037511111111</c:v>
                      </c:pt>
                      <c:pt idx="208">
                        <c:v>5.4871008622222224</c:v>
                      </c:pt>
                      <c:pt idx="209">
                        <c:v>5.1726401088888885</c:v>
                      </c:pt>
                      <c:pt idx="210">
                        <c:v>5.4524122155555554</c:v>
                      </c:pt>
                      <c:pt idx="211">
                        <c:v>6.4816722022222226</c:v>
                      </c:pt>
                      <c:pt idx="212">
                        <c:v>7.0199686155555554</c:v>
                      </c:pt>
                      <c:pt idx="213">
                        <c:v>7.8537883711111114</c:v>
                      </c:pt>
                      <c:pt idx="214">
                        <c:v>8.0883546688888881</c:v>
                      </c:pt>
                      <c:pt idx="215">
                        <c:v>6.8700780000000004</c:v>
                      </c:pt>
                      <c:pt idx="216">
                        <c:v>4.7936374066666669</c:v>
                      </c:pt>
                      <c:pt idx="217">
                        <c:v>2.9969403844444447</c:v>
                      </c:pt>
                      <c:pt idx="218">
                        <c:v>1.7976423777777777</c:v>
                      </c:pt>
                      <c:pt idx="219">
                        <c:v>1.2212359555555556</c:v>
                      </c:pt>
                      <c:pt idx="220">
                        <c:v>1.0286766088888888</c:v>
                      </c:pt>
                      <c:pt idx="221">
                        <c:v>1.2900036177777778</c:v>
                      </c:pt>
                      <c:pt idx="222">
                        <c:v>2.6178709933333333</c:v>
                      </c:pt>
                      <c:pt idx="223">
                        <c:v>3.8257997911111112</c:v>
                      </c:pt>
                      <c:pt idx="224">
                        <c:v>4.5605411755555556</c:v>
                      </c:pt>
                      <c:pt idx="225">
                        <c:v>4.6907669533333332</c:v>
                      </c:pt>
                      <c:pt idx="226">
                        <c:v>4.6462995933333335</c:v>
                      </c:pt>
                      <c:pt idx="227">
                        <c:v>5.0441462133333337</c:v>
                      </c:pt>
                      <c:pt idx="228">
                        <c:v>5.6239922</c:v>
                      </c:pt>
                      <c:pt idx="229">
                        <c:v>6.4618576000000001</c:v>
                      </c:pt>
                      <c:pt idx="230">
                        <c:v>6.7615059400000002</c:v>
                      </c:pt>
                      <c:pt idx="231">
                        <c:v>6.3283525666666662</c:v>
                      </c:pt>
                      <c:pt idx="232">
                        <c:v>5.2643919377777779</c:v>
                      </c:pt>
                      <c:pt idx="233">
                        <c:v>4.9520725600000004</c:v>
                      </c:pt>
                      <c:pt idx="234">
                        <c:v>5.2789424044444448</c:v>
                      </c:pt>
                      <c:pt idx="235">
                        <c:v>6.2510149999999998</c:v>
                      </c:pt>
                      <c:pt idx="236">
                        <c:v>6.8729368955555552</c:v>
                      </c:pt>
                      <c:pt idx="237">
                        <c:v>7.7229337866666663</c:v>
                      </c:pt>
                      <c:pt idx="238">
                        <c:v>7.6580205288888887</c:v>
                      </c:pt>
                      <c:pt idx="239">
                        <c:v>6.2321302000000003</c:v>
                      </c:pt>
                      <c:pt idx="240">
                        <c:v>4.133213691111111</c:v>
                      </c:pt>
                      <c:pt idx="241">
                        <c:v>2.4332627800000002</c:v>
                      </c:pt>
                      <c:pt idx="242">
                        <c:v>1.4782196577777778</c:v>
                      </c:pt>
                      <c:pt idx="243">
                        <c:v>1.0924879222222221</c:v>
                      </c:pt>
                      <c:pt idx="244">
                        <c:v>0.97731330444444442</c:v>
                      </c:pt>
                      <c:pt idx="245">
                        <c:v>1.2787221933333333</c:v>
                      </c:pt>
                      <c:pt idx="246">
                        <c:v>2.7225203822222221</c:v>
                      </c:pt>
                      <c:pt idx="247">
                        <c:v>3.7769874977777778</c:v>
                      </c:pt>
                      <c:pt idx="248">
                        <c:v>4.1866978844444445</c:v>
                      </c:pt>
                      <c:pt idx="249">
                        <c:v>4.0097146311111107</c:v>
                      </c:pt>
                      <c:pt idx="250">
                        <c:v>4.0078518333333335</c:v>
                      </c:pt>
                      <c:pt idx="251">
                        <c:v>4.5312279355555551</c:v>
                      </c:pt>
                      <c:pt idx="252">
                        <c:v>5.1424629333333334</c:v>
                      </c:pt>
                      <c:pt idx="253">
                        <c:v>5.7785107599999996</c:v>
                      </c:pt>
                      <c:pt idx="254">
                        <c:v>6.0167088733333332</c:v>
                      </c:pt>
                      <c:pt idx="255">
                        <c:v>5.8018427600000004</c:v>
                      </c:pt>
                      <c:pt idx="256">
                        <c:v>5.0472161288888886</c:v>
                      </c:pt>
                      <c:pt idx="257">
                        <c:v>4.8943476577777778</c:v>
                      </c:pt>
                      <c:pt idx="258">
                        <c:v>5.3327767533333335</c:v>
                      </c:pt>
                      <c:pt idx="259">
                        <c:v>6.229735482222222</c:v>
                      </c:pt>
                      <c:pt idx="260">
                        <c:v>6.8216151355555557</c:v>
                      </c:pt>
                      <c:pt idx="261">
                        <c:v>7.6896892088888888</c:v>
                      </c:pt>
                      <c:pt idx="262">
                        <c:v>7.6401427555555559</c:v>
                      </c:pt>
                      <c:pt idx="263">
                        <c:v>6.1707189933333337</c:v>
                      </c:pt>
                      <c:pt idx="264">
                        <c:v>4.0971348088888888</c:v>
                      </c:pt>
                      <c:pt idx="265">
                        <c:v>2.3795791711111112</c:v>
                      </c:pt>
                      <c:pt idx="266">
                        <c:v>1.5046881844444444</c:v>
                      </c:pt>
                      <c:pt idx="267">
                        <c:v>1.0646959288888889</c:v>
                      </c:pt>
                      <c:pt idx="268">
                        <c:v>0.97411411111111113</c:v>
                      </c:pt>
                      <c:pt idx="269">
                        <c:v>1.2726790133333334</c:v>
                      </c:pt>
                      <c:pt idx="270">
                        <c:v>2.8105675222222222</c:v>
                      </c:pt>
                      <c:pt idx="271">
                        <c:v>4.0215021066666665</c:v>
                      </c:pt>
                      <c:pt idx="272">
                        <c:v>4.265728573333333</c:v>
                      </c:pt>
                      <c:pt idx="273">
                        <c:v>4.0668192400000001</c:v>
                      </c:pt>
                      <c:pt idx="274">
                        <c:v>4.1386782444444448</c:v>
                      </c:pt>
                      <c:pt idx="275">
                        <c:v>4.6114422022222223</c:v>
                      </c:pt>
                      <c:pt idx="276">
                        <c:v>5.2165987288888891</c:v>
                      </c:pt>
                      <c:pt idx="277">
                        <c:v>5.8806514244444443</c:v>
                      </c:pt>
                      <c:pt idx="278">
                        <c:v>6.1028437111111113</c:v>
                      </c:pt>
                      <c:pt idx="279">
                        <c:v>5.8474221022222226</c:v>
                      </c:pt>
                      <c:pt idx="280">
                        <c:v>5.0953232111111113</c:v>
                      </c:pt>
                      <c:pt idx="281">
                        <c:v>4.9254675755555555</c:v>
                      </c:pt>
                      <c:pt idx="282">
                        <c:v>5.3065818933333331</c:v>
                      </c:pt>
                      <c:pt idx="283">
                        <c:v>6.2782810044444446</c:v>
                      </c:pt>
                      <c:pt idx="284">
                        <c:v>6.8003638999999998</c:v>
                      </c:pt>
                      <c:pt idx="285">
                        <c:v>7.7894912911111112</c:v>
                      </c:pt>
                      <c:pt idx="286">
                        <c:v>7.6982980488888888</c:v>
                      </c:pt>
                      <c:pt idx="287">
                        <c:v>6.1491859800000004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F1FB-4D39-A8F8-9D267B9F4903}"/>
                  </c:ext>
                </c:extLst>
              </c15:ser>
            </c15:filteredLineSeries>
            <c15:filteredLine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12-10-2026'!$N$1</c15:sqref>
                        </c15:formulaRef>
                      </c:ext>
                    </c:extLst>
                    <c:strCache>
                      <c:ptCount val="1"/>
                      <c:pt idx="0">
                        <c:v>BMR-DGW2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12-10-2026'!$N$2:$N$289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50.114718860000004</c:v>
                      </c:pt>
                      <c:pt idx="1">
                        <c:v>30.394437857777778</c:v>
                      </c:pt>
                      <c:pt idx="2">
                        <c:v>17.269521924444444</c:v>
                      </c:pt>
                      <c:pt idx="3">
                        <c:v>10.73947189111111</c:v>
                      </c:pt>
                      <c:pt idx="4">
                        <c:v>8.1769772577777786</c:v>
                      </c:pt>
                      <c:pt idx="5">
                        <c:v>10.004969855555556</c:v>
                      </c:pt>
                      <c:pt idx="6">
                        <c:v>20.42470319111111</c:v>
                      </c:pt>
                      <c:pt idx="7">
                        <c:v>31.345546508888887</c:v>
                      </c:pt>
                      <c:pt idx="8">
                        <c:v>37.592275739999998</c:v>
                      </c:pt>
                      <c:pt idx="9">
                        <c:v>41.076302391111113</c:v>
                      </c:pt>
                      <c:pt idx="10">
                        <c:v>45.545966875555557</c:v>
                      </c:pt>
                      <c:pt idx="11">
                        <c:v>51.306527186666663</c:v>
                      </c:pt>
                      <c:pt idx="12">
                        <c:v>56.594007048888891</c:v>
                      </c:pt>
                      <c:pt idx="13">
                        <c:v>65.062953577777776</c:v>
                      </c:pt>
                      <c:pt idx="14">
                        <c:v>67.031674948888892</c:v>
                      </c:pt>
                      <c:pt idx="15">
                        <c:v>64.70626191777778</c:v>
                      </c:pt>
                      <c:pt idx="16">
                        <c:v>56.157694033333335</c:v>
                      </c:pt>
                      <c:pt idx="17">
                        <c:v>57.272941662222223</c:v>
                      </c:pt>
                      <c:pt idx="18">
                        <c:v>57.24595580222222</c:v>
                      </c:pt>
                      <c:pt idx="19">
                        <c:v>67.900127155555552</c:v>
                      </c:pt>
                      <c:pt idx="20">
                        <c:v>75.672699166666661</c:v>
                      </c:pt>
                      <c:pt idx="21">
                        <c:v>87.170352195555552</c:v>
                      </c:pt>
                      <c:pt idx="22">
                        <c:v>86.755344595555556</c:v>
                      </c:pt>
                      <c:pt idx="23">
                        <c:v>74.946476486666668</c:v>
                      </c:pt>
                      <c:pt idx="24">
                        <c:v>54.830553686666669</c:v>
                      </c:pt>
                      <c:pt idx="25">
                        <c:v>35.055988246666665</c:v>
                      </c:pt>
                      <c:pt idx="26">
                        <c:v>20.829623117777778</c:v>
                      </c:pt>
                      <c:pt idx="27">
                        <c:v>12.646639008888888</c:v>
                      </c:pt>
                      <c:pt idx="28">
                        <c:v>8.8189598088888896</c:v>
                      </c:pt>
                      <c:pt idx="29">
                        <c:v>9.6396932688888892</c:v>
                      </c:pt>
                      <c:pt idx="30">
                        <c:v>17.895472606666665</c:v>
                      </c:pt>
                      <c:pt idx="31">
                        <c:v>27.196993953333333</c:v>
                      </c:pt>
                      <c:pt idx="32">
                        <c:v>38.146634706666667</c:v>
                      </c:pt>
                      <c:pt idx="33">
                        <c:v>46.309825006666664</c:v>
                      </c:pt>
                      <c:pt idx="34">
                        <c:v>52.787912748888886</c:v>
                      </c:pt>
                      <c:pt idx="35">
                        <c:v>60.607413651111109</c:v>
                      </c:pt>
                      <c:pt idx="36">
                        <c:v>62.205112837777776</c:v>
                      </c:pt>
                      <c:pt idx="37">
                        <c:v>66.880401320000004</c:v>
                      </c:pt>
                      <c:pt idx="38">
                        <c:v>77.816368733333334</c:v>
                      </c:pt>
                      <c:pt idx="39">
                        <c:v>72.406444084444445</c:v>
                      </c:pt>
                      <c:pt idx="40">
                        <c:v>58.913738008888892</c:v>
                      </c:pt>
                      <c:pt idx="41">
                        <c:v>59.401960168888891</c:v>
                      </c:pt>
                      <c:pt idx="42">
                        <c:v>59.093262251111113</c:v>
                      </c:pt>
                      <c:pt idx="43">
                        <c:v>70.420926573333332</c:v>
                      </c:pt>
                      <c:pt idx="44">
                        <c:v>77.813413606666671</c:v>
                      </c:pt>
                      <c:pt idx="45">
                        <c:v>90.418733717777783</c:v>
                      </c:pt>
                      <c:pt idx="46">
                        <c:v>89.541430622222222</c:v>
                      </c:pt>
                      <c:pt idx="47">
                        <c:v>77.031391186666667</c:v>
                      </c:pt>
                      <c:pt idx="48">
                        <c:v>56.510425842222219</c:v>
                      </c:pt>
                      <c:pt idx="49">
                        <c:v>35.609259691111113</c:v>
                      </c:pt>
                      <c:pt idx="50">
                        <c:v>20.833179411111111</c:v>
                      </c:pt>
                      <c:pt idx="51">
                        <c:v>12.699487711111111</c:v>
                      </c:pt>
                      <c:pt idx="52">
                        <c:v>8.9321311777777783</c:v>
                      </c:pt>
                      <c:pt idx="53">
                        <c:v>10.067086906666667</c:v>
                      </c:pt>
                      <c:pt idx="54">
                        <c:v>18.796444133333335</c:v>
                      </c:pt>
                      <c:pt idx="55">
                        <c:v>28.429746177777776</c:v>
                      </c:pt>
                      <c:pt idx="56">
                        <c:v>38.566390782222221</c:v>
                      </c:pt>
                      <c:pt idx="57">
                        <c:v>44.529769057777777</c:v>
                      </c:pt>
                      <c:pt idx="58">
                        <c:v>48.640076944444445</c:v>
                      </c:pt>
                      <c:pt idx="59">
                        <c:v>53.93531560666667</c:v>
                      </c:pt>
                      <c:pt idx="60">
                        <c:v>57.663980046666666</c:v>
                      </c:pt>
                      <c:pt idx="61">
                        <c:v>67.030524139999997</c:v>
                      </c:pt>
                      <c:pt idx="62">
                        <c:v>70.575114648888885</c:v>
                      </c:pt>
                      <c:pt idx="63">
                        <c:v>67.728298157777772</c:v>
                      </c:pt>
                      <c:pt idx="64">
                        <c:v>57.032802666666669</c:v>
                      </c:pt>
                      <c:pt idx="65">
                        <c:v>57.849845680000001</c:v>
                      </c:pt>
                      <c:pt idx="66">
                        <c:v>58.046343239999999</c:v>
                      </c:pt>
                      <c:pt idx="67">
                        <c:v>68.769952951111108</c:v>
                      </c:pt>
                      <c:pt idx="68">
                        <c:v>75.858417311111111</c:v>
                      </c:pt>
                      <c:pt idx="69">
                        <c:v>87.461523806666662</c:v>
                      </c:pt>
                      <c:pt idx="70">
                        <c:v>85.153976908888893</c:v>
                      </c:pt>
                      <c:pt idx="71">
                        <c:v>71.111517666666671</c:v>
                      </c:pt>
                      <c:pt idx="72">
                        <c:v>49.239456804444444</c:v>
                      </c:pt>
                      <c:pt idx="73">
                        <c:v>29.185112546666666</c:v>
                      </c:pt>
                      <c:pt idx="74">
                        <c:v>16.877559486666666</c:v>
                      </c:pt>
                      <c:pt idx="75">
                        <c:v>10.458267175555555</c:v>
                      </c:pt>
                      <c:pt idx="76">
                        <c:v>7.9952603177777775</c:v>
                      </c:pt>
                      <c:pt idx="77">
                        <c:v>9.7675450622222222</c:v>
                      </c:pt>
                      <c:pt idx="78">
                        <c:v>19.861041433333334</c:v>
                      </c:pt>
                      <c:pt idx="79">
                        <c:v>29.508143706666665</c:v>
                      </c:pt>
                      <c:pt idx="80">
                        <c:v>36.224602891111111</c:v>
                      </c:pt>
                      <c:pt idx="81">
                        <c:v>39.539796922222223</c:v>
                      </c:pt>
                      <c:pt idx="82">
                        <c:v>43.667406455555557</c:v>
                      </c:pt>
                      <c:pt idx="83">
                        <c:v>49.487901426666667</c:v>
                      </c:pt>
                      <c:pt idx="84">
                        <c:v>53.80972832222222</c:v>
                      </c:pt>
                      <c:pt idx="85">
                        <c:v>60.944262751111111</c:v>
                      </c:pt>
                      <c:pt idx="86">
                        <c:v>62.520862922222221</c:v>
                      </c:pt>
                      <c:pt idx="87">
                        <c:v>60.307119460000003</c:v>
                      </c:pt>
                      <c:pt idx="88">
                        <c:v>55.018643233333336</c:v>
                      </c:pt>
                      <c:pt idx="89">
                        <c:v>57.149043322222219</c:v>
                      </c:pt>
                      <c:pt idx="90">
                        <c:v>57.193521146666669</c:v>
                      </c:pt>
                      <c:pt idx="91">
                        <c:v>68.024366000000001</c:v>
                      </c:pt>
                      <c:pt idx="92">
                        <c:v>76.24386577333334</c:v>
                      </c:pt>
                      <c:pt idx="93">
                        <c:v>87.760009768888892</c:v>
                      </c:pt>
                      <c:pt idx="94">
                        <c:v>84.445213357777774</c:v>
                      </c:pt>
                      <c:pt idx="95">
                        <c:v>68.072499644444449</c:v>
                      </c:pt>
                      <c:pt idx="96">
                        <c:v>45.812903991111114</c:v>
                      </c:pt>
                      <c:pt idx="97">
                        <c:v>26.751338220000001</c:v>
                      </c:pt>
                      <c:pt idx="98">
                        <c:v>15.264172262222223</c:v>
                      </c:pt>
                      <c:pt idx="99">
                        <c:v>9.8129628088888889</c:v>
                      </c:pt>
                      <c:pt idx="100">
                        <c:v>7.7393748377777776</c:v>
                      </c:pt>
                      <c:pt idx="101">
                        <c:v>9.418043502222222</c:v>
                      </c:pt>
                      <c:pt idx="102">
                        <c:v>20.125031826666667</c:v>
                      </c:pt>
                      <c:pt idx="103">
                        <c:v>30.428236624444445</c:v>
                      </c:pt>
                      <c:pt idx="104">
                        <c:v>36.494898579999997</c:v>
                      </c:pt>
                      <c:pt idx="105">
                        <c:v>39.438150044444441</c:v>
                      </c:pt>
                      <c:pt idx="106">
                        <c:v>43.386800995555554</c:v>
                      </c:pt>
                      <c:pt idx="107">
                        <c:v>49.917869266666663</c:v>
                      </c:pt>
                      <c:pt idx="108">
                        <c:v>53.971316955555558</c:v>
                      </c:pt>
                      <c:pt idx="109">
                        <c:v>61.484363386666665</c:v>
                      </c:pt>
                      <c:pt idx="110">
                        <c:v>62.238872120000003</c:v>
                      </c:pt>
                      <c:pt idx="111">
                        <c:v>60.714154424444445</c:v>
                      </c:pt>
                      <c:pt idx="112">
                        <c:v>54.499160206666666</c:v>
                      </c:pt>
                      <c:pt idx="113">
                        <c:v>56.481542355555554</c:v>
                      </c:pt>
                      <c:pt idx="114">
                        <c:v>57.061452375555554</c:v>
                      </c:pt>
                      <c:pt idx="115">
                        <c:v>67.548150935555554</c:v>
                      </c:pt>
                      <c:pt idx="116">
                        <c:v>75.798453997777784</c:v>
                      </c:pt>
                      <c:pt idx="117">
                        <c:v>87.739520462222217</c:v>
                      </c:pt>
                      <c:pt idx="118">
                        <c:v>84.618965386666673</c:v>
                      </c:pt>
                      <c:pt idx="119">
                        <c:v>69.422420222222229</c:v>
                      </c:pt>
                      <c:pt idx="120">
                        <c:v>47.113736242222224</c:v>
                      </c:pt>
                      <c:pt idx="121">
                        <c:v>27.644886424444444</c:v>
                      </c:pt>
                      <c:pt idx="122">
                        <c:v>15.914735871111111</c:v>
                      </c:pt>
                      <c:pt idx="123">
                        <c:v>10.058636857777778</c:v>
                      </c:pt>
                      <c:pt idx="124">
                        <c:v>7.8642735044444443</c:v>
                      </c:pt>
                      <c:pt idx="125">
                        <c:v>9.5677493022222215</c:v>
                      </c:pt>
                      <c:pt idx="126">
                        <c:v>20.250290653333334</c:v>
                      </c:pt>
                      <c:pt idx="127">
                        <c:v>30.71183422</c:v>
                      </c:pt>
                      <c:pt idx="128">
                        <c:v>36.824453562222224</c:v>
                      </c:pt>
                      <c:pt idx="129">
                        <c:v>39.990299244444444</c:v>
                      </c:pt>
                      <c:pt idx="130">
                        <c:v>44.601866235555555</c:v>
                      </c:pt>
                      <c:pt idx="131">
                        <c:v>50.431468142222222</c:v>
                      </c:pt>
                      <c:pt idx="132">
                        <c:v>55.77897174666667</c:v>
                      </c:pt>
                      <c:pt idx="133">
                        <c:v>66.496514344444449</c:v>
                      </c:pt>
                      <c:pt idx="134">
                        <c:v>67.781668493333328</c:v>
                      </c:pt>
                      <c:pt idx="135">
                        <c:v>63.693948813333336</c:v>
                      </c:pt>
                      <c:pt idx="136">
                        <c:v>55.56611013111111</c:v>
                      </c:pt>
                      <c:pt idx="137">
                        <c:v>57.186345602222225</c:v>
                      </c:pt>
                      <c:pt idx="138">
                        <c:v>62.00044345111111</c:v>
                      </c:pt>
                      <c:pt idx="139">
                        <c:v>71.547862915555555</c:v>
                      </c:pt>
                      <c:pt idx="140">
                        <c:v>76.53241819555555</c:v>
                      </c:pt>
                      <c:pt idx="141">
                        <c:v>88.469279835555554</c:v>
                      </c:pt>
                      <c:pt idx="142">
                        <c:v>85.287336915555557</c:v>
                      </c:pt>
                      <c:pt idx="143">
                        <c:v>70.61228772222222</c:v>
                      </c:pt>
                      <c:pt idx="144">
                        <c:v>49.77786210888889</c:v>
                      </c:pt>
                      <c:pt idx="145">
                        <c:v>30.015615697777779</c:v>
                      </c:pt>
                      <c:pt idx="146">
                        <c:v>18.104356360000001</c:v>
                      </c:pt>
                      <c:pt idx="147">
                        <c:v>10.838169528888889</c:v>
                      </c:pt>
                      <c:pt idx="148">
                        <c:v>8.3308947799999995</c:v>
                      </c:pt>
                      <c:pt idx="149">
                        <c:v>10.017602317777778</c:v>
                      </c:pt>
                      <c:pt idx="150">
                        <c:v>20.915319795555554</c:v>
                      </c:pt>
                      <c:pt idx="151">
                        <c:v>31.511789713333332</c:v>
                      </c:pt>
                      <c:pt idx="152">
                        <c:v>37.465476988888888</c:v>
                      </c:pt>
                      <c:pt idx="153">
                        <c:v>40.443611906666668</c:v>
                      </c:pt>
                      <c:pt idx="154">
                        <c:v>44.216384566666669</c:v>
                      </c:pt>
                      <c:pt idx="155">
                        <c:v>50.213534315555556</c:v>
                      </c:pt>
                      <c:pt idx="156">
                        <c:v>54.093295966666666</c:v>
                      </c:pt>
                      <c:pt idx="157">
                        <c:v>61.700811813333331</c:v>
                      </c:pt>
                      <c:pt idx="158">
                        <c:v>62.7943578</c:v>
                      </c:pt>
                      <c:pt idx="159">
                        <c:v>60.828625613333337</c:v>
                      </c:pt>
                      <c:pt idx="160">
                        <c:v>56.169871626666669</c:v>
                      </c:pt>
                      <c:pt idx="161">
                        <c:v>58.965082080000002</c:v>
                      </c:pt>
                      <c:pt idx="162">
                        <c:v>59.844366600000001</c:v>
                      </c:pt>
                      <c:pt idx="163">
                        <c:v>69.446079979999993</c:v>
                      </c:pt>
                      <c:pt idx="164">
                        <c:v>77.204143224444451</c:v>
                      </c:pt>
                      <c:pt idx="165">
                        <c:v>87.96439713777778</c:v>
                      </c:pt>
                      <c:pt idx="166">
                        <c:v>84.408142231111114</c:v>
                      </c:pt>
                      <c:pt idx="167">
                        <c:v>67.922572831111111</c:v>
                      </c:pt>
                      <c:pt idx="168">
                        <c:v>46.125676262222221</c:v>
                      </c:pt>
                      <c:pt idx="169">
                        <c:v>27.543167142222224</c:v>
                      </c:pt>
                      <c:pt idx="170">
                        <c:v>15.973364139999999</c:v>
                      </c:pt>
                      <c:pt idx="171">
                        <c:v>10.175073302222222</c:v>
                      </c:pt>
                      <c:pt idx="172">
                        <c:v>7.9587301088888891</c:v>
                      </c:pt>
                      <c:pt idx="173">
                        <c:v>9.7750512066666673</c:v>
                      </c:pt>
                      <c:pt idx="174">
                        <c:v>21.18964278</c:v>
                      </c:pt>
                      <c:pt idx="175">
                        <c:v>32.639037566666666</c:v>
                      </c:pt>
                      <c:pt idx="176">
                        <c:v>39.409539468888887</c:v>
                      </c:pt>
                      <c:pt idx="177">
                        <c:v>44.187280662222221</c:v>
                      </c:pt>
                      <c:pt idx="178">
                        <c:v>47.093585051111113</c:v>
                      </c:pt>
                      <c:pt idx="179">
                        <c:v>51.919140040000002</c:v>
                      </c:pt>
                      <c:pt idx="180">
                        <c:v>57.163320702222222</c:v>
                      </c:pt>
                      <c:pt idx="181">
                        <c:v>64.552776971111115</c:v>
                      </c:pt>
                      <c:pt idx="182">
                        <c:v>65.700535851111113</c:v>
                      </c:pt>
                      <c:pt idx="183">
                        <c:v>63.099864633333333</c:v>
                      </c:pt>
                      <c:pt idx="184">
                        <c:v>56.431104380000001</c:v>
                      </c:pt>
                      <c:pt idx="185">
                        <c:v>58.334974824444444</c:v>
                      </c:pt>
                      <c:pt idx="186">
                        <c:v>59.257512622222222</c:v>
                      </c:pt>
                      <c:pt idx="187">
                        <c:v>70.474846564444448</c:v>
                      </c:pt>
                      <c:pt idx="188">
                        <c:v>78.288377346666664</c:v>
                      </c:pt>
                      <c:pt idx="189">
                        <c:v>88.554944919999997</c:v>
                      </c:pt>
                      <c:pt idx="190">
                        <c:v>86.456868706666668</c:v>
                      </c:pt>
                      <c:pt idx="191">
                        <c:v>72.431375408888883</c:v>
                      </c:pt>
                      <c:pt idx="192">
                        <c:v>51.909072808888887</c:v>
                      </c:pt>
                      <c:pt idx="193">
                        <c:v>32.603459266666668</c:v>
                      </c:pt>
                      <c:pt idx="194">
                        <c:v>19.106825831111109</c:v>
                      </c:pt>
                      <c:pt idx="195">
                        <c:v>12.142518742222222</c:v>
                      </c:pt>
                      <c:pt idx="196">
                        <c:v>8.858976428888889</c:v>
                      </c:pt>
                      <c:pt idx="197">
                        <c:v>9.3923390488888892</c:v>
                      </c:pt>
                      <c:pt idx="198">
                        <c:v>18.36285825111111</c:v>
                      </c:pt>
                      <c:pt idx="199">
                        <c:v>28.37969112</c:v>
                      </c:pt>
                      <c:pt idx="200">
                        <c:v>38.860715824444448</c:v>
                      </c:pt>
                      <c:pt idx="201">
                        <c:v>46.33554489777778</c:v>
                      </c:pt>
                      <c:pt idx="202">
                        <c:v>52.088190806666667</c:v>
                      </c:pt>
                      <c:pt idx="203">
                        <c:v>59.249474737777781</c:v>
                      </c:pt>
                      <c:pt idx="204">
                        <c:v>60.469154117777776</c:v>
                      </c:pt>
                      <c:pt idx="205">
                        <c:v>65.816141099999996</c:v>
                      </c:pt>
                      <c:pt idx="206">
                        <c:v>75.749008133333334</c:v>
                      </c:pt>
                      <c:pt idx="207">
                        <c:v>69.585607620000005</c:v>
                      </c:pt>
                      <c:pt idx="208">
                        <c:v>58.490912531111114</c:v>
                      </c:pt>
                      <c:pt idx="209">
                        <c:v>58.980083073333333</c:v>
                      </c:pt>
                      <c:pt idx="210">
                        <c:v>58.784961511111113</c:v>
                      </c:pt>
                      <c:pt idx="211">
                        <c:v>70.377243680000007</c:v>
                      </c:pt>
                      <c:pt idx="212">
                        <c:v>79.122401928888891</c:v>
                      </c:pt>
                      <c:pt idx="213">
                        <c:v>90.207821297777784</c:v>
                      </c:pt>
                      <c:pt idx="214">
                        <c:v>89.120007139999998</c:v>
                      </c:pt>
                      <c:pt idx="215">
                        <c:v>74.368263808888884</c:v>
                      </c:pt>
                      <c:pt idx="216">
                        <c:v>52.658408753333333</c:v>
                      </c:pt>
                      <c:pt idx="217">
                        <c:v>32.298669242222225</c:v>
                      </c:pt>
                      <c:pt idx="218">
                        <c:v>18.812659773333333</c:v>
                      </c:pt>
                      <c:pt idx="219">
                        <c:v>11.689332904444445</c:v>
                      </c:pt>
                      <c:pt idx="220">
                        <c:v>8.6175853044444448</c:v>
                      </c:pt>
                      <c:pt idx="221">
                        <c:v>9.4037166400000007</c:v>
                      </c:pt>
                      <c:pt idx="222">
                        <c:v>18.893898364444443</c:v>
                      </c:pt>
                      <c:pt idx="223">
                        <c:v>28.702845928888888</c:v>
                      </c:pt>
                      <c:pt idx="224">
                        <c:v>37.671464037777781</c:v>
                      </c:pt>
                      <c:pt idx="225">
                        <c:v>43.108661148888892</c:v>
                      </c:pt>
                      <c:pt idx="226">
                        <c:v>47.512290313333331</c:v>
                      </c:pt>
                      <c:pt idx="227">
                        <c:v>52.647235331111112</c:v>
                      </c:pt>
                      <c:pt idx="228">
                        <c:v>56.221600080000002</c:v>
                      </c:pt>
                      <c:pt idx="229">
                        <c:v>66.511656948888884</c:v>
                      </c:pt>
                      <c:pt idx="230">
                        <c:v>69.805957862222229</c:v>
                      </c:pt>
                      <c:pt idx="231">
                        <c:v>65.377791973333331</c:v>
                      </c:pt>
                      <c:pt idx="232">
                        <c:v>56.441642071111112</c:v>
                      </c:pt>
                      <c:pt idx="233">
                        <c:v>57.938901313333332</c:v>
                      </c:pt>
                      <c:pt idx="234">
                        <c:v>58.834643593333332</c:v>
                      </c:pt>
                      <c:pt idx="235">
                        <c:v>69.184429188888885</c:v>
                      </c:pt>
                      <c:pt idx="236">
                        <c:v>78.741947668888884</c:v>
                      </c:pt>
                      <c:pt idx="237">
                        <c:v>89.519304937777775</c:v>
                      </c:pt>
                      <c:pt idx="238">
                        <c:v>84.465451613333329</c:v>
                      </c:pt>
                      <c:pt idx="239">
                        <c:v>67.692171157777778</c:v>
                      </c:pt>
                      <c:pt idx="240">
                        <c:v>45.19067849333333</c:v>
                      </c:pt>
                      <c:pt idx="241">
                        <c:v>26.646029124444443</c:v>
                      </c:pt>
                      <c:pt idx="242">
                        <c:v>15.565537175555555</c:v>
                      </c:pt>
                      <c:pt idx="243">
                        <c:v>9.9536610777777774</c:v>
                      </c:pt>
                      <c:pt idx="244">
                        <c:v>7.8681313955555554</c:v>
                      </c:pt>
                      <c:pt idx="245">
                        <c:v>9.0957707488888886</c:v>
                      </c:pt>
                      <c:pt idx="246">
                        <c:v>19.702921197777776</c:v>
                      </c:pt>
                      <c:pt idx="247">
                        <c:v>29.423777640000001</c:v>
                      </c:pt>
                      <c:pt idx="248">
                        <c:v>35.696646002222224</c:v>
                      </c:pt>
                      <c:pt idx="249">
                        <c:v>38.31924459333333</c:v>
                      </c:pt>
                      <c:pt idx="250">
                        <c:v>42.026124535555553</c:v>
                      </c:pt>
                      <c:pt idx="251">
                        <c:v>47.981645644444441</c:v>
                      </c:pt>
                      <c:pt idx="252">
                        <c:v>52.438458195555555</c:v>
                      </c:pt>
                      <c:pt idx="253">
                        <c:v>60.125652697777781</c:v>
                      </c:pt>
                      <c:pt idx="254">
                        <c:v>61.642161775555557</c:v>
                      </c:pt>
                      <c:pt idx="255">
                        <c:v>59.241234782222222</c:v>
                      </c:pt>
                      <c:pt idx="256">
                        <c:v>55.373604291111114</c:v>
                      </c:pt>
                      <c:pt idx="257">
                        <c:v>58.985075493333333</c:v>
                      </c:pt>
                      <c:pt idx="258">
                        <c:v>59.649268713333335</c:v>
                      </c:pt>
                      <c:pt idx="259">
                        <c:v>69.430152168888895</c:v>
                      </c:pt>
                      <c:pt idx="260">
                        <c:v>78.41723187777778</c:v>
                      </c:pt>
                      <c:pt idx="261">
                        <c:v>87.941049404444442</c:v>
                      </c:pt>
                      <c:pt idx="262">
                        <c:v>83.39353355555555</c:v>
                      </c:pt>
                      <c:pt idx="263">
                        <c:v>66.300997879999997</c:v>
                      </c:pt>
                      <c:pt idx="264">
                        <c:v>43.741780166666665</c:v>
                      </c:pt>
                      <c:pt idx="265">
                        <c:v>25.67885982</c:v>
                      </c:pt>
                      <c:pt idx="266">
                        <c:v>14.903767724444444</c:v>
                      </c:pt>
                      <c:pt idx="267">
                        <c:v>9.7098368133333341</c:v>
                      </c:pt>
                      <c:pt idx="268">
                        <c:v>7.9568577622222225</c:v>
                      </c:pt>
                      <c:pt idx="269">
                        <c:v>9.2549752466666675</c:v>
                      </c:pt>
                      <c:pt idx="270">
                        <c:v>20.389536666666668</c:v>
                      </c:pt>
                      <c:pt idx="271">
                        <c:v>31.148402286666666</c:v>
                      </c:pt>
                      <c:pt idx="272">
                        <c:v>36.437812837777777</c:v>
                      </c:pt>
                      <c:pt idx="273">
                        <c:v>39.470984111111115</c:v>
                      </c:pt>
                      <c:pt idx="274">
                        <c:v>43.618039208888888</c:v>
                      </c:pt>
                      <c:pt idx="275">
                        <c:v>49.015960975555558</c:v>
                      </c:pt>
                      <c:pt idx="276">
                        <c:v>53.731911644444445</c:v>
                      </c:pt>
                      <c:pt idx="277">
                        <c:v>61.13381786888889</c:v>
                      </c:pt>
                      <c:pt idx="278">
                        <c:v>61.350995635555556</c:v>
                      </c:pt>
                      <c:pt idx="279">
                        <c:v>58.999677411111108</c:v>
                      </c:pt>
                      <c:pt idx="280">
                        <c:v>55.499927775555555</c:v>
                      </c:pt>
                      <c:pt idx="281">
                        <c:v>58.585363497777777</c:v>
                      </c:pt>
                      <c:pt idx="282">
                        <c:v>58.942485866666665</c:v>
                      </c:pt>
                      <c:pt idx="283">
                        <c:v>70.090843248888888</c:v>
                      </c:pt>
                      <c:pt idx="284">
                        <c:v>79.26455469555556</c:v>
                      </c:pt>
                      <c:pt idx="285">
                        <c:v>89.811762104444441</c:v>
                      </c:pt>
                      <c:pt idx="286">
                        <c:v>84.313223300000004</c:v>
                      </c:pt>
                      <c:pt idx="287">
                        <c:v>66.050167344444446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F1FB-4D39-A8F8-9D267B9F4903}"/>
                  </c:ext>
                </c:extLst>
              </c15:ser>
            </c15:filteredLineSeries>
            <c15:filteredLine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12-10-2026'!$O$1</c15:sqref>
                        </c15:formulaRef>
                      </c:ext>
                    </c:extLst>
                    <c:strCache>
                      <c:ptCount val="1"/>
                      <c:pt idx="0">
                        <c:v>BMR-DGW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3"/>
                    <c:layout>
                      <c:manualLayout>
                        <c:x val="-3.8951443569553809E-2"/>
                        <c:y val="-3.005796150481194E-2"/>
                      </c:manualLayout>
                    </c:layout>
                    <c:tx>
                      <c:rich>
                        <a:bodyPr/>
                        <a:lstStyle/>
                        <a:p>
                          <a:fld id="{88364C9A-C40B-40F6-ADA6-2A0C7363B48D}" type="VALUE">
                            <a:rPr lang="en-US">
                              <a:solidFill>
                                <a:schemeClr val="accent2"/>
                              </a:solidFill>
                            </a:rPr>
                            <a:pPr/>
                            <a:t>[VALEUR]</a:t>
                          </a:fld>
                          <a:endParaRPr lang="fr-FR"/>
                        </a:p>
                      </c:rich>
                    </c:tx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>
                        <c15:dlblFieldTable/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14-F1FB-4D39-A8F8-9D267B9F4903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12-10-2026'!$O$2:$O$289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100.39366917555556</c:v>
                      </c:pt>
                      <c:pt idx="1">
                        <c:v>60.920803877777779</c:v>
                      </c:pt>
                      <c:pt idx="2">
                        <c:v>34.419483744444449</c:v>
                      </c:pt>
                      <c:pt idx="3">
                        <c:v>21.446349444444444</c:v>
                      </c:pt>
                      <c:pt idx="4">
                        <c:v>16.336256806666668</c:v>
                      </c:pt>
                      <c:pt idx="5">
                        <c:v>20.016429775555558</c:v>
                      </c:pt>
                      <c:pt idx="6">
                        <c:v>40.778953717777782</c:v>
                      </c:pt>
                      <c:pt idx="7">
                        <c:v>62.569078044444439</c:v>
                      </c:pt>
                      <c:pt idx="8">
                        <c:v>75.027076248888889</c:v>
                      </c:pt>
                      <c:pt idx="9">
                        <c:v>82.075762615555561</c:v>
                      </c:pt>
                      <c:pt idx="10">
                        <c:v>91.042781844444448</c:v>
                      </c:pt>
                      <c:pt idx="11">
                        <c:v>102.74585266222222</c:v>
                      </c:pt>
                      <c:pt idx="12">
                        <c:v>113.41599836666667</c:v>
                      </c:pt>
                      <c:pt idx="13">
                        <c:v>130.22961031777777</c:v>
                      </c:pt>
                      <c:pt idx="14">
                        <c:v>134.34987753333334</c:v>
                      </c:pt>
                      <c:pt idx="15">
                        <c:v>129.65442862666669</c:v>
                      </c:pt>
                      <c:pt idx="16">
                        <c:v>112.51526790666668</c:v>
                      </c:pt>
                      <c:pt idx="17">
                        <c:v>114.40105048222222</c:v>
                      </c:pt>
                      <c:pt idx="18">
                        <c:v>114.23864712222222</c:v>
                      </c:pt>
                      <c:pt idx="19">
                        <c:v>135.653919</c:v>
                      </c:pt>
                      <c:pt idx="20">
                        <c:v>151.16725637555555</c:v>
                      </c:pt>
                      <c:pt idx="21">
                        <c:v>174.62329051111112</c:v>
                      </c:pt>
                      <c:pt idx="22">
                        <c:v>173.63977958444445</c:v>
                      </c:pt>
                      <c:pt idx="23">
                        <c:v>149.5559286688889</c:v>
                      </c:pt>
                      <c:pt idx="24">
                        <c:v>109.76712865555555</c:v>
                      </c:pt>
                      <c:pt idx="25">
                        <c:v>69.99023528666666</c:v>
                      </c:pt>
                      <c:pt idx="26">
                        <c:v>41.422004771111112</c:v>
                      </c:pt>
                      <c:pt idx="27">
                        <c:v>25.142948511111111</c:v>
                      </c:pt>
                      <c:pt idx="28">
                        <c:v>17.593983424444446</c:v>
                      </c:pt>
                      <c:pt idx="29">
                        <c:v>19.315119495555557</c:v>
                      </c:pt>
                      <c:pt idx="30">
                        <c:v>35.660871919999998</c:v>
                      </c:pt>
                      <c:pt idx="31">
                        <c:v>54.269191084444444</c:v>
                      </c:pt>
                      <c:pt idx="32">
                        <c:v>76.15725066666667</c:v>
                      </c:pt>
                      <c:pt idx="33">
                        <c:v>92.34843207555555</c:v>
                      </c:pt>
                      <c:pt idx="34">
                        <c:v>105.2299395911111</c:v>
                      </c:pt>
                      <c:pt idx="35">
                        <c:v>120.90983794666667</c:v>
                      </c:pt>
                      <c:pt idx="36">
                        <c:v>124.05740407777778</c:v>
                      </c:pt>
                      <c:pt idx="37">
                        <c:v>133.56139531333332</c:v>
                      </c:pt>
                      <c:pt idx="38">
                        <c:v>155.4552141111111</c:v>
                      </c:pt>
                      <c:pt idx="39">
                        <c:v>144.87186977777776</c:v>
                      </c:pt>
                      <c:pt idx="40">
                        <c:v>118.28775273777778</c:v>
                      </c:pt>
                      <c:pt idx="41">
                        <c:v>119.17933148444445</c:v>
                      </c:pt>
                      <c:pt idx="42">
                        <c:v>118.94147406</c:v>
                      </c:pt>
                      <c:pt idx="43">
                        <c:v>141.51957921777779</c:v>
                      </c:pt>
                      <c:pt idx="44">
                        <c:v>156.65006708666667</c:v>
                      </c:pt>
                      <c:pt idx="45">
                        <c:v>182.02175606888889</c:v>
                      </c:pt>
                      <c:pt idx="46">
                        <c:v>179.38689825555554</c:v>
                      </c:pt>
                      <c:pt idx="47">
                        <c:v>154.68553753777778</c:v>
                      </c:pt>
                      <c:pt idx="48">
                        <c:v>113.10701636222223</c:v>
                      </c:pt>
                      <c:pt idx="49">
                        <c:v>71.442998079999995</c:v>
                      </c:pt>
                      <c:pt idx="50">
                        <c:v>41.491882637777778</c:v>
                      </c:pt>
                      <c:pt idx="51">
                        <c:v>25.166563288888888</c:v>
                      </c:pt>
                      <c:pt idx="52">
                        <c:v>18.02767180888889</c:v>
                      </c:pt>
                      <c:pt idx="53">
                        <c:v>20.350236513333336</c:v>
                      </c:pt>
                      <c:pt idx="54">
                        <c:v>37.595382231111117</c:v>
                      </c:pt>
                      <c:pt idx="55">
                        <c:v>56.833259657777774</c:v>
                      </c:pt>
                      <c:pt idx="56">
                        <c:v>76.904201273333342</c:v>
                      </c:pt>
                      <c:pt idx="57">
                        <c:v>88.839761115555547</c:v>
                      </c:pt>
                      <c:pt idx="58">
                        <c:v>97.490398720000002</c:v>
                      </c:pt>
                      <c:pt idx="59">
                        <c:v>108.20427241333334</c:v>
                      </c:pt>
                      <c:pt idx="60">
                        <c:v>115.40155446444444</c:v>
                      </c:pt>
                      <c:pt idx="61">
                        <c:v>133.89942157555555</c:v>
                      </c:pt>
                      <c:pt idx="62">
                        <c:v>141.10068626222221</c:v>
                      </c:pt>
                      <c:pt idx="63">
                        <c:v>135.08938165777778</c:v>
                      </c:pt>
                      <c:pt idx="64">
                        <c:v>113.99872447777778</c:v>
                      </c:pt>
                      <c:pt idx="65">
                        <c:v>115.75083291999999</c:v>
                      </c:pt>
                      <c:pt idx="66">
                        <c:v>116.29091755555555</c:v>
                      </c:pt>
                      <c:pt idx="67">
                        <c:v>137.69594937555556</c:v>
                      </c:pt>
                      <c:pt idx="68">
                        <c:v>152.48473844888889</c:v>
                      </c:pt>
                      <c:pt idx="69">
                        <c:v>175.83700513777779</c:v>
                      </c:pt>
                      <c:pt idx="70">
                        <c:v>171.3500437311111</c:v>
                      </c:pt>
                      <c:pt idx="71">
                        <c:v>142.44202205333335</c:v>
                      </c:pt>
                      <c:pt idx="72">
                        <c:v>98.160137266666666</c:v>
                      </c:pt>
                      <c:pt idx="73">
                        <c:v>58.448698513333333</c:v>
                      </c:pt>
                      <c:pt idx="74">
                        <c:v>33.463154666666668</c:v>
                      </c:pt>
                      <c:pt idx="75">
                        <c:v>20.838983728888888</c:v>
                      </c:pt>
                      <c:pt idx="76">
                        <c:v>16.089217326666667</c:v>
                      </c:pt>
                      <c:pt idx="77">
                        <c:v>19.343823780000001</c:v>
                      </c:pt>
                      <c:pt idx="78">
                        <c:v>39.65486112</c:v>
                      </c:pt>
                      <c:pt idx="79">
                        <c:v>59.131577148888887</c:v>
                      </c:pt>
                      <c:pt idx="80">
                        <c:v>72.674476211111113</c:v>
                      </c:pt>
                      <c:pt idx="81">
                        <c:v>79.448249526666672</c:v>
                      </c:pt>
                      <c:pt idx="82">
                        <c:v>87.516671046666659</c:v>
                      </c:pt>
                      <c:pt idx="83">
                        <c:v>99.908693733333337</c:v>
                      </c:pt>
                      <c:pt idx="84">
                        <c:v>107.65762922222223</c:v>
                      </c:pt>
                      <c:pt idx="85">
                        <c:v>121.9345429911111</c:v>
                      </c:pt>
                      <c:pt idx="86">
                        <c:v>124.56718749333334</c:v>
                      </c:pt>
                      <c:pt idx="87">
                        <c:v>120.64273446222222</c:v>
                      </c:pt>
                      <c:pt idx="88">
                        <c:v>109.59813501777778</c:v>
                      </c:pt>
                      <c:pt idx="89">
                        <c:v>114.39377409555556</c:v>
                      </c:pt>
                      <c:pt idx="90">
                        <c:v>114.62526471555556</c:v>
                      </c:pt>
                      <c:pt idx="91">
                        <c:v>136.62275093333335</c:v>
                      </c:pt>
                      <c:pt idx="92">
                        <c:v>152.82829674444446</c:v>
                      </c:pt>
                      <c:pt idx="93">
                        <c:v>175.47771553555555</c:v>
                      </c:pt>
                      <c:pt idx="94">
                        <c:v>168.92567306000001</c:v>
                      </c:pt>
                      <c:pt idx="95">
                        <c:v>136.72229486666669</c:v>
                      </c:pt>
                      <c:pt idx="96">
                        <c:v>92.090864588888891</c:v>
                      </c:pt>
                      <c:pt idx="97">
                        <c:v>53.863644766666667</c:v>
                      </c:pt>
                      <c:pt idx="98">
                        <c:v>30.768237893333335</c:v>
                      </c:pt>
                      <c:pt idx="99">
                        <c:v>19.664114144444447</c:v>
                      </c:pt>
                      <c:pt idx="100">
                        <c:v>15.528253833333334</c:v>
                      </c:pt>
                      <c:pt idx="101">
                        <c:v>18.906292375555555</c:v>
                      </c:pt>
                      <c:pt idx="102">
                        <c:v>40.172841211111113</c:v>
                      </c:pt>
                      <c:pt idx="103">
                        <c:v>61.44583991333333</c:v>
                      </c:pt>
                      <c:pt idx="104">
                        <c:v>73.319917973333332</c:v>
                      </c:pt>
                      <c:pt idx="105">
                        <c:v>79.24398074222222</c:v>
                      </c:pt>
                      <c:pt idx="106">
                        <c:v>86.993044088888894</c:v>
                      </c:pt>
                      <c:pt idx="107">
                        <c:v>99.857492664444436</c:v>
                      </c:pt>
                      <c:pt idx="108">
                        <c:v>107.93011075111112</c:v>
                      </c:pt>
                      <c:pt idx="109">
                        <c:v>123.01656588888889</c:v>
                      </c:pt>
                      <c:pt idx="110">
                        <c:v>125.04846539777779</c:v>
                      </c:pt>
                      <c:pt idx="111">
                        <c:v>121.78962909555555</c:v>
                      </c:pt>
                      <c:pt idx="112">
                        <c:v>109.14121761333334</c:v>
                      </c:pt>
                      <c:pt idx="113">
                        <c:v>113.43323480666666</c:v>
                      </c:pt>
                      <c:pt idx="114">
                        <c:v>114.21572093111111</c:v>
                      </c:pt>
                      <c:pt idx="115">
                        <c:v>135.85290031555556</c:v>
                      </c:pt>
                      <c:pt idx="116">
                        <c:v>152.40550755555557</c:v>
                      </c:pt>
                      <c:pt idx="117">
                        <c:v>176.53689310222222</c:v>
                      </c:pt>
                      <c:pt idx="118">
                        <c:v>169.89521253555557</c:v>
                      </c:pt>
                      <c:pt idx="119">
                        <c:v>138.86178836222223</c:v>
                      </c:pt>
                      <c:pt idx="120">
                        <c:v>93.95260277777777</c:v>
                      </c:pt>
                      <c:pt idx="121">
                        <c:v>55.259717155555556</c:v>
                      </c:pt>
                      <c:pt idx="122">
                        <c:v>31.512815686666666</c:v>
                      </c:pt>
                      <c:pt idx="123">
                        <c:v>20.011220817777776</c:v>
                      </c:pt>
                      <c:pt idx="124">
                        <c:v>15.715894046666666</c:v>
                      </c:pt>
                      <c:pt idx="125">
                        <c:v>19.029432208888888</c:v>
                      </c:pt>
                      <c:pt idx="126">
                        <c:v>40.72254484222222</c:v>
                      </c:pt>
                      <c:pt idx="127">
                        <c:v>61.703525768888888</c:v>
                      </c:pt>
                      <c:pt idx="128">
                        <c:v>73.250511688888892</c:v>
                      </c:pt>
                      <c:pt idx="129">
                        <c:v>80.001104502222219</c:v>
                      </c:pt>
                      <c:pt idx="130">
                        <c:v>89.130274257777785</c:v>
                      </c:pt>
                      <c:pt idx="131">
                        <c:v>101.11796921333334</c:v>
                      </c:pt>
                      <c:pt idx="132">
                        <c:v>111.9224392888889</c:v>
                      </c:pt>
                      <c:pt idx="133">
                        <c:v>133.13535400222224</c:v>
                      </c:pt>
                      <c:pt idx="134">
                        <c:v>135.77172281333333</c:v>
                      </c:pt>
                      <c:pt idx="135">
                        <c:v>127.65607105777778</c:v>
                      </c:pt>
                      <c:pt idx="136">
                        <c:v>110.85794931555554</c:v>
                      </c:pt>
                      <c:pt idx="137">
                        <c:v>114.2750967488889</c:v>
                      </c:pt>
                      <c:pt idx="138">
                        <c:v>123.63282929777777</c:v>
                      </c:pt>
                      <c:pt idx="139">
                        <c:v>142.61397392888887</c:v>
                      </c:pt>
                      <c:pt idx="140">
                        <c:v>153.34142841111111</c:v>
                      </c:pt>
                      <c:pt idx="141">
                        <c:v>176.7087149688889</c:v>
                      </c:pt>
                      <c:pt idx="142">
                        <c:v>170.02245633777778</c:v>
                      </c:pt>
                      <c:pt idx="143">
                        <c:v>141.3677646711111</c:v>
                      </c:pt>
                      <c:pt idx="144">
                        <c:v>99.209719800000002</c:v>
                      </c:pt>
                      <c:pt idx="145">
                        <c:v>59.501555608888893</c:v>
                      </c:pt>
                      <c:pt idx="146">
                        <c:v>35.728974911111109</c:v>
                      </c:pt>
                      <c:pt idx="147">
                        <c:v>21.312895017777777</c:v>
                      </c:pt>
                      <c:pt idx="148">
                        <c:v>16.382351148888887</c:v>
                      </c:pt>
                      <c:pt idx="149">
                        <c:v>19.783053053333333</c:v>
                      </c:pt>
                      <c:pt idx="150">
                        <c:v>41.759671775555553</c:v>
                      </c:pt>
                      <c:pt idx="151">
                        <c:v>62.59783648222222</c:v>
                      </c:pt>
                      <c:pt idx="152">
                        <c:v>74.435658964444443</c:v>
                      </c:pt>
                      <c:pt idx="153">
                        <c:v>80.430501395555552</c:v>
                      </c:pt>
                      <c:pt idx="154">
                        <c:v>88.344219073333335</c:v>
                      </c:pt>
                      <c:pt idx="155">
                        <c:v>99.999084600000003</c:v>
                      </c:pt>
                      <c:pt idx="156">
                        <c:v>108.09936402</c:v>
                      </c:pt>
                      <c:pt idx="157">
                        <c:v>122.9657107688889</c:v>
                      </c:pt>
                      <c:pt idx="158">
                        <c:v>125.70793941777778</c:v>
                      </c:pt>
                      <c:pt idx="159">
                        <c:v>121.27803845333334</c:v>
                      </c:pt>
                      <c:pt idx="160">
                        <c:v>111.67147786000001</c:v>
                      </c:pt>
                      <c:pt idx="161">
                        <c:v>117.37892643111111</c:v>
                      </c:pt>
                      <c:pt idx="162">
                        <c:v>118.77090406888888</c:v>
                      </c:pt>
                      <c:pt idx="163">
                        <c:v>138.49703051777777</c:v>
                      </c:pt>
                      <c:pt idx="164">
                        <c:v>153.81230719777778</c:v>
                      </c:pt>
                      <c:pt idx="165">
                        <c:v>175.57596137777779</c:v>
                      </c:pt>
                      <c:pt idx="166">
                        <c:v>168.59856481333333</c:v>
                      </c:pt>
                      <c:pt idx="167">
                        <c:v>135.44121268222221</c:v>
                      </c:pt>
                      <c:pt idx="168">
                        <c:v>92.194431677777771</c:v>
                      </c:pt>
                      <c:pt idx="169">
                        <c:v>54.913786819999999</c:v>
                      </c:pt>
                      <c:pt idx="170">
                        <c:v>31.698874302222222</c:v>
                      </c:pt>
                      <c:pt idx="171">
                        <c:v>20.147691533333333</c:v>
                      </c:pt>
                      <c:pt idx="172">
                        <c:v>15.892123735555556</c:v>
                      </c:pt>
                      <c:pt idx="173">
                        <c:v>19.569539648888892</c:v>
                      </c:pt>
                      <c:pt idx="174">
                        <c:v>42.303085935555558</c:v>
                      </c:pt>
                      <c:pt idx="175">
                        <c:v>65.03785313111112</c:v>
                      </c:pt>
                      <c:pt idx="176">
                        <c:v>78.904358964444441</c:v>
                      </c:pt>
                      <c:pt idx="177">
                        <c:v>88.728332397777777</c:v>
                      </c:pt>
                      <c:pt idx="178">
                        <c:v>94.719183677777778</c:v>
                      </c:pt>
                      <c:pt idx="179">
                        <c:v>104.06010441777778</c:v>
                      </c:pt>
                      <c:pt idx="180">
                        <c:v>114.17807731555556</c:v>
                      </c:pt>
                      <c:pt idx="181">
                        <c:v>129.04166629333332</c:v>
                      </c:pt>
                      <c:pt idx="182">
                        <c:v>131.90323122000001</c:v>
                      </c:pt>
                      <c:pt idx="183">
                        <c:v>126.45514544888889</c:v>
                      </c:pt>
                      <c:pt idx="184">
                        <c:v>112.47178672222222</c:v>
                      </c:pt>
                      <c:pt idx="185">
                        <c:v>116.38193317333332</c:v>
                      </c:pt>
                      <c:pt idx="186">
                        <c:v>118.20819364222223</c:v>
                      </c:pt>
                      <c:pt idx="187">
                        <c:v>140.83275815111111</c:v>
                      </c:pt>
                      <c:pt idx="188">
                        <c:v>156.49246836</c:v>
                      </c:pt>
                      <c:pt idx="189">
                        <c:v>177.20737454666664</c:v>
                      </c:pt>
                      <c:pt idx="190">
                        <c:v>173.29578143333333</c:v>
                      </c:pt>
                      <c:pt idx="191">
                        <c:v>145.31367768222222</c:v>
                      </c:pt>
                      <c:pt idx="192">
                        <c:v>104.10965254</c:v>
                      </c:pt>
                      <c:pt idx="193">
                        <c:v>65.737670346666675</c:v>
                      </c:pt>
                      <c:pt idx="194">
                        <c:v>38.370009555555555</c:v>
                      </c:pt>
                      <c:pt idx="195">
                        <c:v>24.185354175555556</c:v>
                      </c:pt>
                      <c:pt idx="196">
                        <c:v>17.605686982222224</c:v>
                      </c:pt>
                      <c:pt idx="197">
                        <c:v>18.835988239999999</c:v>
                      </c:pt>
                      <c:pt idx="198">
                        <c:v>36.937834604444447</c:v>
                      </c:pt>
                      <c:pt idx="199">
                        <c:v>56.597425475555553</c:v>
                      </c:pt>
                      <c:pt idx="200">
                        <c:v>77.765524060000004</c:v>
                      </c:pt>
                      <c:pt idx="201">
                        <c:v>92.213252177777775</c:v>
                      </c:pt>
                      <c:pt idx="202">
                        <c:v>104.35790698666668</c:v>
                      </c:pt>
                      <c:pt idx="203">
                        <c:v>118.39143430444445</c:v>
                      </c:pt>
                      <c:pt idx="204">
                        <c:v>120.66582017555555</c:v>
                      </c:pt>
                      <c:pt idx="205">
                        <c:v>130.9810308711111</c:v>
                      </c:pt>
                      <c:pt idx="206">
                        <c:v>151.01199265111111</c:v>
                      </c:pt>
                      <c:pt idx="207">
                        <c:v>138.81085689333332</c:v>
                      </c:pt>
                      <c:pt idx="208">
                        <c:v>116.69010820888889</c:v>
                      </c:pt>
                      <c:pt idx="209">
                        <c:v>118.07119673555556</c:v>
                      </c:pt>
                      <c:pt idx="210">
                        <c:v>117.51192314666667</c:v>
                      </c:pt>
                      <c:pt idx="211">
                        <c:v>141.23319153777777</c:v>
                      </c:pt>
                      <c:pt idx="212">
                        <c:v>158.33641588666666</c:v>
                      </c:pt>
                      <c:pt idx="213">
                        <c:v>180.67322248444447</c:v>
                      </c:pt>
                      <c:pt idx="214">
                        <c:v>178.25238810222223</c:v>
                      </c:pt>
                      <c:pt idx="215">
                        <c:v>148.93548970888889</c:v>
                      </c:pt>
                      <c:pt idx="216">
                        <c:v>105.31757432222221</c:v>
                      </c:pt>
                      <c:pt idx="217">
                        <c:v>64.169816637777785</c:v>
                      </c:pt>
                      <c:pt idx="218">
                        <c:v>37.21549020444445</c:v>
                      </c:pt>
                      <c:pt idx="219">
                        <c:v>22.904739751111112</c:v>
                      </c:pt>
                      <c:pt idx="220">
                        <c:v>17.014869995555557</c:v>
                      </c:pt>
                      <c:pt idx="221">
                        <c:v>18.76089015777778</c:v>
                      </c:pt>
                      <c:pt idx="222">
                        <c:v>37.599004091111112</c:v>
                      </c:pt>
                      <c:pt idx="223">
                        <c:v>57.52780932666667</c:v>
                      </c:pt>
                      <c:pt idx="224">
                        <c:v>75.613862748888891</c:v>
                      </c:pt>
                      <c:pt idx="225">
                        <c:v>86.518793002222225</c:v>
                      </c:pt>
                      <c:pt idx="226">
                        <c:v>95.09042550444444</c:v>
                      </c:pt>
                      <c:pt idx="227">
                        <c:v>105.49441164222222</c:v>
                      </c:pt>
                      <c:pt idx="228">
                        <c:v>112.52791974888889</c:v>
                      </c:pt>
                      <c:pt idx="229">
                        <c:v>132.93248324444443</c:v>
                      </c:pt>
                      <c:pt idx="230">
                        <c:v>139.51539836444445</c:v>
                      </c:pt>
                      <c:pt idx="231">
                        <c:v>130.96444799555556</c:v>
                      </c:pt>
                      <c:pt idx="232">
                        <c:v>113.11403868666667</c:v>
                      </c:pt>
                      <c:pt idx="233">
                        <c:v>116.01708678888889</c:v>
                      </c:pt>
                      <c:pt idx="234">
                        <c:v>117.75019416444445</c:v>
                      </c:pt>
                      <c:pt idx="235">
                        <c:v>138.44039332</c:v>
                      </c:pt>
                      <c:pt idx="236">
                        <c:v>157.77826607333333</c:v>
                      </c:pt>
                      <c:pt idx="237">
                        <c:v>179.85617373333332</c:v>
                      </c:pt>
                      <c:pt idx="238">
                        <c:v>169.25161791555556</c:v>
                      </c:pt>
                      <c:pt idx="239">
                        <c:v>135.62163388222223</c:v>
                      </c:pt>
                      <c:pt idx="240">
                        <c:v>90.376038524444439</c:v>
                      </c:pt>
                      <c:pt idx="241">
                        <c:v>53.355427908888885</c:v>
                      </c:pt>
                      <c:pt idx="242">
                        <c:v>30.975768322222223</c:v>
                      </c:pt>
                      <c:pt idx="243">
                        <c:v>19.960126304444444</c:v>
                      </c:pt>
                      <c:pt idx="244">
                        <c:v>15.738177675555555</c:v>
                      </c:pt>
                      <c:pt idx="245">
                        <c:v>18.38540861111111</c:v>
                      </c:pt>
                      <c:pt idx="246">
                        <c:v>39.60302897333333</c:v>
                      </c:pt>
                      <c:pt idx="247">
                        <c:v>59.399267606666669</c:v>
                      </c:pt>
                      <c:pt idx="248">
                        <c:v>71.975269679999997</c:v>
                      </c:pt>
                      <c:pt idx="249">
                        <c:v>76.605170064444451</c:v>
                      </c:pt>
                      <c:pt idx="250">
                        <c:v>83.999017755555556</c:v>
                      </c:pt>
                      <c:pt idx="251">
                        <c:v>95.856095546666666</c:v>
                      </c:pt>
                      <c:pt idx="252">
                        <c:v>104.68651686888889</c:v>
                      </c:pt>
                      <c:pt idx="253">
                        <c:v>120.06403201777778</c:v>
                      </c:pt>
                      <c:pt idx="254">
                        <c:v>123.43137741111111</c:v>
                      </c:pt>
                      <c:pt idx="255">
                        <c:v>118.61868575333332</c:v>
                      </c:pt>
                      <c:pt idx="256">
                        <c:v>110.49222707555556</c:v>
                      </c:pt>
                      <c:pt idx="257">
                        <c:v>117.78228306666666</c:v>
                      </c:pt>
                      <c:pt idx="258">
                        <c:v>119.26997926666667</c:v>
                      </c:pt>
                      <c:pt idx="259">
                        <c:v>139.05934127111112</c:v>
                      </c:pt>
                      <c:pt idx="260">
                        <c:v>157.25279141999999</c:v>
                      </c:pt>
                      <c:pt idx="261">
                        <c:v>176.27790655555555</c:v>
                      </c:pt>
                      <c:pt idx="262">
                        <c:v>167.1009933622222</c:v>
                      </c:pt>
                      <c:pt idx="263">
                        <c:v>132.5793817</c:v>
                      </c:pt>
                      <c:pt idx="264">
                        <c:v>87.503663691111115</c:v>
                      </c:pt>
                      <c:pt idx="265">
                        <c:v>51.415263153333328</c:v>
                      </c:pt>
                      <c:pt idx="266">
                        <c:v>29.568222588888887</c:v>
                      </c:pt>
                      <c:pt idx="267">
                        <c:v>19.240379411111114</c:v>
                      </c:pt>
                      <c:pt idx="268">
                        <c:v>15.673498540000001</c:v>
                      </c:pt>
                      <c:pt idx="269">
                        <c:v>18.550084513333335</c:v>
                      </c:pt>
                      <c:pt idx="270">
                        <c:v>40.892479611111114</c:v>
                      </c:pt>
                      <c:pt idx="271">
                        <c:v>62.158245337777778</c:v>
                      </c:pt>
                      <c:pt idx="272">
                        <c:v>73.054536257777784</c:v>
                      </c:pt>
                      <c:pt idx="273">
                        <c:v>78.964425484444448</c:v>
                      </c:pt>
                      <c:pt idx="274">
                        <c:v>87.018111266666665</c:v>
                      </c:pt>
                      <c:pt idx="275">
                        <c:v>97.984302562222226</c:v>
                      </c:pt>
                      <c:pt idx="276">
                        <c:v>107.30105377111111</c:v>
                      </c:pt>
                      <c:pt idx="277">
                        <c:v>122.08281913555555</c:v>
                      </c:pt>
                      <c:pt idx="278">
                        <c:v>122.89369225555555</c:v>
                      </c:pt>
                      <c:pt idx="279">
                        <c:v>118.32292257333333</c:v>
                      </c:pt>
                      <c:pt idx="280">
                        <c:v>110.95362834444444</c:v>
                      </c:pt>
                      <c:pt idx="281">
                        <c:v>117.02147566444444</c:v>
                      </c:pt>
                      <c:pt idx="282">
                        <c:v>117.69840318</c:v>
                      </c:pt>
                      <c:pt idx="283">
                        <c:v>139.8274983511111</c:v>
                      </c:pt>
                      <c:pt idx="284">
                        <c:v>158.84486986000002</c:v>
                      </c:pt>
                      <c:pt idx="285">
                        <c:v>179.80934840222221</c:v>
                      </c:pt>
                      <c:pt idx="286">
                        <c:v>168.49550252444445</c:v>
                      </c:pt>
                      <c:pt idx="287">
                        <c:v>132.44646714222222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5-F1FB-4D39-A8F8-9D267B9F4903}"/>
                  </c:ext>
                </c:extLst>
              </c15:ser>
            </c15:filteredLineSeries>
            <c15:filteredLine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12-10-2026'!$P$1</c15:sqref>
                        </c15:formulaRef>
                      </c:ext>
                    </c:extLst>
                    <c:strCache>
                      <c:ptCount val="1"/>
                      <c:pt idx="0">
                        <c:v>OUG-DGW1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12-10-2026'!$P$2:$P$289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73.893598157777774</c:v>
                      </c:pt>
                      <c:pt idx="1">
                        <c:v>46.293475942222223</c:v>
                      </c:pt>
                      <c:pt idx="2">
                        <c:v>27.764487582222223</c:v>
                      </c:pt>
                      <c:pt idx="3">
                        <c:v>17.888008175555555</c:v>
                      </c:pt>
                      <c:pt idx="4">
                        <c:v>14.187140668888889</c:v>
                      </c:pt>
                      <c:pt idx="5">
                        <c:v>18.697539237777779</c:v>
                      </c:pt>
                      <c:pt idx="6">
                        <c:v>37.749079684444446</c:v>
                      </c:pt>
                      <c:pt idx="7">
                        <c:v>52.281139528888886</c:v>
                      </c:pt>
                      <c:pt idx="8">
                        <c:v>62.165456195555556</c:v>
                      </c:pt>
                      <c:pt idx="9">
                        <c:v>66.993388475555562</c:v>
                      </c:pt>
                      <c:pt idx="10">
                        <c:v>73.854698728888891</c:v>
                      </c:pt>
                      <c:pt idx="11">
                        <c:v>82.637979591111105</c:v>
                      </c:pt>
                      <c:pt idx="12">
                        <c:v>88.135286899999997</c:v>
                      </c:pt>
                      <c:pt idx="13">
                        <c:v>97.667470622222226</c:v>
                      </c:pt>
                      <c:pt idx="14">
                        <c:v>98.492005653333337</c:v>
                      </c:pt>
                      <c:pt idx="15">
                        <c:v>94.015774031111107</c:v>
                      </c:pt>
                      <c:pt idx="16">
                        <c:v>86.25847113333333</c:v>
                      </c:pt>
                      <c:pt idx="17">
                        <c:v>87.577844128888884</c:v>
                      </c:pt>
                      <c:pt idx="18">
                        <c:v>85.408974551111115</c:v>
                      </c:pt>
                      <c:pt idx="19">
                        <c:v>98.338233004444447</c:v>
                      </c:pt>
                      <c:pt idx="20">
                        <c:v>108.31972172666667</c:v>
                      </c:pt>
                      <c:pt idx="21">
                        <c:v>121.12168252666666</c:v>
                      </c:pt>
                      <c:pt idx="22">
                        <c:v>121.25428092</c:v>
                      </c:pt>
                      <c:pt idx="23">
                        <c:v>107.01395670444444</c:v>
                      </c:pt>
                      <c:pt idx="24">
                        <c:v>81.294425457777777</c:v>
                      </c:pt>
                      <c:pt idx="25">
                        <c:v>54.437609235555556</c:v>
                      </c:pt>
                      <c:pt idx="26">
                        <c:v>33.325599808888889</c:v>
                      </c:pt>
                      <c:pt idx="27">
                        <c:v>21.050836124444444</c:v>
                      </c:pt>
                      <c:pt idx="28">
                        <c:v>15.670171682222222</c:v>
                      </c:pt>
                      <c:pt idx="29">
                        <c:v>18.440737337777779</c:v>
                      </c:pt>
                      <c:pt idx="30">
                        <c:v>34.33720145777778</c:v>
                      </c:pt>
                      <c:pt idx="31">
                        <c:v>47.681330508888891</c:v>
                      </c:pt>
                      <c:pt idx="32">
                        <c:v>60.056341095555553</c:v>
                      </c:pt>
                      <c:pt idx="33">
                        <c:v>70.652385022222219</c:v>
                      </c:pt>
                      <c:pt idx="34">
                        <c:v>80.981437208888892</c:v>
                      </c:pt>
                      <c:pt idx="35">
                        <c:v>89.942114313333335</c:v>
                      </c:pt>
                      <c:pt idx="36">
                        <c:v>91.40685832222222</c:v>
                      </c:pt>
                      <c:pt idx="37">
                        <c:v>94.182828804444441</c:v>
                      </c:pt>
                      <c:pt idx="38">
                        <c:v>109.18115320666666</c:v>
                      </c:pt>
                      <c:pt idx="39">
                        <c:v>101.93050001777777</c:v>
                      </c:pt>
                      <c:pt idx="40">
                        <c:v>89.635383708888895</c:v>
                      </c:pt>
                      <c:pt idx="41">
                        <c:v>88.354913260000004</c:v>
                      </c:pt>
                      <c:pt idx="42">
                        <c:v>86.802804395555555</c:v>
                      </c:pt>
                      <c:pt idx="43">
                        <c:v>101.24565619333333</c:v>
                      </c:pt>
                      <c:pt idx="44">
                        <c:v>112.50662079555556</c:v>
                      </c:pt>
                      <c:pt idx="45">
                        <c:v>126.2117300488889</c:v>
                      </c:pt>
                      <c:pt idx="46">
                        <c:v>124.88732705777778</c:v>
                      </c:pt>
                      <c:pt idx="47">
                        <c:v>109.76202234444445</c:v>
                      </c:pt>
                      <c:pt idx="48">
                        <c:v>83.301880157777774</c:v>
                      </c:pt>
                      <c:pt idx="49">
                        <c:v>55.153759513333334</c:v>
                      </c:pt>
                      <c:pt idx="50">
                        <c:v>33.477403246666668</c:v>
                      </c:pt>
                      <c:pt idx="51">
                        <c:v>21.149764900000001</c:v>
                      </c:pt>
                      <c:pt idx="52">
                        <c:v>15.730910422222221</c:v>
                      </c:pt>
                      <c:pt idx="53">
                        <c:v>18.979721444444444</c:v>
                      </c:pt>
                      <c:pt idx="54">
                        <c:v>36.546432735555555</c:v>
                      </c:pt>
                      <c:pt idx="55">
                        <c:v>49.792808306666664</c:v>
                      </c:pt>
                      <c:pt idx="56">
                        <c:v>60.711284326666664</c:v>
                      </c:pt>
                      <c:pt idx="57">
                        <c:v>69.192850239999999</c:v>
                      </c:pt>
                      <c:pt idx="58">
                        <c:v>75.57346257333333</c:v>
                      </c:pt>
                      <c:pt idx="59">
                        <c:v>83.176912588888882</c:v>
                      </c:pt>
                      <c:pt idx="60">
                        <c:v>87.827034717777778</c:v>
                      </c:pt>
                      <c:pt idx="61">
                        <c:v>98.624018682222228</c:v>
                      </c:pt>
                      <c:pt idx="62">
                        <c:v>102.13056795333334</c:v>
                      </c:pt>
                      <c:pt idx="63">
                        <c:v>96.936280846666662</c:v>
                      </c:pt>
                      <c:pt idx="64">
                        <c:v>87.46025027333333</c:v>
                      </c:pt>
                      <c:pt idx="65">
                        <c:v>87.174828893333327</c:v>
                      </c:pt>
                      <c:pt idx="66">
                        <c:v>83.600405415555556</c:v>
                      </c:pt>
                      <c:pt idx="67">
                        <c:v>97.447633102222227</c:v>
                      </c:pt>
                      <c:pt idx="68">
                        <c:v>109.18186661333333</c:v>
                      </c:pt>
                      <c:pt idx="69">
                        <c:v>121.90321497111111</c:v>
                      </c:pt>
                      <c:pt idx="70">
                        <c:v>120.11953531555555</c:v>
                      </c:pt>
                      <c:pt idx="71">
                        <c:v>102.58852785777778</c:v>
                      </c:pt>
                      <c:pt idx="72">
                        <c:v>73.208696513333336</c:v>
                      </c:pt>
                      <c:pt idx="73">
                        <c:v>45.776658111111111</c:v>
                      </c:pt>
                      <c:pt idx="74">
                        <c:v>27.459681133333333</c:v>
                      </c:pt>
                      <c:pt idx="75">
                        <c:v>17.536202344444444</c:v>
                      </c:pt>
                      <c:pt idx="76">
                        <c:v>14.016317795555555</c:v>
                      </c:pt>
                      <c:pt idx="77">
                        <c:v>18.094642837777776</c:v>
                      </c:pt>
                      <c:pt idx="78">
                        <c:v>36.152006419999999</c:v>
                      </c:pt>
                      <c:pt idx="79">
                        <c:v>49.76559565777778</c:v>
                      </c:pt>
                      <c:pt idx="80">
                        <c:v>59.60455892666667</c:v>
                      </c:pt>
                      <c:pt idx="81">
                        <c:v>65.225133897777781</c:v>
                      </c:pt>
                      <c:pt idx="82">
                        <c:v>71.28729407555555</c:v>
                      </c:pt>
                      <c:pt idx="83">
                        <c:v>79.304443493333338</c:v>
                      </c:pt>
                      <c:pt idx="84">
                        <c:v>85.356999268888885</c:v>
                      </c:pt>
                      <c:pt idx="85">
                        <c:v>94.716440326666671</c:v>
                      </c:pt>
                      <c:pt idx="86">
                        <c:v>94.86575978444445</c:v>
                      </c:pt>
                      <c:pt idx="87">
                        <c:v>89.885776684444451</c:v>
                      </c:pt>
                      <c:pt idx="88">
                        <c:v>84.169128786666661</c:v>
                      </c:pt>
                      <c:pt idx="89">
                        <c:v>85.502442608888884</c:v>
                      </c:pt>
                      <c:pt idx="90">
                        <c:v>82.995588951111117</c:v>
                      </c:pt>
                      <c:pt idx="91">
                        <c:v>97.122156384444438</c:v>
                      </c:pt>
                      <c:pt idx="92">
                        <c:v>108.79322846888888</c:v>
                      </c:pt>
                      <c:pt idx="93">
                        <c:v>121.95443027333333</c:v>
                      </c:pt>
                      <c:pt idx="94">
                        <c:v>119.56501166444444</c:v>
                      </c:pt>
                      <c:pt idx="95">
                        <c:v>100.12438323555556</c:v>
                      </c:pt>
                      <c:pt idx="96">
                        <c:v>70.311527271111117</c:v>
                      </c:pt>
                      <c:pt idx="97">
                        <c:v>43.314785297777775</c:v>
                      </c:pt>
                      <c:pt idx="98">
                        <c:v>25.837729526666667</c:v>
                      </c:pt>
                      <c:pt idx="99">
                        <c:v>17.130287037777777</c:v>
                      </c:pt>
                      <c:pt idx="100">
                        <c:v>13.755882873333332</c:v>
                      </c:pt>
                      <c:pt idx="101">
                        <c:v>17.814424455555557</c:v>
                      </c:pt>
                      <c:pt idx="102">
                        <c:v>36.95097247333333</c:v>
                      </c:pt>
                      <c:pt idx="103">
                        <c:v>50.642137937777775</c:v>
                      </c:pt>
                      <c:pt idx="104">
                        <c:v>60.183663075555557</c:v>
                      </c:pt>
                      <c:pt idx="105">
                        <c:v>65.649624177777781</c:v>
                      </c:pt>
                      <c:pt idx="106">
                        <c:v>72.052085297777779</c:v>
                      </c:pt>
                      <c:pt idx="107">
                        <c:v>80.70732798666667</c:v>
                      </c:pt>
                      <c:pt idx="108">
                        <c:v>85.641424368888892</c:v>
                      </c:pt>
                      <c:pt idx="109">
                        <c:v>95.182882882222216</c:v>
                      </c:pt>
                      <c:pt idx="110">
                        <c:v>95.059337260000007</c:v>
                      </c:pt>
                      <c:pt idx="111">
                        <c:v>90.033337564444437</c:v>
                      </c:pt>
                      <c:pt idx="112">
                        <c:v>84.345191944444451</c:v>
                      </c:pt>
                      <c:pt idx="113">
                        <c:v>85.72629641333333</c:v>
                      </c:pt>
                      <c:pt idx="114">
                        <c:v>83.666828617777782</c:v>
                      </c:pt>
                      <c:pt idx="115">
                        <c:v>97.924529555555551</c:v>
                      </c:pt>
                      <c:pt idx="116">
                        <c:v>110.01407681555555</c:v>
                      </c:pt>
                      <c:pt idx="117">
                        <c:v>123.37972790222223</c:v>
                      </c:pt>
                      <c:pt idx="118">
                        <c:v>120.43837820888889</c:v>
                      </c:pt>
                      <c:pt idx="119">
                        <c:v>100.34112082888889</c:v>
                      </c:pt>
                      <c:pt idx="120">
                        <c:v>70.551458526666664</c:v>
                      </c:pt>
                      <c:pt idx="121">
                        <c:v>43.278846064444444</c:v>
                      </c:pt>
                      <c:pt idx="122">
                        <c:v>25.727025126666668</c:v>
                      </c:pt>
                      <c:pt idx="123">
                        <c:v>16.641386204444444</c:v>
                      </c:pt>
                      <c:pt idx="124">
                        <c:v>13.549710608888889</c:v>
                      </c:pt>
                      <c:pt idx="125">
                        <c:v>17.905057055555556</c:v>
                      </c:pt>
                      <c:pt idx="126">
                        <c:v>37.126935062222223</c:v>
                      </c:pt>
                      <c:pt idx="127">
                        <c:v>51.438524384444442</c:v>
                      </c:pt>
                      <c:pt idx="128">
                        <c:v>60.805304735555552</c:v>
                      </c:pt>
                      <c:pt idx="129">
                        <c:v>66.730136211111116</c:v>
                      </c:pt>
                      <c:pt idx="130">
                        <c:v>73.271623591111108</c:v>
                      </c:pt>
                      <c:pt idx="131">
                        <c:v>80.904350973333337</c:v>
                      </c:pt>
                      <c:pt idx="132">
                        <c:v>87.502273897777783</c:v>
                      </c:pt>
                      <c:pt idx="133">
                        <c:v>98.982141008888888</c:v>
                      </c:pt>
                      <c:pt idx="134">
                        <c:v>99.394332442222222</c:v>
                      </c:pt>
                      <c:pt idx="135">
                        <c:v>93.414085959999994</c:v>
                      </c:pt>
                      <c:pt idx="136">
                        <c:v>84.092824264444445</c:v>
                      </c:pt>
                      <c:pt idx="137">
                        <c:v>84.649338544444447</c:v>
                      </c:pt>
                      <c:pt idx="138">
                        <c:v>90.284366391111107</c:v>
                      </c:pt>
                      <c:pt idx="139">
                        <c:v>105.16194638666667</c:v>
                      </c:pt>
                      <c:pt idx="140">
                        <c:v>110.48566636</c:v>
                      </c:pt>
                      <c:pt idx="141">
                        <c:v>122.93892111111111</c:v>
                      </c:pt>
                      <c:pt idx="142">
                        <c:v>119.85965729333333</c:v>
                      </c:pt>
                      <c:pt idx="143">
                        <c:v>100.21307476</c:v>
                      </c:pt>
                      <c:pt idx="144">
                        <c:v>73.256315724444448</c:v>
                      </c:pt>
                      <c:pt idx="145">
                        <c:v>45.930103124444443</c:v>
                      </c:pt>
                      <c:pt idx="146">
                        <c:v>27.717197217777777</c:v>
                      </c:pt>
                      <c:pt idx="147">
                        <c:v>16.922602877777777</c:v>
                      </c:pt>
                      <c:pt idx="148">
                        <c:v>13.5624784</c:v>
                      </c:pt>
                      <c:pt idx="149">
                        <c:v>18.121142733333333</c:v>
                      </c:pt>
                      <c:pt idx="150">
                        <c:v>37.753402020000003</c:v>
                      </c:pt>
                      <c:pt idx="151">
                        <c:v>52.016419339999999</c:v>
                      </c:pt>
                      <c:pt idx="152">
                        <c:v>61.174667275555557</c:v>
                      </c:pt>
                      <c:pt idx="153">
                        <c:v>66.892109673333337</c:v>
                      </c:pt>
                      <c:pt idx="154">
                        <c:v>72.806182722222218</c:v>
                      </c:pt>
                      <c:pt idx="155">
                        <c:v>80.492962755555553</c:v>
                      </c:pt>
                      <c:pt idx="156">
                        <c:v>85.663312673333337</c:v>
                      </c:pt>
                      <c:pt idx="157">
                        <c:v>95.209524908888895</c:v>
                      </c:pt>
                      <c:pt idx="158">
                        <c:v>95.037894606666669</c:v>
                      </c:pt>
                      <c:pt idx="159">
                        <c:v>90.545562751111106</c:v>
                      </c:pt>
                      <c:pt idx="160">
                        <c:v>85.367243866666669</c:v>
                      </c:pt>
                      <c:pt idx="161">
                        <c:v>86.948872919999999</c:v>
                      </c:pt>
                      <c:pt idx="162">
                        <c:v>85.391312355555556</c:v>
                      </c:pt>
                      <c:pt idx="163">
                        <c:v>98.32218646222222</c:v>
                      </c:pt>
                      <c:pt idx="164">
                        <c:v>108.88365146888889</c:v>
                      </c:pt>
                      <c:pt idx="165">
                        <c:v>121.7857049</c:v>
                      </c:pt>
                      <c:pt idx="166">
                        <c:v>119.73030184222222</c:v>
                      </c:pt>
                      <c:pt idx="167">
                        <c:v>99.848302013333338</c:v>
                      </c:pt>
                      <c:pt idx="168">
                        <c:v>70.509049571111106</c:v>
                      </c:pt>
                      <c:pt idx="169">
                        <c:v>44.000321175555555</c:v>
                      </c:pt>
                      <c:pt idx="170">
                        <c:v>26.528072117777779</c:v>
                      </c:pt>
                      <c:pt idx="171">
                        <c:v>17.302201575555557</c:v>
                      </c:pt>
                      <c:pt idx="172">
                        <c:v>14.189189653333333</c:v>
                      </c:pt>
                      <c:pt idx="173">
                        <c:v>18.814379302222221</c:v>
                      </c:pt>
                      <c:pt idx="174">
                        <c:v>38.622795635555555</c:v>
                      </c:pt>
                      <c:pt idx="175">
                        <c:v>54.248524997777778</c:v>
                      </c:pt>
                      <c:pt idx="176">
                        <c:v>66.255268106666662</c:v>
                      </c:pt>
                      <c:pt idx="177">
                        <c:v>73.737137228888884</c:v>
                      </c:pt>
                      <c:pt idx="178">
                        <c:v>77.090828008888892</c:v>
                      </c:pt>
                      <c:pt idx="179">
                        <c:v>82.818377699999999</c:v>
                      </c:pt>
                      <c:pt idx="180">
                        <c:v>88.752073073333335</c:v>
                      </c:pt>
                      <c:pt idx="181">
                        <c:v>98.549602224444442</c:v>
                      </c:pt>
                      <c:pt idx="182">
                        <c:v>97.692341395555559</c:v>
                      </c:pt>
                      <c:pt idx="183">
                        <c:v>92.080682073333335</c:v>
                      </c:pt>
                      <c:pt idx="184">
                        <c:v>86.249837828888886</c:v>
                      </c:pt>
                      <c:pt idx="185">
                        <c:v>86.668645664444441</c:v>
                      </c:pt>
                      <c:pt idx="186">
                        <c:v>86.249443577777782</c:v>
                      </c:pt>
                      <c:pt idx="187">
                        <c:v>100.25074396666666</c:v>
                      </c:pt>
                      <c:pt idx="188">
                        <c:v>110.06176416888889</c:v>
                      </c:pt>
                      <c:pt idx="189">
                        <c:v>122.14333683333334</c:v>
                      </c:pt>
                      <c:pt idx="190">
                        <c:v>122.19574076888888</c:v>
                      </c:pt>
                      <c:pt idx="191">
                        <c:v>107.18818723777778</c:v>
                      </c:pt>
                      <c:pt idx="192">
                        <c:v>80.992091959999996</c:v>
                      </c:pt>
                      <c:pt idx="193">
                        <c:v>53.25564489111111</c:v>
                      </c:pt>
                      <c:pt idx="194">
                        <c:v>32.772427880000002</c:v>
                      </c:pt>
                      <c:pt idx="195">
                        <c:v>21.058976640000001</c:v>
                      </c:pt>
                      <c:pt idx="196">
                        <c:v>15.595219575555555</c:v>
                      </c:pt>
                      <c:pt idx="197">
                        <c:v>18.009995842222221</c:v>
                      </c:pt>
                      <c:pt idx="198">
                        <c:v>34.996712073333335</c:v>
                      </c:pt>
                      <c:pt idx="199">
                        <c:v>48.374470746666667</c:v>
                      </c:pt>
                      <c:pt idx="200">
                        <c:v>60.962591186666664</c:v>
                      </c:pt>
                      <c:pt idx="201">
                        <c:v>71.157575862222217</c:v>
                      </c:pt>
                      <c:pt idx="202">
                        <c:v>81.047953851111117</c:v>
                      </c:pt>
                      <c:pt idx="203">
                        <c:v>90.18628149333334</c:v>
                      </c:pt>
                      <c:pt idx="204">
                        <c:v>91.937960184444449</c:v>
                      </c:pt>
                      <c:pt idx="205">
                        <c:v>95.339860284444441</c:v>
                      </c:pt>
                      <c:pt idx="206">
                        <c:v>109.1118945311111</c:v>
                      </c:pt>
                      <c:pt idx="207">
                        <c:v>100.54089387333333</c:v>
                      </c:pt>
                      <c:pt idx="208">
                        <c:v>91.640265568888893</c:v>
                      </c:pt>
                      <c:pt idx="209">
                        <c:v>90.301588091111114</c:v>
                      </c:pt>
                      <c:pt idx="210">
                        <c:v>88.974139300000004</c:v>
                      </c:pt>
                      <c:pt idx="211">
                        <c:v>103.35751858444445</c:v>
                      </c:pt>
                      <c:pt idx="212">
                        <c:v>114.22090551111111</c:v>
                      </c:pt>
                      <c:pt idx="213">
                        <c:v>126.32066663555555</c:v>
                      </c:pt>
                      <c:pt idx="214">
                        <c:v>126.38824058666667</c:v>
                      </c:pt>
                      <c:pt idx="215">
                        <c:v>109.39903779777778</c:v>
                      </c:pt>
                      <c:pt idx="216">
                        <c:v>82.053055724444448</c:v>
                      </c:pt>
                      <c:pt idx="217">
                        <c:v>53.356899235555552</c:v>
                      </c:pt>
                      <c:pt idx="218">
                        <c:v>32.625683875555552</c:v>
                      </c:pt>
                      <c:pt idx="219">
                        <c:v>20.622247486666666</c:v>
                      </c:pt>
                      <c:pt idx="220">
                        <c:v>15.072393248888888</c:v>
                      </c:pt>
                      <c:pt idx="221">
                        <c:v>18.430377384444444</c:v>
                      </c:pt>
                      <c:pt idx="222">
                        <c:v>36.79225632</c:v>
                      </c:pt>
                      <c:pt idx="223">
                        <c:v>51.738429413333336</c:v>
                      </c:pt>
                      <c:pt idx="224">
                        <c:v>62.667337846666669</c:v>
                      </c:pt>
                      <c:pt idx="225">
                        <c:v>69.460150015555556</c:v>
                      </c:pt>
                      <c:pt idx="226">
                        <c:v>76.747972168888893</c:v>
                      </c:pt>
                      <c:pt idx="227">
                        <c:v>84.321577977777778</c:v>
                      </c:pt>
                      <c:pt idx="228">
                        <c:v>88.81144716888889</c:v>
                      </c:pt>
                      <c:pt idx="229">
                        <c:v>100.09178477777778</c:v>
                      </c:pt>
                      <c:pt idx="230">
                        <c:v>103.16090968666667</c:v>
                      </c:pt>
                      <c:pt idx="231">
                        <c:v>96.608901900000006</c:v>
                      </c:pt>
                      <c:pt idx="232">
                        <c:v>88.489692837777781</c:v>
                      </c:pt>
                      <c:pt idx="233">
                        <c:v>88.830965144444448</c:v>
                      </c:pt>
                      <c:pt idx="234">
                        <c:v>88.74093885111111</c:v>
                      </c:pt>
                      <c:pt idx="235">
                        <c:v>101.61801858</c:v>
                      </c:pt>
                      <c:pt idx="236">
                        <c:v>114.5356423088889</c:v>
                      </c:pt>
                      <c:pt idx="237">
                        <c:v>127.05133743777778</c:v>
                      </c:pt>
                      <c:pt idx="238">
                        <c:v>121.98745373555556</c:v>
                      </c:pt>
                      <c:pt idx="239">
                        <c:v>101.85685338666667</c:v>
                      </c:pt>
                      <c:pt idx="240">
                        <c:v>71.754759908888886</c:v>
                      </c:pt>
                      <c:pt idx="241">
                        <c:v>45.319844844444447</c:v>
                      </c:pt>
                      <c:pt idx="242">
                        <c:v>27.047181104444444</c:v>
                      </c:pt>
                      <c:pt idx="243">
                        <c:v>17.661515288888889</c:v>
                      </c:pt>
                      <c:pt idx="244">
                        <c:v>14.224151366666666</c:v>
                      </c:pt>
                      <c:pt idx="245">
                        <c:v>17.700138104444445</c:v>
                      </c:pt>
                      <c:pt idx="246">
                        <c:v>37.322040080000001</c:v>
                      </c:pt>
                      <c:pt idx="247">
                        <c:v>51.055549266666667</c:v>
                      </c:pt>
                      <c:pt idx="248">
                        <c:v>61.390102584444442</c:v>
                      </c:pt>
                      <c:pt idx="249">
                        <c:v>65.901454155555555</c:v>
                      </c:pt>
                      <c:pt idx="250">
                        <c:v>71.926135666666667</c:v>
                      </c:pt>
                      <c:pt idx="251">
                        <c:v>79.338617544444446</c:v>
                      </c:pt>
                      <c:pt idx="252">
                        <c:v>85.940428260000004</c:v>
                      </c:pt>
                      <c:pt idx="253">
                        <c:v>94.951756028888894</c:v>
                      </c:pt>
                      <c:pt idx="254">
                        <c:v>94.698886202222226</c:v>
                      </c:pt>
                      <c:pt idx="255">
                        <c:v>90.271801888888888</c:v>
                      </c:pt>
                      <c:pt idx="256">
                        <c:v>86.268601751111106</c:v>
                      </c:pt>
                      <c:pt idx="257">
                        <c:v>89.772438913333332</c:v>
                      </c:pt>
                      <c:pt idx="258">
                        <c:v>89.170877711111117</c:v>
                      </c:pt>
                      <c:pt idx="259">
                        <c:v>101.00505962666666</c:v>
                      </c:pt>
                      <c:pt idx="260">
                        <c:v>112.09978876</c:v>
                      </c:pt>
                      <c:pt idx="261">
                        <c:v>123.86941341555556</c:v>
                      </c:pt>
                      <c:pt idx="262">
                        <c:v>119.78158854444445</c:v>
                      </c:pt>
                      <c:pt idx="263">
                        <c:v>97.293575202222229</c:v>
                      </c:pt>
                      <c:pt idx="264">
                        <c:v>70.823954371111114</c:v>
                      </c:pt>
                      <c:pt idx="265">
                        <c:v>44.140662524444444</c:v>
                      </c:pt>
                      <c:pt idx="266">
                        <c:v>26.236760375555555</c:v>
                      </c:pt>
                      <c:pt idx="267">
                        <c:v>17.05516393111111</c:v>
                      </c:pt>
                      <c:pt idx="268">
                        <c:v>13.818534677777778</c:v>
                      </c:pt>
                      <c:pt idx="269">
                        <c:v>17.719068797777776</c:v>
                      </c:pt>
                      <c:pt idx="270">
                        <c:v>38.258943251111113</c:v>
                      </c:pt>
                      <c:pt idx="271">
                        <c:v>52.820698802222225</c:v>
                      </c:pt>
                      <c:pt idx="272">
                        <c:v>62.231616024444442</c:v>
                      </c:pt>
                      <c:pt idx="273">
                        <c:v>66.813032840000005</c:v>
                      </c:pt>
                      <c:pt idx="274">
                        <c:v>72.980096577777772</c:v>
                      </c:pt>
                      <c:pt idx="275">
                        <c:v>80.616216757777778</c:v>
                      </c:pt>
                      <c:pt idx="276">
                        <c:v>86.944709986666666</c:v>
                      </c:pt>
                      <c:pt idx="277">
                        <c:v>95.645520471111112</c:v>
                      </c:pt>
                      <c:pt idx="278">
                        <c:v>94.550374897777772</c:v>
                      </c:pt>
                      <c:pt idx="279">
                        <c:v>89.947961084444444</c:v>
                      </c:pt>
                      <c:pt idx="280">
                        <c:v>87.081075651111107</c:v>
                      </c:pt>
                      <c:pt idx="281">
                        <c:v>88.928515364444451</c:v>
                      </c:pt>
                      <c:pt idx="282">
                        <c:v>88.487617795555551</c:v>
                      </c:pt>
                      <c:pt idx="283">
                        <c:v>101.91556476222222</c:v>
                      </c:pt>
                      <c:pt idx="284">
                        <c:v>114.01791317999999</c:v>
                      </c:pt>
                      <c:pt idx="285">
                        <c:v>124.94137442444445</c:v>
                      </c:pt>
                      <c:pt idx="286">
                        <c:v>118.57234370444445</c:v>
                      </c:pt>
                      <c:pt idx="287">
                        <c:v>97.181130960000004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6-F1FB-4D39-A8F8-9D267B9F4903}"/>
                  </c:ext>
                </c:extLst>
              </c15:ser>
            </c15:filteredLineSeries>
            <c15:filteredLine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12-10-2026'!$Q$1</c15:sqref>
                        </c15:formulaRef>
                      </c:ext>
                    </c:extLst>
                    <c:strCache>
                      <c:ptCount val="1"/>
                      <c:pt idx="0">
                        <c:v>OUG-DGW1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12-10-2026'!$Q$2:$Q$289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6.4848139044444446</c:v>
                      </c:pt>
                      <c:pt idx="1">
                        <c:v>4.1733277977777776</c:v>
                      </c:pt>
                      <c:pt idx="2">
                        <c:v>2.6481524955555558</c:v>
                      </c:pt>
                      <c:pt idx="3">
                        <c:v>1.8870614488888888</c:v>
                      </c:pt>
                      <c:pt idx="4">
                        <c:v>1.6361562199999999</c:v>
                      </c:pt>
                      <c:pt idx="5">
                        <c:v>2.3178599599999998</c:v>
                      </c:pt>
                      <c:pt idx="6">
                        <c:v>4.5189363933333331</c:v>
                      </c:pt>
                      <c:pt idx="7">
                        <c:v>5.8078294711111109</c:v>
                      </c:pt>
                      <c:pt idx="8">
                        <c:v>5.9561856488888889</c:v>
                      </c:pt>
                      <c:pt idx="9">
                        <c:v>5.69524148</c:v>
                      </c:pt>
                      <c:pt idx="10">
                        <c:v>5.7039447799999996</c:v>
                      </c:pt>
                      <c:pt idx="11">
                        <c:v>6.1684694111111114</c:v>
                      </c:pt>
                      <c:pt idx="12">
                        <c:v>7.0265264933333329</c:v>
                      </c:pt>
                      <c:pt idx="13">
                        <c:v>8.1042883400000001</c:v>
                      </c:pt>
                      <c:pt idx="14">
                        <c:v>8.4816179555555564</c:v>
                      </c:pt>
                      <c:pt idx="15">
                        <c:v>8.2033360599999998</c:v>
                      </c:pt>
                      <c:pt idx="16">
                        <c:v>7.137349168888889</c:v>
                      </c:pt>
                      <c:pt idx="17">
                        <c:v>6.4075873711111111</c:v>
                      </c:pt>
                      <c:pt idx="18">
                        <c:v>6.4410592466666667</c:v>
                      </c:pt>
                      <c:pt idx="19">
                        <c:v>7.072668071111111</c:v>
                      </c:pt>
                      <c:pt idx="20">
                        <c:v>7.8612651044444446</c:v>
                      </c:pt>
                      <c:pt idx="21">
                        <c:v>8.9910698444444446</c:v>
                      </c:pt>
                      <c:pt idx="22">
                        <c:v>9.7191654511111114</c:v>
                      </c:pt>
                      <c:pt idx="23">
                        <c:v>8.9264366066666661</c:v>
                      </c:pt>
                      <c:pt idx="24">
                        <c:v>6.9892139088888889</c:v>
                      </c:pt>
                      <c:pt idx="25">
                        <c:v>4.7295124911111115</c:v>
                      </c:pt>
                      <c:pt idx="26">
                        <c:v>3.0666538533333334</c:v>
                      </c:pt>
                      <c:pt idx="27">
                        <c:v>2.0437981399999998</c:v>
                      </c:pt>
                      <c:pt idx="28">
                        <c:v>1.6710197955555555</c:v>
                      </c:pt>
                      <c:pt idx="29">
                        <c:v>2.3046894955555555</c:v>
                      </c:pt>
                      <c:pt idx="30">
                        <c:v>4.1959811399999998</c:v>
                      </c:pt>
                      <c:pt idx="31">
                        <c:v>5.4839721222222222</c:v>
                      </c:pt>
                      <c:pt idx="32">
                        <c:v>6.3173643355555553</c:v>
                      </c:pt>
                      <c:pt idx="33">
                        <c:v>6.4217122022222224</c:v>
                      </c:pt>
                      <c:pt idx="34">
                        <c:v>6.618797746666667</c:v>
                      </c:pt>
                      <c:pt idx="35">
                        <c:v>7.2615834799999996</c:v>
                      </c:pt>
                      <c:pt idx="36">
                        <c:v>7.9334235822222219</c:v>
                      </c:pt>
                      <c:pt idx="37">
                        <c:v>8.5413558244444445</c:v>
                      </c:pt>
                      <c:pt idx="38">
                        <c:v>9.4203577955555549</c:v>
                      </c:pt>
                      <c:pt idx="39">
                        <c:v>8.955535853333334</c:v>
                      </c:pt>
                      <c:pt idx="40">
                        <c:v>7.581127168888889</c:v>
                      </c:pt>
                      <c:pt idx="41">
                        <c:v>6.7971868000000004</c:v>
                      </c:pt>
                      <c:pt idx="42">
                        <c:v>6.7279153222222225</c:v>
                      </c:pt>
                      <c:pt idx="43">
                        <c:v>7.4351163511111107</c:v>
                      </c:pt>
                      <c:pt idx="44">
                        <c:v>8.2066662333333333</c:v>
                      </c:pt>
                      <c:pt idx="45">
                        <c:v>9.3287468977777781</c:v>
                      </c:pt>
                      <c:pt idx="46">
                        <c:v>9.8423906088888895</c:v>
                      </c:pt>
                      <c:pt idx="47">
                        <c:v>9.0963968888888882</c:v>
                      </c:pt>
                      <c:pt idx="48">
                        <c:v>7.019631546666667</c:v>
                      </c:pt>
                      <c:pt idx="49">
                        <c:v>4.8220867377777781</c:v>
                      </c:pt>
                      <c:pt idx="50">
                        <c:v>3.0576477066666667</c:v>
                      </c:pt>
                      <c:pt idx="51">
                        <c:v>2.127557828888889</c:v>
                      </c:pt>
                      <c:pt idx="52">
                        <c:v>1.726821351111111</c:v>
                      </c:pt>
                      <c:pt idx="53">
                        <c:v>2.4004485333333334</c:v>
                      </c:pt>
                      <c:pt idx="54">
                        <c:v>4.3677065577777778</c:v>
                      </c:pt>
                      <c:pt idx="55">
                        <c:v>5.7461799466666665</c:v>
                      </c:pt>
                      <c:pt idx="56">
                        <c:v>6.282119586666667</c:v>
                      </c:pt>
                      <c:pt idx="57">
                        <c:v>6.2200614200000004</c:v>
                      </c:pt>
                      <c:pt idx="58">
                        <c:v>6.1286910777777779</c:v>
                      </c:pt>
                      <c:pt idx="59">
                        <c:v>6.4594635644444445</c:v>
                      </c:pt>
                      <c:pt idx="60">
                        <c:v>7.1729380577777775</c:v>
                      </c:pt>
                      <c:pt idx="61">
                        <c:v>8.2560576999999995</c:v>
                      </c:pt>
                      <c:pt idx="62">
                        <c:v>8.7911645200000006</c:v>
                      </c:pt>
                      <c:pt idx="63">
                        <c:v>8.4107333666666673</c:v>
                      </c:pt>
                      <c:pt idx="64">
                        <c:v>7.2472520688888888</c:v>
                      </c:pt>
                      <c:pt idx="65">
                        <c:v>6.3469119955555557</c:v>
                      </c:pt>
                      <c:pt idx="66">
                        <c:v>6.2958224999999999</c:v>
                      </c:pt>
                      <c:pt idx="67">
                        <c:v>6.9886371399999998</c:v>
                      </c:pt>
                      <c:pt idx="68">
                        <c:v>7.8635189133333334</c:v>
                      </c:pt>
                      <c:pt idx="69">
                        <c:v>8.9907994888888894</c:v>
                      </c:pt>
                      <c:pt idx="70">
                        <c:v>9.5256573977777776</c:v>
                      </c:pt>
                      <c:pt idx="71">
                        <c:v>8.5495673555555562</c:v>
                      </c:pt>
                      <c:pt idx="72">
                        <c:v>6.3047191555555555</c:v>
                      </c:pt>
                      <c:pt idx="73">
                        <c:v>4.1055305266666666</c:v>
                      </c:pt>
                      <c:pt idx="74">
                        <c:v>2.6152225933333333</c:v>
                      </c:pt>
                      <c:pt idx="75">
                        <c:v>1.80081136</c:v>
                      </c:pt>
                      <c:pt idx="76">
                        <c:v>1.5699921733333333</c:v>
                      </c:pt>
                      <c:pt idx="77">
                        <c:v>2.228707942222222</c:v>
                      </c:pt>
                      <c:pt idx="78">
                        <c:v>4.4347264111111109</c:v>
                      </c:pt>
                      <c:pt idx="79">
                        <c:v>5.6051629177777782</c:v>
                      </c:pt>
                      <c:pt idx="80">
                        <c:v>5.7854592822222219</c:v>
                      </c:pt>
                      <c:pt idx="81">
                        <c:v>5.4864260577777779</c:v>
                      </c:pt>
                      <c:pt idx="82">
                        <c:v>5.445569357777778</c:v>
                      </c:pt>
                      <c:pt idx="83">
                        <c:v>5.8731935622222222</c:v>
                      </c:pt>
                      <c:pt idx="84">
                        <c:v>6.6874038288888888</c:v>
                      </c:pt>
                      <c:pt idx="85">
                        <c:v>7.6344404244444446</c:v>
                      </c:pt>
                      <c:pt idx="86">
                        <c:v>7.9537348777777774</c:v>
                      </c:pt>
                      <c:pt idx="87">
                        <c:v>7.7433404088888889</c:v>
                      </c:pt>
                      <c:pt idx="88">
                        <c:v>6.8248418888888889</c:v>
                      </c:pt>
                      <c:pt idx="89">
                        <c:v>6.1071135711111113</c:v>
                      </c:pt>
                      <c:pt idx="90">
                        <c:v>6.1026392822222224</c:v>
                      </c:pt>
                      <c:pt idx="91">
                        <c:v>6.8963316155555558</c:v>
                      </c:pt>
                      <c:pt idx="92">
                        <c:v>7.6613838266666665</c:v>
                      </c:pt>
                      <c:pt idx="93">
                        <c:v>8.847937848888888</c:v>
                      </c:pt>
                      <c:pt idx="94">
                        <c:v>9.3601047488888884</c:v>
                      </c:pt>
                      <c:pt idx="95">
                        <c:v>8.1477691777777785</c:v>
                      </c:pt>
                      <c:pt idx="96">
                        <c:v>6.0079476822222224</c:v>
                      </c:pt>
                      <c:pt idx="97">
                        <c:v>3.8314739133333333</c:v>
                      </c:pt>
                      <c:pt idx="98">
                        <c:v>2.3607963422222222</c:v>
                      </c:pt>
                      <c:pt idx="99">
                        <c:v>1.6992397466666667</c:v>
                      </c:pt>
                      <c:pt idx="100">
                        <c:v>1.5242650977777779</c:v>
                      </c:pt>
                      <c:pt idx="101">
                        <c:v>2.1908610022222224</c:v>
                      </c:pt>
                      <c:pt idx="102">
                        <c:v>4.3613639622222218</c:v>
                      </c:pt>
                      <c:pt idx="103">
                        <c:v>5.6935933844444442</c:v>
                      </c:pt>
                      <c:pt idx="104">
                        <c:v>5.8146957800000001</c:v>
                      </c:pt>
                      <c:pt idx="105">
                        <c:v>5.5227772311111112</c:v>
                      </c:pt>
                      <c:pt idx="106">
                        <c:v>5.5627813155555552</c:v>
                      </c:pt>
                      <c:pt idx="107">
                        <c:v>6.0130732755555556</c:v>
                      </c:pt>
                      <c:pt idx="108">
                        <c:v>6.8021026733333336</c:v>
                      </c:pt>
                      <c:pt idx="109">
                        <c:v>7.741298768888889</c:v>
                      </c:pt>
                      <c:pt idx="110">
                        <c:v>8.0442757133333327</c:v>
                      </c:pt>
                      <c:pt idx="111">
                        <c:v>7.7739904244444444</c:v>
                      </c:pt>
                      <c:pt idx="112">
                        <c:v>6.8409079244444442</c:v>
                      </c:pt>
                      <c:pt idx="113">
                        <c:v>6.170427962222222</c:v>
                      </c:pt>
                      <c:pt idx="114">
                        <c:v>6.1332935800000001</c:v>
                      </c:pt>
                      <c:pt idx="115">
                        <c:v>6.8900262155555554</c:v>
                      </c:pt>
                      <c:pt idx="116">
                        <c:v>7.7232723044444445</c:v>
                      </c:pt>
                      <c:pt idx="117">
                        <c:v>8.9850700555555552</c:v>
                      </c:pt>
                      <c:pt idx="118">
                        <c:v>9.4901160266666675</c:v>
                      </c:pt>
                      <c:pt idx="119">
                        <c:v>8.3643279555555559</c:v>
                      </c:pt>
                      <c:pt idx="120">
                        <c:v>6.0567975177777775</c:v>
                      </c:pt>
                      <c:pt idx="121">
                        <c:v>3.8319463800000002</c:v>
                      </c:pt>
                      <c:pt idx="122">
                        <c:v>2.3854809244444444</c:v>
                      </c:pt>
                      <c:pt idx="123">
                        <c:v>1.6448465311111111</c:v>
                      </c:pt>
                      <c:pt idx="124">
                        <c:v>1.5098227533333333</c:v>
                      </c:pt>
                      <c:pt idx="125">
                        <c:v>2.2068899555555554</c:v>
                      </c:pt>
                      <c:pt idx="126">
                        <c:v>4.479227042222222</c:v>
                      </c:pt>
                      <c:pt idx="127">
                        <c:v>5.6614021355555559</c:v>
                      </c:pt>
                      <c:pt idx="128">
                        <c:v>5.7515998000000002</c:v>
                      </c:pt>
                      <c:pt idx="129">
                        <c:v>5.5777083644444447</c:v>
                      </c:pt>
                      <c:pt idx="130">
                        <c:v>5.5695249666666671</c:v>
                      </c:pt>
                      <c:pt idx="131">
                        <c:v>5.9656807622222221</c:v>
                      </c:pt>
                      <c:pt idx="132">
                        <c:v>6.856348928888889</c:v>
                      </c:pt>
                      <c:pt idx="133">
                        <c:v>8.0866893755555562</c:v>
                      </c:pt>
                      <c:pt idx="134">
                        <c:v>8.4166837799999996</c:v>
                      </c:pt>
                      <c:pt idx="135">
                        <c:v>8.0606389311111108</c:v>
                      </c:pt>
                      <c:pt idx="136">
                        <c:v>6.8787334844444441</c:v>
                      </c:pt>
                      <c:pt idx="137">
                        <c:v>6.1483148888888888</c:v>
                      </c:pt>
                      <c:pt idx="138">
                        <c:v>6.3635057599999998</c:v>
                      </c:pt>
                      <c:pt idx="139">
                        <c:v>7.0981940200000002</c:v>
                      </c:pt>
                      <c:pt idx="140">
                        <c:v>7.7151824466666667</c:v>
                      </c:pt>
                      <c:pt idx="141">
                        <c:v>8.9714289822222231</c:v>
                      </c:pt>
                      <c:pt idx="142">
                        <c:v>9.476593371111111</c:v>
                      </c:pt>
                      <c:pt idx="143">
                        <c:v>8.351960046666667</c:v>
                      </c:pt>
                      <c:pt idx="144">
                        <c:v>6.1316604955555558</c:v>
                      </c:pt>
                      <c:pt idx="145">
                        <c:v>3.9327249533333335</c:v>
                      </c:pt>
                      <c:pt idx="146">
                        <c:v>2.4864014688888889</c:v>
                      </c:pt>
                      <c:pt idx="147">
                        <c:v>1.7880520577777779</c:v>
                      </c:pt>
                      <c:pt idx="148">
                        <c:v>1.5645171911111111</c:v>
                      </c:pt>
                      <c:pt idx="149">
                        <c:v>2.1836269488888891</c:v>
                      </c:pt>
                      <c:pt idx="150">
                        <c:v>4.4469939444444444</c:v>
                      </c:pt>
                      <c:pt idx="151">
                        <c:v>5.6819355866666665</c:v>
                      </c:pt>
                      <c:pt idx="152">
                        <c:v>5.8123249866666669</c:v>
                      </c:pt>
                      <c:pt idx="153">
                        <c:v>5.5195577533333333</c:v>
                      </c:pt>
                      <c:pt idx="154">
                        <c:v>5.5005270955555554</c:v>
                      </c:pt>
                      <c:pt idx="155">
                        <c:v>5.9293715822222222</c:v>
                      </c:pt>
                      <c:pt idx="156">
                        <c:v>6.7415405422222223</c:v>
                      </c:pt>
                      <c:pt idx="157">
                        <c:v>7.7230212244444445</c:v>
                      </c:pt>
                      <c:pt idx="158">
                        <c:v>7.9611807088888886</c:v>
                      </c:pt>
                      <c:pt idx="159">
                        <c:v>7.8241299155555559</c:v>
                      </c:pt>
                      <c:pt idx="160">
                        <c:v>6.8736268066666666</c:v>
                      </c:pt>
                      <c:pt idx="161">
                        <c:v>6.213618811111111</c:v>
                      </c:pt>
                      <c:pt idx="162">
                        <c:v>6.1935284733333331</c:v>
                      </c:pt>
                      <c:pt idx="163">
                        <c:v>6.9401013333333337</c:v>
                      </c:pt>
                      <c:pt idx="164">
                        <c:v>7.8018558066666666</c:v>
                      </c:pt>
                      <c:pt idx="165">
                        <c:v>8.8906285422222222</c:v>
                      </c:pt>
                      <c:pt idx="166">
                        <c:v>9.3969312533333333</c:v>
                      </c:pt>
                      <c:pt idx="167">
                        <c:v>8.3110199666666666</c:v>
                      </c:pt>
                      <c:pt idx="168">
                        <c:v>6.1214417000000001</c:v>
                      </c:pt>
                      <c:pt idx="169">
                        <c:v>3.9049420822222221</c:v>
                      </c:pt>
                      <c:pt idx="170">
                        <c:v>2.4388492400000001</c:v>
                      </c:pt>
                      <c:pt idx="171">
                        <c:v>1.7402084288888888</c:v>
                      </c:pt>
                      <c:pt idx="172">
                        <c:v>1.5617194311111111</c:v>
                      </c:pt>
                      <c:pt idx="173">
                        <c:v>2.255426531111111</c:v>
                      </c:pt>
                      <c:pt idx="174">
                        <c:v>4.5654195955555554</c:v>
                      </c:pt>
                      <c:pt idx="175">
                        <c:v>5.9146627911111107</c:v>
                      </c:pt>
                      <c:pt idx="176">
                        <c:v>6.274579568888889</c:v>
                      </c:pt>
                      <c:pt idx="177">
                        <c:v>5.9692126822222225</c:v>
                      </c:pt>
                      <c:pt idx="178">
                        <c:v>5.7123958155555554</c:v>
                      </c:pt>
                      <c:pt idx="179">
                        <c:v>6.0622688977777779</c:v>
                      </c:pt>
                      <c:pt idx="180">
                        <c:v>6.933275677777778</c:v>
                      </c:pt>
                      <c:pt idx="181">
                        <c:v>7.9691180333333334</c:v>
                      </c:pt>
                      <c:pt idx="182">
                        <c:v>8.2617909644444438</c:v>
                      </c:pt>
                      <c:pt idx="183">
                        <c:v>7.9421914222222219</c:v>
                      </c:pt>
                      <c:pt idx="184">
                        <c:v>7.0555947666666663</c:v>
                      </c:pt>
                      <c:pt idx="185">
                        <c:v>6.3282082777777777</c:v>
                      </c:pt>
                      <c:pt idx="186">
                        <c:v>6.3673622066666669</c:v>
                      </c:pt>
                      <c:pt idx="187">
                        <c:v>7.1124967222222226</c:v>
                      </c:pt>
                      <c:pt idx="188">
                        <c:v>7.8831990111111114</c:v>
                      </c:pt>
                      <c:pt idx="189">
                        <c:v>8.9585082177777782</c:v>
                      </c:pt>
                      <c:pt idx="190">
                        <c:v>9.5885637044444447</c:v>
                      </c:pt>
                      <c:pt idx="191">
                        <c:v>8.7540494866666663</c:v>
                      </c:pt>
                      <c:pt idx="192">
                        <c:v>6.7249933866666662</c:v>
                      </c:pt>
                      <c:pt idx="193">
                        <c:v>4.5374846066666663</c:v>
                      </c:pt>
                      <c:pt idx="194">
                        <c:v>2.8598871644444444</c:v>
                      </c:pt>
                      <c:pt idx="195">
                        <c:v>1.9578796355555557</c:v>
                      </c:pt>
                      <c:pt idx="196">
                        <c:v>1.6759447555555556</c:v>
                      </c:pt>
                      <c:pt idx="197">
                        <c:v>2.1575107400000002</c:v>
                      </c:pt>
                      <c:pt idx="198">
                        <c:v>4.0828753177777779</c:v>
                      </c:pt>
                      <c:pt idx="199">
                        <c:v>5.544772077777778</c:v>
                      </c:pt>
                      <c:pt idx="200">
                        <c:v>6.2460595266666665</c:v>
                      </c:pt>
                      <c:pt idx="201">
                        <c:v>6.4778632177777782</c:v>
                      </c:pt>
                      <c:pt idx="202">
                        <c:v>6.6289109288888888</c:v>
                      </c:pt>
                      <c:pt idx="203">
                        <c:v>7.2538021422222219</c:v>
                      </c:pt>
                      <c:pt idx="204">
                        <c:v>7.8941103511111113</c:v>
                      </c:pt>
                      <c:pt idx="205">
                        <c:v>8.514246833333333</c:v>
                      </c:pt>
                      <c:pt idx="206">
                        <c:v>9.1863677177777774</c:v>
                      </c:pt>
                      <c:pt idx="207">
                        <c:v>8.7137516622222222</c:v>
                      </c:pt>
                      <c:pt idx="208">
                        <c:v>7.5219535022222219</c:v>
                      </c:pt>
                      <c:pt idx="209">
                        <c:v>6.6825485844444446</c:v>
                      </c:pt>
                      <c:pt idx="210">
                        <c:v>6.5987567355555559</c:v>
                      </c:pt>
                      <c:pt idx="211">
                        <c:v>7.3804724688888887</c:v>
                      </c:pt>
                      <c:pt idx="212">
                        <c:v>8.0883682755555562</c:v>
                      </c:pt>
                      <c:pt idx="213">
                        <c:v>9.2097565555555558</c:v>
                      </c:pt>
                      <c:pt idx="214">
                        <c:v>9.7425452688888896</c:v>
                      </c:pt>
                      <c:pt idx="215">
                        <c:v>8.9371348044444439</c:v>
                      </c:pt>
                      <c:pt idx="216">
                        <c:v>6.854654191111111</c:v>
                      </c:pt>
                      <c:pt idx="217">
                        <c:v>4.4971585711111111</c:v>
                      </c:pt>
                      <c:pt idx="218">
                        <c:v>2.8660184244444444</c:v>
                      </c:pt>
                      <c:pt idx="219">
                        <c:v>1.9738664177777778</c:v>
                      </c:pt>
                      <c:pt idx="220">
                        <c:v>1.6781560177777777</c:v>
                      </c:pt>
                      <c:pt idx="221">
                        <c:v>2.2147375155555555</c:v>
                      </c:pt>
                      <c:pt idx="222">
                        <c:v>4.2420903377777774</c:v>
                      </c:pt>
                      <c:pt idx="223">
                        <c:v>5.7214378822222223</c:v>
                      </c:pt>
                      <c:pt idx="224">
                        <c:v>6.2945866111111108</c:v>
                      </c:pt>
                      <c:pt idx="225">
                        <c:v>6.1957096088888886</c:v>
                      </c:pt>
                      <c:pt idx="226">
                        <c:v>6.1364579844444442</c:v>
                      </c:pt>
                      <c:pt idx="227">
                        <c:v>6.4824167555555556</c:v>
                      </c:pt>
                      <c:pt idx="228">
                        <c:v>7.0626307800000001</c:v>
                      </c:pt>
                      <c:pt idx="229">
                        <c:v>8.1871114644444436</c:v>
                      </c:pt>
                      <c:pt idx="230">
                        <c:v>8.6848294488888893</c:v>
                      </c:pt>
                      <c:pt idx="231">
                        <c:v>8.3112634666666665</c:v>
                      </c:pt>
                      <c:pt idx="232">
                        <c:v>7.1119224422222223</c:v>
                      </c:pt>
                      <c:pt idx="233">
                        <c:v>6.3258128044444444</c:v>
                      </c:pt>
                      <c:pt idx="234">
                        <c:v>6.4284301688888892</c:v>
                      </c:pt>
                      <c:pt idx="235">
                        <c:v>7.200026873333333</c:v>
                      </c:pt>
                      <c:pt idx="236">
                        <c:v>8.0806165822222216</c:v>
                      </c:pt>
                      <c:pt idx="237">
                        <c:v>9.2427024777777778</c:v>
                      </c:pt>
                      <c:pt idx="238">
                        <c:v>9.6298952822222219</c:v>
                      </c:pt>
                      <c:pt idx="239">
                        <c:v>8.4308662777777776</c:v>
                      </c:pt>
                      <c:pt idx="240">
                        <c:v>6.0532920666666667</c:v>
                      </c:pt>
                      <c:pt idx="241">
                        <c:v>3.8027760533333335</c:v>
                      </c:pt>
                      <c:pt idx="242">
                        <c:v>2.401012711111111</c:v>
                      </c:pt>
                      <c:pt idx="243">
                        <c:v>1.7409795733333333</c:v>
                      </c:pt>
                      <c:pt idx="244">
                        <c:v>1.5814418777777777</c:v>
                      </c:pt>
                      <c:pt idx="245">
                        <c:v>2.1426620844444444</c:v>
                      </c:pt>
                      <c:pt idx="246">
                        <c:v>4.3604413777777777</c:v>
                      </c:pt>
                      <c:pt idx="247">
                        <c:v>5.6147673755555552</c:v>
                      </c:pt>
                      <c:pt idx="248">
                        <c:v>5.8498468600000004</c:v>
                      </c:pt>
                      <c:pt idx="249">
                        <c:v>5.5735098422222222</c:v>
                      </c:pt>
                      <c:pt idx="250">
                        <c:v>5.4276034422222219</c:v>
                      </c:pt>
                      <c:pt idx="251">
                        <c:v>5.8262708088888893</c:v>
                      </c:pt>
                      <c:pt idx="252">
                        <c:v>6.7307687999999999</c:v>
                      </c:pt>
                      <c:pt idx="253">
                        <c:v>7.5652046311111114</c:v>
                      </c:pt>
                      <c:pt idx="254">
                        <c:v>7.8479396755555557</c:v>
                      </c:pt>
                      <c:pt idx="255">
                        <c:v>7.6145288133333331</c:v>
                      </c:pt>
                      <c:pt idx="256">
                        <c:v>6.7507097044444446</c:v>
                      </c:pt>
                      <c:pt idx="257">
                        <c:v>6.199619728888889</c:v>
                      </c:pt>
                      <c:pt idx="258">
                        <c:v>6.4384070044444446</c:v>
                      </c:pt>
                      <c:pt idx="259">
                        <c:v>7.1529460911111107</c:v>
                      </c:pt>
                      <c:pt idx="260">
                        <c:v>7.9785123577777775</c:v>
                      </c:pt>
                      <c:pt idx="261">
                        <c:v>9.2036037666666672</c:v>
                      </c:pt>
                      <c:pt idx="262">
                        <c:v>9.5706682555555549</c:v>
                      </c:pt>
                      <c:pt idx="263">
                        <c:v>8.304229877777777</c:v>
                      </c:pt>
                      <c:pt idx="264">
                        <c:v>6.0881137333333335</c:v>
                      </c:pt>
                      <c:pt idx="265">
                        <c:v>3.8636968555555558</c:v>
                      </c:pt>
                      <c:pt idx="266">
                        <c:v>2.4400890199999998</c:v>
                      </c:pt>
                      <c:pt idx="267">
                        <c:v>1.7576676066666668</c:v>
                      </c:pt>
                      <c:pt idx="268">
                        <c:v>1.5889980111111111</c:v>
                      </c:pt>
                      <c:pt idx="269">
                        <c:v>2.212301048888889</c:v>
                      </c:pt>
                      <c:pt idx="270">
                        <c:v>4.5144081622222219</c:v>
                      </c:pt>
                      <c:pt idx="271">
                        <c:v>5.8143945866666664</c:v>
                      </c:pt>
                      <c:pt idx="272">
                        <c:v>5.8807442666666665</c:v>
                      </c:pt>
                      <c:pt idx="273">
                        <c:v>5.5935744200000004</c:v>
                      </c:pt>
                      <c:pt idx="274">
                        <c:v>5.4440971955555559</c:v>
                      </c:pt>
                      <c:pt idx="275">
                        <c:v>5.8409348977777782</c:v>
                      </c:pt>
                      <c:pt idx="276">
                        <c:v>6.7971187733333336</c:v>
                      </c:pt>
                      <c:pt idx="277">
                        <c:v>7.6888659377777779</c:v>
                      </c:pt>
                      <c:pt idx="278">
                        <c:v>7.9287469644444446</c:v>
                      </c:pt>
                      <c:pt idx="279">
                        <c:v>7.6506858266666669</c:v>
                      </c:pt>
                      <c:pt idx="280">
                        <c:v>6.8980111311111107</c:v>
                      </c:pt>
                      <c:pt idx="281">
                        <c:v>6.3257151911111107</c:v>
                      </c:pt>
                      <c:pt idx="282">
                        <c:v>6.5181352022222221</c:v>
                      </c:pt>
                      <c:pt idx="283">
                        <c:v>7.2391081933333332</c:v>
                      </c:pt>
                      <c:pt idx="284">
                        <c:v>8.1176869866666674</c:v>
                      </c:pt>
                      <c:pt idx="285">
                        <c:v>9.2551112511111118</c:v>
                      </c:pt>
                      <c:pt idx="286">
                        <c:v>9.6024377777777783</c:v>
                      </c:pt>
                      <c:pt idx="287">
                        <c:v>8.2430986466666667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7-F1FB-4D39-A8F8-9D267B9F4903}"/>
                  </c:ext>
                </c:extLst>
              </c15:ser>
            </c15:filteredLineSeries>
            <c15:filteredLineSeries>
              <c15:ser>
                <c:idx val="16"/>
                <c:order val="1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12-10-2026'!$R$1</c15:sqref>
                        </c15:formulaRef>
                      </c:ext>
                    </c:extLst>
                    <c:strCache>
                      <c:ptCount val="1"/>
                      <c:pt idx="0">
                        <c:v>OUG-DGW1 Thtoughput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12-10-2026'!$R$2:$R$289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80.378412062222225</c:v>
                      </c:pt>
                      <c:pt idx="1">
                        <c:v>50.466803740000003</c:v>
                      </c:pt>
                      <c:pt idx="2">
                        <c:v>30.412640077777777</c:v>
                      </c:pt>
                      <c:pt idx="3">
                        <c:v>19.775069624444445</c:v>
                      </c:pt>
                      <c:pt idx="4">
                        <c:v>15.823296888888889</c:v>
                      </c:pt>
                      <c:pt idx="5">
                        <c:v>21.015399197777779</c:v>
                      </c:pt>
                      <c:pt idx="6">
                        <c:v>42.26801607777778</c:v>
                      </c:pt>
                      <c:pt idx="7">
                        <c:v>58.088968999999999</c:v>
                      </c:pt>
                      <c:pt idx="8">
                        <c:v>68.12164184444444</c:v>
                      </c:pt>
                      <c:pt idx="9">
                        <c:v>72.688629955555555</c:v>
                      </c:pt>
                      <c:pt idx="10">
                        <c:v>79.558643508888892</c:v>
                      </c:pt>
                      <c:pt idx="11">
                        <c:v>88.806449002222223</c:v>
                      </c:pt>
                      <c:pt idx="12">
                        <c:v>95.161813393333333</c:v>
                      </c:pt>
                      <c:pt idx="13">
                        <c:v>105.77175896222222</c:v>
                      </c:pt>
                      <c:pt idx="14">
                        <c:v>106.97362360888889</c:v>
                      </c:pt>
                      <c:pt idx="15">
                        <c:v>102.21911009111111</c:v>
                      </c:pt>
                      <c:pt idx="16">
                        <c:v>93.395820302222219</c:v>
                      </c:pt>
                      <c:pt idx="17">
                        <c:v>93.985431500000004</c:v>
                      </c:pt>
                      <c:pt idx="18">
                        <c:v>91.850033797777783</c:v>
                      </c:pt>
                      <c:pt idx="19">
                        <c:v>105.41090107555556</c:v>
                      </c:pt>
                      <c:pt idx="20">
                        <c:v>116.18098683111111</c:v>
                      </c:pt>
                      <c:pt idx="21">
                        <c:v>130.1127523711111</c:v>
                      </c:pt>
                      <c:pt idx="22">
                        <c:v>130.97344637111112</c:v>
                      </c:pt>
                      <c:pt idx="23">
                        <c:v>115.94039331111111</c:v>
                      </c:pt>
                      <c:pt idx="24">
                        <c:v>88.283639366666662</c:v>
                      </c:pt>
                      <c:pt idx="25">
                        <c:v>59.167121726666664</c:v>
                      </c:pt>
                      <c:pt idx="26">
                        <c:v>36.392253662222224</c:v>
                      </c:pt>
                      <c:pt idx="27">
                        <c:v>23.094634264444444</c:v>
                      </c:pt>
                      <c:pt idx="28">
                        <c:v>17.341191477777777</c:v>
                      </c:pt>
                      <c:pt idx="29">
                        <c:v>20.745426833333333</c:v>
                      </c:pt>
                      <c:pt idx="30">
                        <c:v>38.533182597777781</c:v>
                      </c:pt>
                      <c:pt idx="31">
                        <c:v>53.165302631111111</c:v>
                      </c:pt>
                      <c:pt idx="32">
                        <c:v>66.373705431111105</c:v>
                      </c:pt>
                      <c:pt idx="33">
                        <c:v>77.074097224444444</c:v>
                      </c:pt>
                      <c:pt idx="34">
                        <c:v>87.60023495555555</c:v>
                      </c:pt>
                      <c:pt idx="35">
                        <c:v>97.203697793333333</c:v>
                      </c:pt>
                      <c:pt idx="36">
                        <c:v>99.340281904444439</c:v>
                      </c:pt>
                      <c:pt idx="37">
                        <c:v>102.72418462888889</c:v>
                      </c:pt>
                      <c:pt idx="38">
                        <c:v>118.60151100222222</c:v>
                      </c:pt>
                      <c:pt idx="39">
                        <c:v>110.8860358711111</c:v>
                      </c:pt>
                      <c:pt idx="40">
                        <c:v>97.216510877777779</c:v>
                      </c:pt>
                      <c:pt idx="41">
                        <c:v>95.152100059999995</c:v>
                      </c:pt>
                      <c:pt idx="42">
                        <c:v>93.530719717777771</c:v>
                      </c:pt>
                      <c:pt idx="43">
                        <c:v>108.68077254444445</c:v>
                      </c:pt>
                      <c:pt idx="44">
                        <c:v>120.71328702888889</c:v>
                      </c:pt>
                      <c:pt idx="45">
                        <c:v>135.54047694666667</c:v>
                      </c:pt>
                      <c:pt idx="46">
                        <c:v>134.72971766666666</c:v>
                      </c:pt>
                      <c:pt idx="47">
                        <c:v>118.85841923333334</c:v>
                      </c:pt>
                      <c:pt idx="48">
                        <c:v>90.321511704444447</c:v>
                      </c:pt>
                      <c:pt idx="49">
                        <c:v>59.975846251111108</c:v>
                      </c:pt>
                      <c:pt idx="50">
                        <c:v>36.535050953333332</c:v>
                      </c:pt>
                      <c:pt idx="51">
                        <c:v>23.27732272888889</c:v>
                      </c:pt>
                      <c:pt idx="52">
                        <c:v>17.457731773333332</c:v>
                      </c:pt>
                      <c:pt idx="53">
                        <c:v>21.380169977777779</c:v>
                      </c:pt>
                      <c:pt idx="54">
                        <c:v>40.914139293333335</c:v>
                      </c:pt>
                      <c:pt idx="55">
                        <c:v>55.538988253333336</c:v>
                      </c:pt>
                      <c:pt idx="56">
                        <c:v>66.993403913333339</c:v>
                      </c:pt>
                      <c:pt idx="57">
                        <c:v>75.412911660000006</c:v>
                      </c:pt>
                      <c:pt idx="58">
                        <c:v>81.702153651111118</c:v>
                      </c:pt>
                      <c:pt idx="59">
                        <c:v>89.63637615333333</c:v>
                      </c:pt>
                      <c:pt idx="60">
                        <c:v>94.999972775555563</c:v>
                      </c:pt>
                      <c:pt idx="61">
                        <c:v>106.88007638222223</c:v>
                      </c:pt>
                      <c:pt idx="62">
                        <c:v>110.92173247333334</c:v>
                      </c:pt>
                      <c:pt idx="63">
                        <c:v>105.34701421333334</c:v>
                      </c:pt>
                      <c:pt idx="64">
                        <c:v>94.707502342222227</c:v>
                      </c:pt>
                      <c:pt idx="65">
                        <c:v>93.521740888888885</c:v>
                      </c:pt>
                      <c:pt idx="66">
                        <c:v>89.896227915555556</c:v>
                      </c:pt>
                      <c:pt idx="67">
                        <c:v>104.43627024222222</c:v>
                      </c:pt>
                      <c:pt idx="68">
                        <c:v>117.04538552666666</c:v>
                      </c:pt>
                      <c:pt idx="69">
                        <c:v>130.89401445999999</c:v>
                      </c:pt>
                      <c:pt idx="70">
                        <c:v>129.64519271333333</c:v>
                      </c:pt>
                      <c:pt idx="71">
                        <c:v>111.13809521333333</c:v>
                      </c:pt>
                      <c:pt idx="72">
                        <c:v>79.513415668888882</c:v>
                      </c:pt>
                      <c:pt idx="73">
                        <c:v>49.88218863777778</c:v>
                      </c:pt>
                      <c:pt idx="74">
                        <c:v>30.074903726666665</c:v>
                      </c:pt>
                      <c:pt idx="75">
                        <c:v>19.337013704444445</c:v>
                      </c:pt>
                      <c:pt idx="76">
                        <c:v>15.586309968888889</c:v>
                      </c:pt>
                      <c:pt idx="77">
                        <c:v>20.323350779999998</c:v>
                      </c:pt>
                      <c:pt idx="78">
                        <c:v>40.586732831111114</c:v>
                      </c:pt>
                      <c:pt idx="79">
                        <c:v>55.370758575555556</c:v>
                      </c:pt>
                      <c:pt idx="80">
                        <c:v>65.39001820888889</c:v>
                      </c:pt>
                      <c:pt idx="81">
                        <c:v>70.711559955555558</c:v>
                      </c:pt>
                      <c:pt idx="82">
                        <c:v>76.732863433333335</c:v>
                      </c:pt>
                      <c:pt idx="83">
                        <c:v>85.17763705555555</c:v>
                      </c:pt>
                      <c:pt idx="84">
                        <c:v>92.044403097777774</c:v>
                      </c:pt>
                      <c:pt idx="85">
                        <c:v>102.35088075111111</c:v>
                      </c:pt>
                      <c:pt idx="86">
                        <c:v>102.81949466222223</c:v>
                      </c:pt>
                      <c:pt idx="87">
                        <c:v>97.629117093333335</c:v>
                      </c:pt>
                      <c:pt idx="88">
                        <c:v>90.993970675555559</c:v>
                      </c:pt>
                      <c:pt idx="89">
                        <c:v>91.609556179999998</c:v>
                      </c:pt>
                      <c:pt idx="90">
                        <c:v>89.09822823333333</c:v>
                      </c:pt>
                      <c:pt idx="91">
                        <c:v>104.018488</c:v>
                      </c:pt>
                      <c:pt idx="92">
                        <c:v>116.45461229555555</c:v>
                      </c:pt>
                      <c:pt idx="93">
                        <c:v>130.80236812222222</c:v>
                      </c:pt>
                      <c:pt idx="94">
                        <c:v>128.92511641333334</c:v>
                      </c:pt>
                      <c:pt idx="95">
                        <c:v>108.27215241333333</c:v>
                      </c:pt>
                      <c:pt idx="96">
                        <c:v>76.319474953333327</c:v>
                      </c:pt>
                      <c:pt idx="97">
                        <c:v>47.146259211111108</c:v>
                      </c:pt>
                      <c:pt idx="98">
                        <c:v>28.19852586888889</c:v>
                      </c:pt>
                      <c:pt idx="99">
                        <c:v>18.829526784444443</c:v>
                      </c:pt>
                      <c:pt idx="100">
                        <c:v>15.280147971111111</c:v>
                      </c:pt>
                      <c:pt idx="101">
                        <c:v>20.005285457777777</c:v>
                      </c:pt>
                      <c:pt idx="102">
                        <c:v>41.312336435555558</c:v>
                      </c:pt>
                      <c:pt idx="103">
                        <c:v>56.335731322222223</c:v>
                      </c:pt>
                      <c:pt idx="104">
                        <c:v>65.998358855555551</c:v>
                      </c:pt>
                      <c:pt idx="105">
                        <c:v>71.172401408888888</c:v>
                      </c:pt>
                      <c:pt idx="106">
                        <c:v>77.614866613333334</c:v>
                      </c:pt>
                      <c:pt idx="107">
                        <c:v>86.720401262222225</c:v>
                      </c:pt>
                      <c:pt idx="108">
                        <c:v>92.443527042222229</c:v>
                      </c:pt>
                      <c:pt idx="109">
                        <c:v>102.92418165111111</c:v>
                      </c:pt>
                      <c:pt idx="110">
                        <c:v>103.10361297333333</c:v>
                      </c:pt>
                      <c:pt idx="111">
                        <c:v>97.807327988888886</c:v>
                      </c:pt>
                      <c:pt idx="112">
                        <c:v>91.186099868888888</c:v>
                      </c:pt>
                      <c:pt idx="113">
                        <c:v>91.89672437555555</c:v>
                      </c:pt>
                      <c:pt idx="114">
                        <c:v>89.800122197777782</c:v>
                      </c:pt>
                      <c:pt idx="115">
                        <c:v>104.81455577111112</c:v>
                      </c:pt>
                      <c:pt idx="116">
                        <c:v>117.73734912</c:v>
                      </c:pt>
                      <c:pt idx="117">
                        <c:v>132.36479795777777</c:v>
                      </c:pt>
                      <c:pt idx="118">
                        <c:v>129.92849423555555</c:v>
                      </c:pt>
                      <c:pt idx="119">
                        <c:v>108.70544878444444</c:v>
                      </c:pt>
                      <c:pt idx="120">
                        <c:v>76.608256044444445</c:v>
                      </c:pt>
                      <c:pt idx="121">
                        <c:v>47.110792444444442</c:v>
                      </c:pt>
                      <c:pt idx="122">
                        <c:v>28.112506051111112</c:v>
                      </c:pt>
                      <c:pt idx="123">
                        <c:v>18.286232735555554</c:v>
                      </c:pt>
                      <c:pt idx="124">
                        <c:v>15.059533362222222</c:v>
                      </c:pt>
                      <c:pt idx="125">
                        <c:v>20.111947011111113</c:v>
                      </c:pt>
                      <c:pt idx="126">
                        <c:v>41.606162104444444</c:v>
                      </c:pt>
                      <c:pt idx="127">
                        <c:v>57.099926519999997</c:v>
                      </c:pt>
                      <c:pt idx="128">
                        <c:v>66.55690453555556</c:v>
                      </c:pt>
                      <c:pt idx="129">
                        <c:v>72.307844575555549</c:v>
                      </c:pt>
                      <c:pt idx="130">
                        <c:v>78.841148557777771</c:v>
                      </c:pt>
                      <c:pt idx="131">
                        <c:v>86.870031735555557</c:v>
                      </c:pt>
                      <c:pt idx="132">
                        <c:v>94.358622826666661</c:v>
                      </c:pt>
                      <c:pt idx="133">
                        <c:v>107.06883038444444</c:v>
                      </c:pt>
                      <c:pt idx="134">
                        <c:v>107.81101622222222</c:v>
                      </c:pt>
                      <c:pt idx="135">
                        <c:v>101.47472489111111</c:v>
                      </c:pt>
                      <c:pt idx="136">
                        <c:v>90.971557748888884</c:v>
                      </c:pt>
                      <c:pt idx="137">
                        <c:v>90.797653433333338</c:v>
                      </c:pt>
                      <c:pt idx="138">
                        <c:v>96.647872151111116</c:v>
                      </c:pt>
                      <c:pt idx="139">
                        <c:v>112.26014040666666</c:v>
                      </c:pt>
                      <c:pt idx="140">
                        <c:v>118.20084880666667</c:v>
                      </c:pt>
                      <c:pt idx="141">
                        <c:v>131.91035009333334</c:v>
                      </c:pt>
                      <c:pt idx="142">
                        <c:v>129.33625066444444</c:v>
                      </c:pt>
                      <c:pt idx="143">
                        <c:v>108.56503480666667</c:v>
                      </c:pt>
                      <c:pt idx="144">
                        <c:v>79.387976219999999</c:v>
                      </c:pt>
                      <c:pt idx="145">
                        <c:v>49.862828077777777</c:v>
                      </c:pt>
                      <c:pt idx="146">
                        <c:v>30.203598686666666</c:v>
                      </c:pt>
                      <c:pt idx="147">
                        <c:v>18.710654935555556</c:v>
                      </c:pt>
                      <c:pt idx="148">
                        <c:v>15.126995591111111</c:v>
                      </c:pt>
                      <c:pt idx="149">
                        <c:v>20.304769682222222</c:v>
                      </c:pt>
                      <c:pt idx="150">
                        <c:v>42.200395964444446</c:v>
                      </c:pt>
                      <c:pt idx="151">
                        <c:v>57.698354926666667</c:v>
                      </c:pt>
                      <c:pt idx="152">
                        <c:v>66.986992262222216</c:v>
                      </c:pt>
                      <c:pt idx="153">
                        <c:v>72.411667426666668</c:v>
                      </c:pt>
                      <c:pt idx="154">
                        <c:v>78.306709817777772</c:v>
                      </c:pt>
                      <c:pt idx="155">
                        <c:v>86.422334337777784</c:v>
                      </c:pt>
                      <c:pt idx="156">
                        <c:v>92.404853215555562</c:v>
                      </c:pt>
                      <c:pt idx="157">
                        <c:v>102.93254613333333</c:v>
                      </c:pt>
                      <c:pt idx="158">
                        <c:v>102.99907531555556</c:v>
                      </c:pt>
                      <c:pt idx="159">
                        <c:v>98.369692666666666</c:v>
                      </c:pt>
                      <c:pt idx="160">
                        <c:v>92.240870673333333</c:v>
                      </c:pt>
                      <c:pt idx="161">
                        <c:v>93.162491731111118</c:v>
                      </c:pt>
                      <c:pt idx="162">
                        <c:v>91.584840828888886</c:v>
                      </c:pt>
                      <c:pt idx="163">
                        <c:v>105.26228779555555</c:v>
                      </c:pt>
                      <c:pt idx="164">
                        <c:v>116.68550727555555</c:v>
                      </c:pt>
                      <c:pt idx="165">
                        <c:v>130.67633344222222</c:v>
                      </c:pt>
                      <c:pt idx="166">
                        <c:v>129.12723309555557</c:v>
                      </c:pt>
                      <c:pt idx="167">
                        <c:v>108.15932198</c:v>
                      </c:pt>
                      <c:pt idx="168">
                        <c:v>76.630491271111111</c:v>
                      </c:pt>
                      <c:pt idx="169">
                        <c:v>47.905263257777776</c:v>
                      </c:pt>
                      <c:pt idx="170">
                        <c:v>28.966921357777778</c:v>
                      </c:pt>
                      <c:pt idx="171">
                        <c:v>19.042410004444445</c:v>
                      </c:pt>
                      <c:pt idx="172">
                        <c:v>15.750909084444444</c:v>
                      </c:pt>
                      <c:pt idx="173">
                        <c:v>21.069805833333334</c:v>
                      </c:pt>
                      <c:pt idx="174">
                        <c:v>43.188215231111108</c:v>
                      </c:pt>
                      <c:pt idx="175">
                        <c:v>60.163187788888891</c:v>
                      </c:pt>
                      <c:pt idx="176">
                        <c:v>72.529847675555558</c:v>
                      </c:pt>
                      <c:pt idx="177">
                        <c:v>79.706349911111104</c:v>
                      </c:pt>
                      <c:pt idx="178">
                        <c:v>82.803223824444444</c:v>
                      </c:pt>
                      <c:pt idx="179">
                        <c:v>88.880646597777783</c:v>
                      </c:pt>
                      <c:pt idx="180">
                        <c:v>95.685348751111107</c:v>
                      </c:pt>
                      <c:pt idx="181">
                        <c:v>106.51872025777777</c:v>
                      </c:pt>
                      <c:pt idx="182">
                        <c:v>105.95413236</c:v>
                      </c:pt>
                      <c:pt idx="183">
                        <c:v>100.02287349555556</c:v>
                      </c:pt>
                      <c:pt idx="184">
                        <c:v>93.305432595555558</c:v>
                      </c:pt>
                      <c:pt idx="185">
                        <c:v>92.996853942222216</c:v>
                      </c:pt>
                      <c:pt idx="186">
                        <c:v>92.616805784444438</c:v>
                      </c:pt>
                      <c:pt idx="187">
                        <c:v>107.36324068888889</c:v>
                      </c:pt>
                      <c:pt idx="188">
                        <c:v>117.94496318</c:v>
                      </c:pt>
                      <c:pt idx="189">
                        <c:v>131.1018450511111</c:v>
                      </c:pt>
                      <c:pt idx="190">
                        <c:v>131.78430447333332</c:v>
                      </c:pt>
                      <c:pt idx="191">
                        <c:v>115.94223672444444</c:v>
                      </c:pt>
                      <c:pt idx="192">
                        <c:v>87.717085346666664</c:v>
                      </c:pt>
                      <c:pt idx="193">
                        <c:v>57.793129497777777</c:v>
                      </c:pt>
                      <c:pt idx="194">
                        <c:v>35.632315044444447</c:v>
                      </c:pt>
                      <c:pt idx="195">
                        <c:v>23.016856275555554</c:v>
                      </c:pt>
                      <c:pt idx="196">
                        <c:v>17.271164331111112</c:v>
                      </c:pt>
                      <c:pt idx="197">
                        <c:v>20.167506582222224</c:v>
                      </c:pt>
                      <c:pt idx="198">
                        <c:v>39.079587391111112</c:v>
                      </c:pt>
                      <c:pt idx="199">
                        <c:v>53.919242824444446</c:v>
                      </c:pt>
                      <c:pt idx="200">
                        <c:v>67.208650713333327</c:v>
                      </c:pt>
                      <c:pt idx="201">
                        <c:v>77.635439079999998</c:v>
                      </c:pt>
                      <c:pt idx="202">
                        <c:v>87.676864780000002</c:v>
                      </c:pt>
                      <c:pt idx="203">
                        <c:v>97.440083635555553</c:v>
                      </c:pt>
                      <c:pt idx="204">
                        <c:v>99.832070535555559</c:v>
                      </c:pt>
                      <c:pt idx="205">
                        <c:v>103.85410711777777</c:v>
                      </c:pt>
                      <c:pt idx="206">
                        <c:v>118.29826224888889</c:v>
                      </c:pt>
                      <c:pt idx="207">
                        <c:v>109.25464553555555</c:v>
                      </c:pt>
                      <c:pt idx="208">
                        <c:v>99.16221907111111</c:v>
                      </c:pt>
                      <c:pt idx="209">
                        <c:v>96.984136675555561</c:v>
                      </c:pt>
                      <c:pt idx="210">
                        <c:v>95.572896035555559</c:v>
                      </c:pt>
                      <c:pt idx="211">
                        <c:v>110.73799105333333</c:v>
                      </c:pt>
                      <c:pt idx="212">
                        <c:v>122.30927378666667</c:v>
                      </c:pt>
                      <c:pt idx="213">
                        <c:v>135.53042319111111</c:v>
                      </c:pt>
                      <c:pt idx="214">
                        <c:v>136.13078585555556</c:v>
                      </c:pt>
                      <c:pt idx="215">
                        <c:v>118.33617260222222</c:v>
                      </c:pt>
                      <c:pt idx="216">
                        <c:v>88.907709915555557</c:v>
                      </c:pt>
                      <c:pt idx="217">
                        <c:v>57.854057806666667</c:v>
                      </c:pt>
                      <c:pt idx="218">
                        <c:v>35.4917023</c:v>
                      </c:pt>
                      <c:pt idx="219">
                        <c:v>22.596113904444444</c:v>
                      </c:pt>
                      <c:pt idx="220">
                        <c:v>16.750549266666667</c:v>
                      </c:pt>
                      <c:pt idx="221">
                        <c:v>20.645114899999999</c:v>
                      </c:pt>
                      <c:pt idx="222">
                        <c:v>41.034346657777775</c:v>
                      </c:pt>
                      <c:pt idx="223">
                        <c:v>57.459867295555554</c:v>
                      </c:pt>
                      <c:pt idx="224">
                        <c:v>68.961924457777783</c:v>
                      </c:pt>
                      <c:pt idx="225">
                        <c:v>75.655859624444446</c:v>
                      </c:pt>
                      <c:pt idx="226">
                        <c:v>82.884430153333327</c:v>
                      </c:pt>
                      <c:pt idx="227">
                        <c:v>90.80399473333334</c:v>
                      </c:pt>
                      <c:pt idx="228">
                        <c:v>95.874077948888882</c:v>
                      </c:pt>
                      <c:pt idx="229">
                        <c:v>108.27889624222222</c:v>
                      </c:pt>
                      <c:pt idx="230">
                        <c:v>111.84573913555556</c:v>
                      </c:pt>
                      <c:pt idx="231">
                        <c:v>104.92016536666667</c:v>
                      </c:pt>
                      <c:pt idx="232">
                        <c:v>95.601615280000004</c:v>
                      </c:pt>
                      <c:pt idx="233">
                        <c:v>95.156777948888887</c:v>
                      </c:pt>
                      <c:pt idx="234">
                        <c:v>95.169369020000005</c:v>
                      </c:pt>
                      <c:pt idx="235">
                        <c:v>108.81804545333334</c:v>
                      </c:pt>
                      <c:pt idx="236">
                        <c:v>122.61625889111112</c:v>
                      </c:pt>
                      <c:pt idx="237">
                        <c:v>136.29403991555554</c:v>
                      </c:pt>
                      <c:pt idx="238">
                        <c:v>131.61734901777777</c:v>
                      </c:pt>
                      <c:pt idx="239">
                        <c:v>110.28771966444444</c:v>
                      </c:pt>
                      <c:pt idx="240">
                        <c:v>77.808051975555557</c:v>
                      </c:pt>
                      <c:pt idx="241">
                        <c:v>49.122620897777779</c:v>
                      </c:pt>
                      <c:pt idx="242">
                        <c:v>29.448193815555555</c:v>
                      </c:pt>
                      <c:pt idx="243">
                        <c:v>19.402494862222223</c:v>
                      </c:pt>
                      <c:pt idx="244">
                        <c:v>15.805593244444445</c:v>
                      </c:pt>
                      <c:pt idx="245">
                        <c:v>19.842800188888887</c:v>
                      </c:pt>
                      <c:pt idx="246">
                        <c:v>41.682481457777776</c:v>
                      </c:pt>
                      <c:pt idx="247">
                        <c:v>56.670316642222225</c:v>
                      </c:pt>
                      <c:pt idx="248">
                        <c:v>67.239949444444449</c:v>
                      </c:pt>
                      <c:pt idx="249">
                        <c:v>71.474963997777778</c:v>
                      </c:pt>
                      <c:pt idx="250">
                        <c:v>77.353739108888888</c:v>
                      </c:pt>
                      <c:pt idx="251">
                        <c:v>85.164888353333339</c:v>
                      </c:pt>
                      <c:pt idx="252">
                        <c:v>92.671197059999997</c:v>
                      </c:pt>
                      <c:pt idx="253">
                        <c:v>102.51696066</c:v>
                      </c:pt>
                      <c:pt idx="254">
                        <c:v>102.54682587777778</c:v>
                      </c:pt>
                      <c:pt idx="255">
                        <c:v>97.886330702222224</c:v>
                      </c:pt>
                      <c:pt idx="256">
                        <c:v>93.019311455555552</c:v>
                      </c:pt>
                      <c:pt idx="257">
                        <c:v>95.972058642222223</c:v>
                      </c:pt>
                      <c:pt idx="258">
                        <c:v>95.60928471555556</c:v>
                      </c:pt>
                      <c:pt idx="259">
                        <c:v>108.15800571777778</c:v>
                      </c:pt>
                      <c:pt idx="260">
                        <c:v>120.07830111777778</c:v>
                      </c:pt>
                      <c:pt idx="261">
                        <c:v>133.07301718222223</c:v>
                      </c:pt>
                      <c:pt idx="262">
                        <c:v>129.35225679999999</c:v>
                      </c:pt>
                      <c:pt idx="263">
                        <c:v>105.59780508</c:v>
                      </c:pt>
                      <c:pt idx="264">
                        <c:v>76.912068104444444</c:v>
                      </c:pt>
                      <c:pt idx="265">
                        <c:v>48.004359379999997</c:v>
                      </c:pt>
                      <c:pt idx="266">
                        <c:v>28.676849395555557</c:v>
                      </c:pt>
                      <c:pt idx="267">
                        <c:v>18.812831537777779</c:v>
                      </c:pt>
                      <c:pt idx="268">
                        <c:v>15.407532688888889</c:v>
                      </c:pt>
                      <c:pt idx="269">
                        <c:v>19.931369846666666</c:v>
                      </c:pt>
                      <c:pt idx="270">
                        <c:v>42.77335141333333</c:v>
                      </c:pt>
                      <c:pt idx="271">
                        <c:v>58.63509338888889</c:v>
                      </c:pt>
                      <c:pt idx="272">
                        <c:v>68.112360291111116</c:v>
                      </c:pt>
                      <c:pt idx="273">
                        <c:v>72.406607260000001</c:v>
                      </c:pt>
                      <c:pt idx="274">
                        <c:v>78.424193773333329</c:v>
                      </c:pt>
                      <c:pt idx="275">
                        <c:v>86.457151655555549</c:v>
                      </c:pt>
                      <c:pt idx="276">
                        <c:v>93.741828760000004</c:v>
                      </c:pt>
                      <c:pt idx="277">
                        <c:v>103.33438640888889</c:v>
                      </c:pt>
                      <c:pt idx="278">
                        <c:v>102.47912186222223</c:v>
                      </c:pt>
                      <c:pt idx="279">
                        <c:v>97.598646911111118</c:v>
                      </c:pt>
                      <c:pt idx="280">
                        <c:v>93.979086782222225</c:v>
                      </c:pt>
                      <c:pt idx="281">
                        <c:v>95.254230555555552</c:v>
                      </c:pt>
                      <c:pt idx="282">
                        <c:v>95.005752997777776</c:v>
                      </c:pt>
                      <c:pt idx="283">
                        <c:v>109.15467295555555</c:v>
                      </c:pt>
                      <c:pt idx="284">
                        <c:v>122.13560016666666</c:v>
                      </c:pt>
                      <c:pt idx="285">
                        <c:v>134.19648567555555</c:v>
                      </c:pt>
                      <c:pt idx="286">
                        <c:v>128.17478148222222</c:v>
                      </c:pt>
                      <c:pt idx="287">
                        <c:v>105.42422960666667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8-F1FB-4D39-A8F8-9D267B9F4903}"/>
                  </c:ext>
                </c:extLst>
              </c15:ser>
            </c15:filteredLineSeries>
            <c15:filteredLineSeries>
              <c15:ser>
                <c:idx val="17"/>
                <c:order val="1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12-10-2026'!$S$1</c15:sqref>
                        </c15:formulaRef>
                      </c:ext>
                    </c:extLst>
                    <c:strCache>
                      <c:ptCount val="1"/>
                      <c:pt idx="0">
                        <c:v>OUG-DGW2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12-10-2026'!$S$2:$S$289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74.399737337777779</c:v>
                      </c:pt>
                      <c:pt idx="1">
                        <c:v>46.979724313333335</c:v>
                      </c:pt>
                      <c:pt idx="2">
                        <c:v>27.800122193333333</c:v>
                      </c:pt>
                      <c:pt idx="3">
                        <c:v>17.805317851111113</c:v>
                      </c:pt>
                      <c:pt idx="4">
                        <c:v>14.069210788888888</c:v>
                      </c:pt>
                      <c:pt idx="5">
                        <c:v>18.604003526666666</c:v>
                      </c:pt>
                      <c:pt idx="6">
                        <c:v>37.826357277777781</c:v>
                      </c:pt>
                      <c:pt idx="7">
                        <c:v>52.143283197777777</c:v>
                      </c:pt>
                      <c:pt idx="8">
                        <c:v>62.301662835555554</c:v>
                      </c:pt>
                      <c:pt idx="9">
                        <c:v>67.526599719999993</c:v>
                      </c:pt>
                      <c:pt idx="10">
                        <c:v>74.406661768888895</c:v>
                      </c:pt>
                      <c:pt idx="11">
                        <c:v>82.087841726666667</c:v>
                      </c:pt>
                      <c:pt idx="12">
                        <c:v>88.499012731111108</c:v>
                      </c:pt>
                      <c:pt idx="13">
                        <c:v>98.05955123555556</c:v>
                      </c:pt>
                      <c:pt idx="14">
                        <c:v>98.896761864444443</c:v>
                      </c:pt>
                      <c:pt idx="15">
                        <c:v>94.326301791111106</c:v>
                      </c:pt>
                      <c:pt idx="16">
                        <c:v>86.650138437777784</c:v>
                      </c:pt>
                      <c:pt idx="17">
                        <c:v>87.958417524444442</c:v>
                      </c:pt>
                      <c:pt idx="18">
                        <c:v>85.78521582444445</c:v>
                      </c:pt>
                      <c:pt idx="19">
                        <c:v>98.627686693333331</c:v>
                      </c:pt>
                      <c:pt idx="20">
                        <c:v>108.22652655111111</c:v>
                      </c:pt>
                      <c:pt idx="21">
                        <c:v>121.39701345333333</c:v>
                      </c:pt>
                      <c:pt idx="22">
                        <c:v>121.80864160222222</c:v>
                      </c:pt>
                      <c:pt idx="23">
                        <c:v>107.19674758444444</c:v>
                      </c:pt>
                      <c:pt idx="24">
                        <c:v>81.486664911111106</c:v>
                      </c:pt>
                      <c:pt idx="25">
                        <c:v>54.188666228888891</c:v>
                      </c:pt>
                      <c:pt idx="26">
                        <c:v>33.877765331111114</c:v>
                      </c:pt>
                      <c:pt idx="27">
                        <c:v>21.383484288888887</c:v>
                      </c:pt>
                      <c:pt idx="28">
                        <c:v>15.413055817777778</c:v>
                      </c:pt>
                      <c:pt idx="29">
                        <c:v>18.276195126666668</c:v>
                      </c:pt>
                      <c:pt idx="30">
                        <c:v>34.432089257777776</c:v>
                      </c:pt>
                      <c:pt idx="31">
                        <c:v>47.585147284444446</c:v>
                      </c:pt>
                      <c:pt idx="32">
                        <c:v>60.40795722888889</c:v>
                      </c:pt>
                      <c:pt idx="33">
                        <c:v>71.476197560000003</c:v>
                      </c:pt>
                      <c:pt idx="34">
                        <c:v>81.252987575555551</c:v>
                      </c:pt>
                      <c:pt idx="35">
                        <c:v>90.326529351111105</c:v>
                      </c:pt>
                      <c:pt idx="36">
                        <c:v>91.766888195555552</c:v>
                      </c:pt>
                      <c:pt idx="37">
                        <c:v>94.782342482222219</c:v>
                      </c:pt>
                      <c:pt idx="38">
                        <c:v>109.69775226666667</c:v>
                      </c:pt>
                      <c:pt idx="39">
                        <c:v>102.11223361333333</c:v>
                      </c:pt>
                      <c:pt idx="40">
                        <c:v>90.259009526666674</c:v>
                      </c:pt>
                      <c:pt idx="41">
                        <c:v>89.385788755555552</c:v>
                      </c:pt>
                      <c:pt idx="42">
                        <c:v>87.338964757777774</c:v>
                      </c:pt>
                      <c:pt idx="43">
                        <c:v>101.39794481777778</c:v>
                      </c:pt>
                      <c:pt idx="44">
                        <c:v>112.47558084444445</c:v>
                      </c:pt>
                      <c:pt idx="45">
                        <c:v>126.45932977777778</c:v>
                      </c:pt>
                      <c:pt idx="46">
                        <c:v>124.98022349333333</c:v>
                      </c:pt>
                      <c:pt idx="47">
                        <c:v>109.62140194</c:v>
                      </c:pt>
                      <c:pt idx="48">
                        <c:v>83.344804588888891</c:v>
                      </c:pt>
                      <c:pt idx="49">
                        <c:v>55.324735473333334</c:v>
                      </c:pt>
                      <c:pt idx="50">
                        <c:v>33.489455584444443</c:v>
                      </c:pt>
                      <c:pt idx="51">
                        <c:v>20.816106604444446</c:v>
                      </c:pt>
                      <c:pt idx="52">
                        <c:v>15.390423402222222</c:v>
                      </c:pt>
                      <c:pt idx="53">
                        <c:v>18.6851801</c:v>
                      </c:pt>
                      <c:pt idx="54">
                        <c:v>35.593505182222223</c:v>
                      </c:pt>
                      <c:pt idx="55">
                        <c:v>49.65201351333333</c:v>
                      </c:pt>
                      <c:pt idx="56">
                        <c:v>61.479599093333334</c:v>
                      </c:pt>
                      <c:pt idx="57">
                        <c:v>69.015359959999998</c:v>
                      </c:pt>
                      <c:pt idx="58">
                        <c:v>76.619348740000007</c:v>
                      </c:pt>
                      <c:pt idx="59">
                        <c:v>83.988628188888896</c:v>
                      </c:pt>
                      <c:pt idx="60">
                        <c:v>88.641087713333334</c:v>
                      </c:pt>
                      <c:pt idx="61">
                        <c:v>99.369209308888884</c:v>
                      </c:pt>
                      <c:pt idx="62">
                        <c:v>102.94675871777778</c:v>
                      </c:pt>
                      <c:pt idx="63">
                        <c:v>97.563590715555549</c:v>
                      </c:pt>
                      <c:pt idx="64">
                        <c:v>87.742613031111105</c:v>
                      </c:pt>
                      <c:pt idx="65">
                        <c:v>87.488627944444445</c:v>
                      </c:pt>
                      <c:pt idx="66">
                        <c:v>84.135519871111114</c:v>
                      </c:pt>
                      <c:pt idx="67">
                        <c:v>97.664705671111108</c:v>
                      </c:pt>
                      <c:pt idx="68">
                        <c:v>108.86225707111112</c:v>
                      </c:pt>
                      <c:pt idx="69">
                        <c:v>121.89983510222223</c:v>
                      </c:pt>
                      <c:pt idx="70">
                        <c:v>120.28691002666666</c:v>
                      </c:pt>
                      <c:pt idx="71">
                        <c:v>102.71402544222222</c:v>
                      </c:pt>
                      <c:pt idx="72">
                        <c:v>74.065583286666666</c:v>
                      </c:pt>
                      <c:pt idx="73">
                        <c:v>45.759762468888887</c:v>
                      </c:pt>
                      <c:pt idx="74">
                        <c:v>27.042666366666666</c:v>
                      </c:pt>
                      <c:pt idx="75">
                        <c:v>17.231957659999999</c:v>
                      </c:pt>
                      <c:pt idx="76">
                        <c:v>13.732530966666667</c:v>
                      </c:pt>
                      <c:pt idx="77">
                        <c:v>18.10678472</c:v>
                      </c:pt>
                      <c:pt idx="78">
                        <c:v>36.431680159999999</c:v>
                      </c:pt>
                      <c:pt idx="79">
                        <c:v>50.077793773333333</c:v>
                      </c:pt>
                      <c:pt idx="80">
                        <c:v>59.63316109777778</c:v>
                      </c:pt>
                      <c:pt idx="81">
                        <c:v>65.142086939999999</c:v>
                      </c:pt>
                      <c:pt idx="82">
                        <c:v>71.618608726666665</c:v>
                      </c:pt>
                      <c:pt idx="83">
                        <c:v>79.42376136</c:v>
                      </c:pt>
                      <c:pt idx="84">
                        <c:v>85.16215900666667</c:v>
                      </c:pt>
                      <c:pt idx="85">
                        <c:v>94.636183082222217</c:v>
                      </c:pt>
                      <c:pt idx="86">
                        <c:v>94.695103188888893</c:v>
                      </c:pt>
                      <c:pt idx="87">
                        <c:v>89.59943485777778</c:v>
                      </c:pt>
                      <c:pt idx="88">
                        <c:v>84.004122011111107</c:v>
                      </c:pt>
                      <c:pt idx="89">
                        <c:v>85.14000419333334</c:v>
                      </c:pt>
                      <c:pt idx="90">
                        <c:v>83.342532248888887</c:v>
                      </c:pt>
                      <c:pt idx="91">
                        <c:v>96.90824920888889</c:v>
                      </c:pt>
                      <c:pt idx="92">
                        <c:v>108.55635348222222</c:v>
                      </c:pt>
                      <c:pt idx="93">
                        <c:v>121.59338658666667</c:v>
                      </c:pt>
                      <c:pt idx="94">
                        <c:v>118.90007609555556</c:v>
                      </c:pt>
                      <c:pt idx="95">
                        <c:v>99.091492691111114</c:v>
                      </c:pt>
                      <c:pt idx="96">
                        <c:v>69.525022417777777</c:v>
                      </c:pt>
                      <c:pt idx="97">
                        <c:v>42.878682691111109</c:v>
                      </c:pt>
                      <c:pt idx="98">
                        <c:v>25.410670731111111</c:v>
                      </c:pt>
                      <c:pt idx="99">
                        <c:v>16.491530446666665</c:v>
                      </c:pt>
                      <c:pt idx="100">
                        <c:v>13.522392348888889</c:v>
                      </c:pt>
                      <c:pt idx="101">
                        <c:v>17.86011695111111</c:v>
                      </c:pt>
                      <c:pt idx="102">
                        <c:v>36.907325493333332</c:v>
                      </c:pt>
                      <c:pt idx="103">
                        <c:v>50.760124359999999</c:v>
                      </c:pt>
                      <c:pt idx="104">
                        <c:v>60.193082259999997</c:v>
                      </c:pt>
                      <c:pt idx="105">
                        <c:v>65.713258628888894</c:v>
                      </c:pt>
                      <c:pt idx="106">
                        <c:v>71.714806166666662</c:v>
                      </c:pt>
                      <c:pt idx="107">
                        <c:v>80.173948304444451</c:v>
                      </c:pt>
                      <c:pt idx="108">
                        <c:v>85.73935144666666</c:v>
                      </c:pt>
                      <c:pt idx="109">
                        <c:v>95.157084060000003</c:v>
                      </c:pt>
                      <c:pt idx="110">
                        <c:v>94.738127262222221</c:v>
                      </c:pt>
                      <c:pt idx="111">
                        <c:v>89.394426186666664</c:v>
                      </c:pt>
                      <c:pt idx="112">
                        <c:v>83.81218705111111</c:v>
                      </c:pt>
                      <c:pt idx="113">
                        <c:v>85.419819126666667</c:v>
                      </c:pt>
                      <c:pt idx="114">
                        <c:v>83.711602631111106</c:v>
                      </c:pt>
                      <c:pt idx="115">
                        <c:v>97.79566916666667</c:v>
                      </c:pt>
                      <c:pt idx="116">
                        <c:v>109.55743056444445</c:v>
                      </c:pt>
                      <c:pt idx="117">
                        <c:v>123.82467526666667</c:v>
                      </c:pt>
                      <c:pt idx="118">
                        <c:v>120.05413985111112</c:v>
                      </c:pt>
                      <c:pt idx="119">
                        <c:v>100.59500278666667</c:v>
                      </c:pt>
                      <c:pt idx="120">
                        <c:v>70.744445668888886</c:v>
                      </c:pt>
                      <c:pt idx="121">
                        <c:v>43.279778515555556</c:v>
                      </c:pt>
                      <c:pt idx="122">
                        <c:v>25.569745171111112</c:v>
                      </c:pt>
                      <c:pt idx="123">
                        <c:v>16.398690975555557</c:v>
                      </c:pt>
                      <c:pt idx="124">
                        <c:v>13.340801266666666</c:v>
                      </c:pt>
                      <c:pt idx="125">
                        <c:v>17.873857600000001</c:v>
                      </c:pt>
                      <c:pt idx="126">
                        <c:v>37.25244040222222</c:v>
                      </c:pt>
                      <c:pt idx="127">
                        <c:v>51.438134777777776</c:v>
                      </c:pt>
                      <c:pt idx="128">
                        <c:v>60.999495893333332</c:v>
                      </c:pt>
                      <c:pt idx="129">
                        <c:v>66.431338719999999</c:v>
                      </c:pt>
                      <c:pt idx="130">
                        <c:v>72.964817744444446</c:v>
                      </c:pt>
                      <c:pt idx="131">
                        <c:v>80.243268317777776</c:v>
                      </c:pt>
                      <c:pt idx="132">
                        <c:v>87.678787753333339</c:v>
                      </c:pt>
                      <c:pt idx="133">
                        <c:v>99.231860273333339</c:v>
                      </c:pt>
                      <c:pt idx="134">
                        <c:v>99.64185332444444</c:v>
                      </c:pt>
                      <c:pt idx="135">
                        <c:v>94.096231051111104</c:v>
                      </c:pt>
                      <c:pt idx="136">
                        <c:v>84.645902320000005</c:v>
                      </c:pt>
                      <c:pt idx="137">
                        <c:v>85.524527922222219</c:v>
                      </c:pt>
                      <c:pt idx="138">
                        <c:v>91.100568711111109</c:v>
                      </c:pt>
                      <c:pt idx="139">
                        <c:v>105.10138058</c:v>
                      </c:pt>
                      <c:pt idx="140">
                        <c:v>111.10933682888889</c:v>
                      </c:pt>
                      <c:pt idx="141">
                        <c:v>123.75171130888889</c:v>
                      </c:pt>
                      <c:pt idx="142">
                        <c:v>120.59997752444444</c:v>
                      </c:pt>
                      <c:pt idx="143">
                        <c:v>100.80730470888889</c:v>
                      </c:pt>
                      <c:pt idx="144">
                        <c:v>73.383686882222221</c:v>
                      </c:pt>
                      <c:pt idx="145">
                        <c:v>46.120685284444441</c:v>
                      </c:pt>
                      <c:pt idx="146">
                        <c:v>27.725388435555555</c:v>
                      </c:pt>
                      <c:pt idx="147">
                        <c:v>17.175521913333334</c:v>
                      </c:pt>
                      <c:pt idx="148">
                        <c:v>13.655442902222223</c:v>
                      </c:pt>
                      <c:pt idx="149">
                        <c:v>18.006300673333332</c:v>
                      </c:pt>
                      <c:pt idx="150">
                        <c:v>38.294845904444443</c:v>
                      </c:pt>
                      <c:pt idx="151">
                        <c:v>52.225009282222224</c:v>
                      </c:pt>
                      <c:pt idx="152">
                        <c:v>61.37591784</c:v>
                      </c:pt>
                      <c:pt idx="153">
                        <c:v>66.716812131111112</c:v>
                      </c:pt>
                      <c:pt idx="154">
                        <c:v>72.906718371111111</c:v>
                      </c:pt>
                      <c:pt idx="155">
                        <c:v>81.027641826666667</c:v>
                      </c:pt>
                      <c:pt idx="156">
                        <c:v>86.476988391111107</c:v>
                      </c:pt>
                      <c:pt idx="157">
                        <c:v>95.616440848888885</c:v>
                      </c:pt>
                      <c:pt idx="158">
                        <c:v>95.454535106666668</c:v>
                      </c:pt>
                      <c:pt idx="159">
                        <c:v>91.328230495555559</c:v>
                      </c:pt>
                      <c:pt idx="160">
                        <c:v>86.189767453333332</c:v>
                      </c:pt>
                      <c:pt idx="161">
                        <c:v>87.154726033333333</c:v>
                      </c:pt>
                      <c:pt idx="162">
                        <c:v>85.079397317777776</c:v>
                      </c:pt>
                      <c:pt idx="163">
                        <c:v>98.058105637777771</c:v>
                      </c:pt>
                      <c:pt idx="164">
                        <c:v>108.83328012888889</c:v>
                      </c:pt>
                      <c:pt idx="165">
                        <c:v>121.65460482222223</c:v>
                      </c:pt>
                      <c:pt idx="166">
                        <c:v>119.62472758666667</c:v>
                      </c:pt>
                      <c:pt idx="167">
                        <c:v>100.53076274</c:v>
                      </c:pt>
                      <c:pt idx="168">
                        <c:v>71.159757277777771</c:v>
                      </c:pt>
                      <c:pt idx="169">
                        <c:v>44.107736673333335</c:v>
                      </c:pt>
                      <c:pt idx="170">
                        <c:v>26.62364058888889</c:v>
                      </c:pt>
                      <c:pt idx="171">
                        <c:v>17.333222817777777</c:v>
                      </c:pt>
                      <c:pt idx="172">
                        <c:v>14.118394493333334</c:v>
                      </c:pt>
                      <c:pt idx="173">
                        <c:v>18.339855964444446</c:v>
                      </c:pt>
                      <c:pt idx="174">
                        <c:v>38.842611264444443</c:v>
                      </c:pt>
                      <c:pt idx="175">
                        <c:v>54.788997973333331</c:v>
                      </c:pt>
                      <c:pt idx="176">
                        <c:v>66.404427044444446</c:v>
                      </c:pt>
                      <c:pt idx="177">
                        <c:v>74.047956015555556</c:v>
                      </c:pt>
                      <c:pt idx="178">
                        <c:v>77.682011266666663</c:v>
                      </c:pt>
                      <c:pt idx="179">
                        <c:v>83.367572908888889</c:v>
                      </c:pt>
                      <c:pt idx="180">
                        <c:v>89.434730406666674</c:v>
                      </c:pt>
                      <c:pt idx="181">
                        <c:v>99.039073748888896</c:v>
                      </c:pt>
                      <c:pt idx="182">
                        <c:v>98.398364333333333</c:v>
                      </c:pt>
                      <c:pt idx="183">
                        <c:v>92.864818908888893</c:v>
                      </c:pt>
                      <c:pt idx="184">
                        <c:v>87.526665288888893</c:v>
                      </c:pt>
                      <c:pt idx="185">
                        <c:v>87.63144446222222</c:v>
                      </c:pt>
                      <c:pt idx="186">
                        <c:v>87.338885559999994</c:v>
                      </c:pt>
                      <c:pt idx="187">
                        <c:v>101.59817099777777</c:v>
                      </c:pt>
                      <c:pt idx="188">
                        <c:v>111.15312050444444</c:v>
                      </c:pt>
                      <c:pt idx="189">
                        <c:v>123.04781405111112</c:v>
                      </c:pt>
                      <c:pt idx="190">
                        <c:v>122.55612406666667</c:v>
                      </c:pt>
                      <c:pt idx="191">
                        <c:v>107.24408148444445</c:v>
                      </c:pt>
                      <c:pt idx="192">
                        <c:v>80.836220562222223</c:v>
                      </c:pt>
                      <c:pt idx="193">
                        <c:v>53.214376886666663</c:v>
                      </c:pt>
                      <c:pt idx="194">
                        <c:v>32.426702675555553</c:v>
                      </c:pt>
                      <c:pt idx="195">
                        <c:v>21.045222384444443</c:v>
                      </c:pt>
                      <c:pt idx="196">
                        <c:v>15.801697595555556</c:v>
                      </c:pt>
                      <c:pt idx="197">
                        <c:v>18.129206366666665</c:v>
                      </c:pt>
                      <c:pt idx="198">
                        <c:v>34.980278666666663</c:v>
                      </c:pt>
                      <c:pt idx="199">
                        <c:v>48.49994664222222</c:v>
                      </c:pt>
                      <c:pt idx="200">
                        <c:v>61.302305142222224</c:v>
                      </c:pt>
                      <c:pt idx="201">
                        <c:v>71.602000751111106</c:v>
                      </c:pt>
                      <c:pt idx="202">
                        <c:v>81.480151882222216</c:v>
                      </c:pt>
                      <c:pt idx="203">
                        <c:v>90.448807535555559</c:v>
                      </c:pt>
                      <c:pt idx="204">
                        <c:v>91.853473115555559</c:v>
                      </c:pt>
                      <c:pt idx="205">
                        <c:v>95.141687360000006</c:v>
                      </c:pt>
                      <c:pt idx="206">
                        <c:v>110.03373435555555</c:v>
                      </c:pt>
                      <c:pt idx="207">
                        <c:v>101.67010584444445</c:v>
                      </c:pt>
                      <c:pt idx="208">
                        <c:v>91.374740937777773</c:v>
                      </c:pt>
                      <c:pt idx="209">
                        <c:v>90.953186466666665</c:v>
                      </c:pt>
                      <c:pt idx="210">
                        <c:v>89.268296057777775</c:v>
                      </c:pt>
                      <c:pt idx="211">
                        <c:v>103.53735096666666</c:v>
                      </c:pt>
                      <c:pt idx="212">
                        <c:v>114.79941407777778</c:v>
                      </c:pt>
                      <c:pt idx="213">
                        <c:v>126.67605615777778</c:v>
                      </c:pt>
                      <c:pt idx="214">
                        <c:v>126.35558122888889</c:v>
                      </c:pt>
                      <c:pt idx="215">
                        <c:v>109.45246566</c:v>
                      </c:pt>
                      <c:pt idx="216">
                        <c:v>81.668019991111109</c:v>
                      </c:pt>
                      <c:pt idx="217">
                        <c:v>53.153147275555554</c:v>
                      </c:pt>
                      <c:pt idx="218">
                        <c:v>32.915278677777778</c:v>
                      </c:pt>
                      <c:pt idx="219">
                        <c:v>20.667360797777778</c:v>
                      </c:pt>
                      <c:pt idx="220">
                        <c:v>15.527166948888889</c:v>
                      </c:pt>
                      <c:pt idx="221">
                        <c:v>18.20621672888889</c:v>
                      </c:pt>
                      <c:pt idx="222">
                        <c:v>36.546312928888888</c:v>
                      </c:pt>
                      <c:pt idx="223">
                        <c:v>51.267387173333333</c:v>
                      </c:pt>
                      <c:pt idx="224">
                        <c:v>62.794932028888887</c:v>
                      </c:pt>
                      <c:pt idx="225">
                        <c:v>70.437113944444448</c:v>
                      </c:pt>
                      <c:pt idx="226">
                        <c:v>77.302925713333337</c:v>
                      </c:pt>
                      <c:pt idx="227">
                        <c:v>84.813166384444443</c:v>
                      </c:pt>
                      <c:pt idx="228">
                        <c:v>89.524986611111117</c:v>
                      </c:pt>
                      <c:pt idx="229">
                        <c:v>99.886858471111111</c:v>
                      </c:pt>
                      <c:pt idx="230">
                        <c:v>102.89149029555556</c:v>
                      </c:pt>
                      <c:pt idx="231">
                        <c:v>96.696871928888882</c:v>
                      </c:pt>
                      <c:pt idx="232">
                        <c:v>88.310145246666664</c:v>
                      </c:pt>
                      <c:pt idx="233">
                        <c:v>88.971872711111118</c:v>
                      </c:pt>
                      <c:pt idx="234">
                        <c:v>88.568711699999994</c:v>
                      </c:pt>
                      <c:pt idx="235">
                        <c:v>101.45519392666667</c:v>
                      </c:pt>
                      <c:pt idx="236">
                        <c:v>114.29633584444444</c:v>
                      </c:pt>
                      <c:pt idx="237">
                        <c:v>126.77528696888889</c:v>
                      </c:pt>
                      <c:pt idx="238">
                        <c:v>121.90023561111111</c:v>
                      </c:pt>
                      <c:pt idx="239">
                        <c:v>101.60637734888888</c:v>
                      </c:pt>
                      <c:pt idx="240">
                        <c:v>71.805477928888891</c:v>
                      </c:pt>
                      <c:pt idx="241">
                        <c:v>44.539187220000002</c:v>
                      </c:pt>
                      <c:pt idx="242">
                        <c:v>26.884585084444446</c:v>
                      </c:pt>
                      <c:pt idx="243">
                        <c:v>17.59983301777778</c:v>
                      </c:pt>
                      <c:pt idx="244">
                        <c:v>14.271419304444445</c:v>
                      </c:pt>
                      <c:pt idx="245">
                        <c:v>17.886067873333332</c:v>
                      </c:pt>
                      <c:pt idx="246">
                        <c:v>36.916181242222223</c:v>
                      </c:pt>
                      <c:pt idx="247">
                        <c:v>51.163191633333334</c:v>
                      </c:pt>
                      <c:pt idx="248">
                        <c:v>61.997472153333334</c:v>
                      </c:pt>
                      <c:pt idx="249">
                        <c:v>66.330314315555555</c:v>
                      </c:pt>
                      <c:pt idx="250">
                        <c:v>71.516139071111112</c:v>
                      </c:pt>
                      <c:pt idx="251">
                        <c:v>79.217729455555556</c:v>
                      </c:pt>
                      <c:pt idx="252">
                        <c:v>85.065731268888882</c:v>
                      </c:pt>
                      <c:pt idx="253">
                        <c:v>94.786898593333333</c:v>
                      </c:pt>
                      <c:pt idx="254">
                        <c:v>94.517048982222221</c:v>
                      </c:pt>
                      <c:pt idx="255">
                        <c:v>89.959933140000004</c:v>
                      </c:pt>
                      <c:pt idx="256">
                        <c:v>86.268280082222219</c:v>
                      </c:pt>
                      <c:pt idx="257">
                        <c:v>90.185806277777772</c:v>
                      </c:pt>
                      <c:pt idx="258">
                        <c:v>89.77419854</c:v>
                      </c:pt>
                      <c:pt idx="259">
                        <c:v>101.47316427333334</c:v>
                      </c:pt>
                      <c:pt idx="260">
                        <c:v>112.5040419</c:v>
                      </c:pt>
                      <c:pt idx="261">
                        <c:v>123.33506366666667</c:v>
                      </c:pt>
                      <c:pt idx="262">
                        <c:v>119.65180492888889</c:v>
                      </c:pt>
                      <c:pt idx="263">
                        <c:v>97.68166884888889</c:v>
                      </c:pt>
                      <c:pt idx="264">
                        <c:v>70.419135920000002</c:v>
                      </c:pt>
                      <c:pt idx="265">
                        <c:v>43.318245615555554</c:v>
                      </c:pt>
                      <c:pt idx="266">
                        <c:v>25.888105486666667</c:v>
                      </c:pt>
                      <c:pt idx="267">
                        <c:v>17.061748277777777</c:v>
                      </c:pt>
                      <c:pt idx="268">
                        <c:v>13.608882966666666</c:v>
                      </c:pt>
                      <c:pt idx="269">
                        <c:v>17.841624268888889</c:v>
                      </c:pt>
                      <c:pt idx="270">
                        <c:v>38.51640822666667</c:v>
                      </c:pt>
                      <c:pt idx="271">
                        <c:v>52.947358444444447</c:v>
                      </c:pt>
                      <c:pt idx="272">
                        <c:v>62.542125031111112</c:v>
                      </c:pt>
                      <c:pt idx="273">
                        <c:v>67.260723222222225</c:v>
                      </c:pt>
                      <c:pt idx="274">
                        <c:v>72.959419106666672</c:v>
                      </c:pt>
                      <c:pt idx="275">
                        <c:v>80.988736977777776</c:v>
                      </c:pt>
                      <c:pt idx="276">
                        <c:v>86.552719986666673</c:v>
                      </c:pt>
                      <c:pt idx="277">
                        <c:v>96.10969445111111</c:v>
                      </c:pt>
                      <c:pt idx="278">
                        <c:v>94.769114537777781</c:v>
                      </c:pt>
                      <c:pt idx="279">
                        <c:v>90.267654717777773</c:v>
                      </c:pt>
                      <c:pt idx="280">
                        <c:v>86.949963593333337</c:v>
                      </c:pt>
                      <c:pt idx="281">
                        <c:v>88.927758606666671</c:v>
                      </c:pt>
                      <c:pt idx="282">
                        <c:v>88.353663053333335</c:v>
                      </c:pt>
                      <c:pt idx="283">
                        <c:v>102.57814761333333</c:v>
                      </c:pt>
                      <c:pt idx="284">
                        <c:v>114.17413296444444</c:v>
                      </c:pt>
                      <c:pt idx="285">
                        <c:v>124.73817196444445</c:v>
                      </c:pt>
                      <c:pt idx="286">
                        <c:v>118.66842494444444</c:v>
                      </c:pt>
                      <c:pt idx="287">
                        <c:v>97.494331686666669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9-F1FB-4D39-A8F8-9D267B9F4903}"/>
                  </c:ext>
                </c:extLst>
              </c15:ser>
            </c15:filteredLineSeries>
            <c15:filteredLineSeries>
              <c15:ser>
                <c:idx val="18"/>
                <c:order val="1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12-10-2026'!$T$1</c15:sqref>
                        </c15:formulaRef>
                      </c:ext>
                    </c:extLst>
                    <c:strCache>
                      <c:ptCount val="1"/>
                      <c:pt idx="0">
                        <c:v>OUG-DGW2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12-10-2026'!$T$2:$T$289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6.4217460711111114</c:v>
                      </c:pt>
                      <c:pt idx="1">
                        <c:v>4.0540969799999997</c:v>
                      </c:pt>
                      <c:pt idx="2">
                        <c:v>2.606160108888889</c:v>
                      </c:pt>
                      <c:pt idx="3">
                        <c:v>1.8585286444444444</c:v>
                      </c:pt>
                      <c:pt idx="4">
                        <c:v>1.6096889733333333</c:v>
                      </c:pt>
                      <c:pt idx="5">
                        <c:v>2.3362894622222221</c:v>
                      </c:pt>
                      <c:pt idx="6">
                        <c:v>4.5318252266666663</c:v>
                      </c:pt>
                      <c:pt idx="7">
                        <c:v>5.8489209955555559</c:v>
                      </c:pt>
                      <c:pt idx="8">
                        <c:v>6.0224772022222224</c:v>
                      </c:pt>
                      <c:pt idx="9">
                        <c:v>5.7167386822222221</c:v>
                      </c:pt>
                      <c:pt idx="10">
                        <c:v>5.7402639000000004</c:v>
                      </c:pt>
                      <c:pt idx="11">
                        <c:v>6.1555530288888889</c:v>
                      </c:pt>
                      <c:pt idx="12">
                        <c:v>6.9428073622222222</c:v>
                      </c:pt>
                      <c:pt idx="13">
                        <c:v>7.9659647511111107</c:v>
                      </c:pt>
                      <c:pt idx="14">
                        <c:v>8.3981755333333332</c:v>
                      </c:pt>
                      <c:pt idx="15">
                        <c:v>8.1867047377777773</c:v>
                      </c:pt>
                      <c:pt idx="16">
                        <c:v>7.0978523288888891</c:v>
                      </c:pt>
                      <c:pt idx="17">
                        <c:v>6.3348940977777781</c:v>
                      </c:pt>
                      <c:pt idx="18">
                        <c:v>6.3697947466666669</c:v>
                      </c:pt>
                      <c:pt idx="19">
                        <c:v>7.1220391111111114</c:v>
                      </c:pt>
                      <c:pt idx="20">
                        <c:v>7.749892766666667</c:v>
                      </c:pt>
                      <c:pt idx="21">
                        <c:v>8.9066505888888887</c:v>
                      </c:pt>
                      <c:pt idx="22">
                        <c:v>9.5723373088888888</c:v>
                      </c:pt>
                      <c:pt idx="23">
                        <c:v>8.8988826022222227</c:v>
                      </c:pt>
                      <c:pt idx="24">
                        <c:v>6.9699455244444444</c:v>
                      </c:pt>
                      <c:pt idx="25">
                        <c:v>4.7867379866666671</c:v>
                      </c:pt>
                      <c:pt idx="26">
                        <c:v>3.0485451066666664</c:v>
                      </c:pt>
                      <c:pt idx="27">
                        <c:v>2.0955502199999998</c:v>
                      </c:pt>
                      <c:pt idx="28">
                        <c:v>1.6995432622222222</c:v>
                      </c:pt>
                      <c:pt idx="29">
                        <c:v>2.2090950355555554</c:v>
                      </c:pt>
                      <c:pt idx="30">
                        <c:v>4.1408264311111109</c:v>
                      </c:pt>
                      <c:pt idx="31">
                        <c:v>5.5672479244444446</c:v>
                      </c:pt>
                      <c:pt idx="32">
                        <c:v>6.2970511866666667</c:v>
                      </c:pt>
                      <c:pt idx="33">
                        <c:v>6.5228353422222218</c:v>
                      </c:pt>
                      <c:pt idx="34">
                        <c:v>6.5615170933333333</c:v>
                      </c:pt>
                      <c:pt idx="35">
                        <c:v>7.2056031111111114</c:v>
                      </c:pt>
                      <c:pt idx="36">
                        <c:v>7.9567133977777775</c:v>
                      </c:pt>
                      <c:pt idx="37">
                        <c:v>8.5417565466666669</c:v>
                      </c:pt>
                      <c:pt idx="38">
                        <c:v>9.3490991999999995</c:v>
                      </c:pt>
                      <c:pt idx="39">
                        <c:v>8.9456585377777778</c:v>
                      </c:pt>
                      <c:pt idx="40">
                        <c:v>7.5671239666666663</c:v>
                      </c:pt>
                      <c:pt idx="41">
                        <c:v>6.7314625577777774</c:v>
                      </c:pt>
                      <c:pt idx="42">
                        <c:v>6.6680808022222227</c:v>
                      </c:pt>
                      <c:pt idx="43">
                        <c:v>7.430429728888889</c:v>
                      </c:pt>
                      <c:pt idx="44">
                        <c:v>8.1145538088888891</c:v>
                      </c:pt>
                      <c:pt idx="45">
                        <c:v>9.1602434511111106</c:v>
                      </c:pt>
                      <c:pt idx="46">
                        <c:v>9.7753836911111112</c:v>
                      </c:pt>
                      <c:pt idx="47">
                        <c:v>9.116846653333333</c:v>
                      </c:pt>
                      <c:pt idx="48">
                        <c:v>7.0685953622222222</c:v>
                      </c:pt>
                      <c:pt idx="49">
                        <c:v>4.7848925555555555</c:v>
                      </c:pt>
                      <c:pt idx="50">
                        <c:v>3.0465486488888889</c:v>
                      </c:pt>
                      <c:pt idx="51">
                        <c:v>2.1426313666666665</c:v>
                      </c:pt>
                      <c:pt idx="52">
                        <c:v>1.79835744</c:v>
                      </c:pt>
                      <c:pt idx="53">
                        <c:v>2.3959932022222223</c:v>
                      </c:pt>
                      <c:pt idx="54">
                        <c:v>4.4189133511111107</c:v>
                      </c:pt>
                      <c:pt idx="55">
                        <c:v>5.7590986866666665</c:v>
                      </c:pt>
                      <c:pt idx="56">
                        <c:v>6.3843514377777781</c:v>
                      </c:pt>
                      <c:pt idx="57">
                        <c:v>6.1541308444444445</c:v>
                      </c:pt>
                      <c:pt idx="58">
                        <c:v>6.1223560911111115</c:v>
                      </c:pt>
                      <c:pt idx="59">
                        <c:v>6.5698808688888892</c:v>
                      </c:pt>
                      <c:pt idx="60">
                        <c:v>7.2198029955555558</c:v>
                      </c:pt>
                      <c:pt idx="61">
                        <c:v>8.337159695555556</c:v>
                      </c:pt>
                      <c:pt idx="62">
                        <c:v>8.9328752288888893</c:v>
                      </c:pt>
                      <c:pt idx="63">
                        <c:v>8.5968022511111108</c:v>
                      </c:pt>
                      <c:pt idx="64">
                        <c:v>7.2910801733333335</c:v>
                      </c:pt>
                      <c:pt idx="65">
                        <c:v>6.4657695488888889</c:v>
                      </c:pt>
                      <c:pt idx="66">
                        <c:v>6.2850072422222221</c:v>
                      </c:pt>
                      <c:pt idx="67">
                        <c:v>7.0113062355555558</c:v>
                      </c:pt>
                      <c:pt idx="68">
                        <c:v>7.8071425288888889</c:v>
                      </c:pt>
                      <c:pt idx="69">
                        <c:v>8.9322261755555559</c:v>
                      </c:pt>
                      <c:pt idx="70">
                        <c:v>9.4613273088888885</c:v>
                      </c:pt>
                      <c:pt idx="71">
                        <c:v>8.6427975000000004</c:v>
                      </c:pt>
                      <c:pt idx="72">
                        <c:v>6.4666481200000003</c:v>
                      </c:pt>
                      <c:pt idx="73">
                        <c:v>4.1538399777777775</c:v>
                      </c:pt>
                      <c:pt idx="74">
                        <c:v>2.6303306133333333</c:v>
                      </c:pt>
                      <c:pt idx="75">
                        <c:v>1.7942290555555556</c:v>
                      </c:pt>
                      <c:pt idx="76">
                        <c:v>1.5808927555555556</c:v>
                      </c:pt>
                      <c:pt idx="77">
                        <c:v>2.2611092955555554</c:v>
                      </c:pt>
                      <c:pt idx="78">
                        <c:v>4.416881786666667</c:v>
                      </c:pt>
                      <c:pt idx="79">
                        <c:v>5.5959988355555552</c:v>
                      </c:pt>
                      <c:pt idx="80">
                        <c:v>5.8301764333333335</c:v>
                      </c:pt>
                      <c:pt idx="81">
                        <c:v>5.5743055222222226</c:v>
                      </c:pt>
                      <c:pt idx="82">
                        <c:v>5.5289023266666666</c:v>
                      </c:pt>
                      <c:pt idx="83">
                        <c:v>5.8949009244444444</c:v>
                      </c:pt>
                      <c:pt idx="84">
                        <c:v>6.7642977399999999</c:v>
                      </c:pt>
                      <c:pt idx="85">
                        <c:v>7.6249833466666663</c:v>
                      </c:pt>
                      <c:pt idx="86">
                        <c:v>7.9538503533333333</c:v>
                      </c:pt>
                      <c:pt idx="87">
                        <c:v>7.7420245222222226</c:v>
                      </c:pt>
                      <c:pt idx="88">
                        <c:v>6.8484026955555555</c:v>
                      </c:pt>
                      <c:pt idx="89">
                        <c:v>6.16874418</c:v>
                      </c:pt>
                      <c:pt idx="90">
                        <c:v>6.1640764600000004</c:v>
                      </c:pt>
                      <c:pt idx="91">
                        <c:v>6.9157429666666665</c:v>
                      </c:pt>
                      <c:pt idx="92">
                        <c:v>7.7237468311111108</c:v>
                      </c:pt>
                      <c:pt idx="93">
                        <c:v>8.9676851822222226</c:v>
                      </c:pt>
                      <c:pt idx="94">
                        <c:v>9.4483054711111105</c:v>
                      </c:pt>
                      <c:pt idx="95">
                        <c:v>8.3713248066666672</c:v>
                      </c:pt>
                      <c:pt idx="96">
                        <c:v>6.0054571155555552</c:v>
                      </c:pt>
                      <c:pt idx="97">
                        <c:v>3.8187942466666667</c:v>
                      </c:pt>
                      <c:pt idx="98">
                        <c:v>2.3864823400000001</c:v>
                      </c:pt>
                      <c:pt idx="99">
                        <c:v>1.675594</c:v>
                      </c:pt>
                      <c:pt idx="100">
                        <c:v>1.4852061599999999</c:v>
                      </c:pt>
                      <c:pt idx="101">
                        <c:v>2.2205708333333334</c:v>
                      </c:pt>
                      <c:pt idx="102">
                        <c:v>4.3972435577777782</c:v>
                      </c:pt>
                      <c:pt idx="103">
                        <c:v>5.5846237511111108</c:v>
                      </c:pt>
                      <c:pt idx="104">
                        <c:v>5.7923887222222223</c:v>
                      </c:pt>
                      <c:pt idx="105">
                        <c:v>5.4867381466666663</c:v>
                      </c:pt>
                      <c:pt idx="106">
                        <c:v>5.461361615555556</c:v>
                      </c:pt>
                      <c:pt idx="107">
                        <c:v>5.9755307288888888</c:v>
                      </c:pt>
                      <c:pt idx="108">
                        <c:v>6.8127272066666666</c:v>
                      </c:pt>
                      <c:pt idx="109">
                        <c:v>7.7214392199999997</c:v>
                      </c:pt>
                      <c:pt idx="110">
                        <c:v>8.0581849266666659</c:v>
                      </c:pt>
                      <c:pt idx="111">
                        <c:v>7.6338229777777782</c:v>
                      </c:pt>
                      <c:pt idx="112">
                        <c:v>6.7656631955555557</c:v>
                      </c:pt>
                      <c:pt idx="113">
                        <c:v>6.1272217933333337</c:v>
                      </c:pt>
                      <c:pt idx="114">
                        <c:v>6.1918334311111112</c:v>
                      </c:pt>
                      <c:pt idx="115">
                        <c:v>6.9089424244444446</c:v>
                      </c:pt>
                      <c:pt idx="116">
                        <c:v>7.7945813688888892</c:v>
                      </c:pt>
                      <c:pt idx="117">
                        <c:v>8.922587502222223</c:v>
                      </c:pt>
                      <c:pt idx="118">
                        <c:v>9.502117682222222</c:v>
                      </c:pt>
                      <c:pt idx="119">
                        <c:v>8.4215476466666672</c:v>
                      </c:pt>
                      <c:pt idx="120">
                        <c:v>6.0063507266666667</c:v>
                      </c:pt>
                      <c:pt idx="121">
                        <c:v>3.8375652800000002</c:v>
                      </c:pt>
                      <c:pt idx="122">
                        <c:v>2.3720625111111113</c:v>
                      </c:pt>
                      <c:pt idx="123">
                        <c:v>1.664022828888889</c:v>
                      </c:pt>
                      <c:pt idx="124">
                        <c:v>1.4814142422222223</c:v>
                      </c:pt>
                      <c:pt idx="125">
                        <c:v>2.1508541088888888</c:v>
                      </c:pt>
                      <c:pt idx="126">
                        <c:v>4.3866433066666666</c:v>
                      </c:pt>
                      <c:pt idx="127">
                        <c:v>5.6476040177777778</c:v>
                      </c:pt>
                      <c:pt idx="128">
                        <c:v>5.8138270377777781</c:v>
                      </c:pt>
                      <c:pt idx="129">
                        <c:v>5.5351726577777773</c:v>
                      </c:pt>
                      <c:pt idx="130">
                        <c:v>5.554638131111111</c:v>
                      </c:pt>
                      <c:pt idx="131">
                        <c:v>5.9989463088888888</c:v>
                      </c:pt>
                      <c:pt idx="132">
                        <c:v>6.9025845044444445</c:v>
                      </c:pt>
                      <c:pt idx="133">
                        <c:v>8.0664296266666664</c:v>
                      </c:pt>
                      <c:pt idx="134">
                        <c:v>8.4554096777777783</c:v>
                      </c:pt>
                      <c:pt idx="135">
                        <c:v>8.0911919688888894</c:v>
                      </c:pt>
                      <c:pt idx="136">
                        <c:v>6.9071039577777782</c:v>
                      </c:pt>
                      <c:pt idx="137">
                        <c:v>6.1959689555555553</c:v>
                      </c:pt>
                      <c:pt idx="138">
                        <c:v>6.4527470888888887</c:v>
                      </c:pt>
                      <c:pt idx="139">
                        <c:v>7.2956902377777775</c:v>
                      </c:pt>
                      <c:pt idx="140">
                        <c:v>7.7791280599999997</c:v>
                      </c:pt>
                      <c:pt idx="141">
                        <c:v>8.9377879666666669</c:v>
                      </c:pt>
                      <c:pt idx="142">
                        <c:v>9.4536398488888889</c:v>
                      </c:pt>
                      <c:pt idx="143">
                        <c:v>8.3914851288888883</c:v>
                      </c:pt>
                      <c:pt idx="144">
                        <c:v>6.1325659733333335</c:v>
                      </c:pt>
                      <c:pt idx="145">
                        <c:v>3.882458511111111</c:v>
                      </c:pt>
                      <c:pt idx="146">
                        <c:v>2.5399253466666667</c:v>
                      </c:pt>
                      <c:pt idx="147">
                        <c:v>1.756126968888889</c:v>
                      </c:pt>
                      <c:pt idx="148">
                        <c:v>1.5097423311111111</c:v>
                      </c:pt>
                      <c:pt idx="149">
                        <c:v>2.2090306399999999</c:v>
                      </c:pt>
                      <c:pt idx="150">
                        <c:v>4.4530796777777777</c:v>
                      </c:pt>
                      <c:pt idx="151">
                        <c:v>5.6560403977777778</c:v>
                      </c:pt>
                      <c:pt idx="152">
                        <c:v>5.8342247666666669</c:v>
                      </c:pt>
                      <c:pt idx="153">
                        <c:v>5.6325037066666663</c:v>
                      </c:pt>
                      <c:pt idx="154">
                        <c:v>5.5460206066666666</c:v>
                      </c:pt>
                      <c:pt idx="155">
                        <c:v>6.0052584755555554</c:v>
                      </c:pt>
                      <c:pt idx="156">
                        <c:v>6.8229169533333334</c:v>
                      </c:pt>
                      <c:pt idx="157">
                        <c:v>7.743143782222222</c:v>
                      </c:pt>
                      <c:pt idx="158">
                        <c:v>8.0946922177777783</c:v>
                      </c:pt>
                      <c:pt idx="159">
                        <c:v>7.7599514444444448</c:v>
                      </c:pt>
                      <c:pt idx="160">
                        <c:v>6.9570594222222226</c:v>
                      </c:pt>
                      <c:pt idx="161">
                        <c:v>6.260577675555556</c:v>
                      </c:pt>
                      <c:pt idx="162">
                        <c:v>6.2603607377777779</c:v>
                      </c:pt>
                      <c:pt idx="163">
                        <c:v>6.8894365200000003</c:v>
                      </c:pt>
                      <c:pt idx="164">
                        <c:v>7.76856934</c:v>
                      </c:pt>
                      <c:pt idx="165">
                        <c:v>8.909616477777778</c:v>
                      </c:pt>
                      <c:pt idx="166">
                        <c:v>9.459167104444445</c:v>
                      </c:pt>
                      <c:pt idx="167">
                        <c:v>8.2888782488888886</c:v>
                      </c:pt>
                      <c:pt idx="168">
                        <c:v>5.9969300933333329</c:v>
                      </c:pt>
                      <c:pt idx="169">
                        <c:v>3.8550504999999999</c:v>
                      </c:pt>
                      <c:pt idx="170">
                        <c:v>2.5287605933333333</c:v>
                      </c:pt>
                      <c:pt idx="171">
                        <c:v>1.7318796911111112</c:v>
                      </c:pt>
                      <c:pt idx="172">
                        <c:v>1.55205354</c:v>
                      </c:pt>
                      <c:pt idx="173">
                        <c:v>2.2640025000000001</c:v>
                      </c:pt>
                      <c:pt idx="174">
                        <c:v>4.6491538088888893</c:v>
                      </c:pt>
                      <c:pt idx="175">
                        <c:v>5.9558194177777777</c:v>
                      </c:pt>
                      <c:pt idx="176">
                        <c:v>6.2369327200000004</c:v>
                      </c:pt>
                      <c:pt idx="177">
                        <c:v>5.9604220844444447</c:v>
                      </c:pt>
                      <c:pt idx="178">
                        <c:v>5.718234291111111</c:v>
                      </c:pt>
                      <c:pt idx="179">
                        <c:v>6.0818252555555556</c:v>
                      </c:pt>
                      <c:pt idx="180">
                        <c:v>7.019686377777778</c:v>
                      </c:pt>
                      <c:pt idx="181">
                        <c:v>8.0535277844444444</c:v>
                      </c:pt>
                      <c:pt idx="182">
                        <c:v>8.3586126066666662</c:v>
                      </c:pt>
                      <c:pt idx="183">
                        <c:v>7.9914974155555552</c:v>
                      </c:pt>
                      <c:pt idx="184">
                        <c:v>6.951687317777778</c:v>
                      </c:pt>
                      <c:pt idx="185">
                        <c:v>6.2955761488888893</c:v>
                      </c:pt>
                      <c:pt idx="186">
                        <c:v>6.4091892444444447</c:v>
                      </c:pt>
                      <c:pt idx="187">
                        <c:v>7.2013129111111107</c:v>
                      </c:pt>
                      <c:pt idx="188">
                        <c:v>7.9642447422222222</c:v>
                      </c:pt>
                      <c:pt idx="189">
                        <c:v>9.039235504444445</c:v>
                      </c:pt>
                      <c:pt idx="190">
                        <c:v>9.6337623222222231</c:v>
                      </c:pt>
                      <c:pt idx="191">
                        <c:v>8.8192242066666662</c:v>
                      </c:pt>
                      <c:pt idx="192">
                        <c:v>6.7787863777777781</c:v>
                      </c:pt>
                      <c:pt idx="193">
                        <c:v>4.5053144555555553</c:v>
                      </c:pt>
                      <c:pt idx="194">
                        <c:v>2.8645914666666665</c:v>
                      </c:pt>
                      <c:pt idx="195">
                        <c:v>2.0176522355555555</c:v>
                      </c:pt>
                      <c:pt idx="196">
                        <c:v>1.6150253888888888</c:v>
                      </c:pt>
                      <c:pt idx="197">
                        <c:v>2.1578671200000001</c:v>
                      </c:pt>
                      <c:pt idx="198">
                        <c:v>4.1252926555555556</c:v>
                      </c:pt>
                      <c:pt idx="199">
                        <c:v>5.4828709199999999</c:v>
                      </c:pt>
                      <c:pt idx="200">
                        <c:v>6.3483215444444445</c:v>
                      </c:pt>
                      <c:pt idx="201">
                        <c:v>6.4596165177777776</c:v>
                      </c:pt>
                      <c:pt idx="202">
                        <c:v>6.5881095399999996</c:v>
                      </c:pt>
                      <c:pt idx="203">
                        <c:v>7.1876037711111112</c:v>
                      </c:pt>
                      <c:pt idx="204">
                        <c:v>7.8808676644444446</c:v>
                      </c:pt>
                      <c:pt idx="205">
                        <c:v>8.4952128466666661</c:v>
                      </c:pt>
                      <c:pt idx="206">
                        <c:v>9.3059444800000009</c:v>
                      </c:pt>
                      <c:pt idx="207">
                        <c:v>8.7782626422222219</c:v>
                      </c:pt>
                      <c:pt idx="208">
                        <c:v>7.5110318844444448</c:v>
                      </c:pt>
                      <c:pt idx="209">
                        <c:v>6.6959484755555554</c:v>
                      </c:pt>
                      <c:pt idx="210">
                        <c:v>6.7137264844444449</c:v>
                      </c:pt>
                      <c:pt idx="211">
                        <c:v>7.470805137777778</c:v>
                      </c:pt>
                      <c:pt idx="212">
                        <c:v>8.267376173333334</c:v>
                      </c:pt>
                      <c:pt idx="213">
                        <c:v>9.2899642111111103</c:v>
                      </c:pt>
                      <c:pt idx="214">
                        <c:v>9.8018449000000007</c:v>
                      </c:pt>
                      <c:pt idx="215">
                        <c:v>8.913583128888888</c:v>
                      </c:pt>
                      <c:pt idx="216">
                        <c:v>6.8489589066666667</c:v>
                      </c:pt>
                      <c:pt idx="217">
                        <c:v>4.4964812288888885</c:v>
                      </c:pt>
                      <c:pt idx="218">
                        <c:v>2.8892299622222222</c:v>
                      </c:pt>
                      <c:pt idx="219">
                        <c:v>2.0004851933333332</c:v>
                      </c:pt>
                      <c:pt idx="220">
                        <c:v>1.6511574133333333</c:v>
                      </c:pt>
                      <c:pt idx="221">
                        <c:v>2.1981246533333332</c:v>
                      </c:pt>
                      <c:pt idx="222">
                        <c:v>4.3206997088888892</c:v>
                      </c:pt>
                      <c:pt idx="223">
                        <c:v>5.7501144311111112</c:v>
                      </c:pt>
                      <c:pt idx="224">
                        <c:v>6.2630174533333332</c:v>
                      </c:pt>
                      <c:pt idx="225">
                        <c:v>6.2307750177777779</c:v>
                      </c:pt>
                      <c:pt idx="226">
                        <c:v>6.1258418644444443</c:v>
                      </c:pt>
                      <c:pt idx="227">
                        <c:v>6.3910041688888892</c:v>
                      </c:pt>
                      <c:pt idx="228">
                        <c:v>7.1675354066666666</c:v>
                      </c:pt>
                      <c:pt idx="229">
                        <c:v>8.1886770688888895</c:v>
                      </c:pt>
                      <c:pt idx="230">
                        <c:v>8.6498879955555559</c:v>
                      </c:pt>
                      <c:pt idx="231">
                        <c:v>8.406160357777777</c:v>
                      </c:pt>
                      <c:pt idx="232">
                        <c:v>7.1223174800000004</c:v>
                      </c:pt>
                      <c:pt idx="233">
                        <c:v>6.4236794266666664</c:v>
                      </c:pt>
                      <c:pt idx="234">
                        <c:v>6.4935446288888885</c:v>
                      </c:pt>
                      <c:pt idx="235">
                        <c:v>7.2571734799999996</c:v>
                      </c:pt>
                      <c:pt idx="236">
                        <c:v>8.1036060955555556</c:v>
                      </c:pt>
                      <c:pt idx="237">
                        <c:v>9.1640907977777779</c:v>
                      </c:pt>
                      <c:pt idx="238">
                        <c:v>9.6859267444444441</c:v>
                      </c:pt>
                      <c:pt idx="239">
                        <c:v>8.4007929000000008</c:v>
                      </c:pt>
                      <c:pt idx="240">
                        <c:v>5.9820442244444445</c:v>
                      </c:pt>
                      <c:pt idx="241">
                        <c:v>3.7852308488888888</c:v>
                      </c:pt>
                      <c:pt idx="242">
                        <c:v>2.4497499688888889</c:v>
                      </c:pt>
                      <c:pt idx="243">
                        <c:v>1.7275890866666668</c:v>
                      </c:pt>
                      <c:pt idx="244">
                        <c:v>1.5351026577777778</c:v>
                      </c:pt>
                      <c:pt idx="245">
                        <c:v>2.1795135155555556</c:v>
                      </c:pt>
                      <c:pt idx="246">
                        <c:v>4.4190562933333331</c:v>
                      </c:pt>
                      <c:pt idx="247">
                        <c:v>5.6190543555555559</c:v>
                      </c:pt>
                      <c:pt idx="248">
                        <c:v>5.9146234711111108</c:v>
                      </c:pt>
                      <c:pt idx="249">
                        <c:v>5.6061372377777774</c:v>
                      </c:pt>
                      <c:pt idx="250">
                        <c:v>5.4573730933333335</c:v>
                      </c:pt>
                      <c:pt idx="251">
                        <c:v>5.8275633444444441</c:v>
                      </c:pt>
                      <c:pt idx="252">
                        <c:v>6.687962793333333</c:v>
                      </c:pt>
                      <c:pt idx="253">
                        <c:v>7.5730962555555559</c:v>
                      </c:pt>
                      <c:pt idx="254">
                        <c:v>7.8283236133333336</c:v>
                      </c:pt>
                      <c:pt idx="255">
                        <c:v>7.5891122644444442</c:v>
                      </c:pt>
                      <c:pt idx="256">
                        <c:v>6.7411012222222224</c:v>
                      </c:pt>
                      <c:pt idx="257">
                        <c:v>6.2642916800000004</c:v>
                      </c:pt>
                      <c:pt idx="258">
                        <c:v>6.4922068355555558</c:v>
                      </c:pt>
                      <c:pt idx="259">
                        <c:v>7.1851339111111114</c:v>
                      </c:pt>
                      <c:pt idx="260">
                        <c:v>7.998025304444444</c:v>
                      </c:pt>
                      <c:pt idx="261">
                        <c:v>9.1358342933333336</c:v>
                      </c:pt>
                      <c:pt idx="262">
                        <c:v>9.4815127355555564</c:v>
                      </c:pt>
                      <c:pt idx="263">
                        <c:v>8.0354089911111117</c:v>
                      </c:pt>
                      <c:pt idx="264">
                        <c:v>5.9456612488888885</c:v>
                      </c:pt>
                      <c:pt idx="265">
                        <c:v>3.805149522222222</c:v>
                      </c:pt>
                      <c:pt idx="266">
                        <c:v>2.3997871066666665</c:v>
                      </c:pt>
                      <c:pt idx="267">
                        <c:v>1.7306311266666667</c:v>
                      </c:pt>
                      <c:pt idx="268">
                        <c:v>1.5735897488888888</c:v>
                      </c:pt>
                      <c:pt idx="269">
                        <c:v>2.2787258977777776</c:v>
                      </c:pt>
                      <c:pt idx="270">
                        <c:v>4.5151205399999998</c:v>
                      </c:pt>
                      <c:pt idx="271">
                        <c:v>5.8277197711111111</c:v>
                      </c:pt>
                      <c:pt idx="272">
                        <c:v>5.9368531355555554</c:v>
                      </c:pt>
                      <c:pt idx="273">
                        <c:v>5.5565952622222223</c:v>
                      </c:pt>
                      <c:pt idx="274">
                        <c:v>5.4532142288888892</c:v>
                      </c:pt>
                      <c:pt idx="275">
                        <c:v>5.9736543133333333</c:v>
                      </c:pt>
                      <c:pt idx="276">
                        <c:v>6.8656320911111113</c:v>
                      </c:pt>
                      <c:pt idx="277">
                        <c:v>7.7733909133333334</c:v>
                      </c:pt>
                      <c:pt idx="278">
                        <c:v>8.035600695555555</c:v>
                      </c:pt>
                      <c:pt idx="279">
                        <c:v>7.7033875711111115</c:v>
                      </c:pt>
                      <c:pt idx="280">
                        <c:v>6.863328082222222</c:v>
                      </c:pt>
                      <c:pt idx="281">
                        <c:v>6.3891513355555558</c:v>
                      </c:pt>
                      <c:pt idx="282">
                        <c:v>6.541690657777778</c:v>
                      </c:pt>
                      <c:pt idx="283">
                        <c:v>7.2553572466666667</c:v>
                      </c:pt>
                      <c:pt idx="284">
                        <c:v>8.1429285533333342</c:v>
                      </c:pt>
                      <c:pt idx="285">
                        <c:v>9.3337185711111115</c:v>
                      </c:pt>
                      <c:pt idx="286">
                        <c:v>9.642613482222222</c:v>
                      </c:pt>
                      <c:pt idx="287">
                        <c:v>8.2178801822222223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A-F1FB-4D39-A8F8-9D267B9F4903}"/>
                  </c:ext>
                </c:extLst>
              </c15:ser>
            </c15:filteredLineSeries>
            <c15:filteredLineSeries>
              <c15:ser>
                <c:idx val="19"/>
                <c:order val="1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12-10-2026'!$U$1</c15:sqref>
                        </c15:formulaRef>
                      </c:ext>
                    </c:extLst>
                    <c:strCache>
                      <c:ptCount val="1"/>
                      <c:pt idx="0">
                        <c:v>OUG-DGW2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12-10-2026'!$U$2:$U$289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80.821483408888895</c:v>
                      </c:pt>
                      <c:pt idx="1">
                        <c:v>51.033821293333332</c:v>
                      </c:pt>
                      <c:pt idx="2">
                        <c:v>30.406282302222223</c:v>
                      </c:pt>
                      <c:pt idx="3">
                        <c:v>19.663846495555557</c:v>
                      </c:pt>
                      <c:pt idx="4">
                        <c:v>15.678899762222223</c:v>
                      </c:pt>
                      <c:pt idx="5">
                        <c:v>20.940292988888888</c:v>
                      </c:pt>
                      <c:pt idx="6">
                        <c:v>42.358182504444443</c:v>
                      </c:pt>
                      <c:pt idx="7">
                        <c:v>57.992204193333336</c:v>
                      </c:pt>
                      <c:pt idx="8">
                        <c:v>68.324140037777781</c:v>
                      </c:pt>
                      <c:pt idx="9">
                        <c:v>73.243338402222221</c:v>
                      </c:pt>
                      <c:pt idx="10">
                        <c:v>80.146925668888883</c:v>
                      </c:pt>
                      <c:pt idx="11">
                        <c:v>88.243394755555556</c:v>
                      </c:pt>
                      <c:pt idx="12">
                        <c:v>95.441820093333334</c:v>
                      </c:pt>
                      <c:pt idx="13">
                        <c:v>106.02551598666666</c:v>
                      </c:pt>
                      <c:pt idx="14">
                        <c:v>107.29493739777777</c:v>
                      </c:pt>
                      <c:pt idx="15">
                        <c:v>102.51300652888889</c:v>
                      </c:pt>
                      <c:pt idx="16">
                        <c:v>93.747990766666661</c:v>
                      </c:pt>
                      <c:pt idx="17">
                        <c:v>94.29331162222222</c:v>
                      </c:pt>
                      <c:pt idx="18">
                        <c:v>92.155010571111106</c:v>
                      </c:pt>
                      <c:pt idx="19">
                        <c:v>105.74972580444444</c:v>
                      </c:pt>
                      <c:pt idx="20">
                        <c:v>115.97641931777778</c:v>
                      </c:pt>
                      <c:pt idx="21">
                        <c:v>130.30366404222221</c:v>
                      </c:pt>
                      <c:pt idx="22">
                        <c:v>131.3809789111111</c:v>
                      </c:pt>
                      <c:pt idx="23">
                        <c:v>116.09563018666667</c:v>
                      </c:pt>
                      <c:pt idx="24">
                        <c:v>88.456610435555561</c:v>
                      </c:pt>
                      <c:pt idx="25">
                        <c:v>58.975404215555557</c:v>
                      </c:pt>
                      <c:pt idx="26">
                        <c:v>36.926310437777779</c:v>
                      </c:pt>
                      <c:pt idx="27">
                        <c:v>23.479034508888891</c:v>
                      </c:pt>
                      <c:pt idx="28">
                        <c:v>17.112599079999999</c:v>
                      </c:pt>
                      <c:pt idx="29">
                        <c:v>20.485290162222221</c:v>
                      </c:pt>
                      <c:pt idx="30">
                        <c:v>38.572915688888891</c:v>
                      </c:pt>
                      <c:pt idx="31">
                        <c:v>53.15239520888889</c:v>
                      </c:pt>
                      <c:pt idx="32">
                        <c:v>66.705008415555554</c:v>
                      </c:pt>
                      <c:pt idx="33">
                        <c:v>77.999032902222226</c:v>
                      </c:pt>
                      <c:pt idx="34">
                        <c:v>87.814504668888887</c:v>
                      </c:pt>
                      <c:pt idx="35">
                        <c:v>97.532132462222222</c:v>
                      </c:pt>
                      <c:pt idx="36">
                        <c:v>99.723601593333328</c:v>
                      </c:pt>
                      <c:pt idx="37">
                        <c:v>103.3240990288889</c:v>
                      </c:pt>
                      <c:pt idx="38">
                        <c:v>119.04685146666667</c:v>
                      </c:pt>
                      <c:pt idx="39">
                        <c:v>111.0578921511111</c:v>
                      </c:pt>
                      <c:pt idx="40">
                        <c:v>97.82613349333333</c:v>
                      </c:pt>
                      <c:pt idx="41">
                        <c:v>96.117251313333327</c:v>
                      </c:pt>
                      <c:pt idx="42">
                        <c:v>94.007045559999995</c:v>
                      </c:pt>
                      <c:pt idx="43">
                        <c:v>108.82837454666667</c:v>
                      </c:pt>
                      <c:pt idx="44">
                        <c:v>120.59013465333334</c:v>
                      </c:pt>
                      <c:pt idx="45">
                        <c:v>135.6195732288889</c:v>
                      </c:pt>
                      <c:pt idx="46">
                        <c:v>134.75560718444444</c:v>
                      </c:pt>
                      <c:pt idx="47">
                        <c:v>118.73824859333334</c:v>
                      </c:pt>
                      <c:pt idx="48">
                        <c:v>90.413399951111117</c:v>
                      </c:pt>
                      <c:pt idx="49">
                        <c:v>60.109628028888892</c:v>
                      </c:pt>
                      <c:pt idx="50">
                        <c:v>36.536004233333337</c:v>
                      </c:pt>
                      <c:pt idx="51">
                        <c:v>22.958737971111113</c:v>
                      </c:pt>
                      <c:pt idx="52">
                        <c:v>17.188780842222222</c:v>
                      </c:pt>
                      <c:pt idx="53">
                        <c:v>21.081173302222222</c:v>
                      </c:pt>
                      <c:pt idx="54">
                        <c:v>40.012418533333332</c:v>
                      </c:pt>
                      <c:pt idx="55">
                        <c:v>55.411112199999998</c:v>
                      </c:pt>
                      <c:pt idx="56">
                        <c:v>67.863950531111115</c:v>
                      </c:pt>
                      <c:pt idx="57">
                        <c:v>75.16949080444445</c:v>
                      </c:pt>
                      <c:pt idx="58">
                        <c:v>82.741704831111107</c:v>
                      </c:pt>
                      <c:pt idx="59">
                        <c:v>90.558509057777783</c:v>
                      </c:pt>
                      <c:pt idx="60">
                        <c:v>95.860890708888888</c:v>
                      </c:pt>
                      <c:pt idx="61">
                        <c:v>107.70636900444444</c:v>
                      </c:pt>
                      <c:pt idx="62">
                        <c:v>111.87963394666667</c:v>
                      </c:pt>
                      <c:pt idx="63">
                        <c:v>106.16039296666666</c:v>
                      </c:pt>
                      <c:pt idx="64">
                        <c:v>95.033693204444447</c:v>
                      </c:pt>
                      <c:pt idx="65">
                        <c:v>93.954397493333332</c:v>
                      </c:pt>
                      <c:pt idx="66">
                        <c:v>90.420527113333335</c:v>
                      </c:pt>
                      <c:pt idx="67">
                        <c:v>104.67601190666667</c:v>
                      </c:pt>
                      <c:pt idx="68">
                        <c:v>116.66939960000001</c:v>
                      </c:pt>
                      <c:pt idx="69">
                        <c:v>130.83206127777777</c:v>
                      </c:pt>
                      <c:pt idx="70">
                        <c:v>129.74823733555556</c:v>
                      </c:pt>
                      <c:pt idx="71">
                        <c:v>111.35682294222222</c:v>
                      </c:pt>
                      <c:pt idx="72">
                        <c:v>80.532231406666668</c:v>
                      </c:pt>
                      <c:pt idx="73">
                        <c:v>49.913602446666665</c:v>
                      </c:pt>
                      <c:pt idx="74">
                        <c:v>29.672996980000001</c:v>
                      </c:pt>
                      <c:pt idx="75">
                        <c:v>19.026186715555557</c:v>
                      </c:pt>
                      <c:pt idx="76">
                        <c:v>15.313423722222222</c:v>
                      </c:pt>
                      <c:pt idx="77">
                        <c:v>20.367894015555557</c:v>
                      </c:pt>
                      <c:pt idx="78">
                        <c:v>40.848561946666663</c:v>
                      </c:pt>
                      <c:pt idx="79">
                        <c:v>55.673792608888888</c:v>
                      </c:pt>
                      <c:pt idx="80">
                        <c:v>65.463337531111108</c:v>
                      </c:pt>
                      <c:pt idx="81">
                        <c:v>70.716392462222217</c:v>
                      </c:pt>
                      <c:pt idx="82">
                        <c:v>77.147511053333332</c:v>
                      </c:pt>
                      <c:pt idx="83">
                        <c:v>85.318662284444443</c:v>
                      </c:pt>
                      <c:pt idx="84">
                        <c:v>91.926456746666673</c:v>
                      </c:pt>
                      <c:pt idx="85">
                        <c:v>102.26116642888888</c:v>
                      </c:pt>
                      <c:pt idx="86">
                        <c:v>102.64895354222222</c:v>
                      </c:pt>
                      <c:pt idx="87">
                        <c:v>97.341459380000003</c:v>
                      </c:pt>
                      <c:pt idx="88">
                        <c:v>90.852524706666671</c:v>
                      </c:pt>
                      <c:pt idx="89">
                        <c:v>91.30874837333333</c:v>
                      </c:pt>
                      <c:pt idx="90">
                        <c:v>89.506608708888891</c:v>
                      </c:pt>
                      <c:pt idx="91">
                        <c:v>103.82399217555556</c:v>
                      </c:pt>
                      <c:pt idx="92">
                        <c:v>116.28010031333334</c:v>
                      </c:pt>
                      <c:pt idx="93">
                        <c:v>130.56107176888889</c:v>
                      </c:pt>
                      <c:pt idx="94">
                        <c:v>128.34838156666666</c:v>
                      </c:pt>
                      <c:pt idx="95">
                        <c:v>107.46281749777778</c:v>
                      </c:pt>
                      <c:pt idx="96">
                        <c:v>75.530479533333335</c:v>
                      </c:pt>
                      <c:pt idx="97">
                        <c:v>46.697476937777779</c:v>
                      </c:pt>
                      <c:pt idx="98">
                        <c:v>27.797153071111111</c:v>
                      </c:pt>
                      <c:pt idx="99">
                        <c:v>18.167124446666666</c:v>
                      </c:pt>
                      <c:pt idx="100">
                        <c:v>15.007598508888888</c:v>
                      </c:pt>
                      <c:pt idx="101">
                        <c:v>20.080687784444443</c:v>
                      </c:pt>
                      <c:pt idx="102">
                        <c:v>41.304569051111109</c:v>
                      </c:pt>
                      <c:pt idx="103">
                        <c:v>56.344748111111109</c:v>
                      </c:pt>
                      <c:pt idx="104">
                        <c:v>65.985470982222225</c:v>
                      </c:pt>
                      <c:pt idx="105">
                        <c:v>71.199996775555562</c:v>
                      </c:pt>
                      <c:pt idx="106">
                        <c:v>77.176167782222223</c:v>
                      </c:pt>
                      <c:pt idx="107">
                        <c:v>86.149479033333336</c:v>
                      </c:pt>
                      <c:pt idx="108">
                        <c:v>92.552078653333339</c:v>
                      </c:pt>
                      <c:pt idx="109">
                        <c:v>102.87852328</c:v>
                      </c:pt>
                      <c:pt idx="110">
                        <c:v>102.79631218888889</c:v>
                      </c:pt>
                      <c:pt idx="111">
                        <c:v>97.028249164444446</c:v>
                      </c:pt>
                      <c:pt idx="112">
                        <c:v>90.577850246666671</c:v>
                      </c:pt>
                      <c:pt idx="113">
                        <c:v>91.547040920000001</c:v>
                      </c:pt>
                      <c:pt idx="114">
                        <c:v>89.903436062222227</c:v>
                      </c:pt>
                      <c:pt idx="115">
                        <c:v>104.70461159111112</c:v>
                      </c:pt>
                      <c:pt idx="116">
                        <c:v>117.35201193333333</c:v>
                      </c:pt>
                      <c:pt idx="117">
                        <c:v>132.7472627688889</c:v>
                      </c:pt>
                      <c:pt idx="118">
                        <c:v>129.55625753333334</c:v>
                      </c:pt>
                      <c:pt idx="119">
                        <c:v>109.01655043333334</c:v>
                      </c:pt>
                      <c:pt idx="120">
                        <c:v>76.750796395555554</c:v>
                      </c:pt>
                      <c:pt idx="121">
                        <c:v>47.117343795555556</c:v>
                      </c:pt>
                      <c:pt idx="122">
                        <c:v>27.941807682222223</c:v>
                      </c:pt>
                      <c:pt idx="123">
                        <c:v>18.062713804444446</c:v>
                      </c:pt>
                      <c:pt idx="124">
                        <c:v>14.822215508888888</c:v>
                      </c:pt>
                      <c:pt idx="125">
                        <c:v>20.024711708888891</c:v>
                      </c:pt>
                      <c:pt idx="126">
                        <c:v>41.63908370888889</c:v>
                      </c:pt>
                      <c:pt idx="127">
                        <c:v>57.085738795555557</c:v>
                      </c:pt>
                      <c:pt idx="128">
                        <c:v>66.813322931111117</c:v>
                      </c:pt>
                      <c:pt idx="129">
                        <c:v>71.966511377777778</c:v>
                      </c:pt>
                      <c:pt idx="130">
                        <c:v>78.519455875555551</c:v>
                      </c:pt>
                      <c:pt idx="131">
                        <c:v>86.242214626666666</c:v>
                      </c:pt>
                      <c:pt idx="132">
                        <c:v>94.581372257777772</c:v>
                      </c:pt>
                      <c:pt idx="133">
                        <c:v>107.2982899</c:v>
                      </c:pt>
                      <c:pt idx="134">
                        <c:v>108.09726300222222</c:v>
                      </c:pt>
                      <c:pt idx="135">
                        <c:v>102.18742302</c:v>
                      </c:pt>
                      <c:pt idx="136">
                        <c:v>91.553006277777783</c:v>
                      </c:pt>
                      <c:pt idx="137">
                        <c:v>91.720496877777776</c:v>
                      </c:pt>
                      <c:pt idx="138">
                        <c:v>97.553315799999993</c:v>
                      </c:pt>
                      <c:pt idx="139">
                        <c:v>112.39707081777777</c:v>
                      </c:pt>
                      <c:pt idx="140">
                        <c:v>118.88846488888889</c:v>
                      </c:pt>
                      <c:pt idx="141">
                        <c:v>132.68949927555556</c:v>
                      </c:pt>
                      <c:pt idx="142">
                        <c:v>130.05361737333334</c:v>
                      </c:pt>
                      <c:pt idx="143">
                        <c:v>109.19878983777778</c:v>
                      </c:pt>
                      <c:pt idx="144">
                        <c:v>79.51625285555555</c:v>
                      </c:pt>
                      <c:pt idx="145">
                        <c:v>50.003143795555559</c:v>
                      </c:pt>
                      <c:pt idx="146">
                        <c:v>30.265313782222222</c:v>
                      </c:pt>
                      <c:pt idx="147">
                        <c:v>18.931648882222223</c:v>
                      </c:pt>
                      <c:pt idx="148">
                        <c:v>15.165185233333334</c:v>
                      </c:pt>
                      <c:pt idx="149">
                        <c:v>20.215331313333333</c:v>
                      </c:pt>
                      <c:pt idx="150">
                        <c:v>42.747925582222223</c:v>
                      </c:pt>
                      <c:pt idx="151">
                        <c:v>57.881049679999997</c:v>
                      </c:pt>
                      <c:pt idx="152">
                        <c:v>67.210142606666665</c:v>
                      </c:pt>
                      <c:pt idx="153">
                        <c:v>72.34931583777778</c:v>
                      </c:pt>
                      <c:pt idx="154">
                        <c:v>78.452738977777784</c:v>
                      </c:pt>
                      <c:pt idx="155">
                        <c:v>87.032900302222217</c:v>
                      </c:pt>
                      <c:pt idx="156">
                        <c:v>93.29990534444444</c:v>
                      </c:pt>
                      <c:pt idx="157">
                        <c:v>103.3595846311111</c:v>
                      </c:pt>
                      <c:pt idx="158">
                        <c:v>103.54922732444444</c:v>
                      </c:pt>
                      <c:pt idx="159">
                        <c:v>99.088181939999998</c:v>
                      </c:pt>
                      <c:pt idx="160">
                        <c:v>93.146826875555561</c:v>
                      </c:pt>
                      <c:pt idx="161">
                        <c:v>93.415303708888885</c:v>
                      </c:pt>
                      <c:pt idx="162">
                        <c:v>91.339758055555549</c:v>
                      </c:pt>
                      <c:pt idx="163">
                        <c:v>104.94754215777778</c:v>
                      </c:pt>
                      <c:pt idx="164">
                        <c:v>116.60184946888889</c:v>
                      </c:pt>
                      <c:pt idx="165">
                        <c:v>130.56422130000001</c:v>
                      </c:pt>
                      <c:pt idx="166">
                        <c:v>129.08389469111111</c:v>
                      </c:pt>
                      <c:pt idx="167">
                        <c:v>108.81964098888889</c:v>
                      </c:pt>
                      <c:pt idx="168">
                        <c:v>77.156687371111104</c:v>
                      </c:pt>
                      <c:pt idx="169">
                        <c:v>47.962787173333332</c:v>
                      </c:pt>
                      <c:pt idx="170">
                        <c:v>29.152401182222221</c:v>
                      </c:pt>
                      <c:pt idx="171">
                        <c:v>19.065102508888888</c:v>
                      </c:pt>
                      <c:pt idx="172">
                        <c:v>15.670448033333333</c:v>
                      </c:pt>
                      <c:pt idx="173">
                        <c:v>20.603858464444443</c:v>
                      </c:pt>
                      <c:pt idx="174">
                        <c:v>43.491765073333333</c:v>
                      </c:pt>
                      <c:pt idx="175">
                        <c:v>60.744817391111113</c:v>
                      </c:pt>
                      <c:pt idx="176">
                        <c:v>72.641359764444445</c:v>
                      </c:pt>
                      <c:pt idx="177">
                        <c:v>80.008378100000002</c:v>
                      </c:pt>
                      <c:pt idx="178">
                        <c:v>83.400245557777779</c:v>
                      </c:pt>
                      <c:pt idx="179">
                        <c:v>89.449398164444446</c:v>
                      </c:pt>
                      <c:pt idx="180">
                        <c:v>96.454416784444447</c:v>
                      </c:pt>
                      <c:pt idx="181">
                        <c:v>107.09260153333334</c:v>
                      </c:pt>
                      <c:pt idx="182">
                        <c:v>106.75697694</c:v>
                      </c:pt>
                      <c:pt idx="183">
                        <c:v>100.85631632444445</c:v>
                      </c:pt>
                      <c:pt idx="184">
                        <c:v>94.478352606666661</c:v>
                      </c:pt>
                      <c:pt idx="185">
                        <c:v>93.927020611111118</c:v>
                      </c:pt>
                      <c:pt idx="186">
                        <c:v>93.748074804444443</c:v>
                      </c:pt>
                      <c:pt idx="187">
                        <c:v>108.79948390888889</c:v>
                      </c:pt>
                      <c:pt idx="188">
                        <c:v>119.11736524666667</c:v>
                      </c:pt>
                      <c:pt idx="189">
                        <c:v>132.08704955555555</c:v>
                      </c:pt>
                      <c:pt idx="190">
                        <c:v>132.18988638888888</c:v>
                      </c:pt>
                      <c:pt idx="191">
                        <c:v>116.06330569111111</c:v>
                      </c:pt>
                      <c:pt idx="192">
                        <c:v>87.615006940000001</c:v>
                      </c:pt>
                      <c:pt idx="193">
                        <c:v>57.71969134222222</c:v>
                      </c:pt>
                      <c:pt idx="194">
                        <c:v>35.29129414222222</c:v>
                      </c:pt>
                      <c:pt idx="195">
                        <c:v>23.062874619999999</c:v>
                      </c:pt>
                      <c:pt idx="196">
                        <c:v>17.416722984444444</c:v>
                      </c:pt>
                      <c:pt idx="197">
                        <c:v>20.287073486666667</c:v>
                      </c:pt>
                      <c:pt idx="198">
                        <c:v>39.105571322222225</c:v>
                      </c:pt>
                      <c:pt idx="199">
                        <c:v>53.982817562222223</c:v>
                      </c:pt>
                      <c:pt idx="200">
                        <c:v>67.650626686666669</c:v>
                      </c:pt>
                      <c:pt idx="201">
                        <c:v>78.061617268888895</c:v>
                      </c:pt>
                      <c:pt idx="202">
                        <c:v>88.068261422222221</c:v>
                      </c:pt>
                      <c:pt idx="203">
                        <c:v>97.636411306666673</c:v>
                      </c:pt>
                      <c:pt idx="204">
                        <c:v>99.734340779999997</c:v>
                      </c:pt>
                      <c:pt idx="205">
                        <c:v>103.63690020666667</c:v>
                      </c:pt>
                      <c:pt idx="206">
                        <c:v>119.33967883555556</c:v>
                      </c:pt>
                      <c:pt idx="207">
                        <c:v>110.44836848666667</c:v>
                      </c:pt>
                      <c:pt idx="208">
                        <c:v>98.885772822222222</c:v>
                      </c:pt>
                      <c:pt idx="209">
                        <c:v>97.649134942222219</c:v>
                      </c:pt>
                      <c:pt idx="210">
                        <c:v>95.982022542222225</c:v>
                      </c:pt>
                      <c:pt idx="211">
                        <c:v>111.00815610444444</c:v>
                      </c:pt>
                      <c:pt idx="212">
                        <c:v>123.06679025111112</c:v>
                      </c:pt>
                      <c:pt idx="213">
                        <c:v>135.96602036888888</c:v>
                      </c:pt>
                      <c:pt idx="214">
                        <c:v>136.15742612888889</c:v>
                      </c:pt>
                      <c:pt idx="215">
                        <c:v>118.36604878888889</c:v>
                      </c:pt>
                      <c:pt idx="216">
                        <c:v>88.516978897777776</c:v>
                      </c:pt>
                      <c:pt idx="217">
                        <c:v>57.649628504444443</c:v>
                      </c:pt>
                      <c:pt idx="218">
                        <c:v>35.804508640000002</c:v>
                      </c:pt>
                      <c:pt idx="219">
                        <c:v>22.667845991111111</c:v>
                      </c:pt>
                      <c:pt idx="220">
                        <c:v>17.178324362222224</c:v>
                      </c:pt>
                      <c:pt idx="221">
                        <c:v>20.404341382222221</c:v>
                      </c:pt>
                      <c:pt idx="222">
                        <c:v>40.867012637777776</c:v>
                      </c:pt>
                      <c:pt idx="223">
                        <c:v>57.017501604444448</c:v>
                      </c:pt>
                      <c:pt idx="224">
                        <c:v>69.057949482222227</c:v>
                      </c:pt>
                      <c:pt idx="225">
                        <c:v>76.667888962222221</c:v>
                      </c:pt>
                      <c:pt idx="226">
                        <c:v>83.428767577777776</c:v>
                      </c:pt>
                      <c:pt idx="227">
                        <c:v>91.204170553333327</c:v>
                      </c:pt>
                      <c:pt idx="228">
                        <c:v>96.692522017777776</c:v>
                      </c:pt>
                      <c:pt idx="229">
                        <c:v>108.07553554</c:v>
                      </c:pt>
                      <c:pt idx="230">
                        <c:v>111.54137829111112</c:v>
                      </c:pt>
                      <c:pt idx="231">
                        <c:v>105.10303228666666</c:v>
                      </c:pt>
                      <c:pt idx="232">
                        <c:v>95.432462726666671</c:v>
                      </c:pt>
                      <c:pt idx="233">
                        <c:v>95.395552137777784</c:v>
                      </c:pt>
                      <c:pt idx="234">
                        <c:v>95.062256328888893</c:v>
                      </c:pt>
                      <c:pt idx="235">
                        <c:v>108.71236740666667</c:v>
                      </c:pt>
                      <c:pt idx="236">
                        <c:v>122.39994194000001</c:v>
                      </c:pt>
                      <c:pt idx="237">
                        <c:v>135.93937776666667</c:v>
                      </c:pt>
                      <c:pt idx="238">
                        <c:v>131.58616235555556</c:v>
                      </c:pt>
                      <c:pt idx="239">
                        <c:v>110.00717024888888</c:v>
                      </c:pt>
                      <c:pt idx="240">
                        <c:v>77.787522153333327</c:v>
                      </c:pt>
                      <c:pt idx="241">
                        <c:v>48.324418068888889</c:v>
                      </c:pt>
                      <c:pt idx="242">
                        <c:v>29.334335053333334</c:v>
                      </c:pt>
                      <c:pt idx="243">
                        <c:v>19.327422104444445</c:v>
                      </c:pt>
                      <c:pt idx="244">
                        <c:v>15.806521962222222</c:v>
                      </c:pt>
                      <c:pt idx="245">
                        <c:v>20.065581388888887</c:v>
                      </c:pt>
                      <c:pt idx="246">
                        <c:v>41.335237535555557</c:v>
                      </c:pt>
                      <c:pt idx="247">
                        <c:v>56.782245988888889</c:v>
                      </c:pt>
                      <c:pt idx="248">
                        <c:v>67.912095624444447</c:v>
                      </c:pt>
                      <c:pt idx="249">
                        <c:v>71.936451553333328</c:v>
                      </c:pt>
                      <c:pt idx="250">
                        <c:v>76.973512164444443</c:v>
                      </c:pt>
                      <c:pt idx="251">
                        <c:v>85.045292799999999</c:v>
                      </c:pt>
                      <c:pt idx="252">
                        <c:v>91.753694062222223</c:v>
                      </c:pt>
                      <c:pt idx="253">
                        <c:v>102.35999484888889</c:v>
                      </c:pt>
                      <c:pt idx="254">
                        <c:v>102.34537259555556</c:v>
                      </c:pt>
                      <c:pt idx="255">
                        <c:v>97.549045404444442</c:v>
                      </c:pt>
                      <c:pt idx="256">
                        <c:v>93.009381304444446</c:v>
                      </c:pt>
                      <c:pt idx="257">
                        <c:v>96.450097957777771</c:v>
                      </c:pt>
                      <c:pt idx="258">
                        <c:v>96.26640537555555</c:v>
                      </c:pt>
                      <c:pt idx="259">
                        <c:v>108.65829818444445</c:v>
                      </c:pt>
                      <c:pt idx="260">
                        <c:v>120.50206720444444</c:v>
                      </c:pt>
                      <c:pt idx="261">
                        <c:v>132.47089796</c:v>
                      </c:pt>
                      <c:pt idx="262">
                        <c:v>129.13331766444443</c:v>
                      </c:pt>
                      <c:pt idx="263">
                        <c:v>105.71707784</c:v>
                      </c:pt>
                      <c:pt idx="264">
                        <c:v>76.364797168888884</c:v>
                      </c:pt>
                      <c:pt idx="265">
                        <c:v>47.123395137777777</c:v>
                      </c:pt>
                      <c:pt idx="266">
                        <c:v>28.287892593333332</c:v>
                      </c:pt>
                      <c:pt idx="267">
                        <c:v>18.792379404444443</c:v>
                      </c:pt>
                      <c:pt idx="268">
                        <c:v>15.182472715555555</c:v>
                      </c:pt>
                      <c:pt idx="269">
                        <c:v>20.120350166666668</c:v>
                      </c:pt>
                      <c:pt idx="270">
                        <c:v>43.031528766666668</c:v>
                      </c:pt>
                      <c:pt idx="271">
                        <c:v>58.775078215555553</c:v>
                      </c:pt>
                      <c:pt idx="272">
                        <c:v>68.478978166666664</c:v>
                      </c:pt>
                      <c:pt idx="273">
                        <c:v>72.817318484444442</c:v>
                      </c:pt>
                      <c:pt idx="274">
                        <c:v>78.412633335555554</c:v>
                      </c:pt>
                      <c:pt idx="275">
                        <c:v>86.962391291111118</c:v>
                      </c:pt>
                      <c:pt idx="276">
                        <c:v>93.418352077777783</c:v>
                      </c:pt>
                      <c:pt idx="277">
                        <c:v>103.88308536444444</c:v>
                      </c:pt>
                      <c:pt idx="278">
                        <c:v>102.80471523333334</c:v>
                      </c:pt>
                      <c:pt idx="279">
                        <c:v>97.971042288888896</c:v>
                      </c:pt>
                      <c:pt idx="280">
                        <c:v>93.813291675555561</c:v>
                      </c:pt>
                      <c:pt idx="281">
                        <c:v>95.316909942222225</c:v>
                      </c:pt>
                      <c:pt idx="282">
                        <c:v>94.895353711111113</c:v>
                      </c:pt>
                      <c:pt idx="283">
                        <c:v>109.83350486000001</c:v>
                      </c:pt>
                      <c:pt idx="284">
                        <c:v>122.31706151777777</c:v>
                      </c:pt>
                      <c:pt idx="285">
                        <c:v>134.07189053555555</c:v>
                      </c:pt>
                      <c:pt idx="286">
                        <c:v>128.31103842666667</c:v>
                      </c:pt>
                      <c:pt idx="287">
                        <c:v>105.71221186888889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B-F1FB-4D39-A8F8-9D267B9F4903}"/>
                  </c:ext>
                </c:extLst>
              </c15:ser>
            </c15:filteredLineSeries>
            <c15:filteredLineSeries>
              <c15:ser>
                <c:idx val="20"/>
                <c:order val="2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12-10-2026'!$V$1</c15:sqref>
                        </c15:formulaRef>
                      </c:ext>
                    </c:extLst>
                    <c:strCache>
                      <c:ptCount val="1"/>
                      <c:pt idx="0">
                        <c:v>OUG-DGW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4"/>
                    <c:tx>
                      <c:rich>
                        <a:bodyPr/>
                        <a:lstStyle/>
                        <a:p>
                          <a:fld id="{CAAE0DF6-067E-4230-9789-4AB9EDF3F930}" type="VALUE">
                            <a:rPr lang="en-US">
                              <a:solidFill>
                                <a:schemeClr val="accent6"/>
                              </a:solidFill>
                            </a:rPr>
                            <a:pPr/>
                            <a:t>[VALEUR]</a:t>
                          </a:fld>
                          <a:endParaRPr lang="fr-FR"/>
                        </a:p>
                      </c:rich>
                    </c:tx>
                    <c:dLblPos val="t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>
                        <c15:dlblFieldTable/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1C-F1FB-4D39-A8F8-9D267B9F4903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12-10-2026'!$V$2:$V$289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161.19989547111112</c:v>
                      </c:pt>
                      <c:pt idx="1">
                        <c:v>101.50062503333334</c:v>
                      </c:pt>
                      <c:pt idx="2">
                        <c:v>60.818922380000004</c:v>
                      </c:pt>
                      <c:pt idx="3">
                        <c:v>39.438916120000002</c:v>
                      </c:pt>
                      <c:pt idx="4">
                        <c:v>31.502196651111113</c:v>
                      </c:pt>
                      <c:pt idx="5">
                        <c:v>41.955692186666667</c:v>
                      </c:pt>
                      <c:pt idx="6">
                        <c:v>84.62619858222223</c:v>
                      </c:pt>
                      <c:pt idx="7">
                        <c:v>116.08117319333334</c:v>
                      </c:pt>
                      <c:pt idx="8">
                        <c:v>136.44578188222221</c:v>
                      </c:pt>
                      <c:pt idx="9">
                        <c:v>145.93196835777778</c:v>
                      </c:pt>
                      <c:pt idx="10">
                        <c:v>159.70556917777776</c:v>
                      </c:pt>
                      <c:pt idx="11">
                        <c:v>177.04984375777778</c:v>
                      </c:pt>
                      <c:pt idx="12">
                        <c:v>190.60363348666667</c:v>
                      </c:pt>
                      <c:pt idx="13">
                        <c:v>211.79727494888888</c:v>
                      </c:pt>
                      <c:pt idx="14">
                        <c:v>214.26856100666666</c:v>
                      </c:pt>
                      <c:pt idx="15">
                        <c:v>204.73211662</c:v>
                      </c:pt>
                      <c:pt idx="16">
                        <c:v>187.14381106888888</c:v>
                      </c:pt>
                      <c:pt idx="17">
                        <c:v>188.27874312222224</c:v>
                      </c:pt>
                      <c:pt idx="18">
                        <c:v>184.00504436888889</c:v>
                      </c:pt>
                      <c:pt idx="19">
                        <c:v>211.16062688</c:v>
                      </c:pt>
                      <c:pt idx="20">
                        <c:v>232.1574061488889</c:v>
                      </c:pt>
                      <c:pt idx="21">
                        <c:v>260.41641641333331</c:v>
                      </c:pt>
                      <c:pt idx="22">
                        <c:v>262.35442528222222</c:v>
                      </c:pt>
                      <c:pt idx="23">
                        <c:v>232.03602349777776</c:v>
                      </c:pt>
                      <c:pt idx="24">
                        <c:v>176.74024980222222</c:v>
                      </c:pt>
                      <c:pt idx="25">
                        <c:v>118.14252594222222</c:v>
                      </c:pt>
                      <c:pt idx="26">
                        <c:v>73.318564100000003</c:v>
                      </c:pt>
                      <c:pt idx="27">
                        <c:v>46.573668773333338</c:v>
                      </c:pt>
                      <c:pt idx="28">
                        <c:v>34.453790557777779</c:v>
                      </c:pt>
                      <c:pt idx="29">
                        <c:v>41.230716995555554</c:v>
                      </c:pt>
                      <c:pt idx="30">
                        <c:v>77.106098286666679</c:v>
                      </c:pt>
                      <c:pt idx="31">
                        <c:v>106.31769783999999</c:v>
                      </c:pt>
                      <c:pt idx="32">
                        <c:v>133.07871384666666</c:v>
                      </c:pt>
                      <c:pt idx="33">
                        <c:v>155.07313012666668</c:v>
                      </c:pt>
                      <c:pt idx="34">
                        <c:v>175.41473962444445</c:v>
                      </c:pt>
                      <c:pt idx="35">
                        <c:v>194.73583025555556</c:v>
                      </c:pt>
                      <c:pt idx="36">
                        <c:v>199.06388349777777</c:v>
                      </c:pt>
                      <c:pt idx="37">
                        <c:v>206.0482836577778</c:v>
                      </c:pt>
                      <c:pt idx="38">
                        <c:v>237.64836246888888</c:v>
                      </c:pt>
                      <c:pt idx="39">
                        <c:v>221.94392802222222</c:v>
                      </c:pt>
                      <c:pt idx="40">
                        <c:v>195.04264437111112</c:v>
                      </c:pt>
                      <c:pt idx="41">
                        <c:v>191.26935137333334</c:v>
                      </c:pt>
                      <c:pt idx="42">
                        <c:v>187.53776527777777</c:v>
                      </c:pt>
                      <c:pt idx="43">
                        <c:v>217.50914709111112</c:v>
                      </c:pt>
                      <c:pt idx="44">
                        <c:v>241.30342168222222</c:v>
                      </c:pt>
                      <c:pt idx="45">
                        <c:v>271.16005017555557</c:v>
                      </c:pt>
                      <c:pt idx="46">
                        <c:v>269.4853248511111</c:v>
                      </c:pt>
                      <c:pt idx="47">
                        <c:v>237.59666782666667</c:v>
                      </c:pt>
                      <c:pt idx="48">
                        <c:v>180.73491165555555</c:v>
                      </c:pt>
                      <c:pt idx="49">
                        <c:v>120.08547428</c:v>
                      </c:pt>
                      <c:pt idx="50">
                        <c:v>73.071055186666669</c:v>
                      </c:pt>
                      <c:pt idx="51">
                        <c:v>46.236060700000003</c:v>
                      </c:pt>
                      <c:pt idx="52">
                        <c:v>34.646512615555551</c:v>
                      </c:pt>
                      <c:pt idx="53">
                        <c:v>42.461343280000001</c:v>
                      </c:pt>
                      <c:pt idx="54">
                        <c:v>80.926557826666667</c:v>
                      </c:pt>
                      <c:pt idx="55">
                        <c:v>110.95010045333333</c:v>
                      </c:pt>
                      <c:pt idx="56">
                        <c:v>134.85735444444447</c:v>
                      </c:pt>
                      <c:pt idx="57">
                        <c:v>150.58240246444444</c:v>
                      </c:pt>
                      <c:pt idx="58">
                        <c:v>164.44385848222223</c:v>
                      </c:pt>
                      <c:pt idx="59">
                        <c:v>180.19488521111111</c:v>
                      </c:pt>
                      <c:pt idx="60">
                        <c:v>190.86086348444445</c:v>
                      </c:pt>
                      <c:pt idx="61">
                        <c:v>214.58644538666667</c:v>
                      </c:pt>
                      <c:pt idx="62">
                        <c:v>222.80136642000002</c:v>
                      </c:pt>
                      <c:pt idx="63">
                        <c:v>211.50740718</c:v>
                      </c:pt>
                      <c:pt idx="64">
                        <c:v>189.74119554666669</c:v>
                      </c:pt>
                      <c:pt idx="65">
                        <c:v>187.47613838222222</c:v>
                      </c:pt>
                      <c:pt idx="66">
                        <c:v>180.31675502888891</c:v>
                      </c:pt>
                      <c:pt idx="67">
                        <c:v>209.11228214888888</c:v>
                      </c:pt>
                      <c:pt idx="68">
                        <c:v>233.71478512666667</c:v>
                      </c:pt>
                      <c:pt idx="69">
                        <c:v>261.72607573777776</c:v>
                      </c:pt>
                      <c:pt idx="70">
                        <c:v>259.39343004888889</c:v>
                      </c:pt>
                      <c:pt idx="71">
                        <c:v>222.49491815555555</c:v>
                      </c:pt>
                      <c:pt idx="72">
                        <c:v>160.04564707555556</c:v>
                      </c:pt>
                      <c:pt idx="73">
                        <c:v>99.795791084444446</c:v>
                      </c:pt>
                      <c:pt idx="74">
                        <c:v>59.74790070666667</c:v>
                      </c:pt>
                      <c:pt idx="75">
                        <c:v>38.363200419999998</c:v>
                      </c:pt>
                      <c:pt idx="76">
                        <c:v>30.899733691111109</c:v>
                      </c:pt>
                      <c:pt idx="77">
                        <c:v>40.691244795555555</c:v>
                      </c:pt>
                      <c:pt idx="78">
                        <c:v>81.435294777777784</c:v>
                      </c:pt>
                      <c:pt idx="79">
                        <c:v>111.04455118444444</c:v>
                      </c:pt>
                      <c:pt idx="80">
                        <c:v>130.85335573999998</c:v>
                      </c:pt>
                      <c:pt idx="81">
                        <c:v>141.42795241777776</c:v>
                      </c:pt>
                      <c:pt idx="82">
                        <c:v>153.88037448666665</c:v>
                      </c:pt>
                      <c:pt idx="83">
                        <c:v>170.49629934000001</c:v>
                      </c:pt>
                      <c:pt idx="84">
                        <c:v>183.97085984444445</c:v>
                      </c:pt>
                      <c:pt idx="85">
                        <c:v>204.61204717999999</c:v>
                      </c:pt>
                      <c:pt idx="86">
                        <c:v>205.46844820444443</c:v>
                      </c:pt>
                      <c:pt idx="87">
                        <c:v>194.97057647333332</c:v>
                      </c:pt>
                      <c:pt idx="88">
                        <c:v>181.84649538222223</c:v>
                      </c:pt>
                      <c:pt idx="89">
                        <c:v>182.91830455333331</c:v>
                      </c:pt>
                      <c:pt idx="90">
                        <c:v>178.60483694222222</c:v>
                      </c:pt>
                      <c:pt idx="91">
                        <c:v>207.84248017555558</c:v>
                      </c:pt>
                      <c:pt idx="92">
                        <c:v>232.73471260888888</c:v>
                      </c:pt>
                      <c:pt idx="93">
                        <c:v>261.36343989111111</c:v>
                      </c:pt>
                      <c:pt idx="94">
                        <c:v>257.27349798</c:v>
                      </c:pt>
                      <c:pt idx="95">
                        <c:v>215.73496991111111</c:v>
                      </c:pt>
                      <c:pt idx="96">
                        <c:v>151.84995448666666</c:v>
                      </c:pt>
                      <c:pt idx="97">
                        <c:v>93.843736148888894</c:v>
                      </c:pt>
                      <c:pt idx="98">
                        <c:v>55.995678940000005</c:v>
                      </c:pt>
                      <c:pt idx="99">
                        <c:v>36.996651231111109</c:v>
                      </c:pt>
                      <c:pt idx="100">
                        <c:v>30.287746479999999</c:v>
                      </c:pt>
                      <c:pt idx="101">
                        <c:v>40.085973242222224</c:v>
                      </c:pt>
                      <c:pt idx="102">
                        <c:v>82.616905486666667</c:v>
                      </c:pt>
                      <c:pt idx="103">
                        <c:v>112.68047943333333</c:v>
                      </c:pt>
                      <c:pt idx="104">
                        <c:v>131.98382983777776</c:v>
                      </c:pt>
                      <c:pt idx="105">
                        <c:v>142.37239818444445</c:v>
                      </c:pt>
                      <c:pt idx="106">
                        <c:v>154.79103439555556</c:v>
                      </c:pt>
                      <c:pt idx="107">
                        <c:v>172.86988029555556</c:v>
                      </c:pt>
                      <c:pt idx="108">
                        <c:v>184.99560569555558</c:v>
                      </c:pt>
                      <c:pt idx="109">
                        <c:v>205.80270493111112</c:v>
                      </c:pt>
                      <c:pt idx="110">
                        <c:v>205.89992516222222</c:v>
                      </c:pt>
                      <c:pt idx="111">
                        <c:v>194.83557715333333</c:v>
                      </c:pt>
                      <c:pt idx="112">
                        <c:v>181.76395011555556</c:v>
                      </c:pt>
                      <c:pt idx="113">
                        <c:v>183.44376529555555</c:v>
                      </c:pt>
                      <c:pt idx="114">
                        <c:v>179.70355826000002</c:v>
                      </c:pt>
                      <c:pt idx="115">
                        <c:v>209.51916736222222</c:v>
                      </c:pt>
                      <c:pt idx="116">
                        <c:v>235.08936105333333</c:v>
                      </c:pt>
                      <c:pt idx="117">
                        <c:v>265.11206072666664</c:v>
                      </c:pt>
                      <c:pt idx="118">
                        <c:v>259.48475176888888</c:v>
                      </c:pt>
                      <c:pt idx="119">
                        <c:v>217.72199921777778</c:v>
                      </c:pt>
                      <c:pt idx="120">
                        <c:v>153.35905244</c:v>
                      </c:pt>
                      <c:pt idx="121">
                        <c:v>94.228136239999998</c:v>
                      </c:pt>
                      <c:pt idx="122">
                        <c:v>56.054313733333331</c:v>
                      </c:pt>
                      <c:pt idx="123">
                        <c:v>36.34894654</c:v>
                      </c:pt>
                      <c:pt idx="124">
                        <c:v>29.88174887111111</c:v>
                      </c:pt>
                      <c:pt idx="125">
                        <c:v>40.13665872</c:v>
                      </c:pt>
                      <c:pt idx="126">
                        <c:v>83.245245813333327</c:v>
                      </c:pt>
                      <c:pt idx="127">
                        <c:v>114.18566531555555</c:v>
                      </c:pt>
                      <c:pt idx="128">
                        <c:v>133.37022746666668</c:v>
                      </c:pt>
                      <c:pt idx="129">
                        <c:v>144.27435595333333</c:v>
                      </c:pt>
                      <c:pt idx="130">
                        <c:v>157.36060443333332</c:v>
                      </c:pt>
                      <c:pt idx="131">
                        <c:v>173.11224636222221</c:v>
                      </c:pt>
                      <c:pt idx="132">
                        <c:v>188.93999508444443</c:v>
                      </c:pt>
                      <c:pt idx="133">
                        <c:v>214.36712028444444</c:v>
                      </c:pt>
                      <c:pt idx="134">
                        <c:v>215.90827922444444</c:v>
                      </c:pt>
                      <c:pt idx="135">
                        <c:v>203.66214791111111</c:v>
                      </c:pt>
                      <c:pt idx="136">
                        <c:v>182.52456402666667</c:v>
                      </c:pt>
                      <c:pt idx="137">
                        <c:v>182.51815031111113</c:v>
                      </c:pt>
                      <c:pt idx="138">
                        <c:v>194.20118795111111</c:v>
                      </c:pt>
                      <c:pt idx="139">
                        <c:v>224.65721122444444</c:v>
                      </c:pt>
                      <c:pt idx="140">
                        <c:v>237.08931369555557</c:v>
                      </c:pt>
                      <c:pt idx="141">
                        <c:v>264.5998493688889</c:v>
                      </c:pt>
                      <c:pt idx="142">
                        <c:v>259.38986803777777</c:v>
                      </c:pt>
                      <c:pt idx="143">
                        <c:v>217.76382464444447</c:v>
                      </c:pt>
                      <c:pt idx="144">
                        <c:v>158.90422907555555</c:v>
                      </c:pt>
                      <c:pt idx="145">
                        <c:v>99.865971873333336</c:v>
                      </c:pt>
                      <c:pt idx="146">
                        <c:v>60.468912468888888</c:v>
                      </c:pt>
                      <c:pt idx="147">
                        <c:v>37.64230381777778</c:v>
                      </c:pt>
                      <c:pt idx="148">
                        <c:v>30.292180824444443</c:v>
                      </c:pt>
                      <c:pt idx="149">
                        <c:v>40.520100995555552</c:v>
                      </c:pt>
                      <c:pt idx="150">
                        <c:v>84.948321546666676</c:v>
                      </c:pt>
                      <c:pt idx="151">
                        <c:v>115.57940460666666</c:v>
                      </c:pt>
                      <c:pt idx="152">
                        <c:v>134.1971348688889</c:v>
                      </c:pt>
                      <c:pt idx="153">
                        <c:v>144.76098326444446</c:v>
                      </c:pt>
                      <c:pt idx="154">
                        <c:v>156.75944879555556</c:v>
                      </c:pt>
                      <c:pt idx="155">
                        <c:v>173.45523464000001</c:v>
                      </c:pt>
                      <c:pt idx="156">
                        <c:v>185.70475856000002</c:v>
                      </c:pt>
                      <c:pt idx="157">
                        <c:v>206.29213076444444</c:v>
                      </c:pt>
                      <c:pt idx="158">
                        <c:v>206.54830264</c:v>
                      </c:pt>
                      <c:pt idx="159">
                        <c:v>197.45787460666668</c:v>
                      </c:pt>
                      <c:pt idx="160">
                        <c:v>185.38769754888889</c:v>
                      </c:pt>
                      <c:pt idx="161">
                        <c:v>186.57779543999999</c:v>
                      </c:pt>
                      <c:pt idx="162">
                        <c:v>182.92459888444444</c:v>
                      </c:pt>
                      <c:pt idx="163">
                        <c:v>210.20982995333333</c:v>
                      </c:pt>
                      <c:pt idx="164">
                        <c:v>233.28735674444442</c:v>
                      </c:pt>
                      <c:pt idx="165">
                        <c:v>261.24055474222223</c:v>
                      </c:pt>
                      <c:pt idx="166">
                        <c:v>258.21112778666668</c:v>
                      </c:pt>
                      <c:pt idx="167">
                        <c:v>216.97896296888888</c:v>
                      </c:pt>
                      <c:pt idx="168">
                        <c:v>153.78717864222222</c:v>
                      </c:pt>
                      <c:pt idx="169">
                        <c:v>95.868050431111101</c:v>
                      </c:pt>
                      <c:pt idx="170">
                        <c:v>58.119322539999999</c:v>
                      </c:pt>
                      <c:pt idx="171">
                        <c:v>38.107512513333333</c:v>
                      </c:pt>
                      <c:pt idx="172">
                        <c:v>31.421357117777777</c:v>
                      </c:pt>
                      <c:pt idx="173">
                        <c:v>41.673664297777776</c:v>
                      </c:pt>
                      <c:pt idx="174">
                        <c:v>86.679980304444442</c:v>
                      </c:pt>
                      <c:pt idx="175">
                        <c:v>120.90800518</c:v>
                      </c:pt>
                      <c:pt idx="176">
                        <c:v>145.17120743999999</c:v>
                      </c:pt>
                      <c:pt idx="177">
                        <c:v>159.71472801111111</c:v>
                      </c:pt>
                      <c:pt idx="178">
                        <c:v>166.20346938222224</c:v>
                      </c:pt>
                      <c:pt idx="179">
                        <c:v>178.33004476222223</c:v>
                      </c:pt>
                      <c:pt idx="180">
                        <c:v>192.13976553555557</c:v>
                      </c:pt>
                      <c:pt idx="181">
                        <c:v>213.6113217911111</c:v>
                      </c:pt>
                      <c:pt idx="182">
                        <c:v>212.7111093</c:v>
                      </c:pt>
                      <c:pt idx="183">
                        <c:v>200.87918982000002</c:v>
                      </c:pt>
                      <c:pt idx="184">
                        <c:v>187.78378520222222</c:v>
                      </c:pt>
                      <c:pt idx="185">
                        <c:v>186.92387455333335</c:v>
                      </c:pt>
                      <c:pt idx="186">
                        <c:v>186.36488058888887</c:v>
                      </c:pt>
                      <c:pt idx="187">
                        <c:v>216.16272459777778</c:v>
                      </c:pt>
                      <c:pt idx="188">
                        <c:v>237.06232842666668</c:v>
                      </c:pt>
                      <c:pt idx="189">
                        <c:v>263.18889460666662</c:v>
                      </c:pt>
                      <c:pt idx="190">
                        <c:v>263.9741908622222</c:v>
                      </c:pt>
                      <c:pt idx="191">
                        <c:v>232.00554241555557</c:v>
                      </c:pt>
                      <c:pt idx="192">
                        <c:v>175.33209228666666</c:v>
                      </c:pt>
                      <c:pt idx="193">
                        <c:v>115.51282083999999</c:v>
                      </c:pt>
                      <c:pt idx="194">
                        <c:v>70.923609186666667</c:v>
                      </c:pt>
                      <c:pt idx="195">
                        <c:v>46.079730895555556</c:v>
                      </c:pt>
                      <c:pt idx="196">
                        <c:v>34.687887315555557</c:v>
                      </c:pt>
                      <c:pt idx="197">
                        <c:v>40.454580068888887</c:v>
                      </c:pt>
                      <c:pt idx="198">
                        <c:v>78.185158713333337</c:v>
                      </c:pt>
                      <c:pt idx="199">
                        <c:v>107.90206038666668</c:v>
                      </c:pt>
                      <c:pt idx="200">
                        <c:v>134.8592774</c:v>
                      </c:pt>
                      <c:pt idx="201">
                        <c:v>155.69705634888891</c:v>
                      </c:pt>
                      <c:pt idx="202">
                        <c:v>175.74512620222222</c:v>
                      </c:pt>
                      <c:pt idx="203">
                        <c:v>195.07649494222221</c:v>
                      </c:pt>
                      <c:pt idx="204">
                        <c:v>199.56641131555557</c:v>
                      </c:pt>
                      <c:pt idx="205">
                        <c:v>207.49100732444444</c:v>
                      </c:pt>
                      <c:pt idx="206">
                        <c:v>237.63794108444444</c:v>
                      </c:pt>
                      <c:pt idx="207">
                        <c:v>219.70301402222222</c:v>
                      </c:pt>
                      <c:pt idx="208">
                        <c:v>198.04799189333335</c:v>
                      </c:pt>
                      <c:pt idx="209">
                        <c:v>194.63327161777778</c:v>
                      </c:pt>
                      <c:pt idx="210">
                        <c:v>191.55491857777778</c:v>
                      </c:pt>
                      <c:pt idx="211">
                        <c:v>221.74614715777778</c:v>
                      </c:pt>
                      <c:pt idx="212">
                        <c:v>245.37606403777778</c:v>
                      </c:pt>
                      <c:pt idx="213">
                        <c:v>271.49644355999999</c:v>
                      </c:pt>
                      <c:pt idx="214">
                        <c:v>272.28821198444444</c:v>
                      </c:pt>
                      <c:pt idx="215">
                        <c:v>236.7022213911111</c:v>
                      </c:pt>
                      <c:pt idx="216">
                        <c:v>177.42468881333332</c:v>
                      </c:pt>
                      <c:pt idx="217">
                        <c:v>115.50368631111111</c:v>
                      </c:pt>
                      <c:pt idx="218">
                        <c:v>71.296210940000009</c:v>
                      </c:pt>
                      <c:pt idx="219">
                        <c:v>45.263959895555558</c:v>
                      </c:pt>
                      <c:pt idx="220">
                        <c:v>33.928873628888894</c:v>
                      </c:pt>
                      <c:pt idx="221">
                        <c:v>41.049456282222224</c:v>
                      </c:pt>
                      <c:pt idx="222">
                        <c:v>81.901359295555551</c:v>
                      </c:pt>
                      <c:pt idx="223">
                        <c:v>114.4773689</c:v>
                      </c:pt>
                      <c:pt idx="224">
                        <c:v>138.01987394000002</c:v>
                      </c:pt>
                      <c:pt idx="225">
                        <c:v>152.32374858666668</c:v>
                      </c:pt>
                      <c:pt idx="226">
                        <c:v>166.3131977311111</c:v>
                      </c:pt>
                      <c:pt idx="227">
                        <c:v>182.00816528666667</c:v>
                      </c:pt>
                      <c:pt idx="228">
                        <c:v>192.56659996666667</c:v>
                      </c:pt>
                      <c:pt idx="229">
                        <c:v>216.35443178222221</c:v>
                      </c:pt>
                      <c:pt idx="230">
                        <c:v>223.38711742666669</c:v>
                      </c:pt>
                      <c:pt idx="231">
                        <c:v>210.02319765333334</c:v>
                      </c:pt>
                      <c:pt idx="232">
                        <c:v>191.03407800666668</c:v>
                      </c:pt>
                      <c:pt idx="233">
                        <c:v>190.55233008666667</c:v>
                      </c:pt>
                      <c:pt idx="234">
                        <c:v>190.23162534888888</c:v>
                      </c:pt>
                      <c:pt idx="235">
                        <c:v>217.53041286000001</c:v>
                      </c:pt>
                      <c:pt idx="236">
                        <c:v>245.01620083111112</c:v>
                      </c:pt>
                      <c:pt idx="237">
                        <c:v>272.23341768222224</c:v>
                      </c:pt>
                      <c:pt idx="238">
                        <c:v>263.2035113733333</c:v>
                      </c:pt>
                      <c:pt idx="239">
                        <c:v>220.29488991333332</c:v>
                      </c:pt>
                      <c:pt idx="240">
                        <c:v>155.59557412888887</c:v>
                      </c:pt>
                      <c:pt idx="241">
                        <c:v>97.447038966666668</c:v>
                      </c:pt>
                      <c:pt idx="242">
                        <c:v>58.782528868888889</c:v>
                      </c:pt>
                      <c:pt idx="243">
                        <c:v>38.729916966666664</c:v>
                      </c:pt>
                      <c:pt idx="244">
                        <c:v>31.612115206666665</c:v>
                      </c:pt>
                      <c:pt idx="245">
                        <c:v>39.908381577777774</c:v>
                      </c:pt>
                      <c:pt idx="246">
                        <c:v>83.017718993333332</c:v>
                      </c:pt>
                      <c:pt idx="247">
                        <c:v>113.45256263111111</c:v>
                      </c:pt>
                      <c:pt idx="248">
                        <c:v>135.1520450688889</c:v>
                      </c:pt>
                      <c:pt idx="249">
                        <c:v>143.41141555111111</c:v>
                      </c:pt>
                      <c:pt idx="250">
                        <c:v>154.32725127333333</c:v>
                      </c:pt>
                      <c:pt idx="251">
                        <c:v>170.21018115333334</c:v>
                      </c:pt>
                      <c:pt idx="252">
                        <c:v>184.42489112222222</c:v>
                      </c:pt>
                      <c:pt idx="253">
                        <c:v>204.8769555088889</c:v>
                      </c:pt>
                      <c:pt idx="254">
                        <c:v>204.89219847333334</c:v>
                      </c:pt>
                      <c:pt idx="255">
                        <c:v>195.43537610666667</c:v>
                      </c:pt>
                      <c:pt idx="256">
                        <c:v>186.02869276000001</c:v>
                      </c:pt>
                      <c:pt idx="257">
                        <c:v>192.42215659999999</c:v>
                      </c:pt>
                      <c:pt idx="258">
                        <c:v>191.8756900911111</c:v>
                      </c:pt>
                      <c:pt idx="259">
                        <c:v>216.81630390222222</c:v>
                      </c:pt>
                      <c:pt idx="260">
                        <c:v>240.58036832222223</c:v>
                      </c:pt>
                      <c:pt idx="261">
                        <c:v>265.5439151422222</c:v>
                      </c:pt>
                      <c:pt idx="262">
                        <c:v>258.48557446444443</c:v>
                      </c:pt>
                      <c:pt idx="263">
                        <c:v>211.31488292</c:v>
                      </c:pt>
                      <c:pt idx="264">
                        <c:v>153.27686527333333</c:v>
                      </c:pt>
                      <c:pt idx="265">
                        <c:v>95.127754517777774</c:v>
                      </c:pt>
                      <c:pt idx="266">
                        <c:v>56.964741988888889</c:v>
                      </c:pt>
                      <c:pt idx="267">
                        <c:v>37.605210942222222</c:v>
                      </c:pt>
                      <c:pt idx="268">
                        <c:v>30.590005404444444</c:v>
                      </c:pt>
                      <c:pt idx="269">
                        <c:v>40.051720013333338</c:v>
                      </c:pt>
                      <c:pt idx="270">
                        <c:v>85.804880179999998</c:v>
                      </c:pt>
                      <c:pt idx="271">
                        <c:v>117.41017160444444</c:v>
                      </c:pt>
                      <c:pt idx="272">
                        <c:v>136.59133845777779</c:v>
                      </c:pt>
                      <c:pt idx="273">
                        <c:v>145.22392574444444</c:v>
                      </c:pt>
                      <c:pt idx="274">
                        <c:v>156.83682710888888</c:v>
                      </c:pt>
                      <c:pt idx="275">
                        <c:v>173.41954294666667</c:v>
                      </c:pt>
                      <c:pt idx="276">
                        <c:v>187.16018083777777</c:v>
                      </c:pt>
                      <c:pt idx="277">
                        <c:v>207.21747177333333</c:v>
                      </c:pt>
                      <c:pt idx="278">
                        <c:v>205.28383709555555</c:v>
                      </c:pt>
                      <c:pt idx="279">
                        <c:v>195.56968920000003</c:v>
                      </c:pt>
                      <c:pt idx="280">
                        <c:v>187.79237845777777</c:v>
                      </c:pt>
                      <c:pt idx="281">
                        <c:v>190.57114049777778</c:v>
                      </c:pt>
                      <c:pt idx="282">
                        <c:v>189.9011067088889</c:v>
                      </c:pt>
                      <c:pt idx="283">
                        <c:v>218.98817781555556</c:v>
                      </c:pt>
                      <c:pt idx="284">
                        <c:v>244.45266168444442</c:v>
                      </c:pt>
                      <c:pt idx="285">
                        <c:v>268.2683762111111</c:v>
                      </c:pt>
                      <c:pt idx="286">
                        <c:v>256.48581990888886</c:v>
                      </c:pt>
                      <c:pt idx="287">
                        <c:v>211.13644147555556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D-F1FB-4D39-A8F8-9D267B9F4903}"/>
                  </c:ext>
                </c:extLst>
              </c15:ser>
            </c15:filteredLineSeries>
            <c15:filteredLineSeries>
              <c15:ser>
                <c:idx val="21"/>
                <c:order val="2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12-10-2026'!$W$1</c15:sqref>
                        </c15:formulaRef>
                      </c:ext>
                    </c:extLst>
                    <c:strCache>
                      <c:ptCount val="1"/>
                      <c:pt idx="0">
                        <c:v>EPG MUS SGI Troughput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12-10-2026'!$W$2:$W$289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103.38328594244001</c:v>
                      </c:pt>
                      <c:pt idx="1">
                        <c:v>66.960112217268872</c:v>
                      </c:pt>
                      <c:pt idx="2">
                        <c:v>41.264136070608892</c:v>
                      </c:pt>
                      <c:pt idx="3">
                        <c:v>27.515332315484422</c:v>
                      </c:pt>
                      <c:pt idx="4">
                        <c:v>21.034144556875539</c:v>
                      </c:pt>
                      <c:pt idx="5">
                        <c:v>23.835949928131139</c:v>
                      </c:pt>
                      <c:pt idx="6">
                        <c:v>45.237754497113301</c:v>
                      </c:pt>
                      <c:pt idx="7">
                        <c:v>69.853481335297772</c:v>
                      </c:pt>
                      <c:pt idx="8">
                        <c:v>84.716411042351112</c:v>
                      </c:pt>
                      <c:pt idx="9">
                        <c:v>91.628468506848904</c:v>
                      </c:pt>
                      <c:pt idx="10">
                        <c:v>101.18124109605114</c:v>
                      </c:pt>
                      <c:pt idx="11">
                        <c:v>110.9874899688958</c:v>
                      </c:pt>
                      <c:pt idx="12">
                        <c:v>116.79192967961599</c:v>
                      </c:pt>
                      <c:pt idx="13">
                        <c:v>128.8892499413692</c:v>
                      </c:pt>
                      <c:pt idx="14">
                        <c:v>134.45771304547341</c:v>
                      </c:pt>
                      <c:pt idx="15">
                        <c:v>134.30175283036681</c:v>
                      </c:pt>
                      <c:pt idx="16">
                        <c:v>122.6464364172932</c:v>
                      </c:pt>
                      <c:pt idx="17">
                        <c:v>131.55271183856271</c:v>
                      </c:pt>
                      <c:pt idx="18">
                        <c:v>129.10569236729111</c:v>
                      </c:pt>
                      <c:pt idx="19">
                        <c:v>143.94581160543541</c:v>
                      </c:pt>
                      <c:pt idx="20">
                        <c:v>155.51610185004</c:v>
                      </c:pt>
                      <c:pt idx="21">
                        <c:v>178.8035139142531</c:v>
                      </c:pt>
                      <c:pt idx="22">
                        <c:v>176.6398446258867</c:v>
                      </c:pt>
                      <c:pt idx="23">
                        <c:v>152.18414886080041</c:v>
                      </c:pt>
                      <c:pt idx="24">
                        <c:v>116.3338618405399</c:v>
                      </c:pt>
                      <c:pt idx="25">
                        <c:v>80.479913749944473</c:v>
                      </c:pt>
                      <c:pt idx="26">
                        <c:v>51.219208535413287</c:v>
                      </c:pt>
                      <c:pt idx="27">
                        <c:v>33.20139954434449</c:v>
                      </c:pt>
                      <c:pt idx="28">
                        <c:v>23.48246866394226</c:v>
                      </c:pt>
                      <c:pt idx="29">
                        <c:v>23.058054392688863</c:v>
                      </c:pt>
                      <c:pt idx="30">
                        <c:v>36.611838772333378</c:v>
                      </c:pt>
                      <c:pt idx="31">
                        <c:v>51.21892334753997</c:v>
                      </c:pt>
                      <c:pt idx="32">
                        <c:v>71.377368975979991</c:v>
                      </c:pt>
                      <c:pt idx="33">
                        <c:v>89.259630369444494</c:v>
                      </c:pt>
                      <c:pt idx="34">
                        <c:v>105.24402859502442</c:v>
                      </c:pt>
                      <c:pt idx="35">
                        <c:v>118.9733851445156</c:v>
                      </c:pt>
                      <c:pt idx="36">
                        <c:v>118.41025550953511</c:v>
                      </c:pt>
                      <c:pt idx="37">
                        <c:v>124.0448262775716</c:v>
                      </c:pt>
                      <c:pt idx="38">
                        <c:v>156.54824452127738</c:v>
                      </c:pt>
                      <c:pt idx="39">
                        <c:v>151.21367503200619</c:v>
                      </c:pt>
                      <c:pt idx="40">
                        <c:v>130.14590860619779</c:v>
                      </c:pt>
                      <c:pt idx="41">
                        <c:v>135.37928052067321</c:v>
                      </c:pt>
                      <c:pt idx="42">
                        <c:v>131.1549941651221</c:v>
                      </c:pt>
                      <c:pt idx="43">
                        <c:v>149.7838049977932</c:v>
                      </c:pt>
                      <c:pt idx="44">
                        <c:v>162.96507260370839</c:v>
                      </c:pt>
                      <c:pt idx="45">
                        <c:v>188.207804868842</c:v>
                      </c:pt>
                      <c:pt idx="46">
                        <c:v>184.7054085993089</c:v>
                      </c:pt>
                      <c:pt idx="47">
                        <c:v>161.4144716448067</c:v>
                      </c:pt>
                      <c:pt idx="48">
                        <c:v>123.17125429329757</c:v>
                      </c:pt>
                      <c:pt idx="49">
                        <c:v>83.560855432735579</c:v>
                      </c:pt>
                      <c:pt idx="50">
                        <c:v>52.417774652535527</c:v>
                      </c:pt>
                      <c:pt idx="51">
                        <c:v>32.876446047906704</c:v>
                      </c:pt>
                      <c:pt idx="52">
                        <c:v>23.178907679137779</c:v>
                      </c:pt>
                      <c:pt idx="53">
                        <c:v>23.087334690431081</c:v>
                      </c:pt>
                      <c:pt idx="54">
                        <c:v>38.293716563733369</c:v>
                      </c:pt>
                      <c:pt idx="55">
                        <c:v>56.221518182186671</c:v>
                      </c:pt>
                      <c:pt idx="56">
                        <c:v>75.985117366871137</c:v>
                      </c:pt>
                      <c:pt idx="57">
                        <c:v>91.919211851613298</c:v>
                      </c:pt>
                      <c:pt idx="58">
                        <c:v>103.73574309192892</c:v>
                      </c:pt>
                      <c:pt idx="59">
                        <c:v>114.0027001802929</c:v>
                      </c:pt>
                      <c:pt idx="60">
                        <c:v>118.3877383328378</c:v>
                      </c:pt>
                      <c:pt idx="61">
                        <c:v>134.40737929771132</c:v>
                      </c:pt>
                      <c:pt idx="62">
                        <c:v>142.89947869120238</c:v>
                      </c:pt>
                      <c:pt idx="63">
                        <c:v>140.7031661262557</c:v>
                      </c:pt>
                      <c:pt idx="64">
                        <c:v>126.2075797780996</c:v>
                      </c:pt>
                      <c:pt idx="65">
                        <c:v>134.38297820772689</c:v>
                      </c:pt>
                      <c:pt idx="66">
                        <c:v>131.05140865554628</c:v>
                      </c:pt>
                      <c:pt idx="67">
                        <c:v>144.37130976891359</c:v>
                      </c:pt>
                      <c:pt idx="68">
                        <c:v>156.6416415661642</c:v>
                      </c:pt>
                      <c:pt idx="69">
                        <c:v>181.0027095636423</c:v>
                      </c:pt>
                      <c:pt idx="70">
                        <c:v>176.62634444826702</c:v>
                      </c:pt>
                      <c:pt idx="71">
                        <c:v>147.0434505504312</c:v>
                      </c:pt>
                      <c:pt idx="72">
                        <c:v>104.35784605040001</c:v>
                      </c:pt>
                      <c:pt idx="73">
                        <c:v>66.812058019711131</c:v>
                      </c:pt>
                      <c:pt idx="74">
                        <c:v>41.367067700779977</c:v>
                      </c:pt>
                      <c:pt idx="75">
                        <c:v>27.008617946837777</c:v>
                      </c:pt>
                      <c:pt idx="76">
                        <c:v>20.666355462495588</c:v>
                      </c:pt>
                      <c:pt idx="77">
                        <c:v>22.568235865944413</c:v>
                      </c:pt>
                      <c:pt idx="78">
                        <c:v>42.772828974993338</c:v>
                      </c:pt>
                      <c:pt idx="79">
                        <c:v>66.99676361363997</c:v>
                      </c:pt>
                      <c:pt idx="80">
                        <c:v>82.368953525302231</c:v>
                      </c:pt>
                      <c:pt idx="81">
                        <c:v>90.416738358762203</c:v>
                      </c:pt>
                      <c:pt idx="82">
                        <c:v>99.606095694022216</c:v>
                      </c:pt>
                      <c:pt idx="83">
                        <c:v>109.76797117627781</c:v>
                      </c:pt>
                      <c:pt idx="84">
                        <c:v>114.51407025045791</c:v>
                      </c:pt>
                      <c:pt idx="85">
                        <c:v>125.555345794822</c:v>
                      </c:pt>
                      <c:pt idx="86">
                        <c:v>130.05880863108021</c:v>
                      </c:pt>
                      <c:pt idx="87">
                        <c:v>128.75670421240901</c:v>
                      </c:pt>
                      <c:pt idx="88">
                        <c:v>121.78542880835811</c:v>
                      </c:pt>
                      <c:pt idx="89">
                        <c:v>132.96233390605809</c:v>
                      </c:pt>
                      <c:pt idx="90">
                        <c:v>129.1332739628821</c:v>
                      </c:pt>
                      <c:pt idx="91">
                        <c:v>145.00631293778</c:v>
                      </c:pt>
                      <c:pt idx="92">
                        <c:v>158.85296135496671</c:v>
                      </c:pt>
                      <c:pt idx="93">
                        <c:v>183.14665010339371</c:v>
                      </c:pt>
                      <c:pt idx="94">
                        <c:v>175.9523325131866</c:v>
                      </c:pt>
                      <c:pt idx="95">
                        <c:v>144.25080760047331</c:v>
                      </c:pt>
                      <c:pt idx="96">
                        <c:v>100.87871009742223</c:v>
                      </c:pt>
                      <c:pt idx="97">
                        <c:v>63.89134158380449</c:v>
                      </c:pt>
                      <c:pt idx="98">
                        <c:v>39.056014174606695</c:v>
                      </c:pt>
                      <c:pt idx="99">
                        <c:v>25.836558346862219</c:v>
                      </c:pt>
                      <c:pt idx="100">
                        <c:v>19.973452003411079</c:v>
                      </c:pt>
                      <c:pt idx="101">
                        <c:v>22.14888028569781</c:v>
                      </c:pt>
                      <c:pt idx="102">
                        <c:v>43.688071875986687</c:v>
                      </c:pt>
                      <c:pt idx="103">
                        <c:v>69.337981794493373</c:v>
                      </c:pt>
                      <c:pt idx="104">
                        <c:v>84.387202544846616</c:v>
                      </c:pt>
                      <c:pt idx="105">
                        <c:v>91.314118595671147</c:v>
                      </c:pt>
                      <c:pt idx="106">
                        <c:v>100.5251432987756</c:v>
                      </c:pt>
                      <c:pt idx="107">
                        <c:v>111.89111016570031</c:v>
                      </c:pt>
                      <c:pt idx="108">
                        <c:v>117.1432633373003</c:v>
                      </c:pt>
                      <c:pt idx="109">
                        <c:v>127.2038457499753</c:v>
                      </c:pt>
                      <c:pt idx="110">
                        <c:v>131.73478058528269</c:v>
                      </c:pt>
                      <c:pt idx="111">
                        <c:v>130.4314361357734</c:v>
                      </c:pt>
                      <c:pt idx="112">
                        <c:v>123.5078262269891</c:v>
                      </c:pt>
                      <c:pt idx="113">
                        <c:v>133.71016746842861</c:v>
                      </c:pt>
                      <c:pt idx="114">
                        <c:v>130.2274581891779</c:v>
                      </c:pt>
                      <c:pt idx="115">
                        <c:v>145.971202680684</c:v>
                      </c:pt>
                      <c:pt idx="116">
                        <c:v>161.0062480583974</c:v>
                      </c:pt>
                      <c:pt idx="117">
                        <c:v>186.66946040863138</c:v>
                      </c:pt>
                      <c:pt idx="118">
                        <c:v>178.21646402442661</c:v>
                      </c:pt>
                      <c:pt idx="119">
                        <c:v>145.56165318176261</c:v>
                      </c:pt>
                      <c:pt idx="120">
                        <c:v>100.92774939283781</c:v>
                      </c:pt>
                      <c:pt idx="121">
                        <c:v>63.662423969624413</c:v>
                      </c:pt>
                      <c:pt idx="122">
                        <c:v>39.166182665793329</c:v>
                      </c:pt>
                      <c:pt idx="123">
                        <c:v>25.56907009690444</c:v>
                      </c:pt>
                      <c:pt idx="124">
                        <c:v>19.68369548596004</c:v>
                      </c:pt>
                      <c:pt idx="125">
                        <c:v>22.236487970995519</c:v>
                      </c:pt>
                      <c:pt idx="126">
                        <c:v>45.009619935515538</c:v>
                      </c:pt>
                      <c:pt idx="127">
                        <c:v>71.195921630468916</c:v>
                      </c:pt>
                      <c:pt idx="128">
                        <c:v>85.562975680411171</c:v>
                      </c:pt>
                      <c:pt idx="129">
                        <c:v>92.491999053840033</c:v>
                      </c:pt>
                      <c:pt idx="130">
                        <c:v>101.6315670534356</c:v>
                      </c:pt>
                      <c:pt idx="131">
                        <c:v>111.4240526712511</c:v>
                      </c:pt>
                      <c:pt idx="132">
                        <c:v>119.2386914551376</c:v>
                      </c:pt>
                      <c:pt idx="133">
                        <c:v>136.30541352161069</c:v>
                      </c:pt>
                      <c:pt idx="134">
                        <c:v>140.379574106673</c:v>
                      </c:pt>
                      <c:pt idx="135">
                        <c:v>137.60850201196871</c:v>
                      </c:pt>
                      <c:pt idx="136">
                        <c:v>125.94636947844239</c:v>
                      </c:pt>
                      <c:pt idx="137">
                        <c:v>136.08895426695989</c:v>
                      </c:pt>
                      <c:pt idx="138">
                        <c:v>145.4183512825108</c:v>
                      </c:pt>
                      <c:pt idx="139">
                        <c:v>161.99992717813379</c:v>
                      </c:pt>
                      <c:pt idx="140">
                        <c:v>165.39349207302908</c:v>
                      </c:pt>
                      <c:pt idx="141">
                        <c:v>188.7736254521333</c:v>
                      </c:pt>
                      <c:pt idx="142">
                        <c:v>178.08278990936628</c:v>
                      </c:pt>
                      <c:pt idx="143">
                        <c:v>144.43842337954192</c:v>
                      </c:pt>
                      <c:pt idx="144">
                        <c:v>105.60650396636449</c:v>
                      </c:pt>
                      <c:pt idx="145">
                        <c:v>67.491063357073372</c:v>
                      </c:pt>
                      <c:pt idx="146">
                        <c:v>42.845943474040006</c:v>
                      </c:pt>
                      <c:pt idx="147">
                        <c:v>26.285849106544433</c:v>
                      </c:pt>
                      <c:pt idx="148">
                        <c:v>20.38211829470886</c:v>
                      </c:pt>
                      <c:pt idx="149">
                        <c:v>23.068562006091142</c:v>
                      </c:pt>
                      <c:pt idx="150">
                        <c:v>45.826547979257796</c:v>
                      </c:pt>
                      <c:pt idx="151">
                        <c:v>72.17687483411558</c:v>
                      </c:pt>
                      <c:pt idx="152">
                        <c:v>87.728004955575571</c:v>
                      </c:pt>
                      <c:pt idx="153">
                        <c:v>93.636023982499978</c:v>
                      </c:pt>
                      <c:pt idx="154">
                        <c:v>102.13671508570441</c:v>
                      </c:pt>
                      <c:pt idx="155">
                        <c:v>111.6908807825353</c:v>
                      </c:pt>
                      <c:pt idx="156">
                        <c:v>115.97821468782639</c:v>
                      </c:pt>
                      <c:pt idx="157">
                        <c:v>126.67077626835311</c:v>
                      </c:pt>
                      <c:pt idx="158">
                        <c:v>131.2831842019782</c:v>
                      </c:pt>
                      <c:pt idx="159">
                        <c:v>129.832459403629</c:v>
                      </c:pt>
                      <c:pt idx="160">
                        <c:v>124.9914031833088</c:v>
                      </c:pt>
                      <c:pt idx="161">
                        <c:v>138.33061616827581</c:v>
                      </c:pt>
                      <c:pt idx="162">
                        <c:v>134.3216134690181</c:v>
                      </c:pt>
                      <c:pt idx="163">
                        <c:v>149.2954218919796</c:v>
                      </c:pt>
                      <c:pt idx="164">
                        <c:v>162.75323810401332</c:v>
                      </c:pt>
                      <c:pt idx="165">
                        <c:v>184.5962578445376</c:v>
                      </c:pt>
                      <c:pt idx="166">
                        <c:v>177.2678346692351</c:v>
                      </c:pt>
                      <c:pt idx="167">
                        <c:v>142.81450432554411</c:v>
                      </c:pt>
                      <c:pt idx="168">
                        <c:v>99.999884404402223</c:v>
                      </c:pt>
                      <c:pt idx="169">
                        <c:v>63.408227359591095</c:v>
                      </c:pt>
                      <c:pt idx="170">
                        <c:v>39.438362108706706</c:v>
                      </c:pt>
                      <c:pt idx="171">
                        <c:v>26.195862677419999</c:v>
                      </c:pt>
                      <c:pt idx="172">
                        <c:v>20.526046578646692</c:v>
                      </c:pt>
                      <c:pt idx="173">
                        <c:v>23.772390544108859</c:v>
                      </c:pt>
                      <c:pt idx="174">
                        <c:v>47.3053443569667</c:v>
                      </c:pt>
                      <c:pt idx="175">
                        <c:v>76.877470424962254</c:v>
                      </c:pt>
                      <c:pt idx="176">
                        <c:v>96.516519699588898</c:v>
                      </c:pt>
                      <c:pt idx="177">
                        <c:v>104.39307914090219</c:v>
                      </c:pt>
                      <c:pt idx="178">
                        <c:v>111.13002987542001</c:v>
                      </c:pt>
                      <c:pt idx="179">
                        <c:v>118.0150754331068</c:v>
                      </c:pt>
                      <c:pt idx="180">
                        <c:v>122.0517439321776</c:v>
                      </c:pt>
                      <c:pt idx="181">
                        <c:v>132.6502738301707</c:v>
                      </c:pt>
                      <c:pt idx="182">
                        <c:v>136.5306931872999</c:v>
                      </c:pt>
                      <c:pt idx="183">
                        <c:v>135.02537612864259</c:v>
                      </c:pt>
                      <c:pt idx="184">
                        <c:v>126.7642163173107</c:v>
                      </c:pt>
                      <c:pt idx="185">
                        <c:v>137.02077524041522</c:v>
                      </c:pt>
                      <c:pt idx="186">
                        <c:v>136.31634331581381</c:v>
                      </c:pt>
                      <c:pt idx="187">
                        <c:v>153.27873788972218</c:v>
                      </c:pt>
                      <c:pt idx="188">
                        <c:v>163.28835708010021</c:v>
                      </c:pt>
                      <c:pt idx="189">
                        <c:v>183.4327156113269</c:v>
                      </c:pt>
                      <c:pt idx="190">
                        <c:v>179.78474140213959</c:v>
                      </c:pt>
                      <c:pt idx="191">
                        <c:v>152.7414831265551</c:v>
                      </c:pt>
                      <c:pt idx="192">
                        <c:v>115.3039352714089</c:v>
                      </c:pt>
                      <c:pt idx="193">
                        <c:v>79.315965207751091</c:v>
                      </c:pt>
                      <c:pt idx="194">
                        <c:v>51.033445249822194</c:v>
                      </c:pt>
                      <c:pt idx="195">
                        <c:v>33.54496771068667</c:v>
                      </c:pt>
                      <c:pt idx="196">
                        <c:v>23.61883863296891</c:v>
                      </c:pt>
                      <c:pt idx="197">
                        <c:v>22.055808077435511</c:v>
                      </c:pt>
                      <c:pt idx="198">
                        <c:v>37.006114670757768</c:v>
                      </c:pt>
                      <c:pt idx="199">
                        <c:v>53.433294376626705</c:v>
                      </c:pt>
                      <c:pt idx="200">
                        <c:v>75.532332894020072</c:v>
                      </c:pt>
                      <c:pt idx="201">
                        <c:v>95.146678313557743</c:v>
                      </c:pt>
                      <c:pt idx="202">
                        <c:v>109.95641648261744</c:v>
                      </c:pt>
                      <c:pt idx="203">
                        <c:v>121.782186246767</c:v>
                      </c:pt>
                      <c:pt idx="204">
                        <c:v>120.16638657659961</c:v>
                      </c:pt>
                      <c:pt idx="205">
                        <c:v>126.5289468663223</c:v>
                      </c:pt>
                      <c:pt idx="206">
                        <c:v>156.78430808169742</c:v>
                      </c:pt>
                      <c:pt idx="207">
                        <c:v>149.48602064174838</c:v>
                      </c:pt>
                      <c:pt idx="208">
                        <c:v>133.86604156301729</c:v>
                      </c:pt>
                      <c:pt idx="209">
                        <c:v>140.26856385301599</c:v>
                      </c:pt>
                      <c:pt idx="210">
                        <c:v>136.13520548265342</c:v>
                      </c:pt>
                      <c:pt idx="211">
                        <c:v>154.14889328598912</c:v>
                      </c:pt>
                      <c:pt idx="212">
                        <c:v>167.20270906733072</c:v>
                      </c:pt>
                      <c:pt idx="213">
                        <c:v>188.5103729853758</c:v>
                      </c:pt>
                      <c:pt idx="214">
                        <c:v>187.57489227723539</c:v>
                      </c:pt>
                      <c:pt idx="215">
                        <c:v>158.13186140307769</c:v>
                      </c:pt>
                      <c:pt idx="216">
                        <c:v>116.52080881361978</c:v>
                      </c:pt>
                      <c:pt idx="217">
                        <c:v>76.956353392971153</c:v>
                      </c:pt>
                      <c:pt idx="218">
                        <c:v>48.060698346737759</c:v>
                      </c:pt>
                      <c:pt idx="219">
                        <c:v>30.58222516357338</c:v>
                      </c:pt>
                      <c:pt idx="220">
                        <c:v>22.077239534339981</c:v>
                      </c:pt>
                      <c:pt idx="221">
                        <c:v>21.750619500848888</c:v>
                      </c:pt>
                      <c:pt idx="222">
                        <c:v>38.153602395919982</c:v>
                      </c:pt>
                      <c:pt idx="223">
                        <c:v>57.705586498664424</c:v>
                      </c:pt>
                      <c:pt idx="224">
                        <c:v>77.926934957357801</c:v>
                      </c:pt>
                      <c:pt idx="225">
                        <c:v>92.894390073568914</c:v>
                      </c:pt>
                      <c:pt idx="226">
                        <c:v>104.49897997614663</c:v>
                      </c:pt>
                      <c:pt idx="227">
                        <c:v>115.2755538767023</c:v>
                      </c:pt>
                      <c:pt idx="228">
                        <c:v>118.68579439012029</c:v>
                      </c:pt>
                      <c:pt idx="229">
                        <c:v>134.32380363381139</c:v>
                      </c:pt>
                      <c:pt idx="230">
                        <c:v>143.12781124127591</c:v>
                      </c:pt>
                      <c:pt idx="231">
                        <c:v>139.11983862829109</c:v>
                      </c:pt>
                      <c:pt idx="232">
                        <c:v>128.13330499921381</c:v>
                      </c:pt>
                      <c:pt idx="233">
                        <c:v>138.30100046205371</c:v>
                      </c:pt>
                      <c:pt idx="234">
                        <c:v>135.40376634580429</c:v>
                      </c:pt>
                      <c:pt idx="235">
                        <c:v>150.16915957377969</c:v>
                      </c:pt>
                      <c:pt idx="236">
                        <c:v>166.05034646744639</c:v>
                      </c:pt>
                      <c:pt idx="237">
                        <c:v>188.88557696114461</c:v>
                      </c:pt>
                      <c:pt idx="238">
                        <c:v>177.29217437584018</c:v>
                      </c:pt>
                      <c:pt idx="239">
                        <c:v>143.26071628325792</c:v>
                      </c:pt>
                      <c:pt idx="240">
                        <c:v>99.56512761578665</c:v>
                      </c:pt>
                      <c:pt idx="241">
                        <c:v>62.89577206540671</c:v>
                      </c:pt>
                      <c:pt idx="242">
                        <c:v>38.254891434051103</c:v>
                      </c:pt>
                      <c:pt idx="243">
                        <c:v>25.275388919977811</c:v>
                      </c:pt>
                      <c:pt idx="244">
                        <c:v>19.916242330779991</c:v>
                      </c:pt>
                      <c:pt idx="245">
                        <c:v>21.97775943199332</c:v>
                      </c:pt>
                      <c:pt idx="246">
                        <c:v>43.756624053191089</c:v>
                      </c:pt>
                      <c:pt idx="247">
                        <c:v>69.658641565513364</c:v>
                      </c:pt>
                      <c:pt idx="248">
                        <c:v>84.09655516427334</c:v>
                      </c:pt>
                      <c:pt idx="249">
                        <c:v>90.698425946079993</c:v>
                      </c:pt>
                      <c:pt idx="250">
                        <c:v>100.0163232440044</c:v>
                      </c:pt>
                      <c:pt idx="251">
                        <c:v>110.66210921266</c:v>
                      </c:pt>
                      <c:pt idx="252">
                        <c:v>115.97272860940009</c:v>
                      </c:pt>
                      <c:pt idx="253">
                        <c:v>127.52865909298909</c:v>
                      </c:pt>
                      <c:pt idx="254">
                        <c:v>132.31884629045561</c:v>
                      </c:pt>
                      <c:pt idx="255">
                        <c:v>130.44443851973512</c:v>
                      </c:pt>
                      <c:pt idx="256">
                        <c:v>128.9711099100399</c:v>
                      </c:pt>
                      <c:pt idx="257">
                        <c:v>141.42641198633959</c:v>
                      </c:pt>
                      <c:pt idx="258">
                        <c:v>136.1182023736462</c:v>
                      </c:pt>
                      <c:pt idx="259">
                        <c:v>150.52892883788189</c:v>
                      </c:pt>
                      <c:pt idx="260">
                        <c:v>165.95506513614879</c:v>
                      </c:pt>
                      <c:pt idx="261">
                        <c:v>186.31520275076201</c:v>
                      </c:pt>
                      <c:pt idx="262">
                        <c:v>175.9356366342441</c:v>
                      </c:pt>
                      <c:pt idx="263">
                        <c:v>139.93117904003159</c:v>
                      </c:pt>
                      <c:pt idx="264">
                        <c:v>95.791924918048892</c:v>
                      </c:pt>
                      <c:pt idx="265">
                        <c:v>59.147263788480018</c:v>
                      </c:pt>
                      <c:pt idx="266">
                        <c:v>36.053887522119965</c:v>
                      </c:pt>
                      <c:pt idx="267">
                        <c:v>24.312377141197793</c:v>
                      </c:pt>
                      <c:pt idx="268">
                        <c:v>19.482274261664458</c:v>
                      </c:pt>
                      <c:pt idx="269">
                        <c:v>21.701853778693341</c:v>
                      </c:pt>
                      <c:pt idx="270">
                        <c:v>44.521700135388912</c:v>
                      </c:pt>
                      <c:pt idx="271">
                        <c:v>72.115615756491181</c:v>
                      </c:pt>
                      <c:pt idx="272">
                        <c:v>85.819985936315575</c:v>
                      </c:pt>
                      <c:pt idx="273">
                        <c:v>93.069457693051092</c:v>
                      </c:pt>
                      <c:pt idx="274">
                        <c:v>102.33014339354891</c:v>
                      </c:pt>
                      <c:pt idx="275">
                        <c:v>112.58489680569781</c:v>
                      </c:pt>
                      <c:pt idx="276">
                        <c:v>117.41505375395121</c:v>
                      </c:pt>
                      <c:pt idx="277">
                        <c:v>127.74397103871961</c:v>
                      </c:pt>
                      <c:pt idx="278">
                        <c:v>132.5075179025464</c:v>
                      </c:pt>
                      <c:pt idx="279">
                        <c:v>130.83965855848891</c:v>
                      </c:pt>
                      <c:pt idx="280">
                        <c:v>129.41280026116479</c:v>
                      </c:pt>
                      <c:pt idx="281">
                        <c:v>139.72393477169371</c:v>
                      </c:pt>
                      <c:pt idx="282">
                        <c:v>135.56918754324221</c:v>
                      </c:pt>
                      <c:pt idx="283">
                        <c:v>152.84702279296931</c:v>
                      </c:pt>
                      <c:pt idx="284">
                        <c:v>169.72420534561988</c:v>
                      </c:pt>
                      <c:pt idx="285">
                        <c:v>191.09661512841132</c:v>
                      </c:pt>
                      <c:pt idx="286">
                        <c:v>178.78581174689381</c:v>
                      </c:pt>
                      <c:pt idx="287">
                        <c:v>141.10006644070489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E-F1FB-4D39-A8F8-9D267B9F4903}"/>
                  </c:ext>
                </c:extLst>
              </c15:ser>
            </c15:filteredLineSeries>
            <c15:filteredLineSeries>
              <c15:ser>
                <c:idx val="22"/>
                <c:order val="2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12-10-2026'!$X$1</c15:sqref>
                        </c15:formulaRef>
                      </c:ext>
                    </c:extLst>
                    <c:strCache>
                      <c:ptCount val="1"/>
                      <c:pt idx="0">
                        <c:v>EPG MUS GI Troughput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12-10-2026'!$X$2:$X$289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9.2491591666111148</c:v>
                      </c:pt>
                      <c:pt idx="1">
                        <c:v>5.7688277236444421</c:v>
                      </c:pt>
                      <c:pt idx="2">
                        <c:v>3.6731064566444398</c:v>
                      </c:pt>
                      <c:pt idx="3">
                        <c:v>2.5901285877177731</c:v>
                      </c:pt>
                      <c:pt idx="4">
                        <c:v>2.0126366985333393</c:v>
                      </c:pt>
                      <c:pt idx="5">
                        <c:v>2.6824386961733371</c:v>
                      </c:pt>
                      <c:pt idx="6">
                        <c:v>5.426062050153333</c:v>
                      </c:pt>
                      <c:pt idx="7">
                        <c:v>7.8449363191644412</c:v>
                      </c:pt>
                      <c:pt idx="8">
                        <c:v>9.0066171938088804</c:v>
                      </c:pt>
                      <c:pt idx="9">
                        <c:v>9.3718681363488834</c:v>
                      </c:pt>
                      <c:pt idx="10">
                        <c:v>10.111693883526661</c:v>
                      </c:pt>
                      <c:pt idx="11">
                        <c:v>11.232899533584412</c:v>
                      </c:pt>
                      <c:pt idx="12">
                        <c:v>12.426329912446631</c:v>
                      </c:pt>
                      <c:pt idx="13">
                        <c:v>13.57508041928223</c:v>
                      </c:pt>
                      <c:pt idx="14">
                        <c:v>14.07859030418223</c:v>
                      </c:pt>
                      <c:pt idx="15">
                        <c:v>14.029291241480051</c:v>
                      </c:pt>
                      <c:pt idx="16">
                        <c:v>12.741551898608877</c:v>
                      </c:pt>
                      <c:pt idx="17">
                        <c:v>13.3196436140556</c:v>
                      </c:pt>
                      <c:pt idx="18">
                        <c:v>13.184478628817791</c:v>
                      </c:pt>
                      <c:pt idx="19">
                        <c:v>14.63898057683776</c:v>
                      </c:pt>
                      <c:pt idx="20">
                        <c:v>15.51274944300228</c:v>
                      </c:pt>
                      <c:pt idx="21">
                        <c:v>17.432057244060029</c:v>
                      </c:pt>
                      <c:pt idx="22">
                        <c:v>17.016248599315549</c:v>
                      </c:pt>
                      <c:pt idx="23">
                        <c:v>13.977355911088878</c:v>
                      </c:pt>
                      <c:pt idx="24">
                        <c:v>10.177956432697771</c:v>
                      </c:pt>
                      <c:pt idx="25">
                        <c:v>6.88337158843777</c:v>
                      </c:pt>
                      <c:pt idx="26">
                        <c:v>4.2329755542111078</c:v>
                      </c:pt>
                      <c:pt idx="27">
                        <c:v>2.8864153993488872</c:v>
                      </c:pt>
                      <c:pt idx="28">
                        <c:v>2.1964278398733317</c:v>
                      </c:pt>
                      <c:pt idx="29">
                        <c:v>2.5720232512111147</c:v>
                      </c:pt>
                      <c:pt idx="30">
                        <c:v>4.5115870169111165</c:v>
                      </c:pt>
                      <c:pt idx="31">
                        <c:v>6.4775718585000055</c:v>
                      </c:pt>
                      <c:pt idx="32">
                        <c:v>8.7650930070666604</c:v>
                      </c:pt>
                      <c:pt idx="33">
                        <c:v>10.121409034802211</c:v>
                      </c:pt>
                      <c:pt idx="34">
                        <c:v>11.274870687184487</c:v>
                      </c:pt>
                      <c:pt idx="35">
                        <c:v>12.295383209679956</c:v>
                      </c:pt>
                      <c:pt idx="36">
                        <c:v>12.419765464586666</c:v>
                      </c:pt>
                      <c:pt idx="37">
                        <c:v>13.272990113624489</c:v>
                      </c:pt>
                      <c:pt idx="38">
                        <c:v>15.59373344458001</c:v>
                      </c:pt>
                      <c:pt idx="39">
                        <c:v>15.1826019511222</c:v>
                      </c:pt>
                      <c:pt idx="40">
                        <c:v>12.943761534815522</c:v>
                      </c:pt>
                      <c:pt idx="41">
                        <c:v>13.11953089685109</c:v>
                      </c:pt>
                      <c:pt idx="42">
                        <c:v>12.960683449817759</c:v>
                      </c:pt>
                      <c:pt idx="43">
                        <c:v>14.670390628393321</c:v>
                      </c:pt>
                      <c:pt idx="44">
                        <c:v>15.593031839557739</c:v>
                      </c:pt>
                      <c:pt idx="45">
                        <c:v>17.732122618486702</c:v>
                      </c:pt>
                      <c:pt idx="46">
                        <c:v>17.477182293248919</c:v>
                      </c:pt>
                      <c:pt idx="47">
                        <c:v>14.894176420240001</c:v>
                      </c:pt>
                      <c:pt idx="48">
                        <c:v>10.869745654931078</c:v>
                      </c:pt>
                      <c:pt idx="49">
                        <c:v>7.1808004575066651</c:v>
                      </c:pt>
                      <c:pt idx="50">
                        <c:v>4.4181617366266712</c:v>
                      </c:pt>
                      <c:pt idx="51">
                        <c:v>2.9640081384355601</c:v>
                      </c:pt>
                      <c:pt idx="52">
                        <c:v>2.2403135142800021</c:v>
                      </c:pt>
                      <c:pt idx="53">
                        <c:v>2.613725706111115</c:v>
                      </c:pt>
                      <c:pt idx="54">
                        <c:v>4.6553651322777769</c:v>
                      </c:pt>
                      <c:pt idx="55">
                        <c:v>6.6096130854066626</c:v>
                      </c:pt>
                      <c:pt idx="56">
                        <c:v>8.6756830164977874</c:v>
                      </c:pt>
                      <c:pt idx="57">
                        <c:v>9.9063847339333275</c:v>
                      </c:pt>
                      <c:pt idx="58">
                        <c:v>10.720046056093333</c:v>
                      </c:pt>
                      <c:pt idx="59">
                        <c:v>11.732837483897756</c:v>
                      </c:pt>
                      <c:pt idx="60">
                        <c:v>12.473466498491078</c:v>
                      </c:pt>
                      <c:pt idx="61">
                        <c:v>13.72864501297113</c:v>
                      </c:pt>
                      <c:pt idx="62">
                        <c:v>14.42664158446442</c:v>
                      </c:pt>
                      <c:pt idx="63">
                        <c:v>14.00053978418441</c:v>
                      </c:pt>
                      <c:pt idx="64">
                        <c:v>12.472751280731133</c:v>
                      </c:pt>
                      <c:pt idx="65">
                        <c:v>12.824159915162271</c:v>
                      </c:pt>
                      <c:pt idx="66">
                        <c:v>12.45457286665337</c:v>
                      </c:pt>
                      <c:pt idx="67">
                        <c:v>13.73351604269328</c:v>
                      </c:pt>
                      <c:pt idx="68">
                        <c:v>14.568133972955579</c:v>
                      </c:pt>
                      <c:pt idx="69">
                        <c:v>16.5963800156422</c:v>
                      </c:pt>
                      <c:pt idx="70">
                        <c:v>16.350076954073298</c:v>
                      </c:pt>
                      <c:pt idx="71">
                        <c:v>13.140560990226689</c:v>
                      </c:pt>
                      <c:pt idx="72">
                        <c:v>8.7117314543888895</c:v>
                      </c:pt>
                      <c:pt idx="73">
                        <c:v>5.3404931932622262</c:v>
                      </c:pt>
                      <c:pt idx="74">
                        <c:v>3.3529135220688917</c:v>
                      </c:pt>
                      <c:pt idx="75">
                        <c:v>2.3315792156933308</c:v>
                      </c:pt>
                      <c:pt idx="76">
                        <c:v>1.9091119596866657</c:v>
                      </c:pt>
                      <c:pt idx="77">
                        <c:v>2.443633966008889</c:v>
                      </c:pt>
                      <c:pt idx="78">
                        <c:v>4.9701782605177804</c:v>
                      </c:pt>
                      <c:pt idx="79">
                        <c:v>7.0125873588755496</c:v>
                      </c:pt>
                      <c:pt idx="80">
                        <c:v>8.2215523392999934</c:v>
                      </c:pt>
                      <c:pt idx="81">
                        <c:v>8.5493138092888898</c:v>
                      </c:pt>
                      <c:pt idx="82">
                        <c:v>9.3485511341999992</c:v>
                      </c:pt>
                      <c:pt idx="83">
                        <c:v>10.499055385891108</c:v>
                      </c:pt>
                      <c:pt idx="84">
                        <c:v>11.52154186623115</c:v>
                      </c:pt>
                      <c:pt idx="85">
                        <c:v>12.54694749567998</c:v>
                      </c:pt>
                      <c:pt idx="86">
                        <c:v>12.950883748986699</c:v>
                      </c:pt>
                      <c:pt idx="87">
                        <c:v>12.763475455322178</c:v>
                      </c:pt>
                      <c:pt idx="88">
                        <c:v>12.001337630826622</c:v>
                      </c:pt>
                      <c:pt idx="89">
                        <c:v>12.63898010439774</c:v>
                      </c:pt>
                      <c:pt idx="90">
                        <c:v>12.36216724609109</c:v>
                      </c:pt>
                      <c:pt idx="91">
                        <c:v>13.90485213086667</c:v>
                      </c:pt>
                      <c:pt idx="92">
                        <c:v>14.901458670682189</c:v>
                      </c:pt>
                      <c:pt idx="93">
                        <c:v>16.921716680084451</c:v>
                      </c:pt>
                      <c:pt idx="94">
                        <c:v>16.147638546719982</c:v>
                      </c:pt>
                      <c:pt idx="95">
                        <c:v>12.874181852415576</c:v>
                      </c:pt>
                      <c:pt idx="96">
                        <c:v>8.6485953323533433</c:v>
                      </c:pt>
                      <c:pt idx="97">
                        <c:v>5.3549433781777793</c:v>
                      </c:pt>
                      <c:pt idx="98">
                        <c:v>3.2803518688333302</c:v>
                      </c:pt>
                      <c:pt idx="99">
                        <c:v>2.2482868260577757</c:v>
                      </c:pt>
                      <c:pt idx="100">
                        <c:v>1.8753758068622155</c:v>
                      </c:pt>
                      <c:pt idx="101">
                        <c:v>2.5181662793200039</c:v>
                      </c:pt>
                      <c:pt idx="102">
                        <c:v>5.1444416223488867</c:v>
                      </c:pt>
                      <c:pt idx="103">
                        <c:v>7.4922046938933375</c:v>
                      </c:pt>
                      <c:pt idx="104">
                        <c:v>8.7228665471933358</c:v>
                      </c:pt>
                      <c:pt idx="105">
                        <c:v>8.9986054737311196</c:v>
                      </c:pt>
                      <c:pt idx="106">
                        <c:v>9.7273456754977783</c:v>
                      </c:pt>
                      <c:pt idx="107">
                        <c:v>10.969854683248899</c:v>
                      </c:pt>
                      <c:pt idx="108">
                        <c:v>11.969300117566689</c:v>
                      </c:pt>
                      <c:pt idx="109">
                        <c:v>13.05678067496887</c:v>
                      </c:pt>
                      <c:pt idx="110">
                        <c:v>13.263579616304481</c:v>
                      </c:pt>
                      <c:pt idx="111">
                        <c:v>13.019897516997757</c:v>
                      </c:pt>
                      <c:pt idx="112">
                        <c:v>12.112643180877766</c:v>
                      </c:pt>
                      <c:pt idx="113">
                        <c:v>12.68506637174449</c:v>
                      </c:pt>
                      <c:pt idx="114">
                        <c:v>12.60736581268446</c:v>
                      </c:pt>
                      <c:pt idx="115">
                        <c:v>14.096096462288841</c:v>
                      </c:pt>
                      <c:pt idx="116">
                        <c:v>15.254989144964481</c:v>
                      </c:pt>
                      <c:pt idx="117">
                        <c:v>17.31180655107331</c:v>
                      </c:pt>
                      <c:pt idx="118">
                        <c:v>16.38847542284223</c:v>
                      </c:pt>
                      <c:pt idx="119">
                        <c:v>13.079243777471156</c:v>
                      </c:pt>
                      <c:pt idx="120">
                        <c:v>8.6157294633555583</c:v>
                      </c:pt>
                      <c:pt idx="121">
                        <c:v>5.3254103512244431</c:v>
                      </c:pt>
                      <c:pt idx="122">
                        <c:v>3.191146936415556</c:v>
                      </c:pt>
                      <c:pt idx="123">
                        <c:v>2.2141335463511065</c:v>
                      </c:pt>
                      <c:pt idx="124">
                        <c:v>1.8648801711177756</c:v>
                      </c:pt>
                      <c:pt idx="125">
                        <c:v>2.4608290255711092</c:v>
                      </c:pt>
                      <c:pt idx="126">
                        <c:v>5.1710123930866647</c:v>
                      </c:pt>
                      <c:pt idx="127">
                        <c:v>7.5168698660444484</c:v>
                      </c:pt>
                      <c:pt idx="128">
                        <c:v>8.924241147586665</c:v>
                      </c:pt>
                      <c:pt idx="129">
                        <c:v>9.0599453651066657</c:v>
                      </c:pt>
                      <c:pt idx="130">
                        <c:v>9.9068075315599966</c:v>
                      </c:pt>
                      <c:pt idx="131">
                        <c:v>10.768327312191115</c:v>
                      </c:pt>
                      <c:pt idx="132">
                        <c:v>12.12740880886221</c:v>
                      </c:pt>
                      <c:pt idx="133">
                        <c:v>14.02927946344221</c:v>
                      </c:pt>
                      <c:pt idx="134">
                        <c:v>14.36104436406446</c:v>
                      </c:pt>
                      <c:pt idx="135">
                        <c:v>13.95310667273772</c:v>
                      </c:pt>
                      <c:pt idx="136">
                        <c:v>12.470038421559956</c:v>
                      </c:pt>
                      <c:pt idx="137">
                        <c:v>12.93160670739559</c:v>
                      </c:pt>
                      <c:pt idx="138">
                        <c:v>13.07110270126889</c:v>
                      </c:pt>
                      <c:pt idx="139">
                        <c:v>14.50773402090892</c:v>
                      </c:pt>
                      <c:pt idx="140">
                        <c:v>15.500191078646699</c:v>
                      </c:pt>
                      <c:pt idx="141">
                        <c:v>17.41131919879777</c:v>
                      </c:pt>
                      <c:pt idx="142">
                        <c:v>16.57164595072221</c:v>
                      </c:pt>
                      <c:pt idx="143">
                        <c:v>13.006093863988911</c:v>
                      </c:pt>
                      <c:pt idx="144">
                        <c:v>8.8127632131333424</c:v>
                      </c:pt>
                      <c:pt idx="145">
                        <c:v>5.4343248757711198</c:v>
                      </c:pt>
                      <c:pt idx="146">
                        <c:v>3.3869635424844349</c:v>
                      </c:pt>
                      <c:pt idx="147">
                        <c:v>2.3275181755644412</c:v>
                      </c:pt>
                      <c:pt idx="148">
                        <c:v>1.9245996699622212</c:v>
                      </c:pt>
                      <c:pt idx="149">
                        <c:v>2.5789931645866688</c:v>
                      </c:pt>
                      <c:pt idx="150">
                        <c:v>5.4655685724488929</c:v>
                      </c:pt>
                      <c:pt idx="151">
                        <c:v>7.8999614420644422</c:v>
                      </c:pt>
                      <c:pt idx="152">
                        <c:v>9.1038392669844441</c:v>
                      </c:pt>
                      <c:pt idx="153">
                        <c:v>9.2688758674933247</c:v>
                      </c:pt>
                      <c:pt idx="154">
                        <c:v>10.014104581991107</c:v>
                      </c:pt>
                      <c:pt idx="155">
                        <c:v>11.147004297120011</c:v>
                      </c:pt>
                      <c:pt idx="156">
                        <c:v>11.999364011446641</c:v>
                      </c:pt>
                      <c:pt idx="157">
                        <c:v>13.00756320207107</c:v>
                      </c:pt>
                      <c:pt idx="158">
                        <c:v>13.409720673306671</c:v>
                      </c:pt>
                      <c:pt idx="159">
                        <c:v>13.028153809875556</c:v>
                      </c:pt>
                      <c:pt idx="160">
                        <c:v>12.393416204224476</c:v>
                      </c:pt>
                      <c:pt idx="161">
                        <c:v>13.359674102346679</c:v>
                      </c:pt>
                      <c:pt idx="162">
                        <c:v>13.18773616275997</c:v>
                      </c:pt>
                      <c:pt idx="163">
                        <c:v>14.678317780017771</c:v>
                      </c:pt>
                      <c:pt idx="164">
                        <c:v>15.65948091227998</c:v>
                      </c:pt>
                      <c:pt idx="165">
                        <c:v>17.417726040388899</c:v>
                      </c:pt>
                      <c:pt idx="166">
                        <c:v>16.491978440522271</c:v>
                      </c:pt>
                      <c:pt idx="167">
                        <c:v>13.001447788135545</c:v>
                      </c:pt>
                      <c:pt idx="168">
                        <c:v>8.6509270466399926</c:v>
                      </c:pt>
                      <c:pt idx="169">
                        <c:v>5.3311339105555566</c:v>
                      </c:pt>
                      <c:pt idx="170">
                        <c:v>3.3447635288933331</c:v>
                      </c:pt>
                      <c:pt idx="171">
                        <c:v>2.3642665727822196</c:v>
                      </c:pt>
                      <c:pt idx="172">
                        <c:v>1.9719390516999991</c:v>
                      </c:pt>
                      <c:pt idx="173">
                        <c:v>2.6485028925066638</c:v>
                      </c:pt>
                      <c:pt idx="174">
                        <c:v>5.5798250569955581</c:v>
                      </c:pt>
                      <c:pt idx="175">
                        <c:v>8.3823031880333403</c:v>
                      </c:pt>
                      <c:pt idx="176">
                        <c:v>10.151679917731116</c:v>
                      </c:pt>
                      <c:pt idx="177">
                        <c:v>9.846394561551115</c:v>
                      </c:pt>
                      <c:pt idx="178">
                        <c:v>10.280972046946662</c:v>
                      </c:pt>
                      <c:pt idx="179">
                        <c:v>11.190773305680001</c:v>
                      </c:pt>
                      <c:pt idx="180">
                        <c:v>12.226920123457779</c:v>
                      </c:pt>
                      <c:pt idx="181">
                        <c:v>13.324851642177791</c:v>
                      </c:pt>
                      <c:pt idx="182">
                        <c:v>13.60674626461115</c:v>
                      </c:pt>
                      <c:pt idx="183">
                        <c:v>13.51786714425551</c:v>
                      </c:pt>
                      <c:pt idx="184">
                        <c:v>12.623506430073343</c:v>
                      </c:pt>
                      <c:pt idx="185">
                        <c:v>13.350186677251081</c:v>
                      </c:pt>
                      <c:pt idx="186">
                        <c:v>13.448854452453331</c:v>
                      </c:pt>
                      <c:pt idx="187">
                        <c:v>14.89528495870224</c:v>
                      </c:pt>
                      <c:pt idx="188">
                        <c:v>15.744953071111091</c:v>
                      </c:pt>
                      <c:pt idx="189">
                        <c:v>17.589479169375579</c:v>
                      </c:pt>
                      <c:pt idx="190">
                        <c:v>16.720820337086639</c:v>
                      </c:pt>
                      <c:pt idx="191">
                        <c:v>13.79207775767332</c:v>
                      </c:pt>
                      <c:pt idx="192">
                        <c:v>10.070013899400001</c:v>
                      </c:pt>
                      <c:pt idx="193">
                        <c:v>6.7431355506577866</c:v>
                      </c:pt>
                      <c:pt idx="194">
                        <c:v>4.3546675927711069</c:v>
                      </c:pt>
                      <c:pt idx="195">
                        <c:v>2.9564958727333313</c:v>
                      </c:pt>
                      <c:pt idx="196">
                        <c:v>2.3150017454599978</c:v>
                      </c:pt>
                      <c:pt idx="197">
                        <c:v>2.523913039011108</c:v>
                      </c:pt>
                      <c:pt idx="198">
                        <c:v>4.6145953358599927</c:v>
                      </c:pt>
                      <c:pt idx="199">
                        <c:v>6.6696888574466673</c:v>
                      </c:pt>
                      <c:pt idx="200">
                        <c:v>9.1472215763400015</c:v>
                      </c:pt>
                      <c:pt idx="201">
                        <c:v>10.685781580455567</c:v>
                      </c:pt>
                      <c:pt idx="202">
                        <c:v>11.549045547602265</c:v>
                      </c:pt>
                      <c:pt idx="203">
                        <c:v>12.351859041600012</c:v>
                      </c:pt>
                      <c:pt idx="204">
                        <c:v>12.161339351406644</c:v>
                      </c:pt>
                      <c:pt idx="205">
                        <c:v>13.003464752004421</c:v>
                      </c:pt>
                      <c:pt idx="206">
                        <c:v>15.226947505671099</c:v>
                      </c:pt>
                      <c:pt idx="207">
                        <c:v>14.65377598290665</c:v>
                      </c:pt>
                      <c:pt idx="208">
                        <c:v>13.182990429451122</c:v>
                      </c:pt>
                      <c:pt idx="209">
                        <c:v>13.681444378446731</c:v>
                      </c:pt>
                      <c:pt idx="210">
                        <c:v>13.39370481069111</c:v>
                      </c:pt>
                      <c:pt idx="211">
                        <c:v>15.076244578942241</c:v>
                      </c:pt>
                      <c:pt idx="212">
                        <c:v>16.115387760811121</c:v>
                      </c:pt>
                      <c:pt idx="213">
                        <c:v>17.859739001233329</c:v>
                      </c:pt>
                      <c:pt idx="214">
                        <c:v>16.919223256908928</c:v>
                      </c:pt>
                      <c:pt idx="215">
                        <c:v>13.919124229871102</c:v>
                      </c:pt>
                      <c:pt idx="216">
                        <c:v>10.105854006202222</c:v>
                      </c:pt>
                      <c:pt idx="217">
                        <c:v>6.4290915331644332</c:v>
                      </c:pt>
                      <c:pt idx="218">
                        <c:v>4.0584048673311157</c:v>
                      </c:pt>
                      <c:pt idx="219">
                        <c:v>2.6863126524555527</c:v>
                      </c:pt>
                      <c:pt idx="220">
                        <c:v>2.1386476993888901</c:v>
                      </c:pt>
                      <c:pt idx="221">
                        <c:v>2.4610126313800014</c:v>
                      </c:pt>
                      <c:pt idx="222">
                        <c:v>4.7828105520222213</c:v>
                      </c:pt>
                      <c:pt idx="223">
                        <c:v>6.7328865625400001</c:v>
                      </c:pt>
                      <c:pt idx="224">
                        <c:v>8.7435984506688875</c:v>
                      </c:pt>
                      <c:pt idx="225">
                        <c:v>9.9391421430355429</c:v>
                      </c:pt>
                      <c:pt idx="226">
                        <c:v>10.596410186664443</c:v>
                      </c:pt>
                      <c:pt idx="227">
                        <c:v>11.276794709286621</c:v>
                      </c:pt>
                      <c:pt idx="228">
                        <c:v>11.7813720417022</c:v>
                      </c:pt>
                      <c:pt idx="229">
                        <c:v>13.256860606882261</c:v>
                      </c:pt>
                      <c:pt idx="230">
                        <c:v>13.79227351644669</c:v>
                      </c:pt>
                      <c:pt idx="231">
                        <c:v>13.228036495653312</c:v>
                      </c:pt>
                      <c:pt idx="232">
                        <c:v>11.969584587004446</c:v>
                      </c:pt>
                      <c:pt idx="233">
                        <c:v>12.460918323264409</c:v>
                      </c:pt>
                      <c:pt idx="234">
                        <c:v>12.35534299758887</c:v>
                      </c:pt>
                      <c:pt idx="235">
                        <c:v>13.86347658938001</c:v>
                      </c:pt>
                      <c:pt idx="236">
                        <c:v>15.131475051715569</c:v>
                      </c:pt>
                      <c:pt idx="237">
                        <c:v>16.830248722311161</c:v>
                      </c:pt>
                      <c:pt idx="238">
                        <c:v>15.711730083184419</c:v>
                      </c:pt>
                      <c:pt idx="239">
                        <c:v>12.162346571908911</c:v>
                      </c:pt>
                      <c:pt idx="240">
                        <c:v>7.9858411347288873</c:v>
                      </c:pt>
                      <c:pt idx="241">
                        <c:v>4.7911298346622209</c:v>
                      </c:pt>
                      <c:pt idx="242">
                        <c:v>2.9611755827555513</c:v>
                      </c:pt>
                      <c:pt idx="243">
                        <c:v>2.1094454207200037</c:v>
                      </c:pt>
                      <c:pt idx="244">
                        <c:v>1.7595869298577791</c:v>
                      </c:pt>
                      <c:pt idx="245">
                        <c:v>2.2115212426799999</c:v>
                      </c:pt>
                      <c:pt idx="246">
                        <c:v>4.8504657738888843</c:v>
                      </c:pt>
                      <c:pt idx="247">
                        <c:v>6.9068436917155651</c:v>
                      </c:pt>
                      <c:pt idx="248">
                        <c:v>8.2018524236555503</c:v>
                      </c:pt>
                      <c:pt idx="249">
                        <c:v>8.3615656775266771</c:v>
                      </c:pt>
                      <c:pt idx="250">
                        <c:v>8.9996661159888891</c:v>
                      </c:pt>
                      <c:pt idx="251">
                        <c:v>10.188300427962226</c:v>
                      </c:pt>
                      <c:pt idx="252">
                        <c:v>11.189231267780045</c:v>
                      </c:pt>
                      <c:pt idx="253">
                        <c:v>12.128596805464488</c:v>
                      </c:pt>
                      <c:pt idx="254">
                        <c:v>12.633862631891109</c:v>
                      </c:pt>
                      <c:pt idx="255">
                        <c:v>12.378438348522245</c:v>
                      </c:pt>
                      <c:pt idx="256">
                        <c:v>12.057151587333378</c:v>
                      </c:pt>
                      <c:pt idx="257">
                        <c:v>12.826628462680031</c:v>
                      </c:pt>
                      <c:pt idx="258">
                        <c:v>12.77399561071336</c:v>
                      </c:pt>
                      <c:pt idx="259">
                        <c:v>14.25008884078666</c:v>
                      </c:pt>
                      <c:pt idx="260">
                        <c:v>15.593510890173329</c:v>
                      </c:pt>
                      <c:pt idx="261">
                        <c:v>17.183185089020032</c:v>
                      </c:pt>
                      <c:pt idx="262">
                        <c:v>15.866873535919989</c:v>
                      </c:pt>
                      <c:pt idx="263">
                        <c:v>12.198263555966657</c:v>
                      </c:pt>
                      <c:pt idx="264">
                        <c:v>7.9094177016488976</c:v>
                      </c:pt>
                      <c:pt idx="265">
                        <c:v>4.8445249625466644</c:v>
                      </c:pt>
                      <c:pt idx="266">
                        <c:v>2.9496883569800061</c:v>
                      </c:pt>
                      <c:pt idx="267">
                        <c:v>2.1361679579955495</c:v>
                      </c:pt>
                      <c:pt idx="268">
                        <c:v>1.8167948954711088</c:v>
                      </c:pt>
                      <c:pt idx="269">
                        <c:v>2.4230231451488944</c:v>
                      </c:pt>
                      <c:pt idx="270">
                        <c:v>5.3240599016399957</c:v>
                      </c:pt>
                      <c:pt idx="271">
                        <c:v>7.7610749336955545</c:v>
                      </c:pt>
                      <c:pt idx="272">
                        <c:v>8.8071792866133389</c:v>
                      </c:pt>
                      <c:pt idx="273">
                        <c:v>8.9556379053599926</c:v>
                      </c:pt>
                      <c:pt idx="274">
                        <c:v>9.6455494596911198</c:v>
                      </c:pt>
                      <c:pt idx="275">
                        <c:v>10.80768868060666</c:v>
                      </c:pt>
                      <c:pt idx="276">
                        <c:v>11.728613546855509</c:v>
                      </c:pt>
                      <c:pt idx="277">
                        <c:v>12.906081562691099</c:v>
                      </c:pt>
                      <c:pt idx="278">
                        <c:v>13.079464651524489</c:v>
                      </c:pt>
                      <c:pt idx="279">
                        <c:v>12.722080088500011</c:v>
                      </c:pt>
                      <c:pt idx="280">
                        <c:v>12.450810475735576</c:v>
                      </c:pt>
                      <c:pt idx="281">
                        <c:v>13.15556675772663</c:v>
                      </c:pt>
                      <c:pt idx="282">
                        <c:v>13.025045681231159</c:v>
                      </c:pt>
                      <c:pt idx="283">
                        <c:v>14.722746284455519</c:v>
                      </c:pt>
                      <c:pt idx="284">
                        <c:v>16.132433583375569</c:v>
                      </c:pt>
                      <c:pt idx="285">
                        <c:v>17.674189370782269</c:v>
                      </c:pt>
                      <c:pt idx="286">
                        <c:v>16.388765912431118</c:v>
                      </c:pt>
                      <c:pt idx="287">
                        <c:v>12.630114787560032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F-F1FB-4D39-A8F8-9D267B9F4903}"/>
                  </c:ext>
                </c:extLst>
              </c15:ser>
            </c15:filteredLineSeries>
            <c15:filteredLineSeries>
              <c15:ser>
                <c:idx val="24"/>
                <c:order val="2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12-10-2026'!$Z$1</c15:sqref>
                        </c15:formulaRef>
                      </c:ext>
                    </c:extLst>
                    <c:strCache>
                      <c:ptCount val="1"/>
                      <c:pt idx="0">
                        <c:v>EPG ORN SGI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12-10-2026'!$Z$2:$Z$289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136.14688478448491</c:v>
                      </c:pt>
                      <c:pt idx="1">
                        <c:v>85.996086266164468</c:v>
                      </c:pt>
                      <c:pt idx="2">
                        <c:v>51.646777347302198</c:v>
                      </c:pt>
                      <c:pt idx="3">
                        <c:v>31.23448519174222</c:v>
                      </c:pt>
                      <c:pt idx="4">
                        <c:v>22.260252567864402</c:v>
                      </c:pt>
                      <c:pt idx="5">
                        <c:v>21.341360764786621</c:v>
                      </c:pt>
                      <c:pt idx="6">
                        <c:v>41.505717867155511</c:v>
                      </c:pt>
                      <c:pt idx="7">
                        <c:v>65.529399156539995</c:v>
                      </c:pt>
                      <c:pt idx="8">
                        <c:v>85.346152658757774</c:v>
                      </c:pt>
                      <c:pt idx="9">
                        <c:v>94.770025383011159</c:v>
                      </c:pt>
                      <c:pt idx="10">
                        <c:v>107.7917351760555</c:v>
                      </c:pt>
                      <c:pt idx="11">
                        <c:v>124.1838883804689</c:v>
                      </c:pt>
                      <c:pt idx="12">
                        <c:v>137.5429142611664</c:v>
                      </c:pt>
                      <c:pt idx="13">
                        <c:v>151.35857840456009</c:v>
                      </c:pt>
                      <c:pt idx="14">
                        <c:v>162.08701293815989</c:v>
                      </c:pt>
                      <c:pt idx="15">
                        <c:v>160.54131131671318</c:v>
                      </c:pt>
                      <c:pt idx="16">
                        <c:v>143.52586301172272</c:v>
                      </c:pt>
                      <c:pt idx="17">
                        <c:v>148.18706330616919</c:v>
                      </c:pt>
                      <c:pt idx="18">
                        <c:v>149.69739581497569</c:v>
                      </c:pt>
                      <c:pt idx="19">
                        <c:v>164.29519725420619</c:v>
                      </c:pt>
                      <c:pt idx="20">
                        <c:v>180.08636672762901</c:v>
                      </c:pt>
                      <c:pt idx="21">
                        <c:v>224.01946541126841</c:v>
                      </c:pt>
                      <c:pt idx="22">
                        <c:v>235.38460120155378</c:v>
                      </c:pt>
                      <c:pt idx="23">
                        <c:v>206.3237099160242</c:v>
                      </c:pt>
                      <c:pt idx="24">
                        <c:v>153.88022637080209</c:v>
                      </c:pt>
                      <c:pt idx="25">
                        <c:v>96.460001616071068</c:v>
                      </c:pt>
                      <c:pt idx="26">
                        <c:v>56.970209144837789</c:v>
                      </c:pt>
                      <c:pt idx="27">
                        <c:v>38.30546961246668</c:v>
                      </c:pt>
                      <c:pt idx="28">
                        <c:v>26.110662313231099</c:v>
                      </c:pt>
                      <c:pt idx="29">
                        <c:v>22.501098649242209</c:v>
                      </c:pt>
                      <c:pt idx="30">
                        <c:v>36.657474824282176</c:v>
                      </c:pt>
                      <c:pt idx="31">
                        <c:v>51.709098527255534</c:v>
                      </c:pt>
                      <c:pt idx="32">
                        <c:v>76.921755329208864</c:v>
                      </c:pt>
                      <c:pt idx="33">
                        <c:v>100.20485904939997</c:v>
                      </c:pt>
                      <c:pt idx="34">
                        <c:v>120.09015920188689</c:v>
                      </c:pt>
                      <c:pt idx="35">
                        <c:v>135.71344820229359</c:v>
                      </c:pt>
                      <c:pt idx="36">
                        <c:v>148.16066560041961</c:v>
                      </c:pt>
                      <c:pt idx="37">
                        <c:v>154.45385828688239</c:v>
                      </c:pt>
                      <c:pt idx="38">
                        <c:v>193.0861432179579</c:v>
                      </c:pt>
                      <c:pt idx="39">
                        <c:v>183.9132414037243</c:v>
                      </c:pt>
                      <c:pt idx="40">
                        <c:v>153.14303844280479</c:v>
                      </c:pt>
                      <c:pt idx="41">
                        <c:v>154.48513351659298</c:v>
                      </c:pt>
                      <c:pt idx="42">
                        <c:v>155.87750392619341</c:v>
                      </c:pt>
                      <c:pt idx="43">
                        <c:v>169.81668261328861</c:v>
                      </c:pt>
                      <c:pt idx="44">
                        <c:v>186.9028959993484</c:v>
                      </c:pt>
                      <c:pt idx="45">
                        <c:v>234.32449405470419</c:v>
                      </c:pt>
                      <c:pt idx="46">
                        <c:v>241.71934877526621</c:v>
                      </c:pt>
                      <c:pt idx="47">
                        <c:v>213.46233962781119</c:v>
                      </c:pt>
                      <c:pt idx="48">
                        <c:v>159.88395008662931</c:v>
                      </c:pt>
                      <c:pt idx="49">
                        <c:v>105.30012528766662</c:v>
                      </c:pt>
                      <c:pt idx="50">
                        <c:v>62.86709723831116</c:v>
                      </c:pt>
                      <c:pt idx="51">
                        <c:v>37.839158146715526</c:v>
                      </c:pt>
                      <c:pt idx="52">
                        <c:v>24.950225373173293</c:v>
                      </c:pt>
                      <c:pt idx="53">
                        <c:v>21.484418533235537</c:v>
                      </c:pt>
                      <c:pt idx="54">
                        <c:v>37.129627966880008</c:v>
                      </c:pt>
                      <c:pt idx="55">
                        <c:v>55.037790919135588</c:v>
                      </c:pt>
                      <c:pt idx="56">
                        <c:v>79.745407229557799</c:v>
                      </c:pt>
                      <c:pt idx="57">
                        <c:v>99.354521086202254</c:v>
                      </c:pt>
                      <c:pt idx="58">
                        <c:v>114.2003636738111</c:v>
                      </c:pt>
                      <c:pt idx="59">
                        <c:v>132.0252695957513</c:v>
                      </c:pt>
                      <c:pt idx="60">
                        <c:v>143.9599803205449</c:v>
                      </c:pt>
                      <c:pt idx="61">
                        <c:v>161.66092981049579</c:v>
                      </c:pt>
                      <c:pt idx="62">
                        <c:v>176.8496514115796</c:v>
                      </c:pt>
                      <c:pt idx="63">
                        <c:v>170.3613298243736</c:v>
                      </c:pt>
                      <c:pt idx="64">
                        <c:v>148.60900253194029</c:v>
                      </c:pt>
                      <c:pt idx="65">
                        <c:v>151.65534217741808</c:v>
                      </c:pt>
                      <c:pt idx="66">
                        <c:v>153.28241571762871</c:v>
                      </c:pt>
                      <c:pt idx="67">
                        <c:v>167.22488919400712</c:v>
                      </c:pt>
                      <c:pt idx="68">
                        <c:v>182.0285059580529</c:v>
                      </c:pt>
                      <c:pt idx="69">
                        <c:v>227.38026160279159</c:v>
                      </c:pt>
                      <c:pt idx="70">
                        <c:v>232.63069483458929</c:v>
                      </c:pt>
                      <c:pt idx="71">
                        <c:v>195.39944359019509</c:v>
                      </c:pt>
                      <c:pt idx="72">
                        <c:v>136.2034510775091</c:v>
                      </c:pt>
                      <c:pt idx="73">
                        <c:v>83.773344538653333</c:v>
                      </c:pt>
                      <c:pt idx="74">
                        <c:v>49.346723393002243</c:v>
                      </c:pt>
                      <c:pt idx="75">
                        <c:v>30.2728119244067</c:v>
                      </c:pt>
                      <c:pt idx="76">
                        <c:v>21.180769235691109</c:v>
                      </c:pt>
                      <c:pt idx="77">
                        <c:v>20.411248236488859</c:v>
                      </c:pt>
                      <c:pt idx="78">
                        <c:v>39.871167084631111</c:v>
                      </c:pt>
                      <c:pt idx="79">
                        <c:v>63.625480773348883</c:v>
                      </c:pt>
                      <c:pt idx="80">
                        <c:v>83.976570714584469</c:v>
                      </c:pt>
                      <c:pt idx="81">
                        <c:v>94.021833361317803</c:v>
                      </c:pt>
                      <c:pt idx="82">
                        <c:v>106.3901337048267</c:v>
                      </c:pt>
                      <c:pt idx="83">
                        <c:v>122.4870769771732</c:v>
                      </c:pt>
                      <c:pt idx="84">
                        <c:v>134.6533530139981</c:v>
                      </c:pt>
                      <c:pt idx="85">
                        <c:v>145.98145820196021</c:v>
                      </c:pt>
                      <c:pt idx="86">
                        <c:v>153.44077809230879</c:v>
                      </c:pt>
                      <c:pt idx="87">
                        <c:v>150.24291451637112</c:v>
                      </c:pt>
                      <c:pt idx="88">
                        <c:v>139.01477918995579</c:v>
                      </c:pt>
                      <c:pt idx="89">
                        <c:v>147.28689045632402</c:v>
                      </c:pt>
                      <c:pt idx="90">
                        <c:v>148.20608583134629</c:v>
                      </c:pt>
                      <c:pt idx="91">
                        <c:v>166.58006366484227</c:v>
                      </c:pt>
                      <c:pt idx="92">
                        <c:v>181.52210875538441</c:v>
                      </c:pt>
                      <c:pt idx="93">
                        <c:v>227.94303523898878</c:v>
                      </c:pt>
                      <c:pt idx="94">
                        <c:v>231.17610082141312</c:v>
                      </c:pt>
                      <c:pt idx="95">
                        <c:v>189.341815543731</c:v>
                      </c:pt>
                      <c:pt idx="96">
                        <c:v>130.4615626552602</c:v>
                      </c:pt>
                      <c:pt idx="97">
                        <c:v>80.2191810278578</c:v>
                      </c:pt>
                      <c:pt idx="98">
                        <c:v>46.981855380135507</c:v>
                      </c:pt>
                      <c:pt idx="99">
                        <c:v>29.08634734073776</c:v>
                      </c:pt>
                      <c:pt idx="100">
                        <c:v>20.79780775631108</c:v>
                      </c:pt>
                      <c:pt idx="101">
                        <c:v>20.03677909359774</c:v>
                      </c:pt>
                      <c:pt idx="102">
                        <c:v>40.4013247202667</c:v>
                      </c:pt>
                      <c:pt idx="103">
                        <c:v>64.873424582328909</c:v>
                      </c:pt>
                      <c:pt idx="104">
                        <c:v>84.284070866040025</c:v>
                      </c:pt>
                      <c:pt idx="105">
                        <c:v>94.095259801853359</c:v>
                      </c:pt>
                      <c:pt idx="106">
                        <c:v>106.85013136916</c:v>
                      </c:pt>
                      <c:pt idx="107">
                        <c:v>124.1106807658136</c:v>
                      </c:pt>
                      <c:pt idx="108">
                        <c:v>136.4488162182997</c:v>
                      </c:pt>
                      <c:pt idx="109">
                        <c:v>148.1954343771641</c:v>
                      </c:pt>
                      <c:pt idx="110">
                        <c:v>154.89117679912181</c:v>
                      </c:pt>
                      <c:pt idx="111">
                        <c:v>152.13415368048481</c:v>
                      </c:pt>
                      <c:pt idx="112">
                        <c:v>139.03217441704399</c:v>
                      </c:pt>
                      <c:pt idx="113">
                        <c:v>147.93440739223558</c:v>
                      </c:pt>
                      <c:pt idx="114">
                        <c:v>149.70585239287379</c:v>
                      </c:pt>
                      <c:pt idx="115">
                        <c:v>167.53269740057809</c:v>
                      </c:pt>
                      <c:pt idx="116">
                        <c:v>182.31930389275732</c:v>
                      </c:pt>
                      <c:pt idx="117">
                        <c:v>230.94602325487961</c:v>
                      </c:pt>
                      <c:pt idx="118">
                        <c:v>231.621972424658</c:v>
                      </c:pt>
                      <c:pt idx="119">
                        <c:v>190.7940255398818</c:v>
                      </c:pt>
                      <c:pt idx="120">
                        <c:v>130.6241907048931</c:v>
                      </c:pt>
                      <c:pt idx="121">
                        <c:v>80.28545655686446</c:v>
                      </c:pt>
                      <c:pt idx="122">
                        <c:v>46.581303803215519</c:v>
                      </c:pt>
                      <c:pt idx="123">
                        <c:v>28.819120631755542</c:v>
                      </c:pt>
                      <c:pt idx="124">
                        <c:v>20.689882297431097</c:v>
                      </c:pt>
                      <c:pt idx="125">
                        <c:v>20.195116110937789</c:v>
                      </c:pt>
                      <c:pt idx="126">
                        <c:v>41.257001485882178</c:v>
                      </c:pt>
                      <c:pt idx="127">
                        <c:v>66.315369168811173</c:v>
                      </c:pt>
                      <c:pt idx="128">
                        <c:v>86.980272295646643</c:v>
                      </c:pt>
                      <c:pt idx="129">
                        <c:v>97.063119582811069</c:v>
                      </c:pt>
                      <c:pt idx="130">
                        <c:v>109.7389892684689</c:v>
                      </c:pt>
                      <c:pt idx="131">
                        <c:v>125.5285613210313</c:v>
                      </c:pt>
                      <c:pt idx="132">
                        <c:v>141.49784561637301</c:v>
                      </c:pt>
                      <c:pt idx="133">
                        <c:v>161.9444745875887</c:v>
                      </c:pt>
                      <c:pt idx="134">
                        <c:v>169.2875242242892</c:v>
                      </c:pt>
                      <c:pt idx="135">
                        <c:v>161.91441364231338</c:v>
                      </c:pt>
                      <c:pt idx="136">
                        <c:v>141.76022542326641</c:v>
                      </c:pt>
                      <c:pt idx="137">
                        <c:v>149.86322245188478</c:v>
                      </c:pt>
                      <c:pt idx="138">
                        <c:v>165.85508295502871</c:v>
                      </c:pt>
                      <c:pt idx="139">
                        <c:v>186.62589218884659</c:v>
                      </c:pt>
                      <c:pt idx="140">
                        <c:v>189.23842931305569</c:v>
                      </c:pt>
                      <c:pt idx="141">
                        <c:v>235.74576922556889</c:v>
                      </c:pt>
                      <c:pt idx="142">
                        <c:v>234.0663524037646</c:v>
                      </c:pt>
                      <c:pt idx="143">
                        <c:v>191.31196501993301</c:v>
                      </c:pt>
                      <c:pt idx="144">
                        <c:v>135.77912523976039</c:v>
                      </c:pt>
                      <c:pt idx="145">
                        <c:v>83.620283703522276</c:v>
                      </c:pt>
                      <c:pt idx="146">
                        <c:v>50.632083021804483</c:v>
                      </c:pt>
                      <c:pt idx="147">
                        <c:v>30.112729274148883</c:v>
                      </c:pt>
                      <c:pt idx="148">
                        <c:v>21.865440538624398</c:v>
                      </c:pt>
                      <c:pt idx="149">
                        <c:v>21.452927393160039</c:v>
                      </c:pt>
                      <c:pt idx="150">
                        <c:v>41.349887816015602</c:v>
                      </c:pt>
                      <c:pt idx="151">
                        <c:v>66.616918795895586</c:v>
                      </c:pt>
                      <c:pt idx="152">
                        <c:v>88.23150519176221</c:v>
                      </c:pt>
                      <c:pt idx="153">
                        <c:v>97.706303335688901</c:v>
                      </c:pt>
                      <c:pt idx="154">
                        <c:v>109.95243316604889</c:v>
                      </c:pt>
                      <c:pt idx="155">
                        <c:v>123.2541343745974</c:v>
                      </c:pt>
                      <c:pt idx="156">
                        <c:v>137.05021635383321</c:v>
                      </c:pt>
                      <c:pt idx="157">
                        <c:v>148.24023747375369</c:v>
                      </c:pt>
                      <c:pt idx="158">
                        <c:v>157.55561201507979</c:v>
                      </c:pt>
                      <c:pt idx="159">
                        <c:v>154.70285547330869</c:v>
                      </c:pt>
                      <c:pt idx="160">
                        <c:v>142.77671010047999</c:v>
                      </c:pt>
                      <c:pt idx="161">
                        <c:v>152.80551385988031</c:v>
                      </c:pt>
                      <c:pt idx="162">
                        <c:v>153.76715878330421</c:v>
                      </c:pt>
                      <c:pt idx="163">
                        <c:v>174.01125265444918</c:v>
                      </c:pt>
                      <c:pt idx="164">
                        <c:v>185.47860948381529</c:v>
                      </c:pt>
                      <c:pt idx="165">
                        <c:v>232.75676212855598</c:v>
                      </c:pt>
                      <c:pt idx="166">
                        <c:v>232.39216522182929</c:v>
                      </c:pt>
                      <c:pt idx="167">
                        <c:v>185.3727360756086</c:v>
                      </c:pt>
                      <c:pt idx="168">
                        <c:v>125.9492142169577</c:v>
                      </c:pt>
                      <c:pt idx="169">
                        <c:v>75.096829061377775</c:v>
                      </c:pt>
                      <c:pt idx="170">
                        <c:v>45.971443487682237</c:v>
                      </c:pt>
                      <c:pt idx="171">
                        <c:v>29.220064661051072</c:v>
                      </c:pt>
                      <c:pt idx="172">
                        <c:v>21.28165703910447</c:v>
                      </c:pt>
                      <c:pt idx="173">
                        <c:v>21.282468719568929</c:v>
                      </c:pt>
                      <c:pt idx="174">
                        <c:v>43.128516203462205</c:v>
                      </c:pt>
                      <c:pt idx="175">
                        <c:v>72.11629324743339</c:v>
                      </c:pt>
                      <c:pt idx="176">
                        <c:v>95.079545665540053</c:v>
                      </c:pt>
                      <c:pt idx="177">
                        <c:v>107.35818161068667</c:v>
                      </c:pt>
                      <c:pt idx="178">
                        <c:v>117.5204830580691</c:v>
                      </c:pt>
                      <c:pt idx="179">
                        <c:v>130.5312122678022</c:v>
                      </c:pt>
                      <c:pt idx="180">
                        <c:v>142.0716908526818</c:v>
                      </c:pt>
                      <c:pt idx="181">
                        <c:v>154.46376624564257</c:v>
                      </c:pt>
                      <c:pt idx="182">
                        <c:v>162.86357252973329</c:v>
                      </c:pt>
                      <c:pt idx="183">
                        <c:v>159.86773889546458</c:v>
                      </c:pt>
                      <c:pt idx="184">
                        <c:v>144.09466722750619</c:v>
                      </c:pt>
                      <c:pt idx="185">
                        <c:v>150.7440926868471</c:v>
                      </c:pt>
                      <c:pt idx="186">
                        <c:v>150.29153010874239</c:v>
                      </c:pt>
                      <c:pt idx="187">
                        <c:v>174.25425927358691</c:v>
                      </c:pt>
                      <c:pt idx="188">
                        <c:v>186.66011835910638</c:v>
                      </c:pt>
                      <c:pt idx="189">
                        <c:v>230.3796859500554</c:v>
                      </c:pt>
                      <c:pt idx="190">
                        <c:v>235.6349653183818</c:v>
                      </c:pt>
                      <c:pt idx="191">
                        <c:v>200.71136065016699</c:v>
                      </c:pt>
                      <c:pt idx="192">
                        <c:v>146.40434612301161</c:v>
                      </c:pt>
                      <c:pt idx="193">
                        <c:v>95.360232782880018</c:v>
                      </c:pt>
                      <c:pt idx="194">
                        <c:v>59.464979223511079</c:v>
                      </c:pt>
                      <c:pt idx="195">
                        <c:v>38.244257228013339</c:v>
                      </c:pt>
                      <c:pt idx="196">
                        <c:v>26.170565147557809</c:v>
                      </c:pt>
                      <c:pt idx="197">
                        <c:v>22.5878753886489</c:v>
                      </c:pt>
                      <c:pt idx="198">
                        <c:v>37.445311534584469</c:v>
                      </c:pt>
                      <c:pt idx="199">
                        <c:v>56.012634677846691</c:v>
                      </c:pt>
                      <c:pt idx="200">
                        <c:v>81.604544645328943</c:v>
                      </c:pt>
                      <c:pt idx="201">
                        <c:v>103.57112722556666</c:v>
                      </c:pt>
                      <c:pt idx="202">
                        <c:v>122.85044919151301</c:v>
                      </c:pt>
                      <c:pt idx="203">
                        <c:v>143.48992446188689</c:v>
                      </c:pt>
                      <c:pt idx="204">
                        <c:v>150.79144924384241</c:v>
                      </c:pt>
                      <c:pt idx="205">
                        <c:v>156.54930774674671</c:v>
                      </c:pt>
                      <c:pt idx="206">
                        <c:v>195.12501550387111</c:v>
                      </c:pt>
                      <c:pt idx="207">
                        <c:v>184.24249368163819</c:v>
                      </c:pt>
                      <c:pt idx="208">
                        <c:v>153.57759828310179</c:v>
                      </c:pt>
                      <c:pt idx="209">
                        <c:v>157.14223654964692</c:v>
                      </c:pt>
                      <c:pt idx="210">
                        <c:v>154.43494202075141</c:v>
                      </c:pt>
                      <c:pt idx="211">
                        <c:v>178.84792102465579</c:v>
                      </c:pt>
                      <c:pt idx="212">
                        <c:v>190.7179167355286</c:v>
                      </c:pt>
                      <c:pt idx="213">
                        <c:v>237.0596798756423</c:v>
                      </c:pt>
                      <c:pt idx="214">
                        <c:v>244.65582251859959</c:v>
                      </c:pt>
                      <c:pt idx="215">
                        <c:v>208.76988953343371</c:v>
                      </c:pt>
                      <c:pt idx="216">
                        <c:v>151.1392737734582</c:v>
                      </c:pt>
                      <c:pt idx="217">
                        <c:v>95.891949758851098</c:v>
                      </c:pt>
                      <c:pt idx="218">
                        <c:v>56.975451507208859</c:v>
                      </c:pt>
                      <c:pt idx="219">
                        <c:v>34.229177635015567</c:v>
                      </c:pt>
                      <c:pt idx="220">
                        <c:v>23.32893882007777</c:v>
                      </c:pt>
                      <c:pt idx="221">
                        <c:v>20.942297563031161</c:v>
                      </c:pt>
                      <c:pt idx="222">
                        <c:v>37.312929345777789</c:v>
                      </c:pt>
                      <c:pt idx="223">
                        <c:v>57.748310710335566</c:v>
                      </c:pt>
                      <c:pt idx="224">
                        <c:v>82.348174766706691</c:v>
                      </c:pt>
                      <c:pt idx="225">
                        <c:v>101.11872697149775</c:v>
                      </c:pt>
                      <c:pt idx="226">
                        <c:v>115.7018872812978</c:v>
                      </c:pt>
                      <c:pt idx="227">
                        <c:v>131.931748713122</c:v>
                      </c:pt>
                      <c:pt idx="228">
                        <c:v>142.20232531844232</c:v>
                      </c:pt>
                      <c:pt idx="229">
                        <c:v>163.2430845105801</c:v>
                      </c:pt>
                      <c:pt idx="230">
                        <c:v>177.50334674994912</c:v>
                      </c:pt>
                      <c:pt idx="231">
                        <c:v>171.93403675938879</c:v>
                      </c:pt>
                      <c:pt idx="232">
                        <c:v>147.59653210512931</c:v>
                      </c:pt>
                      <c:pt idx="233">
                        <c:v>153.579529431791</c:v>
                      </c:pt>
                      <c:pt idx="234">
                        <c:v>152.47616977931361</c:v>
                      </c:pt>
                      <c:pt idx="235">
                        <c:v>173.90949841737299</c:v>
                      </c:pt>
                      <c:pt idx="236">
                        <c:v>190.60464485672</c:v>
                      </c:pt>
                      <c:pt idx="237">
                        <c:v>239.4759070920731</c:v>
                      </c:pt>
                      <c:pt idx="238">
                        <c:v>233.4706425033938</c:v>
                      </c:pt>
                      <c:pt idx="239">
                        <c:v>188.01656895627588</c:v>
                      </c:pt>
                      <c:pt idx="240">
                        <c:v>127.4469630602847</c:v>
                      </c:pt>
                      <c:pt idx="241">
                        <c:v>77.953796932471164</c:v>
                      </c:pt>
                      <c:pt idx="242">
                        <c:v>45.565024374602189</c:v>
                      </c:pt>
                      <c:pt idx="243">
                        <c:v>27.954861188382182</c:v>
                      </c:pt>
                      <c:pt idx="244">
                        <c:v>20.21018826860443</c:v>
                      </c:pt>
                      <c:pt idx="245">
                        <c:v>20.077344395071123</c:v>
                      </c:pt>
                      <c:pt idx="246">
                        <c:v>40.666963268824411</c:v>
                      </c:pt>
                      <c:pt idx="247">
                        <c:v>66.236421616666661</c:v>
                      </c:pt>
                      <c:pt idx="248">
                        <c:v>84.940934384817794</c:v>
                      </c:pt>
                      <c:pt idx="249">
                        <c:v>93.326051000353317</c:v>
                      </c:pt>
                      <c:pt idx="250">
                        <c:v>105.6016090169577</c:v>
                      </c:pt>
                      <c:pt idx="251">
                        <c:v>122.69263084339291</c:v>
                      </c:pt>
                      <c:pt idx="252">
                        <c:v>134.2713562182731</c:v>
                      </c:pt>
                      <c:pt idx="253">
                        <c:v>146.8125208131801</c:v>
                      </c:pt>
                      <c:pt idx="254">
                        <c:v>154.64061251615362</c:v>
                      </c:pt>
                      <c:pt idx="255">
                        <c:v>153.0390677899826</c:v>
                      </c:pt>
                      <c:pt idx="256">
                        <c:v>141.85090537543729</c:v>
                      </c:pt>
                      <c:pt idx="257">
                        <c:v>156.07049492282241</c:v>
                      </c:pt>
                      <c:pt idx="258">
                        <c:v>153.61930260367322</c:v>
                      </c:pt>
                      <c:pt idx="259">
                        <c:v>173.88753859452629</c:v>
                      </c:pt>
                      <c:pt idx="260">
                        <c:v>187.81237354842909</c:v>
                      </c:pt>
                      <c:pt idx="261">
                        <c:v>233.2470927763668</c:v>
                      </c:pt>
                      <c:pt idx="262">
                        <c:v>229.39519337344259</c:v>
                      </c:pt>
                      <c:pt idx="263">
                        <c:v>179.45227153674628</c:v>
                      </c:pt>
                      <c:pt idx="264">
                        <c:v>118.89319982446489</c:v>
                      </c:pt>
                      <c:pt idx="265">
                        <c:v>71.187903564735549</c:v>
                      </c:pt>
                      <c:pt idx="266">
                        <c:v>41.600480237424428</c:v>
                      </c:pt>
                      <c:pt idx="267">
                        <c:v>26.50762547755107</c:v>
                      </c:pt>
                      <c:pt idx="268">
                        <c:v>19.56802167459999</c:v>
                      </c:pt>
                      <c:pt idx="269">
                        <c:v>19.926356458248932</c:v>
                      </c:pt>
                      <c:pt idx="270">
                        <c:v>40.996990131817725</c:v>
                      </c:pt>
                      <c:pt idx="271">
                        <c:v>67.940417084800032</c:v>
                      </c:pt>
                      <c:pt idx="272">
                        <c:v>87.857543462668929</c:v>
                      </c:pt>
                      <c:pt idx="273">
                        <c:v>95.95561525727112</c:v>
                      </c:pt>
                      <c:pt idx="274">
                        <c:v>108.0813035890244</c:v>
                      </c:pt>
                      <c:pt idx="275">
                        <c:v>124.59682191149319</c:v>
                      </c:pt>
                      <c:pt idx="276">
                        <c:v>136.25209616772011</c:v>
                      </c:pt>
                      <c:pt idx="277">
                        <c:v>148.81432037927129</c:v>
                      </c:pt>
                      <c:pt idx="278">
                        <c:v>156.7129289274576</c:v>
                      </c:pt>
                      <c:pt idx="279">
                        <c:v>154.30270141559819</c:v>
                      </c:pt>
                      <c:pt idx="280">
                        <c:v>142.24034077619771</c:v>
                      </c:pt>
                      <c:pt idx="281">
                        <c:v>153.0177181499248</c:v>
                      </c:pt>
                      <c:pt idx="282">
                        <c:v>150.11218027969511</c:v>
                      </c:pt>
                      <c:pt idx="283">
                        <c:v>173.82022549019308</c:v>
                      </c:pt>
                      <c:pt idx="284">
                        <c:v>190.7027994378671</c:v>
                      </c:pt>
                      <c:pt idx="285">
                        <c:v>238.6825964019489</c:v>
                      </c:pt>
                      <c:pt idx="286">
                        <c:v>231.94672763142421</c:v>
                      </c:pt>
                      <c:pt idx="287">
                        <c:v>181.20816972105789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0-F1FB-4D39-A8F8-9D267B9F4903}"/>
                  </c:ext>
                </c:extLst>
              </c15:ser>
            </c15:filteredLineSeries>
            <c15:filteredLineSeries>
              <c15:ser>
                <c:idx val="25"/>
                <c:order val="2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12-10-2026'!$AA$1</c15:sqref>
                        </c15:formulaRef>
                      </c:ext>
                    </c:extLst>
                    <c:strCache>
                      <c:ptCount val="1"/>
                      <c:pt idx="0">
                        <c:v>EPG ORN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12-10-2026'!$AA$2:$AA$289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11.933338776975566</c:v>
                      </c:pt>
                      <c:pt idx="1">
                        <c:v>7.3787036914377859</c:v>
                      </c:pt>
                      <c:pt idx="2">
                        <c:v>4.3275472202355498</c:v>
                      </c:pt>
                      <c:pt idx="3">
                        <c:v>2.685837855608888</c:v>
                      </c:pt>
                      <c:pt idx="4">
                        <c:v>2.1093860054044482</c:v>
                      </c:pt>
                      <c:pt idx="5">
                        <c:v>2.4429410470555601</c:v>
                      </c:pt>
                      <c:pt idx="6">
                        <c:v>5.3001335316044473</c:v>
                      </c:pt>
                      <c:pt idx="7">
                        <c:v>8.0166091168066664</c:v>
                      </c:pt>
                      <c:pt idx="8">
                        <c:v>9.8074697456688877</c:v>
                      </c:pt>
                      <c:pt idx="9">
                        <c:v>10.051369498126668</c:v>
                      </c:pt>
                      <c:pt idx="10">
                        <c:v>10.838840476344448</c:v>
                      </c:pt>
                      <c:pt idx="11">
                        <c:v>12.15199541846221</c:v>
                      </c:pt>
                      <c:pt idx="12">
                        <c:v>14.062176415784441</c:v>
                      </c:pt>
                      <c:pt idx="13">
                        <c:v>15.43268269231778</c:v>
                      </c:pt>
                      <c:pt idx="14">
                        <c:v>16.382696893588911</c:v>
                      </c:pt>
                      <c:pt idx="15">
                        <c:v>16.294747603495562</c:v>
                      </c:pt>
                      <c:pt idx="16">
                        <c:v>14.392087844184491</c:v>
                      </c:pt>
                      <c:pt idx="17">
                        <c:v>14.172330878786671</c:v>
                      </c:pt>
                      <c:pt idx="18">
                        <c:v>13.93750145517553</c:v>
                      </c:pt>
                      <c:pt idx="19">
                        <c:v>15.19814924197998</c:v>
                      </c:pt>
                      <c:pt idx="20">
                        <c:v>16.647437735595549</c:v>
                      </c:pt>
                      <c:pt idx="21">
                        <c:v>20.0447397874022</c:v>
                      </c:pt>
                      <c:pt idx="22">
                        <c:v>21.197256127731109</c:v>
                      </c:pt>
                      <c:pt idx="23">
                        <c:v>18.531486830293289</c:v>
                      </c:pt>
                      <c:pt idx="24">
                        <c:v>13.573684414931078</c:v>
                      </c:pt>
                      <c:pt idx="25">
                        <c:v>8.5061755185399974</c:v>
                      </c:pt>
                      <c:pt idx="26">
                        <c:v>5.0084216204755538</c:v>
                      </c:pt>
                      <c:pt idx="27">
                        <c:v>3.4346774328244458</c:v>
                      </c:pt>
                      <c:pt idx="28">
                        <c:v>2.43526843479111</c:v>
                      </c:pt>
                      <c:pt idx="29">
                        <c:v>2.4882120271266692</c:v>
                      </c:pt>
                      <c:pt idx="30">
                        <c:v>4.5576494682133371</c:v>
                      </c:pt>
                      <c:pt idx="31">
                        <c:v>6.5502869992911092</c:v>
                      </c:pt>
                      <c:pt idx="32">
                        <c:v>9.3624966123600064</c:v>
                      </c:pt>
                      <c:pt idx="33">
                        <c:v>11.218620076024433</c:v>
                      </c:pt>
                      <c:pt idx="34">
                        <c:v>12.496046058726643</c:v>
                      </c:pt>
                      <c:pt idx="35">
                        <c:v>15.40733258473559</c:v>
                      </c:pt>
                      <c:pt idx="36">
                        <c:v>15.60192393743333</c:v>
                      </c:pt>
                      <c:pt idx="37">
                        <c:v>15.97822691720442</c:v>
                      </c:pt>
                      <c:pt idx="38">
                        <c:v>18.73892019931116</c:v>
                      </c:pt>
                      <c:pt idx="39">
                        <c:v>17.85279902296449</c:v>
                      </c:pt>
                      <c:pt idx="40">
                        <c:v>15.053783696017749</c:v>
                      </c:pt>
                      <c:pt idx="41">
                        <c:v>14.59657645853331</c:v>
                      </c:pt>
                      <c:pt idx="42">
                        <c:v>14.354718876688921</c:v>
                      </c:pt>
                      <c:pt idx="43">
                        <c:v>15.450858213197749</c:v>
                      </c:pt>
                      <c:pt idx="44">
                        <c:v>16.899092652942201</c:v>
                      </c:pt>
                      <c:pt idx="45">
                        <c:v>20.692483466102189</c:v>
                      </c:pt>
                      <c:pt idx="46">
                        <c:v>21.664692695886661</c:v>
                      </c:pt>
                      <c:pt idx="47">
                        <c:v>19.228437157757732</c:v>
                      </c:pt>
                      <c:pt idx="48">
                        <c:v>14.182344634704412</c:v>
                      </c:pt>
                      <c:pt idx="49">
                        <c:v>9.1038434824888945</c:v>
                      </c:pt>
                      <c:pt idx="50">
                        <c:v>5.313896520162217</c:v>
                      </c:pt>
                      <c:pt idx="51">
                        <c:v>3.2513750517133371</c:v>
                      </c:pt>
                      <c:pt idx="52">
                        <c:v>2.2871211951666632</c:v>
                      </c:pt>
                      <c:pt idx="53">
                        <c:v>2.432504423657782</c:v>
                      </c:pt>
                      <c:pt idx="54">
                        <c:v>4.7038906575444432</c:v>
                      </c:pt>
                      <c:pt idx="55">
                        <c:v>6.9518213834622236</c:v>
                      </c:pt>
                      <c:pt idx="56">
                        <c:v>9.6024797405488833</c:v>
                      </c:pt>
                      <c:pt idx="57">
                        <c:v>11.107817206615522</c:v>
                      </c:pt>
                      <c:pt idx="58">
                        <c:v>11.857238550173333</c:v>
                      </c:pt>
                      <c:pt idx="59">
                        <c:v>13.19694012520219</c:v>
                      </c:pt>
                      <c:pt idx="60">
                        <c:v>14.643034822159979</c:v>
                      </c:pt>
                      <c:pt idx="61">
                        <c:v>16.282179599651091</c:v>
                      </c:pt>
                      <c:pt idx="62">
                        <c:v>17.429756720931088</c:v>
                      </c:pt>
                      <c:pt idx="63">
                        <c:v>16.895508781442221</c:v>
                      </c:pt>
                      <c:pt idx="64">
                        <c:v>14.584883999608891</c:v>
                      </c:pt>
                      <c:pt idx="65">
                        <c:v>14.10169015345776</c:v>
                      </c:pt>
                      <c:pt idx="66">
                        <c:v>14.060061174488901</c:v>
                      </c:pt>
                      <c:pt idx="67">
                        <c:v>15.19201302635776</c:v>
                      </c:pt>
                      <c:pt idx="68">
                        <c:v>16.582510614788898</c:v>
                      </c:pt>
                      <c:pt idx="69">
                        <c:v>20.301423894915622</c:v>
                      </c:pt>
                      <c:pt idx="70">
                        <c:v>21.056405338359991</c:v>
                      </c:pt>
                      <c:pt idx="71">
                        <c:v>17.591611387875581</c:v>
                      </c:pt>
                      <c:pt idx="72">
                        <c:v>12.086002037657744</c:v>
                      </c:pt>
                      <c:pt idx="73">
                        <c:v>7.31401633773112</c:v>
                      </c:pt>
                      <c:pt idx="74">
                        <c:v>4.246092719042224</c:v>
                      </c:pt>
                      <c:pt idx="75">
                        <c:v>2.6649786315599959</c:v>
                      </c:pt>
                      <c:pt idx="76">
                        <c:v>2.0698763684111068</c:v>
                      </c:pt>
                      <c:pt idx="77">
                        <c:v>2.395456450031114</c:v>
                      </c:pt>
                      <c:pt idx="78">
                        <c:v>5.0657650834044379</c:v>
                      </c:pt>
                      <c:pt idx="79">
                        <c:v>7.6837124999955577</c:v>
                      </c:pt>
                      <c:pt idx="80">
                        <c:v>9.2929951191488946</c:v>
                      </c:pt>
                      <c:pt idx="81">
                        <c:v>9.5941886984822222</c:v>
                      </c:pt>
                      <c:pt idx="82">
                        <c:v>10.290980093000005</c:v>
                      </c:pt>
                      <c:pt idx="83">
                        <c:v>11.93894741019108</c:v>
                      </c:pt>
                      <c:pt idx="84">
                        <c:v>13.673093134295591</c:v>
                      </c:pt>
                      <c:pt idx="85">
                        <c:v>14.56949623946441</c:v>
                      </c:pt>
                      <c:pt idx="86">
                        <c:v>15.421437208571099</c:v>
                      </c:pt>
                      <c:pt idx="87">
                        <c:v>15.153967966904439</c:v>
                      </c:pt>
                      <c:pt idx="88">
                        <c:v>13.87624744235333</c:v>
                      </c:pt>
                      <c:pt idx="89">
                        <c:v>13.91838007491782</c:v>
                      </c:pt>
                      <c:pt idx="90">
                        <c:v>13.47676369104002</c:v>
                      </c:pt>
                      <c:pt idx="91">
                        <c:v>14.95152181284668</c:v>
                      </c:pt>
                      <c:pt idx="92">
                        <c:v>16.382511606946672</c:v>
                      </c:pt>
                      <c:pt idx="93">
                        <c:v>20.047746201828929</c:v>
                      </c:pt>
                      <c:pt idx="94">
                        <c:v>20.527279819859999</c:v>
                      </c:pt>
                      <c:pt idx="95">
                        <c:v>16.751156195888878</c:v>
                      </c:pt>
                      <c:pt idx="96">
                        <c:v>11.168705638626633</c:v>
                      </c:pt>
                      <c:pt idx="97">
                        <c:v>6.7469156259044425</c:v>
                      </c:pt>
                      <c:pt idx="98">
                        <c:v>3.9169589083955572</c:v>
                      </c:pt>
                      <c:pt idx="99">
                        <c:v>2.5335994002466689</c:v>
                      </c:pt>
                      <c:pt idx="100">
                        <c:v>1.9753641678444456</c:v>
                      </c:pt>
                      <c:pt idx="101">
                        <c:v>2.266937407331107</c:v>
                      </c:pt>
                      <c:pt idx="102">
                        <c:v>5.1086593886266645</c:v>
                      </c:pt>
                      <c:pt idx="103">
                        <c:v>7.795466475695557</c:v>
                      </c:pt>
                      <c:pt idx="104">
                        <c:v>9.4348028671266633</c:v>
                      </c:pt>
                      <c:pt idx="105">
                        <c:v>9.650909107395556</c:v>
                      </c:pt>
                      <c:pt idx="106">
                        <c:v>10.355593981464438</c:v>
                      </c:pt>
                      <c:pt idx="107">
                        <c:v>11.89132253783996</c:v>
                      </c:pt>
                      <c:pt idx="108">
                        <c:v>13.547917816682221</c:v>
                      </c:pt>
                      <c:pt idx="109">
                        <c:v>14.581781495437779</c:v>
                      </c:pt>
                      <c:pt idx="110">
                        <c:v>15.2536153950533</c:v>
                      </c:pt>
                      <c:pt idx="111">
                        <c:v>15.016587160511161</c:v>
                      </c:pt>
                      <c:pt idx="112">
                        <c:v>13.730636048075571</c:v>
                      </c:pt>
                      <c:pt idx="113">
                        <c:v>13.755434873175611</c:v>
                      </c:pt>
                      <c:pt idx="114">
                        <c:v>13.523992465428901</c:v>
                      </c:pt>
                      <c:pt idx="115">
                        <c:v>14.90971016816442</c:v>
                      </c:pt>
                      <c:pt idx="116">
                        <c:v>16.244189960666699</c:v>
                      </c:pt>
                      <c:pt idx="117">
                        <c:v>20.039366490795601</c:v>
                      </c:pt>
                      <c:pt idx="118">
                        <c:v>20.50897170257106</c:v>
                      </c:pt>
                      <c:pt idx="119">
                        <c:v>16.82840679541107</c:v>
                      </c:pt>
                      <c:pt idx="120">
                        <c:v>11.296188510975599</c:v>
                      </c:pt>
                      <c:pt idx="121">
                        <c:v>6.7829532903555547</c:v>
                      </c:pt>
                      <c:pt idx="122">
                        <c:v>3.9456393184111112</c:v>
                      </c:pt>
                      <c:pt idx="123">
                        <c:v>2.5754250882844469</c:v>
                      </c:pt>
                      <c:pt idx="124">
                        <c:v>1.9440593653222178</c:v>
                      </c:pt>
                      <c:pt idx="125">
                        <c:v>2.2372825152888902</c:v>
                      </c:pt>
                      <c:pt idx="126">
                        <c:v>5.1624886710711166</c:v>
                      </c:pt>
                      <c:pt idx="127">
                        <c:v>8.0461600261977839</c:v>
                      </c:pt>
                      <c:pt idx="128">
                        <c:v>9.5018901194822298</c:v>
                      </c:pt>
                      <c:pt idx="129">
                        <c:v>9.824048130300012</c:v>
                      </c:pt>
                      <c:pt idx="130">
                        <c:v>10.616571535991104</c:v>
                      </c:pt>
                      <c:pt idx="131">
                        <c:v>11.94223652014448</c:v>
                      </c:pt>
                      <c:pt idx="132">
                        <c:v>13.980586589795541</c:v>
                      </c:pt>
                      <c:pt idx="133">
                        <c:v>16.095344104288881</c:v>
                      </c:pt>
                      <c:pt idx="134">
                        <c:v>16.789653734642219</c:v>
                      </c:pt>
                      <c:pt idx="135">
                        <c:v>16.01140605944223</c:v>
                      </c:pt>
                      <c:pt idx="136">
                        <c:v>13.914194573219969</c:v>
                      </c:pt>
                      <c:pt idx="137">
                        <c:v>13.959068831466631</c:v>
                      </c:pt>
                      <c:pt idx="138">
                        <c:v>14.2857553307778</c:v>
                      </c:pt>
                      <c:pt idx="139">
                        <c:v>15.93873732535117</c:v>
                      </c:pt>
                      <c:pt idx="140">
                        <c:v>16.836612650166689</c:v>
                      </c:pt>
                      <c:pt idx="141">
                        <c:v>20.610553021724431</c:v>
                      </c:pt>
                      <c:pt idx="142">
                        <c:v>20.871202085653369</c:v>
                      </c:pt>
                      <c:pt idx="143">
                        <c:v>17.090838240768829</c:v>
                      </c:pt>
                      <c:pt idx="144">
                        <c:v>11.599038187782201</c:v>
                      </c:pt>
                      <c:pt idx="145">
                        <c:v>6.9716291471888914</c:v>
                      </c:pt>
                      <c:pt idx="146">
                        <c:v>4.2526020450444495</c:v>
                      </c:pt>
                      <c:pt idx="147">
                        <c:v>2.835852462862217</c:v>
                      </c:pt>
                      <c:pt idx="148">
                        <c:v>2.1904967600022216</c:v>
                      </c:pt>
                      <c:pt idx="149">
                        <c:v>2.4533974514777732</c:v>
                      </c:pt>
                      <c:pt idx="150">
                        <c:v>5.2861339089377806</c:v>
                      </c:pt>
                      <c:pt idx="151">
                        <c:v>8.0954160109866535</c:v>
                      </c:pt>
                      <c:pt idx="152">
                        <c:v>9.7881325699777832</c:v>
                      </c:pt>
                      <c:pt idx="153">
                        <c:v>9.915715467360009</c:v>
                      </c:pt>
                      <c:pt idx="154">
                        <c:v>10.616306544926658</c:v>
                      </c:pt>
                      <c:pt idx="155">
                        <c:v>11.87861001826669</c:v>
                      </c:pt>
                      <c:pt idx="156">
                        <c:v>13.60600707916441</c:v>
                      </c:pt>
                      <c:pt idx="157">
                        <c:v>14.649791151353311</c:v>
                      </c:pt>
                      <c:pt idx="158">
                        <c:v>15.65661568806223</c:v>
                      </c:pt>
                      <c:pt idx="159">
                        <c:v>15.408341950677761</c:v>
                      </c:pt>
                      <c:pt idx="160">
                        <c:v>14.196074315773339</c:v>
                      </c:pt>
                      <c:pt idx="161">
                        <c:v>14.28913969728</c:v>
                      </c:pt>
                      <c:pt idx="162">
                        <c:v>14.044667750204431</c:v>
                      </c:pt>
                      <c:pt idx="163">
                        <c:v>15.69949884780219</c:v>
                      </c:pt>
                      <c:pt idx="164">
                        <c:v>17.011013802544412</c:v>
                      </c:pt>
                      <c:pt idx="165">
                        <c:v>20.64093553462666</c:v>
                      </c:pt>
                      <c:pt idx="166">
                        <c:v>20.820252169766619</c:v>
                      </c:pt>
                      <c:pt idx="167">
                        <c:v>16.61859310916666</c:v>
                      </c:pt>
                      <c:pt idx="168">
                        <c:v>10.868451269948856</c:v>
                      </c:pt>
                      <c:pt idx="169">
                        <c:v>6.3564408785311102</c:v>
                      </c:pt>
                      <c:pt idx="170">
                        <c:v>3.931627409031115</c:v>
                      </c:pt>
                      <c:pt idx="171">
                        <c:v>2.6098850545911123</c:v>
                      </c:pt>
                      <c:pt idx="172">
                        <c:v>2.1111591682466591</c:v>
                      </c:pt>
                      <c:pt idx="173">
                        <c:v>2.4504469842777752</c:v>
                      </c:pt>
                      <c:pt idx="174">
                        <c:v>5.4988226982199988</c:v>
                      </c:pt>
                      <c:pt idx="175">
                        <c:v>8.7177858979244576</c:v>
                      </c:pt>
                      <c:pt idx="176">
                        <c:v>10.43752606282</c:v>
                      </c:pt>
                      <c:pt idx="177">
                        <c:v>10.412551732740001</c:v>
                      </c:pt>
                      <c:pt idx="178">
                        <c:v>10.953344456680009</c:v>
                      </c:pt>
                      <c:pt idx="179">
                        <c:v>12.210233515886671</c:v>
                      </c:pt>
                      <c:pt idx="180">
                        <c:v>13.977700460488929</c:v>
                      </c:pt>
                      <c:pt idx="181">
                        <c:v>15.225488708028871</c:v>
                      </c:pt>
                      <c:pt idx="182">
                        <c:v>16.0622694067022</c:v>
                      </c:pt>
                      <c:pt idx="183">
                        <c:v>15.787807360786651</c:v>
                      </c:pt>
                      <c:pt idx="184">
                        <c:v>14.140728703257778</c:v>
                      </c:pt>
                      <c:pt idx="185">
                        <c:v>14.245812851893369</c:v>
                      </c:pt>
                      <c:pt idx="186">
                        <c:v>13.921902332431179</c:v>
                      </c:pt>
                      <c:pt idx="187">
                        <c:v>15.92542409501551</c:v>
                      </c:pt>
                      <c:pt idx="188">
                        <c:v>17.049403416486641</c:v>
                      </c:pt>
                      <c:pt idx="189">
                        <c:v>20.521625259517773</c:v>
                      </c:pt>
                      <c:pt idx="190">
                        <c:v>21.005380972744479</c:v>
                      </c:pt>
                      <c:pt idx="191">
                        <c:v>18.009473467331123</c:v>
                      </c:pt>
                      <c:pt idx="192">
                        <c:v>12.785836846317791</c:v>
                      </c:pt>
                      <c:pt idx="193">
                        <c:v>8.142043168782223</c:v>
                      </c:pt>
                      <c:pt idx="194">
                        <c:v>4.9540596122577742</c:v>
                      </c:pt>
                      <c:pt idx="195">
                        <c:v>3.2021882194155551</c:v>
                      </c:pt>
                      <c:pt idx="196">
                        <c:v>2.3788201862200027</c:v>
                      </c:pt>
                      <c:pt idx="197">
                        <c:v>2.3753880669533332</c:v>
                      </c:pt>
                      <c:pt idx="198">
                        <c:v>4.6280368132244449</c:v>
                      </c:pt>
                      <c:pt idx="199">
                        <c:v>6.9498610835688792</c:v>
                      </c:pt>
                      <c:pt idx="200">
                        <c:v>9.6413509840288842</c:v>
                      </c:pt>
                      <c:pt idx="201">
                        <c:v>11.294358297173332</c:v>
                      </c:pt>
                      <c:pt idx="202">
                        <c:v>12.278485497453378</c:v>
                      </c:pt>
                      <c:pt idx="203">
                        <c:v>13.90312254988884</c:v>
                      </c:pt>
                      <c:pt idx="204">
                        <c:v>14.83788249884001</c:v>
                      </c:pt>
                      <c:pt idx="205">
                        <c:v>15.776735239466671</c:v>
                      </c:pt>
                      <c:pt idx="206">
                        <c:v>18.375185895542213</c:v>
                      </c:pt>
                      <c:pt idx="207">
                        <c:v>17.542265735242221</c:v>
                      </c:pt>
                      <c:pt idx="208">
                        <c:v>14.55900883316666</c:v>
                      </c:pt>
                      <c:pt idx="209">
                        <c:v>14.215503504086689</c:v>
                      </c:pt>
                      <c:pt idx="210">
                        <c:v>13.53266914269777</c:v>
                      </c:pt>
                      <c:pt idx="211">
                        <c:v>15.63597614645558</c:v>
                      </c:pt>
                      <c:pt idx="212">
                        <c:v>17.15827775700447</c:v>
                      </c:pt>
                      <c:pt idx="213">
                        <c:v>20.783558457340018</c:v>
                      </c:pt>
                      <c:pt idx="214">
                        <c:v>21.693072422317741</c:v>
                      </c:pt>
                      <c:pt idx="215">
                        <c:v>18.741786999904459</c:v>
                      </c:pt>
                      <c:pt idx="216">
                        <c:v>13.335561612893288</c:v>
                      </c:pt>
                      <c:pt idx="217">
                        <c:v>8.3498933988200026</c:v>
                      </c:pt>
                      <c:pt idx="218">
                        <c:v>4.9885938267088816</c:v>
                      </c:pt>
                      <c:pt idx="219">
                        <c:v>3.0036306687866721</c:v>
                      </c:pt>
                      <c:pt idx="220">
                        <c:v>2.1474786173955578</c:v>
                      </c:pt>
                      <c:pt idx="221">
                        <c:v>2.2908872026044502</c:v>
                      </c:pt>
                      <c:pt idx="222">
                        <c:v>4.6973451819800003</c:v>
                      </c:pt>
                      <c:pt idx="223">
                        <c:v>7.1235464185177788</c:v>
                      </c:pt>
                      <c:pt idx="224">
                        <c:v>9.7603777783022192</c:v>
                      </c:pt>
                      <c:pt idx="225">
                        <c:v>10.94717036957331</c:v>
                      </c:pt>
                      <c:pt idx="226">
                        <c:v>11.653085486640032</c:v>
                      </c:pt>
                      <c:pt idx="227">
                        <c:v>12.89345277253998</c:v>
                      </c:pt>
                      <c:pt idx="228">
                        <c:v>14.104598613340029</c:v>
                      </c:pt>
                      <c:pt idx="229">
                        <c:v>15.99941741107558</c:v>
                      </c:pt>
                      <c:pt idx="230">
                        <c:v>17.374544473628891</c:v>
                      </c:pt>
                      <c:pt idx="231">
                        <c:v>16.731489388720011</c:v>
                      </c:pt>
                      <c:pt idx="232">
                        <c:v>14.26478964357781</c:v>
                      </c:pt>
                      <c:pt idx="233">
                        <c:v>14.03579358865778</c:v>
                      </c:pt>
                      <c:pt idx="234">
                        <c:v>13.717784587544429</c:v>
                      </c:pt>
                      <c:pt idx="235">
                        <c:v>15.62326153264447</c:v>
                      </c:pt>
                      <c:pt idx="236">
                        <c:v>16.985611439675559</c:v>
                      </c:pt>
                      <c:pt idx="237">
                        <c:v>20.861689663846679</c:v>
                      </c:pt>
                      <c:pt idx="238">
                        <c:v>20.96115775200003</c:v>
                      </c:pt>
                      <c:pt idx="239">
                        <c:v>16.91128003594665</c:v>
                      </c:pt>
                      <c:pt idx="240">
                        <c:v>11.048959793104478</c:v>
                      </c:pt>
                      <c:pt idx="241">
                        <c:v>6.5799109284888919</c:v>
                      </c:pt>
                      <c:pt idx="242">
                        <c:v>3.856765246388886</c:v>
                      </c:pt>
                      <c:pt idx="243">
                        <c:v>2.5107426393422232</c:v>
                      </c:pt>
                      <c:pt idx="244">
                        <c:v>1.9059931443555544</c:v>
                      </c:pt>
                      <c:pt idx="245">
                        <c:v>2.2404204862755561</c:v>
                      </c:pt>
                      <c:pt idx="246">
                        <c:v>5.1182394976511096</c:v>
                      </c:pt>
                      <c:pt idx="247">
                        <c:v>7.8079925898911178</c:v>
                      </c:pt>
                      <c:pt idx="248">
                        <c:v>9.3956613324977827</c:v>
                      </c:pt>
                      <c:pt idx="249">
                        <c:v>9.3813954346688995</c:v>
                      </c:pt>
                      <c:pt idx="250">
                        <c:v>10.178194894575547</c:v>
                      </c:pt>
                      <c:pt idx="251">
                        <c:v>11.670143563377778</c:v>
                      </c:pt>
                      <c:pt idx="252">
                        <c:v>13.156264978382239</c:v>
                      </c:pt>
                      <c:pt idx="253">
                        <c:v>14.34231640460003</c:v>
                      </c:pt>
                      <c:pt idx="254">
                        <c:v>15.192522976208879</c:v>
                      </c:pt>
                      <c:pt idx="255">
                        <c:v>15.205072104311149</c:v>
                      </c:pt>
                      <c:pt idx="256">
                        <c:v>13.810133448871101</c:v>
                      </c:pt>
                      <c:pt idx="257">
                        <c:v>14.22953274425552</c:v>
                      </c:pt>
                      <c:pt idx="258">
                        <c:v>13.867449045851089</c:v>
                      </c:pt>
                      <c:pt idx="259">
                        <c:v>15.802298989646621</c:v>
                      </c:pt>
                      <c:pt idx="260">
                        <c:v>17.083716190304429</c:v>
                      </c:pt>
                      <c:pt idx="261">
                        <c:v>20.68830745329555</c:v>
                      </c:pt>
                      <c:pt idx="262">
                        <c:v>20.45350903280892</c:v>
                      </c:pt>
                      <c:pt idx="263">
                        <c:v>16.022661853531101</c:v>
                      </c:pt>
                      <c:pt idx="264">
                        <c:v>10.233409534262218</c:v>
                      </c:pt>
                      <c:pt idx="265">
                        <c:v>6.0474914869466696</c:v>
                      </c:pt>
                      <c:pt idx="266">
                        <c:v>3.591849156593331</c:v>
                      </c:pt>
                      <c:pt idx="267">
                        <c:v>2.387483352168891</c:v>
                      </c:pt>
                      <c:pt idx="268">
                        <c:v>2.0006260074911091</c:v>
                      </c:pt>
                      <c:pt idx="269">
                        <c:v>2.303514466742226</c:v>
                      </c:pt>
                      <c:pt idx="270">
                        <c:v>5.209430808222228</c:v>
                      </c:pt>
                      <c:pt idx="271">
                        <c:v>8.230416457913341</c:v>
                      </c:pt>
                      <c:pt idx="272">
                        <c:v>9.6178529784777886</c:v>
                      </c:pt>
                      <c:pt idx="273">
                        <c:v>9.7099438104377658</c:v>
                      </c:pt>
                      <c:pt idx="274">
                        <c:v>10.352752805099991</c:v>
                      </c:pt>
                      <c:pt idx="275">
                        <c:v>11.764615388406634</c:v>
                      </c:pt>
                      <c:pt idx="276">
                        <c:v>13.417463034548849</c:v>
                      </c:pt>
                      <c:pt idx="277">
                        <c:v>14.647024119046691</c:v>
                      </c:pt>
                      <c:pt idx="278">
                        <c:v>15.397560829399939</c:v>
                      </c:pt>
                      <c:pt idx="279">
                        <c:v>15.23088278786663</c:v>
                      </c:pt>
                      <c:pt idx="280">
                        <c:v>13.865672298666681</c:v>
                      </c:pt>
                      <c:pt idx="281">
                        <c:v>14.146497448786629</c:v>
                      </c:pt>
                      <c:pt idx="282">
                        <c:v>13.56587245676441</c:v>
                      </c:pt>
                      <c:pt idx="283">
                        <c:v>15.66414446169329</c:v>
                      </c:pt>
                      <c:pt idx="284">
                        <c:v>17.201015050051129</c:v>
                      </c:pt>
                      <c:pt idx="285">
                        <c:v>21.087491587488902</c:v>
                      </c:pt>
                      <c:pt idx="286">
                        <c:v>20.70704493097784</c:v>
                      </c:pt>
                      <c:pt idx="287">
                        <c:v>16.014743498471141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1-F1FB-4D39-A8F8-9D267B9F4903}"/>
                  </c:ext>
                </c:extLst>
              </c15:ser>
            </c15:filteredLineSeries>
            <c15:filteredLineSeries>
              <c15:ser>
                <c:idx val="27"/>
                <c:order val="2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12-10-2026'!$AC$1</c15:sqref>
                        </c15:formulaRef>
                      </c:ext>
                    </c:extLst>
                    <c:strCache>
                      <c:ptCount val="1"/>
                      <c:pt idx="0">
                        <c:v>vEPG ORN SGI Throughput 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12-10-2026'!$AC$2:$AC$289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36.687297244208878</c:v>
                      </c:pt>
                      <c:pt idx="1">
                        <c:v>21.61706265889114</c:v>
                      </c:pt>
                      <c:pt idx="2">
                        <c:v>12.664494606833332</c:v>
                      </c:pt>
                      <c:pt idx="3">
                        <c:v>7.9856238790333318</c:v>
                      </c:pt>
                      <c:pt idx="4">
                        <c:v>5.7284924828022188</c:v>
                      </c:pt>
                      <c:pt idx="5">
                        <c:v>6.6224935404844416</c:v>
                      </c:pt>
                      <c:pt idx="6">
                        <c:v>14.12610003486447</c:v>
                      </c:pt>
                      <c:pt idx="7">
                        <c:v>21.57511382406447</c:v>
                      </c:pt>
                      <c:pt idx="8">
                        <c:v>26.970060746688908</c:v>
                      </c:pt>
                      <c:pt idx="9">
                        <c:v>29.578852835575578</c:v>
                      </c:pt>
                      <c:pt idx="10">
                        <c:v>33.231663955675558</c:v>
                      </c:pt>
                      <c:pt idx="11">
                        <c:v>38.076588583217799</c:v>
                      </c:pt>
                      <c:pt idx="12">
                        <c:v>42.279454614320031</c:v>
                      </c:pt>
                      <c:pt idx="13">
                        <c:v>47.979865139433358</c:v>
                      </c:pt>
                      <c:pt idx="14">
                        <c:v>50.017496314933346</c:v>
                      </c:pt>
                      <c:pt idx="15">
                        <c:v>49.01802203078887</c:v>
                      </c:pt>
                      <c:pt idx="16">
                        <c:v>42.79794243098894</c:v>
                      </c:pt>
                      <c:pt idx="17">
                        <c:v>45.29937698309331</c:v>
                      </c:pt>
                      <c:pt idx="18">
                        <c:v>45.038023672564492</c:v>
                      </c:pt>
                      <c:pt idx="19">
                        <c:v>52.528187644839974</c:v>
                      </c:pt>
                      <c:pt idx="20">
                        <c:v>58.026356981175539</c:v>
                      </c:pt>
                      <c:pt idx="21">
                        <c:v>71.318550775433295</c:v>
                      </c:pt>
                      <c:pt idx="22">
                        <c:v>70.398413346957781</c:v>
                      </c:pt>
                      <c:pt idx="23">
                        <c:v>58.669360316871149</c:v>
                      </c:pt>
                      <c:pt idx="24">
                        <c:v>41.830811761908862</c:v>
                      </c:pt>
                      <c:pt idx="25">
                        <c:v>26.316861700884399</c:v>
                      </c:pt>
                      <c:pt idx="26">
                        <c:v>15.642544818233381</c:v>
                      </c:pt>
                      <c:pt idx="27">
                        <c:v>9.5660687779688924</c:v>
                      </c:pt>
                      <c:pt idx="28">
                        <c:v>6.4288942763355532</c:v>
                      </c:pt>
                      <c:pt idx="29">
                        <c:v>6.3008996620133386</c:v>
                      </c:pt>
                      <c:pt idx="30">
                        <c:v>12.348944932788912</c:v>
                      </c:pt>
                      <c:pt idx="31">
                        <c:v>18.7619071268733</c:v>
                      </c:pt>
                      <c:pt idx="32">
                        <c:v>27.490812204704479</c:v>
                      </c:pt>
                      <c:pt idx="33">
                        <c:v>33.89415427468888</c:v>
                      </c:pt>
                      <c:pt idx="34">
                        <c:v>39.673341498311117</c:v>
                      </c:pt>
                      <c:pt idx="35">
                        <c:v>46.021562391268922</c:v>
                      </c:pt>
                      <c:pt idx="36">
                        <c:v>46.594609172275604</c:v>
                      </c:pt>
                      <c:pt idx="37">
                        <c:v>49.0360536068711</c:v>
                      </c:pt>
                      <c:pt idx="38">
                        <c:v>60.752144815531125</c:v>
                      </c:pt>
                      <c:pt idx="39">
                        <c:v>55.948395830466687</c:v>
                      </c:pt>
                      <c:pt idx="40">
                        <c:v>45.80616901171777</c:v>
                      </c:pt>
                      <c:pt idx="41">
                        <c:v>46.368161479608858</c:v>
                      </c:pt>
                      <c:pt idx="42">
                        <c:v>45.858751632991073</c:v>
                      </c:pt>
                      <c:pt idx="43">
                        <c:v>54.783562923859989</c:v>
                      </c:pt>
                      <c:pt idx="44">
                        <c:v>60.396856837320065</c:v>
                      </c:pt>
                      <c:pt idx="45">
                        <c:v>74.541771165224475</c:v>
                      </c:pt>
                      <c:pt idx="46">
                        <c:v>72.596677307093316</c:v>
                      </c:pt>
                      <c:pt idx="47">
                        <c:v>61.081583187788922</c:v>
                      </c:pt>
                      <c:pt idx="48">
                        <c:v>43.944480897919988</c:v>
                      </c:pt>
                      <c:pt idx="49">
                        <c:v>27.484191420062199</c:v>
                      </c:pt>
                      <c:pt idx="50">
                        <c:v>16.09859427060222</c:v>
                      </c:pt>
                      <c:pt idx="51">
                        <c:v>9.4665568555533337</c:v>
                      </c:pt>
                      <c:pt idx="52">
                        <c:v>6.2595553136044488</c:v>
                      </c:pt>
                      <c:pt idx="53">
                        <c:v>6.4387091828911087</c:v>
                      </c:pt>
                      <c:pt idx="54">
                        <c:v>12.970021013522267</c:v>
                      </c:pt>
                      <c:pt idx="55">
                        <c:v>19.586493575026701</c:v>
                      </c:pt>
                      <c:pt idx="56">
                        <c:v>27.453522617757731</c:v>
                      </c:pt>
                      <c:pt idx="57">
                        <c:v>32.620794082377742</c:v>
                      </c:pt>
                      <c:pt idx="58">
                        <c:v>36.45220221023559</c:v>
                      </c:pt>
                      <c:pt idx="59">
                        <c:v>41.903930685313291</c:v>
                      </c:pt>
                      <c:pt idx="60">
                        <c:v>45.15030220639337</c:v>
                      </c:pt>
                      <c:pt idx="61">
                        <c:v>52.554777677744397</c:v>
                      </c:pt>
                      <c:pt idx="62">
                        <c:v>55.343246543904471</c:v>
                      </c:pt>
                      <c:pt idx="63">
                        <c:v>53.11319526387112</c:v>
                      </c:pt>
                      <c:pt idx="64">
                        <c:v>44.398021044166697</c:v>
                      </c:pt>
                      <c:pt idx="65">
                        <c:v>45.525272353853332</c:v>
                      </c:pt>
                      <c:pt idx="66">
                        <c:v>46.023410895302199</c:v>
                      </c:pt>
                      <c:pt idx="67">
                        <c:v>53.294949050648874</c:v>
                      </c:pt>
                      <c:pt idx="68">
                        <c:v>58.995284018924409</c:v>
                      </c:pt>
                      <c:pt idx="69">
                        <c:v>71.50691804074448</c:v>
                      </c:pt>
                      <c:pt idx="70">
                        <c:v>68.429210382273311</c:v>
                      </c:pt>
                      <c:pt idx="71">
                        <c:v>54.203429119488902</c:v>
                      </c:pt>
                      <c:pt idx="72">
                        <c:v>35.696761956104424</c:v>
                      </c:pt>
                      <c:pt idx="73">
                        <c:v>21.158182364151081</c:v>
                      </c:pt>
                      <c:pt idx="74">
                        <c:v>12.328586978866657</c:v>
                      </c:pt>
                      <c:pt idx="75">
                        <c:v>7.7190955133466677</c:v>
                      </c:pt>
                      <c:pt idx="76">
                        <c:v>5.6985109455711092</c:v>
                      </c:pt>
                      <c:pt idx="77">
                        <c:v>6.3252343171644503</c:v>
                      </c:pt>
                      <c:pt idx="78">
                        <c:v>13.62613825321332</c:v>
                      </c:pt>
                      <c:pt idx="79">
                        <c:v>20.053143336573331</c:v>
                      </c:pt>
                      <c:pt idx="80">
                        <c:v>25.332957830211129</c:v>
                      </c:pt>
                      <c:pt idx="81">
                        <c:v>28.751392979022221</c:v>
                      </c:pt>
                      <c:pt idx="82">
                        <c:v>32.420929679202267</c:v>
                      </c:pt>
                      <c:pt idx="83">
                        <c:v>37.344018029111069</c:v>
                      </c:pt>
                      <c:pt idx="84">
                        <c:v>40.561707257466644</c:v>
                      </c:pt>
                      <c:pt idx="85">
                        <c:v>45.443360256339986</c:v>
                      </c:pt>
                      <c:pt idx="86">
                        <c:v>46.705043146426711</c:v>
                      </c:pt>
                      <c:pt idx="87">
                        <c:v>45.754159998117757</c:v>
                      </c:pt>
                      <c:pt idx="88">
                        <c:v>41.685559878806671</c:v>
                      </c:pt>
                      <c:pt idx="89">
                        <c:v>44.805621302631131</c:v>
                      </c:pt>
                      <c:pt idx="90">
                        <c:v>43.155464489317758</c:v>
                      </c:pt>
                      <c:pt idx="91">
                        <c:v>50.994138030999991</c:v>
                      </c:pt>
                      <c:pt idx="92">
                        <c:v>56.893646644191087</c:v>
                      </c:pt>
                      <c:pt idx="93">
                        <c:v>69.909563090084418</c:v>
                      </c:pt>
                      <c:pt idx="94">
                        <c:v>66.753801191095533</c:v>
                      </c:pt>
                      <c:pt idx="95">
                        <c:v>52.045665558660019</c:v>
                      </c:pt>
                      <c:pt idx="96">
                        <c:v>34.426272513477791</c:v>
                      </c:pt>
                      <c:pt idx="97">
                        <c:v>20.34009713366887</c:v>
                      </c:pt>
                      <c:pt idx="98">
                        <c:v>11.683684724902212</c:v>
                      </c:pt>
                      <c:pt idx="99">
                        <c:v>7.2923346775333338</c:v>
                      </c:pt>
                      <c:pt idx="100">
                        <c:v>5.4854549735955587</c:v>
                      </c:pt>
                      <c:pt idx="101">
                        <c:v>6.0981753622488952</c:v>
                      </c:pt>
                      <c:pt idx="102">
                        <c:v>13.786404268282189</c:v>
                      </c:pt>
                      <c:pt idx="103">
                        <c:v>20.72773646513776</c:v>
                      </c:pt>
                      <c:pt idx="104">
                        <c:v>26.280121796773361</c:v>
                      </c:pt>
                      <c:pt idx="105">
                        <c:v>29.191747062133299</c:v>
                      </c:pt>
                      <c:pt idx="106">
                        <c:v>32.700411780311128</c:v>
                      </c:pt>
                      <c:pt idx="107">
                        <c:v>37.682655729126694</c:v>
                      </c:pt>
                      <c:pt idx="108">
                        <c:v>41.07916167639997</c:v>
                      </c:pt>
                      <c:pt idx="109">
                        <c:v>45.799891256486688</c:v>
                      </c:pt>
                      <c:pt idx="110">
                        <c:v>47.006028842831086</c:v>
                      </c:pt>
                      <c:pt idx="111">
                        <c:v>45.886232422184484</c:v>
                      </c:pt>
                      <c:pt idx="112">
                        <c:v>41.672877965340007</c:v>
                      </c:pt>
                      <c:pt idx="113">
                        <c:v>44.551224562988871</c:v>
                      </c:pt>
                      <c:pt idx="114">
                        <c:v>43.247249811884444</c:v>
                      </c:pt>
                      <c:pt idx="115">
                        <c:v>51.331512953091156</c:v>
                      </c:pt>
                      <c:pt idx="116">
                        <c:v>57.5125486323467</c:v>
                      </c:pt>
                      <c:pt idx="117">
                        <c:v>70.967055806891167</c:v>
                      </c:pt>
                      <c:pt idx="118">
                        <c:v>67.109892882886726</c:v>
                      </c:pt>
                      <c:pt idx="119">
                        <c:v>52.334907194060008</c:v>
                      </c:pt>
                      <c:pt idx="120">
                        <c:v>34.484700405524421</c:v>
                      </c:pt>
                      <c:pt idx="121">
                        <c:v>20.405752644824481</c:v>
                      </c:pt>
                      <c:pt idx="122">
                        <c:v>11.53450878920221</c:v>
                      </c:pt>
                      <c:pt idx="123">
                        <c:v>7.1081874981666644</c:v>
                      </c:pt>
                      <c:pt idx="124">
                        <c:v>5.356364390831116</c:v>
                      </c:pt>
                      <c:pt idx="125">
                        <c:v>6.278830075177777</c:v>
                      </c:pt>
                      <c:pt idx="126">
                        <c:v>14.02349840408003</c:v>
                      </c:pt>
                      <c:pt idx="127">
                        <c:v>21.468131948228908</c:v>
                      </c:pt>
                      <c:pt idx="128">
                        <c:v>26.931631986657731</c:v>
                      </c:pt>
                      <c:pt idx="129">
                        <c:v>29.769986396128861</c:v>
                      </c:pt>
                      <c:pt idx="130">
                        <c:v>33.638481826882227</c:v>
                      </c:pt>
                      <c:pt idx="131">
                        <c:v>37.99527007159552</c:v>
                      </c:pt>
                      <c:pt idx="132">
                        <c:v>41.847812849322189</c:v>
                      </c:pt>
                      <c:pt idx="133">
                        <c:v>49.653331108544471</c:v>
                      </c:pt>
                      <c:pt idx="134">
                        <c:v>51.273147400166664</c:v>
                      </c:pt>
                      <c:pt idx="135">
                        <c:v>48.990434721979959</c:v>
                      </c:pt>
                      <c:pt idx="136">
                        <c:v>42.139511463033301</c:v>
                      </c:pt>
                      <c:pt idx="137">
                        <c:v>44.852996434740021</c:v>
                      </c:pt>
                      <c:pt idx="138">
                        <c:v>47.868099189948929</c:v>
                      </c:pt>
                      <c:pt idx="139">
                        <c:v>55.572192926442256</c:v>
                      </c:pt>
                      <c:pt idx="140">
                        <c:v>58.364401110248906</c:v>
                      </c:pt>
                      <c:pt idx="141">
                        <c:v>71.186234351311114</c:v>
                      </c:pt>
                      <c:pt idx="142">
                        <c:v>67.64338808471777</c:v>
                      </c:pt>
                      <c:pt idx="143">
                        <c:v>53.651626559373298</c:v>
                      </c:pt>
                      <c:pt idx="144">
                        <c:v>36.359225415746707</c:v>
                      </c:pt>
                      <c:pt idx="145">
                        <c:v>21.650326346504482</c:v>
                      </c:pt>
                      <c:pt idx="146">
                        <c:v>13.403139955186631</c:v>
                      </c:pt>
                      <c:pt idx="147">
                        <c:v>7.5695847813155517</c:v>
                      </c:pt>
                      <c:pt idx="148">
                        <c:v>5.6130492035955557</c:v>
                      </c:pt>
                      <c:pt idx="149">
                        <c:v>6.3211180714666622</c:v>
                      </c:pt>
                      <c:pt idx="150">
                        <c:v>14.4507117866911</c:v>
                      </c:pt>
                      <c:pt idx="151">
                        <c:v>22.0650100026911</c:v>
                      </c:pt>
                      <c:pt idx="152">
                        <c:v>27.417925359202179</c:v>
                      </c:pt>
                      <c:pt idx="153">
                        <c:v>30.02278786287782</c:v>
                      </c:pt>
                      <c:pt idx="154">
                        <c:v>33.31660412167998</c:v>
                      </c:pt>
                      <c:pt idx="155">
                        <c:v>37.472687342915577</c:v>
                      </c:pt>
                      <c:pt idx="156">
                        <c:v>40.567772974697796</c:v>
                      </c:pt>
                      <c:pt idx="157">
                        <c:v>45.793440813055511</c:v>
                      </c:pt>
                      <c:pt idx="158">
                        <c:v>47.091973484364416</c:v>
                      </c:pt>
                      <c:pt idx="159">
                        <c:v>46.37956982488663</c:v>
                      </c:pt>
                      <c:pt idx="160">
                        <c:v>42.823316203286716</c:v>
                      </c:pt>
                      <c:pt idx="161">
                        <c:v>45.851849728611121</c:v>
                      </c:pt>
                      <c:pt idx="162">
                        <c:v>45.084785632139997</c:v>
                      </c:pt>
                      <c:pt idx="163">
                        <c:v>53.514615982651101</c:v>
                      </c:pt>
                      <c:pt idx="164">
                        <c:v>59.756768088382252</c:v>
                      </c:pt>
                      <c:pt idx="165">
                        <c:v>71.924199284471086</c:v>
                      </c:pt>
                      <c:pt idx="166">
                        <c:v>67.850563445546626</c:v>
                      </c:pt>
                      <c:pt idx="167">
                        <c:v>51.130763340226672</c:v>
                      </c:pt>
                      <c:pt idx="168">
                        <c:v>33.224775851879969</c:v>
                      </c:pt>
                      <c:pt idx="169">
                        <c:v>19.68276442154443</c:v>
                      </c:pt>
                      <c:pt idx="170">
                        <c:v>11.505991102588888</c:v>
                      </c:pt>
                      <c:pt idx="171">
                        <c:v>7.2543132279399982</c:v>
                      </c:pt>
                      <c:pt idx="172">
                        <c:v>5.5374960675555593</c:v>
                      </c:pt>
                      <c:pt idx="173">
                        <c:v>6.2581238136800046</c:v>
                      </c:pt>
                      <c:pt idx="174">
                        <c:v>14.576358420508932</c:v>
                      </c:pt>
                      <c:pt idx="175">
                        <c:v>23.339351425824411</c:v>
                      </c:pt>
                      <c:pt idx="176">
                        <c:v>29.856481557213378</c:v>
                      </c:pt>
                      <c:pt idx="177">
                        <c:v>33.642968519840011</c:v>
                      </c:pt>
                      <c:pt idx="178">
                        <c:v>36.27048490340448</c:v>
                      </c:pt>
                      <c:pt idx="179">
                        <c:v>39.608004233237736</c:v>
                      </c:pt>
                      <c:pt idx="180">
                        <c:v>43.181745083762209</c:v>
                      </c:pt>
                      <c:pt idx="181">
                        <c:v>48.509645121615591</c:v>
                      </c:pt>
                      <c:pt idx="182">
                        <c:v>49.955603693975519</c:v>
                      </c:pt>
                      <c:pt idx="183">
                        <c:v>48.728087743464478</c:v>
                      </c:pt>
                      <c:pt idx="184">
                        <c:v>42.929707183191084</c:v>
                      </c:pt>
                      <c:pt idx="185">
                        <c:v>45.772210279382257</c:v>
                      </c:pt>
                      <c:pt idx="186">
                        <c:v>45.474275401817778</c:v>
                      </c:pt>
                      <c:pt idx="187">
                        <c:v>54.764750781457764</c:v>
                      </c:pt>
                      <c:pt idx="188">
                        <c:v>60.661763775360043</c:v>
                      </c:pt>
                      <c:pt idx="189">
                        <c:v>72.030508804740066</c:v>
                      </c:pt>
                      <c:pt idx="190">
                        <c:v>69.927510812508899</c:v>
                      </c:pt>
                      <c:pt idx="191">
                        <c:v>56.68549841019783</c:v>
                      </c:pt>
                      <c:pt idx="192">
                        <c:v>39.651146845231111</c:v>
                      </c:pt>
                      <c:pt idx="193">
                        <c:v>24.943153013533358</c:v>
                      </c:pt>
                      <c:pt idx="194">
                        <c:v>14.69127844575779</c:v>
                      </c:pt>
                      <c:pt idx="195">
                        <c:v>9.3091621988133397</c:v>
                      </c:pt>
                      <c:pt idx="196">
                        <c:v>6.4590539982355519</c:v>
                      </c:pt>
                      <c:pt idx="197">
                        <c:v>6.2546367113822257</c:v>
                      </c:pt>
                      <c:pt idx="198">
                        <c:v>12.848813019271155</c:v>
                      </c:pt>
                      <c:pt idx="199">
                        <c:v>19.92786836695112</c:v>
                      </c:pt>
                      <c:pt idx="200">
                        <c:v>28.25206283197338</c:v>
                      </c:pt>
                      <c:pt idx="201">
                        <c:v>34.215268205855509</c:v>
                      </c:pt>
                      <c:pt idx="202">
                        <c:v>39.65648307246893</c:v>
                      </c:pt>
                      <c:pt idx="203">
                        <c:v>45.835445279435525</c:v>
                      </c:pt>
                      <c:pt idx="204">
                        <c:v>46.010594396180018</c:v>
                      </c:pt>
                      <c:pt idx="205">
                        <c:v>49.285705652357784</c:v>
                      </c:pt>
                      <c:pt idx="206">
                        <c:v>61.112345037848883</c:v>
                      </c:pt>
                      <c:pt idx="207">
                        <c:v>55.599641208355564</c:v>
                      </c:pt>
                      <c:pt idx="208">
                        <c:v>45.905535174182269</c:v>
                      </c:pt>
                      <c:pt idx="209">
                        <c:v>47.413694928844407</c:v>
                      </c:pt>
                      <c:pt idx="210">
                        <c:v>45.348872512691138</c:v>
                      </c:pt>
                      <c:pt idx="211">
                        <c:v>54.877291484733355</c:v>
                      </c:pt>
                      <c:pt idx="212">
                        <c:v>61.222778920417824</c:v>
                      </c:pt>
                      <c:pt idx="213">
                        <c:v>73.535957166291126</c:v>
                      </c:pt>
                      <c:pt idx="214">
                        <c:v>72.381139101577801</c:v>
                      </c:pt>
                      <c:pt idx="215">
                        <c:v>58.37176513951556</c:v>
                      </c:pt>
                      <c:pt idx="216">
                        <c:v>40.074846339771121</c:v>
                      </c:pt>
                      <c:pt idx="217">
                        <c:v>24.175349060200009</c:v>
                      </c:pt>
                      <c:pt idx="218">
                        <c:v>13.86526520054888</c:v>
                      </c:pt>
                      <c:pt idx="219">
                        <c:v>8.3009115123511101</c:v>
                      </c:pt>
                      <c:pt idx="220">
                        <c:v>5.8303988524400019</c:v>
                      </c:pt>
                      <c:pt idx="221">
                        <c:v>6.0925931693511126</c:v>
                      </c:pt>
                      <c:pt idx="222">
                        <c:v>13.070701593035578</c:v>
                      </c:pt>
                      <c:pt idx="223">
                        <c:v>20.067308847548841</c:v>
                      </c:pt>
                      <c:pt idx="224">
                        <c:v>27.810690639664429</c:v>
                      </c:pt>
                      <c:pt idx="225">
                        <c:v>32.673833781517821</c:v>
                      </c:pt>
                      <c:pt idx="226">
                        <c:v>36.254809812822202</c:v>
                      </c:pt>
                      <c:pt idx="227">
                        <c:v>41.187485953728839</c:v>
                      </c:pt>
                      <c:pt idx="228">
                        <c:v>43.56561478246887</c:v>
                      </c:pt>
                      <c:pt idx="229">
                        <c:v>51.626303759113362</c:v>
                      </c:pt>
                      <c:pt idx="230">
                        <c:v>54.844970835331068</c:v>
                      </c:pt>
                      <c:pt idx="231">
                        <c:v>52.246234323777799</c:v>
                      </c:pt>
                      <c:pt idx="232">
                        <c:v>44.341639908882222</c:v>
                      </c:pt>
                      <c:pt idx="233">
                        <c:v>46.347666012968922</c:v>
                      </c:pt>
                      <c:pt idx="234">
                        <c:v>45.18698277036669</c:v>
                      </c:pt>
                      <c:pt idx="235">
                        <c:v>53.309003881913377</c:v>
                      </c:pt>
                      <c:pt idx="236">
                        <c:v>60.762539392562218</c:v>
                      </c:pt>
                      <c:pt idx="237">
                        <c:v>72.818442049780018</c:v>
                      </c:pt>
                      <c:pt idx="238">
                        <c:v>67.361487038357794</c:v>
                      </c:pt>
                      <c:pt idx="239">
                        <c:v>51.42962106168671</c:v>
                      </c:pt>
                      <c:pt idx="240">
                        <c:v>32.974809097702213</c:v>
                      </c:pt>
                      <c:pt idx="241">
                        <c:v>19.351111041293368</c:v>
                      </c:pt>
                      <c:pt idx="242">
                        <c:v>11.084204536433312</c:v>
                      </c:pt>
                      <c:pt idx="243">
                        <c:v>7.0319151773022268</c:v>
                      </c:pt>
                      <c:pt idx="244">
                        <c:v>5.4985580956933369</c:v>
                      </c:pt>
                      <c:pt idx="245">
                        <c:v>6.1117907474711064</c:v>
                      </c:pt>
                      <c:pt idx="246">
                        <c:v>13.76016966553553</c:v>
                      </c:pt>
                      <c:pt idx="247">
                        <c:v>20.753740440211089</c:v>
                      </c:pt>
                      <c:pt idx="248">
                        <c:v>26.06744411269554</c:v>
                      </c:pt>
                      <c:pt idx="249">
                        <c:v>28.481090664262261</c:v>
                      </c:pt>
                      <c:pt idx="250">
                        <c:v>32.229377901135521</c:v>
                      </c:pt>
                      <c:pt idx="251">
                        <c:v>37.149001218997739</c:v>
                      </c:pt>
                      <c:pt idx="252">
                        <c:v>41.140278863519967</c:v>
                      </c:pt>
                      <c:pt idx="253">
                        <c:v>47.485892675846671</c:v>
                      </c:pt>
                      <c:pt idx="254">
                        <c:v>49.140025478873312</c:v>
                      </c:pt>
                      <c:pt idx="255">
                        <c:v>47.696652414835569</c:v>
                      </c:pt>
                      <c:pt idx="256">
                        <c:v>43.884285143793321</c:v>
                      </c:pt>
                      <c:pt idx="257">
                        <c:v>48.254508739188871</c:v>
                      </c:pt>
                      <c:pt idx="258">
                        <c:v>46.150450261033356</c:v>
                      </c:pt>
                      <c:pt idx="259">
                        <c:v>53.93006867585774</c:v>
                      </c:pt>
                      <c:pt idx="260">
                        <c:v>61.145046343193314</c:v>
                      </c:pt>
                      <c:pt idx="261">
                        <c:v>71.746504121684424</c:v>
                      </c:pt>
                      <c:pt idx="262">
                        <c:v>66.524424279793337</c:v>
                      </c:pt>
                      <c:pt idx="263">
                        <c:v>50.060693137224476</c:v>
                      </c:pt>
                      <c:pt idx="264">
                        <c:v>31.76014516531782</c:v>
                      </c:pt>
                      <c:pt idx="265">
                        <c:v>18.13987195638887</c:v>
                      </c:pt>
                      <c:pt idx="266">
                        <c:v>10.557093121815553</c:v>
                      </c:pt>
                      <c:pt idx="267">
                        <c:v>6.7745614861822263</c:v>
                      </c:pt>
                      <c:pt idx="268">
                        <c:v>5.3957535740711116</c:v>
                      </c:pt>
                      <c:pt idx="269">
                        <c:v>5.878257680024447</c:v>
                      </c:pt>
                      <c:pt idx="270">
                        <c:v>14.01858865783338</c:v>
                      </c:pt>
                      <c:pt idx="271">
                        <c:v>21.762002041022203</c:v>
                      </c:pt>
                      <c:pt idx="272">
                        <c:v>26.66739407589111</c:v>
                      </c:pt>
                      <c:pt idx="273">
                        <c:v>29.470849768886662</c:v>
                      </c:pt>
                      <c:pt idx="274">
                        <c:v>32.827033247742193</c:v>
                      </c:pt>
                      <c:pt idx="275">
                        <c:v>37.924644986957766</c:v>
                      </c:pt>
                      <c:pt idx="276">
                        <c:v>40.906015699824479</c:v>
                      </c:pt>
                      <c:pt idx="277">
                        <c:v>46.281517734315585</c:v>
                      </c:pt>
                      <c:pt idx="278">
                        <c:v>47.187140393959979</c:v>
                      </c:pt>
                      <c:pt idx="279">
                        <c:v>45.727801209775556</c:v>
                      </c:pt>
                      <c:pt idx="280">
                        <c:v>42.312875077666703</c:v>
                      </c:pt>
                      <c:pt idx="281">
                        <c:v>46.161960328564469</c:v>
                      </c:pt>
                      <c:pt idx="282">
                        <c:v>44.473542585624415</c:v>
                      </c:pt>
                      <c:pt idx="283">
                        <c:v>53.20010081645551</c:v>
                      </c:pt>
                      <c:pt idx="284">
                        <c:v>60.996639959933376</c:v>
                      </c:pt>
                      <c:pt idx="285">
                        <c:v>72.438668637155601</c:v>
                      </c:pt>
                      <c:pt idx="286">
                        <c:v>66.810134258422266</c:v>
                      </c:pt>
                      <c:pt idx="287">
                        <c:v>49.41528880480228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2-F1FB-4D39-A8F8-9D267B9F4903}"/>
                  </c:ext>
                </c:extLst>
              </c15:ser>
            </c15:filteredLineSeries>
            <c15:filteredLineSeries>
              <c15:ser>
                <c:idx val="28"/>
                <c:order val="2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12-10-2026'!$AD$1</c15:sqref>
                        </c15:formulaRef>
                      </c:ext>
                    </c:extLst>
                    <c:strCache>
                      <c:ptCount val="1"/>
                      <c:pt idx="0">
                        <c:v>vEPG ORN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12-10-2026'!$AD$2:$AD$289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4.902129813142218</c:v>
                      </c:pt>
                      <c:pt idx="1">
                        <c:v>2.9693461361822258</c:v>
                      </c:pt>
                      <c:pt idx="2">
                        <c:v>1.717895521384448</c:v>
                      </c:pt>
                      <c:pt idx="3">
                        <c:v>1.1224807346533356</c:v>
                      </c:pt>
                      <c:pt idx="4">
                        <c:v>0.93792811018888844</c:v>
                      </c:pt>
                      <c:pt idx="5">
                        <c:v>1.3422633715866712</c:v>
                      </c:pt>
                      <c:pt idx="6">
                        <c:v>3.0488413240311072</c:v>
                      </c:pt>
                      <c:pt idx="7">
                        <c:v>4.423432449995552</c:v>
                      </c:pt>
                      <c:pt idx="8">
                        <c:v>4.9949771794711122</c:v>
                      </c:pt>
                      <c:pt idx="9">
                        <c:v>5.0517941867488849</c:v>
                      </c:pt>
                      <c:pt idx="10">
                        <c:v>5.3284728945511048</c:v>
                      </c:pt>
                      <c:pt idx="11">
                        <c:v>5.9437312337955621</c:v>
                      </c:pt>
                      <c:pt idx="12">
                        <c:v>6.7554225645577821</c:v>
                      </c:pt>
                      <c:pt idx="13">
                        <c:v>7.5640116099577757</c:v>
                      </c:pt>
                      <c:pt idx="14">
                        <c:v>7.7666899910733314</c:v>
                      </c:pt>
                      <c:pt idx="15">
                        <c:v>7.5505223617844468</c:v>
                      </c:pt>
                      <c:pt idx="16">
                        <c:v>6.6035594510688798</c:v>
                      </c:pt>
                      <c:pt idx="17">
                        <c:v>6.5811028918622192</c:v>
                      </c:pt>
                      <c:pt idx="18">
                        <c:v>6.5238502446999904</c:v>
                      </c:pt>
                      <c:pt idx="19">
                        <c:v>7.4204671251022205</c:v>
                      </c:pt>
                      <c:pt idx="20">
                        <c:v>8.0924225784244435</c:v>
                      </c:pt>
                      <c:pt idx="21">
                        <c:v>9.3322277786488907</c:v>
                      </c:pt>
                      <c:pt idx="22">
                        <c:v>9.4760611850311136</c:v>
                      </c:pt>
                      <c:pt idx="23">
                        <c:v>7.9955149339955547</c:v>
                      </c:pt>
                      <c:pt idx="24">
                        <c:v>5.5736958691022211</c:v>
                      </c:pt>
                      <c:pt idx="25">
                        <c:v>3.4455111368488849</c:v>
                      </c:pt>
                      <c:pt idx="26">
                        <c:v>2.1468145220555579</c:v>
                      </c:pt>
                      <c:pt idx="27">
                        <c:v>1.3263543387955556</c:v>
                      </c:pt>
                      <c:pt idx="28">
                        <c:v>1.0083197826377785</c:v>
                      </c:pt>
                      <c:pt idx="29">
                        <c:v>1.2958329501911157</c:v>
                      </c:pt>
                      <c:pt idx="30">
                        <c:v>2.7215236927133302</c:v>
                      </c:pt>
                      <c:pt idx="31">
                        <c:v>3.9854250831244498</c:v>
                      </c:pt>
                      <c:pt idx="32">
                        <c:v>5.2863573569355573</c:v>
                      </c:pt>
                      <c:pt idx="33">
                        <c:v>5.812445169995561</c:v>
                      </c:pt>
                      <c:pt idx="34">
                        <c:v>6.3529915539200079</c:v>
                      </c:pt>
                      <c:pt idx="35">
                        <c:v>6.9865901919088893</c:v>
                      </c:pt>
                      <c:pt idx="36">
                        <c:v>7.1886199695911204</c:v>
                      </c:pt>
                      <c:pt idx="37">
                        <c:v>7.5992530939777758</c:v>
                      </c:pt>
                      <c:pt idx="38">
                        <c:v>8.7975655532711183</c:v>
                      </c:pt>
                      <c:pt idx="39">
                        <c:v>8.3693337701533359</c:v>
                      </c:pt>
                      <c:pt idx="40">
                        <c:v>7.0283890187933329</c:v>
                      </c:pt>
                      <c:pt idx="41">
                        <c:v>6.7499542923866578</c:v>
                      </c:pt>
                      <c:pt idx="42">
                        <c:v>6.5557129551577757</c:v>
                      </c:pt>
                      <c:pt idx="43">
                        <c:v>7.7699382358599927</c:v>
                      </c:pt>
                      <c:pt idx="44">
                        <c:v>8.2942041765755548</c:v>
                      </c:pt>
                      <c:pt idx="45">
                        <c:v>9.5563770692977705</c:v>
                      </c:pt>
                      <c:pt idx="46">
                        <c:v>9.625711976717783</c:v>
                      </c:pt>
                      <c:pt idx="47">
                        <c:v>8.2270281700377801</c:v>
                      </c:pt>
                      <c:pt idx="48">
                        <c:v>5.8726844490155594</c:v>
                      </c:pt>
                      <c:pt idx="49">
                        <c:v>3.6992222954911087</c:v>
                      </c:pt>
                      <c:pt idx="50">
                        <c:v>2.1579465624911101</c:v>
                      </c:pt>
                      <c:pt idx="51">
                        <c:v>1.3342699500355588</c:v>
                      </c:pt>
                      <c:pt idx="52">
                        <c:v>1.0346522905777773</c:v>
                      </c:pt>
                      <c:pt idx="53">
                        <c:v>1.3192828418866689</c:v>
                      </c:pt>
                      <c:pt idx="54">
                        <c:v>2.8817349199977729</c:v>
                      </c:pt>
                      <c:pt idx="55">
                        <c:v>4.2704746593977729</c:v>
                      </c:pt>
                      <c:pt idx="56">
                        <c:v>5.3037847960044449</c:v>
                      </c:pt>
                      <c:pt idx="57">
                        <c:v>5.6399380222599991</c:v>
                      </c:pt>
                      <c:pt idx="58">
                        <c:v>6.0107441527888952</c:v>
                      </c:pt>
                      <c:pt idx="59">
                        <c:v>6.631952125882222</c:v>
                      </c:pt>
                      <c:pt idx="60">
                        <c:v>7.2377851615777846</c:v>
                      </c:pt>
                      <c:pt idx="61">
                        <c:v>8.1877367413133335</c:v>
                      </c:pt>
                      <c:pt idx="62">
                        <c:v>8.4951713116022223</c:v>
                      </c:pt>
                      <c:pt idx="63">
                        <c:v>8.0793318555622236</c:v>
                      </c:pt>
                      <c:pt idx="64">
                        <c:v>6.8400109921222221</c:v>
                      </c:pt>
                      <c:pt idx="65">
                        <c:v>6.5615468299644446</c:v>
                      </c:pt>
                      <c:pt idx="66">
                        <c:v>6.5936715569266724</c:v>
                      </c:pt>
                      <c:pt idx="67">
                        <c:v>7.5734543091888868</c:v>
                      </c:pt>
                      <c:pt idx="68">
                        <c:v>8.1832192582911123</c:v>
                      </c:pt>
                      <c:pt idx="69">
                        <c:v>9.5139492515644459</c:v>
                      </c:pt>
                      <c:pt idx="70">
                        <c:v>9.4168095825066587</c:v>
                      </c:pt>
                      <c:pt idx="71">
                        <c:v>7.6313966208488964</c:v>
                      </c:pt>
                      <c:pt idx="72">
                        <c:v>5.0675155416088833</c:v>
                      </c:pt>
                      <c:pt idx="73">
                        <c:v>2.9835662314288829</c:v>
                      </c:pt>
                      <c:pt idx="74">
                        <c:v>1.7292731273311091</c:v>
                      </c:pt>
                      <c:pt idx="75">
                        <c:v>1.1330797294488857</c:v>
                      </c:pt>
                      <c:pt idx="76">
                        <c:v>0.99608192304222221</c:v>
                      </c:pt>
                      <c:pt idx="77">
                        <c:v>1.4022353495266708</c:v>
                      </c:pt>
                      <c:pt idx="78">
                        <c:v>3.1761578113444471</c:v>
                      </c:pt>
                      <c:pt idx="79">
                        <c:v>4.3343590284155509</c:v>
                      </c:pt>
                      <c:pt idx="80">
                        <c:v>4.9046495265866659</c:v>
                      </c:pt>
                      <c:pt idx="81">
                        <c:v>4.9125132525933273</c:v>
                      </c:pt>
                      <c:pt idx="82">
                        <c:v>5.2086264985066686</c:v>
                      </c:pt>
                      <c:pt idx="83">
                        <c:v>5.8976020144355576</c:v>
                      </c:pt>
                      <c:pt idx="84">
                        <c:v>6.6620012320377704</c:v>
                      </c:pt>
                      <c:pt idx="85">
                        <c:v>7.2162153192066665</c:v>
                      </c:pt>
                      <c:pt idx="86">
                        <c:v>7.4720948993044409</c:v>
                      </c:pt>
                      <c:pt idx="87">
                        <c:v>7.3414036527288813</c:v>
                      </c:pt>
                      <c:pt idx="88">
                        <c:v>6.6714946864399982</c:v>
                      </c:pt>
                      <c:pt idx="89">
                        <c:v>6.6252420460911114</c:v>
                      </c:pt>
                      <c:pt idx="90">
                        <c:v>6.3170348992133363</c:v>
                      </c:pt>
                      <c:pt idx="91">
                        <c:v>7.3440914220311058</c:v>
                      </c:pt>
                      <c:pt idx="92">
                        <c:v>7.9872667990444377</c:v>
                      </c:pt>
                      <c:pt idx="93">
                        <c:v>9.2393389332599938</c:v>
                      </c:pt>
                      <c:pt idx="94">
                        <c:v>9.0416168859711199</c:v>
                      </c:pt>
                      <c:pt idx="95">
                        <c:v>7.1938984604422229</c:v>
                      </c:pt>
                      <c:pt idx="96">
                        <c:v>4.7341154781844423</c:v>
                      </c:pt>
                      <c:pt idx="97">
                        <c:v>2.7446477351777814</c:v>
                      </c:pt>
                      <c:pt idx="98">
                        <c:v>1.620875687119997</c:v>
                      </c:pt>
                      <c:pt idx="99">
                        <c:v>1.0738913720644412</c:v>
                      </c:pt>
                      <c:pt idx="100">
                        <c:v>0.90846664628000084</c:v>
                      </c:pt>
                      <c:pt idx="101">
                        <c:v>1.2997806187600021</c:v>
                      </c:pt>
                      <c:pt idx="102">
                        <c:v>3.080176960757782</c:v>
                      </c:pt>
                      <c:pt idx="103">
                        <c:v>4.3075842690533301</c:v>
                      </c:pt>
                      <c:pt idx="104">
                        <c:v>4.9104422672733401</c:v>
                      </c:pt>
                      <c:pt idx="105">
                        <c:v>4.9101519097555544</c:v>
                      </c:pt>
                      <c:pt idx="106">
                        <c:v>5.1462482139244505</c:v>
                      </c:pt>
                      <c:pt idx="107">
                        <c:v>5.8675121777288899</c:v>
                      </c:pt>
                      <c:pt idx="108">
                        <c:v>6.5873486474311163</c:v>
                      </c:pt>
                      <c:pt idx="109">
                        <c:v>7.3646799970777757</c:v>
                      </c:pt>
                      <c:pt idx="110">
                        <c:v>7.477331710091117</c:v>
                      </c:pt>
                      <c:pt idx="111">
                        <c:v>7.2750398691244484</c:v>
                      </c:pt>
                      <c:pt idx="112">
                        <c:v>6.5020177557644461</c:v>
                      </c:pt>
                      <c:pt idx="113">
                        <c:v>6.4968428577333315</c:v>
                      </c:pt>
                      <c:pt idx="114">
                        <c:v>6.3634182847200034</c:v>
                      </c:pt>
                      <c:pt idx="115">
                        <c:v>7.3472491922066672</c:v>
                      </c:pt>
                      <c:pt idx="116">
                        <c:v>8.0196515082022284</c:v>
                      </c:pt>
                      <c:pt idx="117">
                        <c:v>9.2752419218222215</c:v>
                      </c:pt>
                      <c:pt idx="118">
                        <c:v>9.0759236262777705</c:v>
                      </c:pt>
                      <c:pt idx="119">
                        <c:v>7.1451628880000015</c:v>
                      </c:pt>
                      <c:pt idx="120">
                        <c:v>4.60286265221111</c:v>
                      </c:pt>
                      <c:pt idx="121">
                        <c:v>2.626289892840008</c:v>
                      </c:pt>
                      <c:pt idx="122">
                        <c:v>1.5733079383333319</c:v>
                      </c:pt>
                      <c:pt idx="123">
                        <c:v>1.0343294741311115</c:v>
                      </c:pt>
                      <c:pt idx="124">
                        <c:v>0.88878839182888913</c:v>
                      </c:pt>
                      <c:pt idx="125">
                        <c:v>1.2715492146444398</c:v>
                      </c:pt>
                      <c:pt idx="126">
                        <c:v>3.0590053370244443</c:v>
                      </c:pt>
                      <c:pt idx="127">
                        <c:v>4.2810232997777788</c:v>
                      </c:pt>
                      <c:pt idx="128">
                        <c:v>4.8780901071511105</c:v>
                      </c:pt>
                      <c:pt idx="129">
                        <c:v>4.9095544294888933</c:v>
                      </c:pt>
                      <c:pt idx="130">
                        <c:v>5.2813086289644406</c:v>
                      </c:pt>
                      <c:pt idx="131">
                        <c:v>5.8572759917133297</c:v>
                      </c:pt>
                      <c:pt idx="132">
                        <c:v>6.7174328441866615</c:v>
                      </c:pt>
                      <c:pt idx="133">
                        <c:v>7.7471592309111026</c:v>
                      </c:pt>
                      <c:pt idx="134">
                        <c:v>7.9372069789777768</c:v>
                      </c:pt>
                      <c:pt idx="135">
                        <c:v>7.6075052975577746</c:v>
                      </c:pt>
                      <c:pt idx="136">
                        <c:v>6.43016144775555</c:v>
                      </c:pt>
                      <c:pt idx="137">
                        <c:v>6.4121273682177824</c:v>
                      </c:pt>
                      <c:pt idx="138">
                        <c:v>6.4382013144244485</c:v>
                      </c:pt>
                      <c:pt idx="139">
                        <c:v>7.508378176206663</c:v>
                      </c:pt>
                      <c:pt idx="140">
                        <c:v>8.0109849553999979</c:v>
                      </c:pt>
                      <c:pt idx="141">
                        <c:v>9.2988318880044538</c:v>
                      </c:pt>
                      <c:pt idx="142">
                        <c:v>9.1313912132000006</c:v>
                      </c:pt>
                      <c:pt idx="143">
                        <c:v>7.3161176157422201</c:v>
                      </c:pt>
                      <c:pt idx="144">
                        <c:v>4.7557112924177778</c:v>
                      </c:pt>
                      <c:pt idx="145">
                        <c:v>2.7762981976599979</c:v>
                      </c:pt>
                      <c:pt idx="146">
                        <c:v>1.6956074741977829</c:v>
                      </c:pt>
                      <c:pt idx="147">
                        <c:v>1.0896301065333356</c:v>
                      </c:pt>
                      <c:pt idx="148">
                        <c:v>0.9686140565711121</c:v>
                      </c:pt>
                      <c:pt idx="149">
                        <c:v>1.3415384866733358</c:v>
                      </c:pt>
                      <c:pt idx="150">
                        <c:v>3.28023351626</c:v>
                      </c:pt>
                      <c:pt idx="151">
                        <c:v>4.4405463571177766</c:v>
                      </c:pt>
                      <c:pt idx="152">
                        <c:v>5.0738326785022281</c:v>
                      </c:pt>
                      <c:pt idx="153">
                        <c:v>4.9916982228066678</c:v>
                      </c:pt>
                      <c:pt idx="154">
                        <c:v>5.2156039963266654</c:v>
                      </c:pt>
                      <c:pt idx="155">
                        <c:v>5.759959556837785</c:v>
                      </c:pt>
                      <c:pt idx="156">
                        <c:v>6.4383949096933373</c:v>
                      </c:pt>
                      <c:pt idx="157">
                        <c:v>7.0877670031000068</c:v>
                      </c:pt>
                      <c:pt idx="158">
                        <c:v>7.2334603877777823</c:v>
                      </c:pt>
                      <c:pt idx="159">
                        <c:v>7.2121741493644409</c:v>
                      </c:pt>
                      <c:pt idx="160">
                        <c:v>6.5961207372111126</c:v>
                      </c:pt>
                      <c:pt idx="161">
                        <c:v>6.6144914032888895</c:v>
                      </c:pt>
                      <c:pt idx="162">
                        <c:v>6.5010176383266698</c:v>
                      </c:pt>
                      <c:pt idx="163">
                        <c:v>7.4968994660133319</c:v>
                      </c:pt>
                      <c:pt idx="164">
                        <c:v>8.0561960330488951</c:v>
                      </c:pt>
                      <c:pt idx="165">
                        <c:v>9.3387493086822211</c:v>
                      </c:pt>
                      <c:pt idx="166">
                        <c:v>9.0327610066488848</c:v>
                      </c:pt>
                      <c:pt idx="167">
                        <c:v>6.9761013350377725</c:v>
                      </c:pt>
                      <c:pt idx="168">
                        <c:v>4.5599408849799961</c:v>
                      </c:pt>
                      <c:pt idx="169">
                        <c:v>2.5711717424688891</c:v>
                      </c:pt>
                      <c:pt idx="170">
                        <c:v>1.4894940175355578</c:v>
                      </c:pt>
                      <c:pt idx="171">
                        <c:v>0.99797266771333359</c:v>
                      </c:pt>
                      <c:pt idx="172">
                        <c:v>0.84883025435333359</c:v>
                      </c:pt>
                      <c:pt idx="173">
                        <c:v>1.3030544240555579</c:v>
                      </c:pt>
                      <c:pt idx="174">
                        <c:v>3.2011897472466622</c:v>
                      </c:pt>
                      <c:pt idx="175">
                        <c:v>4.7388588779844465</c:v>
                      </c:pt>
                      <c:pt idx="176">
                        <c:v>5.3950285136511082</c:v>
                      </c:pt>
                      <c:pt idx="177">
                        <c:v>5.3026570425822266</c:v>
                      </c:pt>
                      <c:pt idx="178">
                        <c:v>5.3893786844777747</c:v>
                      </c:pt>
                      <c:pt idx="179">
                        <c:v>5.8948429058333325</c:v>
                      </c:pt>
                      <c:pt idx="180">
                        <c:v>6.6610505894822261</c:v>
                      </c:pt>
                      <c:pt idx="181">
                        <c:v>7.4131847356022238</c:v>
                      </c:pt>
                      <c:pt idx="182">
                        <c:v>7.5218881104911102</c:v>
                      </c:pt>
                      <c:pt idx="183">
                        <c:v>7.3980280427111165</c:v>
                      </c:pt>
                      <c:pt idx="184">
                        <c:v>6.4877401952977731</c:v>
                      </c:pt>
                      <c:pt idx="185">
                        <c:v>6.4517648341311187</c:v>
                      </c:pt>
                      <c:pt idx="186">
                        <c:v>6.3051489418177802</c:v>
                      </c:pt>
                      <c:pt idx="187">
                        <c:v>7.5677729202844466</c:v>
                      </c:pt>
                      <c:pt idx="188">
                        <c:v>8.2267026336333355</c:v>
                      </c:pt>
                      <c:pt idx="189">
                        <c:v>9.4236961251666713</c:v>
                      </c:pt>
                      <c:pt idx="190">
                        <c:v>9.3891188919466657</c:v>
                      </c:pt>
                      <c:pt idx="191">
                        <c:v>7.7039957695000032</c:v>
                      </c:pt>
                      <c:pt idx="192">
                        <c:v>5.3490710097355505</c:v>
                      </c:pt>
                      <c:pt idx="193">
                        <c:v>3.2187614458333309</c:v>
                      </c:pt>
                      <c:pt idx="194">
                        <c:v>1.921189887355554</c:v>
                      </c:pt>
                      <c:pt idx="195">
                        <c:v>1.2677560561088934</c:v>
                      </c:pt>
                      <c:pt idx="196">
                        <c:v>1.0315957065555559</c:v>
                      </c:pt>
                      <c:pt idx="197">
                        <c:v>1.2539362771422244</c:v>
                      </c:pt>
                      <c:pt idx="198">
                        <c:v>2.8302038178288851</c:v>
                      </c:pt>
                      <c:pt idx="199">
                        <c:v>4.1998717337955522</c:v>
                      </c:pt>
                      <c:pt idx="200">
                        <c:v>5.3917236944066689</c:v>
                      </c:pt>
                      <c:pt idx="201">
                        <c:v>5.7391651203577725</c:v>
                      </c:pt>
                      <c:pt idx="202">
                        <c:v>6.1217004806333382</c:v>
                      </c:pt>
                      <c:pt idx="203">
                        <c:v>6.9105746211399888</c:v>
                      </c:pt>
                      <c:pt idx="204">
                        <c:v>7.1749576533844515</c:v>
                      </c:pt>
                      <c:pt idx="205">
                        <c:v>7.5523290784177757</c:v>
                      </c:pt>
                      <c:pt idx="206">
                        <c:v>8.7857267141244382</c:v>
                      </c:pt>
                      <c:pt idx="207">
                        <c:v>8.1916107496644468</c:v>
                      </c:pt>
                      <c:pt idx="208">
                        <c:v>7.0046860547377712</c:v>
                      </c:pt>
                      <c:pt idx="209">
                        <c:v>6.8191820316599996</c:v>
                      </c:pt>
                      <c:pt idx="210">
                        <c:v>6.5933221915600075</c:v>
                      </c:pt>
                      <c:pt idx="211">
                        <c:v>7.8130218264155609</c:v>
                      </c:pt>
                      <c:pt idx="212">
                        <c:v>8.4895011570044403</c:v>
                      </c:pt>
                      <c:pt idx="213">
                        <c:v>9.7052762899111098</c:v>
                      </c:pt>
                      <c:pt idx="214">
                        <c:v>9.5656555790511071</c:v>
                      </c:pt>
                      <c:pt idx="215">
                        <c:v>7.9115020801422258</c:v>
                      </c:pt>
                      <c:pt idx="216">
                        <c:v>5.4222343445022174</c:v>
                      </c:pt>
                      <c:pt idx="217">
                        <c:v>3.185172780133334</c:v>
                      </c:pt>
                      <c:pt idx="218">
                        <c:v>1.8602252423400001</c:v>
                      </c:pt>
                      <c:pt idx="219">
                        <c:v>1.2045740516333379</c:v>
                      </c:pt>
                      <c:pt idx="220">
                        <c:v>0.99983893288000103</c:v>
                      </c:pt>
                      <c:pt idx="221">
                        <c:v>1.2284722605377743</c:v>
                      </c:pt>
                      <c:pt idx="222">
                        <c:v>2.8448538965022241</c:v>
                      </c:pt>
                      <c:pt idx="223">
                        <c:v>4.2225525645088888</c:v>
                      </c:pt>
                      <c:pt idx="224">
                        <c:v>5.3106785872266711</c:v>
                      </c:pt>
                      <c:pt idx="225">
                        <c:v>5.5658403275199948</c:v>
                      </c:pt>
                      <c:pt idx="226">
                        <c:v>5.7327700153399999</c:v>
                      </c:pt>
                      <c:pt idx="227">
                        <c:v>6.3948840289133297</c:v>
                      </c:pt>
                      <c:pt idx="228">
                        <c:v>6.9196029941044488</c:v>
                      </c:pt>
                      <c:pt idx="229">
                        <c:v>7.9482091056488846</c:v>
                      </c:pt>
                      <c:pt idx="230">
                        <c:v>8.3716567842044487</c:v>
                      </c:pt>
                      <c:pt idx="231">
                        <c:v>7.9239570295600004</c:v>
                      </c:pt>
                      <c:pt idx="232">
                        <c:v>6.7573158899800063</c:v>
                      </c:pt>
                      <c:pt idx="233">
                        <c:v>6.5476803364977805</c:v>
                      </c:pt>
                      <c:pt idx="234">
                        <c:v>6.4231672884755611</c:v>
                      </c:pt>
                      <c:pt idx="235">
                        <c:v>7.4922248434088896</c:v>
                      </c:pt>
                      <c:pt idx="236">
                        <c:v>8.3192099104466735</c:v>
                      </c:pt>
                      <c:pt idx="237">
                        <c:v>9.4866769807800022</c:v>
                      </c:pt>
                      <c:pt idx="238">
                        <c:v>9.1483604993844381</c:v>
                      </c:pt>
                      <c:pt idx="239">
                        <c:v>7.26566338934445</c:v>
                      </c:pt>
                      <c:pt idx="240">
                        <c:v>4.6839568518511143</c:v>
                      </c:pt>
                      <c:pt idx="241">
                        <c:v>2.671371940251106</c:v>
                      </c:pt>
                      <c:pt idx="242">
                        <c:v>1.5507598848622244</c:v>
                      </c:pt>
                      <c:pt idx="243">
                        <c:v>1.059879719484444</c:v>
                      </c:pt>
                      <c:pt idx="244">
                        <c:v>0.97008710438000012</c:v>
                      </c:pt>
                      <c:pt idx="245">
                        <c:v>1.2855067395866677</c:v>
                      </c:pt>
                      <c:pt idx="246">
                        <c:v>3.0326380107044448</c:v>
                      </c:pt>
                      <c:pt idx="247">
                        <c:v>4.3820753660599978</c:v>
                      </c:pt>
                      <c:pt idx="248">
                        <c:v>4.9499660577066624</c:v>
                      </c:pt>
                      <c:pt idx="249">
                        <c:v>4.9058187903977846</c:v>
                      </c:pt>
                      <c:pt idx="250">
                        <c:v>5.1234800126844489</c:v>
                      </c:pt>
                      <c:pt idx="251">
                        <c:v>5.747914262348889</c:v>
                      </c:pt>
                      <c:pt idx="252">
                        <c:v>6.5253309724155582</c:v>
                      </c:pt>
                      <c:pt idx="253">
                        <c:v>7.2927706205333402</c:v>
                      </c:pt>
                      <c:pt idx="254">
                        <c:v>7.567509983651111</c:v>
                      </c:pt>
                      <c:pt idx="255">
                        <c:v>7.3215149165888986</c:v>
                      </c:pt>
                      <c:pt idx="256">
                        <c:v>6.7565131066066719</c:v>
                      </c:pt>
                      <c:pt idx="257">
                        <c:v>6.8705927970622298</c:v>
                      </c:pt>
                      <c:pt idx="258">
                        <c:v>6.5854685143577782</c:v>
                      </c:pt>
                      <c:pt idx="259">
                        <c:v>7.60385156946223</c:v>
                      </c:pt>
                      <c:pt idx="260">
                        <c:v>8.4099330343133385</c:v>
                      </c:pt>
                      <c:pt idx="261">
                        <c:v>9.5523740191955593</c:v>
                      </c:pt>
                      <c:pt idx="262">
                        <c:v>9.006827211157777</c:v>
                      </c:pt>
                      <c:pt idx="263">
                        <c:v>6.8968822784244423</c:v>
                      </c:pt>
                      <c:pt idx="264">
                        <c:v>4.3691924682333338</c:v>
                      </c:pt>
                      <c:pt idx="265">
                        <c:v>2.4709549186111111</c:v>
                      </c:pt>
                      <c:pt idx="266">
                        <c:v>1.4752630152355535</c:v>
                      </c:pt>
                      <c:pt idx="267">
                        <c:v>1.0553966073600001</c:v>
                      </c:pt>
                      <c:pt idx="268">
                        <c:v>0.92077578733111132</c:v>
                      </c:pt>
                      <c:pt idx="269">
                        <c:v>1.2770067343688889</c:v>
                      </c:pt>
                      <c:pt idx="270">
                        <c:v>3.1173344736133299</c:v>
                      </c:pt>
                      <c:pt idx="271">
                        <c:v>4.4554007928488835</c:v>
                      </c:pt>
                      <c:pt idx="272">
                        <c:v>4.942140551808885</c:v>
                      </c:pt>
                      <c:pt idx="273">
                        <c:v>4.8199824829466626</c:v>
                      </c:pt>
                      <c:pt idx="274">
                        <c:v>5.1289312847088837</c:v>
                      </c:pt>
                      <c:pt idx="275">
                        <c:v>5.8802238541555596</c:v>
                      </c:pt>
                      <c:pt idx="276">
                        <c:v>6.4796975201244518</c:v>
                      </c:pt>
                      <c:pt idx="277">
                        <c:v>7.1090141679355483</c:v>
                      </c:pt>
                      <c:pt idx="278">
                        <c:v>7.2338823507555583</c:v>
                      </c:pt>
                      <c:pt idx="279">
                        <c:v>7.1724037217200003</c:v>
                      </c:pt>
                      <c:pt idx="280">
                        <c:v>6.3662475562911167</c:v>
                      </c:pt>
                      <c:pt idx="281">
                        <c:v>6.5423339837422239</c:v>
                      </c:pt>
                      <c:pt idx="282">
                        <c:v>6.3713258748666632</c:v>
                      </c:pt>
                      <c:pt idx="283">
                        <c:v>7.5039410099911095</c:v>
                      </c:pt>
                      <c:pt idx="284">
                        <c:v>8.3124069023355567</c:v>
                      </c:pt>
                      <c:pt idx="285">
                        <c:v>9.5043473587266618</c:v>
                      </c:pt>
                      <c:pt idx="286">
                        <c:v>9.0092229453355639</c:v>
                      </c:pt>
                      <c:pt idx="287">
                        <c:v>6.788388992722223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3-F1FB-4D39-A8F8-9D267B9F4903}"/>
                  </c:ext>
                </c:extLst>
              </c15:ser>
            </c15:filteredLineSeries>
            <c15:filteredLineSeries>
              <c15:ser>
                <c:idx val="30"/>
                <c:order val="3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12-10-2026'!$AF$1</c15:sqref>
                        </c15:formulaRef>
                      </c:ext>
                    </c:extLst>
                    <c:strCache>
                      <c:ptCount val="1"/>
                      <c:pt idx="0">
                        <c:v>vEPG BMR SGI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12-10-2026'!$AF$2:$AF$289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78.373486269464479</c:v>
                      </c:pt>
                      <c:pt idx="1">
                        <c:v>50.735538361093326</c:v>
                      </c:pt>
                      <c:pt idx="2">
                        <c:v>29.831557932951089</c:v>
                      </c:pt>
                      <c:pt idx="3">
                        <c:v>16.818825609244438</c:v>
                      </c:pt>
                      <c:pt idx="4">
                        <c:v>11.441623541524432</c:v>
                      </c:pt>
                      <c:pt idx="5">
                        <c:v>10.971617425193323</c:v>
                      </c:pt>
                      <c:pt idx="6">
                        <c:v>20.761742368448882</c:v>
                      </c:pt>
                      <c:pt idx="7">
                        <c:v>34.489746737817768</c:v>
                      </c:pt>
                      <c:pt idx="8">
                        <c:v>45.424305286793334</c:v>
                      </c:pt>
                      <c:pt idx="9">
                        <c:v>51.494822575500045</c:v>
                      </c:pt>
                      <c:pt idx="10">
                        <c:v>58.128346568484481</c:v>
                      </c:pt>
                      <c:pt idx="11">
                        <c:v>65.96331156229337</c:v>
                      </c:pt>
                      <c:pt idx="12">
                        <c:v>71.014898600460015</c:v>
                      </c:pt>
                      <c:pt idx="13">
                        <c:v>77.85761495900222</c:v>
                      </c:pt>
                      <c:pt idx="14">
                        <c:v>83.838264498393315</c:v>
                      </c:pt>
                      <c:pt idx="15">
                        <c:v>79.610655224095538</c:v>
                      </c:pt>
                      <c:pt idx="16">
                        <c:v>71.187282993384429</c:v>
                      </c:pt>
                      <c:pt idx="17">
                        <c:v>71.109643160993386</c:v>
                      </c:pt>
                      <c:pt idx="18">
                        <c:v>69.690467280491148</c:v>
                      </c:pt>
                      <c:pt idx="19">
                        <c:v>72.477794801722268</c:v>
                      </c:pt>
                      <c:pt idx="20">
                        <c:v>84.662166580008957</c:v>
                      </c:pt>
                      <c:pt idx="21">
                        <c:v>97.590519842646714</c:v>
                      </c:pt>
                      <c:pt idx="22">
                        <c:v>106.57933693197336</c:v>
                      </c:pt>
                      <c:pt idx="23">
                        <c:v>104.25022681447332</c:v>
                      </c:pt>
                      <c:pt idx="24">
                        <c:v>84.419398295613377</c:v>
                      </c:pt>
                      <c:pt idx="25">
                        <c:v>55.407044736453308</c:v>
                      </c:pt>
                      <c:pt idx="26">
                        <c:v>30.41229929285333</c:v>
                      </c:pt>
                      <c:pt idx="27">
                        <c:v>19.83336103887558</c:v>
                      </c:pt>
                      <c:pt idx="28">
                        <c:v>12.785453433642189</c:v>
                      </c:pt>
                      <c:pt idx="29">
                        <c:v>10.619568730591112</c:v>
                      </c:pt>
                      <c:pt idx="30">
                        <c:v>18.585079441955529</c:v>
                      </c:pt>
                      <c:pt idx="31">
                        <c:v>29.878676321131159</c:v>
                      </c:pt>
                      <c:pt idx="32">
                        <c:v>41.715957225448889</c:v>
                      </c:pt>
                      <c:pt idx="33">
                        <c:v>52.583343817797768</c:v>
                      </c:pt>
                      <c:pt idx="34">
                        <c:v>61.763548790682194</c:v>
                      </c:pt>
                      <c:pt idx="35">
                        <c:v>72.84864110524444</c:v>
                      </c:pt>
                      <c:pt idx="36">
                        <c:v>76.789621596820041</c:v>
                      </c:pt>
                      <c:pt idx="37">
                        <c:v>74.035828173986658</c:v>
                      </c:pt>
                      <c:pt idx="38">
                        <c:v>91.661300848915602</c:v>
                      </c:pt>
                      <c:pt idx="39">
                        <c:v>88.177038619539999</c:v>
                      </c:pt>
                      <c:pt idx="40">
                        <c:v>74.973483762100031</c:v>
                      </c:pt>
                      <c:pt idx="41">
                        <c:v>72.107380270657742</c:v>
                      </c:pt>
                      <c:pt idx="42">
                        <c:v>70.221629153191131</c:v>
                      </c:pt>
                      <c:pt idx="43">
                        <c:v>75.827857902766667</c:v>
                      </c:pt>
                      <c:pt idx="44">
                        <c:v>88.976517128884453</c:v>
                      </c:pt>
                      <c:pt idx="45">
                        <c:v>102.82787913077999</c:v>
                      </c:pt>
                      <c:pt idx="46">
                        <c:v>110.29587077140623</c:v>
                      </c:pt>
                      <c:pt idx="47">
                        <c:v>107.59538210908669</c:v>
                      </c:pt>
                      <c:pt idx="48">
                        <c:v>88.419980086831089</c:v>
                      </c:pt>
                      <c:pt idx="49">
                        <c:v>61.185864339584462</c:v>
                      </c:pt>
                      <c:pt idx="50">
                        <c:v>36.933037990817766</c:v>
                      </c:pt>
                      <c:pt idx="51">
                        <c:v>21.545346117580021</c:v>
                      </c:pt>
                      <c:pt idx="52">
                        <c:v>13.05282473056891</c:v>
                      </c:pt>
                      <c:pt idx="53">
                        <c:v>10.517453881439998</c:v>
                      </c:pt>
                      <c:pt idx="54">
                        <c:v>18.763896015344418</c:v>
                      </c:pt>
                      <c:pt idx="55">
                        <c:v>30.97672697781114</c:v>
                      </c:pt>
                      <c:pt idx="56">
                        <c:v>41.731546711724469</c:v>
                      </c:pt>
                      <c:pt idx="57">
                        <c:v>51.37203516201329</c:v>
                      </c:pt>
                      <c:pt idx="58">
                        <c:v>59.152704238422182</c:v>
                      </c:pt>
                      <c:pt idx="59">
                        <c:v>68.60396303189556</c:v>
                      </c:pt>
                      <c:pt idx="60">
                        <c:v>73.307361082586695</c:v>
                      </c:pt>
                      <c:pt idx="61">
                        <c:v>81.194704338264415</c:v>
                      </c:pt>
                      <c:pt idx="62">
                        <c:v>89.364084864780011</c:v>
                      </c:pt>
                      <c:pt idx="63">
                        <c:v>85.11451909638447</c:v>
                      </c:pt>
                      <c:pt idx="64">
                        <c:v>74.952361699762221</c:v>
                      </c:pt>
                      <c:pt idx="65">
                        <c:v>73.110858116008956</c:v>
                      </c:pt>
                      <c:pt idx="66">
                        <c:v>69.901417052244497</c:v>
                      </c:pt>
                      <c:pt idx="67">
                        <c:v>74.550281791042238</c:v>
                      </c:pt>
                      <c:pt idx="68">
                        <c:v>85.854594521759978</c:v>
                      </c:pt>
                      <c:pt idx="69">
                        <c:v>98.002390728071106</c:v>
                      </c:pt>
                      <c:pt idx="70">
                        <c:v>106.10563918010884</c:v>
                      </c:pt>
                      <c:pt idx="71">
                        <c:v>101.01315907865333</c:v>
                      </c:pt>
                      <c:pt idx="72">
                        <c:v>78.320715956017821</c:v>
                      </c:pt>
                      <c:pt idx="73">
                        <c:v>49.651928491697824</c:v>
                      </c:pt>
                      <c:pt idx="74">
                        <c:v>28.38227474811114</c:v>
                      </c:pt>
                      <c:pt idx="75">
                        <c:v>16.45089940660003</c:v>
                      </c:pt>
                      <c:pt idx="76">
                        <c:v>10.958721094411111</c:v>
                      </c:pt>
                      <c:pt idx="77">
                        <c:v>10.133335082135559</c:v>
                      </c:pt>
                      <c:pt idx="78">
                        <c:v>19.706870305517732</c:v>
                      </c:pt>
                      <c:pt idx="79">
                        <c:v>32.19968007610219</c:v>
                      </c:pt>
                      <c:pt idx="80">
                        <c:v>42.7630372148733</c:v>
                      </c:pt>
                      <c:pt idx="81">
                        <c:v>50.204144061111108</c:v>
                      </c:pt>
                      <c:pt idx="82">
                        <c:v>56.971743589968931</c:v>
                      </c:pt>
                      <c:pt idx="83">
                        <c:v>63.973475287453361</c:v>
                      </c:pt>
                      <c:pt idx="84">
                        <c:v>68.703360789962218</c:v>
                      </c:pt>
                      <c:pt idx="85">
                        <c:v>74.872045958037774</c:v>
                      </c:pt>
                      <c:pt idx="86">
                        <c:v>79.967459296664416</c:v>
                      </c:pt>
                      <c:pt idx="87">
                        <c:v>75.884887151906682</c:v>
                      </c:pt>
                      <c:pt idx="88">
                        <c:v>68.81803832963999</c:v>
                      </c:pt>
                      <c:pt idx="89">
                        <c:v>69.634881423673363</c:v>
                      </c:pt>
                      <c:pt idx="90">
                        <c:v>68.478358677764462</c:v>
                      </c:pt>
                      <c:pt idx="91">
                        <c:v>73.131427265857823</c:v>
                      </c:pt>
                      <c:pt idx="92">
                        <c:v>85.645988165851122</c:v>
                      </c:pt>
                      <c:pt idx="93">
                        <c:v>98.992034068095592</c:v>
                      </c:pt>
                      <c:pt idx="94">
                        <c:v>106.56560824286662</c:v>
                      </c:pt>
                      <c:pt idx="95">
                        <c:v>99.377948176515588</c:v>
                      </c:pt>
                      <c:pt idx="96">
                        <c:v>75.611990533873325</c:v>
                      </c:pt>
                      <c:pt idx="97">
                        <c:v>47.586222761937798</c:v>
                      </c:pt>
                      <c:pt idx="98">
                        <c:v>26.90593604637996</c:v>
                      </c:pt>
                      <c:pt idx="99">
                        <c:v>15.380656173093321</c:v>
                      </c:pt>
                      <c:pt idx="100">
                        <c:v>10.661723497799999</c:v>
                      </c:pt>
                      <c:pt idx="101">
                        <c:v>9.6989602930488878</c:v>
                      </c:pt>
                      <c:pt idx="102">
                        <c:v>18.958811272075589</c:v>
                      </c:pt>
                      <c:pt idx="103">
                        <c:v>32.722693265468912</c:v>
                      </c:pt>
                      <c:pt idx="104">
                        <c:v>43.115758808951078</c:v>
                      </c:pt>
                      <c:pt idx="105">
                        <c:v>50.08102738702221</c:v>
                      </c:pt>
                      <c:pt idx="106">
                        <c:v>57.002929380964446</c:v>
                      </c:pt>
                      <c:pt idx="107">
                        <c:v>64.881577367748903</c:v>
                      </c:pt>
                      <c:pt idx="108">
                        <c:v>69.458732550700006</c:v>
                      </c:pt>
                      <c:pt idx="109">
                        <c:v>75.945527650337752</c:v>
                      </c:pt>
                      <c:pt idx="110">
                        <c:v>80.521314022511149</c:v>
                      </c:pt>
                      <c:pt idx="111">
                        <c:v>76.636000922602264</c:v>
                      </c:pt>
                      <c:pt idx="112">
                        <c:v>69.783078521206718</c:v>
                      </c:pt>
                      <c:pt idx="113">
                        <c:v>70.293616086235559</c:v>
                      </c:pt>
                      <c:pt idx="114">
                        <c:v>69.016725113484483</c:v>
                      </c:pt>
                      <c:pt idx="115">
                        <c:v>73.938554347546656</c:v>
                      </c:pt>
                      <c:pt idx="116">
                        <c:v>85.901228545904431</c:v>
                      </c:pt>
                      <c:pt idx="117">
                        <c:v>100.95828122351776</c:v>
                      </c:pt>
                      <c:pt idx="118">
                        <c:v>107.75507288629552</c:v>
                      </c:pt>
                      <c:pt idx="119">
                        <c:v>100.60095174819782</c:v>
                      </c:pt>
                      <c:pt idx="120">
                        <c:v>75.569704465413366</c:v>
                      </c:pt>
                      <c:pt idx="121">
                        <c:v>47.044419454319993</c:v>
                      </c:pt>
                      <c:pt idx="122">
                        <c:v>26.491233129542209</c:v>
                      </c:pt>
                      <c:pt idx="123">
                        <c:v>15.30378342721559</c:v>
                      </c:pt>
                      <c:pt idx="124">
                        <c:v>10.929093830637733</c:v>
                      </c:pt>
                      <c:pt idx="125">
                        <c:v>10.345434812828893</c:v>
                      </c:pt>
                      <c:pt idx="126">
                        <c:v>20.054621655833301</c:v>
                      </c:pt>
                      <c:pt idx="127">
                        <c:v>34.165017434253286</c:v>
                      </c:pt>
                      <c:pt idx="128">
                        <c:v>44.98924879869778</c:v>
                      </c:pt>
                      <c:pt idx="129">
                        <c:v>52.456375597131121</c:v>
                      </c:pt>
                      <c:pt idx="130">
                        <c:v>57.920538413157793</c:v>
                      </c:pt>
                      <c:pt idx="131">
                        <c:v>65.063564643517807</c:v>
                      </c:pt>
                      <c:pt idx="132">
                        <c:v>70.694769779355582</c:v>
                      </c:pt>
                      <c:pt idx="133">
                        <c:v>79.318907848497815</c:v>
                      </c:pt>
                      <c:pt idx="134">
                        <c:v>83.499692392175604</c:v>
                      </c:pt>
                      <c:pt idx="135">
                        <c:v>78.589898958240028</c:v>
                      </c:pt>
                      <c:pt idx="136">
                        <c:v>69.997517389891073</c:v>
                      </c:pt>
                      <c:pt idx="137">
                        <c:v>70.485237334982259</c:v>
                      </c:pt>
                      <c:pt idx="138">
                        <c:v>79.217620318266654</c:v>
                      </c:pt>
                      <c:pt idx="139">
                        <c:v>86.304971155911133</c:v>
                      </c:pt>
                      <c:pt idx="140">
                        <c:v>89.376972189680032</c:v>
                      </c:pt>
                      <c:pt idx="141">
                        <c:v>102.8187340112911</c:v>
                      </c:pt>
                      <c:pt idx="142">
                        <c:v>108.68766365545551</c:v>
                      </c:pt>
                      <c:pt idx="143">
                        <c:v>100.69659883143557</c:v>
                      </c:pt>
                      <c:pt idx="144">
                        <c:v>78.366594246619997</c:v>
                      </c:pt>
                      <c:pt idx="145">
                        <c:v>48.917735682631097</c:v>
                      </c:pt>
                      <c:pt idx="146">
                        <c:v>28.96376429410893</c:v>
                      </c:pt>
                      <c:pt idx="147">
                        <c:v>15.978975299459991</c:v>
                      </c:pt>
                      <c:pt idx="148">
                        <c:v>10.363565550984443</c:v>
                      </c:pt>
                      <c:pt idx="149">
                        <c:v>9.8443215496266632</c:v>
                      </c:pt>
                      <c:pt idx="150">
                        <c:v>20.115098728835509</c:v>
                      </c:pt>
                      <c:pt idx="151">
                        <c:v>34.794052057082197</c:v>
                      </c:pt>
                      <c:pt idx="152">
                        <c:v>46.027690225853334</c:v>
                      </c:pt>
                      <c:pt idx="153">
                        <c:v>52.45628632200669</c:v>
                      </c:pt>
                      <c:pt idx="154">
                        <c:v>58.670904434486722</c:v>
                      </c:pt>
                      <c:pt idx="155">
                        <c:v>65.946740555333321</c:v>
                      </c:pt>
                      <c:pt idx="156">
                        <c:v>70.155182892682276</c:v>
                      </c:pt>
                      <c:pt idx="157">
                        <c:v>76.489225153197793</c:v>
                      </c:pt>
                      <c:pt idx="158">
                        <c:v>81.18150569384224</c:v>
                      </c:pt>
                      <c:pt idx="159">
                        <c:v>78.78646811432219</c:v>
                      </c:pt>
                      <c:pt idx="160">
                        <c:v>71.572781860673373</c:v>
                      </c:pt>
                      <c:pt idx="161">
                        <c:v>71.988663399904439</c:v>
                      </c:pt>
                      <c:pt idx="162">
                        <c:v>70.793298944588855</c:v>
                      </c:pt>
                      <c:pt idx="163">
                        <c:v>76.201702156111125</c:v>
                      </c:pt>
                      <c:pt idx="164">
                        <c:v>85.989234114495602</c:v>
                      </c:pt>
                      <c:pt idx="165">
                        <c:v>99.678880507151163</c:v>
                      </c:pt>
                      <c:pt idx="166">
                        <c:v>108.74049459969558</c:v>
                      </c:pt>
                      <c:pt idx="167">
                        <c:v>100.03067591003551</c:v>
                      </c:pt>
                      <c:pt idx="168">
                        <c:v>75.065934956871075</c:v>
                      </c:pt>
                      <c:pt idx="169">
                        <c:v>47.117090004268903</c:v>
                      </c:pt>
                      <c:pt idx="170">
                        <c:v>26.59666399882224</c:v>
                      </c:pt>
                      <c:pt idx="171">
                        <c:v>15.542054469020041</c:v>
                      </c:pt>
                      <c:pt idx="172">
                        <c:v>10.730209082673332</c:v>
                      </c:pt>
                      <c:pt idx="173">
                        <c:v>10.181585607853332</c:v>
                      </c:pt>
                      <c:pt idx="174">
                        <c:v>20.965379863366699</c:v>
                      </c:pt>
                      <c:pt idx="175">
                        <c:v>36.992845025793386</c:v>
                      </c:pt>
                      <c:pt idx="176">
                        <c:v>48.623312138748894</c:v>
                      </c:pt>
                      <c:pt idx="177">
                        <c:v>59.135421969308894</c:v>
                      </c:pt>
                      <c:pt idx="178">
                        <c:v>65.404380425933368</c:v>
                      </c:pt>
                      <c:pt idx="179">
                        <c:v>71.388821023371165</c:v>
                      </c:pt>
                      <c:pt idx="180">
                        <c:v>74.922042705131147</c:v>
                      </c:pt>
                      <c:pt idx="181">
                        <c:v>80.834626224873375</c:v>
                      </c:pt>
                      <c:pt idx="182">
                        <c:v>85.136495091202264</c:v>
                      </c:pt>
                      <c:pt idx="183">
                        <c:v>81.870186694128932</c:v>
                      </c:pt>
                      <c:pt idx="184">
                        <c:v>73.375711743673335</c:v>
                      </c:pt>
                      <c:pt idx="185">
                        <c:v>72.99956047392223</c:v>
                      </c:pt>
                      <c:pt idx="186">
                        <c:v>71.277635710011154</c:v>
                      </c:pt>
                      <c:pt idx="187">
                        <c:v>79.291010819122206</c:v>
                      </c:pt>
                      <c:pt idx="188">
                        <c:v>88.03435640852004</c:v>
                      </c:pt>
                      <c:pt idx="189">
                        <c:v>101.92001245455782</c:v>
                      </c:pt>
                      <c:pt idx="190">
                        <c:v>110.26319378524433</c:v>
                      </c:pt>
                      <c:pt idx="191">
                        <c:v>104.35963440808</c:v>
                      </c:pt>
                      <c:pt idx="192">
                        <c:v>83.072544662302263</c:v>
                      </c:pt>
                      <c:pt idx="193">
                        <c:v>55.032510303337794</c:v>
                      </c:pt>
                      <c:pt idx="194">
                        <c:v>33.281090744006619</c:v>
                      </c:pt>
                      <c:pt idx="195">
                        <c:v>19.924792493026711</c:v>
                      </c:pt>
                      <c:pt idx="196">
                        <c:v>12.84402629896219</c:v>
                      </c:pt>
                      <c:pt idx="197">
                        <c:v>10.556125664597774</c:v>
                      </c:pt>
                      <c:pt idx="198">
                        <c:v>19.437937345462263</c:v>
                      </c:pt>
                      <c:pt idx="199">
                        <c:v>31.917229970806709</c:v>
                      </c:pt>
                      <c:pt idx="200">
                        <c:v>43.554240372135581</c:v>
                      </c:pt>
                      <c:pt idx="201">
                        <c:v>53.718720565859989</c:v>
                      </c:pt>
                      <c:pt idx="202">
                        <c:v>62.941897408648934</c:v>
                      </c:pt>
                      <c:pt idx="203">
                        <c:v>73.73118796742223</c:v>
                      </c:pt>
                      <c:pt idx="204">
                        <c:v>76.380216818920033</c:v>
                      </c:pt>
                      <c:pt idx="205">
                        <c:v>75.026868659702259</c:v>
                      </c:pt>
                      <c:pt idx="206">
                        <c:v>92.381335016746647</c:v>
                      </c:pt>
                      <c:pt idx="207">
                        <c:v>88.587847122377823</c:v>
                      </c:pt>
                      <c:pt idx="208">
                        <c:v>75.536874645511148</c:v>
                      </c:pt>
                      <c:pt idx="209">
                        <c:v>73.406377207940025</c:v>
                      </c:pt>
                      <c:pt idx="210">
                        <c:v>71.891672066964446</c:v>
                      </c:pt>
                      <c:pt idx="211">
                        <c:v>81.790708622093362</c:v>
                      </c:pt>
                      <c:pt idx="212">
                        <c:v>91.104082462420024</c:v>
                      </c:pt>
                      <c:pt idx="213">
                        <c:v>104.5470556761333</c:v>
                      </c:pt>
                      <c:pt idx="214">
                        <c:v>114.0362492416801</c:v>
                      </c:pt>
                      <c:pt idx="215">
                        <c:v>106.82236509101109</c:v>
                      </c:pt>
                      <c:pt idx="216">
                        <c:v>84.548312123293371</c:v>
                      </c:pt>
                      <c:pt idx="217">
                        <c:v>56.235219616831095</c:v>
                      </c:pt>
                      <c:pt idx="218">
                        <c:v>33.46335421280002</c:v>
                      </c:pt>
                      <c:pt idx="219">
                        <c:v>19.429677207131089</c:v>
                      </c:pt>
                      <c:pt idx="220">
                        <c:v>12.236761579831157</c:v>
                      </c:pt>
                      <c:pt idx="221">
                        <c:v>10.298544434880007</c:v>
                      </c:pt>
                      <c:pt idx="222">
                        <c:v>19.289733075080008</c:v>
                      </c:pt>
                      <c:pt idx="223">
                        <c:v>32.966580124602181</c:v>
                      </c:pt>
                      <c:pt idx="224">
                        <c:v>44.898610108055571</c:v>
                      </c:pt>
                      <c:pt idx="225">
                        <c:v>54.006533849817757</c:v>
                      </c:pt>
                      <c:pt idx="226">
                        <c:v>61.186672431782213</c:v>
                      </c:pt>
                      <c:pt idx="227">
                        <c:v>69.065011082242265</c:v>
                      </c:pt>
                      <c:pt idx="228">
                        <c:v>73.602541614946702</c:v>
                      </c:pt>
                      <c:pt idx="229">
                        <c:v>81.409019218980035</c:v>
                      </c:pt>
                      <c:pt idx="230">
                        <c:v>89.010788315251077</c:v>
                      </c:pt>
                      <c:pt idx="231">
                        <c:v>85.340004062171161</c:v>
                      </c:pt>
                      <c:pt idx="232">
                        <c:v>75.410514632562226</c:v>
                      </c:pt>
                      <c:pt idx="233">
                        <c:v>74.926442307702189</c:v>
                      </c:pt>
                      <c:pt idx="234">
                        <c:v>74.560947705917826</c:v>
                      </c:pt>
                      <c:pt idx="235">
                        <c:v>81.63663587901776</c:v>
                      </c:pt>
                      <c:pt idx="236">
                        <c:v>91.348809585755561</c:v>
                      </c:pt>
                      <c:pt idx="237">
                        <c:v>105.68704653300222</c:v>
                      </c:pt>
                      <c:pt idx="238">
                        <c:v>108.7924046819378</c:v>
                      </c:pt>
                      <c:pt idx="239">
                        <c:v>100.25737739827997</c:v>
                      </c:pt>
                      <c:pt idx="240">
                        <c:v>74.48209044024226</c:v>
                      </c:pt>
                      <c:pt idx="241">
                        <c:v>47.522484777566703</c:v>
                      </c:pt>
                      <c:pt idx="242">
                        <c:v>27.189139758297799</c:v>
                      </c:pt>
                      <c:pt idx="243">
                        <c:v>16.02438956299773</c:v>
                      </c:pt>
                      <c:pt idx="244">
                        <c:v>10.650058610768891</c:v>
                      </c:pt>
                      <c:pt idx="245">
                        <c:v>9.7521199689688896</c:v>
                      </c:pt>
                      <c:pt idx="246">
                        <c:v>20.02795191223333</c:v>
                      </c:pt>
                      <c:pt idx="247">
                        <c:v>34.135818221951077</c:v>
                      </c:pt>
                      <c:pt idx="248">
                        <c:v>45.321014561037757</c:v>
                      </c:pt>
                      <c:pt idx="249">
                        <c:v>52.658182047000011</c:v>
                      </c:pt>
                      <c:pt idx="250">
                        <c:v>59.961590085417782</c:v>
                      </c:pt>
                      <c:pt idx="251">
                        <c:v>67.773305647313336</c:v>
                      </c:pt>
                      <c:pt idx="252">
                        <c:v>72.009528233204492</c:v>
                      </c:pt>
                      <c:pt idx="253">
                        <c:v>78.228593225688883</c:v>
                      </c:pt>
                      <c:pt idx="254">
                        <c:v>83.378953275924403</c:v>
                      </c:pt>
                      <c:pt idx="255">
                        <c:v>80.537995169599967</c:v>
                      </c:pt>
                      <c:pt idx="256">
                        <c:v>72.894481849633337</c:v>
                      </c:pt>
                      <c:pt idx="257">
                        <c:v>77.979301281786633</c:v>
                      </c:pt>
                      <c:pt idx="258">
                        <c:v>76.755163812611144</c:v>
                      </c:pt>
                      <c:pt idx="259">
                        <c:v>82.250607868637729</c:v>
                      </c:pt>
                      <c:pt idx="260">
                        <c:v>89.146061807153387</c:v>
                      </c:pt>
                      <c:pt idx="261">
                        <c:v>102.56480871449558</c:v>
                      </c:pt>
                      <c:pt idx="262">
                        <c:v>108.39236103780888</c:v>
                      </c:pt>
                      <c:pt idx="263">
                        <c:v>96.879688259466633</c:v>
                      </c:pt>
                      <c:pt idx="264">
                        <c:v>70.344176547124476</c:v>
                      </c:pt>
                      <c:pt idx="265">
                        <c:v>42.49070298420223</c:v>
                      </c:pt>
                      <c:pt idx="266">
                        <c:v>23.838343501393322</c:v>
                      </c:pt>
                      <c:pt idx="267">
                        <c:v>14.31329999332227</c:v>
                      </c:pt>
                      <c:pt idx="268">
                        <c:v>9.8660290288822203</c:v>
                      </c:pt>
                      <c:pt idx="269">
                        <c:v>9.4736234513977813</c:v>
                      </c:pt>
                      <c:pt idx="270">
                        <c:v>19.488027330537797</c:v>
                      </c:pt>
                      <c:pt idx="271">
                        <c:v>34.128799179744398</c:v>
                      </c:pt>
                      <c:pt idx="272">
                        <c:v>44.596702559715538</c:v>
                      </c:pt>
                      <c:pt idx="273">
                        <c:v>51.157936617155514</c:v>
                      </c:pt>
                      <c:pt idx="274">
                        <c:v>57.236536218406677</c:v>
                      </c:pt>
                      <c:pt idx="275">
                        <c:v>65.226458117204444</c:v>
                      </c:pt>
                      <c:pt idx="276">
                        <c:v>69.238584822097749</c:v>
                      </c:pt>
                      <c:pt idx="277">
                        <c:v>75.161064608408878</c:v>
                      </c:pt>
                      <c:pt idx="278">
                        <c:v>79.167301453339974</c:v>
                      </c:pt>
                      <c:pt idx="279">
                        <c:v>77.47031192412885</c:v>
                      </c:pt>
                      <c:pt idx="280">
                        <c:v>70.205187499568893</c:v>
                      </c:pt>
                      <c:pt idx="281">
                        <c:v>72.830868784193314</c:v>
                      </c:pt>
                      <c:pt idx="282">
                        <c:v>71.182592153326709</c:v>
                      </c:pt>
                      <c:pt idx="283">
                        <c:v>79.885275435515609</c:v>
                      </c:pt>
                      <c:pt idx="284">
                        <c:v>88.426593378204473</c:v>
                      </c:pt>
                      <c:pt idx="285">
                        <c:v>103.35646364897781</c:v>
                      </c:pt>
                      <c:pt idx="286">
                        <c:v>110.41367672075511</c:v>
                      </c:pt>
                      <c:pt idx="287">
                        <c:v>99.047165644108844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4-F1FB-4D39-A8F8-9D267B9F4903}"/>
                  </c:ext>
                </c:extLst>
              </c15:ser>
            </c15:filteredLineSeries>
            <c15:filteredLineSeries>
              <c15:ser>
                <c:idx val="31"/>
                <c:order val="3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12-10-2026'!$AG$1</c15:sqref>
                        </c15:formulaRef>
                      </c:ext>
                    </c:extLst>
                    <c:strCache>
                      <c:ptCount val="1"/>
                      <c:pt idx="0">
                        <c:v>vEPG BMR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12-10-2026'!$AG$2:$AG$289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5.9279236467777734</c:v>
                      </c:pt>
                      <c:pt idx="1">
                        <c:v>3.7356185379111113</c:v>
                      </c:pt>
                      <c:pt idx="2">
                        <c:v>2.090928131791109</c:v>
                      </c:pt>
                      <c:pt idx="3">
                        <c:v>1.2524833727666655</c:v>
                      </c:pt>
                      <c:pt idx="4">
                        <c:v>0.95754174544666748</c:v>
                      </c:pt>
                      <c:pt idx="5">
                        <c:v>1.0201480484200005</c:v>
                      </c:pt>
                      <c:pt idx="6">
                        <c:v>2.304788184631116</c:v>
                      </c:pt>
                      <c:pt idx="7">
                        <c:v>3.772249803984443</c:v>
                      </c:pt>
                      <c:pt idx="8">
                        <c:v>4.4497575889577741</c:v>
                      </c:pt>
                      <c:pt idx="9">
                        <c:v>4.6153101229511098</c:v>
                      </c:pt>
                      <c:pt idx="10">
                        <c:v>4.8747392369555529</c:v>
                      </c:pt>
                      <c:pt idx="11">
                        <c:v>5.4298507689400068</c:v>
                      </c:pt>
                      <c:pt idx="12">
                        <c:v>6.1298848629444409</c:v>
                      </c:pt>
                      <c:pt idx="13">
                        <c:v>6.7893395642377774</c:v>
                      </c:pt>
                      <c:pt idx="14">
                        <c:v>7.3396793068844302</c:v>
                      </c:pt>
                      <c:pt idx="15">
                        <c:v>7.1036008839666778</c:v>
                      </c:pt>
                      <c:pt idx="16">
                        <c:v>6.4709157287444405</c:v>
                      </c:pt>
                      <c:pt idx="17">
                        <c:v>6.1432452047133292</c:v>
                      </c:pt>
                      <c:pt idx="18">
                        <c:v>5.7084261355488826</c:v>
                      </c:pt>
                      <c:pt idx="19">
                        <c:v>5.8693137822688959</c:v>
                      </c:pt>
                      <c:pt idx="20">
                        <c:v>6.8412646987133297</c:v>
                      </c:pt>
                      <c:pt idx="21">
                        <c:v>7.8731280821955503</c:v>
                      </c:pt>
                      <c:pt idx="22">
                        <c:v>8.5830260243666654</c:v>
                      </c:pt>
                      <c:pt idx="23">
                        <c:v>8.2903483409444405</c:v>
                      </c:pt>
                      <c:pt idx="24">
                        <c:v>6.4394889269511175</c:v>
                      </c:pt>
                      <c:pt idx="25">
                        <c:v>4.1212157711311139</c:v>
                      </c:pt>
                      <c:pt idx="26">
                        <c:v>2.2857164612177772</c:v>
                      </c:pt>
                      <c:pt idx="27">
                        <c:v>1.4821652110222179</c:v>
                      </c:pt>
                      <c:pt idx="28">
                        <c:v>0.99117582504888868</c:v>
                      </c:pt>
                      <c:pt idx="29">
                        <c:v>0.98408959297999965</c:v>
                      </c:pt>
                      <c:pt idx="30">
                        <c:v>2.0203532260955601</c:v>
                      </c:pt>
                      <c:pt idx="31">
                        <c:v>3.3859805746533329</c:v>
                      </c:pt>
                      <c:pt idx="32">
                        <c:v>4.4949210642600006</c:v>
                      </c:pt>
                      <c:pt idx="33">
                        <c:v>5.2254982256288836</c:v>
                      </c:pt>
                      <c:pt idx="34">
                        <c:v>5.6419406197422255</c:v>
                      </c:pt>
                      <c:pt idx="35">
                        <c:v>6.3070833827288819</c:v>
                      </c:pt>
                      <c:pt idx="36">
                        <c:v>6.7899270586755653</c:v>
                      </c:pt>
                      <c:pt idx="37">
                        <c:v>6.8253748002577712</c:v>
                      </c:pt>
                      <c:pt idx="38">
                        <c:v>7.9244699033866643</c:v>
                      </c:pt>
                      <c:pt idx="39">
                        <c:v>7.8092916809088848</c:v>
                      </c:pt>
                      <c:pt idx="40">
                        <c:v>6.7572198302222137</c:v>
                      </c:pt>
                      <c:pt idx="41">
                        <c:v>6.1918830382911123</c:v>
                      </c:pt>
                      <c:pt idx="42">
                        <c:v>5.7042025176799909</c:v>
                      </c:pt>
                      <c:pt idx="43">
                        <c:v>6.1063841565088826</c:v>
                      </c:pt>
                      <c:pt idx="44">
                        <c:v>7.0372501114955508</c:v>
                      </c:pt>
                      <c:pt idx="45">
                        <c:v>8.0650845888177827</c:v>
                      </c:pt>
                      <c:pt idx="46">
                        <c:v>8.6620919636800036</c:v>
                      </c:pt>
                      <c:pt idx="47">
                        <c:v>8.3198672770111184</c:v>
                      </c:pt>
                      <c:pt idx="48">
                        <c:v>6.6573321085533408</c:v>
                      </c:pt>
                      <c:pt idx="49">
                        <c:v>4.4291775480844393</c:v>
                      </c:pt>
                      <c:pt idx="50">
                        <c:v>2.5981102236111129</c:v>
                      </c:pt>
                      <c:pt idx="51">
                        <c:v>1.4645125881822265</c:v>
                      </c:pt>
                      <c:pt idx="52">
                        <c:v>0.97914637884444544</c:v>
                      </c:pt>
                      <c:pt idx="53">
                        <c:v>0.97789899866666674</c:v>
                      </c:pt>
                      <c:pt idx="54">
                        <c:v>2.0871685907800011</c:v>
                      </c:pt>
                      <c:pt idx="55">
                        <c:v>3.4433740098822216</c:v>
                      </c:pt>
                      <c:pt idx="56">
                        <c:v>4.4295590987822253</c:v>
                      </c:pt>
                      <c:pt idx="57">
                        <c:v>4.9307930568155554</c:v>
                      </c:pt>
                      <c:pt idx="58">
                        <c:v>5.2148436206355591</c:v>
                      </c:pt>
                      <c:pt idx="59">
                        <c:v>5.7690215787511097</c:v>
                      </c:pt>
                      <c:pt idx="60">
                        <c:v>6.264220376579992</c:v>
                      </c:pt>
                      <c:pt idx="61">
                        <c:v>7.0195471198444421</c:v>
                      </c:pt>
                      <c:pt idx="62">
                        <c:v>7.6801678004955596</c:v>
                      </c:pt>
                      <c:pt idx="63">
                        <c:v>7.3212540805799993</c:v>
                      </c:pt>
                      <c:pt idx="64">
                        <c:v>6.5183323140333354</c:v>
                      </c:pt>
                      <c:pt idx="65">
                        <c:v>6.012674080971097</c:v>
                      </c:pt>
                      <c:pt idx="66">
                        <c:v>5.6317041223311213</c:v>
                      </c:pt>
                      <c:pt idx="67">
                        <c:v>5.9182214500533252</c:v>
                      </c:pt>
                      <c:pt idx="68">
                        <c:v>6.758535309988889</c:v>
                      </c:pt>
                      <c:pt idx="69">
                        <c:v>7.7026706884733347</c:v>
                      </c:pt>
                      <c:pt idx="70">
                        <c:v>8.3105802889155491</c:v>
                      </c:pt>
                      <c:pt idx="71">
                        <c:v>7.9009600998844434</c:v>
                      </c:pt>
                      <c:pt idx="72">
                        <c:v>5.9025831088955512</c:v>
                      </c:pt>
                      <c:pt idx="73">
                        <c:v>3.6392293472711081</c:v>
                      </c:pt>
                      <c:pt idx="74">
                        <c:v>1.9773744824533361</c:v>
                      </c:pt>
                      <c:pt idx="75">
                        <c:v>1.1822786337466658</c:v>
                      </c:pt>
                      <c:pt idx="76">
                        <c:v>0.8934717430400001</c:v>
                      </c:pt>
                      <c:pt idx="77">
                        <c:v>0.9350427420199996</c:v>
                      </c:pt>
                      <c:pt idx="78">
                        <c:v>2.1505667719644408</c:v>
                      </c:pt>
                      <c:pt idx="79">
                        <c:v>3.5939765537777806</c:v>
                      </c:pt>
                      <c:pt idx="80">
                        <c:v>4.229908890411112</c:v>
                      </c:pt>
                      <c:pt idx="81">
                        <c:v>4.4503183221577771</c:v>
                      </c:pt>
                      <c:pt idx="82">
                        <c:v>4.692504269891109</c:v>
                      </c:pt>
                      <c:pt idx="83">
                        <c:v>5.2299075877111179</c:v>
                      </c:pt>
                      <c:pt idx="84">
                        <c:v>5.9515862471088958</c:v>
                      </c:pt>
                      <c:pt idx="85">
                        <c:v>6.4879566612511193</c:v>
                      </c:pt>
                      <c:pt idx="86">
                        <c:v>6.9700527776400021</c:v>
                      </c:pt>
                      <c:pt idx="87">
                        <c:v>6.7714927231955535</c:v>
                      </c:pt>
                      <c:pt idx="88">
                        <c:v>6.1300836650088959</c:v>
                      </c:pt>
                      <c:pt idx="89">
                        <c:v>5.8683037481177891</c:v>
                      </c:pt>
                      <c:pt idx="90">
                        <c:v>5.4595764340577784</c:v>
                      </c:pt>
                      <c:pt idx="91">
                        <c:v>5.7808781843555455</c:v>
                      </c:pt>
                      <c:pt idx="92">
                        <c:v>6.6734291433422364</c:v>
                      </c:pt>
                      <c:pt idx="93">
                        <c:v>7.7586233213155484</c:v>
                      </c:pt>
                      <c:pt idx="94">
                        <c:v>8.4062459936488843</c:v>
                      </c:pt>
                      <c:pt idx="95">
                        <c:v>7.811670137711106</c:v>
                      </c:pt>
                      <c:pt idx="96">
                        <c:v>5.6044644764444493</c:v>
                      </c:pt>
                      <c:pt idx="97">
                        <c:v>3.4202002717533313</c:v>
                      </c:pt>
                      <c:pt idx="98">
                        <c:v>1.8775486300066611</c:v>
                      </c:pt>
                      <c:pt idx="99">
                        <c:v>1.141104418048889</c:v>
                      </c:pt>
                      <c:pt idx="100">
                        <c:v>0.84604057321333348</c:v>
                      </c:pt>
                      <c:pt idx="101">
                        <c:v>0.90225782629111062</c:v>
                      </c:pt>
                      <c:pt idx="102">
                        <c:v>2.1267974453688918</c:v>
                      </c:pt>
                      <c:pt idx="103">
                        <c:v>3.5843603198666689</c:v>
                      </c:pt>
                      <c:pt idx="104">
                        <c:v>4.2615056891999972</c:v>
                      </c:pt>
                      <c:pt idx="105">
                        <c:v>4.4810053386266633</c:v>
                      </c:pt>
                      <c:pt idx="106">
                        <c:v>4.7246511138000047</c:v>
                      </c:pt>
                      <c:pt idx="107">
                        <c:v>5.2366375507888963</c:v>
                      </c:pt>
                      <c:pt idx="108">
                        <c:v>5.9067353693311189</c:v>
                      </c:pt>
                      <c:pt idx="109">
                        <c:v>6.444353080766656</c:v>
                      </c:pt>
                      <c:pt idx="110">
                        <c:v>6.9085442103999952</c:v>
                      </c:pt>
                      <c:pt idx="111">
                        <c:v>6.7401647523133228</c:v>
                      </c:pt>
                      <c:pt idx="112">
                        <c:v>6.0812494483155612</c:v>
                      </c:pt>
                      <c:pt idx="113">
                        <c:v>5.8230292263711085</c:v>
                      </c:pt>
                      <c:pt idx="114">
                        <c:v>5.4463758465555516</c:v>
                      </c:pt>
                      <c:pt idx="115">
                        <c:v>5.7552463889288914</c:v>
                      </c:pt>
                      <c:pt idx="116">
                        <c:v>6.6994483515755539</c:v>
                      </c:pt>
                      <c:pt idx="117">
                        <c:v>7.763477417335551</c:v>
                      </c:pt>
                      <c:pt idx="118">
                        <c:v>8.3681643258089036</c:v>
                      </c:pt>
                      <c:pt idx="119">
                        <c:v>7.7413023229511042</c:v>
                      </c:pt>
                      <c:pt idx="120">
                        <c:v>5.5722082622577869</c:v>
                      </c:pt>
                      <c:pt idx="121">
                        <c:v>3.322088534006661</c:v>
                      </c:pt>
                      <c:pt idx="122">
                        <c:v>1.85805463532667</c:v>
                      </c:pt>
                      <c:pt idx="123">
                        <c:v>1.1219279405377822</c:v>
                      </c:pt>
                      <c:pt idx="124">
                        <c:v>0.83431304962666664</c:v>
                      </c:pt>
                      <c:pt idx="125">
                        <c:v>0.93328845216666778</c:v>
                      </c:pt>
                      <c:pt idx="126">
                        <c:v>2.161198115233335</c:v>
                      </c:pt>
                      <c:pt idx="127">
                        <c:v>3.6528009643555563</c:v>
                      </c:pt>
                      <c:pt idx="128">
                        <c:v>4.3114749252288922</c:v>
                      </c:pt>
                      <c:pt idx="129">
                        <c:v>4.5021338297422266</c:v>
                      </c:pt>
                      <c:pt idx="130">
                        <c:v>4.734678137242228</c:v>
                      </c:pt>
                      <c:pt idx="131">
                        <c:v>5.1948944399799961</c:v>
                      </c:pt>
                      <c:pt idx="132">
                        <c:v>5.9989170610555504</c:v>
                      </c:pt>
                      <c:pt idx="133">
                        <c:v>6.8587374505844476</c:v>
                      </c:pt>
                      <c:pt idx="134">
                        <c:v>7.2352571316488952</c:v>
                      </c:pt>
                      <c:pt idx="135">
                        <c:v>6.9413477277999931</c:v>
                      </c:pt>
                      <c:pt idx="136">
                        <c:v>6.1778572156066618</c:v>
                      </c:pt>
                      <c:pt idx="137">
                        <c:v>5.8567872468888842</c:v>
                      </c:pt>
                      <c:pt idx="138">
                        <c:v>5.7468387449111136</c:v>
                      </c:pt>
                      <c:pt idx="139">
                        <c:v>6.2286383434355601</c:v>
                      </c:pt>
                      <c:pt idx="140">
                        <c:v>6.8512720045377797</c:v>
                      </c:pt>
                      <c:pt idx="141">
                        <c:v>7.8594658193711151</c:v>
                      </c:pt>
                      <c:pt idx="142">
                        <c:v>8.3877741527488876</c:v>
                      </c:pt>
                      <c:pt idx="143">
                        <c:v>7.7225559829866635</c:v>
                      </c:pt>
                      <c:pt idx="144">
                        <c:v>5.6228876307555433</c:v>
                      </c:pt>
                      <c:pt idx="145">
                        <c:v>3.4181412108866649</c:v>
                      </c:pt>
                      <c:pt idx="146">
                        <c:v>1.953082752495555</c:v>
                      </c:pt>
                      <c:pt idx="147">
                        <c:v>1.1497857672488891</c:v>
                      </c:pt>
                      <c:pt idx="148">
                        <c:v>0.82708509391777896</c:v>
                      </c:pt>
                      <c:pt idx="149">
                        <c:v>0.94546391960000065</c:v>
                      </c:pt>
                      <c:pt idx="150">
                        <c:v>2.2232554917066691</c:v>
                      </c:pt>
                      <c:pt idx="151">
                        <c:v>3.7357770845488831</c:v>
                      </c:pt>
                      <c:pt idx="152">
                        <c:v>4.4181889880288843</c:v>
                      </c:pt>
                      <c:pt idx="153">
                        <c:v>4.5377940921511168</c:v>
                      </c:pt>
                      <c:pt idx="154">
                        <c:v>4.7293450112622226</c:v>
                      </c:pt>
                      <c:pt idx="155">
                        <c:v>5.2397435988711134</c:v>
                      </c:pt>
                      <c:pt idx="156">
                        <c:v>5.8297888208222224</c:v>
                      </c:pt>
                      <c:pt idx="157">
                        <c:v>6.4426503319466661</c:v>
                      </c:pt>
                      <c:pt idx="158">
                        <c:v>6.8863566167777801</c:v>
                      </c:pt>
                      <c:pt idx="159">
                        <c:v>6.8358578213799976</c:v>
                      </c:pt>
                      <c:pt idx="160">
                        <c:v>6.2178193724288882</c:v>
                      </c:pt>
                      <c:pt idx="161">
                        <c:v>5.9914775979444412</c:v>
                      </c:pt>
                      <c:pt idx="162">
                        <c:v>5.6388453254266775</c:v>
                      </c:pt>
                      <c:pt idx="163">
                        <c:v>6.0932428660222273</c:v>
                      </c:pt>
                      <c:pt idx="164">
                        <c:v>6.8674807206622299</c:v>
                      </c:pt>
                      <c:pt idx="165">
                        <c:v>7.8365326669400099</c:v>
                      </c:pt>
                      <c:pt idx="166">
                        <c:v>8.5159686279888831</c:v>
                      </c:pt>
                      <c:pt idx="167">
                        <c:v>7.7175018896288989</c:v>
                      </c:pt>
                      <c:pt idx="168">
                        <c:v>5.5574168200333425</c:v>
                      </c:pt>
                      <c:pt idx="169">
                        <c:v>3.4396258375200022</c:v>
                      </c:pt>
                      <c:pt idx="170">
                        <c:v>1.9251237645377801</c:v>
                      </c:pt>
                      <c:pt idx="171">
                        <c:v>1.1549360334533298</c:v>
                      </c:pt>
                      <c:pt idx="172">
                        <c:v>0.86804027831555508</c:v>
                      </c:pt>
                      <c:pt idx="173">
                        <c:v>0.99241623994000117</c:v>
                      </c:pt>
                      <c:pt idx="174">
                        <c:v>2.3089483496022201</c:v>
                      </c:pt>
                      <c:pt idx="175">
                        <c:v>3.9559480566755578</c:v>
                      </c:pt>
                      <c:pt idx="176">
                        <c:v>4.6362717152977719</c:v>
                      </c:pt>
                      <c:pt idx="177">
                        <c:v>4.830156183897782</c:v>
                      </c:pt>
                      <c:pt idx="178">
                        <c:v>4.9964399955155478</c:v>
                      </c:pt>
                      <c:pt idx="179">
                        <c:v>5.4221261067622235</c:v>
                      </c:pt>
                      <c:pt idx="180">
                        <c:v>6.12645307914</c:v>
                      </c:pt>
                      <c:pt idx="181">
                        <c:v>6.7528711589688992</c:v>
                      </c:pt>
                      <c:pt idx="182">
                        <c:v>7.2042856436711098</c:v>
                      </c:pt>
                      <c:pt idx="183">
                        <c:v>7.068861293284443</c:v>
                      </c:pt>
                      <c:pt idx="184">
                        <c:v>6.4011916383177727</c:v>
                      </c:pt>
                      <c:pt idx="185">
                        <c:v>5.9591645746577679</c:v>
                      </c:pt>
                      <c:pt idx="186">
                        <c:v>5.656592875697779</c:v>
                      </c:pt>
                      <c:pt idx="187">
                        <c:v>6.2244835807133274</c:v>
                      </c:pt>
                      <c:pt idx="188">
                        <c:v>6.92951286866223</c:v>
                      </c:pt>
                      <c:pt idx="189">
                        <c:v>7.9937551231400104</c:v>
                      </c:pt>
                      <c:pt idx="190">
                        <c:v>8.6314814506177786</c:v>
                      </c:pt>
                      <c:pt idx="191">
                        <c:v>8.0800434355333355</c:v>
                      </c:pt>
                      <c:pt idx="192">
                        <c:v>6.2437090608577837</c:v>
                      </c:pt>
                      <c:pt idx="193">
                        <c:v>4.0246987708422273</c:v>
                      </c:pt>
                      <c:pt idx="194">
                        <c:v>2.4146523279777812</c:v>
                      </c:pt>
                      <c:pt idx="195">
                        <c:v>1.4676470632066667</c:v>
                      </c:pt>
                      <c:pt idx="196">
                        <c:v>0.98795868544000109</c:v>
                      </c:pt>
                      <c:pt idx="197">
                        <c:v>0.9860293065888881</c:v>
                      </c:pt>
                      <c:pt idx="198">
                        <c:v>2.1220363117288898</c:v>
                      </c:pt>
                      <c:pt idx="199">
                        <c:v>3.5521496848022212</c:v>
                      </c:pt>
                      <c:pt idx="200">
                        <c:v>4.5677929531577801</c:v>
                      </c:pt>
                      <c:pt idx="201">
                        <c:v>5.1645356557933297</c:v>
                      </c:pt>
                      <c:pt idx="202">
                        <c:v>5.4991608838644419</c:v>
                      </c:pt>
                      <c:pt idx="203">
                        <c:v>6.1443597489577826</c:v>
                      </c:pt>
                      <c:pt idx="204">
                        <c:v>6.6404298408933444</c:v>
                      </c:pt>
                      <c:pt idx="205">
                        <c:v>6.769297577853334</c:v>
                      </c:pt>
                      <c:pt idx="206">
                        <c:v>7.897538858628895</c:v>
                      </c:pt>
                      <c:pt idx="207">
                        <c:v>7.8230304134155606</c:v>
                      </c:pt>
                      <c:pt idx="208">
                        <c:v>6.7065052478044489</c:v>
                      </c:pt>
                      <c:pt idx="209">
                        <c:v>6.2385766917977632</c:v>
                      </c:pt>
                      <c:pt idx="210">
                        <c:v>5.8747389293933301</c:v>
                      </c:pt>
                      <c:pt idx="211">
                        <c:v>6.5781257682577827</c:v>
                      </c:pt>
                      <c:pt idx="212">
                        <c:v>7.2515150772222317</c:v>
                      </c:pt>
                      <c:pt idx="213">
                        <c:v>8.2035563407355578</c:v>
                      </c:pt>
                      <c:pt idx="214">
                        <c:v>8.9056641066977704</c:v>
                      </c:pt>
                      <c:pt idx="215">
                        <c:v>8.3002751227688893</c:v>
                      </c:pt>
                      <c:pt idx="216">
                        <c:v>6.3493139331888919</c:v>
                      </c:pt>
                      <c:pt idx="217">
                        <c:v>4.0326581981955494</c:v>
                      </c:pt>
                      <c:pt idx="218">
                        <c:v>2.4225184599599952</c:v>
                      </c:pt>
                      <c:pt idx="219">
                        <c:v>1.4102928615977821</c:v>
                      </c:pt>
                      <c:pt idx="220">
                        <c:v>0.94735332364666525</c:v>
                      </c:pt>
                      <c:pt idx="221">
                        <c:v>0.99309179675111081</c:v>
                      </c:pt>
                      <c:pt idx="222">
                        <c:v>2.1045870695133297</c:v>
                      </c:pt>
                      <c:pt idx="223">
                        <c:v>3.6393158087199948</c:v>
                      </c:pt>
                      <c:pt idx="224">
                        <c:v>4.5654241176800046</c:v>
                      </c:pt>
                      <c:pt idx="225">
                        <c:v>5.0181651019933327</c:v>
                      </c:pt>
                      <c:pt idx="226">
                        <c:v>5.1934125437444489</c:v>
                      </c:pt>
                      <c:pt idx="227">
                        <c:v>5.7217549406355506</c:v>
                      </c:pt>
                      <c:pt idx="228">
                        <c:v>6.2086857730800045</c:v>
                      </c:pt>
                      <c:pt idx="229">
                        <c:v>6.9528053939488892</c:v>
                      </c:pt>
                      <c:pt idx="230">
                        <c:v>7.629505212808886</c:v>
                      </c:pt>
                      <c:pt idx="231">
                        <c:v>7.3716462212711216</c:v>
                      </c:pt>
                      <c:pt idx="232">
                        <c:v>6.4527361805333356</c:v>
                      </c:pt>
                      <c:pt idx="233">
                        <c:v>5.9765658189022215</c:v>
                      </c:pt>
                      <c:pt idx="234">
                        <c:v>5.7675286092911193</c:v>
                      </c:pt>
                      <c:pt idx="235">
                        <c:v>6.4170616426311122</c:v>
                      </c:pt>
                      <c:pt idx="236">
                        <c:v>7.1485269323466714</c:v>
                      </c:pt>
                      <c:pt idx="237">
                        <c:v>8.1202043616133341</c:v>
                      </c:pt>
                      <c:pt idx="238">
                        <c:v>8.5438358513600008</c:v>
                      </c:pt>
                      <c:pt idx="239">
                        <c:v>7.8095006521577659</c:v>
                      </c:pt>
                      <c:pt idx="240">
                        <c:v>5.5836225056177664</c:v>
                      </c:pt>
                      <c:pt idx="241">
                        <c:v>3.429819538955555</c:v>
                      </c:pt>
                      <c:pt idx="242">
                        <c:v>1.998916311797776</c:v>
                      </c:pt>
                      <c:pt idx="243">
                        <c:v>1.2229778210111122</c:v>
                      </c:pt>
                      <c:pt idx="244">
                        <c:v>0.90660132035111063</c:v>
                      </c:pt>
                      <c:pt idx="245">
                        <c:v>1.0016307246333329</c:v>
                      </c:pt>
                      <c:pt idx="246">
                        <c:v>2.262780269193339</c:v>
                      </c:pt>
                      <c:pt idx="247">
                        <c:v>3.8552878722688901</c:v>
                      </c:pt>
                      <c:pt idx="248">
                        <c:v>4.553529743982228</c:v>
                      </c:pt>
                      <c:pt idx="249">
                        <c:v>4.7534194243755659</c:v>
                      </c:pt>
                      <c:pt idx="250">
                        <c:v>4.9730917745555558</c:v>
                      </c:pt>
                      <c:pt idx="251">
                        <c:v>5.3663291388266616</c:v>
                      </c:pt>
                      <c:pt idx="252">
                        <c:v>5.9629355331577756</c:v>
                      </c:pt>
                      <c:pt idx="253">
                        <c:v>6.5659118762666706</c:v>
                      </c:pt>
                      <c:pt idx="254">
                        <c:v>7.0947444741533312</c:v>
                      </c:pt>
                      <c:pt idx="255">
                        <c:v>7.0397833971600114</c:v>
                      </c:pt>
                      <c:pt idx="256">
                        <c:v>6.408537129946664</c:v>
                      </c:pt>
                      <c:pt idx="257">
                        <c:v>6.2992709944111187</c:v>
                      </c:pt>
                      <c:pt idx="258">
                        <c:v>5.9849075576088877</c:v>
                      </c:pt>
                      <c:pt idx="259">
                        <c:v>6.517471360884441</c:v>
                      </c:pt>
                      <c:pt idx="260">
                        <c:v>7.1966769084866575</c:v>
                      </c:pt>
                      <c:pt idx="261">
                        <c:v>8.1770167149422246</c:v>
                      </c:pt>
                      <c:pt idx="262">
                        <c:v>8.6414477354911021</c:v>
                      </c:pt>
                      <c:pt idx="263">
                        <c:v>7.6560100291266746</c:v>
                      </c:pt>
                      <c:pt idx="264">
                        <c:v>5.3897114337911134</c:v>
                      </c:pt>
                      <c:pt idx="265">
                        <c:v>3.1803909847422207</c:v>
                      </c:pt>
                      <c:pt idx="266">
                        <c:v>1.834050517566661</c:v>
                      </c:pt>
                      <c:pt idx="267">
                        <c:v>1.183136834171111</c:v>
                      </c:pt>
                      <c:pt idx="268">
                        <c:v>0.89294607912444435</c:v>
                      </c:pt>
                      <c:pt idx="269">
                        <c:v>1.0093950368199998</c:v>
                      </c:pt>
                      <c:pt idx="270">
                        <c:v>2.2894234085155514</c:v>
                      </c:pt>
                      <c:pt idx="271">
                        <c:v>3.8582954548399999</c:v>
                      </c:pt>
                      <c:pt idx="272">
                        <c:v>4.5252785899577805</c:v>
                      </c:pt>
                      <c:pt idx="273">
                        <c:v>4.5765261458599991</c:v>
                      </c:pt>
                      <c:pt idx="274">
                        <c:v>4.746853781864445</c:v>
                      </c:pt>
                      <c:pt idx="275">
                        <c:v>5.2193819513533413</c:v>
                      </c:pt>
                      <c:pt idx="276">
                        <c:v>5.7772187204688992</c:v>
                      </c:pt>
                      <c:pt idx="277">
                        <c:v>6.5065586762333165</c:v>
                      </c:pt>
                      <c:pt idx="278">
                        <c:v>6.9513319161400098</c:v>
                      </c:pt>
                      <c:pt idx="279">
                        <c:v>6.8550672142088933</c:v>
                      </c:pt>
                      <c:pt idx="280">
                        <c:v>6.2649333318222222</c:v>
                      </c:pt>
                      <c:pt idx="281">
                        <c:v>5.9784075358600131</c:v>
                      </c:pt>
                      <c:pt idx="282">
                        <c:v>5.6346548230666595</c:v>
                      </c:pt>
                      <c:pt idx="283">
                        <c:v>6.2397254805222158</c:v>
                      </c:pt>
                      <c:pt idx="284">
                        <c:v>7.1097693867444356</c:v>
                      </c:pt>
                      <c:pt idx="285">
                        <c:v>8.0519220950333334</c:v>
                      </c:pt>
                      <c:pt idx="286">
                        <c:v>8.5808142316844549</c:v>
                      </c:pt>
                      <c:pt idx="287">
                        <c:v>7.7039644769022235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5-F1FB-4D39-A8F8-9D267B9F4903}"/>
                  </c:ext>
                </c:extLst>
              </c15:ser>
            </c15:filteredLineSeries>
            <c15:filteredLineSeries>
              <c15:ser>
                <c:idx val="33"/>
                <c:order val="3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12-10-2026'!$AI$1</c15:sqref>
                        </c15:formulaRef>
                      </c:ext>
                    </c:extLst>
                    <c:strCache>
                      <c:ptCount val="1"/>
                      <c:pt idx="0">
                        <c:v>Huawei SGI 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12-10-2026'!$AI$2:$AI$289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416.5932474644444</c:v>
                      </c:pt>
                      <c:pt idx="1">
                        <c:v>261.97604030888886</c:v>
                      </c:pt>
                      <c:pt idx="2">
                        <c:v>155.70952200666665</c:v>
                      </c:pt>
                      <c:pt idx="3">
                        <c:v>100.27329998666667</c:v>
                      </c:pt>
                      <c:pt idx="4">
                        <c:v>78.970746184444437</c:v>
                      </c:pt>
                      <c:pt idx="5">
                        <c:v>102.20127718444445</c:v>
                      </c:pt>
                      <c:pt idx="6">
                        <c:v>194.40312626666667</c:v>
                      </c:pt>
                      <c:pt idx="7">
                        <c:v>281.84981447111113</c:v>
                      </c:pt>
                      <c:pt idx="8">
                        <c:v>341.45917793111107</c:v>
                      </c:pt>
                      <c:pt idx="9">
                        <c:v>372.16999423999999</c:v>
                      </c:pt>
                      <c:pt idx="10">
                        <c:v>410.84166076666668</c:v>
                      </c:pt>
                      <c:pt idx="11">
                        <c:v>459.26676799333336</c:v>
                      </c:pt>
                      <c:pt idx="12">
                        <c:v>493.63564144888886</c:v>
                      </c:pt>
                      <c:pt idx="13">
                        <c:v>555.84149272888885</c:v>
                      </c:pt>
                      <c:pt idx="14">
                        <c:v>565.29193738222227</c:v>
                      </c:pt>
                      <c:pt idx="15">
                        <c:v>540.46427233111103</c:v>
                      </c:pt>
                      <c:pt idx="16">
                        <c:v>493.20530678444442</c:v>
                      </c:pt>
                      <c:pt idx="17">
                        <c:v>507.86599343555559</c:v>
                      </c:pt>
                      <c:pt idx="18">
                        <c:v>504.01643029999997</c:v>
                      </c:pt>
                      <c:pt idx="19">
                        <c:v>587.26748540222218</c:v>
                      </c:pt>
                      <c:pt idx="20">
                        <c:v>654.06772173999991</c:v>
                      </c:pt>
                      <c:pt idx="21">
                        <c:v>730.6193415688889</c:v>
                      </c:pt>
                      <c:pt idx="22">
                        <c:v>719.38003717555557</c:v>
                      </c:pt>
                      <c:pt idx="23">
                        <c:v>618.96895259999997</c:v>
                      </c:pt>
                      <c:pt idx="24">
                        <c:v>460.45825779111112</c:v>
                      </c:pt>
                      <c:pt idx="25">
                        <c:v>303.36992577111113</c:v>
                      </c:pt>
                      <c:pt idx="26">
                        <c:v>185.76739509999999</c:v>
                      </c:pt>
                      <c:pt idx="27">
                        <c:v>117.33821838444445</c:v>
                      </c:pt>
                      <c:pt idx="28">
                        <c:v>85.610803939999997</c:v>
                      </c:pt>
                      <c:pt idx="29">
                        <c:v>99.79017122888888</c:v>
                      </c:pt>
                      <c:pt idx="30">
                        <c:v>172.7251950933333</c:v>
                      </c:pt>
                      <c:pt idx="31">
                        <c:v>251.60604680666668</c:v>
                      </c:pt>
                      <c:pt idx="32">
                        <c:v>337.79072595777779</c:v>
                      </c:pt>
                      <c:pt idx="33">
                        <c:v>402.91853935111112</c:v>
                      </c:pt>
                      <c:pt idx="34">
                        <c:v>458.21014250888891</c:v>
                      </c:pt>
                      <c:pt idx="35">
                        <c:v>514.56915810222222</c:v>
                      </c:pt>
                      <c:pt idx="36">
                        <c:v>519.72996213555552</c:v>
                      </c:pt>
                      <c:pt idx="37">
                        <c:v>555.71583797777782</c:v>
                      </c:pt>
                      <c:pt idx="38">
                        <c:v>644.23863438888884</c:v>
                      </c:pt>
                      <c:pt idx="39">
                        <c:v>597.49639678666665</c:v>
                      </c:pt>
                      <c:pt idx="40">
                        <c:v>522.67421926222221</c:v>
                      </c:pt>
                      <c:pt idx="41">
                        <c:v>526.38427079777773</c:v>
                      </c:pt>
                      <c:pt idx="42">
                        <c:v>517.0733425088888</c:v>
                      </c:pt>
                      <c:pt idx="43">
                        <c:v>602.06096719333323</c:v>
                      </c:pt>
                      <c:pt idx="44">
                        <c:v>675.33845899777782</c:v>
                      </c:pt>
                      <c:pt idx="45">
                        <c:v>759.26300874222215</c:v>
                      </c:pt>
                      <c:pt idx="46">
                        <c:v>741.97220316888888</c:v>
                      </c:pt>
                      <c:pt idx="47">
                        <c:v>638.33276175333322</c:v>
                      </c:pt>
                      <c:pt idx="48">
                        <c:v>475.10860256444442</c:v>
                      </c:pt>
                      <c:pt idx="49">
                        <c:v>310.77843234888894</c:v>
                      </c:pt>
                      <c:pt idx="50">
                        <c:v>185.94484325111111</c:v>
                      </c:pt>
                      <c:pt idx="51">
                        <c:v>116.07844600888889</c:v>
                      </c:pt>
                      <c:pt idx="52">
                        <c:v>85.226284882222231</c:v>
                      </c:pt>
                      <c:pt idx="53">
                        <c:v>101.67287755555554</c:v>
                      </c:pt>
                      <c:pt idx="54">
                        <c:v>181.02342274444445</c:v>
                      </c:pt>
                      <c:pt idx="55">
                        <c:v>263.65175997555559</c:v>
                      </c:pt>
                      <c:pt idx="56">
                        <c:v>342.46600584888887</c:v>
                      </c:pt>
                      <c:pt idx="57">
                        <c:v>392.85122096222221</c:v>
                      </c:pt>
                      <c:pt idx="58">
                        <c:v>431.57132369777781</c:v>
                      </c:pt>
                      <c:pt idx="59">
                        <c:v>477.59328989555559</c:v>
                      </c:pt>
                      <c:pt idx="60">
                        <c:v>501.5217169733333</c:v>
                      </c:pt>
                      <c:pt idx="61">
                        <c:v>574.54449445555554</c:v>
                      </c:pt>
                      <c:pt idx="62">
                        <c:v>594.10085608222221</c:v>
                      </c:pt>
                      <c:pt idx="63">
                        <c:v>560.98328175111101</c:v>
                      </c:pt>
                      <c:pt idx="64">
                        <c:v>504.02132610888879</c:v>
                      </c:pt>
                      <c:pt idx="65">
                        <c:v>514.33361796888892</c:v>
                      </c:pt>
                      <c:pt idx="66">
                        <c:v>504.07537887111113</c:v>
                      </c:pt>
                      <c:pt idx="67">
                        <c:v>583.79600412444438</c:v>
                      </c:pt>
                      <c:pt idx="68">
                        <c:v>656.71693167777778</c:v>
                      </c:pt>
                      <c:pt idx="69">
                        <c:v>732.78188126888892</c:v>
                      </c:pt>
                      <c:pt idx="70">
                        <c:v>707.7727934977778</c:v>
                      </c:pt>
                      <c:pt idx="71">
                        <c:v>586.97361016888885</c:v>
                      </c:pt>
                      <c:pt idx="72">
                        <c:v>412.09698473555551</c:v>
                      </c:pt>
                      <c:pt idx="73">
                        <c:v>253.60423934222223</c:v>
                      </c:pt>
                      <c:pt idx="74">
                        <c:v>150.81193255333335</c:v>
                      </c:pt>
                      <c:pt idx="75">
                        <c:v>97.071803904444437</c:v>
                      </c:pt>
                      <c:pt idx="76">
                        <c:v>77.01171818666667</c:v>
                      </c:pt>
                      <c:pt idx="77">
                        <c:v>98.279180193333332</c:v>
                      </c:pt>
                      <c:pt idx="78">
                        <c:v>187.17926266222224</c:v>
                      </c:pt>
                      <c:pt idx="79">
                        <c:v>267.49958866666663</c:v>
                      </c:pt>
                      <c:pt idx="80">
                        <c:v>328.44002646666667</c:v>
                      </c:pt>
                      <c:pt idx="81">
                        <c:v>360.33978671777777</c:v>
                      </c:pt>
                      <c:pt idx="82">
                        <c:v>395.78360751111109</c:v>
                      </c:pt>
                      <c:pt idx="83">
                        <c:v>444.12338752444447</c:v>
                      </c:pt>
                      <c:pt idx="84">
                        <c:v>472.57557240666671</c:v>
                      </c:pt>
                      <c:pt idx="85">
                        <c:v>529.70859869111109</c:v>
                      </c:pt>
                      <c:pt idx="86">
                        <c:v>537.50656670444448</c:v>
                      </c:pt>
                      <c:pt idx="87">
                        <c:v>510.02566783111115</c:v>
                      </c:pt>
                      <c:pt idx="88">
                        <c:v>484.30056746444444</c:v>
                      </c:pt>
                      <c:pt idx="89">
                        <c:v>504.74047160666669</c:v>
                      </c:pt>
                      <c:pt idx="90">
                        <c:v>498.71465916666671</c:v>
                      </c:pt>
                      <c:pt idx="91">
                        <c:v>580.33433737111113</c:v>
                      </c:pt>
                      <c:pt idx="92">
                        <c:v>657.59542058</c:v>
                      </c:pt>
                      <c:pt idx="93">
                        <c:v>730.9399493533333</c:v>
                      </c:pt>
                      <c:pt idx="94">
                        <c:v>697.55691926666668</c:v>
                      </c:pt>
                      <c:pt idx="95">
                        <c:v>565.68368066222229</c:v>
                      </c:pt>
                      <c:pt idx="96">
                        <c:v>388.29988115333333</c:v>
                      </c:pt>
                      <c:pt idx="97">
                        <c:v>237.03706448888886</c:v>
                      </c:pt>
                      <c:pt idx="98">
                        <c:v>141.45722456888888</c:v>
                      </c:pt>
                      <c:pt idx="99">
                        <c:v>93.347112100000004</c:v>
                      </c:pt>
                      <c:pt idx="100">
                        <c:v>75.398730984444455</c:v>
                      </c:pt>
                      <c:pt idx="101">
                        <c:v>97.599384891111114</c:v>
                      </c:pt>
                      <c:pt idx="102">
                        <c:v>191.16185551777778</c:v>
                      </c:pt>
                      <c:pt idx="103">
                        <c:v>275.0863185377778</c:v>
                      </c:pt>
                      <c:pt idx="104">
                        <c:v>331.70744825555556</c:v>
                      </c:pt>
                      <c:pt idx="105">
                        <c:v>362.16936877555554</c:v>
                      </c:pt>
                      <c:pt idx="106">
                        <c:v>396.75698849333332</c:v>
                      </c:pt>
                      <c:pt idx="107">
                        <c:v>447.94685839777776</c:v>
                      </c:pt>
                      <c:pt idx="108">
                        <c:v>476.08050893777772</c:v>
                      </c:pt>
                      <c:pt idx="109">
                        <c:v>533.63262928222218</c:v>
                      </c:pt>
                      <c:pt idx="110">
                        <c:v>536.18264208222217</c:v>
                      </c:pt>
                      <c:pt idx="111">
                        <c:v>509.89663079555555</c:v>
                      </c:pt>
                      <c:pt idx="112">
                        <c:v>482.66278150888888</c:v>
                      </c:pt>
                      <c:pt idx="113">
                        <c:v>499.14828515777776</c:v>
                      </c:pt>
                      <c:pt idx="114">
                        <c:v>495.43843163999998</c:v>
                      </c:pt>
                      <c:pt idx="115">
                        <c:v>579.25494394222233</c:v>
                      </c:pt>
                      <c:pt idx="116">
                        <c:v>658.94460433111101</c:v>
                      </c:pt>
                      <c:pt idx="117">
                        <c:v>738.04644940000003</c:v>
                      </c:pt>
                      <c:pt idx="118">
                        <c:v>703.01886349333336</c:v>
                      </c:pt>
                      <c:pt idx="119">
                        <c:v>572.75834763555554</c:v>
                      </c:pt>
                      <c:pt idx="120">
                        <c:v>394.24006232666665</c:v>
                      </c:pt>
                      <c:pt idx="121">
                        <c:v>240.21957728444448</c:v>
                      </c:pt>
                      <c:pt idx="122">
                        <c:v>141.82840326444446</c:v>
                      </c:pt>
                      <c:pt idx="123">
                        <c:v>92.732713140000001</c:v>
                      </c:pt>
                      <c:pt idx="124">
                        <c:v>74.633871024444431</c:v>
                      </c:pt>
                      <c:pt idx="125">
                        <c:v>97.239888855555563</c:v>
                      </c:pt>
                      <c:pt idx="126">
                        <c:v>192.23818345999999</c:v>
                      </c:pt>
                      <c:pt idx="127">
                        <c:v>277.96012382222222</c:v>
                      </c:pt>
                      <c:pt idx="128">
                        <c:v>335.06391223333333</c:v>
                      </c:pt>
                      <c:pt idx="129">
                        <c:v>366.91359394888889</c:v>
                      </c:pt>
                      <c:pt idx="130">
                        <c:v>405.39462124222223</c:v>
                      </c:pt>
                      <c:pt idx="131">
                        <c:v>450.59411679555558</c:v>
                      </c:pt>
                      <c:pt idx="132">
                        <c:v>489.76009920666672</c:v>
                      </c:pt>
                      <c:pt idx="133">
                        <c:v>569.80115896000007</c:v>
                      </c:pt>
                      <c:pt idx="134">
                        <c:v>574.45265164888883</c:v>
                      </c:pt>
                      <c:pt idx="135">
                        <c:v>537.52880514222227</c:v>
                      </c:pt>
                      <c:pt idx="136">
                        <c:v>489.54214047777776</c:v>
                      </c:pt>
                      <c:pt idx="137">
                        <c:v>502.68013750666665</c:v>
                      </c:pt>
                      <c:pt idx="138">
                        <c:v>537.3412656866667</c:v>
                      </c:pt>
                      <c:pt idx="139">
                        <c:v>616.87327230666665</c:v>
                      </c:pt>
                      <c:pt idx="140">
                        <c:v>666.6055142688889</c:v>
                      </c:pt>
                      <c:pt idx="141">
                        <c:v>739.69888421555549</c:v>
                      </c:pt>
                      <c:pt idx="142">
                        <c:v>704.09999249111104</c:v>
                      </c:pt>
                      <c:pt idx="143">
                        <c:v>574.05278004888885</c:v>
                      </c:pt>
                      <c:pt idx="144">
                        <c:v>408.37899988666663</c:v>
                      </c:pt>
                      <c:pt idx="145">
                        <c:v>253.00897409999999</c:v>
                      </c:pt>
                      <c:pt idx="146">
                        <c:v>154.13422851999999</c:v>
                      </c:pt>
                      <c:pt idx="147">
                        <c:v>96.095719422222231</c:v>
                      </c:pt>
                      <c:pt idx="148">
                        <c:v>75.873174962222222</c:v>
                      </c:pt>
                      <c:pt idx="149">
                        <c:v>99.287597431111109</c:v>
                      </c:pt>
                      <c:pt idx="150">
                        <c:v>197.62283298222223</c:v>
                      </c:pt>
                      <c:pt idx="151">
                        <c:v>282.27529883111112</c:v>
                      </c:pt>
                      <c:pt idx="152">
                        <c:v>340.09047755111112</c:v>
                      </c:pt>
                      <c:pt idx="153">
                        <c:v>370.14539643777778</c:v>
                      </c:pt>
                      <c:pt idx="154">
                        <c:v>404.14202316000001</c:v>
                      </c:pt>
                      <c:pt idx="155">
                        <c:v>450.8763677222222</c:v>
                      </c:pt>
                      <c:pt idx="156">
                        <c:v>478.39671845333334</c:v>
                      </c:pt>
                      <c:pt idx="157">
                        <c:v>535.16146616666674</c:v>
                      </c:pt>
                      <c:pt idx="158">
                        <c:v>541.02340900666672</c:v>
                      </c:pt>
                      <c:pt idx="159">
                        <c:v>514.34587316888883</c:v>
                      </c:pt>
                      <c:pt idx="160">
                        <c:v>493.45026869333338</c:v>
                      </c:pt>
                      <c:pt idx="161">
                        <c:v>511.30619016666674</c:v>
                      </c:pt>
                      <c:pt idx="162">
                        <c:v>507.55109152888889</c:v>
                      </c:pt>
                      <c:pt idx="163">
                        <c:v>585.56639774000007</c:v>
                      </c:pt>
                      <c:pt idx="164">
                        <c:v>658.47393699111103</c:v>
                      </c:pt>
                      <c:pt idx="165">
                        <c:v>729.66848842888896</c:v>
                      </c:pt>
                      <c:pt idx="166">
                        <c:v>700.87294661555552</c:v>
                      </c:pt>
                      <c:pt idx="167">
                        <c:v>568.55989695333335</c:v>
                      </c:pt>
                      <c:pt idx="168">
                        <c:v>394.30648221111113</c:v>
                      </c:pt>
                      <c:pt idx="169">
                        <c:v>242.30263980444445</c:v>
                      </c:pt>
                      <c:pt idx="170">
                        <c:v>145.38573728222224</c:v>
                      </c:pt>
                      <c:pt idx="171">
                        <c:v>95.602006199999991</c:v>
                      </c:pt>
                      <c:pt idx="172">
                        <c:v>77.447499342222216</c:v>
                      </c:pt>
                      <c:pt idx="173">
                        <c:v>101.13662100222223</c:v>
                      </c:pt>
                      <c:pt idx="174">
                        <c:v>201.76594624000001</c:v>
                      </c:pt>
                      <c:pt idx="175">
                        <c:v>295.06931053777777</c:v>
                      </c:pt>
                      <c:pt idx="176">
                        <c:v>366.51700949777779</c:v>
                      </c:pt>
                      <c:pt idx="177">
                        <c:v>415.8615981488889</c:v>
                      </c:pt>
                      <c:pt idx="178">
                        <c:v>433.54781394888886</c:v>
                      </c:pt>
                      <c:pt idx="179">
                        <c:v>468.78111251777773</c:v>
                      </c:pt>
                      <c:pt idx="180">
                        <c:v>503.43960195333341</c:v>
                      </c:pt>
                      <c:pt idx="181">
                        <c:v>561.57779794444446</c:v>
                      </c:pt>
                      <c:pt idx="182">
                        <c:v>563.54462217555556</c:v>
                      </c:pt>
                      <c:pt idx="183">
                        <c:v>532.9757054488889</c:v>
                      </c:pt>
                      <c:pt idx="184">
                        <c:v>498.76938047777776</c:v>
                      </c:pt>
                      <c:pt idx="185">
                        <c:v>510.94435684222219</c:v>
                      </c:pt>
                      <c:pt idx="186">
                        <c:v>516.44181293333338</c:v>
                      </c:pt>
                      <c:pt idx="187">
                        <c:v>603.28877940444443</c:v>
                      </c:pt>
                      <c:pt idx="188">
                        <c:v>674.11225475555557</c:v>
                      </c:pt>
                      <c:pt idx="189">
                        <c:v>741.34714940000003</c:v>
                      </c:pt>
                      <c:pt idx="190">
                        <c:v>722.89132307111117</c:v>
                      </c:pt>
                      <c:pt idx="191">
                        <c:v>611.26178594444445</c:v>
                      </c:pt>
                      <c:pt idx="192">
                        <c:v>448.77203261777777</c:v>
                      </c:pt>
                      <c:pt idx="193">
                        <c:v>290.13214078888888</c:v>
                      </c:pt>
                      <c:pt idx="194">
                        <c:v>177.05126818888888</c:v>
                      </c:pt>
                      <c:pt idx="195">
                        <c:v>116.14237341777778</c:v>
                      </c:pt>
                      <c:pt idx="196">
                        <c:v>87.304654948888896</c:v>
                      </c:pt>
                      <c:pt idx="197">
                        <c:v>98.110449715555546</c:v>
                      </c:pt>
                      <c:pt idx="198">
                        <c:v>177.49614600666666</c:v>
                      </c:pt>
                      <c:pt idx="199">
                        <c:v>258.55765004</c:v>
                      </c:pt>
                      <c:pt idx="200">
                        <c:v>347.15586526666669</c:v>
                      </c:pt>
                      <c:pt idx="201">
                        <c:v>409.76275710888893</c:v>
                      </c:pt>
                      <c:pt idx="202">
                        <c:v>463.64640375777782</c:v>
                      </c:pt>
                      <c:pt idx="203">
                        <c:v>516.66879572000005</c:v>
                      </c:pt>
                      <c:pt idx="204">
                        <c:v>518.4204119333333</c:v>
                      </c:pt>
                      <c:pt idx="205">
                        <c:v>558.09769973777782</c:v>
                      </c:pt>
                      <c:pt idx="206">
                        <c:v>644.17444819333343</c:v>
                      </c:pt>
                      <c:pt idx="207">
                        <c:v>592.68513368222227</c:v>
                      </c:pt>
                      <c:pt idx="208">
                        <c:v>537.74981875333333</c:v>
                      </c:pt>
                      <c:pt idx="209">
                        <c:v>543.49089849999996</c:v>
                      </c:pt>
                      <c:pt idx="210">
                        <c:v>536.44679306</c:v>
                      </c:pt>
                      <c:pt idx="211">
                        <c:v>617.41959355777772</c:v>
                      </c:pt>
                      <c:pt idx="212">
                        <c:v>691.57637657999999</c:v>
                      </c:pt>
                      <c:pt idx="213">
                        <c:v>759.46789051777785</c:v>
                      </c:pt>
                      <c:pt idx="214">
                        <c:v>743.05399034444451</c:v>
                      </c:pt>
                      <c:pt idx="215">
                        <c:v>623.70604467999999</c:v>
                      </c:pt>
                      <c:pt idx="216">
                        <c:v>451.32586199777779</c:v>
                      </c:pt>
                      <c:pt idx="217">
                        <c:v>286.63775792666667</c:v>
                      </c:pt>
                      <c:pt idx="218">
                        <c:v>174.27873371999999</c:v>
                      </c:pt>
                      <c:pt idx="219">
                        <c:v>110.30962463777777</c:v>
                      </c:pt>
                      <c:pt idx="220">
                        <c:v>82.778518200000008</c:v>
                      </c:pt>
                      <c:pt idx="221">
                        <c:v>98.007873922222217</c:v>
                      </c:pt>
                      <c:pt idx="222">
                        <c:v>183.96883197777777</c:v>
                      </c:pt>
                      <c:pt idx="223">
                        <c:v>269.67919190222221</c:v>
                      </c:pt>
                      <c:pt idx="224">
                        <c:v>347.76069334444446</c:v>
                      </c:pt>
                      <c:pt idx="225">
                        <c:v>392.81104787999999</c:v>
                      </c:pt>
                      <c:pt idx="226">
                        <c:v>429.89800837777784</c:v>
                      </c:pt>
                      <c:pt idx="227">
                        <c:v>473.77515430444447</c:v>
                      </c:pt>
                      <c:pt idx="228">
                        <c:v>494.84931695111112</c:v>
                      </c:pt>
                      <c:pt idx="229">
                        <c:v>569.88101983999991</c:v>
                      </c:pt>
                      <c:pt idx="230">
                        <c:v>589.07365206888892</c:v>
                      </c:pt>
                      <c:pt idx="231">
                        <c:v>550.76484706444444</c:v>
                      </c:pt>
                      <c:pt idx="232">
                        <c:v>507.0108376733333</c:v>
                      </c:pt>
                      <c:pt idx="233">
                        <c:v>520.05598906222224</c:v>
                      </c:pt>
                      <c:pt idx="234">
                        <c:v>523.80359000666658</c:v>
                      </c:pt>
                      <c:pt idx="235">
                        <c:v>599.11003809777787</c:v>
                      </c:pt>
                      <c:pt idx="236">
                        <c:v>684.80560987333331</c:v>
                      </c:pt>
                      <c:pt idx="237">
                        <c:v>753.83291479777779</c:v>
                      </c:pt>
                      <c:pt idx="238">
                        <c:v>707.43546816888897</c:v>
                      </c:pt>
                      <c:pt idx="239">
                        <c:v>569.95271305555548</c:v>
                      </c:pt>
                      <c:pt idx="240">
                        <c:v>391.18642615111111</c:v>
                      </c:pt>
                      <c:pt idx="241">
                        <c:v>240.45729280444445</c:v>
                      </c:pt>
                      <c:pt idx="242">
                        <c:v>144.22162922444443</c:v>
                      </c:pt>
                      <c:pt idx="243">
                        <c:v>95.366671222222223</c:v>
                      </c:pt>
                      <c:pt idx="244">
                        <c:v>76.862499213333336</c:v>
                      </c:pt>
                      <c:pt idx="245">
                        <c:v>95.345088131111126</c:v>
                      </c:pt>
                      <c:pt idx="246">
                        <c:v>189.8842161888889</c:v>
                      </c:pt>
                      <c:pt idx="247">
                        <c:v>272.03966017555558</c:v>
                      </c:pt>
                      <c:pt idx="248">
                        <c:v>334.64505764888889</c:v>
                      </c:pt>
                      <c:pt idx="249">
                        <c:v>359.37100724222222</c:v>
                      </c:pt>
                      <c:pt idx="250">
                        <c:v>390.41228125777781</c:v>
                      </c:pt>
                      <c:pt idx="251">
                        <c:v>435.28911702444447</c:v>
                      </c:pt>
                      <c:pt idx="252">
                        <c:v>467.28562684888885</c:v>
                      </c:pt>
                      <c:pt idx="253">
                        <c:v>525.38163506666672</c:v>
                      </c:pt>
                      <c:pt idx="254">
                        <c:v>532.35489581333331</c:v>
                      </c:pt>
                      <c:pt idx="255">
                        <c:v>505.95207658444451</c:v>
                      </c:pt>
                      <c:pt idx="256">
                        <c:v>494.11062163999998</c:v>
                      </c:pt>
                      <c:pt idx="257">
                        <c:v>519.52009682888888</c:v>
                      </c:pt>
                      <c:pt idx="258">
                        <c:v>520.85973674444449</c:v>
                      </c:pt>
                      <c:pt idx="259">
                        <c:v>593.99766681555548</c:v>
                      </c:pt>
                      <c:pt idx="260">
                        <c:v>674.24622297777773</c:v>
                      </c:pt>
                      <c:pt idx="261">
                        <c:v>734.66561337555549</c:v>
                      </c:pt>
                      <c:pt idx="262">
                        <c:v>696.18989766888876</c:v>
                      </c:pt>
                      <c:pt idx="263">
                        <c:v>552.50578689333327</c:v>
                      </c:pt>
                      <c:pt idx="264">
                        <c:v>380.86254052444451</c:v>
                      </c:pt>
                      <c:pt idx="265">
                        <c:v>229.73678754444447</c:v>
                      </c:pt>
                      <c:pt idx="266">
                        <c:v>137.22362446666665</c:v>
                      </c:pt>
                      <c:pt idx="267">
                        <c:v>91.434707739999993</c:v>
                      </c:pt>
                      <c:pt idx="268">
                        <c:v>74.642206804444442</c:v>
                      </c:pt>
                      <c:pt idx="269">
                        <c:v>95.202650028888897</c:v>
                      </c:pt>
                      <c:pt idx="270">
                        <c:v>195.21380658666666</c:v>
                      </c:pt>
                      <c:pt idx="271">
                        <c:v>281.58406488222221</c:v>
                      </c:pt>
                      <c:pt idx="272">
                        <c:v>337.84711005777774</c:v>
                      </c:pt>
                      <c:pt idx="273">
                        <c:v>366.02768144444445</c:v>
                      </c:pt>
                      <c:pt idx="274">
                        <c:v>400.35482883333339</c:v>
                      </c:pt>
                      <c:pt idx="275">
                        <c:v>447.53148138444442</c:v>
                      </c:pt>
                      <c:pt idx="276">
                        <c:v>477.06443870888887</c:v>
                      </c:pt>
                      <c:pt idx="277">
                        <c:v>533.6175407733333</c:v>
                      </c:pt>
                      <c:pt idx="278">
                        <c:v>533.72095846888885</c:v>
                      </c:pt>
                      <c:pt idx="279">
                        <c:v>507.43214853777772</c:v>
                      </c:pt>
                      <c:pt idx="280">
                        <c:v>495.99254066666668</c:v>
                      </c:pt>
                      <c:pt idx="281">
                        <c:v>515.23588638888884</c:v>
                      </c:pt>
                      <c:pt idx="282">
                        <c:v>517.81738139333333</c:v>
                      </c:pt>
                      <c:pt idx="283">
                        <c:v>600.54103544444433</c:v>
                      </c:pt>
                      <c:pt idx="284">
                        <c:v>683.79052533777781</c:v>
                      </c:pt>
                      <c:pt idx="285">
                        <c:v>746.13049465777772</c:v>
                      </c:pt>
                      <c:pt idx="286">
                        <c:v>696.63356727777773</c:v>
                      </c:pt>
                      <c:pt idx="287">
                        <c:v>551.70988468666667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6-F1FB-4D39-A8F8-9D267B9F4903}"/>
                  </c:ext>
                </c:extLst>
              </c15:ser>
            </c15:filteredLineSeries>
            <c15:filteredLineSeries>
              <c15:ser>
                <c:idx val="34"/>
                <c:order val="3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12-10-2026'!$AJ$1</c15:sqref>
                        </c15:formulaRef>
                      </c:ext>
                    </c:extLst>
                    <c:strCache>
                      <c:ptCount val="1"/>
                      <c:pt idx="0">
                        <c:v>Ericsson SGI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12-10-2026'!$AJ$2:$AJ$289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354.59095424059831</c:v>
                      </c:pt>
                      <c:pt idx="1">
                        <c:v>225.30879950341782</c:v>
                      </c:pt>
                      <c:pt idx="2">
                        <c:v>135.40696595769552</c:v>
                      </c:pt>
                      <c:pt idx="3">
                        <c:v>83.554266995504406</c:v>
                      </c:pt>
                      <c:pt idx="4">
                        <c:v>60.46451314906659</c:v>
                      </c:pt>
                      <c:pt idx="5">
                        <c:v>62.771421658595521</c:v>
                      </c:pt>
                      <c:pt idx="6">
                        <c:v>121.63131476758215</c:v>
                      </c:pt>
                      <c:pt idx="7">
                        <c:v>191.44774105371999</c:v>
                      </c:pt>
                      <c:pt idx="8">
                        <c:v>242.45692973459114</c:v>
                      </c:pt>
                      <c:pt idx="9">
                        <c:v>267.47216930093566</c:v>
                      </c:pt>
                      <c:pt idx="10">
                        <c:v>300.33298679626665</c:v>
                      </c:pt>
                      <c:pt idx="11">
                        <c:v>339.2112784948759</c:v>
                      </c:pt>
                      <c:pt idx="12">
                        <c:v>367.62919715556245</c:v>
                      </c:pt>
                      <c:pt idx="13">
                        <c:v>406.08530844436484</c:v>
                      </c:pt>
                      <c:pt idx="14">
                        <c:v>430.40048679695991</c:v>
                      </c:pt>
                      <c:pt idx="15">
                        <c:v>423.47174140196438</c:v>
                      </c:pt>
                      <c:pt idx="16">
                        <c:v>380.1575248533893</c:v>
                      </c:pt>
                      <c:pt idx="17">
                        <c:v>396.14879528881863</c:v>
                      </c:pt>
                      <c:pt idx="18">
                        <c:v>393.53157913532243</c:v>
                      </c:pt>
                      <c:pt idx="19">
                        <c:v>433.24699130620388</c:v>
                      </c:pt>
                      <c:pt idx="20">
                        <c:v>478.29099213885348</c:v>
                      </c:pt>
                      <c:pt idx="21">
                        <c:v>571.73204994360151</c:v>
                      </c:pt>
                      <c:pt idx="22">
                        <c:v>589.00219610637157</c:v>
                      </c:pt>
                      <c:pt idx="23">
                        <c:v>521.42744590816903</c:v>
                      </c:pt>
                      <c:pt idx="24">
                        <c:v>396.46429826886424</c:v>
                      </c:pt>
                      <c:pt idx="25">
                        <c:v>258.66382180335324</c:v>
                      </c:pt>
                      <c:pt idx="26">
                        <c:v>154.24426179133778</c:v>
                      </c:pt>
                      <c:pt idx="27">
                        <c:v>100.90629897365565</c:v>
                      </c:pt>
                      <c:pt idx="28">
                        <c:v>68.807478687151104</c:v>
                      </c:pt>
                      <c:pt idx="29">
                        <c:v>62.479621434535517</c:v>
                      </c:pt>
                      <c:pt idx="30">
                        <c:v>104.20333797135999</c:v>
                      </c:pt>
                      <c:pt idx="31">
                        <c:v>151.56860532279995</c:v>
                      </c:pt>
                      <c:pt idx="32">
                        <c:v>217.50589373534223</c:v>
                      </c:pt>
                      <c:pt idx="33">
                        <c:v>275.94198751133109</c:v>
                      </c:pt>
                      <c:pt idx="34">
                        <c:v>326.77107808590461</c:v>
                      </c:pt>
                      <c:pt idx="35">
                        <c:v>373.55703684332252</c:v>
                      </c:pt>
                      <c:pt idx="36">
                        <c:v>389.95515187905039</c:v>
                      </c:pt>
                      <c:pt idx="37">
                        <c:v>401.57056634531176</c:v>
                      </c:pt>
                      <c:pt idx="38">
                        <c:v>502.04783340368203</c:v>
                      </c:pt>
                      <c:pt idx="39">
                        <c:v>479.25235088573714</c:v>
                      </c:pt>
                      <c:pt idx="40">
                        <c:v>404.06859982282037</c:v>
                      </c:pt>
                      <c:pt idx="41">
                        <c:v>408.3399557875328</c:v>
                      </c:pt>
                      <c:pt idx="42">
                        <c:v>403.11287887749774</c:v>
                      </c:pt>
                      <c:pt idx="43">
                        <c:v>450.21190843770847</c:v>
                      </c:pt>
                      <c:pt idx="44">
                        <c:v>499.24134256926129</c:v>
                      </c:pt>
                      <c:pt idx="45">
                        <c:v>599.90194921955072</c:v>
                      </c:pt>
                      <c:pt idx="46">
                        <c:v>609.31730545307471</c:v>
                      </c:pt>
                      <c:pt idx="47">
                        <c:v>543.55377656949349</c:v>
                      </c:pt>
                      <c:pt idx="48">
                        <c:v>415.41966536467794</c:v>
                      </c:pt>
                      <c:pt idx="49">
                        <c:v>277.53103648004884</c:v>
                      </c:pt>
                      <c:pt idx="50">
                        <c:v>168.31650415226665</c:v>
                      </c:pt>
                      <c:pt idx="51">
                        <c:v>101.72750716775559</c:v>
                      </c:pt>
                      <c:pt idx="52">
                        <c:v>67.441513096484442</c:v>
                      </c:pt>
                      <c:pt idx="53">
                        <c:v>61.527916287997726</c:v>
                      </c:pt>
                      <c:pt idx="54">
                        <c:v>107.15726155948006</c:v>
                      </c:pt>
                      <c:pt idx="55">
                        <c:v>161.82252965416012</c:v>
                      </c:pt>
                      <c:pt idx="56">
                        <c:v>224.91559392591114</c:v>
                      </c:pt>
                      <c:pt idx="57">
                        <c:v>275.2665621822066</c:v>
                      </c:pt>
                      <c:pt idx="58">
                        <c:v>313.54101321439776</c:v>
                      </c:pt>
                      <c:pt idx="59">
                        <c:v>356.53586349325303</c:v>
                      </c:pt>
                      <c:pt idx="60">
                        <c:v>380.80538194236271</c:v>
                      </c:pt>
                      <c:pt idx="61">
                        <c:v>429.81779112421589</c:v>
                      </c:pt>
                      <c:pt idx="62">
                        <c:v>464.45646151146644</c:v>
                      </c:pt>
                      <c:pt idx="63">
                        <c:v>449.29221031088491</c:v>
                      </c:pt>
                      <c:pt idx="64">
                        <c:v>394.1669650539688</c:v>
                      </c:pt>
                      <c:pt idx="65">
                        <c:v>404.67445085500725</c:v>
                      </c:pt>
                      <c:pt idx="66">
                        <c:v>400.25865232072169</c:v>
                      </c:pt>
                      <c:pt idx="67">
                        <c:v>439.44142980461186</c:v>
                      </c:pt>
                      <c:pt idx="68">
                        <c:v>483.52002606490146</c:v>
                      </c:pt>
                      <c:pt idx="69">
                        <c:v>577.89227993524946</c:v>
                      </c:pt>
                      <c:pt idx="70">
                        <c:v>583.79188884523853</c:v>
                      </c:pt>
                      <c:pt idx="71">
                        <c:v>497.6594823387685</c:v>
                      </c:pt>
                      <c:pt idx="72">
                        <c:v>354.57877504003136</c:v>
                      </c:pt>
                      <c:pt idx="73">
                        <c:v>221.39551341421338</c:v>
                      </c:pt>
                      <c:pt idx="74">
                        <c:v>131.42465282076</c:v>
                      </c:pt>
                      <c:pt idx="75">
                        <c:v>81.451424791191172</c:v>
                      </c:pt>
                      <c:pt idx="76">
                        <c:v>58.504356738168916</c:v>
                      </c:pt>
                      <c:pt idx="77">
                        <c:v>59.438053501733286</c:v>
                      </c:pt>
                      <c:pt idx="78">
                        <c:v>115.97700461835549</c:v>
                      </c:pt>
                      <c:pt idx="79">
                        <c:v>182.87506779966438</c:v>
                      </c:pt>
                      <c:pt idx="80">
                        <c:v>234.44151928497109</c:v>
                      </c:pt>
                      <c:pt idx="81">
                        <c:v>263.39410876021333</c:v>
                      </c:pt>
                      <c:pt idx="82">
                        <c:v>295.38890266802014</c:v>
                      </c:pt>
                      <c:pt idx="83">
                        <c:v>333.57254147001544</c:v>
                      </c:pt>
                      <c:pt idx="84">
                        <c:v>358.43249131188486</c:v>
                      </c:pt>
                      <c:pt idx="85">
                        <c:v>391.85221021116001</c:v>
                      </c:pt>
                      <c:pt idx="86">
                        <c:v>410.17208916648013</c:v>
                      </c:pt>
                      <c:pt idx="87">
                        <c:v>400.63866587880455</c:v>
                      </c:pt>
                      <c:pt idx="88">
                        <c:v>371.30380620676056</c:v>
                      </c:pt>
                      <c:pt idx="89">
                        <c:v>394.6897270886866</c:v>
                      </c:pt>
                      <c:pt idx="90">
                        <c:v>388.97318296131056</c:v>
                      </c:pt>
                      <c:pt idx="91">
                        <c:v>435.71194189948011</c:v>
                      </c:pt>
                      <c:pt idx="92">
                        <c:v>482.91470492039332</c:v>
                      </c:pt>
                      <c:pt idx="93">
                        <c:v>579.99128250056253</c:v>
                      </c:pt>
                      <c:pt idx="94">
                        <c:v>580.44784276856183</c:v>
                      </c:pt>
                      <c:pt idx="95">
                        <c:v>485.0162368793799</c:v>
                      </c:pt>
                      <c:pt idx="96">
                        <c:v>341.37853580003355</c:v>
                      </c:pt>
                      <c:pt idx="97">
                        <c:v>212.03684250726897</c:v>
                      </c:pt>
                      <c:pt idx="98">
                        <c:v>124.62749032602437</c:v>
                      </c:pt>
                      <c:pt idx="99">
                        <c:v>77.59589653822664</c:v>
                      </c:pt>
                      <c:pt idx="100">
                        <c:v>56.918438231117712</c:v>
                      </c:pt>
                      <c:pt idx="101">
                        <c:v>57.982795034593337</c:v>
                      </c:pt>
                      <c:pt idx="102">
                        <c:v>116.83461213661116</c:v>
                      </c:pt>
                      <c:pt idx="103">
                        <c:v>187.66183610742894</c:v>
                      </c:pt>
                      <c:pt idx="104">
                        <c:v>238.06715401661108</c:v>
                      </c:pt>
                      <c:pt idx="105">
                        <c:v>264.68215284668003</c:v>
                      </c:pt>
                      <c:pt idx="106">
                        <c:v>297.07861582921117</c:v>
                      </c:pt>
                      <c:pt idx="107">
                        <c:v>338.56602402838951</c:v>
                      </c:pt>
                      <c:pt idx="108">
                        <c:v>364.12997378269995</c:v>
                      </c:pt>
                      <c:pt idx="109">
                        <c:v>397.14469903396383</c:v>
                      </c:pt>
                      <c:pt idx="110">
                        <c:v>414.15330024974674</c:v>
                      </c:pt>
                      <c:pt idx="111">
                        <c:v>405.08782316104498</c:v>
                      </c:pt>
                      <c:pt idx="112">
                        <c:v>373.99595713057982</c:v>
                      </c:pt>
                      <c:pt idx="113">
                        <c:v>396.4894155098886</c:v>
                      </c:pt>
                      <c:pt idx="114">
                        <c:v>392.19728550742064</c:v>
                      </c:pt>
                      <c:pt idx="115">
                        <c:v>438.77396738189987</c:v>
                      </c:pt>
                      <c:pt idx="116">
                        <c:v>486.7393291294058</c:v>
                      </c:pt>
                      <c:pt idx="117">
                        <c:v>589.54082069391984</c:v>
                      </c:pt>
                      <c:pt idx="118">
                        <c:v>584.70340221826677</c:v>
                      </c:pt>
                      <c:pt idx="119">
                        <c:v>489.2915376639022</c:v>
                      </c:pt>
                      <c:pt idx="120">
                        <c:v>341.60634496866862</c:v>
                      </c:pt>
                      <c:pt idx="121">
                        <c:v>211.39805262563334</c:v>
                      </c:pt>
                      <c:pt idx="122">
                        <c:v>123.77322838775326</c:v>
                      </c:pt>
                      <c:pt idx="123">
                        <c:v>76.800161654042228</c:v>
                      </c:pt>
                      <c:pt idx="124">
                        <c:v>56.659036004859992</c:v>
                      </c:pt>
                      <c:pt idx="125">
                        <c:v>59.055868969939979</c:v>
                      </c:pt>
                      <c:pt idx="126">
                        <c:v>120.34474148131105</c:v>
                      </c:pt>
                      <c:pt idx="127">
                        <c:v>193.14444018176229</c:v>
                      </c:pt>
                      <c:pt idx="128">
                        <c:v>244.46412876141332</c:v>
                      </c:pt>
                      <c:pt idx="129">
                        <c:v>271.78148062991113</c:v>
                      </c:pt>
                      <c:pt idx="130">
                        <c:v>302.92957656194449</c:v>
                      </c:pt>
                      <c:pt idx="131">
                        <c:v>340.01144870739574</c:v>
                      </c:pt>
                      <c:pt idx="132">
                        <c:v>373.27911970018835</c:v>
                      </c:pt>
                      <c:pt idx="133">
                        <c:v>427.22212706624168</c:v>
                      </c:pt>
                      <c:pt idx="134">
                        <c:v>444.43993812330439</c:v>
                      </c:pt>
                      <c:pt idx="135">
                        <c:v>427.1032493345021</c:v>
                      </c:pt>
                      <c:pt idx="136">
                        <c:v>379.8436237546332</c:v>
                      </c:pt>
                      <c:pt idx="137">
                        <c:v>401.29041048856698</c:v>
                      </c:pt>
                      <c:pt idx="138">
                        <c:v>438.35915374575507</c:v>
                      </c:pt>
                      <c:pt idx="139">
                        <c:v>490.50298344933378</c:v>
                      </c:pt>
                      <c:pt idx="140">
                        <c:v>502.37329468601365</c:v>
                      </c:pt>
                      <c:pt idx="141">
                        <c:v>598.52436304030437</c:v>
                      </c:pt>
                      <c:pt idx="142">
                        <c:v>588.4801940533041</c:v>
                      </c:pt>
                      <c:pt idx="143">
                        <c:v>490.09861379028376</c:v>
                      </c:pt>
                      <c:pt idx="144">
                        <c:v>356.11144886849161</c:v>
                      </c:pt>
                      <c:pt idx="145">
                        <c:v>221.67940908973122</c:v>
                      </c:pt>
                      <c:pt idx="146">
                        <c:v>135.84493074514006</c:v>
                      </c:pt>
                      <c:pt idx="147">
                        <c:v>79.947138461468853</c:v>
                      </c:pt>
                      <c:pt idx="148">
                        <c:v>58.224173587913256</c:v>
                      </c:pt>
                      <c:pt idx="149">
                        <c:v>60.686929020344508</c:v>
                      </c:pt>
                      <c:pt idx="150">
                        <c:v>121.7422463108</c:v>
                      </c:pt>
                      <c:pt idx="151">
                        <c:v>195.65285568978447</c:v>
                      </c:pt>
                      <c:pt idx="152">
                        <c:v>249.40512573239329</c:v>
                      </c:pt>
                      <c:pt idx="153">
                        <c:v>273.82140150307339</c:v>
                      </c:pt>
                      <c:pt idx="154">
                        <c:v>304.07665680792002</c:v>
                      </c:pt>
                      <c:pt idx="155">
                        <c:v>338.36444305538157</c:v>
                      </c:pt>
                      <c:pt idx="156">
                        <c:v>363.75138690903964</c:v>
                      </c:pt>
                      <c:pt idx="157">
                        <c:v>397.19367970836004</c:v>
                      </c:pt>
                      <c:pt idx="158">
                        <c:v>417.11227539526465</c:v>
                      </c:pt>
                      <c:pt idx="159">
                        <c:v>409.70135281614654</c:v>
                      </c:pt>
                      <c:pt idx="160">
                        <c:v>382.1642113477489</c:v>
                      </c:pt>
                      <c:pt idx="161">
                        <c:v>408.97664315667168</c:v>
                      </c:pt>
                      <c:pt idx="162">
                        <c:v>403.96685682905115</c:v>
                      </c:pt>
                      <c:pt idx="163">
                        <c:v>453.02299268519101</c:v>
                      </c:pt>
                      <c:pt idx="164">
                        <c:v>493.9778497907065</c:v>
                      </c:pt>
                      <c:pt idx="165">
                        <c:v>588.95609976471576</c:v>
                      </c:pt>
                      <c:pt idx="166">
                        <c:v>586.25105793630655</c:v>
                      </c:pt>
                      <c:pt idx="167">
                        <c:v>479.34867965141495</c:v>
                      </c:pt>
                      <c:pt idx="168">
                        <c:v>334.23980943011099</c:v>
                      </c:pt>
                      <c:pt idx="169">
                        <c:v>205.30491084678218</c:v>
                      </c:pt>
                      <c:pt idx="170">
                        <c:v>123.51246069780007</c:v>
                      </c:pt>
                      <c:pt idx="171">
                        <c:v>78.212295035431112</c:v>
                      </c:pt>
                      <c:pt idx="172">
                        <c:v>58.075408767980051</c:v>
                      </c:pt>
                      <c:pt idx="173">
                        <c:v>61.494568685211121</c:v>
                      </c:pt>
                      <c:pt idx="174">
                        <c:v>125.97559884430456</c:v>
                      </c:pt>
                      <c:pt idx="175">
                        <c:v>209.32596012401342</c:v>
                      </c:pt>
                      <c:pt idx="176">
                        <c:v>270.07585906109119</c:v>
                      </c:pt>
                      <c:pt idx="177">
                        <c:v>304.52965124073773</c:v>
                      </c:pt>
                      <c:pt idx="178">
                        <c:v>330.32537826282692</c:v>
                      </c:pt>
                      <c:pt idx="179">
                        <c:v>359.54311295751791</c:v>
                      </c:pt>
                      <c:pt idx="180">
                        <c:v>382.22722257375278</c:v>
                      </c:pt>
                      <c:pt idx="181">
                        <c:v>416.45831142230219</c:v>
                      </c:pt>
                      <c:pt idx="182">
                        <c:v>434.48636450221102</c:v>
                      </c:pt>
                      <c:pt idx="183">
                        <c:v>425.49138946170058</c:v>
                      </c:pt>
                      <c:pt idx="184">
                        <c:v>387.16430247168131</c:v>
                      </c:pt>
                      <c:pt idx="185">
                        <c:v>406.53663868056685</c:v>
                      </c:pt>
                      <c:pt idx="186">
                        <c:v>403.35978453638518</c:v>
                      </c:pt>
                      <c:pt idx="187">
                        <c:v>461.58875876388913</c:v>
                      </c:pt>
                      <c:pt idx="188">
                        <c:v>498.64459562308673</c:v>
                      </c:pt>
                      <c:pt idx="189">
                        <c:v>587.76292282068016</c:v>
                      </c:pt>
                      <c:pt idx="190">
                        <c:v>595.6104113182746</c:v>
                      </c:pt>
                      <c:pt idx="191">
                        <c:v>514.49797659499995</c:v>
                      </c:pt>
                      <c:pt idx="192">
                        <c:v>384.43197290195388</c:v>
                      </c:pt>
                      <c:pt idx="193">
                        <c:v>254.65186130750229</c:v>
                      </c:pt>
                      <c:pt idx="194">
                        <c:v>158.47079366309768</c:v>
                      </c:pt>
                      <c:pt idx="195">
                        <c:v>101.02317963054007</c:v>
                      </c:pt>
                      <c:pt idx="196">
                        <c:v>69.092484077724464</c:v>
                      </c:pt>
                      <c:pt idx="197">
                        <c:v>61.454445842064409</c:v>
                      </c:pt>
                      <c:pt idx="198">
                        <c:v>106.73817657007565</c:v>
                      </c:pt>
                      <c:pt idx="199">
                        <c:v>161.29102739223123</c:v>
                      </c:pt>
                      <c:pt idx="200">
                        <c:v>228.94318074345799</c:v>
                      </c:pt>
                      <c:pt idx="201">
                        <c:v>286.65179431083993</c:v>
                      </c:pt>
                      <c:pt idx="202">
                        <c:v>335.40524615524828</c:v>
                      </c:pt>
                      <c:pt idx="203">
                        <c:v>384.83874395551163</c:v>
                      </c:pt>
                      <c:pt idx="204">
                        <c:v>393.34864703554206</c:v>
                      </c:pt>
                      <c:pt idx="205">
                        <c:v>407.39082892512903</c:v>
                      </c:pt>
                      <c:pt idx="206">
                        <c:v>505.40300364016412</c:v>
                      </c:pt>
                      <c:pt idx="207">
                        <c:v>477.91600265411995</c:v>
                      </c:pt>
                      <c:pt idx="208">
                        <c:v>408.88604966581249</c:v>
                      </c:pt>
                      <c:pt idx="209">
                        <c:v>418.23087253944732</c:v>
                      </c:pt>
                      <c:pt idx="210">
                        <c:v>407.81069208306042</c:v>
                      </c:pt>
                      <c:pt idx="211">
                        <c:v>469.66481441747163</c:v>
                      </c:pt>
                      <c:pt idx="212">
                        <c:v>510.2474871856972</c:v>
                      </c:pt>
                      <c:pt idx="213">
                        <c:v>603.65306570344251</c:v>
                      </c:pt>
                      <c:pt idx="214">
                        <c:v>618.64810313909288</c:v>
                      </c:pt>
                      <c:pt idx="215">
                        <c:v>532.0958811670381</c:v>
                      </c:pt>
                      <c:pt idx="216">
                        <c:v>392.28324105014246</c:v>
                      </c:pt>
                      <c:pt idx="217">
                        <c:v>253.25887182885336</c:v>
                      </c:pt>
                      <c:pt idx="218">
                        <c:v>152.36476926729551</c:v>
                      </c:pt>
                      <c:pt idx="219">
                        <c:v>92.541991518071143</c:v>
                      </c:pt>
                      <c:pt idx="220">
                        <c:v>63.473338786688899</c:v>
                      </c:pt>
                      <c:pt idx="221">
                        <c:v>59.084054668111165</c:v>
                      </c:pt>
                      <c:pt idx="222">
                        <c:v>107.82696640981335</c:v>
                      </c:pt>
                      <c:pt idx="223">
                        <c:v>168.48778618115102</c:v>
                      </c:pt>
                      <c:pt idx="224">
                        <c:v>232.98441047178451</c:v>
                      </c:pt>
                      <c:pt idx="225">
                        <c:v>280.69348467640225</c:v>
                      </c:pt>
                      <c:pt idx="226">
                        <c:v>317.64234950204883</c:v>
                      </c:pt>
                      <c:pt idx="227">
                        <c:v>357.45979962579543</c:v>
                      </c:pt>
                      <c:pt idx="228">
                        <c:v>378.05627610597816</c:v>
                      </c:pt>
                      <c:pt idx="229">
                        <c:v>430.60221112248485</c:v>
                      </c:pt>
                      <c:pt idx="230">
                        <c:v>464.48691714180717</c:v>
                      </c:pt>
                      <c:pt idx="231">
                        <c:v>448.64011377362885</c:v>
                      </c:pt>
                      <c:pt idx="232">
                        <c:v>395.48199164578756</c:v>
                      </c:pt>
                      <c:pt idx="233">
                        <c:v>413.15463821451584</c:v>
                      </c:pt>
                      <c:pt idx="234">
                        <c:v>407.62786660140239</c:v>
                      </c:pt>
                      <c:pt idx="235">
                        <c:v>459.02429775208384</c:v>
                      </c:pt>
                      <c:pt idx="236">
                        <c:v>508.7663403024842</c:v>
                      </c:pt>
                      <c:pt idx="237">
                        <c:v>606.8669726359999</c:v>
                      </c:pt>
                      <c:pt idx="238">
                        <c:v>586.91670859952956</c:v>
                      </c:pt>
                      <c:pt idx="239">
                        <c:v>482.96428369950047</c:v>
                      </c:pt>
                      <c:pt idx="240">
                        <c:v>334.46899021401583</c:v>
                      </c:pt>
                      <c:pt idx="241">
                        <c:v>207.72316481673795</c:v>
                      </c:pt>
                      <c:pt idx="242">
                        <c:v>122.0932601033844</c:v>
                      </c:pt>
                      <c:pt idx="243">
                        <c:v>76.286554848659947</c:v>
                      </c:pt>
                      <c:pt idx="244">
                        <c:v>56.275047305846655</c:v>
                      </c:pt>
                      <c:pt idx="245">
                        <c:v>57.919014543504439</c:v>
                      </c:pt>
                      <c:pt idx="246">
                        <c:v>118.21170889978436</c:v>
                      </c:pt>
                      <c:pt idx="247">
                        <c:v>190.78462184434218</c:v>
                      </c:pt>
                      <c:pt idx="248">
                        <c:v>240.42594822282445</c:v>
                      </c:pt>
                      <c:pt idx="249">
                        <c:v>265.16374965769558</c:v>
                      </c:pt>
                      <c:pt idx="250">
                        <c:v>297.80890024751545</c:v>
                      </c:pt>
                      <c:pt idx="251">
                        <c:v>338.27704692236398</c:v>
                      </c:pt>
                      <c:pt idx="252">
                        <c:v>363.39389192439762</c:v>
                      </c:pt>
                      <c:pt idx="253">
                        <c:v>400.05566580770477</c:v>
                      </c:pt>
                      <c:pt idx="254">
                        <c:v>419.47843756140696</c:v>
                      </c:pt>
                      <c:pt idx="255">
                        <c:v>411.71815389415326</c:v>
                      </c:pt>
                      <c:pt idx="256">
                        <c:v>387.60078227890381</c:v>
                      </c:pt>
                      <c:pt idx="257">
                        <c:v>423.73071693013753</c:v>
                      </c:pt>
                      <c:pt idx="258">
                        <c:v>412.64311905096395</c:v>
                      </c:pt>
                      <c:pt idx="259">
                        <c:v>460.59714397690368</c:v>
                      </c:pt>
                      <c:pt idx="260">
                        <c:v>504.05854683492458</c:v>
                      </c:pt>
                      <c:pt idx="261">
                        <c:v>593.87360836330879</c:v>
                      </c:pt>
                      <c:pt idx="262">
                        <c:v>580.24761532528896</c:v>
                      </c:pt>
                      <c:pt idx="263">
                        <c:v>466.32383197346894</c:v>
                      </c:pt>
                      <c:pt idx="264">
                        <c:v>316.78944645495608</c:v>
                      </c:pt>
                      <c:pt idx="265">
                        <c:v>190.96574229380667</c:v>
                      </c:pt>
                      <c:pt idx="266">
                        <c:v>112.04980438275327</c:v>
                      </c:pt>
                      <c:pt idx="267">
                        <c:v>71.907864098253356</c:v>
                      </c:pt>
                      <c:pt idx="268">
                        <c:v>54.312078539217779</c:v>
                      </c:pt>
                      <c:pt idx="269">
                        <c:v>56.980091368364498</c:v>
                      </c:pt>
                      <c:pt idx="270">
                        <c:v>119.02530625557782</c:v>
                      </c:pt>
                      <c:pt idx="271">
                        <c:v>195.9468340620578</c:v>
                      </c:pt>
                      <c:pt idx="272">
                        <c:v>244.94162603459117</c:v>
                      </c:pt>
                      <c:pt idx="273">
                        <c:v>269.65385933636441</c:v>
                      </c:pt>
                      <c:pt idx="274">
                        <c:v>300.47501644872216</c:v>
                      </c:pt>
                      <c:pt idx="275">
                        <c:v>340.33282182135326</c:v>
                      </c:pt>
                      <c:pt idx="276">
                        <c:v>363.81175044359361</c:v>
                      </c:pt>
                      <c:pt idx="277">
                        <c:v>398.00087376071536</c:v>
                      </c:pt>
                      <c:pt idx="278">
                        <c:v>415.57488867730393</c:v>
                      </c:pt>
                      <c:pt idx="279">
                        <c:v>408.3404731079915</c:v>
                      </c:pt>
                      <c:pt idx="280">
                        <c:v>384.17120361459808</c:v>
                      </c:pt>
                      <c:pt idx="281">
                        <c:v>411.73448203437636</c:v>
                      </c:pt>
                      <c:pt idx="282">
                        <c:v>401.33750256188841</c:v>
                      </c:pt>
                      <c:pt idx="283">
                        <c:v>459.75262453513352</c:v>
                      </c:pt>
                      <c:pt idx="284">
                        <c:v>509.85023812162478</c:v>
                      </c:pt>
                      <c:pt idx="285">
                        <c:v>605.57434381649364</c:v>
                      </c:pt>
                      <c:pt idx="286">
                        <c:v>587.95635035749547</c:v>
                      </c:pt>
                      <c:pt idx="287">
                        <c:v>470.77069061067391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7-F1FB-4D39-A8F8-9D267B9F4903}"/>
                  </c:ext>
                </c:extLst>
              </c15:ser>
            </c15:filteredLineSeries>
            <c15:filteredLineSeries>
              <c15:ser>
                <c:idx val="35"/>
                <c:order val="3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12-10-2026'!$AK$1</c15:sqref>
                        </c15:formulaRef>
                      </c:ext>
                    </c:extLst>
                    <c:strCache>
                      <c:ptCount val="1"/>
                      <c:pt idx="0">
                        <c:v>Total SGI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12-10-2026'!$AK$2:$AK$289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771.18420170504271</c:v>
                      </c:pt>
                      <c:pt idx="1">
                        <c:v>487.2848398123067</c:v>
                      </c:pt>
                      <c:pt idx="2">
                        <c:v>291.11648796436214</c:v>
                      </c:pt>
                      <c:pt idx="3">
                        <c:v>183.82756698217108</c:v>
                      </c:pt>
                      <c:pt idx="4">
                        <c:v>139.43525933351103</c:v>
                      </c:pt>
                      <c:pt idx="5">
                        <c:v>164.97269884303998</c:v>
                      </c:pt>
                      <c:pt idx="6">
                        <c:v>316.03444103424886</c:v>
                      </c:pt>
                      <c:pt idx="7">
                        <c:v>473.29755552483113</c:v>
                      </c:pt>
                      <c:pt idx="8">
                        <c:v>583.91610766570216</c:v>
                      </c:pt>
                      <c:pt idx="9">
                        <c:v>639.6421635409356</c:v>
                      </c:pt>
                      <c:pt idx="10">
                        <c:v>711.17464756293339</c:v>
                      </c:pt>
                      <c:pt idx="11">
                        <c:v>798.4780464882092</c:v>
                      </c:pt>
                      <c:pt idx="12">
                        <c:v>861.26483860445137</c:v>
                      </c:pt>
                      <c:pt idx="13">
                        <c:v>961.92680117325369</c:v>
                      </c:pt>
                      <c:pt idx="14">
                        <c:v>995.69242417918213</c:v>
                      </c:pt>
                      <c:pt idx="15">
                        <c:v>963.93601373307547</c:v>
                      </c:pt>
                      <c:pt idx="16">
                        <c:v>873.36283163783378</c:v>
                      </c:pt>
                      <c:pt idx="17">
                        <c:v>904.01478872437428</c:v>
                      </c:pt>
                      <c:pt idx="18">
                        <c:v>897.54800943532246</c:v>
                      </c:pt>
                      <c:pt idx="19">
                        <c:v>1020.5144767084261</c:v>
                      </c:pt>
                      <c:pt idx="20">
                        <c:v>1132.3587138788535</c:v>
                      </c:pt>
                      <c:pt idx="21">
                        <c:v>1302.3513915124904</c:v>
                      </c:pt>
                      <c:pt idx="22">
                        <c:v>1308.3822332819273</c:v>
                      </c:pt>
                      <c:pt idx="23">
                        <c:v>1140.3963985081691</c:v>
                      </c:pt>
                      <c:pt idx="24">
                        <c:v>856.92255605997536</c:v>
                      </c:pt>
                      <c:pt idx="25">
                        <c:v>562.03374757446431</c:v>
                      </c:pt>
                      <c:pt idx="26">
                        <c:v>340.01165689133779</c:v>
                      </c:pt>
                      <c:pt idx="27">
                        <c:v>218.2445173581001</c:v>
                      </c:pt>
                      <c:pt idx="28">
                        <c:v>154.41828262715109</c:v>
                      </c:pt>
                      <c:pt idx="29">
                        <c:v>162.2697926634244</c:v>
                      </c:pt>
                      <c:pt idx="30">
                        <c:v>276.92853306469328</c:v>
                      </c:pt>
                      <c:pt idx="31">
                        <c:v>403.17465212946661</c:v>
                      </c:pt>
                      <c:pt idx="32">
                        <c:v>555.29661969311996</c:v>
                      </c:pt>
                      <c:pt idx="33">
                        <c:v>678.86052686244216</c:v>
                      </c:pt>
                      <c:pt idx="34">
                        <c:v>784.98122059479351</c:v>
                      </c:pt>
                      <c:pt idx="35">
                        <c:v>888.12619494554474</c:v>
                      </c:pt>
                      <c:pt idx="36">
                        <c:v>909.68511401460592</c:v>
                      </c:pt>
                      <c:pt idx="37">
                        <c:v>957.28640432308953</c:v>
                      </c:pt>
                      <c:pt idx="38">
                        <c:v>1146.2864677925709</c:v>
                      </c:pt>
                      <c:pt idx="39">
                        <c:v>1076.7487476724039</c:v>
                      </c:pt>
                      <c:pt idx="40">
                        <c:v>926.74281908504258</c:v>
                      </c:pt>
                      <c:pt idx="41">
                        <c:v>934.72422658531059</c:v>
                      </c:pt>
                      <c:pt idx="42">
                        <c:v>920.18622138638648</c:v>
                      </c:pt>
                      <c:pt idx="43">
                        <c:v>1052.2728756310416</c:v>
                      </c:pt>
                      <c:pt idx="44">
                        <c:v>1174.5798015670391</c:v>
                      </c:pt>
                      <c:pt idx="45">
                        <c:v>1359.1649579617729</c:v>
                      </c:pt>
                      <c:pt idx="46">
                        <c:v>1351.2895086219637</c:v>
                      </c:pt>
                      <c:pt idx="47">
                        <c:v>1181.8865383228267</c:v>
                      </c:pt>
                      <c:pt idx="48">
                        <c:v>890.52826792912242</c:v>
                      </c:pt>
                      <c:pt idx="49">
                        <c:v>588.30946882893772</c:v>
                      </c:pt>
                      <c:pt idx="50">
                        <c:v>354.26134740337773</c:v>
                      </c:pt>
                      <c:pt idx="51">
                        <c:v>217.80595317664449</c:v>
                      </c:pt>
                      <c:pt idx="52">
                        <c:v>152.66779797870669</c:v>
                      </c:pt>
                      <c:pt idx="53">
                        <c:v>163.20079384355327</c:v>
                      </c:pt>
                      <c:pt idx="54">
                        <c:v>288.18068430392452</c:v>
                      </c:pt>
                      <c:pt idx="55">
                        <c:v>425.47428962971571</c:v>
                      </c:pt>
                      <c:pt idx="56">
                        <c:v>567.38159977479995</c:v>
                      </c:pt>
                      <c:pt idx="57">
                        <c:v>668.11778314442881</c:v>
                      </c:pt>
                      <c:pt idx="58">
                        <c:v>745.11233691217558</c:v>
                      </c:pt>
                      <c:pt idx="59">
                        <c:v>834.12915338880862</c:v>
                      </c:pt>
                      <c:pt idx="60">
                        <c:v>882.32709891569607</c:v>
                      </c:pt>
                      <c:pt idx="61">
                        <c:v>1004.3622855797714</c:v>
                      </c:pt>
                      <c:pt idx="62">
                        <c:v>1058.5573175936886</c:v>
                      </c:pt>
                      <c:pt idx="63">
                        <c:v>1010.2754920619959</c:v>
                      </c:pt>
                      <c:pt idx="64">
                        <c:v>898.18829116285758</c:v>
                      </c:pt>
                      <c:pt idx="65">
                        <c:v>919.00806882389611</c:v>
                      </c:pt>
                      <c:pt idx="66">
                        <c:v>904.33403119183276</c:v>
                      </c:pt>
                      <c:pt idx="67">
                        <c:v>1023.2374339290562</c:v>
                      </c:pt>
                      <c:pt idx="68">
                        <c:v>1140.2369577426794</c:v>
                      </c:pt>
                      <c:pt idx="69">
                        <c:v>1310.6741612041383</c:v>
                      </c:pt>
                      <c:pt idx="70">
                        <c:v>1291.5646823430163</c:v>
                      </c:pt>
                      <c:pt idx="71">
                        <c:v>1084.6330925076572</c:v>
                      </c:pt>
                      <c:pt idx="72">
                        <c:v>766.67575977558681</c:v>
                      </c:pt>
                      <c:pt idx="73">
                        <c:v>474.99975275643561</c:v>
                      </c:pt>
                      <c:pt idx="74">
                        <c:v>282.23658537409335</c:v>
                      </c:pt>
                      <c:pt idx="75">
                        <c:v>178.52322869563562</c:v>
                      </c:pt>
                      <c:pt idx="76">
                        <c:v>135.51607492483558</c:v>
                      </c:pt>
                      <c:pt idx="77">
                        <c:v>157.71723369506662</c:v>
                      </c:pt>
                      <c:pt idx="78">
                        <c:v>303.15626728057771</c:v>
                      </c:pt>
                      <c:pt idx="79">
                        <c:v>450.37465646633098</c:v>
                      </c:pt>
                      <c:pt idx="80">
                        <c:v>562.88154575163776</c:v>
                      </c:pt>
                      <c:pt idx="81">
                        <c:v>623.73389547799115</c:v>
                      </c:pt>
                      <c:pt idx="82">
                        <c:v>691.17251017913122</c:v>
                      </c:pt>
                      <c:pt idx="83">
                        <c:v>777.6959289944599</c:v>
                      </c:pt>
                      <c:pt idx="84">
                        <c:v>831.00806371855151</c:v>
                      </c:pt>
                      <c:pt idx="85">
                        <c:v>921.56080890227111</c:v>
                      </c:pt>
                      <c:pt idx="86">
                        <c:v>947.67865587092456</c:v>
                      </c:pt>
                      <c:pt idx="87">
                        <c:v>910.6643337099157</c:v>
                      </c:pt>
                      <c:pt idx="88">
                        <c:v>855.60437367120494</c:v>
                      </c:pt>
                      <c:pt idx="89">
                        <c:v>899.43019869535328</c:v>
                      </c:pt>
                      <c:pt idx="90">
                        <c:v>887.68784212797732</c:v>
                      </c:pt>
                      <c:pt idx="91">
                        <c:v>1016.0462792705912</c:v>
                      </c:pt>
                      <c:pt idx="92">
                        <c:v>1140.5101255003933</c:v>
                      </c:pt>
                      <c:pt idx="93">
                        <c:v>1310.931231853896</c:v>
                      </c:pt>
                      <c:pt idx="94">
                        <c:v>1278.0047620352284</c:v>
                      </c:pt>
                      <c:pt idx="95">
                        <c:v>1050.6999175416022</c:v>
                      </c:pt>
                      <c:pt idx="96">
                        <c:v>729.67841695336688</c:v>
                      </c:pt>
                      <c:pt idx="97">
                        <c:v>449.0739069961578</c:v>
                      </c:pt>
                      <c:pt idx="98">
                        <c:v>266.08471489491325</c:v>
                      </c:pt>
                      <c:pt idx="99">
                        <c:v>170.94300863822664</c:v>
                      </c:pt>
                      <c:pt idx="100">
                        <c:v>132.31716921556216</c:v>
                      </c:pt>
                      <c:pt idx="101">
                        <c:v>155.58217992570445</c:v>
                      </c:pt>
                      <c:pt idx="102">
                        <c:v>307.99646765438894</c:v>
                      </c:pt>
                      <c:pt idx="103">
                        <c:v>462.74815464520674</c:v>
                      </c:pt>
                      <c:pt idx="104">
                        <c:v>569.7746022721667</c:v>
                      </c:pt>
                      <c:pt idx="105">
                        <c:v>626.85152162223562</c:v>
                      </c:pt>
                      <c:pt idx="106">
                        <c:v>693.83560432254444</c:v>
                      </c:pt>
                      <c:pt idx="107">
                        <c:v>786.51288242616727</c:v>
                      </c:pt>
                      <c:pt idx="108">
                        <c:v>840.21048272047767</c:v>
                      </c:pt>
                      <c:pt idx="109">
                        <c:v>930.77732831618596</c:v>
                      </c:pt>
                      <c:pt idx="110">
                        <c:v>950.33594233196891</c:v>
                      </c:pt>
                      <c:pt idx="111">
                        <c:v>914.98445395660053</c:v>
                      </c:pt>
                      <c:pt idx="112">
                        <c:v>856.65873863946877</c:v>
                      </c:pt>
                      <c:pt idx="113">
                        <c:v>895.63770066766642</c:v>
                      </c:pt>
                      <c:pt idx="114">
                        <c:v>887.63571714742056</c:v>
                      </c:pt>
                      <c:pt idx="115">
                        <c:v>1018.0289113241222</c:v>
                      </c:pt>
                      <c:pt idx="116">
                        <c:v>1145.6839334605168</c:v>
                      </c:pt>
                      <c:pt idx="117">
                        <c:v>1327.5872700939199</c:v>
                      </c:pt>
                      <c:pt idx="118">
                        <c:v>1287.7222657116001</c:v>
                      </c:pt>
                      <c:pt idx="119">
                        <c:v>1062.0498852994579</c:v>
                      </c:pt>
                      <c:pt idx="120">
                        <c:v>735.84640729533521</c:v>
                      </c:pt>
                      <c:pt idx="121">
                        <c:v>451.61762991007782</c:v>
                      </c:pt>
                      <c:pt idx="122">
                        <c:v>265.60163165219774</c:v>
                      </c:pt>
                      <c:pt idx="123">
                        <c:v>169.53287479404224</c:v>
                      </c:pt>
                      <c:pt idx="124">
                        <c:v>131.29290702930442</c:v>
                      </c:pt>
                      <c:pt idx="125">
                        <c:v>156.29575782549554</c:v>
                      </c:pt>
                      <c:pt idx="126">
                        <c:v>312.58292494131103</c:v>
                      </c:pt>
                      <c:pt idx="127">
                        <c:v>471.10456400398448</c:v>
                      </c:pt>
                      <c:pt idx="128">
                        <c:v>579.52804099474668</c:v>
                      </c:pt>
                      <c:pt idx="129">
                        <c:v>638.69507457880002</c:v>
                      </c:pt>
                      <c:pt idx="130">
                        <c:v>708.32419780416672</c:v>
                      </c:pt>
                      <c:pt idx="131">
                        <c:v>790.60556550295132</c:v>
                      </c:pt>
                      <c:pt idx="132">
                        <c:v>863.03921890685501</c:v>
                      </c:pt>
                      <c:pt idx="133">
                        <c:v>997.02328602624175</c:v>
                      </c:pt>
                      <c:pt idx="134">
                        <c:v>1018.8925897721932</c:v>
                      </c:pt>
                      <c:pt idx="135">
                        <c:v>964.63205447672431</c:v>
                      </c:pt>
                      <c:pt idx="136">
                        <c:v>869.38576423241102</c:v>
                      </c:pt>
                      <c:pt idx="137">
                        <c:v>903.97054799523357</c:v>
                      </c:pt>
                      <c:pt idx="138">
                        <c:v>975.70041943242177</c:v>
                      </c:pt>
                      <c:pt idx="139">
                        <c:v>1107.3762557560003</c:v>
                      </c:pt>
                      <c:pt idx="140">
                        <c:v>1168.9788089549024</c:v>
                      </c:pt>
                      <c:pt idx="141">
                        <c:v>1338.2232472558599</c:v>
                      </c:pt>
                      <c:pt idx="142">
                        <c:v>1292.580186544415</c:v>
                      </c:pt>
                      <c:pt idx="143">
                        <c:v>1064.1513938391727</c:v>
                      </c:pt>
                      <c:pt idx="144">
                        <c:v>764.49044875515824</c:v>
                      </c:pt>
                      <c:pt idx="145">
                        <c:v>474.68838318973121</c:v>
                      </c:pt>
                      <c:pt idx="146">
                        <c:v>289.97915926514008</c:v>
                      </c:pt>
                      <c:pt idx="147">
                        <c:v>176.04285788369108</c:v>
                      </c:pt>
                      <c:pt idx="148">
                        <c:v>134.09734855013548</c:v>
                      </c:pt>
                      <c:pt idx="149">
                        <c:v>159.97452645145563</c:v>
                      </c:pt>
                      <c:pt idx="150">
                        <c:v>319.36507929302223</c:v>
                      </c:pt>
                      <c:pt idx="151">
                        <c:v>477.92815452089559</c:v>
                      </c:pt>
                      <c:pt idx="152">
                        <c:v>589.49560328350435</c:v>
                      </c:pt>
                      <c:pt idx="153">
                        <c:v>643.96679794085117</c:v>
                      </c:pt>
                      <c:pt idx="154">
                        <c:v>708.21867996792002</c:v>
                      </c:pt>
                      <c:pt idx="155">
                        <c:v>789.24081077760377</c:v>
                      </c:pt>
                      <c:pt idx="156">
                        <c:v>842.14810536237292</c:v>
                      </c:pt>
                      <c:pt idx="157">
                        <c:v>932.35514587502678</c:v>
                      </c:pt>
                      <c:pt idx="158">
                        <c:v>958.13568440193137</c:v>
                      </c:pt>
                      <c:pt idx="159">
                        <c:v>924.04722598503531</c:v>
                      </c:pt>
                      <c:pt idx="160">
                        <c:v>875.61448004108229</c:v>
                      </c:pt>
                      <c:pt idx="161">
                        <c:v>920.28283332333842</c:v>
                      </c:pt>
                      <c:pt idx="162">
                        <c:v>911.51794835793999</c:v>
                      </c:pt>
                      <c:pt idx="163">
                        <c:v>1038.5893904251911</c:v>
                      </c:pt>
                      <c:pt idx="164">
                        <c:v>1152.4517867818176</c:v>
                      </c:pt>
                      <c:pt idx="165">
                        <c:v>1318.6245881936047</c:v>
                      </c:pt>
                      <c:pt idx="166">
                        <c:v>1287.1240045518621</c:v>
                      </c:pt>
                      <c:pt idx="167">
                        <c:v>1047.9085766047483</c:v>
                      </c:pt>
                      <c:pt idx="168">
                        <c:v>728.54629164122207</c:v>
                      </c:pt>
                      <c:pt idx="169">
                        <c:v>447.60755065122663</c:v>
                      </c:pt>
                      <c:pt idx="170">
                        <c:v>268.8981979800223</c:v>
                      </c:pt>
                      <c:pt idx="171">
                        <c:v>173.81430123543112</c:v>
                      </c:pt>
                      <c:pt idx="172">
                        <c:v>135.52290811020225</c:v>
                      </c:pt>
                      <c:pt idx="173">
                        <c:v>162.63118968743333</c:v>
                      </c:pt>
                      <c:pt idx="174">
                        <c:v>327.74154508430456</c:v>
                      </c:pt>
                      <c:pt idx="175">
                        <c:v>504.39527066179119</c:v>
                      </c:pt>
                      <c:pt idx="176">
                        <c:v>636.59286855886899</c:v>
                      </c:pt>
                      <c:pt idx="177">
                        <c:v>720.39124938962664</c:v>
                      </c:pt>
                      <c:pt idx="178">
                        <c:v>763.87319221171583</c:v>
                      </c:pt>
                      <c:pt idx="179">
                        <c:v>828.32422547529563</c:v>
                      </c:pt>
                      <c:pt idx="180">
                        <c:v>885.66682452708619</c:v>
                      </c:pt>
                      <c:pt idx="181">
                        <c:v>978.03610936674659</c:v>
                      </c:pt>
                      <c:pt idx="182">
                        <c:v>998.03098667776658</c:v>
                      </c:pt>
                      <c:pt idx="183">
                        <c:v>958.46709491058948</c:v>
                      </c:pt>
                      <c:pt idx="184">
                        <c:v>885.93368294945913</c:v>
                      </c:pt>
                      <c:pt idx="185">
                        <c:v>917.48099552278904</c:v>
                      </c:pt>
                      <c:pt idx="186">
                        <c:v>919.80159746971856</c:v>
                      </c:pt>
                      <c:pt idx="187">
                        <c:v>1064.8775381683336</c:v>
                      </c:pt>
                      <c:pt idx="188">
                        <c:v>1172.7568503786424</c:v>
                      </c:pt>
                      <c:pt idx="189">
                        <c:v>1329.1100722206802</c:v>
                      </c:pt>
                      <c:pt idx="190">
                        <c:v>1318.5017343893858</c:v>
                      </c:pt>
                      <c:pt idx="191">
                        <c:v>1125.7597625394444</c:v>
                      </c:pt>
                      <c:pt idx="192">
                        <c:v>833.20400551973171</c:v>
                      </c:pt>
                      <c:pt idx="193">
                        <c:v>544.78400209639119</c:v>
                      </c:pt>
                      <c:pt idx="194">
                        <c:v>335.52206185198656</c:v>
                      </c:pt>
                      <c:pt idx="195">
                        <c:v>217.16555304831786</c:v>
                      </c:pt>
                      <c:pt idx="196">
                        <c:v>156.39713902661336</c:v>
                      </c:pt>
                      <c:pt idx="197">
                        <c:v>159.56489555761996</c:v>
                      </c:pt>
                      <c:pt idx="198">
                        <c:v>284.23432257674233</c:v>
                      </c:pt>
                      <c:pt idx="199">
                        <c:v>419.84867743223123</c:v>
                      </c:pt>
                      <c:pt idx="200">
                        <c:v>576.09904601012465</c:v>
                      </c:pt>
                      <c:pt idx="201">
                        <c:v>696.41455141972892</c:v>
                      </c:pt>
                      <c:pt idx="202">
                        <c:v>799.05164991302604</c:v>
                      </c:pt>
                      <c:pt idx="203">
                        <c:v>901.50753967551168</c:v>
                      </c:pt>
                      <c:pt idx="204">
                        <c:v>911.76905896887536</c:v>
                      </c:pt>
                      <c:pt idx="205">
                        <c:v>965.4885286629069</c:v>
                      </c:pt>
                      <c:pt idx="206">
                        <c:v>1149.5774518334974</c:v>
                      </c:pt>
                      <c:pt idx="207">
                        <c:v>1070.6011363363423</c:v>
                      </c:pt>
                      <c:pt idx="208">
                        <c:v>946.63586841914582</c:v>
                      </c:pt>
                      <c:pt idx="209">
                        <c:v>961.72177103944728</c:v>
                      </c:pt>
                      <c:pt idx="210">
                        <c:v>944.25748514306042</c:v>
                      </c:pt>
                      <c:pt idx="211">
                        <c:v>1087.0844079752494</c:v>
                      </c:pt>
                      <c:pt idx="212">
                        <c:v>1201.8238637656973</c:v>
                      </c:pt>
                      <c:pt idx="213">
                        <c:v>1363.1209562212202</c:v>
                      </c:pt>
                      <c:pt idx="214">
                        <c:v>1361.7020934835373</c:v>
                      </c:pt>
                      <c:pt idx="215">
                        <c:v>1155.8019258470381</c:v>
                      </c:pt>
                      <c:pt idx="216">
                        <c:v>843.60910304792026</c:v>
                      </c:pt>
                      <c:pt idx="217">
                        <c:v>539.89662975552005</c:v>
                      </c:pt>
                      <c:pt idx="218">
                        <c:v>326.64350298729551</c:v>
                      </c:pt>
                      <c:pt idx="219">
                        <c:v>202.85161615584892</c:v>
                      </c:pt>
                      <c:pt idx="220">
                        <c:v>146.25185698668889</c:v>
                      </c:pt>
                      <c:pt idx="221">
                        <c:v>157.0919285903334</c:v>
                      </c:pt>
                      <c:pt idx="222">
                        <c:v>291.79579838759111</c:v>
                      </c:pt>
                      <c:pt idx="223">
                        <c:v>438.16697808337324</c:v>
                      </c:pt>
                      <c:pt idx="224">
                        <c:v>580.74510381622895</c:v>
                      </c:pt>
                      <c:pt idx="225">
                        <c:v>673.50453255640218</c:v>
                      </c:pt>
                      <c:pt idx="226">
                        <c:v>747.54035787982662</c:v>
                      </c:pt>
                      <c:pt idx="227">
                        <c:v>831.23495393023995</c:v>
                      </c:pt>
                      <c:pt idx="228">
                        <c:v>872.90559305708928</c:v>
                      </c:pt>
                      <c:pt idx="229">
                        <c:v>1000.4832309624848</c:v>
                      </c:pt>
                      <c:pt idx="230">
                        <c:v>1053.560569210696</c:v>
                      </c:pt>
                      <c:pt idx="231">
                        <c:v>999.40496083807329</c:v>
                      </c:pt>
                      <c:pt idx="232">
                        <c:v>902.4928293191208</c:v>
                      </c:pt>
                      <c:pt idx="233">
                        <c:v>933.21062727673802</c:v>
                      </c:pt>
                      <c:pt idx="234">
                        <c:v>931.43145660806897</c:v>
                      </c:pt>
                      <c:pt idx="235">
                        <c:v>1058.1343358498616</c:v>
                      </c:pt>
                      <c:pt idx="236">
                        <c:v>1193.5719501758176</c:v>
                      </c:pt>
                      <c:pt idx="237">
                        <c:v>1360.6998874337778</c:v>
                      </c:pt>
                      <c:pt idx="238">
                        <c:v>1294.3521767684185</c:v>
                      </c:pt>
                      <c:pt idx="239">
                        <c:v>1052.9169967550561</c:v>
                      </c:pt>
                      <c:pt idx="240">
                        <c:v>725.65541636512694</c:v>
                      </c:pt>
                      <c:pt idx="241">
                        <c:v>448.18045762118243</c:v>
                      </c:pt>
                      <c:pt idx="242">
                        <c:v>266.31488932782884</c:v>
                      </c:pt>
                      <c:pt idx="243">
                        <c:v>171.65322607088217</c:v>
                      </c:pt>
                      <c:pt idx="244">
                        <c:v>133.13754651917998</c:v>
                      </c:pt>
                      <c:pt idx="245">
                        <c:v>153.26410267461557</c:v>
                      </c:pt>
                      <c:pt idx="246">
                        <c:v>308.09592508867325</c:v>
                      </c:pt>
                      <c:pt idx="247">
                        <c:v>462.82428201989774</c:v>
                      </c:pt>
                      <c:pt idx="248">
                        <c:v>575.0710058717134</c:v>
                      </c:pt>
                      <c:pt idx="249">
                        <c:v>624.53475689991774</c:v>
                      </c:pt>
                      <c:pt idx="250">
                        <c:v>688.22118150529332</c:v>
                      </c:pt>
                      <c:pt idx="251">
                        <c:v>773.5661639468085</c:v>
                      </c:pt>
                      <c:pt idx="252">
                        <c:v>830.67951877328642</c:v>
                      </c:pt>
                      <c:pt idx="253">
                        <c:v>925.43730087437143</c:v>
                      </c:pt>
                      <c:pt idx="254">
                        <c:v>951.83333337474028</c:v>
                      </c:pt>
                      <c:pt idx="255">
                        <c:v>917.67023047859777</c:v>
                      </c:pt>
                      <c:pt idx="256">
                        <c:v>881.71140391890378</c:v>
                      </c:pt>
                      <c:pt idx="257">
                        <c:v>943.25081375902641</c:v>
                      </c:pt>
                      <c:pt idx="258">
                        <c:v>933.50285579540844</c:v>
                      </c:pt>
                      <c:pt idx="259">
                        <c:v>1054.5948107924592</c:v>
                      </c:pt>
                      <c:pt idx="260">
                        <c:v>1178.3047698127023</c:v>
                      </c:pt>
                      <c:pt idx="261">
                        <c:v>1328.5392217388644</c:v>
                      </c:pt>
                      <c:pt idx="262">
                        <c:v>1276.4375129941777</c:v>
                      </c:pt>
                      <c:pt idx="263">
                        <c:v>1018.8296188668022</c:v>
                      </c:pt>
                      <c:pt idx="264">
                        <c:v>697.65198697940059</c:v>
                      </c:pt>
                      <c:pt idx="265">
                        <c:v>420.70252983825117</c:v>
                      </c:pt>
                      <c:pt idx="266">
                        <c:v>249.27342884941993</c:v>
                      </c:pt>
                      <c:pt idx="267">
                        <c:v>163.34257183825335</c:v>
                      </c:pt>
                      <c:pt idx="268">
                        <c:v>128.95428534366221</c:v>
                      </c:pt>
                      <c:pt idx="269">
                        <c:v>152.18274139725338</c:v>
                      </c:pt>
                      <c:pt idx="270">
                        <c:v>314.23911284224448</c:v>
                      </c:pt>
                      <c:pt idx="271">
                        <c:v>477.53089894428001</c:v>
                      </c:pt>
                      <c:pt idx="272">
                        <c:v>582.78873609236894</c:v>
                      </c:pt>
                      <c:pt idx="273">
                        <c:v>635.68154078080886</c:v>
                      </c:pt>
                      <c:pt idx="274">
                        <c:v>700.82984528205554</c:v>
                      </c:pt>
                      <c:pt idx="275">
                        <c:v>787.86430320579768</c:v>
                      </c:pt>
                      <c:pt idx="276">
                        <c:v>840.87618915248254</c:v>
                      </c:pt>
                      <c:pt idx="277">
                        <c:v>931.61841453404872</c:v>
                      </c:pt>
                      <c:pt idx="278">
                        <c:v>949.29584714619273</c:v>
                      </c:pt>
                      <c:pt idx="279">
                        <c:v>915.77262164576928</c:v>
                      </c:pt>
                      <c:pt idx="280">
                        <c:v>880.16374428126483</c:v>
                      </c:pt>
                      <c:pt idx="281">
                        <c:v>926.9703684232652</c:v>
                      </c:pt>
                      <c:pt idx="282">
                        <c:v>919.15488395522175</c:v>
                      </c:pt>
                      <c:pt idx="283">
                        <c:v>1060.2936599795778</c:v>
                      </c:pt>
                      <c:pt idx="284">
                        <c:v>1193.6407634594025</c:v>
                      </c:pt>
                      <c:pt idx="285">
                        <c:v>1351.7048384742714</c:v>
                      </c:pt>
                      <c:pt idx="286">
                        <c:v>1284.5899176352732</c:v>
                      </c:pt>
                      <c:pt idx="287">
                        <c:v>1022.4805752973406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8-F1FB-4D39-A8F8-9D267B9F4903}"/>
                  </c:ext>
                </c:extLst>
              </c15:ser>
            </c15:filteredLineSeries>
            <c15:filteredLineSeries>
              <c15:ser>
                <c:idx val="36"/>
                <c:order val="3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12-10-2026'!$AL$1</c15:sqref>
                        </c15:formulaRef>
                      </c:ext>
                    </c:extLst>
                    <c:strCache>
                      <c:ptCount val="1"/>
                      <c:pt idx="0">
                        <c:v>Huawei GI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12-10-2026'!$AL$2:$AL$289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45.513702771111113</c:v>
                      </c:pt>
                      <c:pt idx="1">
                        <c:v>28.43111896666667</c:v>
                      </c:pt>
                      <c:pt idx="2">
                        <c:v>17.663107084444444</c:v>
                      </c:pt>
                      <c:pt idx="3">
                        <c:v>12.228563377777778</c:v>
                      </c:pt>
                      <c:pt idx="4">
                        <c:v>10.818217746666665</c:v>
                      </c:pt>
                      <c:pt idx="5">
                        <c:v>16.137215506666667</c:v>
                      </c:pt>
                      <c:pt idx="6">
                        <c:v>29.988694473333332</c:v>
                      </c:pt>
                      <c:pt idx="7">
                        <c:v>40.998724582222223</c:v>
                      </c:pt>
                      <c:pt idx="8">
                        <c:v>44.164656804444441</c:v>
                      </c:pt>
                      <c:pt idx="9">
                        <c:v>43.147270484444441</c:v>
                      </c:pt>
                      <c:pt idx="10">
                        <c:v>43.855730988888894</c:v>
                      </c:pt>
                      <c:pt idx="11">
                        <c:v>47.779301755555558</c:v>
                      </c:pt>
                      <c:pt idx="12">
                        <c:v>53.752958393333344</c:v>
                      </c:pt>
                      <c:pt idx="13">
                        <c:v>60.783030684444448</c:v>
                      </c:pt>
                      <c:pt idx="14">
                        <c:v>62.851012624444436</c:v>
                      </c:pt>
                      <c:pt idx="15">
                        <c:v>60.466551968888893</c:v>
                      </c:pt>
                      <c:pt idx="16">
                        <c:v>52.666544024444448</c:v>
                      </c:pt>
                      <c:pt idx="17">
                        <c:v>49.779239415555558</c:v>
                      </c:pt>
                      <c:pt idx="18">
                        <c:v>51.217250413333346</c:v>
                      </c:pt>
                      <c:pt idx="19">
                        <c:v>59.079381275555555</c:v>
                      </c:pt>
                      <c:pt idx="20">
                        <c:v>64.466864111111107</c:v>
                      </c:pt>
                      <c:pt idx="21">
                        <c:v>72.170934571111118</c:v>
                      </c:pt>
                      <c:pt idx="22">
                        <c:v>74.710244388888896</c:v>
                      </c:pt>
                      <c:pt idx="23">
                        <c:v>66.216048786666676</c:v>
                      </c:pt>
                      <c:pt idx="24">
                        <c:v>49.706077239999999</c:v>
                      </c:pt>
                      <c:pt idx="25">
                        <c:v>32.506595162222226</c:v>
                      </c:pt>
                      <c:pt idx="26">
                        <c:v>20.022810571111108</c:v>
                      </c:pt>
                      <c:pt idx="27">
                        <c:v>13.484224111111111</c:v>
                      </c:pt>
                      <c:pt idx="28">
                        <c:v>11.007671646666667</c:v>
                      </c:pt>
                      <c:pt idx="29">
                        <c:v>15.160528577777779</c:v>
                      </c:pt>
                      <c:pt idx="30">
                        <c:v>26.537949297777779</c:v>
                      </c:pt>
                      <c:pt idx="31">
                        <c:v>38.091287075555556</c:v>
                      </c:pt>
                      <c:pt idx="32">
                        <c:v>47.017195113333329</c:v>
                      </c:pt>
                      <c:pt idx="33">
                        <c:v>49.421595951111115</c:v>
                      </c:pt>
                      <c:pt idx="34">
                        <c:v>50.962883613333332</c:v>
                      </c:pt>
                      <c:pt idx="35">
                        <c:v>55.86724406222222</c:v>
                      </c:pt>
                      <c:pt idx="36">
                        <c:v>59.352325942222222</c:v>
                      </c:pt>
                      <c:pt idx="37">
                        <c:v>64.329989808888882</c:v>
                      </c:pt>
                      <c:pt idx="38">
                        <c:v>70.829585346666661</c:v>
                      </c:pt>
                      <c:pt idx="39">
                        <c:v>66.399973624444442</c:v>
                      </c:pt>
                      <c:pt idx="40">
                        <c:v>56.358440151111111</c:v>
                      </c:pt>
                      <c:pt idx="41">
                        <c:v>52.650997693333331</c:v>
                      </c:pt>
                      <c:pt idx="42">
                        <c:v>53.175248384444444</c:v>
                      </c:pt>
                      <c:pt idx="43">
                        <c:v>60.758552000000002</c:v>
                      </c:pt>
                      <c:pt idx="44">
                        <c:v>66.23242564666667</c:v>
                      </c:pt>
                      <c:pt idx="45">
                        <c:v>74.239005233333344</c:v>
                      </c:pt>
                      <c:pt idx="46">
                        <c:v>76.293325695555566</c:v>
                      </c:pt>
                      <c:pt idx="47">
                        <c:v>67.968341100000004</c:v>
                      </c:pt>
                      <c:pt idx="48">
                        <c:v>50.950205826666661</c:v>
                      </c:pt>
                      <c:pt idx="49">
                        <c:v>33.291590493333331</c:v>
                      </c:pt>
                      <c:pt idx="50">
                        <c:v>20.378175726666669</c:v>
                      </c:pt>
                      <c:pt idx="51">
                        <c:v>13.761020042222222</c:v>
                      </c:pt>
                      <c:pt idx="52">
                        <c:v>11.540859857777779</c:v>
                      </c:pt>
                      <c:pt idx="53">
                        <c:v>16.12561578888889</c:v>
                      </c:pt>
                      <c:pt idx="54">
                        <c:v>28.261963300000001</c:v>
                      </c:pt>
                      <c:pt idx="55">
                        <c:v>39.744012480000002</c:v>
                      </c:pt>
                      <c:pt idx="56">
                        <c:v>46.896193006666664</c:v>
                      </c:pt>
                      <c:pt idx="57">
                        <c:v>47.620863271111112</c:v>
                      </c:pt>
                      <c:pt idx="58">
                        <c:v>47.684907682222232</c:v>
                      </c:pt>
                      <c:pt idx="59">
                        <c:v>50.984263453333341</c:v>
                      </c:pt>
                      <c:pt idx="60">
                        <c:v>55.534093911111107</c:v>
                      </c:pt>
                      <c:pt idx="61">
                        <c:v>63.239584855555549</c:v>
                      </c:pt>
                      <c:pt idx="62">
                        <c:v>66.167481397777777</c:v>
                      </c:pt>
                      <c:pt idx="63">
                        <c:v>62.673204862222221</c:v>
                      </c:pt>
                      <c:pt idx="64">
                        <c:v>53.864488466666664</c:v>
                      </c:pt>
                      <c:pt idx="65">
                        <c:v>50.795821400000001</c:v>
                      </c:pt>
                      <c:pt idx="66">
                        <c:v>51.616515744444442</c:v>
                      </c:pt>
                      <c:pt idx="67">
                        <c:v>58.635662824444452</c:v>
                      </c:pt>
                      <c:pt idx="68">
                        <c:v>64.461595344444447</c:v>
                      </c:pt>
                      <c:pt idx="69">
                        <c:v>72.360149115555572</c:v>
                      </c:pt>
                      <c:pt idx="70">
                        <c:v>73.376304415555552</c:v>
                      </c:pt>
                      <c:pt idx="71">
                        <c:v>62.709022335555559</c:v>
                      </c:pt>
                      <c:pt idx="72">
                        <c:v>44.483569037777777</c:v>
                      </c:pt>
                      <c:pt idx="73">
                        <c:v>27.741926835555553</c:v>
                      </c:pt>
                      <c:pt idx="74">
                        <c:v>17.281236817777778</c:v>
                      </c:pt>
                      <c:pt idx="75">
                        <c:v>12.015175473333334</c:v>
                      </c:pt>
                      <c:pt idx="76">
                        <c:v>10.710790722222225</c:v>
                      </c:pt>
                      <c:pt idx="77">
                        <c:v>15.623314864444446</c:v>
                      </c:pt>
                      <c:pt idx="78">
                        <c:v>29.358442520000004</c:v>
                      </c:pt>
                      <c:pt idx="79">
                        <c:v>38.973555804444445</c:v>
                      </c:pt>
                      <c:pt idx="80">
                        <c:v>42.647485402222223</c:v>
                      </c:pt>
                      <c:pt idx="81">
                        <c:v>41.74607176</c:v>
                      </c:pt>
                      <c:pt idx="82">
                        <c:v>41.91141054444445</c:v>
                      </c:pt>
                      <c:pt idx="83">
                        <c:v>45.616951728888885</c:v>
                      </c:pt>
                      <c:pt idx="84">
                        <c:v>51.012043797777778</c:v>
                      </c:pt>
                      <c:pt idx="85">
                        <c:v>56.920147999999998</c:v>
                      </c:pt>
                      <c:pt idx="86">
                        <c:v>59.035625904444444</c:v>
                      </c:pt>
                      <c:pt idx="87">
                        <c:v>56.522867835555552</c:v>
                      </c:pt>
                      <c:pt idx="88">
                        <c:v>50.763396108888891</c:v>
                      </c:pt>
                      <c:pt idx="89">
                        <c:v>48.701698144444443</c:v>
                      </c:pt>
                      <c:pt idx="90">
                        <c:v>50.026316815555546</c:v>
                      </c:pt>
                      <c:pt idx="91">
                        <c:v>57.654613046666668</c:v>
                      </c:pt>
                      <c:pt idx="92">
                        <c:v>63.627588988888874</c:v>
                      </c:pt>
                      <c:pt idx="93">
                        <c:v>71.661529726666672</c:v>
                      </c:pt>
                      <c:pt idx="94">
                        <c:v>72.195647180000009</c:v>
                      </c:pt>
                      <c:pt idx="95">
                        <c:v>60.28101080888888</c:v>
                      </c:pt>
                      <c:pt idx="96">
                        <c:v>41.637132584444451</c:v>
                      </c:pt>
                      <c:pt idx="97">
                        <c:v>25.697909153333331</c:v>
                      </c:pt>
                      <c:pt idx="98">
                        <c:v>16.058015626666666</c:v>
                      </c:pt>
                      <c:pt idx="99">
                        <c:v>11.332722277777778</c:v>
                      </c:pt>
                      <c:pt idx="100">
                        <c:v>10.246720026666667</c:v>
                      </c:pt>
                      <c:pt idx="101">
                        <c:v>15.359905748888886</c:v>
                      </c:pt>
                      <c:pt idx="102">
                        <c:v>29.408342282222222</c:v>
                      </c:pt>
                      <c:pt idx="103">
                        <c:v>39.623628717777777</c:v>
                      </c:pt>
                      <c:pt idx="104">
                        <c:v>42.64991732</c:v>
                      </c:pt>
                      <c:pt idx="105">
                        <c:v>41.454233877777781</c:v>
                      </c:pt>
                      <c:pt idx="106">
                        <c:v>41.883672388888883</c:v>
                      </c:pt>
                      <c:pt idx="107">
                        <c:v>46.175605146666669</c:v>
                      </c:pt>
                      <c:pt idx="108">
                        <c:v>51.567301397777769</c:v>
                      </c:pt>
                      <c:pt idx="109">
                        <c:v>57.706367584444443</c:v>
                      </c:pt>
                      <c:pt idx="110">
                        <c:v>59.210270862222231</c:v>
                      </c:pt>
                      <c:pt idx="111">
                        <c:v>56.611342237777777</c:v>
                      </c:pt>
                      <c:pt idx="112">
                        <c:v>50.939545655555555</c:v>
                      </c:pt>
                      <c:pt idx="113">
                        <c:v>48.407517306666662</c:v>
                      </c:pt>
                      <c:pt idx="114">
                        <c:v>49.903466322222229</c:v>
                      </c:pt>
                      <c:pt idx="115">
                        <c:v>57.482903535555565</c:v>
                      </c:pt>
                      <c:pt idx="116">
                        <c:v>63.335368944444447</c:v>
                      </c:pt>
                      <c:pt idx="117">
                        <c:v>71.760895415555552</c:v>
                      </c:pt>
                      <c:pt idx="118">
                        <c:v>72.514912186666663</c:v>
                      </c:pt>
                      <c:pt idx="119">
                        <c:v>61.060974455555552</c:v>
                      </c:pt>
                      <c:pt idx="120">
                        <c:v>42.269904464444444</c:v>
                      </c:pt>
                      <c:pt idx="121">
                        <c:v>26.137787424444447</c:v>
                      </c:pt>
                      <c:pt idx="122">
                        <c:v>16.22942196</c:v>
                      </c:pt>
                      <c:pt idx="123">
                        <c:v>11.43289556888889</c:v>
                      </c:pt>
                      <c:pt idx="124">
                        <c:v>10.305617924444444</c:v>
                      </c:pt>
                      <c:pt idx="125">
                        <c:v>15.216813531111111</c:v>
                      </c:pt>
                      <c:pt idx="126">
                        <c:v>29.716892126666668</c:v>
                      </c:pt>
                      <c:pt idx="127">
                        <c:v>39.924560115555558</c:v>
                      </c:pt>
                      <c:pt idx="128">
                        <c:v>42.812327346666663</c:v>
                      </c:pt>
                      <c:pt idx="129">
                        <c:v>41.865423033333329</c:v>
                      </c:pt>
                      <c:pt idx="130">
                        <c:v>42.673792315555559</c:v>
                      </c:pt>
                      <c:pt idx="131">
                        <c:v>46.499021697777778</c:v>
                      </c:pt>
                      <c:pt idx="132">
                        <c:v>52.931951711111111</c:v>
                      </c:pt>
                      <c:pt idx="133">
                        <c:v>61.842963257777789</c:v>
                      </c:pt>
                      <c:pt idx="134">
                        <c:v>63.914666835555558</c:v>
                      </c:pt>
                      <c:pt idx="135">
                        <c:v>60.163775328888889</c:v>
                      </c:pt>
                      <c:pt idx="136">
                        <c:v>51.875663308888889</c:v>
                      </c:pt>
                      <c:pt idx="137">
                        <c:v>49.056931357777785</c:v>
                      </c:pt>
                      <c:pt idx="138">
                        <c:v>52.386604964444452</c:v>
                      </c:pt>
                      <c:pt idx="139">
                        <c:v>59.697726271111115</c:v>
                      </c:pt>
                      <c:pt idx="140">
                        <c:v>64.186603993333335</c:v>
                      </c:pt>
                      <c:pt idx="141">
                        <c:v>72.191731748888884</c:v>
                      </c:pt>
                      <c:pt idx="142">
                        <c:v>72.831883437777776</c:v>
                      </c:pt>
                      <c:pt idx="143">
                        <c:v>60.91807106666667</c:v>
                      </c:pt>
                      <c:pt idx="144">
                        <c:v>42.683382544444449</c:v>
                      </c:pt>
                      <c:pt idx="145">
                        <c:v>26.719523117777776</c:v>
                      </c:pt>
                      <c:pt idx="146">
                        <c:v>16.963016853333333</c:v>
                      </c:pt>
                      <c:pt idx="147">
                        <c:v>11.76515908</c:v>
                      </c:pt>
                      <c:pt idx="148">
                        <c:v>10.493984417777778</c:v>
                      </c:pt>
                      <c:pt idx="149">
                        <c:v>15.566630375555556</c:v>
                      </c:pt>
                      <c:pt idx="150">
                        <c:v>30.330555179999998</c:v>
                      </c:pt>
                      <c:pt idx="151">
                        <c:v>40.437742631111114</c:v>
                      </c:pt>
                      <c:pt idx="152">
                        <c:v>43.611693853333335</c:v>
                      </c:pt>
                      <c:pt idx="153">
                        <c:v>42.220103606666669</c:v>
                      </c:pt>
                      <c:pt idx="154">
                        <c:v>42.21035074444444</c:v>
                      </c:pt>
                      <c:pt idx="155">
                        <c:v>46.19535696444445</c:v>
                      </c:pt>
                      <c:pt idx="156">
                        <c:v>51.537815628888893</c:v>
                      </c:pt>
                      <c:pt idx="157">
                        <c:v>57.74852860666666</c:v>
                      </c:pt>
                      <c:pt idx="158">
                        <c:v>59.415636255555555</c:v>
                      </c:pt>
                      <c:pt idx="159">
                        <c:v>56.821202424444444</c:v>
                      </c:pt>
                      <c:pt idx="160">
                        <c:v>51.780401679999997</c:v>
                      </c:pt>
                      <c:pt idx="161">
                        <c:v>49.404994959999996</c:v>
                      </c:pt>
                      <c:pt idx="162">
                        <c:v>51.00059849777778</c:v>
                      </c:pt>
                      <c:pt idx="163">
                        <c:v>58.328161824444436</c:v>
                      </c:pt>
                      <c:pt idx="164">
                        <c:v>64.34786622888889</c:v>
                      </c:pt>
                      <c:pt idx="165">
                        <c:v>71.932013211111126</c:v>
                      </c:pt>
                      <c:pt idx="166">
                        <c:v>72.522332131111114</c:v>
                      </c:pt>
                      <c:pt idx="167">
                        <c:v>60.497591251111118</c:v>
                      </c:pt>
                      <c:pt idx="168">
                        <c:v>42.07894060666667</c:v>
                      </c:pt>
                      <c:pt idx="169">
                        <c:v>26.202965426666669</c:v>
                      </c:pt>
                      <c:pt idx="170">
                        <c:v>16.583492942222225</c:v>
                      </c:pt>
                      <c:pt idx="171">
                        <c:v>11.658908095555553</c:v>
                      </c:pt>
                      <c:pt idx="172">
                        <c:v>10.642174713333333</c:v>
                      </c:pt>
                      <c:pt idx="173">
                        <c:v>15.852282933333331</c:v>
                      </c:pt>
                      <c:pt idx="174">
                        <c:v>31.077381433333329</c:v>
                      </c:pt>
                      <c:pt idx="175">
                        <c:v>42.140511022222213</c:v>
                      </c:pt>
                      <c:pt idx="176">
                        <c:v>46.420477753333337</c:v>
                      </c:pt>
                      <c:pt idx="177">
                        <c:v>45.63100848444445</c:v>
                      </c:pt>
                      <c:pt idx="178">
                        <c:v>43.894882022222212</c:v>
                      </c:pt>
                      <c:pt idx="179">
                        <c:v>47.271277233333336</c:v>
                      </c:pt>
                      <c:pt idx="180">
                        <c:v>53.488540288888892</c:v>
                      </c:pt>
                      <c:pt idx="181">
                        <c:v>60.35740985999999</c:v>
                      </c:pt>
                      <c:pt idx="182">
                        <c:v>62.152406402222226</c:v>
                      </c:pt>
                      <c:pt idx="183">
                        <c:v>59.18144920666667</c:v>
                      </c:pt>
                      <c:pt idx="184">
                        <c:v>52.386367357777772</c:v>
                      </c:pt>
                      <c:pt idx="185">
                        <c:v>49.960880653333334</c:v>
                      </c:pt>
                      <c:pt idx="186">
                        <c:v>52.630496191111106</c:v>
                      </c:pt>
                      <c:pt idx="187">
                        <c:v>60.383290244444439</c:v>
                      </c:pt>
                      <c:pt idx="188">
                        <c:v>65.853714864444441</c:v>
                      </c:pt>
                      <c:pt idx="189">
                        <c:v>72.938469900000001</c:v>
                      </c:pt>
                      <c:pt idx="190">
                        <c:v>74.467562542222225</c:v>
                      </c:pt>
                      <c:pt idx="191">
                        <c:v>64.654265924444445</c:v>
                      </c:pt>
                      <c:pt idx="192">
                        <c:v>47.687959786666667</c:v>
                      </c:pt>
                      <c:pt idx="193">
                        <c:v>30.89051953111111</c:v>
                      </c:pt>
                      <c:pt idx="194">
                        <c:v>19.268108197777778</c:v>
                      </c:pt>
                      <c:pt idx="195">
                        <c:v>13.941479686666666</c:v>
                      </c:pt>
                      <c:pt idx="196">
                        <c:v>11.678079762222222</c:v>
                      </c:pt>
                      <c:pt idx="197">
                        <c:v>15.311568320000001</c:v>
                      </c:pt>
                      <c:pt idx="198">
                        <c:v>27.450712911111111</c:v>
                      </c:pt>
                      <c:pt idx="199">
                        <c:v>39.444167860000007</c:v>
                      </c:pt>
                      <c:pt idx="200">
                        <c:v>48.765264711111115</c:v>
                      </c:pt>
                      <c:pt idx="201">
                        <c:v>50.52451774222223</c:v>
                      </c:pt>
                      <c:pt idx="202">
                        <c:v>51.441617646666664</c:v>
                      </c:pt>
                      <c:pt idx="203">
                        <c:v>55.73521814888889</c:v>
                      </c:pt>
                      <c:pt idx="204">
                        <c:v>58.743501622222219</c:v>
                      </c:pt>
                      <c:pt idx="205">
                        <c:v>63.485254382222223</c:v>
                      </c:pt>
                      <c:pt idx="206">
                        <c:v>69.692834537777784</c:v>
                      </c:pt>
                      <c:pt idx="207">
                        <c:v>65.18331739777777</c:v>
                      </c:pt>
                      <c:pt idx="208">
                        <c:v>56.734521073333326</c:v>
                      </c:pt>
                      <c:pt idx="209">
                        <c:v>53.696881622222222</c:v>
                      </c:pt>
                      <c:pt idx="210">
                        <c:v>55.226023197777778</c:v>
                      </c:pt>
                      <c:pt idx="211">
                        <c:v>62.050294211111115</c:v>
                      </c:pt>
                      <c:pt idx="212">
                        <c:v>67.846035088888883</c:v>
                      </c:pt>
                      <c:pt idx="213">
                        <c:v>74.934541711111109</c:v>
                      </c:pt>
                      <c:pt idx="214">
                        <c:v>76.043276811111113</c:v>
                      </c:pt>
                      <c:pt idx="215">
                        <c:v>65.747400793333341</c:v>
                      </c:pt>
                      <c:pt idx="216">
                        <c:v>48.146889826666666</c:v>
                      </c:pt>
                      <c:pt idx="217">
                        <c:v>30.671031924444446</c:v>
                      </c:pt>
                      <c:pt idx="218">
                        <c:v>19.241705331111113</c:v>
                      </c:pt>
                      <c:pt idx="219">
                        <c:v>13.262591031111111</c:v>
                      </c:pt>
                      <c:pt idx="220">
                        <c:v>11.332589911111111</c:v>
                      </c:pt>
                      <c:pt idx="221">
                        <c:v>15.312770759999999</c:v>
                      </c:pt>
                      <c:pt idx="222">
                        <c:v>28.476261213333334</c:v>
                      </c:pt>
                      <c:pt idx="223">
                        <c:v>40.088454202222223</c:v>
                      </c:pt>
                      <c:pt idx="224">
                        <c:v>47.059356753333333</c:v>
                      </c:pt>
                      <c:pt idx="225">
                        <c:v>47.296081540000003</c:v>
                      </c:pt>
                      <c:pt idx="226">
                        <c:v>46.86148672444444</c:v>
                      </c:pt>
                      <c:pt idx="227">
                        <c:v>49.754504960000006</c:v>
                      </c:pt>
                      <c:pt idx="228">
                        <c:v>54.00474627777777</c:v>
                      </c:pt>
                      <c:pt idx="229">
                        <c:v>61.778708377777775</c:v>
                      </c:pt>
                      <c:pt idx="230">
                        <c:v>64.436503584444438</c:v>
                      </c:pt>
                      <c:pt idx="231">
                        <c:v>60.889560753333335</c:v>
                      </c:pt>
                      <c:pt idx="232">
                        <c:v>53.133799591111114</c:v>
                      </c:pt>
                      <c:pt idx="233">
                        <c:v>50.625235204444444</c:v>
                      </c:pt>
                      <c:pt idx="234">
                        <c:v>52.899576271111108</c:v>
                      </c:pt>
                      <c:pt idx="235">
                        <c:v>59.781224671111111</c:v>
                      </c:pt>
                      <c:pt idx="236">
                        <c:v>66.312122233333326</c:v>
                      </c:pt>
                      <c:pt idx="237">
                        <c:v>73.632637586666661</c:v>
                      </c:pt>
                      <c:pt idx="238">
                        <c:v>73.267070955555567</c:v>
                      </c:pt>
                      <c:pt idx="239">
                        <c:v>60.390880760000002</c:v>
                      </c:pt>
                      <c:pt idx="240">
                        <c:v>41.495558713333331</c:v>
                      </c:pt>
                      <c:pt idx="241">
                        <c:v>25.587087504444444</c:v>
                      </c:pt>
                      <c:pt idx="242">
                        <c:v>16.28659899777778</c:v>
                      </c:pt>
                      <c:pt idx="243">
                        <c:v>11.776610031111112</c:v>
                      </c:pt>
                      <c:pt idx="244">
                        <c:v>10.679293708888888</c:v>
                      </c:pt>
                      <c:pt idx="245">
                        <c:v>14.995954842222222</c:v>
                      </c:pt>
                      <c:pt idx="246">
                        <c:v>29.310917902222222</c:v>
                      </c:pt>
                      <c:pt idx="247">
                        <c:v>39.30697350444445</c:v>
                      </c:pt>
                      <c:pt idx="248">
                        <c:v>43.150041720000004</c:v>
                      </c:pt>
                      <c:pt idx="249">
                        <c:v>41.397053417777784</c:v>
                      </c:pt>
                      <c:pt idx="250">
                        <c:v>41.030715497777777</c:v>
                      </c:pt>
                      <c:pt idx="251">
                        <c:v>44.531130557777772</c:v>
                      </c:pt>
                      <c:pt idx="252">
                        <c:v>50.141338502222219</c:v>
                      </c:pt>
                      <c:pt idx="253">
                        <c:v>56.132526191111111</c:v>
                      </c:pt>
                      <c:pt idx="254">
                        <c:v>58.046944855555559</c:v>
                      </c:pt>
                      <c:pt idx="255">
                        <c:v>55.550839362222227</c:v>
                      </c:pt>
                      <c:pt idx="256">
                        <c:v>50.824176531111114</c:v>
                      </c:pt>
                      <c:pt idx="257">
                        <c:v>49.15036367555556</c:v>
                      </c:pt>
                      <c:pt idx="258">
                        <c:v>51.992243491111111</c:v>
                      </c:pt>
                      <c:pt idx="259">
                        <c:v>59.078862415555555</c:v>
                      </c:pt>
                      <c:pt idx="260">
                        <c:v>65.379581986666665</c:v>
                      </c:pt>
                      <c:pt idx="261">
                        <c:v>72.808989735555556</c:v>
                      </c:pt>
                      <c:pt idx="262">
                        <c:v>72.045369288888892</c:v>
                      </c:pt>
                      <c:pt idx="263">
                        <c:v>58.588726442222224</c:v>
                      </c:pt>
                      <c:pt idx="264">
                        <c:v>40.538306051111114</c:v>
                      </c:pt>
                      <c:pt idx="265">
                        <c:v>25.00930748</c:v>
                      </c:pt>
                      <c:pt idx="266">
                        <c:v>15.847667706666666</c:v>
                      </c:pt>
                      <c:pt idx="267">
                        <c:v>11.465069891111112</c:v>
                      </c:pt>
                      <c:pt idx="268">
                        <c:v>10.450779637777776</c:v>
                      </c:pt>
                      <c:pt idx="269">
                        <c:v>15.116501337777777</c:v>
                      </c:pt>
                      <c:pt idx="270">
                        <c:v>29.83651183111111</c:v>
                      </c:pt>
                      <c:pt idx="271">
                        <c:v>40.364989046666665</c:v>
                      </c:pt>
                      <c:pt idx="272">
                        <c:v>43.254431373333333</c:v>
                      </c:pt>
                      <c:pt idx="273">
                        <c:v>41.523347282222225</c:v>
                      </c:pt>
                      <c:pt idx="274">
                        <c:v>41.698358311111114</c:v>
                      </c:pt>
                      <c:pt idx="275">
                        <c:v>45.644909237777782</c:v>
                      </c:pt>
                      <c:pt idx="276">
                        <c:v>51.264941042222219</c:v>
                      </c:pt>
                      <c:pt idx="277">
                        <c:v>56.982177053333331</c:v>
                      </c:pt>
                      <c:pt idx="278">
                        <c:v>58.526785544444451</c:v>
                      </c:pt>
                      <c:pt idx="279">
                        <c:v>55.828090375555561</c:v>
                      </c:pt>
                      <c:pt idx="280">
                        <c:v>51.196791811111119</c:v>
                      </c:pt>
                      <c:pt idx="281">
                        <c:v>49.616700622222218</c:v>
                      </c:pt>
                      <c:pt idx="282">
                        <c:v>52.561810980000004</c:v>
                      </c:pt>
                      <c:pt idx="283">
                        <c:v>59.715035953333334</c:v>
                      </c:pt>
                      <c:pt idx="284">
                        <c:v>66.267516499999999</c:v>
                      </c:pt>
                      <c:pt idx="285">
                        <c:v>74.035133364444448</c:v>
                      </c:pt>
                      <c:pt idx="286">
                        <c:v>72.699955871111115</c:v>
                      </c:pt>
                      <c:pt idx="287">
                        <c:v>58.876598020000003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9-F1FB-4D39-A8F8-9D267B9F4903}"/>
                  </c:ext>
                </c:extLst>
              </c15:ser>
            </c15:filteredLineSeries>
            <c15:filteredLineSeries>
              <c15:ser>
                <c:idx val="37"/>
                <c:order val="3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12-10-2026'!$AM$1</c15:sqref>
                        </c15:formulaRef>
                      </c:ext>
                    </c:extLst>
                    <c:strCache>
                      <c:ptCount val="1"/>
                      <c:pt idx="0">
                        <c:v>Ericsson GI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12-10-2026'!$AM$2:$AM$289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32.01255140350667</c:v>
                      </c:pt>
                      <c:pt idx="1">
                        <c:v>19.852496089175563</c:v>
                      </c:pt>
                      <c:pt idx="2">
                        <c:v>11.809477330055547</c:v>
                      </c:pt>
                      <c:pt idx="3">
                        <c:v>7.6509305507466623</c:v>
                      </c:pt>
                      <c:pt idx="4">
                        <c:v>6.0174925595733431</c:v>
                      </c:pt>
                      <c:pt idx="5">
                        <c:v>7.4877911632355696</c:v>
                      </c:pt>
                      <c:pt idx="6">
                        <c:v>16.079825090420002</c:v>
                      </c:pt>
                      <c:pt idx="7">
                        <c:v>24.057227689951105</c:v>
                      </c:pt>
                      <c:pt idx="8">
                        <c:v>28.258821707906655</c:v>
                      </c:pt>
                      <c:pt idx="9">
                        <c:v>29.090341944175549</c:v>
                      </c:pt>
                      <c:pt idx="10">
                        <c:v>31.153746491377763</c:v>
                      </c:pt>
                      <c:pt idx="11">
                        <c:v>34.758476954782189</c:v>
                      </c:pt>
                      <c:pt idx="12">
                        <c:v>39.373813755733295</c:v>
                      </c:pt>
                      <c:pt idx="13">
                        <c:v>43.361114285795566</c:v>
                      </c:pt>
                      <c:pt idx="14">
                        <c:v>45.567656495728905</c:v>
                      </c:pt>
                      <c:pt idx="15">
                        <c:v>44.978162090726734</c:v>
                      </c:pt>
                      <c:pt idx="16">
                        <c:v>40.208114922606697</c:v>
                      </c:pt>
                      <c:pt idx="17">
                        <c:v>40.216322589417821</c:v>
                      </c:pt>
                      <c:pt idx="18">
                        <c:v>39.354256464242198</c:v>
                      </c:pt>
                      <c:pt idx="19">
                        <c:v>43.126910726188861</c:v>
                      </c:pt>
                      <c:pt idx="20">
                        <c:v>47.093874455735602</c:v>
                      </c:pt>
                      <c:pt idx="21">
                        <c:v>54.682152892306668</c:v>
                      </c:pt>
                      <c:pt idx="22">
                        <c:v>56.272591936444435</c:v>
                      </c:pt>
                      <c:pt idx="23">
                        <c:v>48.794706016322159</c:v>
                      </c:pt>
                      <c:pt idx="24">
                        <c:v>35.764825643682187</c:v>
                      </c:pt>
                      <c:pt idx="25">
                        <c:v>22.956274014957764</c:v>
                      </c:pt>
                      <c:pt idx="26">
                        <c:v>13.673928157959995</c:v>
                      </c:pt>
                      <c:pt idx="27">
                        <c:v>9.129612381991107</c:v>
                      </c:pt>
                      <c:pt idx="28">
                        <c:v>6.6311918823511098</c:v>
                      </c:pt>
                      <c:pt idx="29">
                        <c:v>7.3401578215088987</c:v>
                      </c:pt>
                      <c:pt idx="30">
                        <c:v>13.811113403933343</c:v>
                      </c:pt>
                      <c:pt idx="31">
                        <c:v>20.399264515568895</c:v>
                      </c:pt>
                      <c:pt idx="32">
                        <c:v>27.908868040622224</c:v>
                      </c:pt>
                      <c:pt idx="33">
                        <c:v>32.377972506451087</c:v>
                      </c:pt>
                      <c:pt idx="34">
                        <c:v>35.765848919573358</c:v>
                      </c:pt>
                      <c:pt idx="35">
                        <c:v>40.996389369053318</c:v>
                      </c:pt>
                      <c:pt idx="36">
                        <c:v>42.000236430286684</c:v>
                      </c:pt>
                      <c:pt idx="37">
                        <c:v>43.67584492506446</c:v>
                      </c:pt>
                      <c:pt idx="38">
                        <c:v>51.054689100548956</c:v>
                      </c:pt>
                      <c:pt idx="39">
                        <c:v>49.214026425148916</c:v>
                      </c:pt>
                      <c:pt idx="40">
                        <c:v>41.783154079848813</c:v>
                      </c:pt>
                      <c:pt idx="41">
                        <c:v>40.657944686062166</c:v>
                      </c:pt>
                      <c:pt idx="42">
                        <c:v>39.57531779934444</c:v>
                      </c:pt>
                      <c:pt idx="43">
                        <c:v>43.997571233959945</c:v>
                      </c:pt>
                      <c:pt idx="44">
                        <c:v>47.823578780571047</c:v>
                      </c:pt>
                      <c:pt idx="45">
                        <c:v>56.046067742704437</c:v>
                      </c:pt>
                      <c:pt idx="46">
                        <c:v>57.429678929533367</c:v>
                      </c:pt>
                      <c:pt idx="47">
                        <c:v>50.669509025046629</c:v>
                      </c:pt>
                      <c:pt idx="48">
                        <c:v>37.582106847204386</c:v>
                      </c:pt>
                      <c:pt idx="49">
                        <c:v>24.413043783571108</c:v>
                      </c:pt>
                      <c:pt idx="50">
                        <c:v>14.488115042891113</c:v>
                      </c:pt>
                      <c:pt idx="51">
                        <c:v>9.014165728366681</c:v>
                      </c:pt>
                      <c:pt idx="52">
                        <c:v>6.5412333788688883</c:v>
                      </c:pt>
                      <c:pt idx="53">
                        <c:v>7.3434119703222329</c:v>
                      </c:pt>
                      <c:pt idx="54">
                        <c:v>14.328159300599994</c:v>
                      </c:pt>
                      <c:pt idx="55">
                        <c:v>21.275283138148879</c:v>
                      </c:pt>
                      <c:pt idx="56">
                        <c:v>28.01150665183334</c:v>
                      </c:pt>
                      <c:pt idx="57">
                        <c:v>31.584933019624405</c:v>
                      </c:pt>
                      <c:pt idx="58">
                        <c:v>33.802872379691124</c:v>
                      </c:pt>
                      <c:pt idx="59">
                        <c:v>37.330751313733273</c:v>
                      </c:pt>
                      <c:pt idx="60">
                        <c:v>40.618506858808836</c:v>
                      </c:pt>
                      <c:pt idx="61">
                        <c:v>45.218108473779999</c:v>
                      </c:pt>
                      <c:pt idx="62">
                        <c:v>48.031737417493289</c:v>
                      </c:pt>
                      <c:pt idx="63">
                        <c:v>46.29663450176885</c:v>
                      </c:pt>
                      <c:pt idx="64">
                        <c:v>40.415978586495584</c:v>
                      </c:pt>
                      <c:pt idx="65">
                        <c:v>39.500070979555566</c:v>
                      </c:pt>
                      <c:pt idx="66">
                        <c:v>38.740009720400067</c:v>
                      </c:pt>
                      <c:pt idx="67">
                        <c:v>42.417204828293251</c:v>
                      </c:pt>
                      <c:pt idx="68">
                        <c:v>46.092399156024477</c:v>
                      </c:pt>
                      <c:pt idx="69">
                        <c:v>54.114423850595607</c:v>
                      </c:pt>
                      <c:pt idx="70">
                        <c:v>55.1338721638555</c:v>
                      </c:pt>
                      <c:pt idx="71">
                        <c:v>46.264529098835609</c:v>
                      </c:pt>
                      <c:pt idx="72">
                        <c:v>31.767832142551068</c:v>
                      </c:pt>
                      <c:pt idx="73">
                        <c:v>19.277305109693337</c:v>
                      </c:pt>
                      <c:pt idx="74">
                        <c:v>11.30565385089556</c:v>
                      </c:pt>
                      <c:pt idx="75">
                        <c:v>7.311916210448878</c:v>
                      </c:pt>
                      <c:pt idx="76">
                        <c:v>5.8685419941799948</c:v>
                      </c:pt>
                      <c:pt idx="77">
                        <c:v>7.1763685075866732</c:v>
                      </c:pt>
                      <c:pt idx="78">
                        <c:v>15.362667927231106</c:v>
                      </c:pt>
                      <c:pt idx="79">
                        <c:v>22.624635441064441</c:v>
                      </c:pt>
                      <c:pt idx="80">
                        <c:v>26.649105875446665</c:v>
                      </c:pt>
                      <c:pt idx="81">
                        <c:v>27.506334082522216</c:v>
                      </c:pt>
                      <c:pt idx="82">
                        <c:v>29.54066199559778</c:v>
                      </c:pt>
                      <c:pt idx="83">
                        <c:v>33.565512398228861</c:v>
                      </c:pt>
                      <c:pt idx="84">
                        <c:v>37.808222479673404</c:v>
                      </c:pt>
                      <c:pt idx="85">
                        <c:v>40.820615715602173</c:v>
                      </c:pt>
                      <c:pt idx="86">
                        <c:v>42.814468634502241</c:v>
                      </c:pt>
                      <c:pt idx="87">
                        <c:v>42.030339798151047</c:v>
                      </c:pt>
                      <c:pt idx="88">
                        <c:v>38.679163424628847</c:v>
                      </c:pt>
                      <c:pt idx="89">
                        <c:v>39.050905973524458</c:v>
                      </c:pt>
                      <c:pt idx="90">
                        <c:v>37.61554227040223</c:v>
                      </c:pt>
                      <c:pt idx="91">
                        <c:v>41.9813435501</c:v>
                      </c:pt>
                      <c:pt idx="92">
                        <c:v>45.944666220015534</c:v>
                      </c:pt>
                      <c:pt idx="93">
                        <c:v>53.96742513648892</c:v>
                      </c:pt>
                      <c:pt idx="94">
                        <c:v>54.122781246199978</c:v>
                      </c:pt>
                      <c:pt idx="95">
                        <c:v>44.630906646457781</c:v>
                      </c:pt>
                      <c:pt idx="96">
                        <c:v>30.155880925608869</c:v>
                      </c:pt>
                      <c:pt idx="97">
                        <c:v>18.266707011013334</c:v>
                      </c:pt>
                      <c:pt idx="98">
                        <c:v>10.695735094355545</c:v>
                      </c:pt>
                      <c:pt idx="99">
                        <c:v>6.996882016417775</c:v>
                      </c:pt>
                      <c:pt idx="100">
                        <c:v>5.6052471941999951</c:v>
                      </c:pt>
                      <c:pt idx="101">
                        <c:v>6.9871421317022229</c:v>
                      </c:pt>
                      <c:pt idx="102">
                        <c:v>15.460075417102226</c:v>
                      </c:pt>
                      <c:pt idx="103">
                        <c:v>23.179615758508891</c:v>
                      </c:pt>
                      <c:pt idx="104">
                        <c:v>27.329617370793333</c:v>
                      </c:pt>
                      <c:pt idx="105">
                        <c:v>28.040671829508891</c:v>
                      </c:pt>
                      <c:pt idx="106">
                        <c:v>29.953838984686673</c:v>
                      </c:pt>
                      <c:pt idx="107">
                        <c:v>33.965326949606649</c:v>
                      </c:pt>
                      <c:pt idx="108">
                        <c:v>38.011301951011141</c:v>
                      </c:pt>
                      <c:pt idx="109">
                        <c:v>41.447595248251083</c:v>
                      </c:pt>
                      <c:pt idx="110">
                        <c:v>42.903070931848895</c:v>
                      </c:pt>
                      <c:pt idx="111">
                        <c:v>42.051689298946684</c:v>
                      </c:pt>
                      <c:pt idx="112">
                        <c:v>38.426546433033344</c:v>
                      </c:pt>
                      <c:pt idx="113">
                        <c:v>38.760373329024546</c:v>
                      </c:pt>
                      <c:pt idx="114">
                        <c:v>37.94115240938892</c:v>
                      </c:pt>
                      <c:pt idx="115">
                        <c:v>42.108302211588814</c:v>
                      </c:pt>
                      <c:pt idx="116">
                        <c:v>46.218278965408963</c:v>
                      </c:pt>
                      <c:pt idx="117">
                        <c:v>54.389892381026684</c:v>
                      </c:pt>
                      <c:pt idx="118">
                        <c:v>54.341535077499969</c:v>
                      </c:pt>
                      <c:pt idx="119">
                        <c:v>44.794115783833334</c:v>
                      </c:pt>
                      <c:pt idx="120">
                        <c:v>30.086988888800057</c:v>
                      </c:pt>
                      <c:pt idx="121">
                        <c:v>18.056742068426669</c:v>
                      </c:pt>
                      <c:pt idx="122">
                        <c:v>10.56814882848667</c:v>
                      </c:pt>
                      <c:pt idx="123">
                        <c:v>6.9458160493044474</c:v>
                      </c:pt>
                      <c:pt idx="124">
                        <c:v>5.5320409778955497</c:v>
                      </c:pt>
                      <c:pt idx="125">
                        <c:v>6.9029492076711065</c:v>
                      </c:pt>
                      <c:pt idx="126">
                        <c:v>15.553704516415561</c:v>
                      </c:pt>
                      <c:pt idx="127">
                        <c:v>23.496854156375569</c:v>
                      </c:pt>
                      <c:pt idx="128">
                        <c:v>27.615696299448899</c:v>
                      </c:pt>
                      <c:pt idx="129">
                        <c:v>28.295681754637798</c:v>
                      </c:pt>
                      <c:pt idx="130">
                        <c:v>30.53936583375777</c:v>
                      </c:pt>
                      <c:pt idx="131">
                        <c:v>33.762734264028921</c:v>
                      </c:pt>
                      <c:pt idx="132">
                        <c:v>38.82434530389996</c:v>
                      </c:pt>
                      <c:pt idx="133">
                        <c:v>44.730520249226643</c:v>
                      </c:pt>
                      <c:pt idx="134">
                        <c:v>46.323162209333347</c:v>
                      </c:pt>
                      <c:pt idx="135">
                        <c:v>44.513365757537713</c:v>
                      </c:pt>
                      <c:pt idx="136">
                        <c:v>38.992251658142138</c:v>
                      </c:pt>
                      <c:pt idx="137">
                        <c:v>39.159590153968885</c:v>
                      </c:pt>
                      <c:pt idx="138">
                        <c:v>39.541898091382251</c:v>
                      </c:pt>
                      <c:pt idx="139">
                        <c:v>44.183487865902315</c:v>
                      </c:pt>
                      <c:pt idx="140">
                        <c:v>47.19906068875116</c:v>
                      </c:pt>
                      <c:pt idx="141">
                        <c:v>55.180169927897772</c:v>
                      </c:pt>
                      <c:pt idx="142">
                        <c:v>54.962013402324473</c:v>
                      </c:pt>
                      <c:pt idx="143">
                        <c:v>45.135605703486625</c:v>
                      </c:pt>
                      <c:pt idx="144">
                        <c:v>30.790400324088864</c:v>
                      </c:pt>
                      <c:pt idx="145">
                        <c:v>18.600393431506674</c:v>
                      </c:pt>
                      <c:pt idx="146">
                        <c:v>11.288255814222222</c:v>
                      </c:pt>
                      <c:pt idx="147">
                        <c:v>7.4027865122088823</c:v>
                      </c:pt>
                      <c:pt idx="148">
                        <c:v>5.9107955804533336</c:v>
                      </c:pt>
                      <c:pt idx="149">
                        <c:v>7.3193930223377786</c:v>
                      </c:pt>
                      <c:pt idx="150">
                        <c:v>16.255191489353344</c:v>
                      </c:pt>
                      <c:pt idx="151">
                        <c:v>24.171700894717755</c:v>
                      </c:pt>
                      <c:pt idx="152">
                        <c:v>28.38399350349334</c:v>
                      </c:pt>
                      <c:pt idx="153">
                        <c:v>28.714083649811119</c:v>
                      </c:pt>
                      <c:pt idx="154">
                        <c:v>30.575360134506649</c:v>
                      </c:pt>
                      <c:pt idx="155">
                        <c:v>34.025317471095597</c:v>
                      </c:pt>
                      <c:pt idx="156">
                        <c:v>37.873554821126611</c:v>
                      </c:pt>
                      <c:pt idx="157">
                        <c:v>41.187771688471052</c:v>
                      </c:pt>
                      <c:pt idx="158">
                        <c:v>43.186153365924461</c:v>
                      </c:pt>
                      <c:pt idx="159">
                        <c:v>42.484527731297753</c:v>
                      </c:pt>
                      <c:pt idx="160">
                        <c:v>39.403430629637825</c:v>
                      </c:pt>
                      <c:pt idx="161">
                        <c:v>40.254782800860006</c:v>
                      </c:pt>
                      <c:pt idx="162">
                        <c:v>39.372266876717752</c:v>
                      </c:pt>
                      <c:pt idx="163">
                        <c:v>43.967958959855522</c:v>
                      </c:pt>
                      <c:pt idx="164">
                        <c:v>47.594171468535521</c:v>
                      </c:pt>
                      <c:pt idx="165">
                        <c:v>55.233943550637797</c:v>
                      </c:pt>
                      <c:pt idx="166">
                        <c:v>54.860960244926659</c:v>
                      </c:pt>
                      <c:pt idx="167">
                        <c:v>44.313644121968878</c:v>
                      </c:pt>
                      <c:pt idx="168">
                        <c:v>29.636736021602186</c:v>
                      </c:pt>
                      <c:pt idx="169">
                        <c:v>17.69837236907556</c:v>
                      </c:pt>
                      <c:pt idx="170">
                        <c:v>10.691008719997786</c:v>
                      </c:pt>
                      <c:pt idx="171">
                        <c:v>7.1270603285399954</c:v>
                      </c:pt>
                      <c:pt idx="172">
                        <c:v>5.7999687526155466</c:v>
                      </c:pt>
                      <c:pt idx="173">
                        <c:v>7.3944205407799988</c:v>
                      </c:pt>
                      <c:pt idx="174">
                        <c:v>16.58878585206444</c:v>
                      </c:pt>
                      <c:pt idx="175">
                        <c:v>25.794896020617806</c:v>
                      </c:pt>
                      <c:pt idx="176">
                        <c:v>30.620506209499993</c:v>
                      </c:pt>
                      <c:pt idx="177">
                        <c:v>30.391759520771121</c:v>
                      </c:pt>
                      <c:pt idx="178">
                        <c:v>31.620135183619997</c:v>
                      </c:pt>
                      <c:pt idx="179">
                        <c:v>34.717975834162225</c:v>
                      </c:pt>
                      <c:pt idx="180">
                        <c:v>38.992124252568935</c:v>
                      </c:pt>
                      <c:pt idx="181">
                        <c:v>42.716396244777783</c:v>
                      </c:pt>
                      <c:pt idx="182">
                        <c:v>44.395189425475564</c:v>
                      </c:pt>
                      <c:pt idx="183">
                        <c:v>43.772563841037723</c:v>
                      </c:pt>
                      <c:pt idx="184">
                        <c:v>39.653166966946671</c:v>
                      </c:pt>
                      <c:pt idx="185">
                        <c:v>40.006928937933338</c:v>
                      </c:pt>
                      <c:pt idx="186">
                        <c:v>39.332498602400065</c:v>
                      </c:pt>
                      <c:pt idx="187">
                        <c:v>44.612965554715522</c:v>
                      </c:pt>
                      <c:pt idx="188">
                        <c:v>47.950571989893298</c:v>
                      </c:pt>
                      <c:pt idx="189">
                        <c:v>55.528555677200039</c:v>
                      </c:pt>
                      <c:pt idx="190">
                        <c:v>55.746801652395561</c:v>
                      </c:pt>
                      <c:pt idx="191">
                        <c:v>47.585590430037783</c:v>
                      </c:pt>
                      <c:pt idx="192">
                        <c:v>34.448630816311123</c:v>
                      </c:pt>
                      <c:pt idx="193">
                        <c:v>22.128638936115568</c:v>
                      </c:pt>
                      <c:pt idx="194">
                        <c:v>13.644569420362217</c:v>
                      </c:pt>
                      <c:pt idx="195">
                        <c:v>8.8940872114644467</c:v>
                      </c:pt>
                      <c:pt idx="196">
                        <c:v>6.7133763236755577</c:v>
                      </c:pt>
                      <c:pt idx="197">
                        <c:v>7.1392666896955532</c:v>
                      </c:pt>
                      <c:pt idx="198">
                        <c:v>14.194872278642212</c:v>
                      </c:pt>
                      <c:pt idx="199">
                        <c:v>21.371571359613316</c:v>
                      </c:pt>
                      <c:pt idx="200">
                        <c:v>28.748089207933333</c:v>
                      </c:pt>
                      <c:pt idx="201">
                        <c:v>32.883840653779998</c:v>
                      </c:pt>
                      <c:pt idx="202">
                        <c:v>35.448392409553421</c:v>
                      </c:pt>
                      <c:pt idx="203">
                        <c:v>39.309915961586618</c:v>
                      </c:pt>
                      <c:pt idx="204">
                        <c:v>40.814609344524456</c:v>
                      </c:pt>
                      <c:pt idx="205">
                        <c:v>43.101826647742207</c:v>
                      </c:pt>
                      <c:pt idx="206">
                        <c:v>50.285398973966636</c:v>
                      </c:pt>
                      <c:pt idx="207">
                        <c:v>48.210682881228877</c:v>
                      </c:pt>
                      <c:pt idx="208">
                        <c:v>41.453190565160007</c:v>
                      </c:pt>
                      <c:pt idx="209">
                        <c:v>40.954706605991177</c:v>
                      </c:pt>
                      <c:pt idx="210">
                        <c:v>39.394435074342219</c:v>
                      </c:pt>
                      <c:pt idx="211">
                        <c:v>45.103368320071162</c:v>
                      </c:pt>
                      <c:pt idx="212">
                        <c:v>49.014681752042257</c:v>
                      </c:pt>
                      <c:pt idx="213">
                        <c:v>56.552130089220014</c:v>
                      </c:pt>
                      <c:pt idx="214">
                        <c:v>57.083615364975543</c:v>
                      </c:pt>
                      <c:pt idx="215">
                        <c:v>48.87268843268668</c:v>
                      </c:pt>
                      <c:pt idx="216">
                        <c:v>35.212963896786619</c:v>
                      </c:pt>
                      <c:pt idx="217">
                        <c:v>21.99681591031332</c:v>
                      </c:pt>
                      <c:pt idx="218">
                        <c:v>13.329742396339993</c:v>
                      </c:pt>
                      <c:pt idx="219">
                        <c:v>8.3048102344733454</c:v>
                      </c:pt>
                      <c:pt idx="220">
                        <c:v>6.2333185733111147</c:v>
                      </c:pt>
                      <c:pt idx="221">
                        <c:v>6.9734638912733367</c:v>
                      </c:pt>
                      <c:pt idx="222">
                        <c:v>14.429596700017775</c:v>
                      </c:pt>
                      <c:pt idx="223">
                        <c:v>21.718301354286663</c:v>
                      </c:pt>
                      <c:pt idx="224">
                        <c:v>28.380078933877783</c:v>
                      </c:pt>
                      <c:pt idx="225">
                        <c:v>31.470317942122179</c:v>
                      </c:pt>
                      <c:pt idx="226">
                        <c:v>33.175678232388925</c:v>
                      </c:pt>
                      <c:pt idx="227">
                        <c:v>36.28688645137548</c:v>
                      </c:pt>
                      <c:pt idx="228">
                        <c:v>39.014259422226687</c:v>
                      </c:pt>
                      <c:pt idx="229">
                        <c:v>44.157292517555618</c:v>
                      </c:pt>
                      <c:pt idx="230">
                        <c:v>47.167979987088913</c:v>
                      </c:pt>
                      <c:pt idx="231">
                        <c:v>45.255129135204442</c:v>
                      </c:pt>
                      <c:pt idx="232">
                        <c:v>39.444426301095596</c:v>
                      </c:pt>
                      <c:pt idx="233">
                        <c:v>39.020958067322191</c:v>
                      </c:pt>
                      <c:pt idx="234">
                        <c:v>38.26382348289998</c:v>
                      </c:pt>
                      <c:pt idx="235">
                        <c:v>43.396024608064479</c:v>
                      </c:pt>
                      <c:pt idx="236">
                        <c:v>47.58482333418447</c:v>
                      </c:pt>
                      <c:pt idx="237">
                        <c:v>55.29881972855118</c:v>
                      </c:pt>
                      <c:pt idx="238">
                        <c:v>54.365084185928886</c:v>
                      </c:pt>
                      <c:pt idx="239">
                        <c:v>44.148790649357778</c:v>
                      </c:pt>
                      <c:pt idx="240">
                        <c:v>29.302380285302249</c:v>
                      </c:pt>
                      <c:pt idx="241">
                        <c:v>17.472232242357773</c:v>
                      </c:pt>
                      <c:pt idx="242">
                        <c:v>10.367617025804437</c:v>
                      </c:pt>
                      <c:pt idx="243">
                        <c:v>6.9030456005577836</c:v>
                      </c:pt>
                      <c:pt idx="244">
                        <c:v>5.542268498944444</c:v>
                      </c:pt>
                      <c:pt idx="245">
                        <c:v>6.7390791931755576</c:v>
                      </c:pt>
                      <c:pt idx="246">
                        <c:v>15.264123551437777</c:v>
                      </c:pt>
                      <c:pt idx="247">
                        <c:v>22.952199519935569</c:v>
                      </c:pt>
                      <c:pt idx="248">
                        <c:v>27.101009557842222</c:v>
                      </c:pt>
                      <c:pt idx="249">
                        <c:v>27.402199326968926</c:v>
                      </c:pt>
                      <c:pt idx="250">
                        <c:v>29.27443279780444</c:v>
                      </c:pt>
                      <c:pt idx="251">
                        <c:v>32.972687392515553</c:v>
                      </c:pt>
                      <c:pt idx="252">
                        <c:v>36.83376275173562</c:v>
                      </c:pt>
                      <c:pt idx="253">
                        <c:v>40.329595706864524</c:v>
                      </c:pt>
                      <c:pt idx="254">
                        <c:v>42.488640065904434</c:v>
                      </c:pt>
                      <c:pt idx="255">
                        <c:v>41.944808766582298</c:v>
                      </c:pt>
                      <c:pt idx="256">
                        <c:v>39.03233527275782</c:v>
                      </c:pt>
                      <c:pt idx="257">
                        <c:v>40.226024998408896</c:v>
                      </c:pt>
                      <c:pt idx="258">
                        <c:v>39.211820728531116</c:v>
                      </c:pt>
                      <c:pt idx="259">
                        <c:v>44.173710760779954</c:v>
                      </c:pt>
                      <c:pt idx="260">
                        <c:v>48.283837023277755</c:v>
                      </c:pt>
                      <c:pt idx="261">
                        <c:v>55.600883276453366</c:v>
                      </c:pt>
                      <c:pt idx="262">
                        <c:v>53.968657515377785</c:v>
                      </c:pt>
                      <c:pt idx="263">
                        <c:v>42.773817717048878</c:v>
                      </c:pt>
                      <c:pt idx="264">
                        <c:v>27.901731137935563</c:v>
                      </c:pt>
                      <c:pt idx="265">
                        <c:v>16.543362352846664</c:v>
                      </c:pt>
                      <c:pt idx="266">
                        <c:v>9.850851046375551</c:v>
                      </c:pt>
                      <c:pt idx="267">
                        <c:v>6.7621847516955524</c:v>
                      </c:pt>
                      <c:pt idx="268">
                        <c:v>5.6311427694177736</c:v>
                      </c:pt>
                      <c:pt idx="269">
                        <c:v>7.0129393830800089</c:v>
                      </c:pt>
                      <c:pt idx="270">
                        <c:v>15.940248591991105</c:v>
                      </c:pt>
                      <c:pt idx="271">
                        <c:v>24.305187639297781</c:v>
                      </c:pt>
                      <c:pt idx="272">
                        <c:v>27.892451406857788</c:v>
                      </c:pt>
                      <c:pt idx="273">
                        <c:v>28.062090344604421</c:v>
                      </c:pt>
                      <c:pt idx="274">
                        <c:v>29.874087331364439</c:v>
                      </c:pt>
                      <c:pt idx="275">
                        <c:v>33.671909874522193</c:v>
                      </c:pt>
                      <c:pt idx="276">
                        <c:v>37.402992821997714</c:v>
                      </c:pt>
                      <c:pt idx="277">
                        <c:v>41.168678525906657</c:v>
                      </c:pt>
                      <c:pt idx="278">
                        <c:v>42.662239747819996</c:v>
                      </c:pt>
                      <c:pt idx="279">
                        <c:v>41.980433812295537</c:v>
                      </c:pt>
                      <c:pt idx="280">
                        <c:v>38.947663662515595</c:v>
                      </c:pt>
                      <c:pt idx="281">
                        <c:v>39.822805726115497</c:v>
                      </c:pt>
                      <c:pt idx="282">
                        <c:v>38.59689883592889</c:v>
                      </c:pt>
                      <c:pt idx="283">
                        <c:v>44.130557236662135</c:v>
                      </c:pt>
                      <c:pt idx="284">
                        <c:v>48.755624922506684</c:v>
                      </c:pt>
                      <c:pt idx="285">
                        <c:v>56.317950412031166</c:v>
                      </c:pt>
                      <c:pt idx="286">
                        <c:v>54.685848020428978</c:v>
                      </c:pt>
                      <c:pt idx="287">
                        <c:v>43.13721175565562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A-F1FB-4D39-A8F8-9D267B9F4903}"/>
                  </c:ext>
                </c:extLst>
              </c15:ser>
            </c15:filteredLineSeries>
            <c15:filteredLineSeries>
              <c15:ser>
                <c:idx val="38"/>
                <c:order val="3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12-10-2026'!$AN$1</c15:sqref>
                        </c15:formulaRef>
                      </c:ext>
                    </c:extLst>
                    <c:strCache>
                      <c:ptCount val="1"/>
                      <c:pt idx="0">
                        <c:v>Total  GI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12-10-2026'!$AN$2:$AN$289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77.526254174617776</c:v>
                      </c:pt>
                      <c:pt idx="1">
                        <c:v>48.283615055842233</c:v>
                      </c:pt>
                      <c:pt idx="2">
                        <c:v>29.472584414499991</c:v>
                      </c:pt>
                      <c:pt idx="3">
                        <c:v>19.87949392852444</c:v>
                      </c:pt>
                      <c:pt idx="4">
                        <c:v>16.83571030624001</c:v>
                      </c:pt>
                      <c:pt idx="5">
                        <c:v>23.625006669902238</c:v>
                      </c:pt>
                      <c:pt idx="6">
                        <c:v>46.068519563753334</c:v>
                      </c:pt>
                      <c:pt idx="7">
                        <c:v>65.055952272173329</c:v>
                      </c:pt>
                      <c:pt idx="8">
                        <c:v>72.423478512351096</c:v>
                      </c:pt>
                      <c:pt idx="9">
                        <c:v>72.237612428619997</c:v>
                      </c:pt>
                      <c:pt idx="10">
                        <c:v>75.009477480266654</c:v>
                      </c:pt>
                      <c:pt idx="11">
                        <c:v>82.537778710337747</c:v>
                      </c:pt>
                      <c:pt idx="12">
                        <c:v>93.126772149066639</c:v>
                      </c:pt>
                      <c:pt idx="13">
                        <c:v>104.14414497024001</c:v>
                      </c:pt>
                      <c:pt idx="14">
                        <c:v>108.41866912017335</c:v>
                      </c:pt>
                      <c:pt idx="15">
                        <c:v>105.44471405961562</c:v>
                      </c:pt>
                      <c:pt idx="16">
                        <c:v>92.874658947051145</c:v>
                      </c:pt>
                      <c:pt idx="17">
                        <c:v>89.99556200497338</c:v>
                      </c:pt>
                      <c:pt idx="18">
                        <c:v>90.571506877575544</c:v>
                      </c:pt>
                      <c:pt idx="19">
                        <c:v>102.20629200174442</c:v>
                      </c:pt>
                      <c:pt idx="20">
                        <c:v>111.56073856684671</c:v>
                      </c:pt>
                      <c:pt idx="21">
                        <c:v>126.85308746341778</c:v>
                      </c:pt>
                      <c:pt idx="22">
                        <c:v>130.98283632533332</c:v>
                      </c:pt>
                      <c:pt idx="23">
                        <c:v>115.01075480298883</c:v>
                      </c:pt>
                      <c:pt idx="24">
                        <c:v>85.470902883682186</c:v>
                      </c:pt>
                      <c:pt idx="25">
                        <c:v>55.462869177179989</c:v>
                      </c:pt>
                      <c:pt idx="26">
                        <c:v>33.6967387290711</c:v>
                      </c:pt>
                      <c:pt idx="27">
                        <c:v>22.61383649310222</c:v>
                      </c:pt>
                      <c:pt idx="28">
                        <c:v>17.638863529017776</c:v>
                      </c:pt>
                      <c:pt idx="29">
                        <c:v>22.500686399286678</c:v>
                      </c:pt>
                      <c:pt idx="30">
                        <c:v>40.349062701711119</c:v>
                      </c:pt>
                      <c:pt idx="31">
                        <c:v>58.490551591124451</c:v>
                      </c:pt>
                      <c:pt idx="32">
                        <c:v>74.926063153955553</c:v>
                      </c:pt>
                      <c:pt idx="33">
                        <c:v>81.799568457562202</c:v>
                      </c:pt>
                      <c:pt idx="34">
                        <c:v>86.72873253290669</c:v>
                      </c:pt>
                      <c:pt idx="35">
                        <c:v>96.863633431275531</c:v>
                      </c:pt>
                      <c:pt idx="36">
                        <c:v>101.35256237250891</c:v>
                      </c:pt>
                      <c:pt idx="37">
                        <c:v>108.00583473395335</c:v>
                      </c:pt>
                      <c:pt idx="38">
                        <c:v>121.88427444721562</c:v>
                      </c:pt>
                      <c:pt idx="39">
                        <c:v>115.61400004959336</c:v>
                      </c:pt>
                      <c:pt idx="40">
                        <c:v>98.141594230959925</c:v>
                      </c:pt>
                      <c:pt idx="41">
                        <c:v>93.308942379395489</c:v>
                      </c:pt>
                      <c:pt idx="42">
                        <c:v>92.750566183788891</c:v>
                      </c:pt>
                      <c:pt idx="43">
                        <c:v>104.75612323395995</c:v>
                      </c:pt>
                      <c:pt idx="44">
                        <c:v>114.05600442723772</c:v>
                      </c:pt>
                      <c:pt idx="45">
                        <c:v>130.28507297603778</c:v>
                      </c:pt>
                      <c:pt idx="46">
                        <c:v>133.72300462508895</c:v>
                      </c:pt>
                      <c:pt idx="47">
                        <c:v>118.63785012504664</c:v>
                      </c:pt>
                      <c:pt idx="48">
                        <c:v>88.532312673871047</c:v>
                      </c:pt>
                      <c:pt idx="49">
                        <c:v>57.704634276904443</c:v>
                      </c:pt>
                      <c:pt idx="50">
                        <c:v>34.866290769557779</c:v>
                      </c:pt>
                      <c:pt idx="51">
                        <c:v>22.775185770588905</c:v>
                      </c:pt>
                      <c:pt idx="52">
                        <c:v>18.082093236646667</c:v>
                      </c:pt>
                      <c:pt idx="53">
                        <c:v>23.469027759211123</c:v>
                      </c:pt>
                      <c:pt idx="54">
                        <c:v>42.590122600599997</c:v>
                      </c:pt>
                      <c:pt idx="55">
                        <c:v>61.019295618148881</c:v>
                      </c:pt>
                      <c:pt idx="56">
                        <c:v>74.907699658500007</c:v>
                      </c:pt>
                      <c:pt idx="57">
                        <c:v>79.20579629073552</c:v>
                      </c:pt>
                      <c:pt idx="58">
                        <c:v>81.487780061913355</c:v>
                      </c:pt>
                      <c:pt idx="59">
                        <c:v>88.315014767066614</c:v>
                      </c:pt>
                      <c:pt idx="60">
                        <c:v>96.152600769919943</c:v>
                      </c:pt>
                      <c:pt idx="61">
                        <c:v>108.45769332933554</c:v>
                      </c:pt>
                      <c:pt idx="62">
                        <c:v>114.19921881527107</c:v>
                      </c:pt>
                      <c:pt idx="63">
                        <c:v>108.96983936399107</c:v>
                      </c:pt>
                      <c:pt idx="64">
                        <c:v>94.280467053162255</c:v>
                      </c:pt>
                      <c:pt idx="65">
                        <c:v>90.295892379555568</c:v>
                      </c:pt>
                      <c:pt idx="66">
                        <c:v>90.356525464844509</c:v>
                      </c:pt>
                      <c:pt idx="67">
                        <c:v>101.0528676527377</c:v>
                      </c:pt>
                      <c:pt idx="68">
                        <c:v>110.55399450046892</c:v>
                      </c:pt>
                      <c:pt idx="69">
                        <c:v>126.47457296615119</c:v>
                      </c:pt>
                      <c:pt idx="70">
                        <c:v>128.51017657941105</c:v>
                      </c:pt>
                      <c:pt idx="71">
                        <c:v>108.97355143439117</c:v>
                      </c:pt>
                      <c:pt idx="72">
                        <c:v>76.251401180328841</c:v>
                      </c:pt>
                      <c:pt idx="73">
                        <c:v>47.01923194524889</c:v>
                      </c:pt>
                      <c:pt idx="74">
                        <c:v>28.586890668673338</c:v>
                      </c:pt>
                      <c:pt idx="75">
                        <c:v>19.327091683782214</c:v>
                      </c:pt>
                      <c:pt idx="76">
                        <c:v>16.57933271640222</c:v>
                      </c:pt>
                      <c:pt idx="77">
                        <c:v>22.799683372031119</c:v>
                      </c:pt>
                      <c:pt idx="78">
                        <c:v>44.721110447231112</c:v>
                      </c:pt>
                      <c:pt idx="79">
                        <c:v>61.598191245508886</c:v>
                      </c:pt>
                      <c:pt idx="80">
                        <c:v>69.296591277668881</c:v>
                      </c:pt>
                      <c:pt idx="81">
                        <c:v>69.252405842522222</c:v>
                      </c:pt>
                      <c:pt idx="82">
                        <c:v>71.452072540042224</c:v>
                      </c:pt>
                      <c:pt idx="83">
                        <c:v>79.182464127117754</c:v>
                      </c:pt>
                      <c:pt idx="84">
                        <c:v>88.820266277451182</c:v>
                      </c:pt>
                      <c:pt idx="85">
                        <c:v>97.740763715602171</c:v>
                      </c:pt>
                      <c:pt idx="86">
                        <c:v>101.85009453894668</c:v>
                      </c:pt>
                      <c:pt idx="87">
                        <c:v>98.553207633706592</c:v>
                      </c:pt>
                      <c:pt idx="88">
                        <c:v>89.442559533517738</c:v>
                      </c:pt>
                      <c:pt idx="89">
                        <c:v>87.7526041179689</c:v>
                      </c:pt>
                      <c:pt idx="90">
                        <c:v>87.641859085957776</c:v>
                      </c:pt>
                      <c:pt idx="91">
                        <c:v>99.635956596766675</c:v>
                      </c:pt>
                      <c:pt idx="92">
                        <c:v>109.57225520890441</c:v>
                      </c:pt>
                      <c:pt idx="93">
                        <c:v>125.6289548631556</c:v>
                      </c:pt>
                      <c:pt idx="94">
                        <c:v>126.31842842619999</c:v>
                      </c:pt>
                      <c:pt idx="95">
                        <c:v>104.91191745534667</c:v>
                      </c:pt>
                      <c:pt idx="96">
                        <c:v>71.793013510053328</c:v>
                      </c:pt>
                      <c:pt idx="97">
                        <c:v>43.964616164346666</c:v>
                      </c:pt>
                      <c:pt idx="98">
                        <c:v>26.753750721022211</c:v>
                      </c:pt>
                      <c:pt idx="99">
                        <c:v>18.329604294195555</c:v>
                      </c:pt>
                      <c:pt idx="100">
                        <c:v>15.851967220866662</c:v>
                      </c:pt>
                      <c:pt idx="101">
                        <c:v>22.347047880591109</c:v>
                      </c:pt>
                      <c:pt idx="102">
                        <c:v>44.868417699324446</c:v>
                      </c:pt>
                      <c:pt idx="103">
                        <c:v>62.803244476286665</c:v>
                      </c:pt>
                      <c:pt idx="104">
                        <c:v>69.979534690793329</c:v>
                      </c:pt>
                      <c:pt idx="105">
                        <c:v>69.494905707286676</c:v>
                      </c:pt>
                      <c:pt idx="106">
                        <c:v>71.837511373575552</c:v>
                      </c:pt>
                      <c:pt idx="107">
                        <c:v>80.140932096273318</c:v>
                      </c:pt>
                      <c:pt idx="108">
                        <c:v>89.578603348788903</c:v>
                      </c:pt>
                      <c:pt idx="109">
                        <c:v>99.153962832695527</c:v>
                      </c:pt>
                      <c:pt idx="110">
                        <c:v>102.11334179407112</c:v>
                      </c:pt>
                      <c:pt idx="111">
                        <c:v>98.663031536724461</c:v>
                      </c:pt>
                      <c:pt idx="112">
                        <c:v>89.3660920885889</c:v>
                      </c:pt>
                      <c:pt idx="113">
                        <c:v>87.167890635691208</c:v>
                      </c:pt>
                      <c:pt idx="114">
                        <c:v>87.844618731611149</c:v>
                      </c:pt>
                      <c:pt idx="115">
                        <c:v>99.591205747144386</c:v>
                      </c:pt>
                      <c:pt idx="116">
                        <c:v>109.55364790985341</c:v>
                      </c:pt>
                      <c:pt idx="117">
                        <c:v>126.15078779658224</c:v>
                      </c:pt>
                      <c:pt idx="118">
                        <c:v>126.85644726416663</c:v>
                      </c:pt>
                      <c:pt idx="119">
                        <c:v>105.85509023938889</c:v>
                      </c:pt>
                      <c:pt idx="120">
                        <c:v>72.356893353244502</c:v>
                      </c:pt>
                      <c:pt idx="121">
                        <c:v>44.194529492871112</c:v>
                      </c:pt>
                      <c:pt idx="122">
                        <c:v>26.79757078848667</c:v>
                      </c:pt>
                      <c:pt idx="123">
                        <c:v>18.378711618193336</c:v>
                      </c:pt>
                      <c:pt idx="124">
                        <c:v>15.837658902339994</c:v>
                      </c:pt>
                      <c:pt idx="125">
                        <c:v>22.119762738782217</c:v>
                      </c:pt>
                      <c:pt idx="126">
                        <c:v>45.270596643082229</c:v>
                      </c:pt>
                      <c:pt idx="127">
                        <c:v>63.421414271931127</c:v>
                      </c:pt>
                      <c:pt idx="128">
                        <c:v>70.428023646115562</c:v>
                      </c:pt>
                      <c:pt idx="129">
                        <c:v>70.161104787971126</c:v>
                      </c:pt>
                      <c:pt idx="130">
                        <c:v>73.21315814931333</c:v>
                      </c:pt>
                      <c:pt idx="131">
                        <c:v>80.261755961806699</c:v>
                      </c:pt>
                      <c:pt idx="132">
                        <c:v>91.756297015011071</c:v>
                      </c:pt>
                      <c:pt idx="133">
                        <c:v>106.57348350700443</c:v>
                      </c:pt>
                      <c:pt idx="134">
                        <c:v>110.23782904488891</c:v>
                      </c:pt>
                      <c:pt idx="135">
                        <c:v>104.6771410864266</c:v>
                      </c:pt>
                      <c:pt idx="136">
                        <c:v>90.867914967031027</c:v>
                      </c:pt>
                      <c:pt idx="137">
                        <c:v>88.216521511746663</c:v>
                      </c:pt>
                      <c:pt idx="138">
                        <c:v>91.928503055826695</c:v>
                      </c:pt>
                      <c:pt idx="139">
                        <c:v>103.88121413701343</c:v>
                      </c:pt>
                      <c:pt idx="140">
                        <c:v>111.3856646820845</c:v>
                      </c:pt>
                      <c:pt idx="141">
                        <c:v>127.37190167678665</c:v>
                      </c:pt>
                      <c:pt idx="142">
                        <c:v>127.79389684010225</c:v>
                      </c:pt>
                      <c:pt idx="143">
                        <c:v>106.05367677015329</c:v>
                      </c:pt>
                      <c:pt idx="144">
                        <c:v>73.473782868533306</c:v>
                      </c:pt>
                      <c:pt idx="145">
                        <c:v>45.31991654928445</c:v>
                      </c:pt>
                      <c:pt idx="146">
                        <c:v>28.251272667555554</c:v>
                      </c:pt>
                      <c:pt idx="147">
                        <c:v>19.167945592208881</c:v>
                      </c:pt>
                      <c:pt idx="148">
                        <c:v>16.404779998231113</c:v>
                      </c:pt>
                      <c:pt idx="149">
                        <c:v>22.886023397893336</c:v>
                      </c:pt>
                      <c:pt idx="150">
                        <c:v>46.585746669353341</c:v>
                      </c:pt>
                      <c:pt idx="151">
                        <c:v>64.609443525828866</c:v>
                      </c:pt>
                      <c:pt idx="152">
                        <c:v>71.995687356826679</c:v>
                      </c:pt>
                      <c:pt idx="153">
                        <c:v>70.934187256477784</c:v>
                      </c:pt>
                      <c:pt idx="154">
                        <c:v>72.785710878951093</c:v>
                      </c:pt>
                      <c:pt idx="155">
                        <c:v>80.220674435540047</c:v>
                      </c:pt>
                      <c:pt idx="156">
                        <c:v>89.411370450015511</c:v>
                      </c:pt>
                      <c:pt idx="157">
                        <c:v>98.936300295137713</c:v>
                      </c:pt>
                      <c:pt idx="158">
                        <c:v>102.60178962148001</c:v>
                      </c:pt>
                      <c:pt idx="159">
                        <c:v>99.305730155742197</c:v>
                      </c:pt>
                      <c:pt idx="160">
                        <c:v>91.183832309637822</c:v>
                      </c:pt>
                      <c:pt idx="161">
                        <c:v>89.65977776086001</c:v>
                      </c:pt>
                      <c:pt idx="162">
                        <c:v>90.372865374495532</c:v>
                      </c:pt>
                      <c:pt idx="163">
                        <c:v>102.29612078429996</c:v>
                      </c:pt>
                      <c:pt idx="164">
                        <c:v>111.94203769742441</c:v>
                      </c:pt>
                      <c:pt idx="165">
                        <c:v>127.16595676174893</c:v>
                      </c:pt>
                      <c:pt idx="166">
                        <c:v>127.38329237603777</c:v>
                      </c:pt>
                      <c:pt idx="167">
                        <c:v>104.81123537308</c:v>
                      </c:pt>
                      <c:pt idx="168">
                        <c:v>71.715676628268852</c:v>
                      </c:pt>
                      <c:pt idx="169">
                        <c:v>43.901337795742229</c:v>
                      </c:pt>
                      <c:pt idx="170">
                        <c:v>27.274501662220011</c:v>
                      </c:pt>
                      <c:pt idx="171">
                        <c:v>18.78596842409555</c:v>
                      </c:pt>
                      <c:pt idx="172">
                        <c:v>16.442143465948881</c:v>
                      </c:pt>
                      <c:pt idx="173">
                        <c:v>23.246703474113332</c:v>
                      </c:pt>
                      <c:pt idx="174">
                        <c:v>47.666167285397769</c:v>
                      </c:pt>
                      <c:pt idx="175">
                        <c:v>67.935407042840012</c:v>
                      </c:pt>
                      <c:pt idx="176">
                        <c:v>77.040983962833337</c:v>
                      </c:pt>
                      <c:pt idx="177">
                        <c:v>76.022768005215568</c:v>
                      </c:pt>
                      <c:pt idx="178">
                        <c:v>75.515017205842213</c:v>
                      </c:pt>
                      <c:pt idx="179">
                        <c:v>81.989253067495554</c:v>
                      </c:pt>
                      <c:pt idx="180">
                        <c:v>92.480664541457827</c:v>
                      </c:pt>
                      <c:pt idx="181">
                        <c:v>103.07380610477777</c:v>
                      </c:pt>
                      <c:pt idx="182">
                        <c:v>106.54759582769779</c:v>
                      </c:pt>
                      <c:pt idx="183">
                        <c:v>102.95401304770439</c:v>
                      </c:pt>
                      <c:pt idx="184">
                        <c:v>92.039534324724443</c:v>
                      </c:pt>
                      <c:pt idx="185">
                        <c:v>89.967809591266672</c:v>
                      </c:pt>
                      <c:pt idx="186">
                        <c:v>91.962994793511172</c:v>
                      </c:pt>
                      <c:pt idx="187">
                        <c:v>104.99625579915997</c:v>
                      </c:pt>
                      <c:pt idx="188">
                        <c:v>113.80428685433773</c:v>
                      </c:pt>
                      <c:pt idx="189">
                        <c:v>128.46702557720005</c:v>
                      </c:pt>
                      <c:pt idx="190">
                        <c:v>130.21436419461779</c:v>
                      </c:pt>
                      <c:pt idx="191">
                        <c:v>112.23985635448223</c:v>
                      </c:pt>
                      <c:pt idx="192">
                        <c:v>82.13659060297779</c:v>
                      </c:pt>
                      <c:pt idx="193">
                        <c:v>53.019158467226674</c:v>
                      </c:pt>
                      <c:pt idx="194">
                        <c:v>32.912677618139995</c:v>
                      </c:pt>
                      <c:pt idx="195">
                        <c:v>22.835566898131113</c:v>
                      </c:pt>
                      <c:pt idx="196">
                        <c:v>18.391456085897779</c:v>
                      </c:pt>
                      <c:pt idx="197">
                        <c:v>22.450835009695552</c:v>
                      </c:pt>
                      <c:pt idx="198">
                        <c:v>41.645585189753319</c:v>
                      </c:pt>
                      <c:pt idx="199">
                        <c:v>60.81573921961332</c:v>
                      </c:pt>
                      <c:pt idx="200">
                        <c:v>77.513353919044448</c:v>
                      </c:pt>
                      <c:pt idx="201">
                        <c:v>83.408358396002228</c:v>
                      </c:pt>
                      <c:pt idx="202">
                        <c:v>86.890010056220092</c:v>
                      </c:pt>
                      <c:pt idx="203">
                        <c:v>95.045134110475516</c:v>
                      </c:pt>
                      <c:pt idx="204">
                        <c:v>99.558110966746682</c:v>
                      </c:pt>
                      <c:pt idx="205">
                        <c:v>106.58708102996442</c:v>
                      </c:pt>
                      <c:pt idx="206">
                        <c:v>119.97823351174442</c:v>
                      </c:pt>
                      <c:pt idx="207">
                        <c:v>113.39400027900665</c:v>
                      </c:pt>
                      <c:pt idx="208">
                        <c:v>98.18771163849334</c:v>
                      </c:pt>
                      <c:pt idx="209">
                        <c:v>94.651588228213399</c:v>
                      </c:pt>
                      <c:pt idx="210">
                        <c:v>94.620458272120004</c:v>
                      </c:pt>
                      <c:pt idx="211">
                        <c:v>107.15366253118228</c:v>
                      </c:pt>
                      <c:pt idx="212">
                        <c:v>116.86071684093113</c:v>
                      </c:pt>
                      <c:pt idx="213">
                        <c:v>131.48667180033112</c:v>
                      </c:pt>
                      <c:pt idx="214">
                        <c:v>133.12689217608664</c:v>
                      </c:pt>
                      <c:pt idx="215">
                        <c:v>114.62008922602001</c:v>
                      </c:pt>
                      <c:pt idx="216">
                        <c:v>83.359853723453284</c:v>
                      </c:pt>
                      <c:pt idx="217">
                        <c:v>52.667847834757765</c:v>
                      </c:pt>
                      <c:pt idx="218">
                        <c:v>32.571447727451108</c:v>
                      </c:pt>
                      <c:pt idx="219">
                        <c:v>21.567401265584458</c:v>
                      </c:pt>
                      <c:pt idx="220">
                        <c:v>17.565908484422224</c:v>
                      </c:pt>
                      <c:pt idx="221">
                        <c:v>22.286234651273336</c:v>
                      </c:pt>
                      <c:pt idx="222">
                        <c:v>42.905857913351113</c:v>
                      </c:pt>
                      <c:pt idx="223">
                        <c:v>61.80675555650889</c:v>
                      </c:pt>
                      <c:pt idx="224">
                        <c:v>75.439435687211116</c:v>
                      </c:pt>
                      <c:pt idx="225">
                        <c:v>78.766399482122182</c:v>
                      </c:pt>
                      <c:pt idx="226">
                        <c:v>80.037164956833365</c:v>
                      </c:pt>
                      <c:pt idx="227">
                        <c:v>86.041391411375486</c:v>
                      </c:pt>
                      <c:pt idx="228">
                        <c:v>93.019005700004456</c:v>
                      </c:pt>
                      <c:pt idx="229">
                        <c:v>105.93600089533339</c:v>
                      </c:pt>
                      <c:pt idx="230">
                        <c:v>111.60448357153335</c:v>
                      </c:pt>
                      <c:pt idx="231">
                        <c:v>106.14468988853778</c:v>
                      </c:pt>
                      <c:pt idx="232">
                        <c:v>92.578225892206717</c:v>
                      </c:pt>
                      <c:pt idx="233">
                        <c:v>89.646193271766634</c:v>
                      </c:pt>
                      <c:pt idx="234">
                        <c:v>91.163399754011095</c:v>
                      </c:pt>
                      <c:pt idx="235">
                        <c:v>103.17724927917558</c:v>
                      </c:pt>
                      <c:pt idx="236">
                        <c:v>113.8969455675178</c:v>
                      </c:pt>
                      <c:pt idx="237">
                        <c:v>128.93145731521784</c:v>
                      </c:pt>
                      <c:pt idx="238">
                        <c:v>127.63215514148445</c:v>
                      </c:pt>
                      <c:pt idx="239">
                        <c:v>104.53967140935778</c:v>
                      </c:pt>
                      <c:pt idx="240">
                        <c:v>70.797938998635573</c:v>
                      </c:pt>
                      <c:pt idx="241">
                        <c:v>43.059319746802217</c:v>
                      </c:pt>
                      <c:pt idx="242">
                        <c:v>26.654216023582215</c:v>
                      </c:pt>
                      <c:pt idx="243">
                        <c:v>18.679655631668894</c:v>
                      </c:pt>
                      <c:pt idx="244">
                        <c:v>16.221562207833333</c:v>
                      </c:pt>
                      <c:pt idx="245">
                        <c:v>21.735034035397781</c:v>
                      </c:pt>
                      <c:pt idx="246">
                        <c:v>44.575041453659999</c:v>
                      </c:pt>
                      <c:pt idx="247">
                        <c:v>62.259173024380019</c:v>
                      </c:pt>
                      <c:pt idx="248">
                        <c:v>70.251051277842222</c:v>
                      </c:pt>
                      <c:pt idx="249">
                        <c:v>68.79925274474671</c:v>
                      </c:pt>
                      <c:pt idx="250">
                        <c:v>70.305148295582214</c:v>
                      </c:pt>
                      <c:pt idx="251">
                        <c:v>77.503817950293325</c:v>
                      </c:pt>
                      <c:pt idx="252">
                        <c:v>86.975101253957831</c:v>
                      </c:pt>
                      <c:pt idx="253">
                        <c:v>96.462121897975635</c:v>
                      </c:pt>
                      <c:pt idx="254">
                        <c:v>100.53558492145999</c:v>
                      </c:pt>
                      <c:pt idx="255">
                        <c:v>97.495648128804532</c:v>
                      </c:pt>
                      <c:pt idx="256">
                        <c:v>89.856511803868926</c:v>
                      </c:pt>
                      <c:pt idx="257">
                        <c:v>89.376388673964456</c:v>
                      </c:pt>
                      <c:pt idx="258">
                        <c:v>91.20406421964222</c:v>
                      </c:pt>
                      <c:pt idx="259">
                        <c:v>103.25257317633552</c:v>
                      </c:pt>
                      <c:pt idx="260">
                        <c:v>113.66341900994442</c:v>
                      </c:pt>
                      <c:pt idx="261">
                        <c:v>128.40987301200892</c:v>
                      </c:pt>
                      <c:pt idx="262">
                        <c:v>126.01402680426668</c:v>
                      </c:pt>
                      <c:pt idx="263">
                        <c:v>101.3625441592711</c:v>
                      </c:pt>
                      <c:pt idx="264">
                        <c:v>68.440037189046677</c:v>
                      </c:pt>
                      <c:pt idx="265">
                        <c:v>41.552669832846661</c:v>
                      </c:pt>
                      <c:pt idx="266">
                        <c:v>25.698518753042215</c:v>
                      </c:pt>
                      <c:pt idx="267">
                        <c:v>18.227254642806663</c:v>
                      </c:pt>
                      <c:pt idx="268">
                        <c:v>16.081922407195549</c:v>
                      </c:pt>
                      <c:pt idx="269">
                        <c:v>22.129440720857787</c:v>
                      </c:pt>
                      <c:pt idx="270">
                        <c:v>45.776760423102218</c:v>
                      </c:pt>
                      <c:pt idx="271">
                        <c:v>64.670176685964449</c:v>
                      </c:pt>
                      <c:pt idx="272">
                        <c:v>71.14688278019112</c:v>
                      </c:pt>
                      <c:pt idx="273">
                        <c:v>69.585437626826646</c:v>
                      </c:pt>
                      <c:pt idx="274">
                        <c:v>71.572445642475557</c:v>
                      </c:pt>
                      <c:pt idx="275">
                        <c:v>79.316819112299981</c:v>
                      </c:pt>
                      <c:pt idx="276">
                        <c:v>88.667933864219933</c:v>
                      </c:pt>
                      <c:pt idx="277">
                        <c:v>98.150855579239987</c:v>
                      </c:pt>
                      <c:pt idx="278">
                        <c:v>101.18902529226445</c:v>
                      </c:pt>
                      <c:pt idx="279">
                        <c:v>97.808524187851106</c:v>
                      </c:pt>
                      <c:pt idx="280">
                        <c:v>90.144455473626721</c:v>
                      </c:pt>
                      <c:pt idx="281">
                        <c:v>89.439506348337716</c:v>
                      </c:pt>
                      <c:pt idx="282">
                        <c:v>91.158709815928887</c:v>
                      </c:pt>
                      <c:pt idx="283">
                        <c:v>103.84559318999547</c:v>
                      </c:pt>
                      <c:pt idx="284">
                        <c:v>115.02314142250668</c:v>
                      </c:pt>
                      <c:pt idx="285">
                        <c:v>130.35308377647561</c:v>
                      </c:pt>
                      <c:pt idx="286">
                        <c:v>127.38580389154009</c:v>
                      </c:pt>
                      <c:pt idx="287">
                        <c:v>102.01380977565563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B-F1FB-4D39-A8F8-9D267B9F4903}"/>
                  </c:ext>
                </c:extLst>
              </c15:ser>
            </c15:filteredLineSeries>
            <c15:filteredLineSeries>
              <c15:ser>
                <c:idx val="39"/>
                <c:order val="3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12-10-2026'!$AO$1</c15:sqref>
                        </c15:formulaRef>
                      </c:ext>
                    </c:extLst>
                    <c:strCache>
                      <c:ptCount val="1"/>
                      <c:pt idx="0">
                        <c:v>Huawei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3"/>
                    <c:layout>
                      <c:manualLayout>
                        <c:x val="-6.3951443569553804E-2"/>
                        <c:y val="-3.931722076407116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2C-F1FB-4D39-A8F8-9D267B9F4903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12-10-2026'!$AO$2:$AO$289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462.10695023555553</c:v>
                      </c:pt>
                      <c:pt idx="1">
                        <c:v>290.4071592755555</c:v>
                      </c:pt>
                      <c:pt idx="2">
                        <c:v>173.37262909111109</c:v>
                      </c:pt>
                      <c:pt idx="3">
                        <c:v>112.50186336444445</c:v>
                      </c:pt>
                      <c:pt idx="4">
                        <c:v>89.788963931111098</c:v>
                      </c:pt>
                      <c:pt idx="5">
                        <c:v>118.33849269111111</c:v>
                      </c:pt>
                      <c:pt idx="6">
                        <c:v>224.39182074000001</c:v>
                      </c:pt>
                      <c:pt idx="7">
                        <c:v>322.84853905333335</c:v>
                      </c:pt>
                      <c:pt idx="8">
                        <c:v>385.62383473555553</c:v>
                      </c:pt>
                      <c:pt idx="9">
                        <c:v>415.31726472444444</c:v>
                      </c:pt>
                      <c:pt idx="10">
                        <c:v>454.6973917555556</c:v>
                      </c:pt>
                      <c:pt idx="11">
                        <c:v>507.0460697488889</c:v>
                      </c:pt>
                      <c:pt idx="12">
                        <c:v>547.38859984222222</c:v>
                      </c:pt>
                      <c:pt idx="13">
                        <c:v>616.62452341333335</c:v>
                      </c:pt>
                      <c:pt idx="14">
                        <c:v>628.14295000666675</c:v>
                      </c:pt>
                      <c:pt idx="15">
                        <c:v>600.93082429999993</c:v>
                      </c:pt>
                      <c:pt idx="16">
                        <c:v>545.87185080888889</c:v>
                      </c:pt>
                      <c:pt idx="17">
                        <c:v>557.64523285111113</c:v>
                      </c:pt>
                      <c:pt idx="18">
                        <c:v>555.23368071333334</c:v>
                      </c:pt>
                      <c:pt idx="19">
                        <c:v>646.34686667777771</c:v>
                      </c:pt>
                      <c:pt idx="20">
                        <c:v>718.53458585111105</c:v>
                      </c:pt>
                      <c:pt idx="21">
                        <c:v>802.79027614000006</c:v>
                      </c:pt>
                      <c:pt idx="22">
                        <c:v>794.09028156444447</c:v>
                      </c:pt>
                      <c:pt idx="23">
                        <c:v>685.18500138666661</c:v>
                      </c:pt>
                      <c:pt idx="24">
                        <c:v>510.16433503111114</c:v>
                      </c:pt>
                      <c:pt idx="25">
                        <c:v>335.87652093333338</c:v>
                      </c:pt>
                      <c:pt idx="26">
                        <c:v>205.7902056711111</c:v>
                      </c:pt>
                      <c:pt idx="27">
                        <c:v>130.82244249555555</c:v>
                      </c:pt>
                      <c:pt idx="28">
                        <c:v>96.618475586666662</c:v>
                      </c:pt>
                      <c:pt idx="29">
                        <c:v>114.95069980666666</c:v>
                      </c:pt>
                      <c:pt idx="30">
                        <c:v>199.26314439111107</c:v>
                      </c:pt>
                      <c:pt idx="31">
                        <c:v>289.69733388222221</c:v>
                      </c:pt>
                      <c:pt idx="32">
                        <c:v>384.80792107111114</c:v>
                      </c:pt>
                      <c:pt idx="33">
                        <c:v>452.34013530222222</c:v>
                      </c:pt>
                      <c:pt idx="34">
                        <c:v>509.17302612222227</c:v>
                      </c:pt>
                      <c:pt idx="35">
                        <c:v>570.43640216444442</c:v>
                      </c:pt>
                      <c:pt idx="36">
                        <c:v>579.08228807777778</c:v>
                      </c:pt>
                      <c:pt idx="37">
                        <c:v>620.04582778666668</c:v>
                      </c:pt>
                      <c:pt idx="38">
                        <c:v>715.06821973555554</c:v>
                      </c:pt>
                      <c:pt idx="39">
                        <c:v>663.89637041111109</c:v>
                      </c:pt>
                      <c:pt idx="40">
                        <c:v>579.03265941333336</c:v>
                      </c:pt>
                      <c:pt idx="41">
                        <c:v>579.03526849111108</c:v>
                      </c:pt>
                      <c:pt idx="42">
                        <c:v>570.24859089333324</c:v>
                      </c:pt>
                      <c:pt idx="43">
                        <c:v>662.81951919333324</c:v>
                      </c:pt>
                      <c:pt idx="44">
                        <c:v>741.5708846444445</c:v>
                      </c:pt>
                      <c:pt idx="45">
                        <c:v>833.50201397555554</c:v>
                      </c:pt>
                      <c:pt idx="46">
                        <c:v>818.26552886444449</c:v>
                      </c:pt>
                      <c:pt idx="47">
                        <c:v>706.30110285333319</c:v>
                      </c:pt>
                      <c:pt idx="48">
                        <c:v>526.05880839111114</c:v>
                      </c:pt>
                      <c:pt idx="49">
                        <c:v>344.07002284222227</c:v>
                      </c:pt>
                      <c:pt idx="50">
                        <c:v>206.32301897777779</c:v>
                      </c:pt>
                      <c:pt idx="51">
                        <c:v>129.83946605111112</c:v>
                      </c:pt>
                      <c:pt idx="52">
                        <c:v>96.767144740000006</c:v>
                      </c:pt>
                      <c:pt idx="53">
                        <c:v>117.79849334444444</c:v>
                      </c:pt>
                      <c:pt idx="54">
                        <c:v>209.28538604444444</c:v>
                      </c:pt>
                      <c:pt idx="55">
                        <c:v>303.39577245555557</c:v>
                      </c:pt>
                      <c:pt idx="56">
                        <c:v>389.36219885555556</c:v>
                      </c:pt>
                      <c:pt idx="57">
                        <c:v>440.47208423333331</c:v>
                      </c:pt>
                      <c:pt idx="58">
                        <c:v>479.25623138000003</c:v>
                      </c:pt>
                      <c:pt idx="59">
                        <c:v>528.57755334888896</c:v>
                      </c:pt>
                      <c:pt idx="60">
                        <c:v>557.05581088444444</c:v>
                      </c:pt>
                      <c:pt idx="61">
                        <c:v>637.7840793111111</c:v>
                      </c:pt>
                      <c:pt idx="62">
                        <c:v>660.26833748000001</c:v>
                      </c:pt>
                      <c:pt idx="63">
                        <c:v>623.65648661333319</c:v>
                      </c:pt>
                      <c:pt idx="64">
                        <c:v>557.8858145755554</c:v>
                      </c:pt>
                      <c:pt idx="65">
                        <c:v>565.12943936888894</c:v>
                      </c:pt>
                      <c:pt idx="66">
                        <c:v>555.69189461555561</c:v>
                      </c:pt>
                      <c:pt idx="67">
                        <c:v>642.43166694888885</c:v>
                      </c:pt>
                      <c:pt idx="68">
                        <c:v>721.17852702222217</c:v>
                      </c:pt>
                      <c:pt idx="69">
                        <c:v>805.14203038444452</c:v>
                      </c:pt>
                      <c:pt idx="70">
                        <c:v>781.14909791333332</c:v>
                      </c:pt>
                      <c:pt idx="71">
                        <c:v>649.68263250444443</c:v>
                      </c:pt>
                      <c:pt idx="72">
                        <c:v>456.58055377333329</c:v>
                      </c:pt>
                      <c:pt idx="73">
                        <c:v>281.34616617777777</c:v>
                      </c:pt>
                      <c:pt idx="74">
                        <c:v>168.09316937111112</c:v>
                      </c:pt>
                      <c:pt idx="75">
                        <c:v>109.08697937777777</c:v>
                      </c:pt>
                      <c:pt idx="76">
                        <c:v>87.722508908888898</c:v>
                      </c:pt>
                      <c:pt idx="77">
                        <c:v>113.90249505777777</c:v>
                      </c:pt>
                      <c:pt idx="78">
                        <c:v>216.53770518222225</c:v>
                      </c:pt>
                      <c:pt idx="79">
                        <c:v>306.47314447111108</c:v>
                      </c:pt>
                      <c:pt idx="80">
                        <c:v>371.0875118688889</c:v>
                      </c:pt>
                      <c:pt idx="81">
                        <c:v>402.08585847777778</c:v>
                      </c:pt>
                      <c:pt idx="82">
                        <c:v>437.69501805555552</c:v>
                      </c:pt>
                      <c:pt idx="83">
                        <c:v>489.74033925333333</c:v>
                      </c:pt>
                      <c:pt idx="84">
                        <c:v>523.58761620444443</c:v>
                      </c:pt>
                      <c:pt idx="85">
                        <c:v>586.62874669111113</c:v>
                      </c:pt>
                      <c:pt idx="86">
                        <c:v>596.54219260888897</c:v>
                      </c:pt>
                      <c:pt idx="87">
                        <c:v>566.54853566666668</c:v>
                      </c:pt>
                      <c:pt idx="88">
                        <c:v>535.06396357333335</c:v>
                      </c:pt>
                      <c:pt idx="89">
                        <c:v>553.44216975111112</c:v>
                      </c:pt>
                      <c:pt idx="90">
                        <c:v>548.74097598222227</c:v>
                      </c:pt>
                      <c:pt idx="91">
                        <c:v>637.9889504177778</c:v>
                      </c:pt>
                      <c:pt idx="92">
                        <c:v>721.22300956888887</c:v>
                      </c:pt>
                      <c:pt idx="93">
                        <c:v>802.60147907999999</c:v>
                      </c:pt>
                      <c:pt idx="94">
                        <c:v>769.75256644666672</c:v>
                      </c:pt>
                      <c:pt idx="95">
                        <c:v>625.96469147111111</c:v>
                      </c:pt>
                      <c:pt idx="96">
                        <c:v>429.93701373777776</c:v>
                      </c:pt>
                      <c:pt idx="97">
                        <c:v>262.7349736422222</c:v>
                      </c:pt>
                      <c:pt idx="98">
                        <c:v>157.51524019555555</c:v>
                      </c:pt>
                      <c:pt idx="99">
                        <c:v>104.67983437777778</c:v>
                      </c:pt>
                      <c:pt idx="100">
                        <c:v>85.64545101111112</c:v>
                      </c:pt>
                      <c:pt idx="101">
                        <c:v>112.95929064000001</c:v>
                      </c:pt>
                      <c:pt idx="102">
                        <c:v>220.57019780000002</c:v>
                      </c:pt>
                      <c:pt idx="103">
                        <c:v>314.70994725555556</c:v>
                      </c:pt>
                      <c:pt idx="104">
                        <c:v>374.35736557555555</c:v>
                      </c:pt>
                      <c:pt idx="105">
                        <c:v>403.62360265333331</c:v>
                      </c:pt>
                      <c:pt idx="106">
                        <c:v>438.64066088222222</c:v>
                      </c:pt>
                      <c:pt idx="107">
                        <c:v>494.12246354444443</c:v>
                      </c:pt>
                      <c:pt idx="108">
                        <c:v>527.6478103355555</c:v>
                      </c:pt>
                      <c:pt idx="109">
                        <c:v>591.33899686666666</c:v>
                      </c:pt>
                      <c:pt idx="110">
                        <c:v>595.39291294444445</c:v>
                      </c:pt>
                      <c:pt idx="111">
                        <c:v>566.50797303333331</c:v>
                      </c:pt>
                      <c:pt idx="112">
                        <c:v>533.60232716444443</c:v>
                      </c:pt>
                      <c:pt idx="113">
                        <c:v>547.55580246444447</c:v>
                      </c:pt>
                      <c:pt idx="114">
                        <c:v>545.34189796222222</c:v>
                      </c:pt>
                      <c:pt idx="115">
                        <c:v>636.7378474777779</c:v>
                      </c:pt>
                      <c:pt idx="116">
                        <c:v>722.27997327555545</c:v>
                      </c:pt>
                      <c:pt idx="117">
                        <c:v>809.80734481555555</c:v>
                      </c:pt>
                      <c:pt idx="118">
                        <c:v>775.53377567999996</c:v>
                      </c:pt>
                      <c:pt idx="119">
                        <c:v>633.81932209111108</c:v>
                      </c:pt>
                      <c:pt idx="120">
                        <c:v>436.50996679111108</c:v>
                      </c:pt>
                      <c:pt idx="121">
                        <c:v>266.35736470888895</c:v>
                      </c:pt>
                      <c:pt idx="122">
                        <c:v>158.05782522444446</c:v>
                      </c:pt>
                      <c:pt idx="123">
                        <c:v>104.1656087088889</c:v>
                      </c:pt>
                      <c:pt idx="124">
                        <c:v>84.939488948888879</c:v>
                      </c:pt>
                      <c:pt idx="125">
                        <c:v>112.45670238666668</c:v>
                      </c:pt>
                      <c:pt idx="126">
                        <c:v>221.95507558666665</c:v>
                      </c:pt>
                      <c:pt idx="127">
                        <c:v>317.88468393777777</c:v>
                      </c:pt>
                      <c:pt idx="128">
                        <c:v>377.87623958</c:v>
                      </c:pt>
                      <c:pt idx="129">
                        <c:v>408.77901698222223</c:v>
                      </c:pt>
                      <c:pt idx="130">
                        <c:v>448.06841355777777</c:v>
                      </c:pt>
                      <c:pt idx="131">
                        <c:v>497.09313849333336</c:v>
                      </c:pt>
                      <c:pt idx="132">
                        <c:v>542.69205091777781</c:v>
                      </c:pt>
                      <c:pt idx="133">
                        <c:v>631.64412221777786</c:v>
                      </c:pt>
                      <c:pt idx="134">
                        <c:v>638.36731848444435</c:v>
                      </c:pt>
                      <c:pt idx="135">
                        <c:v>597.69258047111111</c:v>
                      </c:pt>
                      <c:pt idx="136">
                        <c:v>541.4178037866667</c:v>
                      </c:pt>
                      <c:pt idx="137">
                        <c:v>551.73706886444438</c:v>
                      </c:pt>
                      <c:pt idx="138">
                        <c:v>589.72787065111117</c:v>
                      </c:pt>
                      <c:pt idx="139">
                        <c:v>676.5709985777778</c:v>
                      </c:pt>
                      <c:pt idx="140">
                        <c:v>730.79211826222217</c:v>
                      </c:pt>
                      <c:pt idx="141">
                        <c:v>811.89061596444435</c:v>
                      </c:pt>
                      <c:pt idx="142">
                        <c:v>776.93187592888876</c:v>
                      </c:pt>
                      <c:pt idx="143">
                        <c:v>634.97085111555555</c:v>
                      </c:pt>
                      <c:pt idx="144">
                        <c:v>451.06238243111108</c:v>
                      </c:pt>
                      <c:pt idx="145">
                        <c:v>279.72849721777777</c:v>
                      </c:pt>
                      <c:pt idx="146">
                        <c:v>171.09724537333332</c:v>
                      </c:pt>
                      <c:pt idx="147">
                        <c:v>107.86087850222223</c:v>
                      </c:pt>
                      <c:pt idx="148">
                        <c:v>86.367159380000004</c:v>
                      </c:pt>
                      <c:pt idx="149">
                        <c:v>114.85422780666667</c:v>
                      </c:pt>
                      <c:pt idx="150">
                        <c:v>227.95338816222224</c:v>
                      </c:pt>
                      <c:pt idx="151">
                        <c:v>322.71304146222224</c:v>
                      </c:pt>
                      <c:pt idx="152">
                        <c:v>383.70217140444447</c:v>
                      </c:pt>
                      <c:pt idx="153">
                        <c:v>412.36550004444445</c:v>
                      </c:pt>
                      <c:pt idx="154">
                        <c:v>446.35237390444445</c:v>
                      </c:pt>
                      <c:pt idx="155">
                        <c:v>497.07172468666664</c:v>
                      </c:pt>
                      <c:pt idx="156">
                        <c:v>529.93453408222217</c:v>
                      </c:pt>
                      <c:pt idx="157">
                        <c:v>592.90999477333344</c:v>
                      </c:pt>
                      <c:pt idx="158">
                        <c:v>600.43904526222229</c:v>
                      </c:pt>
                      <c:pt idx="159">
                        <c:v>571.16707559333327</c:v>
                      </c:pt>
                      <c:pt idx="160">
                        <c:v>545.2306703733334</c:v>
                      </c:pt>
                      <c:pt idx="161">
                        <c:v>560.71118512666669</c:v>
                      </c:pt>
                      <c:pt idx="162">
                        <c:v>558.55169002666662</c:v>
                      </c:pt>
                      <c:pt idx="163">
                        <c:v>643.89455956444453</c:v>
                      </c:pt>
                      <c:pt idx="164">
                        <c:v>722.82180321999988</c:v>
                      </c:pt>
                      <c:pt idx="165">
                        <c:v>801.60050164000006</c:v>
                      </c:pt>
                      <c:pt idx="166">
                        <c:v>773.39527874666669</c:v>
                      </c:pt>
                      <c:pt idx="167">
                        <c:v>629.05748820444444</c:v>
                      </c:pt>
                      <c:pt idx="168">
                        <c:v>436.38542281777779</c:v>
                      </c:pt>
                      <c:pt idx="169">
                        <c:v>268.50560523111113</c:v>
                      </c:pt>
                      <c:pt idx="170">
                        <c:v>161.96923022444446</c:v>
                      </c:pt>
                      <c:pt idx="171">
                        <c:v>107.26091429555555</c:v>
                      </c:pt>
                      <c:pt idx="172">
                        <c:v>88.089674055555548</c:v>
                      </c:pt>
                      <c:pt idx="173">
                        <c:v>116.98890393555556</c:v>
                      </c:pt>
                      <c:pt idx="174">
                        <c:v>232.84332767333333</c:v>
                      </c:pt>
                      <c:pt idx="175">
                        <c:v>337.20982155999997</c:v>
                      </c:pt>
                      <c:pt idx="176">
                        <c:v>412.93748725111112</c:v>
                      </c:pt>
                      <c:pt idx="177">
                        <c:v>461.49260663333337</c:v>
                      </c:pt>
                      <c:pt idx="178">
                        <c:v>477.44269597111105</c:v>
                      </c:pt>
                      <c:pt idx="179">
                        <c:v>516.05238975111104</c:v>
                      </c:pt>
                      <c:pt idx="180">
                        <c:v>556.92814224222229</c:v>
                      </c:pt>
                      <c:pt idx="181">
                        <c:v>621.93520780444442</c:v>
                      </c:pt>
                      <c:pt idx="182">
                        <c:v>625.69702857777781</c:v>
                      </c:pt>
                      <c:pt idx="183">
                        <c:v>592.15715465555559</c:v>
                      </c:pt>
                      <c:pt idx="184">
                        <c:v>551.15574783555553</c:v>
                      </c:pt>
                      <c:pt idx="185">
                        <c:v>560.90523749555553</c:v>
                      </c:pt>
                      <c:pt idx="186">
                        <c:v>569.07230912444447</c:v>
                      </c:pt>
                      <c:pt idx="187">
                        <c:v>663.67206964888885</c:v>
                      </c:pt>
                      <c:pt idx="188">
                        <c:v>739.96596962000001</c:v>
                      </c:pt>
                      <c:pt idx="189">
                        <c:v>814.28561930000001</c:v>
                      </c:pt>
                      <c:pt idx="190">
                        <c:v>797.35888561333343</c:v>
                      </c:pt>
                      <c:pt idx="191">
                        <c:v>675.91605186888887</c:v>
                      </c:pt>
                      <c:pt idx="192">
                        <c:v>496.45999240444445</c:v>
                      </c:pt>
                      <c:pt idx="193">
                        <c:v>321.02266032</c:v>
                      </c:pt>
                      <c:pt idx="194">
                        <c:v>196.31937638666665</c:v>
                      </c:pt>
                      <c:pt idx="195">
                        <c:v>130.08385310444444</c:v>
                      </c:pt>
                      <c:pt idx="196">
                        <c:v>98.982734711111121</c:v>
                      </c:pt>
                      <c:pt idx="197">
                        <c:v>113.42201803555555</c:v>
                      </c:pt>
                      <c:pt idx="198">
                        <c:v>204.94685891777777</c:v>
                      </c:pt>
                      <c:pt idx="199">
                        <c:v>298.00181789999999</c:v>
                      </c:pt>
                      <c:pt idx="200">
                        <c:v>395.92112997777781</c:v>
                      </c:pt>
                      <c:pt idx="201">
                        <c:v>460.28727485111119</c:v>
                      </c:pt>
                      <c:pt idx="202">
                        <c:v>515.08802140444448</c:v>
                      </c:pt>
                      <c:pt idx="203">
                        <c:v>572.40401386888891</c:v>
                      </c:pt>
                      <c:pt idx="204">
                        <c:v>577.1639135555555</c:v>
                      </c:pt>
                      <c:pt idx="205">
                        <c:v>621.58295412000007</c:v>
                      </c:pt>
                      <c:pt idx="206">
                        <c:v>713.86728273111123</c:v>
                      </c:pt>
                      <c:pt idx="207">
                        <c:v>657.86845108</c:v>
                      </c:pt>
                      <c:pt idx="208">
                        <c:v>594.48433982666666</c:v>
                      </c:pt>
                      <c:pt idx="209">
                        <c:v>597.18778012222219</c:v>
                      </c:pt>
                      <c:pt idx="210">
                        <c:v>591.67281625777775</c:v>
                      </c:pt>
                      <c:pt idx="211">
                        <c:v>679.46988776888884</c:v>
                      </c:pt>
                      <c:pt idx="212">
                        <c:v>759.42241166888891</c:v>
                      </c:pt>
                      <c:pt idx="213">
                        <c:v>834.40243222888898</c:v>
                      </c:pt>
                      <c:pt idx="214">
                        <c:v>819.09726715555564</c:v>
                      </c:pt>
                      <c:pt idx="215">
                        <c:v>689.45344547333332</c:v>
                      </c:pt>
                      <c:pt idx="216">
                        <c:v>499.47275182444446</c:v>
                      </c:pt>
                      <c:pt idx="217">
                        <c:v>317.3087898511111</c:v>
                      </c:pt>
                      <c:pt idx="218">
                        <c:v>193.52043905111111</c:v>
                      </c:pt>
                      <c:pt idx="219">
                        <c:v>123.57221566888889</c:v>
                      </c:pt>
                      <c:pt idx="220">
                        <c:v>94.111108111111122</c:v>
                      </c:pt>
                      <c:pt idx="221">
                        <c:v>113.32064468222222</c:v>
                      </c:pt>
                      <c:pt idx="222">
                        <c:v>212.44509319111111</c:v>
                      </c:pt>
                      <c:pt idx="223">
                        <c:v>309.76764610444445</c:v>
                      </c:pt>
                      <c:pt idx="224">
                        <c:v>394.82005009777777</c:v>
                      </c:pt>
                      <c:pt idx="225">
                        <c:v>440.10712941999998</c:v>
                      </c:pt>
                      <c:pt idx="226">
                        <c:v>476.75949510222227</c:v>
                      </c:pt>
                      <c:pt idx="227">
                        <c:v>523.52965926444449</c:v>
                      </c:pt>
                      <c:pt idx="228">
                        <c:v>548.85406322888889</c:v>
                      </c:pt>
                      <c:pt idx="229">
                        <c:v>631.65972821777768</c:v>
                      </c:pt>
                      <c:pt idx="230">
                        <c:v>653.51015565333341</c:v>
                      </c:pt>
                      <c:pt idx="231">
                        <c:v>611.65440781777772</c:v>
                      </c:pt>
                      <c:pt idx="232">
                        <c:v>560.14463726444444</c:v>
                      </c:pt>
                      <c:pt idx="233">
                        <c:v>570.68122426666673</c:v>
                      </c:pt>
                      <c:pt idx="234">
                        <c:v>576.70316627777765</c:v>
                      </c:pt>
                      <c:pt idx="235">
                        <c:v>658.89126276888896</c:v>
                      </c:pt>
                      <c:pt idx="236">
                        <c:v>751.11773210666661</c:v>
                      </c:pt>
                      <c:pt idx="237">
                        <c:v>827.46555238444444</c:v>
                      </c:pt>
                      <c:pt idx="238">
                        <c:v>780.70253912444457</c:v>
                      </c:pt>
                      <c:pt idx="239">
                        <c:v>630.34359381555544</c:v>
                      </c:pt>
                      <c:pt idx="240">
                        <c:v>432.68198486444442</c:v>
                      </c:pt>
                      <c:pt idx="241">
                        <c:v>266.04438030888889</c:v>
                      </c:pt>
                      <c:pt idx="242">
                        <c:v>160.50822822222221</c:v>
                      </c:pt>
                      <c:pt idx="243">
                        <c:v>107.14328125333333</c:v>
                      </c:pt>
                      <c:pt idx="244">
                        <c:v>87.541792922222228</c:v>
                      </c:pt>
                      <c:pt idx="245">
                        <c:v>110.34104297333334</c:v>
                      </c:pt>
                      <c:pt idx="246">
                        <c:v>219.19513409111113</c:v>
                      </c:pt>
                      <c:pt idx="247">
                        <c:v>311.34663368000002</c:v>
                      </c:pt>
                      <c:pt idx="248">
                        <c:v>377.79509936888888</c:v>
                      </c:pt>
                      <c:pt idx="249">
                        <c:v>400.76806066</c:v>
                      </c:pt>
                      <c:pt idx="250">
                        <c:v>431.44299675555555</c:v>
                      </c:pt>
                      <c:pt idx="251">
                        <c:v>479.82024758222224</c:v>
                      </c:pt>
                      <c:pt idx="252">
                        <c:v>517.42696535111111</c:v>
                      </c:pt>
                      <c:pt idx="253">
                        <c:v>581.5141612577778</c:v>
                      </c:pt>
                      <c:pt idx="254">
                        <c:v>590.40184066888889</c:v>
                      </c:pt>
                      <c:pt idx="255">
                        <c:v>561.50291594666669</c:v>
                      </c:pt>
                      <c:pt idx="256">
                        <c:v>544.93479817111108</c:v>
                      </c:pt>
                      <c:pt idx="257">
                        <c:v>568.67046050444446</c:v>
                      </c:pt>
                      <c:pt idx="258">
                        <c:v>572.85198023555563</c:v>
                      </c:pt>
                      <c:pt idx="259">
                        <c:v>653.07652923111107</c:v>
                      </c:pt>
                      <c:pt idx="260">
                        <c:v>739.62580496444434</c:v>
                      </c:pt>
                      <c:pt idx="261">
                        <c:v>807.47460311111104</c:v>
                      </c:pt>
                      <c:pt idx="262">
                        <c:v>768.23526695777764</c:v>
                      </c:pt>
                      <c:pt idx="263">
                        <c:v>611.09451333555546</c:v>
                      </c:pt>
                      <c:pt idx="264">
                        <c:v>421.40084657555565</c:v>
                      </c:pt>
                      <c:pt idx="265">
                        <c:v>254.74609502444446</c:v>
                      </c:pt>
                      <c:pt idx="266">
                        <c:v>153.07129217333332</c:v>
                      </c:pt>
                      <c:pt idx="267">
                        <c:v>102.89977763111111</c:v>
                      </c:pt>
                      <c:pt idx="268">
                        <c:v>85.092986442222212</c:v>
                      </c:pt>
                      <c:pt idx="269">
                        <c:v>110.31915136666667</c:v>
                      </c:pt>
                      <c:pt idx="270">
                        <c:v>225.05031841777776</c:v>
                      </c:pt>
                      <c:pt idx="271">
                        <c:v>321.94905392888887</c:v>
                      </c:pt>
                      <c:pt idx="272">
                        <c:v>381.10154143111106</c:v>
                      </c:pt>
                      <c:pt idx="273">
                        <c:v>407.55102872666669</c:v>
                      </c:pt>
                      <c:pt idx="274">
                        <c:v>442.05318714444451</c:v>
                      </c:pt>
                      <c:pt idx="275">
                        <c:v>493.17639062222219</c:v>
                      </c:pt>
                      <c:pt idx="276">
                        <c:v>528.32937975111111</c:v>
                      </c:pt>
                      <c:pt idx="277">
                        <c:v>590.59971782666662</c:v>
                      </c:pt>
                      <c:pt idx="278">
                        <c:v>592.24774401333332</c:v>
                      </c:pt>
                      <c:pt idx="279">
                        <c:v>563.2602389133333</c:v>
                      </c:pt>
                      <c:pt idx="280">
                        <c:v>547.18933247777784</c:v>
                      </c:pt>
                      <c:pt idx="281">
                        <c:v>564.85258701111104</c:v>
                      </c:pt>
                      <c:pt idx="282">
                        <c:v>570.37919237333335</c:v>
                      </c:pt>
                      <c:pt idx="283">
                        <c:v>660.25607139777765</c:v>
                      </c:pt>
                      <c:pt idx="284">
                        <c:v>750.05804183777786</c:v>
                      </c:pt>
                      <c:pt idx="285">
                        <c:v>820.16562802222211</c:v>
                      </c:pt>
                      <c:pt idx="286">
                        <c:v>769.33352314888884</c:v>
                      </c:pt>
                      <c:pt idx="287">
                        <c:v>610.58648270666663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D-F1FB-4D39-A8F8-9D267B9F4903}"/>
                  </c:ext>
                </c:extLst>
              </c15:ser>
            </c15:filteredLineSeries>
            <c15:filteredLineSeries>
              <c15:ser>
                <c:idx val="40"/>
                <c:order val="4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12-10-2026'!$AP$1</c15:sqref>
                        </c15:formulaRef>
                      </c:ext>
                    </c:extLst>
                    <c:strCache>
                      <c:ptCount val="1"/>
                      <c:pt idx="0">
                        <c:v>Ericsson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4"/>
                    <c:layout>
                      <c:manualLayout>
                        <c:x val="-1.6729221347331687E-2"/>
                        <c:y val="-2.5428331875182269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2E-F1FB-4D39-A8F8-9D267B9F4903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12-10-2026'!$AP$2:$AP$289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386.60350564410498</c:v>
                      </c:pt>
                      <c:pt idx="1">
                        <c:v>245.16129559259338</c:v>
                      </c:pt>
                      <c:pt idx="2">
                        <c:v>147.21644328775108</c:v>
                      </c:pt>
                      <c:pt idx="3">
                        <c:v>91.205197546251071</c:v>
                      </c:pt>
                      <c:pt idx="4">
                        <c:v>66.482005708639932</c:v>
                      </c:pt>
                      <c:pt idx="5">
                        <c:v>70.259212821831085</c:v>
                      </c:pt>
                      <c:pt idx="6">
                        <c:v>137.71113985800216</c:v>
                      </c:pt>
                      <c:pt idx="7">
                        <c:v>215.5049687436711</c:v>
                      </c:pt>
                      <c:pt idx="8">
                        <c:v>270.71575144249778</c:v>
                      </c:pt>
                      <c:pt idx="9">
                        <c:v>296.56251124511118</c:v>
                      </c:pt>
                      <c:pt idx="10">
                        <c:v>331.48673328764443</c:v>
                      </c:pt>
                      <c:pt idx="11">
                        <c:v>373.96975544965807</c:v>
                      </c:pt>
                      <c:pt idx="12">
                        <c:v>407.00301091129575</c:v>
                      </c:pt>
                      <c:pt idx="13">
                        <c:v>449.44642273016041</c:v>
                      </c:pt>
                      <c:pt idx="14">
                        <c:v>475.96814329268881</c:v>
                      </c:pt>
                      <c:pt idx="15">
                        <c:v>468.44990349269113</c:v>
                      </c:pt>
                      <c:pt idx="16">
                        <c:v>420.36563977599599</c:v>
                      </c:pt>
                      <c:pt idx="17">
                        <c:v>436.36511787823645</c:v>
                      </c:pt>
                      <c:pt idx="18">
                        <c:v>432.88583559956464</c:v>
                      </c:pt>
                      <c:pt idx="19">
                        <c:v>476.37390203239272</c:v>
                      </c:pt>
                      <c:pt idx="20">
                        <c:v>525.38486659458908</c:v>
                      </c:pt>
                      <c:pt idx="21">
                        <c:v>626.41420283590821</c:v>
                      </c:pt>
                      <c:pt idx="22">
                        <c:v>645.274788042816</c:v>
                      </c:pt>
                      <c:pt idx="23">
                        <c:v>570.22215192449119</c:v>
                      </c:pt>
                      <c:pt idx="24">
                        <c:v>432.22912391254641</c:v>
                      </c:pt>
                      <c:pt idx="25">
                        <c:v>281.62009581831103</c:v>
                      </c:pt>
                      <c:pt idx="26">
                        <c:v>167.91818994929778</c:v>
                      </c:pt>
                      <c:pt idx="27">
                        <c:v>110.03591135564676</c:v>
                      </c:pt>
                      <c:pt idx="28">
                        <c:v>75.438670569502207</c:v>
                      </c:pt>
                      <c:pt idx="29">
                        <c:v>69.819779256044413</c:v>
                      </c:pt>
                      <c:pt idx="30">
                        <c:v>118.01445137529333</c:v>
                      </c:pt>
                      <c:pt idx="31">
                        <c:v>171.96786983836884</c:v>
                      </c:pt>
                      <c:pt idx="32">
                        <c:v>245.41476177596445</c:v>
                      </c:pt>
                      <c:pt idx="33">
                        <c:v>308.31996001778219</c:v>
                      </c:pt>
                      <c:pt idx="34">
                        <c:v>362.53692700547799</c:v>
                      </c:pt>
                      <c:pt idx="35">
                        <c:v>414.55342621237583</c:v>
                      </c:pt>
                      <c:pt idx="36">
                        <c:v>431.95538830933708</c:v>
                      </c:pt>
                      <c:pt idx="37">
                        <c:v>445.2464112703762</c:v>
                      </c:pt>
                      <c:pt idx="38">
                        <c:v>553.10252250423105</c:v>
                      </c:pt>
                      <c:pt idx="39">
                        <c:v>528.46637731088606</c:v>
                      </c:pt>
                      <c:pt idx="40">
                        <c:v>445.8517539026692</c:v>
                      </c:pt>
                      <c:pt idx="41">
                        <c:v>448.997900473595</c:v>
                      </c:pt>
                      <c:pt idx="42">
                        <c:v>442.68819667684215</c:v>
                      </c:pt>
                      <c:pt idx="43">
                        <c:v>494.20947967166842</c:v>
                      </c:pt>
                      <c:pt idx="44">
                        <c:v>547.06492134983239</c:v>
                      </c:pt>
                      <c:pt idx="45">
                        <c:v>655.94801696225511</c:v>
                      </c:pt>
                      <c:pt idx="46">
                        <c:v>666.74698438260805</c:v>
                      </c:pt>
                      <c:pt idx="47">
                        <c:v>594.22328559454013</c:v>
                      </c:pt>
                      <c:pt idx="48">
                        <c:v>453.00177221188233</c:v>
                      </c:pt>
                      <c:pt idx="49">
                        <c:v>301.94408026361992</c:v>
                      </c:pt>
                      <c:pt idx="50">
                        <c:v>182.80461919515776</c:v>
                      </c:pt>
                      <c:pt idx="51">
                        <c:v>110.74167289612227</c:v>
                      </c:pt>
                      <c:pt idx="52">
                        <c:v>73.982746475353338</c:v>
                      </c:pt>
                      <c:pt idx="53">
                        <c:v>68.871328258319963</c:v>
                      </c:pt>
                      <c:pt idx="54">
                        <c:v>121.48542086008005</c:v>
                      </c:pt>
                      <c:pt idx="55">
                        <c:v>183.09781279230901</c:v>
                      </c:pt>
                      <c:pt idx="56">
                        <c:v>252.92710057774448</c:v>
                      </c:pt>
                      <c:pt idx="57">
                        <c:v>306.85149520183103</c:v>
                      </c:pt>
                      <c:pt idx="58">
                        <c:v>347.34388559408887</c:v>
                      </c:pt>
                      <c:pt idx="59">
                        <c:v>393.86661480698632</c:v>
                      </c:pt>
                      <c:pt idx="60">
                        <c:v>421.42388880117153</c:v>
                      </c:pt>
                      <c:pt idx="61">
                        <c:v>475.03589959799586</c:v>
                      </c:pt>
                      <c:pt idx="62">
                        <c:v>512.48819892895972</c:v>
                      </c:pt>
                      <c:pt idx="63">
                        <c:v>495.58884481265375</c:v>
                      </c:pt>
                      <c:pt idx="64">
                        <c:v>434.58294364046435</c:v>
                      </c:pt>
                      <c:pt idx="65">
                        <c:v>444.17452183456282</c:v>
                      </c:pt>
                      <c:pt idx="66">
                        <c:v>438.99866204112175</c:v>
                      </c:pt>
                      <c:pt idx="67">
                        <c:v>481.85863463290514</c:v>
                      </c:pt>
                      <c:pt idx="68">
                        <c:v>529.61242522092596</c:v>
                      </c:pt>
                      <c:pt idx="69">
                        <c:v>632.00670378584505</c:v>
                      </c:pt>
                      <c:pt idx="70">
                        <c:v>638.925761009094</c:v>
                      </c:pt>
                      <c:pt idx="71">
                        <c:v>543.92401143760412</c:v>
                      </c:pt>
                      <c:pt idx="72">
                        <c:v>386.34660718258243</c:v>
                      </c:pt>
                      <c:pt idx="73">
                        <c:v>240.67281852390673</c:v>
                      </c:pt>
                      <c:pt idx="74">
                        <c:v>142.73030667165557</c:v>
                      </c:pt>
                      <c:pt idx="75">
                        <c:v>88.763341001640043</c:v>
                      </c:pt>
                      <c:pt idx="76">
                        <c:v>64.372898732348915</c:v>
                      </c:pt>
                      <c:pt idx="77">
                        <c:v>66.614422009319952</c:v>
                      </c:pt>
                      <c:pt idx="78">
                        <c:v>131.33967254558661</c:v>
                      </c:pt>
                      <c:pt idx="79">
                        <c:v>205.49970324072882</c:v>
                      </c:pt>
                      <c:pt idx="80">
                        <c:v>261.09062516041774</c:v>
                      </c:pt>
                      <c:pt idx="81">
                        <c:v>290.90044284273552</c:v>
                      </c:pt>
                      <c:pt idx="82">
                        <c:v>324.9295646636179</c:v>
                      </c:pt>
                      <c:pt idx="83">
                        <c:v>367.1380538682443</c:v>
                      </c:pt>
                      <c:pt idx="84">
                        <c:v>396.24071379155828</c:v>
                      </c:pt>
                      <c:pt idx="85">
                        <c:v>432.67282592676219</c:v>
                      </c:pt>
                      <c:pt idx="86">
                        <c:v>452.98655780098238</c:v>
                      </c:pt>
                      <c:pt idx="87">
                        <c:v>442.66900567695558</c:v>
                      </c:pt>
                      <c:pt idx="88">
                        <c:v>409.98296963138938</c:v>
                      </c:pt>
                      <c:pt idx="89">
                        <c:v>433.74063306221103</c:v>
                      </c:pt>
                      <c:pt idx="90">
                        <c:v>426.58872523171277</c:v>
                      </c:pt>
                      <c:pt idx="91">
                        <c:v>477.69328544958012</c:v>
                      </c:pt>
                      <c:pt idx="92">
                        <c:v>528.85937114040883</c:v>
                      </c:pt>
                      <c:pt idx="93">
                        <c:v>633.95870763705148</c:v>
                      </c:pt>
                      <c:pt idx="94">
                        <c:v>634.57062401476185</c:v>
                      </c:pt>
                      <c:pt idx="95">
                        <c:v>529.64714352583769</c:v>
                      </c:pt>
                      <c:pt idx="96">
                        <c:v>371.53441672564242</c:v>
                      </c:pt>
                      <c:pt idx="97">
                        <c:v>230.3035495182823</c:v>
                      </c:pt>
                      <c:pt idx="98">
                        <c:v>135.32322542037991</c:v>
                      </c:pt>
                      <c:pt idx="99">
                        <c:v>84.592778554644411</c:v>
                      </c:pt>
                      <c:pt idx="100">
                        <c:v>62.523685425317709</c:v>
                      </c:pt>
                      <c:pt idx="101">
                        <c:v>64.969937166295566</c:v>
                      </c:pt>
                      <c:pt idx="102">
                        <c:v>132.29468755371337</c:v>
                      </c:pt>
                      <c:pt idx="103">
                        <c:v>210.84145186593784</c:v>
                      </c:pt>
                      <c:pt idx="104">
                        <c:v>265.39677138740444</c:v>
                      </c:pt>
                      <c:pt idx="105">
                        <c:v>292.72282467618891</c:v>
                      </c:pt>
                      <c:pt idx="106">
                        <c:v>327.03245481389786</c:v>
                      </c:pt>
                      <c:pt idx="107">
                        <c:v>372.53135097799617</c:v>
                      </c:pt>
                      <c:pt idx="108">
                        <c:v>402.1412757337111</c:v>
                      </c:pt>
                      <c:pt idx="109">
                        <c:v>438.59229428221494</c:v>
                      </c:pt>
                      <c:pt idx="110">
                        <c:v>457.05637118159564</c:v>
                      </c:pt>
                      <c:pt idx="111">
                        <c:v>447.13951245999169</c:v>
                      </c:pt>
                      <c:pt idx="112">
                        <c:v>412.42250356361319</c:v>
                      </c:pt>
                      <c:pt idx="113">
                        <c:v>435.24978883891316</c:v>
                      </c:pt>
                      <c:pt idx="114">
                        <c:v>430.13843791680955</c:v>
                      </c:pt>
                      <c:pt idx="115">
                        <c:v>480.88226959348867</c:v>
                      </c:pt>
                      <c:pt idx="116">
                        <c:v>532.95760809481476</c:v>
                      </c:pt>
                      <c:pt idx="117">
                        <c:v>643.93071307494654</c:v>
                      </c:pt>
                      <c:pt idx="118">
                        <c:v>639.04493729576677</c:v>
                      </c:pt>
                      <c:pt idx="119">
                        <c:v>534.08565344773558</c:v>
                      </c:pt>
                      <c:pt idx="120">
                        <c:v>371.6933338574687</c:v>
                      </c:pt>
                      <c:pt idx="121">
                        <c:v>229.45479469406001</c:v>
                      </c:pt>
                      <c:pt idx="122">
                        <c:v>134.34137721623995</c:v>
                      </c:pt>
                      <c:pt idx="123">
                        <c:v>83.745977703346682</c:v>
                      </c:pt>
                      <c:pt idx="124">
                        <c:v>62.19107698275554</c:v>
                      </c:pt>
                      <c:pt idx="125">
                        <c:v>65.958818177611079</c:v>
                      </c:pt>
                      <c:pt idx="126">
                        <c:v>135.89844599772661</c:v>
                      </c:pt>
                      <c:pt idx="127">
                        <c:v>216.64129433813787</c:v>
                      </c:pt>
                      <c:pt idx="128">
                        <c:v>272.07982506086222</c:v>
                      </c:pt>
                      <c:pt idx="129">
                        <c:v>300.07716238454896</c:v>
                      </c:pt>
                      <c:pt idx="130">
                        <c:v>333.46894239570224</c:v>
                      </c:pt>
                      <c:pt idx="131">
                        <c:v>373.77418297142469</c:v>
                      </c:pt>
                      <c:pt idx="132">
                        <c:v>412.10346500408832</c:v>
                      </c:pt>
                      <c:pt idx="133">
                        <c:v>471.95264731546831</c:v>
                      </c:pt>
                      <c:pt idx="134">
                        <c:v>490.76310033263775</c:v>
                      </c:pt>
                      <c:pt idx="135">
                        <c:v>471.61661509203981</c:v>
                      </c:pt>
                      <c:pt idx="136">
                        <c:v>418.83587541277535</c:v>
                      </c:pt>
                      <c:pt idx="137">
                        <c:v>440.45000064253588</c:v>
                      </c:pt>
                      <c:pt idx="138">
                        <c:v>477.90105183713729</c:v>
                      </c:pt>
                      <c:pt idx="139">
                        <c:v>534.68647131523608</c:v>
                      </c:pt>
                      <c:pt idx="140">
                        <c:v>549.57235537476481</c:v>
                      </c:pt>
                      <c:pt idx="141">
                        <c:v>653.7045329682021</c:v>
                      </c:pt>
                      <c:pt idx="142">
                        <c:v>643.44220745562859</c:v>
                      </c:pt>
                      <c:pt idx="143">
                        <c:v>535.23421949377041</c:v>
                      </c:pt>
                      <c:pt idx="144">
                        <c:v>386.90184919258047</c:v>
                      </c:pt>
                      <c:pt idx="145">
                        <c:v>240.27980252123791</c:v>
                      </c:pt>
                      <c:pt idx="146">
                        <c:v>147.13318655936229</c:v>
                      </c:pt>
                      <c:pt idx="147">
                        <c:v>87.34992497367773</c:v>
                      </c:pt>
                      <c:pt idx="148">
                        <c:v>64.134969168366595</c:v>
                      </c:pt>
                      <c:pt idx="149">
                        <c:v>68.006322042682285</c:v>
                      </c:pt>
                      <c:pt idx="150">
                        <c:v>137.99743780015334</c:v>
                      </c:pt>
                      <c:pt idx="151">
                        <c:v>219.82455658450223</c:v>
                      </c:pt>
                      <c:pt idx="152">
                        <c:v>277.78911923588663</c:v>
                      </c:pt>
                      <c:pt idx="153">
                        <c:v>302.53548515288452</c:v>
                      </c:pt>
                      <c:pt idx="154">
                        <c:v>334.65201694242666</c:v>
                      </c:pt>
                      <c:pt idx="155">
                        <c:v>372.38976052647718</c:v>
                      </c:pt>
                      <c:pt idx="156">
                        <c:v>401.62494173016626</c:v>
                      </c:pt>
                      <c:pt idx="157">
                        <c:v>438.3814513968311</c:v>
                      </c:pt>
                      <c:pt idx="158">
                        <c:v>460.29842876118909</c:v>
                      </c:pt>
                      <c:pt idx="159">
                        <c:v>452.1858805474443</c:v>
                      </c:pt>
                      <c:pt idx="160">
                        <c:v>421.56764197738676</c:v>
                      </c:pt>
                      <c:pt idx="161">
                        <c:v>449.23142595753171</c:v>
                      </c:pt>
                      <c:pt idx="162">
                        <c:v>443.33912370576888</c:v>
                      </c:pt>
                      <c:pt idx="163">
                        <c:v>496.99095164504655</c:v>
                      </c:pt>
                      <c:pt idx="164">
                        <c:v>541.57202125924198</c:v>
                      </c:pt>
                      <c:pt idx="165">
                        <c:v>644.19004331535359</c:v>
                      </c:pt>
                      <c:pt idx="166">
                        <c:v>641.11201818123322</c:v>
                      </c:pt>
                      <c:pt idx="167">
                        <c:v>523.66232377338383</c:v>
                      </c:pt>
                      <c:pt idx="168">
                        <c:v>363.87654545171318</c:v>
                      </c:pt>
                      <c:pt idx="169">
                        <c:v>223.00328321585775</c:v>
                      </c:pt>
                      <c:pt idx="170">
                        <c:v>134.20346941779786</c:v>
                      </c:pt>
                      <c:pt idx="171">
                        <c:v>85.339355363971109</c:v>
                      </c:pt>
                      <c:pt idx="172">
                        <c:v>63.875377520595599</c:v>
                      </c:pt>
                      <c:pt idx="173">
                        <c:v>68.888989225991125</c:v>
                      </c:pt>
                      <c:pt idx="174">
                        <c:v>142.56438469636899</c:v>
                      </c:pt>
                      <c:pt idx="175">
                        <c:v>235.12085614463123</c:v>
                      </c:pt>
                      <c:pt idx="176">
                        <c:v>300.69636527059117</c:v>
                      </c:pt>
                      <c:pt idx="177">
                        <c:v>334.92141076150887</c:v>
                      </c:pt>
                      <c:pt idx="178">
                        <c:v>361.94551344644691</c:v>
                      </c:pt>
                      <c:pt idx="179">
                        <c:v>394.26108879168015</c:v>
                      </c:pt>
                      <c:pt idx="180">
                        <c:v>421.21934682632173</c:v>
                      </c:pt>
                      <c:pt idx="181">
                        <c:v>459.17470766707999</c:v>
                      </c:pt>
                      <c:pt idx="182">
                        <c:v>478.88155392768658</c:v>
                      </c:pt>
                      <c:pt idx="183">
                        <c:v>469.26395330273829</c:v>
                      </c:pt>
                      <c:pt idx="184">
                        <c:v>426.817469438628</c:v>
                      </c:pt>
                      <c:pt idx="185">
                        <c:v>446.54356761850022</c:v>
                      </c:pt>
                      <c:pt idx="186">
                        <c:v>442.69228313878523</c:v>
                      </c:pt>
                      <c:pt idx="187">
                        <c:v>506.20172431860465</c:v>
                      </c:pt>
                      <c:pt idx="188">
                        <c:v>546.59516761298005</c:v>
                      </c:pt>
                      <c:pt idx="189">
                        <c:v>643.29147849788023</c:v>
                      </c:pt>
                      <c:pt idx="190">
                        <c:v>651.35721297067016</c:v>
                      </c:pt>
                      <c:pt idx="191">
                        <c:v>562.08356702503772</c:v>
                      </c:pt>
                      <c:pt idx="192">
                        <c:v>418.88060371826498</c:v>
                      </c:pt>
                      <c:pt idx="193">
                        <c:v>276.78050024361784</c:v>
                      </c:pt>
                      <c:pt idx="194">
                        <c:v>172.1153630834599</c:v>
                      </c:pt>
                      <c:pt idx="195">
                        <c:v>109.91726684200452</c:v>
                      </c:pt>
                      <c:pt idx="196">
                        <c:v>75.805860401400025</c:v>
                      </c:pt>
                      <c:pt idx="197">
                        <c:v>68.593712531759962</c:v>
                      </c:pt>
                      <c:pt idx="198">
                        <c:v>120.93304884871786</c:v>
                      </c:pt>
                      <c:pt idx="199">
                        <c:v>182.66259875184454</c:v>
                      </c:pt>
                      <c:pt idx="200">
                        <c:v>257.69126995139129</c:v>
                      </c:pt>
                      <c:pt idx="201">
                        <c:v>319.53563496461993</c:v>
                      </c:pt>
                      <c:pt idx="202">
                        <c:v>370.85363856480171</c:v>
                      </c:pt>
                      <c:pt idx="203">
                        <c:v>424.14865991709826</c:v>
                      </c:pt>
                      <c:pt idx="204">
                        <c:v>434.16325638006651</c:v>
                      </c:pt>
                      <c:pt idx="205">
                        <c:v>450.49265557287123</c:v>
                      </c:pt>
                      <c:pt idx="206">
                        <c:v>555.68840261413072</c:v>
                      </c:pt>
                      <c:pt idx="207">
                        <c:v>526.12668553534877</c:v>
                      </c:pt>
                      <c:pt idx="208">
                        <c:v>450.33924023097251</c:v>
                      </c:pt>
                      <c:pt idx="209">
                        <c:v>459.18557914543851</c:v>
                      </c:pt>
                      <c:pt idx="210">
                        <c:v>447.20512715740261</c:v>
                      </c:pt>
                      <c:pt idx="211">
                        <c:v>514.76818273754282</c:v>
                      </c:pt>
                      <c:pt idx="212">
                        <c:v>559.26216893773949</c:v>
                      </c:pt>
                      <c:pt idx="213">
                        <c:v>660.20519579266249</c:v>
                      </c:pt>
                      <c:pt idx="214">
                        <c:v>675.73171850406845</c:v>
                      </c:pt>
                      <c:pt idx="215">
                        <c:v>580.96856959972479</c:v>
                      </c:pt>
                      <c:pt idx="216">
                        <c:v>427.49620494692908</c:v>
                      </c:pt>
                      <c:pt idx="217">
                        <c:v>275.25568773916666</c:v>
                      </c:pt>
                      <c:pt idx="218">
                        <c:v>165.6945116636355</c:v>
                      </c:pt>
                      <c:pt idx="219">
                        <c:v>100.84680175254449</c:v>
                      </c:pt>
                      <c:pt idx="220">
                        <c:v>69.706657360000008</c:v>
                      </c:pt>
                      <c:pt idx="221">
                        <c:v>66.057518559384505</c:v>
                      </c:pt>
                      <c:pt idx="222">
                        <c:v>122.25656310983112</c:v>
                      </c:pt>
                      <c:pt idx="223">
                        <c:v>190.20608753543769</c:v>
                      </c:pt>
                      <c:pt idx="224">
                        <c:v>261.36448940566231</c:v>
                      </c:pt>
                      <c:pt idx="225">
                        <c:v>312.16380261852441</c:v>
                      </c:pt>
                      <c:pt idx="226">
                        <c:v>350.81802773443775</c:v>
                      </c:pt>
                      <c:pt idx="227">
                        <c:v>393.74668607717092</c:v>
                      </c:pt>
                      <c:pt idx="228">
                        <c:v>417.07053552820486</c:v>
                      </c:pt>
                      <c:pt idx="229">
                        <c:v>474.75950364004046</c:v>
                      </c:pt>
                      <c:pt idx="230">
                        <c:v>511.6548971288961</c:v>
                      </c:pt>
                      <c:pt idx="231">
                        <c:v>493.89524290883332</c:v>
                      </c:pt>
                      <c:pt idx="232">
                        <c:v>434.92641794688313</c:v>
                      </c:pt>
                      <c:pt idx="233">
                        <c:v>452.17559628183801</c:v>
                      </c:pt>
                      <c:pt idx="234">
                        <c:v>445.89169008430235</c:v>
                      </c:pt>
                      <c:pt idx="235">
                        <c:v>502.4203223601483</c:v>
                      </c:pt>
                      <c:pt idx="236">
                        <c:v>556.35116363666862</c:v>
                      </c:pt>
                      <c:pt idx="237">
                        <c:v>662.16579236455107</c:v>
                      </c:pt>
                      <c:pt idx="238">
                        <c:v>641.28179278545849</c:v>
                      </c:pt>
                      <c:pt idx="239">
                        <c:v>527.11307434885828</c:v>
                      </c:pt>
                      <c:pt idx="240">
                        <c:v>363.7713704993181</c:v>
                      </c:pt>
                      <c:pt idx="241">
                        <c:v>225.19539705909571</c:v>
                      </c:pt>
                      <c:pt idx="242">
                        <c:v>132.46087712918884</c:v>
                      </c:pt>
                      <c:pt idx="243">
                        <c:v>83.189600449217735</c:v>
                      </c:pt>
                      <c:pt idx="244">
                        <c:v>61.8173158047911</c:v>
                      </c:pt>
                      <c:pt idx="245">
                        <c:v>64.658093736680001</c:v>
                      </c:pt>
                      <c:pt idx="246">
                        <c:v>133.47583245122212</c:v>
                      </c:pt>
                      <c:pt idx="247">
                        <c:v>213.73682136427774</c:v>
                      </c:pt>
                      <c:pt idx="248">
                        <c:v>267.52695778066669</c:v>
                      </c:pt>
                      <c:pt idx="249">
                        <c:v>292.56594898466449</c:v>
                      </c:pt>
                      <c:pt idx="250">
                        <c:v>327.08333304531988</c:v>
                      </c:pt>
                      <c:pt idx="251">
                        <c:v>371.24973431487956</c:v>
                      </c:pt>
                      <c:pt idx="252">
                        <c:v>400.22765467613323</c:v>
                      </c:pt>
                      <c:pt idx="253">
                        <c:v>440.38526151456927</c:v>
                      </c:pt>
                      <c:pt idx="254">
                        <c:v>461.96707762731137</c:v>
                      </c:pt>
                      <c:pt idx="255">
                        <c:v>453.66296266073556</c:v>
                      </c:pt>
                      <c:pt idx="256">
                        <c:v>426.6331175516616</c:v>
                      </c:pt>
                      <c:pt idx="257">
                        <c:v>463.95674192854642</c:v>
                      </c:pt>
                      <c:pt idx="258">
                        <c:v>451.85493977949506</c:v>
                      </c:pt>
                      <c:pt idx="259">
                        <c:v>504.77085473768363</c:v>
                      </c:pt>
                      <c:pt idx="260">
                        <c:v>552.34238385820231</c:v>
                      </c:pt>
                      <c:pt idx="261">
                        <c:v>649.47449163976216</c:v>
                      </c:pt>
                      <c:pt idx="262">
                        <c:v>634.21627284066676</c:v>
                      </c:pt>
                      <c:pt idx="263">
                        <c:v>509.09764969051781</c:v>
                      </c:pt>
                      <c:pt idx="264">
                        <c:v>344.69117759289162</c:v>
                      </c:pt>
                      <c:pt idx="265">
                        <c:v>207.50910464665333</c:v>
                      </c:pt>
                      <c:pt idx="266">
                        <c:v>121.90065542912882</c:v>
                      </c:pt>
                      <c:pt idx="267">
                        <c:v>78.670048849948913</c:v>
                      </c:pt>
                      <c:pt idx="268">
                        <c:v>59.94322130863555</c:v>
                      </c:pt>
                      <c:pt idx="269">
                        <c:v>63.993030751444508</c:v>
                      </c:pt>
                      <c:pt idx="270">
                        <c:v>134.96555484756891</c:v>
                      </c:pt>
                      <c:pt idx="271">
                        <c:v>220.25202170135557</c:v>
                      </c:pt>
                      <c:pt idx="272">
                        <c:v>272.83407744144893</c:v>
                      </c:pt>
                      <c:pt idx="273">
                        <c:v>297.71594968096883</c:v>
                      </c:pt>
                      <c:pt idx="274">
                        <c:v>330.34910378008658</c:v>
                      </c:pt>
                      <c:pt idx="275">
                        <c:v>374.00473169587548</c:v>
                      </c:pt>
                      <c:pt idx="276">
                        <c:v>401.21474326559132</c:v>
                      </c:pt>
                      <c:pt idx="277">
                        <c:v>439.16955228662204</c:v>
                      </c:pt>
                      <c:pt idx="278">
                        <c:v>458.23712842512396</c:v>
                      </c:pt>
                      <c:pt idx="279">
                        <c:v>450.32090692028703</c:v>
                      </c:pt>
                      <c:pt idx="280">
                        <c:v>423.11886727711368</c:v>
                      </c:pt>
                      <c:pt idx="281">
                        <c:v>451.55728776049187</c:v>
                      </c:pt>
                      <c:pt idx="282">
                        <c:v>439.93440139781728</c:v>
                      </c:pt>
                      <c:pt idx="283">
                        <c:v>503.88318177179565</c:v>
                      </c:pt>
                      <c:pt idx="284">
                        <c:v>558.60586304413141</c:v>
                      </c:pt>
                      <c:pt idx="285">
                        <c:v>661.89229422852486</c:v>
                      </c:pt>
                      <c:pt idx="286">
                        <c:v>642.64219837792439</c:v>
                      </c:pt>
                      <c:pt idx="287">
                        <c:v>513.90790236632949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F-F1FB-4D39-A8F8-9D267B9F4903}"/>
                  </c:ext>
                </c:extLst>
              </c15:ser>
            </c15:filteredLineSeries>
            <c15:filteredLineSeries>
              <c15:ser>
                <c:idx val="41"/>
                <c:order val="4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12-10-2026'!$AQ$1</c15:sqref>
                        </c15:formulaRef>
                      </c:ext>
                    </c:extLst>
                    <c:strCache>
                      <c:ptCount val="1"/>
                      <c:pt idx="0">
                        <c:v>Total Peak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12-10-2026'!$AQ$2:$AQ$289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848.71045587966046</c:v>
                      </c:pt>
                      <c:pt idx="1">
                        <c:v>535.56845486814882</c:v>
                      </c:pt>
                      <c:pt idx="2">
                        <c:v>320.58907237886217</c:v>
                      </c:pt>
                      <c:pt idx="3">
                        <c:v>203.70706091069553</c:v>
                      </c:pt>
                      <c:pt idx="4">
                        <c:v>156.27096963975103</c:v>
                      </c:pt>
                      <c:pt idx="5">
                        <c:v>188.59770551294218</c:v>
                      </c:pt>
                      <c:pt idx="6">
                        <c:v>362.10296059800214</c:v>
                      </c:pt>
                      <c:pt idx="7">
                        <c:v>538.35350779700445</c:v>
                      </c:pt>
                      <c:pt idx="8">
                        <c:v>656.33958617805331</c:v>
                      </c:pt>
                      <c:pt idx="9">
                        <c:v>711.87977596955557</c:v>
                      </c:pt>
                      <c:pt idx="10">
                        <c:v>786.18412504320008</c:v>
                      </c:pt>
                      <c:pt idx="11">
                        <c:v>881.01582519854696</c:v>
                      </c:pt>
                      <c:pt idx="12">
                        <c:v>954.39161075351797</c:v>
                      </c:pt>
                      <c:pt idx="13">
                        <c:v>1066.0709461434938</c:v>
                      </c:pt>
                      <c:pt idx="14">
                        <c:v>1104.1110932993556</c:v>
                      </c:pt>
                      <c:pt idx="15">
                        <c:v>1069.380727792691</c:v>
                      </c:pt>
                      <c:pt idx="16">
                        <c:v>966.23749058488488</c:v>
                      </c:pt>
                      <c:pt idx="17">
                        <c:v>994.01035072934758</c:v>
                      </c:pt>
                      <c:pt idx="18">
                        <c:v>988.11951631289799</c:v>
                      </c:pt>
                      <c:pt idx="19">
                        <c:v>1122.7207687101704</c:v>
                      </c:pt>
                      <c:pt idx="20">
                        <c:v>1243.9194524457002</c:v>
                      </c:pt>
                      <c:pt idx="21">
                        <c:v>1429.2044789759084</c:v>
                      </c:pt>
                      <c:pt idx="22">
                        <c:v>1439.3650696072605</c:v>
                      </c:pt>
                      <c:pt idx="23">
                        <c:v>1255.4071533111578</c:v>
                      </c:pt>
                      <c:pt idx="24">
                        <c:v>942.39345894365761</c:v>
                      </c:pt>
                      <c:pt idx="25">
                        <c:v>617.49661675164441</c:v>
                      </c:pt>
                      <c:pt idx="26">
                        <c:v>373.70839562040885</c:v>
                      </c:pt>
                      <c:pt idx="27">
                        <c:v>240.85835385120231</c:v>
                      </c:pt>
                      <c:pt idx="28">
                        <c:v>172.05714615616887</c:v>
                      </c:pt>
                      <c:pt idx="29">
                        <c:v>184.77047906271108</c:v>
                      </c:pt>
                      <c:pt idx="30">
                        <c:v>317.27759576640437</c:v>
                      </c:pt>
                      <c:pt idx="31">
                        <c:v>461.66520372059108</c:v>
                      </c:pt>
                      <c:pt idx="32">
                        <c:v>630.22268284707559</c:v>
                      </c:pt>
                      <c:pt idx="33">
                        <c:v>760.66009532000442</c:v>
                      </c:pt>
                      <c:pt idx="34">
                        <c:v>871.70995312770026</c:v>
                      </c:pt>
                      <c:pt idx="35">
                        <c:v>984.98982837682024</c:v>
                      </c:pt>
                      <c:pt idx="36">
                        <c:v>1011.0376763871149</c:v>
                      </c:pt>
                      <c:pt idx="37">
                        <c:v>1065.2922390570429</c:v>
                      </c:pt>
                      <c:pt idx="38">
                        <c:v>1268.1707422397867</c:v>
                      </c:pt>
                      <c:pt idx="39">
                        <c:v>1192.362747721997</c:v>
                      </c:pt>
                      <c:pt idx="40">
                        <c:v>1024.8844133160026</c:v>
                      </c:pt>
                      <c:pt idx="41">
                        <c:v>1028.033168964706</c:v>
                      </c:pt>
                      <c:pt idx="42">
                        <c:v>1012.9367875701754</c:v>
                      </c:pt>
                      <c:pt idx="43">
                        <c:v>1157.0289988650015</c:v>
                      </c:pt>
                      <c:pt idx="44">
                        <c:v>1288.6358059942768</c:v>
                      </c:pt>
                      <c:pt idx="45">
                        <c:v>1489.4500309378107</c:v>
                      </c:pt>
                      <c:pt idx="46">
                        <c:v>1485.0125132470525</c:v>
                      </c:pt>
                      <c:pt idx="47">
                        <c:v>1300.5243884478732</c:v>
                      </c:pt>
                      <c:pt idx="48">
                        <c:v>979.06058060299347</c:v>
                      </c:pt>
                      <c:pt idx="49">
                        <c:v>646.0141031058422</c:v>
                      </c:pt>
                      <c:pt idx="50">
                        <c:v>389.12763817293558</c:v>
                      </c:pt>
                      <c:pt idx="51">
                        <c:v>240.5811389472334</c:v>
                      </c:pt>
                      <c:pt idx="52">
                        <c:v>170.74989121535333</c:v>
                      </c:pt>
                      <c:pt idx="53">
                        <c:v>186.66982160276439</c:v>
                      </c:pt>
                      <c:pt idx="54">
                        <c:v>330.77080690452448</c:v>
                      </c:pt>
                      <c:pt idx="55">
                        <c:v>486.49358524786459</c:v>
                      </c:pt>
                      <c:pt idx="56">
                        <c:v>642.28929943330002</c:v>
                      </c:pt>
                      <c:pt idx="57">
                        <c:v>747.32357943516433</c:v>
                      </c:pt>
                      <c:pt idx="58">
                        <c:v>826.60011697408891</c:v>
                      </c:pt>
                      <c:pt idx="59">
                        <c:v>922.44416815587533</c:v>
                      </c:pt>
                      <c:pt idx="60">
                        <c:v>978.47969968561597</c:v>
                      </c:pt>
                      <c:pt idx="61">
                        <c:v>1112.819978909107</c:v>
                      </c:pt>
                      <c:pt idx="62">
                        <c:v>1172.7565364089596</c:v>
                      </c:pt>
                      <c:pt idx="63">
                        <c:v>1119.2453314259869</c:v>
                      </c:pt>
                      <c:pt idx="64">
                        <c:v>992.46875821601975</c:v>
                      </c:pt>
                      <c:pt idx="65">
                        <c:v>1009.3039612034518</c:v>
                      </c:pt>
                      <c:pt idx="66">
                        <c:v>994.69055665667736</c:v>
                      </c:pt>
                      <c:pt idx="67">
                        <c:v>1124.290301581794</c:v>
                      </c:pt>
                      <c:pt idx="68">
                        <c:v>1250.7909522431482</c:v>
                      </c:pt>
                      <c:pt idx="69">
                        <c:v>1437.1487341702896</c:v>
                      </c:pt>
                      <c:pt idx="70">
                        <c:v>1420.0748589224272</c:v>
                      </c:pt>
                      <c:pt idx="71">
                        <c:v>1193.6066439420485</c:v>
                      </c:pt>
                      <c:pt idx="72">
                        <c:v>842.92716095591572</c:v>
                      </c:pt>
                      <c:pt idx="73">
                        <c:v>522.01898470168453</c:v>
                      </c:pt>
                      <c:pt idx="74">
                        <c:v>310.82347604276669</c:v>
                      </c:pt>
                      <c:pt idx="75">
                        <c:v>197.85032037941781</c:v>
                      </c:pt>
                      <c:pt idx="76">
                        <c:v>152.09540764123781</c:v>
                      </c:pt>
                      <c:pt idx="77">
                        <c:v>180.51691706709772</c:v>
                      </c:pt>
                      <c:pt idx="78">
                        <c:v>347.87737772780883</c:v>
                      </c:pt>
                      <c:pt idx="79">
                        <c:v>511.9728477118399</c:v>
                      </c:pt>
                      <c:pt idx="80">
                        <c:v>632.17813702930664</c:v>
                      </c:pt>
                      <c:pt idx="81">
                        <c:v>692.98630132051335</c:v>
                      </c:pt>
                      <c:pt idx="82">
                        <c:v>762.62458271917342</c:v>
                      </c:pt>
                      <c:pt idx="83">
                        <c:v>856.87839312157757</c:v>
                      </c:pt>
                      <c:pt idx="84">
                        <c:v>919.82832999600271</c:v>
                      </c:pt>
                      <c:pt idx="85">
                        <c:v>1019.3015726178733</c:v>
                      </c:pt>
                      <c:pt idx="86">
                        <c:v>1049.5287504098715</c:v>
                      </c:pt>
                      <c:pt idx="87">
                        <c:v>1009.2175413436223</c:v>
                      </c:pt>
                      <c:pt idx="88">
                        <c:v>945.04693320472279</c:v>
                      </c:pt>
                      <c:pt idx="89">
                        <c:v>987.18280281332216</c:v>
                      </c:pt>
                      <c:pt idx="90">
                        <c:v>975.3297012139351</c:v>
                      </c:pt>
                      <c:pt idx="91">
                        <c:v>1115.682235867358</c:v>
                      </c:pt>
                      <c:pt idx="92">
                        <c:v>1250.0823807092977</c:v>
                      </c:pt>
                      <c:pt idx="93">
                        <c:v>1436.5601867170515</c:v>
                      </c:pt>
                      <c:pt idx="94">
                        <c:v>1404.3231904614286</c:v>
                      </c:pt>
                      <c:pt idx="95">
                        <c:v>1155.6118349969488</c:v>
                      </c:pt>
                      <c:pt idx="96">
                        <c:v>801.47143046342012</c:v>
                      </c:pt>
                      <c:pt idx="97">
                        <c:v>493.0385231605045</c:v>
                      </c:pt>
                      <c:pt idx="98">
                        <c:v>292.83846561593543</c:v>
                      </c:pt>
                      <c:pt idx="99">
                        <c:v>189.27261293242219</c:v>
                      </c:pt>
                      <c:pt idx="100">
                        <c:v>148.16913643642883</c:v>
                      </c:pt>
                      <c:pt idx="101">
                        <c:v>177.92922780629556</c:v>
                      </c:pt>
                      <c:pt idx="102">
                        <c:v>352.86488535371336</c:v>
                      </c:pt>
                      <c:pt idx="103">
                        <c:v>525.55139912149343</c:v>
                      </c:pt>
                      <c:pt idx="104">
                        <c:v>639.75413696296005</c:v>
                      </c:pt>
                      <c:pt idx="105">
                        <c:v>696.34642732952216</c:v>
                      </c:pt>
                      <c:pt idx="106">
                        <c:v>765.67311569612002</c:v>
                      </c:pt>
                      <c:pt idx="107">
                        <c:v>866.6538145224406</c:v>
                      </c:pt>
                      <c:pt idx="108">
                        <c:v>929.78908606926666</c:v>
                      </c:pt>
                      <c:pt idx="109">
                        <c:v>1029.9312911488817</c:v>
                      </c:pt>
                      <c:pt idx="110">
                        <c:v>1052.4492841260401</c:v>
                      </c:pt>
                      <c:pt idx="111">
                        <c:v>1013.647485493325</c:v>
                      </c:pt>
                      <c:pt idx="112">
                        <c:v>946.02483072805762</c:v>
                      </c:pt>
                      <c:pt idx="113">
                        <c:v>982.80559130335769</c:v>
                      </c:pt>
                      <c:pt idx="114">
                        <c:v>975.48033587903183</c:v>
                      </c:pt>
                      <c:pt idx="115">
                        <c:v>1117.6201170712666</c:v>
                      </c:pt>
                      <c:pt idx="116">
                        <c:v>1255.2375813703702</c:v>
                      </c:pt>
                      <c:pt idx="117">
                        <c:v>1453.7380578905022</c:v>
                      </c:pt>
                      <c:pt idx="118">
                        <c:v>1414.5787129757668</c:v>
                      </c:pt>
                      <c:pt idx="119">
                        <c:v>1167.9049755388467</c:v>
                      </c:pt>
                      <c:pt idx="120">
                        <c:v>808.20330064857978</c:v>
                      </c:pt>
                      <c:pt idx="121">
                        <c:v>495.81215940294896</c:v>
                      </c:pt>
                      <c:pt idx="122">
                        <c:v>292.39920244068441</c:v>
                      </c:pt>
                      <c:pt idx="123">
                        <c:v>187.91158641223558</c:v>
                      </c:pt>
                      <c:pt idx="124">
                        <c:v>147.13056593164441</c:v>
                      </c:pt>
                      <c:pt idx="125">
                        <c:v>178.41552056427776</c:v>
                      </c:pt>
                      <c:pt idx="126">
                        <c:v>357.85352158439326</c:v>
                      </c:pt>
                      <c:pt idx="127">
                        <c:v>534.52597827591558</c:v>
                      </c:pt>
                      <c:pt idx="128">
                        <c:v>649.95606464086222</c:v>
                      </c:pt>
                      <c:pt idx="129">
                        <c:v>708.85617936677113</c:v>
                      </c:pt>
                      <c:pt idx="130">
                        <c:v>781.53735595348007</c:v>
                      </c:pt>
                      <c:pt idx="131">
                        <c:v>870.86732146475811</c:v>
                      </c:pt>
                      <c:pt idx="132">
                        <c:v>954.79551592186613</c:v>
                      </c:pt>
                      <c:pt idx="133">
                        <c:v>1103.5967695332461</c:v>
                      </c:pt>
                      <c:pt idx="134">
                        <c:v>1129.130418817082</c:v>
                      </c:pt>
                      <c:pt idx="135">
                        <c:v>1069.309195563151</c:v>
                      </c:pt>
                      <c:pt idx="136">
                        <c:v>960.2536791994421</c:v>
                      </c:pt>
                      <c:pt idx="137">
                        <c:v>992.18706950698027</c:v>
                      </c:pt>
                      <c:pt idx="138">
                        <c:v>1067.6289224882485</c:v>
                      </c:pt>
                      <c:pt idx="139">
                        <c:v>1211.2574698930139</c:v>
                      </c:pt>
                      <c:pt idx="140">
                        <c:v>1280.364473636987</c:v>
                      </c:pt>
                      <c:pt idx="141">
                        <c:v>1465.5951489326465</c:v>
                      </c:pt>
                      <c:pt idx="142">
                        <c:v>1420.3740833845172</c:v>
                      </c:pt>
                      <c:pt idx="143">
                        <c:v>1170.205070609326</c:v>
                      </c:pt>
                      <c:pt idx="144">
                        <c:v>837.9642316236916</c:v>
                      </c:pt>
                      <c:pt idx="145">
                        <c:v>520.00829973901568</c:v>
                      </c:pt>
                      <c:pt idx="146">
                        <c:v>318.23043193269564</c:v>
                      </c:pt>
                      <c:pt idx="147">
                        <c:v>195.21080347589998</c:v>
                      </c:pt>
                      <c:pt idx="148">
                        <c:v>150.50212854836661</c:v>
                      </c:pt>
                      <c:pt idx="149">
                        <c:v>182.86054984934896</c:v>
                      </c:pt>
                      <c:pt idx="150">
                        <c:v>365.95082596237557</c:v>
                      </c:pt>
                      <c:pt idx="151">
                        <c:v>542.5375980467245</c:v>
                      </c:pt>
                      <c:pt idx="152">
                        <c:v>661.49129064033104</c:v>
                      </c:pt>
                      <c:pt idx="153">
                        <c:v>714.90098519732896</c:v>
                      </c:pt>
                      <c:pt idx="154">
                        <c:v>781.00439084687105</c:v>
                      </c:pt>
                      <c:pt idx="155">
                        <c:v>869.46148521314376</c:v>
                      </c:pt>
                      <c:pt idx="156">
                        <c:v>931.55947581238843</c:v>
                      </c:pt>
                      <c:pt idx="157">
                        <c:v>1031.2914461701646</c:v>
                      </c:pt>
                      <c:pt idx="158">
                        <c:v>1060.7374740234113</c:v>
                      </c:pt>
                      <c:pt idx="159">
                        <c:v>1023.3529561407776</c:v>
                      </c:pt>
                      <c:pt idx="160">
                        <c:v>966.79831235072015</c:v>
                      </c:pt>
                      <c:pt idx="161">
                        <c:v>1009.9426110841985</c:v>
                      </c:pt>
                      <c:pt idx="162">
                        <c:v>1001.8908137324355</c:v>
                      </c:pt>
                      <c:pt idx="163">
                        <c:v>1140.8855112094911</c:v>
                      </c:pt>
                      <c:pt idx="164">
                        <c:v>1264.3938244792419</c:v>
                      </c:pt>
                      <c:pt idx="165">
                        <c:v>1445.7905449553537</c:v>
                      </c:pt>
                      <c:pt idx="166">
                        <c:v>1414.5072969278999</c:v>
                      </c:pt>
                      <c:pt idx="167">
                        <c:v>1152.7198119778282</c:v>
                      </c:pt>
                      <c:pt idx="168">
                        <c:v>800.26196826949104</c:v>
                      </c:pt>
                      <c:pt idx="169">
                        <c:v>491.50888844696885</c:v>
                      </c:pt>
                      <c:pt idx="170">
                        <c:v>296.17269964224232</c:v>
                      </c:pt>
                      <c:pt idx="171">
                        <c:v>192.60026965952665</c:v>
                      </c:pt>
                      <c:pt idx="172">
                        <c:v>151.96505157615115</c:v>
                      </c:pt>
                      <c:pt idx="173">
                        <c:v>185.87789316154669</c:v>
                      </c:pt>
                      <c:pt idx="174">
                        <c:v>375.40771236970232</c:v>
                      </c:pt>
                      <c:pt idx="175">
                        <c:v>572.33067770463117</c:v>
                      </c:pt>
                      <c:pt idx="176">
                        <c:v>713.63385252170224</c:v>
                      </c:pt>
                      <c:pt idx="177">
                        <c:v>796.41401739484218</c:v>
                      </c:pt>
                      <c:pt idx="178">
                        <c:v>839.38820941755796</c:v>
                      </c:pt>
                      <c:pt idx="179">
                        <c:v>910.31347854279124</c:v>
                      </c:pt>
                      <c:pt idx="180">
                        <c:v>978.14748906854402</c:v>
                      </c:pt>
                      <c:pt idx="181">
                        <c:v>1081.1099154715243</c:v>
                      </c:pt>
                      <c:pt idx="182">
                        <c:v>1104.5785825054645</c:v>
                      </c:pt>
                      <c:pt idx="183">
                        <c:v>1061.4211079582938</c:v>
                      </c:pt>
                      <c:pt idx="184">
                        <c:v>977.97321727418353</c:v>
                      </c:pt>
                      <c:pt idx="185">
                        <c:v>1007.4488051140557</c:v>
                      </c:pt>
                      <c:pt idx="186">
                        <c:v>1011.7645922632297</c:v>
                      </c:pt>
                      <c:pt idx="187">
                        <c:v>1169.8737939674934</c:v>
                      </c:pt>
                      <c:pt idx="188">
                        <c:v>1286.5611372329799</c:v>
                      </c:pt>
                      <c:pt idx="189">
                        <c:v>1457.5770977978802</c:v>
                      </c:pt>
                      <c:pt idx="190">
                        <c:v>1448.7160985840037</c:v>
                      </c:pt>
                      <c:pt idx="191">
                        <c:v>1237.9996188939267</c:v>
                      </c:pt>
                      <c:pt idx="192">
                        <c:v>915.34059612270948</c:v>
                      </c:pt>
                      <c:pt idx="193">
                        <c:v>597.80316056361789</c:v>
                      </c:pt>
                      <c:pt idx="194">
                        <c:v>368.43473947012654</c:v>
                      </c:pt>
                      <c:pt idx="195">
                        <c:v>240.00111994644897</c:v>
                      </c:pt>
                      <c:pt idx="196">
                        <c:v>174.78859511251113</c:v>
                      </c:pt>
                      <c:pt idx="197">
                        <c:v>182.01573056731553</c:v>
                      </c:pt>
                      <c:pt idx="198">
                        <c:v>325.87990776649565</c:v>
                      </c:pt>
                      <c:pt idx="199">
                        <c:v>480.66441665184453</c:v>
                      </c:pt>
                      <c:pt idx="200">
                        <c:v>653.6123999291691</c:v>
                      </c:pt>
                      <c:pt idx="201">
                        <c:v>779.82290981573112</c:v>
                      </c:pt>
                      <c:pt idx="202">
                        <c:v>885.94165996924619</c:v>
                      </c:pt>
                      <c:pt idx="203">
                        <c:v>996.55267378598717</c:v>
                      </c:pt>
                      <c:pt idx="204">
                        <c:v>1011.327169935622</c:v>
                      </c:pt>
                      <c:pt idx="205">
                        <c:v>1072.0756096928712</c:v>
                      </c:pt>
                      <c:pt idx="206">
                        <c:v>1269.555685345242</c:v>
                      </c:pt>
                      <c:pt idx="207">
                        <c:v>1183.9951366153487</c:v>
                      </c:pt>
                      <c:pt idx="208">
                        <c:v>1044.8235800576392</c:v>
                      </c:pt>
                      <c:pt idx="209">
                        <c:v>1056.3733592676608</c:v>
                      </c:pt>
                      <c:pt idx="210">
                        <c:v>1038.8779434151804</c:v>
                      </c:pt>
                      <c:pt idx="211">
                        <c:v>1194.2380705064315</c:v>
                      </c:pt>
                      <c:pt idx="212">
                        <c:v>1318.6845806066285</c:v>
                      </c:pt>
                      <c:pt idx="213">
                        <c:v>1494.6076280215516</c:v>
                      </c:pt>
                      <c:pt idx="214">
                        <c:v>1494.8289856596241</c:v>
                      </c:pt>
                      <c:pt idx="215">
                        <c:v>1270.422015073058</c:v>
                      </c:pt>
                      <c:pt idx="216">
                        <c:v>926.96895677137354</c:v>
                      </c:pt>
                      <c:pt idx="217">
                        <c:v>592.56447759027776</c:v>
                      </c:pt>
                      <c:pt idx="218">
                        <c:v>359.21495071474658</c:v>
                      </c:pt>
                      <c:pt idx="219">
                        <c:v>224.41901742143338</c:v>
                      </c:pt>
                      <c:pt idx="220">
                        <c:v>163.81776547111113</c:v>
                      </c:pt>
                      <c:pt idx="221">
                        <c:v>179.37816324160673</c:v>
                      </c:pt>
                      <c:pt idx="222">
                        <c:v>334.7016563009422</c:v>
                      </c:pt>
                      <c:pt idx="223">
                        <c:v>499.97373363988214</c:v>
                      </c:pt>
                      <c:pt idx="224">
                        <c:v>656.18453950344008</c:v>
                      </c:pt>
                      <c:pt idx="225">
                        <c:v>752.27093203852439</c:v>
                      </c:pt>
                      <c:pt idx="226">
                        <c:v>827.57752283666002</c:v>
                      </c:pt>
                      <c:pt idx="227">
                        <c:v>917.27634534161541</c:v>
                      </c:pt>
                      <c:pt idx="228">
                        <c:v>965.92459875709369</c:v>
                      </c:pt>
                      <c:pt idx="229">
                        <c:v>1106.4192318578182</c:v>
                      </c:pt>
                      <c:pt idx="230">
                        <c:v>1165.1650527822294</c:v>
                      </c:pt>
                      <c:pt idx="231">
                        <c:v>1105.5496507266112</c:v>
                      </c:pt>
                      <c:pt idx="232">
                        <c:v>995.07105521132758</c:v>
                      </c:pt>
                      <c:pt idx="233">
                        <c:v>1022.8568205485047</c:v>
                      </c:pt>
                      <c:pt idx="234">
                        <c:v>1022.59485636208</c:v>
                      </c:pt>
                      <c:pt idx="235">
                        <c:v>1161.3115851290372</c:v>
                      </c:pt>
                      <c:pt idx="236">
                        <c:v>1307.4688957433352</c:v>
                      </c:pt>
                      <c:pt idx="237">
                        <c:v>1489.6313447489956</c:v>
                      </c:pt>
                      <c:pt idx="238">
                        <c:v>1421.9843319099032</c:v>
                      </c:pt>
                      <c:pt idx="239">
                        <c:v>1157.4566681644137</c:v>
                      </c:pt>
                      <c:pt idx="240">
                        <c:v>796.45335536376251</c:v>
                      </c:pt>
                      <c:pt idx="241">
                        <c:v>491.23977736798463</c:v>
                      </c:pt>
                      <c:pt idx="242">
                        <c:v>292.96910535141103</c:v>
                      </c:pt>
                      <c:pt idx="243">
                        <c:v>190.33288170255105</c:v>
                      </c:pt>
                      <c:pt idx="244">
                        <c:v>149.35910872701334</c:v>
                      </c:pt>
                      <c:pt idx="245">
                        <c:v>174.99913671001335</c:v>
                      </c:pt>
                      <c:pt idx="246">
                        <c:v>352.67096654233325</c:v>
                      </c:pt>
                      <c:pt idx="247">
                        <c:v>525.0834550442778</c:v>
                      </c:pt>
                      <c:pt idx="248">
                        <c:v>645.32205714955558</c:v>
                      </c:pt>
                      <c:pt idx="249">
                        <c:v>693.33400964466455</c:v>
                      </c:pt>
                      <c:pt idx="250">
                        <c:v>758.52632980087537</c:v>
                      </c:pt>
                      <c:pt idx="251">
                        <c:v>851.0699818971018</c:v>
                      </c:pt>
                      <c:pt idx="252">
                        <c:v>917.65462002724439</c:v>
                      </c:pt>
                      <c:pt idx="253">
                        <c:v>1021.8994227723471</c:v>
                      </c:pt>
                      <c:pt idx="254">
                        <c:v>1052.3689182962003</c:v>
                      </c:pt>
                      <c:pt idx="255">
                        <c:v>1015.1658786074022</c:v>
                      </c:pt>
                      <c:pt idx="256">
                        <c:v>971.56791572277268</c:v>
                      </c:pt>
                      <c:pt idx="257">
                        <c:v>1032.627202432991</c:v>
                      </c:pt>
                      <c:pt idx="258">
                        <c:v>1024.7069200150506</c:v>
                      </c:pt>
                      <c:pt idx="259">
                        <c:v>1157.8473839687947</c:v>
                      </c:pt>
                      <c:pt idx="260">
                        <c:v>1291.9681888226467</c:v>
                      </c:pt>
                      <c:pt idx="261">
                        <c:v>1456.9490947508732</c:v>
                      </c:pt>
                      <c:pt idx="262">
                        <c:v>1402.4515397984444</c:v>
                      </c:pt>
                      <c:pt idx="263">
                        <c:v>1120.1921630260733</c:v>
                      </c:pt>
                      <c:pt idx="264">
                        <c:v>766.09202416844732</c:v>
                      </c:pt>
                      <c:pt idx="265">
                        <c:v>462.25519967109778</c:v>
                      </c:pt>
                      <c:pt idx="266">
                        <c:v>274.97194760246214</c:v>
                      </c:pt>
                      <c:pt idx="267">
                        <c:v>181.56982648106003</c:v>
                      </c:pt>
                      <c:pt idx="268">
                        <c:v>145.03620775085776</c:v>
                      </c:pt>
                      <c:pt idx="269">
                        <c:v>174.3121821181112</c:v>
                      </c:pt>
                      <c:pt idx="270">
                        <c:v>360.01587326534667</c:v>
                      </c:pt>
                      <c:pt idx="271">
                        <c:v>542.20107563024442</c:v>
                      </c:pt>
                      <c:pt idx="272">
                        <c:v>653.93561887255998</c:v>
                      </c:pt>
                      <c:pt idx="273">
                        <c:v>705.26697840763552</c:v>
                      </c:pt>
                      <c:pt idx="274">
                        <c:v>772.40229092453114</c:v>
                      </c:pt>
                      <c:pt idx="275">
                        <c:v>867.18112231809766</c:v>
                      </c:pt>
                      <c:pt idx="276">
                        <c:v>929.54412301670243</c:v>
                      </c:pt>
                      <c:pt idx="277">
                        <c:v>1029.7692701132887</c:v>
                      </c:pt>
                      <c:pt idx="278">
                        <c:v>1050.4848724384574</c:v>
                      </c:pt>
                      <c:pt idx="279">
                        <c:v>1013.5811458336203</c:v>
                      </c:pt>
                      <c:pt idx="280">
                        <c:v>970.30819975489158</c:v>
                      </c:pt>
                      <c:pt idx="281">
                        <c:v>1016.409874771603</c:v>
                      </c:pt>
                      <c:pt idx="282">
                        <c:v>1010.3135937711506</c:v>
                      </c:pt>
                      <c:pt idx="283">
                        <c:v>1164.1392531695733</c:v>
                      </c:pt>
                      <c:pt idx="284">
                        <c:v>1308.6639048819093</c:v>
                      </c:pt>
                      <c:pt idx="285">
                        <c:v>1482.057922250747</c:v>
                      </c:pt>
                      <c:pt idx="286">
                        <c:v>1411.9757215268132</c:v>
                      </c:pt>
                      <c:pt idx="287">
                        <c:v>1124.494385072996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0-F1FB-4D39-A8F8-9D267B9F4903}"/>
                  </c:ext>
                </c:extLst>
              </c15:ser>
            </c15:filteredLineSeries>
          </c:ext>
        </c:extLst>
      </c:lineChart>
      <c:catAx>
        <c:axId val="413031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13032680"/>
        <c:crosses val="autoZero"/>
        <c:auto val="1"/>
        <c:lblAlgn val="ctr"/>
        <c:lblOffset val="100"/>
        <c:noMultiLvlLbl val="0"/>
      </c:catAx>
      <c:valAx>
        <c:axId val="413032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13031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pPr>
            <a:r>
              <a:rPr lang="fr-FR" sz="1800">
                <a:solidFill>
                  <a:schemeClr val="accent5"/>
                </a:solidFill>
              </a:rPr>
              <a:t>DL-UL Traffic(TB)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accent5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'DL-UL HW+ER'!$B$1</c:f>
              <c:strCache>
                <c:ptCount val="1"/>
                <c:pt idx="0">
                  <c:v> DL Traffic 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layout>
                <c:manualLayout>
                  <c:x val="-4.2611111111111113E-2"/>
                  <c:y val="-4.857648002333039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DD5-4DC8-A4F3-81BE9E527C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'DL-UL HW+ER'!$A$2:$A$289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  <c:extLst xmlns:c15="http://schemas.microsoft.com/office/drawing/2012/chart"/>
            </c:strRef>
          </c:cat>
          <c:val>
            <c:numRef>
              <c:f>'DL-UL HW+ER'!$B$2:$B$289</c:f>
              <c:numCache>
                <c:formatCode>0</c:formatCode>
                <c:ptCount val="288"/>
                <c:pt idx="0">
                  <c:v>351.44513641748301</c:v>
                </c:pt>
                <c:pt idx="1">
                  <c:v>222.34349045774198</c:v>
                </c:pt>
                <c:pt idx="2">
                  <c:v>133.13407746950801</c:v>
                </c:pt>
                <c:pt idx="3">
                  <c:v>84.410998901601999</c:v>
                </c:pt>
                <c:pt idx="4">
                  <c:v>64.627739407408001</c:v>
                </c:pt>
                <c:pt idx="5">
                  <c:v>77.875357251997997</c:v>
                </c:pt>
                <c:pt idx="6">
                  <c:v>150.45407673799701</c:v>
                </c:pt>
                <c:pt idx="7">
                  <c:v>222.78474990611701</c:v>
                </c:pt>
                <c:pt idx="8">
                  <c:v>270.48959310256703</c:v>
                </c:pt>
                <c:pt idx="9">
                  <c:v>291.36816097734902</c:v>
                </c:pt>
                <c:pt idx="10">
                  <c:v>320.48280636636702</c:v>
                </c:pt>
                <c:pt idx="11">
                  <c:v>359.17632016494701</c:v>
                </c:pt>
                <c:pt idx="12">
                  <c:v>390.38165263859804</c:v>
                </c:pt>
                <c:pt idx="13">
                  <c:v>437.89951464474495</c:v>
                </c:pt>
                <c:pt idx="14">
                  <c:v>455.13754103256497</c:v>
                </c:pt>
                <c:pt idx="15">
                  <c:v>441.08929217579396</c:v>
                </c:pt>
                <c:pt idx="16">
                  <c:v>396.54712109179297</c:v>
                </c:pt>
                <c:pt idx="17">
                  <c:v>405.40810134731305</c:v>
                </c:pt>
                <c:pt idx="18">
                  <c:v>401.45607508595299</c:v>
                </c:pt>
                <c:pt idx="19">
                  <c:v>457.42490458528505</c:v>
                </c:pt>
                <c:pt idx="20">
                  <c:v>507.48208139878301</c:v>
                </c:pt>
                <c:pt idx="21">
                  <c:v>584.09230219947108</c:v>
                </c:pt>
                <c:pt idx="22">
                  <c:v>590.33210102478301</c:v>
                </c:pt>
                <c:pt idx="23">
                  <c:v>517.49453672346601</c:v>
                </c:pt>
                <c:pt idx="24">
                  <c:v>390.01644170465204</c:v>
                </c:pt>
                <c:pt idx="25">
                  <c:v>256.03132235117698</c:v>
                </c:pt>
                <c:pt idx="26">
                  <c:v>154.983941374442</c:v>
                </c:pt>
                <c:pt idx="27">
                  <c:v>99.868683192508001</c:v>
                </c:pt>
                <c:pt idx="28">
                  <c:v>71.190275928337002</c:v>
                </c:pt>
                <c:pt idx="29">
                  <c:v>76.373668634669002</c:v>
                </c:pt>
                <c:pt idx="30">
                  <c:v>132.329499100806</c:v>
                </c:pt>
                <c:pt idx="31">
                  <c:v>192.91981245854902</c:v>
                </c:pt>
                <c:pt idx="32">
                  <c:v>262.70052114824301</c:v>
                </c:pt>
                <c:pt idx="33">
                  <c:v>315.39720869399997</c:v>
                </c:pt>
                <c:pt idx="34">
                  <c:v>359.72721878988602</c:v>
                </c:pt>
                <c:pt idx="35">
                  <c:v>406.05795489939101</c:v>
                </c:pt>
                <c:pt idx="36">
                  <c:v>417.93234759586699</c:v>
                </c:pt>
                <c:pt idx="37">
                  <c:v>441.11779040994901</c:v>
                </c:pt>
                <c:pt idx="38">
                  <c:v>525.00362385135395</c:v>
                </c:pt>
                <c:pt idx="39">
                  <c:v>493.30050259823395</c:v>
                </c:pt>
                <c:pt idx="40">
                  <c:v>421.65690439597302</c:v>
                </c:pt>
                <c:pt idx="41">
                  <c:v>419.46874724906502</c:v>
                </c:pt>
                <c:pt idx="42">
                  <c:v>411.58756473956498</c:v>
                </c:pt>
                <c:pt idx="43">
                  <c:v>471.95580439375794</c:v>
                </c:pt>
                <c:pt idx="44">
                  <c:v>527.02820174888893</c:v>
                </c:pt>
                <c:pt idx="45">
                  <c:v>610.24972386295212</c:v>
                </c:pt>
                <c:pt idx="46">
                  <c:v>609.23911203236503</c:v>
                </c:pt>
                <c:pt idx="47">
                  <c:v>536.29005218687803</c:v>
                </c:pt>
                <c:pt idx="48">
                  <c:v>405.53945720234901</c:v>
                </c:pt>
                <c:pt idx="49">
                  <c:v>268.35681667600204</c:v>
                </c:pt>
                <c:pt idx="50">
                  <c:v>161.63696389520899</c:v>
                </c:pt>
                <c:pt idx="51">
                  <c:v>99.819258451064997</c:v>
                </c:pt>
                <c:pt idx="52">
                  <c:v>70.653402200905006</c:v>
                </c:pt>
                <c:pt idx="53">
                  <c:v>77.130643153901005</c:v>
                </c:pt>
                <c:pt idx="54">
                  <c:v>137.81178840731803</c:v>
                </c:pt>
                <c:pt idx="55">
                  <c:v>202.60134510091402</c:v>
                </c:pt>
                <c:pt idx="56">
                  <c:v>266.40664157601901</c:v>
                </c:pt>
                <c:pt idx="57">
                  <c:v>307.86391552017403</c:v>
                </c:pt>
                <c:pt idx="58">
                  <c:v>338.44722853108601</c:v>
                </c:pt>
                <c:pt idx="59">
                  <c:v>377.16416485953698</c:v>
                </c:pt>
                <c:pt idx="60">
                  <c:v>400.82065004820703</c:v>
                </c:pt>
                <c:pt idx="61">
                  <c:v>457.543549497426</c:v>
                </c:pt>
                <c:pt idx="62">
                  <c:v>483.29443938137899</c:v>
                </c:pt>
                <c:pt idx="63">
                  <c:v>461.18853029546403</c:v>
                </c:pt>
                <c:pt idx="64">
                  <c:v>407.066755859512</c:v>
                </c:pt>
                <c:pt idx="65">
                  <c:v>411.46751957061798</c:v>
                </c:pt>
                <c:pt idx="66">
                  <c:v>404.05543158242097</c:v>
                </c:pt>
                <c:pt idx="67">
                  <c:v>457.96473354079797</c:v>
                </c:pt>
                <c:pt idx="68">
                  <c:v>510.57154941840196</c:v>
                </c:pt>
                <c:pt idx="69">
                  <c:v>587.64855160115894</c:v>
                </c:pt>
                <c:pt idx="70">
                  <c:v>582.37875749200998</c:v>
                </c:pt>
                <c:pt idx="71">
                  <c:v>492.407565356791</c:v>
                </c:pt>
                <c:pt idx="72">
                  <c:v>349.15948069530896</c:v>
                </c:pt>
                <c:pt idx="73">
                  <c:v>216.628287492569</c:v>
                </c:pt>
                <c:pt idx="74">
                  <c:v>129.01082857995701</c:v>
                </c:pt>
                <c:pt idx="75">
                  <c:v>81.932076704609003</c:v>
                </c:pt>
                <c:pt idx="76">
                  <c:v>62.855294420266006</c:v>
                </c:pt>
                <c:pt idx="77">
                  <c:v>74.438063568307996</c:v>
                </c:pt>
                <c:pt idx="78">
                  <c:v>144.25149413920499</c:v>
                </c:pt>
                <c:pt idx="79">
                  <c:v>211.13181848175398</c:v>
                </c:pt>
                <c:pt idx="80">
                  <c:v>259.48423171111801</c:v>
                </c:pt>
                <c:pt idx="81">
                  <c:v>282.63502224007505</c:v>
                </c:pt>
                <c:pt idx="82">
                  <c:v>309.81616661955502</c:v>
                </c:pt>
                <c:pt idx="83">
                  <c:v>348.39484631536402</c:v>
                </c:pt>
                <c:pt idx="84">
                  <c:v>374.967456953029</c:v>
                </c:pt>
                <c:pt idx="85">
                  <c:v>417.55150841603506</c:v>
                </c:pt>
                <c:pt idx="86">
                  <c:v>431.49381974861899</c:v>
                </c:pt>
                <c:pt idx="87">
                  <c:v>414.92335252390899</c:v>
                </c:pt>
                <c:pt idx="88">
                  <c:v>386.90103827687403</c:v>
                </c:pt>
                <c:pt idx="89">
                  <c:v>401.74367122348502</c:v>
                </c:pt>
                <c:pt idx="90">
                  <c:v>395.36446371723099</c:v>
                </c:pt>
                <c:pt idx="91">
                  <c:v>453.76804218485597</c:v>
                </c:pt>
                <c:pt idx="92">
                  <c:v>509.41635450830302</c:v>
                </c:pt>
                <c:pt idx="93">
                  <c:v>586.93701660278703</c:v>
                </c:pt>
                <c:pt idx="94">
                  <c:v>576.06657656774996</c:v>
                </c:pt>
                <c:pt idx="95">
                  <c:v>476.96395556142295</c:v>
                </c:pt>
                <c:pt idx="96">
                  <c:v>332.14478143932899</c:v>
                </c:pt>
                <c:pt idx="97">
                  <c:v>204.73081396090902</c:v>
                </c:pt>
                <c:pt idx="98">
                  <c:v>121.513167444955</c:v>
                </c:pt>
                <c:pt idx="99">
                  <c:v>78.37190878686701</c:v>
                </c:pt>
                <c:pt idx="100">
                  <c:v>61.207236895292006</c:v>
                </c:pt>
                <c:pt idx="101">
                  <c:v>73.314066484009999</c:v>
                </c:pt>
                <c:pt idx="102">
                  <c:v>146.25565634568602</c:v>
                </c:pt>
                <c:pt idx="103">
                  <c:v>216.80975781260901</c:v>
                </c:pt>
                <c:pt idx="104">
                  <c:v>262.86763552527896</c:v>
                </c:pt>
                <c:pt idx="105">
                  <c:v>284.04568930737503</c:v>
                </c:pt>
                <c:pt idx="106">
                  <c:v>311.16299148626899</c:v>
                </c:pt>
                <c:pt idx="107">
                  <c:v>352.66818154769499</c:v>
                </c:pt>
                <c:pt idx="108">
                  <c:v>379.36880025251503</c:v>
                </c:pt>
                <c:pt idx="109">
                  <c:v>422.17448726965898</c:v>
                </c:pt>
                <c:pt idx="110">
                  <c:v>432.78194230026298</c:v>
                </c:pt>
                <c:pt idx="111">
                  <c:v>416.88296998464097</c:v>
                </c:pt>
                <c:pt idx="112">
                  <c:v>387.17779122142406</c:v>
                </c:pt>
                <c:pt idx="113">
                  <c:v>399.81554780778299</c:v>
                </c:pt>
                <c:pt idx="114">
                  <c:v>395.68279086703097</c:v>
                </c:pt>
                <c:pt idx="115">
                  <c:v>454.54340271146395</c:v>
                </c:pt>
                <c:pt idx="116">
                  <c:v>511.83859308795599</c:v>
                </c:pt>
                <c:pt idx="117">
                  <c:v>594.46902179350104</c:v>
                </c:pt>
                <c:pt idx="118">
                  <c:v>580.47487737256597</c:v>
                </c:pt>
                <c:pt idx="119">
                  <c:v>482.218579189369</c:v>
                </c:pt>
                <c:pt idx="120">
                  <c:v>334.96618919176797</c:v>
                </c:pt>
                <c:pt idx="121">
                  <c:v>205.855654888755</c:v>
                </c:pt>
                <c:pt idx="122">
                  <c:v>121.33015409532801</c:v>
                </c:pt>
                <c:pt idx="123">
                  <c:v>77.774651575288999</c:v>
                </c:pt>
                <c:pt idx="124">
                  <c:v>60.722693258516998</c:v>
                </c:pt>
                <c:pt idx="125">
                  <c:v>73.441766958501006</c:v>
                </c:pt>
                <c:pt idx="126">
                  <c:v>148.37288855293301</c:v>
                </c:pt>
                <c:pt idx="127">
                  <c:v>220.72388860900801</c:v>
                </c:pt>
                <c:pt idx="128">
                  <c:v>267.198549506321</c:v>
                </c:pt>
                <c:pt idx="129">
                  <c:v>289.56581686356697</c:v>
                </c:pt>
                <c:pt idx="130">
                  <c:v>318.00359686042998</c:v>
                </c:pt>
                <c:pt idx="131">
                  <c:v>354.49889600075903</c:v>
                </c:pt>
                <c:pt idx="132">
                  <c:v>390.143650186559</c:v>
                </c:pt>
                <c:pt idx="133">
                  <c:v>453.07450971482297</c:v>
                </c:pt>
                <c:pt idx="134">
                  <c:v>465.11214944625402</c:v>
                </c:pt>
                <c:pt idx="135">
                  <c:v>440.47490477247999</c:v>
                </c:pt>
                <c:pt idx="136">
                  <c:v>393.184021618212</c:v>
                </c:pt>
                <c:pt idx="137">
                  <c:v>403.95446131750202</c:v>
                </c:pt>
                <c:pt idx="138">
                  <c:v>436.39438322711305</c:v>
                </c:pt>
                <c:pt idx="139">
                  <c:v>496.20887591077201</c:v>
                </c:pt>
                <c:pt idx="140">
                  <c:v>522.38031023342</c:v>
                </c:pt>
                <c:pt idx="141">
                  <c:v>599.339232866977</c:v>
                </c:pt>
                <c:pt idx="142">
                  <c:v>582.88482107508298</c:v>
                </c:pt>
                <c:pt idx="143">
                  <c:v>483.20230631026902</c:v>
                </c:pt>
                <c:pt idx="144">
                  <c:v>348.07857839824499</c:v>
                </c:pt>
                <c:pt idx="145">
                  <c:v>216.598662689609</c:v>
                </c:pt>
                <c:pt idx="146">
                  <c:v>132.683431076446</c:v>
                </c:pt>
                <c:pt idx="147">
                  <c:v>80.958586516005994</c:v>
                </c:pt>
                <c:pt idx="148">
                  <c:v>62.175904831029001</c:v>
                </c:pt>
                <c:pt idx="149">
                  <c:v>75.428078632481999</c:v>
                </c:pt>
                <c:pt idx="150">
                  <c:v>151.873210266108</c:v>
                </c:pt>
                <c:pt idx="151">
                  <c:v>224.313072164565</c:v>
                </c:pt>
                <c:pt idx="152">
                  <c:v>272.35793064428702</c:v>
                </c:pt>
                <c:pt idx="153">
                  <c:v>292.25561556513503</c:v>
                </c:pt>
                <c:pt idx="154">
                  <c:v>317.88707279310097</c:v>
                </c:pt>
                <c:pt idx="155">
                  <c:v>354.11797458918204</c:v>
                </c:pt>
                <c:pt idx="156">
                  <c:v>380.51568759251404</c:v>
                </c:pt>
                <c:pt idx="157">
                  <c:v>423.00641172181702</c:v>
                </c:pt>
                <c:pt idx="158">
                  <c:v>436.55808655621797</c:v>
                </c:pt>
                <c:pt idx="159">
                  <c:v>421.07078363373705</c:v>
                </c:pt>
                <c:pt idx="160">
                  <c:v>396.05603004601198</c:v>
                </c:pt>
                <c:pt idx="161">
                  <c:v>411.27810219328899</c:v>
                </c:pt>
                <c:pt idx="162">
                  <c:v>406.76734955046902</c:v>
                </c:pt>
                <c:pt idx="163">
                  <c:v>464.31574096097904</c:v>
                </c:pt>
                <c:pt idx="164">
                  <c:v>515.14618371051699</c:v>
                </c:pt>
                <c:pt idx="165">
                  <c:v>590.77260306027301</c:v>
                </c:pt>
                <c:pt idx="166">
                  <c:v>580.88137781881505</c:v>
                </c:pt>
                <c:pt idx="167">
                  <c:v>476.070881844741</c:v>
                </c:pt>
                <c:pt idx="168">
                  <c:v>331.79294932983203</c:v>
                </c:pt>
                <c:pt idx="169">
                  <c:v>204.11820007185699</c:v>
                </c:pt>
                <c:pt idx="170">
                  <c:v>122.97034386009901</c:v>
                </c:pt>
                <c:pt idx="171">
                  <c:v>79.802950114750004</c:v>
                </c:pt>
                <c:pt idx="172">
                  <c:v>62.836529769872996</c:v>
                </c:pt>
                <c:pt idx="173">
                  <c:v>76.799480661819999</c:v>
                </c:pt>
                <c:pt idx="174">
                  <c:v>156.087570499202</c:v>
                </c:pt>
                <c:pt idx="175">
                  <c:v>237.06587679261798</c:v>
                </c:pt>
                <c:pt idx="176">
                  <c:v>294.31605155277396</c:v>
                </c:pt>
                <c:pt idx="177">
                  <c:v>327.16720911236496</c:v>
                </c:pt>
                <c:pt idx="178">
                  <c:v>343.36161837432599</c:v>
                </c:pt>
                <c:pt idx="179">
                  <c:v>372.04097563956901</c:v>
                </c:pt>
                <c:pt idx="180">
                  <c:v>400.84654815127101</c:v>
                </c:pt>
                <c:pt idx="181">
                  <c:v>444.72916449803097</c:v>
                </c:pt>
                <c:pt idx="182">
                  <c:v>455.69527123309001</c:v>
                </c:pt>
                <c:pt idx="183">
                  <c:v>437.88560279943397</c:v>
                </c:pt>
                <c:pt idx="184">
                  <c:v>401.43801116033296</c:v>
                </c:pt>
                <c:pt idx="185">
                  <c:v>410.92309205791594</c:v>
                </c:pt>
                <c:pt idx="186">
                  <c:v>411.87237841641701</c:v>
                </c:pt>
                <c:pt idx="187">
                  <c:v>477.12055803264701</c:v>
                </c:pt>
                <c:pt idx="188">
                  <c:v>525.03915317447297</c:v>
                </c:pt>
                <c:pt idx="189">
                  <c:v>595.865098091189</c:v>
                </c:pt>
                <c:pt idx="190">
                  <c:v>594.62114099333701</c:v>
                </c:pt>
                <c:pt idx="191">
                  <c:v>510.80180841961703</c:v>
                </c:pt>
                <c:pt idx="192">
                  <c:v>379.28535168486405</c:v>
                </c:pt>
                <c:pt idx="193">
                  <c:v>248.360726928182</c:v>
                </c:pt>
                <c:pt idx="194">
                  <c:v>153.06037934987302</c:v>
                </c:pt>
                <c:pt idx="195">
                  <c:v>99.622950748647</c:v>
                </c:pt>
                <c:pt idx="196">
                  <c:v>72.377944884561003</c:v>
                </c:pt>
                <c:pt idx="197">
                  <c:v>75.276853723881999</c:v>
                </c:pt>
                <c:pt idx="198">
                  <c:v>136.08271643779</c:v>
                </c:pt>
                <c:pt idx="199">
                  <c:v>201.04053487568501</c:v>
                </c:pt>
                <c:pt idx="200">
                  <c:v>272.72201205026602</c:v>
                </c:pt>
                <c:pt idx="201">
                  <c:v>323.51784465697199</c:v>
                </c:pt>
                <c:pt idx="202">
                  <c:v>365.62345454863203</c:v>
                </c:pt>
                <c:pt idx="203">
                  <c:v>410.73002217798194</c:v>
                </c:pt>
                <c:pt idx="204">
                  <c:v>417.838508962513</c:v>
                </c:pt>
                <c:pt idx="205">
                  <c:v>443.71644219155803</c:v>
                </c:pt>
                <c:pt idx="206">
                  <c:v>525.11515993287696</c:v>
                </c:pt>
                <c:pt idx="207">
                  <c:v>489.46214732840195</c:v>
                </c:pt>
                <c:pt idx="208">
                  <c:v>429.63449433143001</c:v>
                </c:pt>
                <c:pt idx="209">
                  <c:v>431.10688427812499</c:v>
                </c:pt>
                <c:pt idx="210">
                  <c:v>422.52342147476304</c:v>
                </c:pt>
                <c:pt idx="211">
                  <c:v>487.14359633200297</c:v>
                </c:pt>
                <c:pt idx="212">
                  <c:v>538.40283923239201</c:v>
                </c:pt>
                <c:pt idx="213">
                  <c:v>611.31166093040099</c:v>
                </c:pt>
                <c:pt idx="214">
                  <c:v>613.74278803242896</c:v>
                </c:pt>
                <c:pt idx="215">
                  <c:v>524.22736006733601</c:v>
                </c:pt>
                <c:pt idx="216">
                  <c:v>384.165366346545</c:v>
                </c:pt>
                <c:pt idx="217">
                  <c:v>246.18470435409299</c:v>
                </c:pt>
                <c:pt idx="218">
                  <c:v>149.30496852680898</c:v>
                </c:pt>
                <c:pt idx="219">
                  <c:v>93.149669941630009</c:v>
                </c:pt>
                <c:pt idx="220">
                  <c:v>67.864013783590991</c:v>
                </c:pt>
                <c:pt idx="221">
                  <c:v>74.143166938028997</c:v>
                </c:pt>
                <c:pt idx="222">
                  <c:v>139.58202492499501</c:v>
                </c:pt>
                <c:pt idx="223">
                  <c:v>208.36463640912001</c:v>
                </c:pt>
                <c:pt idx="224">
                  <c:v>272.28203868156299</c:v>
                </c:pt>
                <c:pt idx="225">
                  <c:v>309.857160691687</c:v>
                </c:pt>
                <c:pt idx="226">
                  <c:v>338.71279247774703</c:v>
                </c:pt>
                <c:pt idx="227">
                  <c:v>374.78846743801796</c:v>
                </c:pt>
                <c:pt idx="228">
                  <c:v>395.28877615867498</c:v>
                </c:pt>
                <c:pt idx="229">
                  <c:v>454.54727832771994</c:v>
                </c:pt>
                <c:pt idx="230">
                  <c:v>479.871384239848</c:v>
                </c:pt>
                <c:pt idx="231">
                  <c:v>455.40190831816301</c:v>
                </c:pt>
                <c:pt idx="232">
                  <c:v>407.57318817239297</c:v>
                </c:pt>
                <c:pt idx="233">
                  <c:v>416.78604754636604</c:v>
                </c:pt>
                <c:pt idx="234">
                  <c:v>416.03957854932798</c:v>
                </c:pt>
                <c:pt idx="235">
                  <c:v>473.24887489252501</c:v>
                </c:pt>
                <c:pt idx="236">
                  <c:v>533.87112860847105</c:v>
                </c:pt>
                <c:pt idx="237">
                  <c:v>609.59152566837088</c:v>
                </c:pt>
                <c:pt idx="238">
                  <c:v>583.7047729632161</c:v>
                </c:pt>
                <c:pt idx="239">
                  <c:v>477.87219153747202</c:v>
                </c:pt>
                <c:pt idx="240">
                  <c:v>330.250076005962</c:v>
                </c:pt>
                <c:pt idx="241">
                  <c:v>204.10894894788998</c:v>
                </c:pt>
                <c:pt idx="242">
                  <c:v>121.741343066393</c:v>
                </c:pt>
                <c:pt idx="243">
                  <c:v>78.939251042224996</c:v>
                </c:pt>
                <c:pt idx="244">
                  <c:v>61.740561375051001</c:v>
                </c:pt>
                <c:pt idx="245">
                  <c:v>72.123170236066997</c:v>
                </c:pt>
                <c:pt idx="246">
                  <c:v>146.33098052909199</c:v>
                </c:pt>
                <c:pt idx="247">
                  <c:v>216.95716849355398</c:v>
                </c:pt>
                <c:pt idx="248">
                  <c:v>265.44850767173097</c:v>
                </c:pt>
                <c:pt idx="249">
                  <c:v>283.07470898985895</c:v>
                </c:pt>
                <c:pt idx="250">
                  <c:v>308.12844286101301</c:v>
                </c:pt>
                <c:pt idx="251">
                  <c:v>345.76457747455902</c:v>
                </c:pt>
                <c:pt idx="252">
                  <c:v>373.95224085323599</c:v>
                </c:pt>
                <c:pt idx="253">
                  <c:v>418.57032526925195</c:v>
                </c:pt>
                <c:pt idx="254">
                  <c:v>432.60144593465407</c:v>
                </c:pt>
                <c:pt idx="255">
                  <c:v>417.36808453329797</c:v>
                </c:pt>
                <c:pt idx="256">
                  <c:v>397.93642780979303</c:v>
                </c:pt>
                <c:pt idx="257">
                  <c:v>421.00068632834098</c:v>
                </c:pt>
                <c:pt idx="258">
                  <c:v>416.29381023846099</c:v>
                </c:pt>
                <c:pt idx="259">
                  <c:v>471.04091687008594</c:v>
                </c:pt>
                <c:pt idx="260">
                  <c:v>526.42154785012701</c:v>
                </c:pt>
                <c:pt idx="261">
                  <c:v>595.12620340456294</c:v>
                </c:pt>
                <c:pt idx="262">
                  <c:v>576.00787975737694</c:v>
                </c:pt>
                <c:pt idx="263">
                  <c:v>462.85137311287201</c:v>
                </c:pt>
                <c:pt idx="264">
                  <c:v>317.68434642086197</c:v>
                </c:pt>
                <c:pt idx="265">
                  <c:v>191.93305112152299</c:v>
                </c:pt>
                <c:pt idx="266">
                  <c:v>114.16211683995101</c:v>
                </c:pt>
                <c:pt idx="267">
                  <c:v>75.140459902320003</c:v>
                </c:pt>
                <c:pt idx="268">
                  <c:v>59.92180481823101</c:v>
                </c:pt>
                <c:pt idx="269">
                  <c:v>71.835719122515997</c:v>
                </c:pt>
                <c:pt idx="270">
                  <c:v>149.32788197048501</c:v>
                </c:pt>
                <c:pt idx="271">
                  <c:v>224.04843114877298</c:v>
                </c:pt>
                <c:pt idx="272">
                  <c:v>268.899150451906</c:v>
                </c:pt>
                <c:pt idx="273">
                  <c:v>287.92226757942399</c:v>
                </c:pt>
                <c:pt idx="274">
                  <c:v>313.97904391042101</c:v>
                </c:pt>
                <c:pt idx="275">
                  <c:v>352.71266409191401</c:v>
                </c:pt>
                <c:pt idx="276">
                  <c:v>379.16102780467304</c:v>
                </c:pt>
                <c:pt idx="277">
                  <c:v>421.98230388686403</c:v>
                </c:pt>
                <c:pt idx="278">
                  <c:v>431.845447520704</c:v>
                </c:pt>
                <c:pt idx="279">
                  <c:v>416.78287800221995</c:v>
                </c:pt>
                <c:pt idx="280">
                  <c:v>397.095236413409</c:v>
                </c:pt>
                <c:pt idx="281">
                  <c:v>413.74821566214803</c:v>
                </c:pt>
                <c:pt idx="282">
                  <c:v>410.19920219540899</c:v>
                </c:pt>
                <c:pt idx="283">
                  <c:v>473.92132376951798</c:v>
                </c:pt>
                <c:pt idx="284">
                  <c:v>533.31884453291798</c:v>
                </c:pt>
                <c:pt idx="285">
                  <c:v>606.09259944293001</c:v>
                </c:pt>
                <c:pt idx="286">
                  <c:v>580.61818695285911</c:v>
                </c:pt>
                <c:pt idx="287">
                  <c:v>465.15358598426695</c:v>
                </c:pt>
              </c:numCache>
              <c:extLst xmlns:c15="http://schemas.microsoft.com/office/drawing/2012/chart"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1-2DD5-4DC8-A4F3-81BE9E527C36}"/>
            </c:ext>
          </c:extLst>
        </c:ser>
        <c:ser>
          <c:idx val="1"/>
          <c:order val="1"/>
          <c:tx>
            <c:strRef>
              <c:f>'DL-UL HW+ER'!$C$1</c:f>
              <c:strCache>
                <c:ptCount val="1"/>
                <c:pt idx="0">
                  <c:v>UL Traffic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layout>
                <c:manualLayout>
                  <c:x val="-3.6277777777777881E-2"/>
                  <c:y val="-3.93172207640711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DD5-4DC8-A4F3-81BE9E527C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'DL-UL HW+ER'!$A$2:$A$289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  <c:extLst xmlns:c15="http://schemas.microsoft.com/office/drawing/2012/chart"/>
            </c:strRef>
          </c:cat>
          <c:val>
            <c:numRef>
              <c:f>'DL-UL HW+ER'!$C$2:$C$289</c:f>
              <c:numCache>
                <c:formatCode>0</c:formatCode>
                <c:ptCount val="288"/>
                <c:pt idx="0">
                  <c:v>30.474568728363998</c:v>
                </c:pt>
                <c:pt idx="1">
                  <c:v>18.662314232924999</c:v>
                </c:pt>
                <c:pt idx="2">
                  <c:v>11.131005100979998</c:v>
                </c:pt>
                <c:pt idx="3">
                  <c:v>7.2571785082110001</c:v>
                </c:pt>
                <c:pt idx="4">
                  <c:v>5.6941969304800004</c:v>
                </c:pt>
                <c:pt idx="5">
                  <c:v>6.9936102288260003</c:v>
                </c:pt>
                <c:pt idx="6">
                  <c:v>12.492255531104</c:v>
                </c:pt>
                <c:pt idx="7">
                  <c:v>19.474328602535</c:v>
                </c:pt>
                <c:pt idx="8">
                  <c:v>24.863220677557003</c:v>
                </c:pt>
                <c:pt idx="9">
                  <c:v>28.977738208950999</c:v>
                </c:pt>
                <c:pt idx="10">
                  <c:v>33.300049903073003</c:v>
                </c:pt>
                <c:pt idx="11">
                  <c:v>37.280801174399002</c:v>
                </c:pt>
                <c:pt idx="12">
                  <c:v>39.094572200485004</c:v>
                </c:pt>
                <c:pt idx="13">
                  <c:v>41.832411119827</c:v>
                </c:pt>
                <c:pt idx="14">
                  <c:v>41.712450952145005</c:v>
                </c:pt>
                <c:pt idx="15">
                  <c:v>40.132035330917006</c:v>
                </c:pt>
                <c:pt idx="16">
                  <c:v>38.259749671405004</c:v>
                </c:pt>
                <c:pt idx="17">
                  <c:v>41.896556480892997</c:v>
                </c:pt>
                <c:pt idx="18">
                  <c:v>43.197707254850997</c:v>
                </c:pt>
                <c:pt idx="19">
                  <c:v>47.799441334291998</c:v>
                </c:pt>
                <c:pt idx="20">
                  <c:v>52.281672201782001</c:v>
                </c:pt>
                <c:pt idx="21">
                  <c:v>59.049713339687997</c:v>
                </c:pt>
                <c:pt idx="22">
                  <c:v>57.382180298484002</c:v>
                </c:pt>
                <c:pt idx="23">
                  <c:v>47.438682266555006</c:v>
                </c:pt>
                <c:pt idx="24">
                  <c:v>34.060614819994001</c:v>
                </c:pt>
                <c:pt idx="25">
                  <c:v>21.842155187063</c:v>
                </c:pt>
                <c:pt idx="26">
                  <c:v>13.184836654742</c:v>
                </c:pt>
                <c:pt idx="27">
                  <c:v>8.5175760405329992</c:v>
                </c:pt>
                <c:pt idx="28">
                  <c:v>6.2354398419389998</c:v>
                </c:pt>
                <c:pt idx="29">
                  <c:v>6.7730469435509999</c:v>
                </c:pt>
                <c:pt idx="30">
                  <c:v>10.445418994076</c:v>
                </c:pt>
                <c:pt idx="31">
                  <c:v>14.829529215717001</c:v>
                </c:pt>
                <c:pt idx="32">
                  <c:v>20.899686132941</c:v>
                </c:pt>
                <c:pt idx="33">
                  <c:v>26.899834200002001</c:v>
                </c:pt>
                <c:pt idx="34">
                  <c:v>32.542260117578998</c:v>
                </c:pt>
                <c:pt idx="35">
                  <c:v>37.187467870177997</c:v>
                </c:pt>
                <c:pt idx="36">
                  <c:v>37.034606778335004</c:v>
                </c:pt>
                <c:pt idx="37">
                  <c:v>38.263717165719996</c:v>
                </c:pt>
                <c:pt idx="38">
                  <c:v>45.673210156549999</c:v>
                </c:pt>
                <c:pt idx="39">
                  <c:v>43.262733876664996</c:v>
                </c:pt>
                <c:pt idx="40">
                  <c:v>39.541081596227997</c:v>
                </c:pt>
                <c:pt idx="41">
                  <c:v>43.146178785052996</c:v>
                </c:pt>
                <c:pt idx="42">
                  <c:v>44.233989667014001</c:v>
                </c:pt>
                <c:pt idx="43">
                  <c:v>48.707245095493001</c:v>
                </c:pt>
                <c:pt idx="44">
                  <c:v>52.857910948536002</c:v>
                </c:pt>
                <c:pt idx="45">
                  <c:v>60.002790059063003</c:v>
                </c:pt>
                <c:pt idx="46">
                  <c:v>59.016518928809006</c:v>
                </c:pt>
                <c:pt idx="47">
                  <c:v>48.945922614664994</c:v>
                </c:pt>
                <c:pt idx="48">
                  <c:v>35.037804068998</c:v>
                </c:pt>
                <c:pt idx="49">
                  <c:v>22.349529721627</c:v>
                </c:pt>
                <c:pt idx="50">
                  <c:v>13.470473282612</c:v>
                </c:pt>
                <c:pt idx="51">
                  <c:v>8.4422540751900002</c:v>
                </c:pt>
                <c:pt idx="52">
                  <c:v>6.184048846004</c:v>
                </c:pt>
                <c:pt idx="53">
                  <c:v>6.8707765673430004</c:v>
                </c:pt>
                <c:pt idx="54">
                  <c:v>11.035074699717999</c:v>
                </c:pt>
                <c:pt idx="55">
                  <c:v>16.320768260625002</c:v>
                </c:pt>
                <c:pt idx="56">
                  <c:v>22.623543168966002</c:v>
                </c:pt>
                <c:pt idx="57">
                  <c:v>28.431695225650003</c:v>
                </c:pt>
                <c:pt idx="58">
                  <c:v>33.522824107253996</c:v>
                </c:pt>
                <c:pt idx="59">
                  <c:v>37.935710810607006</c:v>
                </c:pt>
                <c:pt idx="60">
                  <c:v>39.495214810320007</c:v>
                </c:pt>
                <c:pt idx="61">
                  <c:v>43.225441011672004</c:v>
                </c:pt>
                <c:pt idx="62">
                  <c:v>44.446002002653003</c:v>
                </c:pt>
                <c:pt idx="63">
                  <c:v>42.471868846230002</c:v>
                </c:pt>
                <c:pt idx="64">
                  <c:v>39.544185337697002</c:v>
                </c:pt>
                <c:pt idx="65">
                  <c:v>42.719262970934999</c:v>
                </c:pt>
                <c:pt idx="66">
                  <c:v>43.555318913084001</c:v>
                </c:pt>
                <c:pt idx="67">
                  <c:v>47.965902171008999</c:v>
                </c:pt>
                <c:pt idx="68">
                  <c:v>52.284379091015005</c:v>
                </c:pt>
                <c:pt idx="69">
                  <c:v>59.068378775471004</c:v>
                </c:pt>
                <c:pt idx="70">
                  <c:v>56.654929023081998</c:v>
                </c:pt>
                <c:pt idx="71">
                  <c:v>44.715424417131004</c:v>
                </c:pt>
                <c:pt idx="72">
                  <c:v>30.157741734852998</c:v>
                </c:pt>
                <c:pt idx="73">
                  <c:v>18.280255623188999</c:v>
                </c:pt>
                <c:pt idx="74">
                  <c:v>10.859735639288001</c:v>
                </c:pt>
                <c:pt idx="75">
                  <c:v>7.1005674661290001</c:v>
                </c:pt>
                <c:pt idx="76">
                  <c:v>5.5876390182910001</c:v>
                </c:pt>
                <c:pt idx="77">
                  <c:v>6.7945491118859991</c:v>
                </c:pt>
                <c:pt idx="78">
                  <c:v>12.293325838308998</c:v>
                </c:pt>
                <c:pt idx="79">
                  <c:v>19.255962988573998</c:v>
                </c:pt>
                <c:pt idx="80">
                  <c:v>24.99592995207</c:v>
                </c:pt>
                <c:pt idx="81">
                  <c:v>29.208813354156</c:v>
                </c:pt>
                <c:pt idx="82">
                  <c:v>33.364895604072998</c:v>
                </c:pt>
                <c:pt idx="83">
                  <c:v>37.200430589345999</c:v>
                </c:pt>
                <c:pt idx="84">
                  <c:v>38.955291545172003</c:v>
                </c:pt>
                <c:pt idx="85">
                  <c:v>41.134199262008003</c:v>
                </c:pt>
                <c:pt idx="86">
                  <c:v>40.794117935822996</c:v>
                </c:pt>
                <c:pt idx="87">
                  <c:v>39.224541080721004</c:v>
                </c:pt>
                <c:pt idx="88">
                  <c:v>38.370081665251</c:v>
                </c:pt>
                <c:pt idx="89">
                  <c:v>42.488590042509998</c:v>
                </c:pt>
                <c:pt idx="90">
                  <c:v>43.533901829040005</c:v>
                </c:pt>
                <c:pt idx="91">
                  <c:v>48.288963955455003</c:v>
                </c:pt>
                <c:pt idx="92">
                  <c:v>53.120716810881007</c:v>
                </c:pt>
                <c:pt idx="93">
                  <c:v>59.515067419886002</c:v>
                </c:pt>
                <c:pt idx="94">
                  <c:v>55.878859139893002</c:v>
                </c:pt>
                <c:pt idx="95">
                  <c:v>43.061370187203998</c:v>
                </c:pt>
                <c:pt idx="96">
                  <c:v>28.517362269210004</c:v>
                </c:pt>
                <c:pt idx="97">
                  <c:v>17.136521461318001</c:v>
                </c:pt>
                <c:pt idx="98">
                  <c:v>10.264142082216001</c:v>
                </c:pt>
                <c:pt idx="99">
                  <c:v>6.8007670327229999</c:v>
                </c:pt>
                <c:pt idx="100">
                  <c:v>5.4688745011010003</c:v>
                </c:pt>
                <c:pt idx="101">
                  <c:v>6.754086028823</c:v>
                </c:pt>
                <c:pt idx="102">
                  <c:v>12.533542063485001</c:v>
                </c:pt>
                <c:pt idx="103">
                  <c:v>19.688371792063002</c:v>
                </c:pt>
                <c:pt idx="104">
                  <c:v>25.021726108052999</c:v>
                </c:pt>
                <c:pt idx="105">
                  <c:v>29.31020299091</c:v>
                </c:pt>
                <c:pt idx="106">
                  <c:v>33.389910576985002</c:v>
                </c:pt>
                <c:pt idx="107">
                  <c:v>37.326034987402998</c:v>
                </c:pt>
                <c:pt idx="108">
                  <c:v>39.036288478655003</c:v>
                </c:pt>
                <c:pt idx="109">
                  <c:v>41.294593747337998</c:v>
                </c:pt>
                <c:pt idx="110">
                  <c:v>40.820235556455003</c:v>
                </c:pt>
                <c:pt idx="111">
                  <c:v>39.258398487355002</c:v>
                </c:pt>
                <c:pt idx="112">
                  <c:v>38.533382606201997</c:v>
                </c:pt>
                <c:pt idx="113">
                  <c:v>42.446968278727994</c:v>
                </c:pt>
                <c:pt idx="114">
                  <c:v>43.283360278532996</c:v>
                </c:pt>
                <c:pt idx="115">
                  <c:v>48.385649970605996</c:v>
                </c:pt>
                <c:pt idx="116">
                  <c:v>53.018318528711006</c:v>
                </c:pt>
                <c:pt idx="117">
                  <c:v>59.713104257224998</c:v>
                </c:pt>
                <c:pt idx="118">
                  <c:v>56.085543466528996</c:v>
                </c:pt>
                <c:pt idx="119">
                  <c:v>43.338659803112002</c:v>
                </c:pt>
                <c:pt idx="120">
                  <c:v>28.725296100092997</c:v>
                </c:pt>
                <c:pt idx="121">
                  <c:v>17.259816842572</c:v>
                </c:pt>
                <c:pt idx="122">
                  <c:v>10.249487002979999</c:v>
                </c:pt>
                <c:pt idx="123">
                  <c:v>6.7855623102170002</c:v>
                </c:pt>
                <c:pt idx="124">
                  <c:v>5.4860614107229999</c:v>
                </c:pt>
                <c:pt idx="125">
                  <c:v>6.8452172954239998</c:v>
                </c:pt>
                <c:pt idx="126">
                  <c:v>12.661196160044</c:v>
                </c:pt>
                <c:pt idx="127">
                  <c:v>19.812801615154001</c:v>
                </c:pt>
                <c:pt idx="128">
                  <c:v>25.281679582067</c:v>
                </c:pt>
                <c:pt idx="129">
                  <c:v>29.419463851479996</c:v>
                </c:pt>
                <c:pt idx="130">
                  <c:v>33.688213318636002</c:v>
                </c:pt>
                <c:pt idx="131">
                  <c:v>37.391398658382002</c:v>
                </c:pt>
                <c:pt idx="132">
                  <c:v>39.514331978281</c:v>
                </c:pt>
                <c:pt idx="133">
                  <c:v>43.544036575137994</c:v>
                </c:pt>
                <c:pt idx="134">
                  <c:v>42.996539021432994</c:v>
                </c:pt>
                <c:pt idx="135">
                  <c:v>40.714233230938</c:v>
                </c:pt>
                <c:pt idx="136">
                  <c:v>38.930134021537</c:v>
                </c:pt>
                <c:pt idx="137">
                  <c:v>42.529719960639</c:v>
                </c:pt>
                <c:pt idx="138">
                  <c:v>44.038631892599</c:v>
                </c:pt>
                <c:pt idx="139">
                  <c:v>48.856985541084001</c:v>
                </c:pt>
                <c:pt idx="140">
                  <c:v>53.783702903223997</c:v>
                </c:pt>
                <c:pt idx="141">
                  <c:v>60.178584152713995</c:v>
                </c:pt>
                <c:pt idx="142">
                  <c:v>56.283516447949992</c:v>
                </c:pt>
                <c:pt idx="143">
                  <c:v>43.389975463927996</c:v>
                </c:pt>
                <c:pt idx="144">
                  <c:v>29.005325832416002</c:v>
                </c:pt>
                <c:pt idx="145">
                  <c:v>17.405072192948001</c:v>
                </c:pt>
                <c:pt idx="146">
                  <c:v>10.520263293267</c:v>
                </c:pt>
                <c:pt idx="147">
                  <c:v>6.8862750481490007</c:v>
                </c:pt>
                <c:pt idx="148">
                  <c:v>5.5500530157359993</c:v>
                </c:pt>
                <c:pt idx="149">
                  <c:v>6.8591687997250004</c:v>
                </c:pt>
                <c:pt idx="150">
                  <c:v>12.804661416961</c:v>
                </c:pt>
                <c:pt idx="151">
                  <c:v>19.828846956461</c:v>
                </c:pt>
                <c:pt idx="152">
                  <c:v>25.313150143862003</c:v>
                </c:pt>
                <c:pt idx="153">
                  <c:v>29.449827773663003</c:v>
                </c:pt>
                <c:pt idx="154">
                  <c:v>33.564903087990999</c:v>
                </c:pt>
                <c:pt idx="155">
                  <c:v>37.139693756733003</c:v>
                </c:pt>
                <c:pt idx="156">
                  <c:v>38.686076523060997</c:v>
                </c:pt>
                <c:pt idx="157">
                  <c:v>41.074739054757003</c:v>
                </c:pt>
                <c:pt idx="158">
                  <c:v>40.773776754316998</c:v>
                </c:pt>
                <c:pt idx="159">
                  <c:v>39.438046629612998</c:v>
                </c:pt>
                <c:pt idx="160">
                  <c:v>39.003210511812</c:v>
                </c:pt>
                <c:pt idx="161">
                  <c:v>43.196072794599999</c:v>
                </c:pt>
                <c:pt idx="162">
                  <c:v>44.083516629127004</c:v>
                </c:pt>
                <c:pt idx="163">
                  <c:v>49.082739083291997</c:v>
                </c:pt>
                <c:pt idx="164">
                  <c:v>53.831037305142004</c:v>
                </c:pt>
                <c:pt idx="165">
                  <c:v>59.833142169635998</c:v>
                </c:pt>
                <c:pt idx="166">
                  <c:v>55.646905798740001</c:v>
                </c:pt>
                <c:pt idx="167">
                  <c:v>42.653033545282</c:v>
                </c:pt>
                <c:pt idx="168">
                  <c:v>28.324936391438996</c:v>
                </c:pt>
                <c:pt idx="169">
                  <c:v>17.060799729279001</c:v>
                </c:pt>
                <c:pt idx="170">
                  <c:v>10.307370978910001</c:v>
                </c:pt>
                <c:pt idx="171">
                  <c:v>6.8671712320370002</c:v>
                </c:pt>
                <c:pt idx="172">
                  <c:v>5.5477434393949991</c:v>
                </c:pt>
                <c:pt idx="173">
                  <c:v>6.8455712608759995</c:v>
                </c:pt>
                <c:pt idx="174">
                  <c:v>12.845900067163999</c:v>
                </c:pt>
                <c:pt idx="175">
                  <c:v>20.482928174466</c:v>
                </c:pt>
                <c:pt idx="176">
                  <c:v>26.819182081991997</c:v>
                </c:pt>
                <c:pt idx="177">
                  <c:v>31.219098715314001</c:v>
                </c:pt>
                <c:pt idx="178">
                  <c:v>34.363075863574998</c:v>
                </c:pt>
                <c:pt idx="179">
                  <c:v>37.600089704687001</c:v>
                </c:pt>
                <c:pt idx="180">
                  <c:v>39.319821929573997</c:v>
                </c:pt>
                <c:pt idx="181">
                  <c:v>41.770297464155</c:v>
                </c:pt>
                <c:pt idx="182">
                  <c:v>41.365090894369004</c:v>
                </c:pt>
                <c:pt idx="183">
                  <c:v>39.753895781798001</c:v>
                </c:pt>
                <c:pt idx="184">
                  <c:v>38.649936613049995</c:v>
                </c:pt>
                <c:pt idx="185">
                  <c:v>42.428870243409001</c:v>
                </c:pt>
                <c:pt idx="186">
                  <c:v>43.421688102036001</c:v>
                </c:pt>
                <c:pt idx="187">
                  <c:v>49.322649252725</c:v>
                </c:pt>
                <c:pt idx="188">
                  <c:v>53.913358580368005</c:v>
                </c:pt>
                <c:pt idx="189">
                  <c:v>60.044595917856995</c:v>
                </c:pt>
                <c:pt idx="190">
                  <c:v>57.301103369464997</c:v>
                </c:pt>
                <c:pt idx="191">
                  <c:v>46.298020082649998</c:v>
                </c:pt>
                <c:pt idx="192">
                  <c:v>32.617916570355</c:v>
                </c:pt>
                <c:pt idx="193">
                  <c:v>20.650695325446002</c:v>
                </c:pt>
                <c:pt idx="194">
                  <c:v>12.735253411683999</c:v>
                </c:pt>
                <c:pt idx="195">
                  <c:v>8.3775532272549995</c:v>
                </c:pt>
                <c:pt idx="196">
                  <c:v>6.2769229160689992</c:v>
                </c:pt>
                <c:pt idx="197">
                  <c:v>6.6302250314100011</c:v>
                </c:pt>
                <c:pt idx="198">
                  <c:v>10.563242057132999</c:v>
                </c:pt>
                <c:pt idx="199">
                  <c:v>15.258452617644998</c:v>
                </c:pt>
                <c:pt idx="200">
                  <c:v>21.403567917860002</c:v>
                </c:pt>
                <c:pt idx="201">
                  <c:v>27.402464760107001</c:v>
                </c:pt>
                <c:pt idx="202">
                  <c:v>33.050292437528995</c:v>
                </c:pt>
                <c:pt idx="203">
                  <c:v>37.718681025712002</c:v>
                </c:pt>
                <c:pt idx="204">
                  <c:v>37.258717508517002</c:v>
                </c:pt>
                <c:pt idx="205">
                  <c:v>38.717582170234003</c:v>
                </c:pt>
                <c:pt idx="206">
                  <c:v>46.184898472482004</c:v>
                </c:pt>
                <c:pt idx="207">
                  <c:v>43.335664148505003</c:v>
                </c:pt>
                <c:pt idx="208">
                  <c:v>40.536116694507996</c:v>
                </c:pt>
                <c:pt idx="209">
                  <c:v>44.261127392321995</c:v>
                </c:pt>
                <c:pt idx="210">
                  <c:v>44.971653062068008</c:v>
                </c:pt>
                <c:pt idx="211">
                  <c:v>50.263535395890997</c:v>
                </c:pt>
                <c:pt idx="212">
                  <c:v>55.005222040590994</c:v>
                </c:pt>
                <c:pt idx="213">
                  <c:v>61.261771679296999</c:v>
                </c:pt>
                <c:pt idx="214">
                  <c:v>58.930255514402006</c:v>
                </c:pt>
                <c:pt idx="215">
                  <c:v>47.46254671554</c:v>
                </c:pt>
                <c:pt idx="216">
                  <c:v>32.970664200572998</c:v>
                </c:pt>
                <c:pt idx="217">
                  <c:v>20.469310561531998</c:v>
                </c:pt>
                <c:pt idx="218">
                  <c:v>12.341759294827</c:v>
                </c:pt>
                <c:pt idx="219">
                  <c:v>7.8388878980150007</c:v>
                </c:pt>
                <c:pt idx="220">
                  <c:v>5.853980678409</c:v>
                </c:pt>
                <c:pt idx="221">
                  <c:v>6.5770065206939989</c:v>
                </c:pt>
                <c:pt idx="222">
                  <c:v>11.033720410429</c:v>
                </c:pt>
                <c:pt idx="223">
                  <c:v>16.623543728826998</c:v>
                </c:pt>
                <c:pt idx="224">
                  <c:v>23.001004094984999</c:v>
                </c:pt>
                <c:pt idx="225">
                  <c:v>28.664758725649001</c:v>
                </c:pt>
                <c:pt idx="226">
                  <c:v>33.697092798749999</c:v>
                </c:pt>
                <c:pt idx="227">
                  <c:v>37.985887965708997</c:v>
                </c:pt>
                <c:pt idx="228">
                  <c:v>39.377293282017</c:v>
                </c:pt>
                <c:pt idx="229">
                  <c:v>43.341376008297999</c:v>
                </c:pt>
                <c:pt idx="230">
                  <c:v>44.452889512154997</c:v>
                </c:pt>
                <c:pt idx="231">
                  <c:v>42.095434508811998</c:v>
                </c:pt>
                <c:pt idx="232">
                  <c:v>40.208786672703994</c:v>
                </c:pt>
                <c:pt idx="233">
                  <c:v>43.499521700461003</c:v>
                </c:pt>
                <c:pt idx="234">
                  <c:v>44.128106813607999</c:v>
                </c:pt>
                <c:pt idx="235">
                  <c:v>49.341338415541998</c:v>
                </c:pt>
                <c:pt idx="236">
                  <c:v>54.489874476030003</c:v>
                </c:pt>
                <c:pt idx="237">
                  <c:v>60.742579468677008</c:v>
                </c:pt>
                <c:pt idx="238">
                  <c:v>56.188176396239996</c:v>
                </c:pt>
                <c:pt idx="239">
                  <c:v>42.983309136514002</c:v>
                </c:pt>
                <c:pt idx="240">
                  <c:v>28.153933907730998</c:v>
                </c:pt>
                <c:pt idx="241">
                  <c:v>16.948950867702997</c:v>
                </c:pt>
                <c:pt idx="242">
                  <c:v>10.094754341742</c:v>
                </c:pt>
                <c:pt idx="243">
                  <c:v>6.7105457239229995</c:v>
                </c:pt>
                <c:pt idx="244">
                  <c:v>5.4710375521050008</c:v>
                </c:pt>
                <c:pt idx="245">
                  <c:v>6.6264412834390001</c:v>
                </c:pt>
                <c:pt idx="246">
                  <c:v>12.370954414958</c:v>
                </c:pt>
                <c:pt idx="247">
                  <c:v>19.330386276371001</c:v>
                </c:pt>
                <c:pt idx="248">
                  <c:v>24.946418045568997</c:v>
                </c:pt>
                <c:pt idx="249">
                  <c:v>28.925595350239998</c:v>
                </c:pt>
                <c:pt idx="250">
                  <c:v>33.208405549380998</c:v>
                </c:pt>
                <c:pt idx="251">
                  <c:v>37.216914379137002</c:v>
                </c:pt>
                <c:pt idx="252">
                  <c:v>38.992338159024001</c:v>
                </c:pt>
                <c:pt idx="253">
                  <c:v>41.284414978304</c:v>
                </c:pt>
                <c:pt idx="254">
                  <c:v>40.964567298635998</c:v>
                </c:pt>
                <c:pt idx="255">
                  <c:v>39.456560840033006</c:v>
                </c:pt>
                <c:pt idx="256">
                  <c:v>39.269134265455001</c:v>
                </c:pt>
                <c:pt idx="257">
                  <c:v>43.681554766505002</c:v>
                </c:pt>
                <c:pt idx="258">
                  <c:v>44.824303768311999</c:v>
                </c:pt>
                <c:pt idx="259">
                  <c:v>49.990405915872003</c:v>
                </c:pt>
                <c:pt idx="260">
                  <c:v>54.964137120064002</c:v>
                </c:pt>
                <c:pt idx="261">
                  <c:v>60.50088923333</c:v>
                </c:pt>
                <c:pt idx="262">
                  <c:v>55.095313151923001</c:v>
                </c:pt>
                <c:pt idx="263">
                  <c:v>41.235100248861002</c:v>
                </c:pt>
                <c:pt idx="264">
                  <c:v>27.057064454938999</c:v>
                </c:pt>
                <c:pt idx="265">
                  <c:v>16.081788730471001</c:v>
                </c:pt>
                <c:pt idx="266">
                  <c:v>9.5752595811569989</c:v>
                </c:pt>
                <c:pt idx="267">
                  <c:v>6.5659620141569999</c:v>
                </c:pt>
                <c:pt idx="268">
                  <c:v>5.344488669655</c:v>
                </c:pt>
                <c:pt idx="269">
                  <c:v>6.6047628306340007</c:v>
                </c:pt>
                <c:pt idx="270">
                  <c:v>12.679260998920999</c:v>
                </c:pt>
                <c:pt idx="271">
                  <c:v>19.942052884836997</c:v>
                </c:pt>
                <c:pt idx="272">
                  <c:v>25.371878040746001</c:v>
                </c:pt>
                <c:pt idx="273">
                  <c:v>29.447872704011999</c:v>
                </c:pt>
                <c:pt idx="274">
                  <c:v>33.601987005618</c:v>
                </c:pt>
                <c:pt idx="275">
                  <c:v>37.518840951230004</c:v>
                </c:pt>
                <c:pt idx="276">
                  <c:v>39.133827552843002</c:v>
                </c:pt>
                <c:pt idx="277">
                  <c:v>41.413867664115998</c:v>
                </c:pt>
                <c:pt idx="278">
                  <c:v>40.872745076602001</c:v>
                </c:pt>
                <c:pt idx="279">
                  <c:v>39.328637622909</c:v>
                </c:pt>
                <c:pt idx="280">
                  <c:v>39.543453476292001</c:v>
                </c:pt>
                <c:pt idx="281">
                  <c:v>43.636227985073006</c:v>
                </c:pt>
                <c:pt idx="282">
                  <c:v>44.441915001608997</c:v>
                </c:pt>
                <c:pt idx="283">
                  <c:v>49.941340156790005</c:v>
                </c:pt>
                <c:pt idx="284">
                  <c:v>55.579912663941002</c:v>
                </c:pt>
                <c:pt idx="285">
                  <c:v>60.833465569905997</c:v>
                </c:pt>
                <c:pt idx="286">
                  <c:v>54.770887734207001</c:v>
                </c:pt>
                <c:pt idx="287">
                  <c:v>40.868887298581001</c:v>
                </c:pt>
              </c:numCache>
              <c:extLst xmlns:c15="http://schemas.microsoft.com/office/drawing/2012/chart"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3-2DD5-4DC8-A4F3-81BE9E527C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9579576"/>
        <c:axId val="499580232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'DL-UL HW+ER'!$D$1</c15:sqref>
                        </c15:formulaRef>
                      </c:ext>
                    </c:extLst>
                    <c:strCache>
                      <c:ptCount val="1"/>
                      <c:pt idx="0">
                        <c:v>DL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4"/>
                    <c:layout>
                      <c:manualLayout>
                        <c:x val="-6.4729221347331584E-2"/>
                        <c:y val="-5.7835739282589678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4-2DD5-4DC8-A4F3-81BE9E527C36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'DL-UL HW+ER'!$A$2:$A$289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'DL-UL HW+ER'!$D$2:$D$289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780.98919203885112</c:v>
                      </c:pt>
                      <c:pt idx="1">
                        <c:v>494.0966454616489</c:v>
                      </c:pt>
                      <c:pt idx="2">
                        <c:v>295.85350548779559</c:v>
                      </c:pt>
                      <c:pt idx="3">
                        <c:v>187.57999755911555</c:v>
                      </c:pt>
                      <c:pt idx="4">
                        <c:v>143.61719868312889</c:v>
                      </c:pt>
                      <c:pt idx="5">
                        <c:v>173.05634944888442</c:v>
                      </c:pt>
                      <c:pt idx="6">
                        <c:v>334.3423927511044</c:v>
                      </c:pt>
                      <c:pt idx="7">
                        <c:v>495.07722201359331</c:v>
                      </c:pt>
                      <c:pt idx="8">
                        <c:v>601.08798467237102</c:v>
                      </c:pt>
                      <c:pt idx="9">
                        <c:v>647.48480217188671</c:v>
                      </c:pt>
                      <c:pt idx="10">
                        <c:v>712.18401414748223</c:v>
                      </c:pt>
                      <c:pt idx="11">
                        <c:v>798.16960036654882</c:v>
                      </c:pt>
                      <c:pt idx="12">
                        <c:v>867.51478364132879</c:v>
                      </c:pt>
                      <c:pt idx="13">
                        <c:v>973.11003254387776</c:v>
                      </c:pt>
                      <c:pt idx="14">
                        <c:v>1011.4167578501443</c:v>
                      </c:pt>
                      <c:pt idx="15">
                        <c:v>980.19842705731992</c:v>
                      </c:pt>
                      <c:pt idx="16">
                        <c:v>881.21582464842891</c:v>
                      </c:pt>
                      <c:pt idx="17">
                        <c:v>900.90689188291776</c:v>
                      </c:pt>
                      <c:pt idx="18">
                        <c:v>892.12461130211773</c:v>
                      </c:pt>
                      <c:pt idx="19">
                        <c:v>1016.4997879673001</c:v>
                      </c:pt>
                      <c:pt idx="20">
                        <c:v>1127.7379586639622</c:v>
                      </c:pt>
                      <c:pt idx="21">
                        <c:v>1297.9828937766022</c:v>
                      </c:pt>
                      <c:pt idx="22">
                        <c:v>1311.8491133884065</c:v>
                      </c:pt>
                      <c:pt idx="23">
                        <c:v>1149.9878593854801</c:v>
                      </c:pt>
                      <c:pt idx="24">
                        <c:v>866.70320378811562</c:v>
                      </c:pt>
                      <c:pt idx="25">
                        <c:v>568.9584941137266</c:v>
                      </c:pt>
                      <c:pt idx="26">
                        <c:v>344.40875860987114</c:v>
                      </c:pt>
                      <c:pt idx="27">
                        <c:v>221.93040709446223</c:v>
                      </c:pt>
                      <c:pt idx="28">
                        <c:v>158.20061317408224</c:v>
                      </c:pt>
                      <c:pt idx="29">
                        <c:v>169.7192636325978</c:v>
                      </c:pt>
                      <c:pt idx="30">
                        <c:v>294.06555355734668</c:v>
                      </c:pt>
                      <c:pt idx="31">
                        <c:v>428.71069435233107</c:v>
                      </c:pt>
                      <c:pt idx="32">
                        <c:v>583.77893588498455</c:v>
                      </c:pt>
                      <c:pt idx="33">
                        <c:v>700.88268598666673</c:v>
                      </c:pt>
                      <c:pt idx="34">
                        <c:v>799.39381953307998</c:v>
                      </c:pt>
                      <c:pt idx="35">
                        <c:v>902.35101088753561</c:v>
                      </c:pt>
                      <c:pt idx="36">
                        <c:v>928.73855021303757</c:v>
                      </c:pt>
                      <c:pt idx="37">
                        <c:v>980.26175646655338</c:v>
                      </c:pt>
                      <c:pt idx="38">
                        <c:v>1166.6747196696756</c:v>
                      </c:pt>
                      <c:pt idx="39">
                        <c:v>1096.2233391071866</c:v>
                      </c:pt>
                      <c:pt idx="40">
                        <c:v>937.01534310216209</c:v>
                      </c:pt>
                      <c:pt idx="41">
                        <c:v>932.15277166458895</c:v>
                      </c:pt>
                      <c:pt idx="42">
                        <c:v>914.63903275458892</c:v>
                      </c:pt>
                      <c:pt idx="43">
                        <c:v>1048.7906764305735</c:v>
                      </c:pt>
                      <c:pt idx="44">
                        <c:v>1171.1737816641978</c:v>
                      </c:pt>
                      <c:pt idx="45">
                        <c:v>1356.1104974732266</c:v>
                      </c:pt>
                      <c:pt idx="46">
                        <c:v>1353.8646934052556</c:v>
                      </c:pt>
                      <c:pt idx="47">
                        <c:v>1191.7556715263954</c:v>
                      </c:pt>
                      <c:pt idx="48">
                        <c:v>901.19879378299788</c:v>
                      </c:pt>
                      <c:pt idx="49">
                        <c:v>596.3484815022266</c:v>
                      </c:pt>
                      <c:pt idx="50">
                        <c:v>359.1932531004644</c:v>
                      </c:pt>
                      <c:pt idx="51">
                        <c:v>221.82057433569997</c:v>
                      </c:pt>
                      <c:pt idx="52">
                        <c:v>157.00756044645556</c:v>
                      </c:pt>
                      <c:pt idx="53">
                        <c:v>171.40142923089113</c:v>
                      </c:pt>
                      <c:pt idx="54">
                        <c:v>306.2484186829289</c:v>
                      </c:pt>
                      <c:pt idx="55">
                        <c:v>450.22521133536441</c:v>
                      </c:pt>
                      <c:pt idx="56">
                        <c:v>592.01475905782002</c:v>
                      </c:pt>
                      <c:pt idx="57">
                        <c:v>684.1420344892756</c:v>
                      </c:pt>
                      <c:pt idx="58">
                        <c:v>752.1049522913022</c:v>
                      </c:pt>
                      <c:pt idx="59">
                        <c:v>838.14258857674884</c:v>
                      </c:pt>
                      <c:pt idx="60">
                        <c:v>890.71255566268223</c:v>
                      </c:pt>
                      <c:pt idx="61">
                        <c:v>1016.7634433276135</c:v>
                      </c:pt>
                      <c:pt idx="62">
                        <c:v>1073.9876430697311</c:v>
                      </c:pt>
                      <c:pt idx="63">
                        <c:v>1024.8634006565867</c:v>
                      </c:pt>
                      <c:pt idx="64">
                        <c:v>904.59279079891553</c:v>
                      </c:pt>
                      <c:pt idx="65">
                        <c:v>914.37226571248448</c:v>
                      </c:pt>
                      <c:pt idx="66">
                        <c:v>897.90095907204659</c:v>
                      </c:pt>
                      <c:pt idx="67">
                        <c:v>1017.6994078684401</c:v>
                      </c:pt>
                      <c:pt idx="68">
                        <c:v>1134.6034431520045</c:v>
                      </c:pt>
                      <c:pt idx="69">
                        <c:v>1305.8856702247977</c:v>
                      </c:pt>
                      <c:pt idx="70">
                        <c:v>1294.175016648911</c:v>
                      </c:pt>
                      <c:pt idx="71">
                        <c:v>1094.2390341262023</c:v>
                      </c:pt>
                      <c:pt idx="72">
                        <c:v>775.90995710068671</c:v>
                      </c:pt>
                      <c:pt idx="73">
                        <c:v>481.39619442793116</c:v>
                      </c:pt>
                      <c:pt idx="74">
                        <c:v>286.69073017768221</c:v>
                      </c:pt>
                      <c:pt idx="75">
                        <c:v>182.07128156579776</c:v>
                      </c:pt>
                      <c:pt idx="76">
                        <c:v>139.67843204503555</c:v>
                      </c:pt>
                      <c:pt idx="77">
                        <c:v>165.41791904068444</c:v>
                      </c:pt>
                      <c:pt idx="78">
                        <c:v>320.55887586489996</c:v>
                      </c:pt>
                      <c:pt idx="79">
                        <c:v>469.18181884834223</c:v>
                      </c:pt>
                      <c:pt idx="80">
                        <c:v>576.63162602470663</c:v>
                      </c:pt>
                      <c:pt idx="81">
                        <c:v>628.07782720016667</c:v>
                      </c:pt>
                      <c:pt idx="82">
                        <c:v>688.48037026567772</c:v>
                      </c:pt>
                      <c:pt idx="83">
                        <c:v>774.21076958969775</c:v>
                      </c:pt>
                      <c:pt idx="84">
                        <c:v>833.26101545117558</c:v>
                      </c:pt>
                      <c:pt idx="85">
                        <c:v>927.8922409245223</c:v>
                      </c:pt>
                      <c:pt idx="86">
                        <c:v>958.8751549969312</c:v>
                      </c:pt>
                      <c:pt idx="87">
                        <c:v>922.05189449757563</c:v>
                      </c:pt>
                      <c:pt idx="88">
                        <c:v>859.78008505972002</c:v>
                      </c:pt>
                      <c:pt idx="89">
                        <c:v>892.76371382996672</c:v>
                      </c:pt>
                      <c:pt idx="90">
                        <c:v>878.58769714940217</c:v>
                      </c:pt>
                      <c:pt idx="91">
                        <c:v>1008.3734270774578</c:v>
                      </c:pt>
                      <c:pt idx="92">
                        <c:v>1132.0363433517846</c:v>
                      </c:pt>
                      <c:pt idx="93">
                        <c:v>1304.3044813395265</c:v>
                      </c:pt>
                      <c:pt idx="94">
                        <c:v>1280.1479479283335</c:v>
                      </c:pt>
                      <c:pt idx="95">
                        <c:v>1059.9199012476065</c:v>
                      </c:pt>
                      <c:pt idx="96">
                        <c:v>738.09951430961996</c:v>
                      </c:pt>
                      <c:pt idx="97">
                        <c:v>454.95736435757556</c:v>
                      </c:pt>
                      <c:pt idx="98">
                        <c:v>270.02926098878891</c:v>
                      </c:pt>
                      <c:pt idx="99">
                        <c:v>174.1597973041489</c:v>
                      </c:pt>
                      <c:pt idx="100">
                        <c:v>136.01608198953778</c:v>
                      </c:pt>
                      <c:pt idx="101">
                        <c:v>162.92014774224444</c:v>
                      </c:pt>
                      <c:pt idx="102">
                        <c:v>325.01256965708001</c:v>
                      </c:pt>
                      <c:pt idx="103">
                        <c:v>481.79946180579782</c:v>
                      </c:pt>
                      <c:pt idx="104">
                        <c:v>584.15030116728667</c:v>
                      </c:pt>
                      <c:pt idx="105">
                        <c:v>631.21264290527779</c:v>
                      </c:pt>
                      <c:pt idx="106">
                        <c:v>691.47331441393112</c:v>
                      </c:pt>
                      <c:pt idx="107">
                        <c:v>783.70707010598892</c:v>
                      </c:pt>
                      <c:pt idx="108">
                        <c:v>843.0417783389222</c:v>
                      </c:pt>
                      <c:pt idx="109">
                        <c:v>938.16552726590874</c:v>
                      </c:pt>
                      <c:pt idx="110">
                        <c:v>961.73764955614001</c:v>
                      </c:pt>
                      <c:pt idx="111">
                        <c:v>926.40659996586896</c:v>
                      </c:pt>
                      <c:pt idx="112">
                        <c:v>860.39509160316447</c:v>
                      </c:pt>
                      <c:pt idx="113">
                        <c:v>888.47899512840661</c:v>
                      </c:pt>
                      <c:pt idx="114">
                        <c:v>879.29509081562446</c:v>
                      </c:pt>
                      <c:pt idx="115">
                        <c:v>1010.09645046992</c:v>
                      </c:pt>
                      <c:pt idx="116">
                        <c:v>1137.4190957510132</c:v>
                      </c:pt>
                      <c:pt idx="117">
                        <c:v>1321.0422706522245</c:v>
                      </c:pt>
                      <c:pt idx="118">
                        <c:v>1289.9441719390356</c:v>
                      </c:pt>
                      <c:pt idx="119">
                        <c:v>1071.5968426430422</c:v>
                      </c:pt>
                      <c:pt idx="120">
                        <c:v>744.36930931504003</c:v>
                      </c:pt>
                      <c:pt idx="121">
                        <c:v>457.4570108639</c:v>
                      </c:pt>
                      <c:pt idx="122">
                        <c:v>269.62256465628445</c:v>
                      </c:pt>
                      <c:pt idx="123">
                        <c:v>172.83255905619779</c:v>
                      </c:pt>
                      <c:pt idx="124">
                        <c:v>134.93931835225999</c:v>
                      </c:pt>
                      <c:pt idx="125">
                        <c:v>163.20392657444665</c:v>
                      </c:pt>
                      <c:pt idx="126">
                        <c:v>329.71753011762888</c:v>
                      </c:pt>
                      <c:pt idx="127">
                        <c:v>490.49753024223997</c:v>
                      </c:pt>
                      <c:pt idx="128">
                        <c:v>593.77455445849114</c:v>
                      </c:pt>
                      <c:pt idx="129">
                        <c:v>643.47959303014886</c:v>
                      </c:pt>
                      <c:pt idx="130">
                        <c:v>706.67465968984447</c:v>
                      </c:pt>
                      <c:pt idx="131">
                        <c:v>787.77532444613098</c:v>
                      </c:pt>
                      <c:pt idx="132">
                        <c:v>866.98588930346432</c:v>
                      </c:pt>
                      <c:pt idx="133">
                        <c:v>1006.8322438107177</c:v>
                      </c:pt>
                      <c:pt idx="134">
                        <c:v>1033.5825543250089</c:v>
                      </c:pt>
                      <c:pt idx="135">
                        <c:v>978.83312171662214</c:v>
                      </c:pt>
                      <c:pt idx="136">
                        <c:v>873.74227026269341</c:v>
                      </c:pt>
                      <c:pt idx="137">
                        <c:v>897.67658070556001</c:v>
                      </c:pt>
                      <c:pt idx="138">
                        <c:v>969.7652960602511</c:v>
                      </c:pt>
                      <c:pt idx="139">
                        <c:v>1102.6863909128265</c:v>
                      </c:pt>
                      <c:pt idx="140">
                        <c:v>1160.8451338520445</c:v>
                      </c:pt>
                      <c:pt idx="141">
                        <c:v>1331.8649619266155</c:v>
                      </c:pt>
                      <c:pt idx="142">
                        <c:v>1295.2996023890732</c:v>
                      </c:pt>
                      <c:pt idx="143">
                        <c:v>1073.7829029117088</c:v>
                      </c:pt>
                      <c:pt idx="144">
                        <c:v>773.50795199610002</c:v>
                      </c:pt>
                      <c:pt idx="145">
                        <c:v>481.33036153246445</c:v>
                      </c:pt>
                      <c:pt idx="146">
                        <c:v>294.85206905876885</c:v>
                      </c:pt>
                      <c:pt idx="147">
                        <c:v>179.90797003556889</c:v>
                      </c:pt>
                      <c:pt idx="148">
                        <c:v>138.16867740228668</c:v>
                      </c:pt>
                      <c:pt idx="149">
                        <c:v>167.61795251662667</c:v>
                      </c:pt>
                      <c:pt idx="150">
                        <c:v>337.49602281357329</c:v>
                      </c:pt>
                      <c:pt idx="151">
                        <c:v>498.47349369903338</c:v>
                      </c:pt>
                      <c:pt idx="152">
                        <c:v>605.23984587619339</c:v>
                      </c:pt>
                      <c:pt idx="153">
                        <c:v>649.4569234780779</c:v>
                      </c:pt>
                      <c:pt idx="154">
                        <c:v>706.41571731800218</c:v>
                      </c:pt>
                      <c:pt idx="155">
                        <c:v>786.92883242040443</c:v>
                      </c:pt>
                      <c:pt idx="156">
                        <c:v>845.59041687225329</c:v>
                      </c:pt>
                      <c:pt idx="157">
                        <c:v>940.01424827070446</c:v>
                      </c:pt>
                      <c:pt idx="158">
                        <c:v>970.12908123604007</c:v>
                      </c:pt>
                      <c:pt idx="159">
                        <c:v>935.71285251941549</c:v>
                      </c:pt>
                      <c:pt idx="160">
                        <c:v>880.12451121336005</c:v>
                      </c:pt>
                      <c:pt idx="161">
                        <c:v>913.95133820730894</c:v>
                      </c:pt>
                      <c:pt idx="162">
                        <c:v>903.92744344548669</c:v>
                      </c:pt>
                      <c:pt idx="163">
                        <c:v>1031.8127576910645</c:v>
                      </c:pt>
                      <c:pt idx="164">
                        <c:v>1144.7692971344823</c:v>
                      </c:pt>
                      <c:pt idx="165">
                        <c:v>1312.8280068006065</c:v>
                      </c:pt>
                      <c:pt idx="166">
                        <c:v>1290.8475062640332</c:v>
                      </c:pt>
                      <c:pt idx="167">
                        <c:v>1057.9352929883132</c:v>
                      </c:pt>
                      <c:pt idx="168">
                        <c:v>737.31766517740448</c:v>
                      </c:pt>
                      <c:pt idx="169">
                        <c:v>453.59600015968226</c:v>
                      </c:pt>
                      <c:pt idx="170">
                        <c:v>273.26743080021998</c:v>
                      </c:pt>
                      <c:pt idx="171">
                        <c:v>177.33988914388888</c:v>
                      </c:pt>
                      <c:pt idx="172">
                        <c:v>139.63673282194</c:v>
                      </c:pt>
                      <c:pt idx="173">
                        <c:v>170.66551258182221</c:v>
                      </c:pt>
                      <c:pt idx="174">
                        <c:v>346.86126777600447</c:v>
                      </c:pt>
                      <c:pt idx="175">
                        <c:v>526.81305953915114</c:v>
                      </c:pt>
                      <c:pt idx="176">
                        <c:v>654.03567011727557</c:v>
                      </c:pt>
                      <c:pt idx="177">
                        <c:v>727.03824247192222</c:v>
                      </c:pt>
                      <c:pt idx="178">
                        <c:v>763.02581860961322</c:v>
                      </c:pt>
                      <c:pt idx="179">
                        <c:v>826.75772364348666</c:v>
                      </c:pt>
                      <c:pt idx="180">
                        <c:v>890.77010700282449</c:v>
                      </c:pt>
                      <c:pt idx="181">
                        <c:v>988.28703221784667</c:v>
                      </c:pt>
                      <c:pt idx="182">
                        <c:v>1012.6561582957555</c:v>
                      </c:pt>
                      <c:pt idx="183">
                        <c:v>973.07911733207561</c:v>
                      </c:pt>
                      <c:pt idx="184">
                        <c:v>892.08446924518444</c:v>
                      </c:pt>
                      <c:pt idx="185">
                        <c:v>913.1624267953689</c:v>
                      </c:pt>
                      <c:pt idx="186">
                        <c:v>915.27195203648216</c:v>
                      </c:pt>
                      <c:pt idx="187">
                        <c:v>1060.2679067392155</c:v>
                      </c:pt>
                      <c:pt idx="188">
                        <c:v>1166.7536737210512</c:v>
                      </c:pt>
                      <c:pt idx="189">
                        <c:v>1324.1446624248642</c:v>
                      </c:pt>
                      <c:pt idx="190">
                        <c:v>1321.3803133185268</c:v>
                      </c:pt>
                      <c:pt idx="191">
                        <c:v>1135.1151298213711</c:v>
                      </c:pt>
                      <c:pt idx="192">
                        <c:v>842.85633707747547</c:v>
                      </c:pt>
                      <c:pt idx="193">
                        <c:v>551.91272650707106</c:v>
                      </c:pt>
                      <c:pt idx="194">
                        <c:v>340.13417633305107</c:v>
                      </c:pt>
                      <c:pt idx="195">
                        <c:v>221.38433499699332</c:v>
                      </c:pt>
                      <c:pt idx="196">
                        <c:v>160.83987752124665</c:v>
                      </c:pt>
                      <c:pt idx="197">
                        <c:v>167.28189716418223</c:v>
                      </c:pt>
                      <c:pt idx="198">
                        <c:v>302.40603652842225</c:v>
                      </c:pt>
                      <c:pt idx="199">
                        <c:v>446.7567441681889</c:v>
                      </c:pt>
                      <c:pt idx="200">
                        <c:v>606.0489156672578</c:v>
                      </c:pt>
                      <c:pt idx="201">
                        <c:v>718.92854368216001</c:v>
                      </c:pt>
                      <c:pt idx="202">
                        <c:v>812.4965656636266</c:v>
                      </c:pt>
                      <c:pt idx="203">
                        <c:v>912.73338261773779</c:v>
                      </c:pt>
                      <c:pt idx="204">
                        <c:v>928.53001991669555</c:v>
                      </c:pt>
                      <c:pt idx="205">
                        <c:v>986.0365382034621</c:v>
                      </c:pt>
                      <c:pt idx="206">
                        <c:v>1166.9225776286157</c:v>
                      </c:pt>
                      <c:pt idx="207">
                        <c:v>1087.6936607297821</c:v>
                      </c:pt>
                      <c:pt idx="208">
                        <c:v>954.74332073651112</c:v>
                      </c:pt>
                      <c:pt idx="209">
                        <c:v>958.01529839583338</c:v>
                      </c:pt>
                      <c:pt idx="210">
                        <c:v>938.94093661058446</c:v>
                      </c:pt>
                      <c:pt idx="211">
                        <c:v>1082.5413251822288</c:v>
                      </c:pt>
                      <c:pt idx="212">
                        <c:v>1196.4507538497601</c:v>
                      </c:pt>
                      <c:pt idx="213">
                        <c:v>1358.4703576231132</c:v>
                      </c:pt>
                      <c:pt idx="214">
                        <c:v>1363.8728622942867</c:v>
                      </c:pt>
                      <c:pt idx="215">
                        <c:v>1164.9496890385244</c:v>
                      </c:pt>
                      <c:pt idx="216">
                        <c:v>853.70081410343323</c:v>
                      </c:pt>
                      <c:pt idx="217">
                        <c:v>547.07712078687337</c:v>
                      </c:pt>
                      <c:pt idx="218">
                        <c:v>331.78881894846438</c:v>
                      </c:pt>
                      <c:pt idx="219">
                        <c:v>206.99926653695553</c:v>
                      </c:pt>
                      <c:pt idx="220">
                        <c:v>150.80891951909109</c:v>
                      </c:pt>
                      <c:pt idx="221">
                        <c:v>164.76259319562001</c:v>
                      </c:pt>
                      <c:pt idx="222">
                        <c:v>310.18227761110001</c:v>
                      </c:pt>
                      <c:pt idx="223">
                        <c:v>463.03252535360002</c:v>
                      </c:pt>
                      <c:pt idx="224">
                        <c:v>605.07119707013999</c:v>
                      </c:pt>
                      <c:pt idx="225">
                        <c:v>688.57146820374885</c:v>
                      </c:pt>
                      <c:pt idx="226">
                        <c:v>752.69509439499325</c:v>
                      </c:pt>
                      <c:pt idx="227">
                        <c:v>832.86326097337326</c:v>
                      </c:pt>
                      <c:pt idx="228">
                        <c:v>878.41950257483336</c:v>
                      </c:pt>
                      <c:pt idx="229">
                        <c:v>1010.1050629504888</c:v>
                      </c:pt>
                      <c:pt idx="230">
                        <c:v>1066.3808538663288</c:v>
                      </c:pt>
                      <c:pt idx="231">
                        <c:v>1012.0042407070289</c:v>
                      </c:pt>
                      <c:pt idx="232">
                        <c:v>905.71819593865121</c:v>
                      </c:pt>
                      <c:pt idx="233">
                        <c:v>926.19121676970212</c:v>
                      </c:pt>
                      <c:pt idx="234">
                        <c:v>924.53239677628449</c:v>
                      </c:pt>
                      <c:pt idx="235">
                        <c:v>1051.6641664278334</c:v>
                      </c:pt>
                      <c:pt idx="236">
                        <c:v>1186.3802857966023</c:v>
                      </c:pt>
                      <c:pt idx="237">
                        <c:v>1354.6478348186024</c:v>
                      </c:pt>
                      <c:pt idx="238">
                        <c:v>1297.1217176960354</c:v>
                      </c:pt>
                      <c:pt idx="239">
                        <c:v>1061.9382034166044</c:v>
                      </c:pt>
                      <c:pt idx="240">
                        <c:v>733.88905779102663</c:v>
                      </c:pt>
                      <c:pt idx="241">
                        <c:v>453.57544210642226</c:v>
                      </c:pt>
                      <c:pt idx="242">
                        <c:v>270.53631792531775</c:v>
                      </c:pt>
                      <c:pt idx="243">
                        <c:v>175.42055787161109</c:v>
                      </c:pt>
                      <c:pt idx="244">
                        <c:v>137.20124750011334</c:v>
                      </c:pt>
                      <c:pt idx="245">
                        <c:v>160.27371163570444</c:v>
                      </c:pt>
                      <c:pt idx="246">
                        <c:v>325.17995673131554</c:v>
                      </c:pt>
                      <c:pt idx="247">
                        <c:v>482.12704109678668</c:v>
                      </c:pt>
                      <c:pt idx="248">
                        <c:v>589.88557260384664</c:v>
                      </c:pt>
                      <c:pt idx="249">
                        <c:v>629.05490886635334</c:v>
                      </c:pt>
                      <c:pt idx="250">
                        <c:v>684.72987302447336</c:v>
                      </c:pt>
                      <c:pt idx="251">
                        <c:v>768.36572772124214</c:v>
                      </c:pt>
                      <c:pt idx="252">
                        <c:v>831.00497967385775</c:v>
                      </c:pt>
                      <c:pt idx="253">
                        <c:v>930.15627837611544</c:v>
                      </c:pt>
                      <c:pt idx="254">
                        <c:v>961.33654652145333</c:v>
                      </c:pt>
                      <c:pt idx="255">
                        <c:v>927.4846322962178</c:v>
                      </c:pt>
                      <c:pt idx="256">
                        <c:v>884.30317291065103</c:v>
                      </c:pt>
                      <c:pt idx="257">
                        <c:v>935.55708072964671</c:v>
                      </c:pt>
                      <c:pt idx="258">
                        <c:v>925.09735608546885</c:v>
                      </c:pt>
                      <c:pt idx="259">
                        <c:v>1046.7575930446355</c:v>
                      </c:pt>
                      <c:pt idx="260">
                        <c:v>1169.8256618891712</c:v>
                      </c:pt>
                      <c:pt idx="261">
                        <c:v>1322.5026742323621</c:v>
                      </c:pt>
                      <c:pt idx="262">
                        <c:v>1280.0175105719488</c:v>
                      </c:pt>
                      <c:pt idx="263">
                        <c:v>1028.5586069174933</c:v>
                      </c:pt>
                      <c:pt idx="264">
                        <c:v>705.96521426858226</c:v>
                      </c:pt>
                      <c:pt idx="265">
                        <c:v>426.51789138116226</c:v>
                      </c:pt>
                      <c:pt idx="266">
                        <c:v>253.69359297766889</c:v>
                      </c:pt>
                      <c:pt idx="267">
                        <c:v>166.97879978293332</c:v>
                      </c:pt>
                      <c:pt idx="268">
                        <c:v>133.15956626273555</c:v>
                      </c:pt>
                      <c:pt idx="269">
                        <c:v>159.63493138336889</c:v>
                      </c:pt>
                      <c:pt idx="270">
                        <c:v>331.83973771218888</c:v>
                      </c:pt>
                      <c:pt idx="271">
                        <c:v>497.88540255282885</c:v>
                      </c:pt>
                      <c:pt idx="272">
                        <c:v>597.5536676709022</c:v>
                      </c:pt>
                      <c:pt idx="273">
                        <c:v>639.82726128760896</c:v>
                      </c:pt>
                      <c:pt idx="274">
                        <c:v>697.73120868982437</c:v>
                      </c:pt>
                      <c:pt idx="275">
                        <c:v>783.80592020425331</c:v>
                      </c:pt>
                      <c:pt idx="276">
                        <c:v>842.5800617881622</c:v>
                      </c:pt>
                      <c:pt idx="277">
                        <c:v>937.73845308191994</c:v>
                      </c:pt>
                      <c:pt idx="278">
                        <c:v>959.65655004600887</c:v>
                      </c:pt>
                      <c:pt idx="279">
                        <c:v>926.18417333826665</c:v>
                      </c:pt>
                      <c:pt idx="280">
                        <c:v>882.43385869646454</c:v>
                      </c:pt>
                      <c:pt idx="281">
                        <c:v>919.44047924921779</c:v>
                      </c:pt>
                      <c:pt idx="282">
                        <c:v>911.55378265646436</c:v>
                      </c:pt>
                      <c:pt idx="283">
                        <c:v>1053.1584972655955</c:v>
                      </c:pt>
                      <c:pt idx="284">
                        <c:v>1185.1529878509289</c:v>
                      </c:pt>
                      <c:pt idx="285">
                        <c:v>1346.872443206511</c:v>
                      </c:pt>
                      <c:pt idx="286">
                        <c:v>1290.26263767302</c:v>
                      </c:pt>
                      <c:pt idx="287">
                        <c:v>1033.6746355205933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2DD5-4DC8-A4F3-81BE9E527C36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'DL-UL HW+ER'!$E$1</c15:sqref>
                        </c15:formulaRef>
                      </c:ext>
                    </c:extLst>
                    <c:strCache>
                      <c:ptCount val="1"/>
                      <c:pt idx="0">
                        <c:v> UL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3"/>
                    <c:layout>
                      <c:manualLayout>
                        <c:x val="-6.9506999125109464E-2"/>
                        <c:y val="-2.5428331875182269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06-2DD5-4DC8-A4F3-81BE9E527C36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'DL-UL HW+ER'!$A$2:$A$289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'DL-UL HW+ER'!$E$2:$E$289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67.721263840808888</c:v>
                      </c:pt>
                      <c:pt idx="1">
                        <c:v>41.4718094065</c:v>
                      </c:pt>
                      <c:pt idx="2">
                        <c:v>24.735566891066664</c:v>
                      </c:pt>
                      <c:pt idx="3">
                        <c:v>16.127063351580002</c:v>
                      </c:pt>
                      <c:pt idx="4">
                        <c:v>12.653770956622221</c:v>
                      </c:pt>
                      <c:pt idx="5">
                        <c:v>15.54135606405778</c:v>
                      </c:pt>
                      <c:pt idx="6">
                        <c:v>27.760567846897779</c:v>
                      </c:pt>
                      <c:pt idx="7">
                        <c:v>43.276285783411112</c:v>
                      </c:pt>
                      <c:pt idx="8">
                        <c:v>55.251601505682224</c:v>
                      </c:pt>
                      <c:pt idx="9">
                        <c:v>64.394973797668897</c:v>
                      </c:pt>
                      <c:pt idx="10">
                        <c:v>74.000110895717782</c:v>
                      </c:pt>
                      <c:pt idx="11">
                        <c:v>82.846224831997773</c:v>
                      </c:pt>
                      <c:pt idx="12">
                        <c:v>86.876827112188892</c:v>
                      </c:pt>
                      <c:pt idx="13">
                        <c:v>92.960913599615566</c:v>
                      </c:pt>
                      <c:pt idx="14">
                        <c:v>92.69433544921111</c:v>
                      </c:pt>
                      <c:pt idx="15">
                        <c:v>89.182300735371115</c:v>
                      </c:pt>
                      <c:pt idx="16">
                        <c:v>85.021665936455548</c:v>
                      </c:pt>
                      <c:pt idx="17">
                        <c:v>93.103458846428879</c:v>
                      </c:pt>
                      <c:pt idx="18">
                        <c:v>95.994905010780002</c:v>
                      </c:pt>
                      <c:pt idx="19">
                        <c:v>106.22098074287111</c:v>
                      </c:pt>
                      <c:pt idx="20">
                        <c:v>116.18149378173777</c:v>
                      </c:pt>
                      <c:pt idx="21">
                        <c:v>131.22158519930667</c:v>
                      </c:pt>
                      <c:pt idx="22">
                        <c:v>127.51595621885335</c:v>
                      </c:pt>
                      <c:pt idx="23">
                        <c:v>105.41929392567778</c:v>
                      </c:pt>
                      <c:pt idx="24">
                        <c:v>75.690255155542218</c:v>
                      </c:pt>
                      <c:pt idx="25">
                        <c:v>48.53812263791778</c:v>
                      </c:pt>
                      <c:pt idx="26">
                        <c:v>29.299637010537779</c:v>
                      </c:pt>
                      <c:pt idx="27">
                        <c:v>18.927946756739999</c:v>
                      </c:pt>
                      <c:pt idx="28">
                        <c:v>13.856532982086666</c:v>
                      </c:pt>
                      <c:pt idx="29">
                        <c:v>15.051215430113333</c:v>
                      </c:pt>
                      <c:pt idx="30">
                        <c:v>23.212042209057778</c:v>
                      </c:pt>
                      <c:pt idx="31">
                        <c:v>32.954509368259998</c:v>
                      </c:pt>
                      <c:pt idx="32">
                        <c:v>46.443746962091112</c:v>
                      </c:pt>
                      <c:pt idx="33">
                        <c:v>59.777409333337786</c:v>
                      </c:pt>
                      <c:pt idx="34">
                        <c:v>72.316133594619998</c:v>
                      </c:pt>
                      <c:pt idx="35">
                        <c:v>82.638817489284449</c:v>
                      </c:pt>
                      <c:pt idx="36">
                        <c:v>82.29912617407777</c:v>
                      </c:pt>
                      <c:pt idx="37">
                        <c:v>85.030482590488873</c:v>
                      </c:pt>
                      <c:pt idx="38">
                        <c:v>101.49602257011111</c:v>
                      </c:pt>
                      <c:pt idx="39">
                        <c:v>96.139408614811117</c:v>
                      </c:pt>
                      <c:pt idx="40">
                        <c:v>87.86907021383999</c:v>
                      </c:pt>
                      <c:pt idx="41">
                        <c:v>95.880397300117792</c:v>
                      </c:pt>
                      <c:pt idx="42">
                        <c:v>98.297754815586671</c:v>
                      </c:pt>
                      <c:pt idx="43">
                        <c:v>108.23832243442888</c:v>
                      </c:pt>
                      <c:pt idx="44">
                        <c:v>117.46202433008</c:v>
                      </c:pt>
                      <c:pt idx="45">
                        <c:v>133.33953346458443</c:v>
                      </c:pt>
                      <c:pt idx="46">
                        <c:v>131.14781984179777</c:v>
                      </c:pt>
                      <c:pt idx="47">
                        <c:v>108.76871692147778</c:v>
                      </c:pt>
                      <c:pt idx="48">
                        <c:v>77.861786819995558</c:v>
                      </c:pt>
                      <c:pt idx="49">
                        <c:v>49.665621603615548</c:v>
                      </c:pt>
                      <c:pt idx="50">
                        <c:v>29.934385072471109</c:v>
                      </c:pt>
                      <c:pt idx="51">
                        <c:v>18.760564611533333</c:v>
                      </c:pt>
                      <c:pt idx="52">
                        <c:v>13.742330768897776</c:v>
                      </c:pt>
                      <c:pt idx="53">
                        <c:v>15.268392371873333</c:v>
                      </c:pt>
                      <c:pt idx="54">
                        <c:v>24.522388221595556</c:v>
                      </c:pt>
                      <c:pt idx="55">
                        <c:v>36.268373912500003</c:v>
                      </c:pt>
                      <c:pt idx="56">
                        <c:v>50.274540375480001</c:v>
                      </c:pt>
                      <c:pt idx="57">
                        <c:v>63.181544945888888</c:v>
                      </c:pt>
                      <c:pt idx="58">
                        <c:v>74.495164682786665</c:v>
                      </c:pt>
                      <c:pt idx="59">
                        <c:v>84.301579579126667</c:v>
                      </c:pt>
                      <c:pt idx="60">
                        <c:v>87.767144022933337</c:v>
                      </c:pt>
                      <c:pt idx="61">
                        <c:v>96.056535581493335</c:v>
                      </c:pt>
                      <c:pt idx="62">
                        <c:v>98.768893339228896</c:v>
                      </c:pt>
                      <c:pt idx="63">
                        <c:v>94.3819307694</c:v>
                      </c:pt>
                      <c:pt idx="64">
                        <c:v>87.875967417104448</c:v>
                      </c:pt>
                      <c:pt idx="65">
                        <c:v>94.931695490966661</c:v>
                      </c:pt>
                      <c:pt idx="66">
                        <c:v>96.789597584631125</c:v>
                      </c:pt>
                      <c:pt idx="67">
                        <c:v>106.59089371335332</c:v>
                      </c:pt>
                      <c:pt idx="68">
                        <c:v>116.18750909114445</c:v>
                      </c:pt>
                      <c:pt idx="69">
                        <c:v>131.26306394549113</c:v>
                      </c:pt>
                      <c:pt idx="70">
                        <c:v>125.89984227351555</c:v>
                      </c:pt>
                      <c:pt idx="71">
                        <c:v>99.367609815846663</c:v>
                      </c:pt>
                      <c:pt idx="72">
                        <c:v>67.017203855228885</c:v>
                      </c:pt>
                      <c:pt idx="73">
                        <c:v>40.622790273753338</c:v>
                      </c:pt>
                      <c:pt idx="74">
                        <c:v>24.132745865084445</c:v>
                      </c:pt>
                      <c:pt idx="75">
                        <c:v>15.779038813619998</c:v>
                      </c:pt>
                      <c:pt idx="76">
                        <c:v>12.416975596202223</c:v>
                      </c:pt>
                      <c:pt idx="77">
                        <c:v>15.098998026413334</c:v>
                      </c:pt>
                      <c:pt idx="78">
                        <c:v>27.318501862908889</c:v>
                      </c:pt>
                      <c:pt idx="79">
                        <c:v>42.791028863497772</c:v>
                      </c:pt>
                      <c:pt idx="80">
                        <c:v>55.546511004600006</c:v>
                      </c:pt>
                      <c:pt idx="81">
                        <c:v>64.908474120346668</c:v>
                      </c:pt>
                      <c:pt idx="82">
                        <c:v>74.144212453495555</c:v>
                      </c:pt>
                      <c:pt idx="83">
                        <c:v>82.667623531879997</c:v>
                      </c:pt>
                      <c:pt idx="84">
                        <c:v>86.567314544826672</c:v>
                      </c:pt>
                      <c:pt idx="85">
                        <c:v>91.409331693351106</c:v>
                      </c:pt>
                      <c:pt idx="86">
                        <c:v>90.653595412940007</c:v>
                      </c:pt>
                      <c:pt idx="87">
                        <c:v>87.16564684604667</c:v>
                      </c:pt>
                      <c:pt idx="88">
                        <c:v>85.266848145002228</c:v>
                      </c:pt>
                      <c:pt idx="89">
                        <c:v>94.41908898335555</c:v>
                      </c:pt>
                      <c:pt idx="90">
                        <c:v>96.742004064533333</c:v>
                      </c:pt>
                      <c:pt idx="91">
                        <c:v>107.30880878990001</c:v>
                      </c:pt>
                      <c:pt idx="92">
                        <c:v>118.04603735751331</c:v>
                      </c:pt>
                      <c:pt idx="93">
                        <c:v>132.25570537752446</c:v>
                      </c:pt>
                      <c:pt idx="94">
                        <c:v>124.17524253309557</c:v>
                      </c:pt>
                      <c:pt idx="95">
                        <c:v>95.691933749342212</c:v>
                      </c:pt>
                      <c:pt idx="96">
                        <c:v>63.371916153800001</c:v>
                      </c:pt>
                      <c:pt idx="97">
                        <c:v>38.081158802928883</c:v>
                      </c:pt>
                      <c:pt idx="98">
                        <c:v>22.809204627146666</c:v>
                      </c:pt>
                      <c:pt idx="99">
                        <c:v>15.112815628273333</c:v>
                      </c:pt>
                      <c:pt idx="100">
                        <c:v>12.153054446891112</c:v>
                      </c:pt>
                      <c:pt idx="101">
                        <c:v>15.009080064051112</c:v>
                      </c:pt>
                      <c:pt idx="102">
                        <c:v>27.852315696633333</c:v>
                      </c:pt>
                      <c:pt idx="103">
                        <c:v>43.751937315695557</c:v>
                      </c:pt>
                      <c:pt idx="104">
                        <c:v>55.603835795673341</c:v>
                      </c:pt>
                      <c:pt idx="105">
                        <c:v>65.133784424244439</c:v>
                      </c:pt>
                      <c:pt idx="106">
                        <c:v>74.199801282188901</c:v>
                      </c:pt>
                      <c:pt idx="107">
                        <c:v>82.946744416451111</c:v>
                      </c:pt>
                      <c:pt idx="108">
                        <c:v>86.74730773034446</c:v>
                      </c:pt>
                      <c:pt idx="109">
                        <c:v>91.765763882973317</c:v>
                      </c:pt>
                      <c:pt idx="110">
                        <c:v>90.711634569899999</c:v>
                      </c:pt>
                      <c:pt idx="111">
                        <c:v>87.240885527455561</c:v>
                      </c:pt>
                      <c:pt idx="112">
                        <c:v>85.629739124893334</c:v>
                      </c:pt>
                      <c:pt idx="113">
                        <c:v>94.326596174951106</c:v>
                      </c:pt>
                      <c:pt idx="114">
                        <c:v>96.185245063406668</c:v>
                      </c:pt>
                      <c:pt idx="115">
                        <c:v>107.52366660134666</c:v>
                      </c:pt>
                      <c:pt idx="116">
                        <c:v>117.81848561935779</c:v>
                      </c:pt>
                      <c:pt idx="117">
                        <c:v>132.69578723827777</c:v>
                      </c:pt>
                      <c:pt idx="118">
                        <c:v>124.63454103673109</c:v>
                      </c:pt>
                      <c:pt idx="119">
                        <c:v>96.308132895804448</c:v>
                      </c:pt>
                      <c:pt idx="120">
                        <c:v>63.833991333539998</c:v>
                      </c:pt>
                      <c:pt idx="121">
                        <c:v>38.355148539048884</c:v>
                      </c:pt>
                      <c:pt idx="122">
                        <c:v>22.776637784399998</c:v>
                      </c:pt>
                      <c:pt idx="123">
                        <c:v>15.079027356037779</c:v>
                      </c:pt>
                      <c:pt idx="124">
                        <c:v>12.191247579384445</c:v>
                      </c:pt>
                      <c:pt idx="125">
                        <c:v>15.21159398983111</c:v>
                      </c:pt>
                      <c:pt idx="126">
                        <c:v>28.135991466764445</c:v>
                      </c:pt>
                      <c:pt idx="127">
                        <c:v>44.028448033675559</c:v>
                      </c:pt>
                      <c:pt idx="128">
                        <c:v>56.181510182371113</c:v>
                      </c:pt>
                      <c:pt idx="129">
                        <c:v>65.376586336622225</c:v>
                      </c:pt>
                      <c:pt idx="130">
                        <c:v>74.862696263635556</c:v>
                      </c:pt>
                      <c:pt idx="131">
                        <c:v>83.091997018626671</c:v>
                      </c:pt>
                      <c:pt idx="132">
                        <c:v>87.809626618402234</c:v>
                      </c:pt>
                      <c:pt idx="133">
                        <c:v>96.764525722528887</c:v>
                      </c:pt>
                      <c:pt idx="134">
                        <c:v>95.54786449207333</c:v>
                      </c:pt>
                      <c:pt idx="135">
                        <c:v>90.476073846528891</c:v>
                      </c:pt>
                      <c:pt idx="136">
                        <c:v>86.511408936748893</c:v>
                      </c:pt>
                      <c:pt idx="137">
                        <c:v>94.51048880142001</c:v>
                      </c:pt>
                      <c:pt idx="138">
                        <c:v>97.863626427997772</c:v>
                      </c:pt>
                      <c:pt idx="139">
                        <c:v>108.57107898018668</c:v>
                      </c:pt>
                      <c:pt idx="140">
                        <c:v>119.51933978494222</c:v>
                      </c:pt>
                      <c:pt idx="141">
                        <c:v>133.73018700603112</c:v>
                      </c:pt>
                      <c:pt idx="142">
                        <c:v>125.07448099544445</c:v>
                      </c:pt>
                      <c:pt idx="143">
                        <c:v>96.422167697617766</c:v>
                      </c:pt>
                      <c:pt idx="144">
                        <c:v>64.456279627591101</c:v>
                      </c:pt>
                      <c:pt idx="145">
                        <c:v>38.677938206551111</c:v>
                      </c:pt>
                      <c:pt idx="146">
                        <c:v>23.378362873926669</c:v>
                      </c:pt>
                      <c:pt idx="147">
                        <c:v>15.30283344033111</c:v>
                      </c:pt>
                      <c:pt idx="148">
                        <c:v>12.333451146080002</c:v>
                      </c:pt>
                      <c:pt idx="149">
                        <c:v>15.242597332722223</c:v>
                      </c:pt>
                      <c:pt idx="150">
                        <c:v>28.45480314880222</c:v>
                      </c:pt>
                      <c:pt idx="151">
                        <c:v>44.064104347691114</c:v>
                      </c:pt>
                      <c:pt idx="152">
                        <c:v>56.251444764137773</c:v>
                      </c:pt>
                      <c:pt idx="153">
                        <c:v>65.44406171925111</c:v>
                      </c:pt>
                      <c:pt idx="154">
                        <c:v>74.588673528868895</c:v>
                      </c:pt>
                      <c:pt idx="155">
                        <c:v>82.532652792739995</c:v>
                      </c:pt>
                      <c:pt idx="156">
                        <c:v>85.969058940135568</c:v>
                      </c:pt>
                      <c:pt idx="157">
                        <c:v>91.277197899459992</c:v>
                      </c:pt>
                      <c:pt idx="158">
                        <c:v>90.608392787371116</c:v>
                      </c:pt>
                      <c:pt idx="159">
                        <c:v>87.640103621362215</c:v>
                      </c:pt>
                      <c:pt idx="160">
                        <c:v>86.673801137359987</c:v>
                      </c:pt>
                      <c:pt idx="161">
                        <c:v>95.9912728768889</c:v>
                      </c:pt>
                      <c:pt idx="162">
                        <c:v>97.963370286948887</c:v>
                      </c:pt>
                      <c:pt idx="163">
                        <c:v>109.07275351842667</c:v>
                      </c:pt>
                      <c:pt idx="164">
                        <c:v>119.62452734476</c:v>
                      </c:pt>
                      <c:pt idx="165">
                        <c:v>132.96253815474665</c:v>
                      </c:pt>
                      <c:pt idx="166">
                        <c:v>123.65979066386669</c:v>
                      </c:pt>
                      <c:pt idx="167">
                        <c:v>94.784518989515547</c:v>
                      </c:pt>
                      <c:pt idx="168">
                        <c:v>62.94430309208667</c:v>
                      </c:pt>
                      <c:pt idx="169">
                        <c:v>37.912888287286663</c:v>
                      </c:pt>
                      <c:pt idx="170">
                        <c:v>22.905268842022224</c:v>
                      </c:pt>
                      <c:pt idx="171">
                        <c:v>15.260380515637777</c:v>
                      </c:pt>
                      <c:pt idx="172">
                        <c:v>12.328318754211111</c:v>
                      </c:pt>
                      <c:pt idx="173">
                        <c:v>15.212380579724442</c:v>
                      </c:pt>
                      <c:pt idx="174">
                        <c:v>28.546444593697778</c:v>
                      </c:pt>
                      <c:pt idx="175">
                        <c:v>45.517618165480002</c:v>
                      </c:pt>
                      <c:pt idx="176">
                        <c:v>59.598182404426666</c:v>
                      </c:pt>
                      <c:pt idx="177">
                        <c:v>69.375774922920002</c:v>
                      </c:pt>
                      <c:pt idx="178">
                        <c:v>76.36239080794445</c:v>
                      </c:pt>
                      <c:pt idx="179">
                        <c:v>83.555754899304446</c:v>
                      </c:pt>
                      <c:pt idx="180">
                        <c:v>87.377382065719999</c:v>
                      </c:pt>
                      <c:pt idx="181">
                        <c:v>92.822883253677773</c:v>
                      </c:pt>
                      <c:pt idx="182">
                        <c:v>91.922424209708893</c:v>
                      </c:pt>
                      <c:pt idx="183">
                        <c:v>88.341990626217779</c:v>
                      </c:pt>
                      <c:pt idx="184">
                        <c:v>85.888748028999998</c:v>
                      </c:pt>
                      <c:pt idx="185">
                        <c:v>94.286378318686673</c:v>
                      </c:pt>
                      <c:pt idx="186">
                        <c:v>96.492640226746659</c:v>
                      </c:pt>
                      <c:pt idx="187">
                        <c:v>109.60588722827777</c:v>
                      </c:pt>
                      <c:pt idx="188">
                        <c:v>119.80746351192889</c:v>
                      </c:pt>
                      <c:pt idx="189">
                        <c:v>133.43243537301555</c:v>
                      </c:pt>
                      <c:pt idx="190">
                        <c:v>127.3357852654778</c:v>
                      </c:pt>
                      <c:pt idx="191">
                        <c:v>102.88448907255557</c:v>
                      </c:pt>
                      <c:pt idx="192">
                        <c:v>72.48425904523333</c:v>
                      </c:pt>
                      <c:pt idx="193">
                        <c:v>45.890434056546667</c:v>
                      </c:pt>
                      <c:pt idx="194">
                        <c:v>28.300563137075557</c:v>
                      </c:pt>
                      <c:pt idx="195">
                        <c:v>18.616784949455557</c:v>
                      </c:pt>
                      <c:pt idx="196">
                        <c:v>13.948717591264444</c:v>
                      </c:pt>
                      <c:pt idx="197">
                        <c:v>14.733833403133335</c:v>
                      </c:pt>
                      <c:pt idx="198">
                        <c:v>23.473871238073333</c:v>
                      </c:pt>
                      <c:pt idx="199">
                        <c:v>33.90767248365556</c:v>
                      </c:pt>
                      <c:pt idx="200">
                        <c:v>47.563484261911114</c:v>
                      </c:pt>
                      <c:pt idx="201">
                        <c:v>60.894366133571111</c:v>
                      </c:pt>
                      <c:pt idx="202">
                        <c:v>73.445094305619989</c:v>
                      </c:pt>
                      <c:pt idx="203">
                        <c:v>83.819291168248895</c:v>
                      </c:pt>
                      <c:pt idx="204">
                        <c:v>82.797150018926658</c:v>
                      </c:pt>
                      <c:pt idx="205">
                        <c:v>86.039071489408883</c:v>
                      </c:pt>
                      <c:pt idx="206">
                        <c:v>102.63310771662665</c:v>
                      </c:pt>
                      <c:pt idx="207">
                        <c:v>96.30147588556666</c:v>
                      </c:pt>
                      <c:pt idx="208">
                        <c:v>90.080259321128892</c:v>
                      </c:pt>
                      <c:pt idx="209">
                        <c:v>98.358060871826666</c:v>
                      </c:pt>
                      <c:pt idx="210">
                        <c:v>99.937006804595555</c:v>
                      </c:pt>
                      <c:pt idx="211">
                        <c:v>111.69674532420223</c:v>
                      </c:pt>
                      <c:pt idx="212">
                        <c:v>122.23382675686889</c:v>
                      </c:pt>
                      <c:pt idx="213">
                        <c:v>136.13727039843775</c:v>
                      </c:pt>
                      <c:pt idx="214">
                        <c:v>130.95612336533776</c:v>
                      </c:pt>
                      <c:pt idx="215">
                        <c:v>105.47232603453332</c:v>
                      </c:pt>
                      <c:pt idx="216">
                        <c:v>73.268142667939998</c:v>
                      </c:pt>
                      <c:pt idx="217">
                        <c:v>45.487356803404445</c:v>
                      </c:pt>
                      <c:pt idx="218">
                        <c:v>27.426131766282221</c:v>
                      </c:pt>
                      <c:pt idx="219">
                        <c:v>17.419750884477779</c:v>
                      </c:pt>
                      <c:pt idx="220">
                        <c:v>13.00884595202</c:v>
                      </c:pt>
                      <c:pt idx="221">
                        <c:v>14.615570045986667</c:v>
                      </c:pt>
                      <c:pt idx="222">
                        <c:v>24.51937868984222</c:v>
                      </c:pt>
                      <c:pt idx="223">
                        <c:v>36.941208286282219</c:v>
                      </c:pt>
                      <c:pt idx="224">
                        <c:v>51.113342433299998</c:v>
                      </c:pt>
                      <c:pt idx="225">
                        <c:v>63.699463834775557</c:v>
                      </c:pt>
                      <c:pt idx="226">
                        <c:v>74.882428441666661</c:v>
                      </c:pt>
                      <c:pt idx="227">
                        <c:v>84.41308436824221</c:v>
                      </c:pt>
                      <c:pt idx="228">
                        <c:v>87.50509618225999</c:v>
                      </c:pt>
                      <c:pt idx="229">
                        <c:v>96.314168907328877</c:v>
                      </c:pt>
                      <c:pt idx="230">
                        <c:v>98.784198915899992</c:v>
                      </c:pt>
                      <c:pt idx="231">
                        <c:v>93.545410019582221</c:v>
                      </c:pt>
                      <c:pt idx="232">
                        <c:v>89.352859272675545</c:v>
                      </c:pt>
                      <c:pt idx="233">
                        <c:v>96.665603778802222</c:v>
                      </c:pt>
                      <c:pt idx="234">
                        <c:v>98.062459585795551</c:v>
                      </c:pt>
                      <c:pt idx="235">
                        <c:v>109.64741870120443</c:v>
                      </c:pt>
                      <c:pt idx="236">
                        <c:v>121.08860994673333</c:v>
                      </c:pt>
                      <c:pt idx="237">
                        <c:v>134.98350993039332</c:v>
                      </c:pt>
                      <c:pt idx="238">
                        <c:v>124.86261421386666</c:v>
                      </c:pt>
                      <c:pt idx="239">
                        <c:v>95.518464747808892</c:v>
                      </c:pt>
                      <c:pt idx="240">
                        <c:v>62.564297572735555</c:v>
                      </c:pt>
                      <c:pt idx="241">
                        <c:v>37.664335261562222</c:v>
                      </c:pt>
                      <c:pt idx="242">
                        <c:v>22.432787426093334</c:v>
                      </c:pt>
                      <c:pt idx="243">
                        <c:v>14.912323830940002</c:v>
                      </c:pt>
                      <c:pt idx="244">
                        <c:v>12.1578612269</c:v>
                      </c:pt>
                      <c:pt idx="245">
                        <c:v>14.725425074308887</c:v>
                      </c:pt>
                      <c:pt idx="246">
                        <c:v>27.491009811017776</c:v>
                      </c:pt>
                      <c:pt idx="247">
                        <c:v>42.956413947491114</c:v>
                      </c:pt>
                      <c:pt idx="248">
                        <c:v>55.436484545708893</c:v>
                      </c:pt>
                      <c:pt idx="249">
                        <c:v>64.279100778311104</c:v>
                      </c:pt>
                      <c:pt idx="250">
                        <c:v>73.796456776402223</c:v>
                      </c:pt>
                      <c:pt idx="251">
                        <c:v>82.704254175860001</c:v>
                      </c:pt>
                      <c:pt idx="252">
                        <c:v>86.649640353386658</c:v>
                      </c:pt>
                      <c:pt idx="253">
                        <c:v>91.743144396231116</c:v>
                      </c:pt>
                      <c:pt idx="254">
                        <c:v>91.032371774746665</c:v>
                      </c:pt>
                      <c:pt idx="255">
                        <c:v>87.681246311184452</c:v>
                      </c:pt>
                      <c:pt idx="256">
                        <c:v>87.264742812122222</c:v>
                      </c:pt>
                      <c:pt idx="257">
                        <c:v>97.070121703344455</c:v>
                      </c:pt>
                      <c:pt idx="258">
                        <c:v>99.609563929582222</c:v>
                      </c:pt>
                      <c:pt idx="259">
                        <c:v>111.08979092416</c:v>
                      </c:pt>
                      <c:pt idx="260">
                        <c:v>122.14252693347555</c:v>
                      </c:pt>
                      <c:pt idx="261">
                        <c:v>134.4464205185111</c:v>
                      </c:pt>
                      <c:pt idx="262">
                        <c:v>122.43402922649555</c:v>
                      </c:pt>
                      <c:pt idx="263">
                        <c:v>91.633556108579995</c:v>
                      </c:pt>
                      <c:pt idx="264">
                        <c:v>60.126809899864448</c:v>
                      </c:pt>
                      <c:pt idx="265">
                        <c:v>35.737308289935555</c:v>
                      </c:pt>
                      <c:pt idx="266">
                        <c:v>21.278354624793334</c:v>
                      </c:pt>
                      <c:pt idx="267">
                        <c:v>14.591026698126667</c:v>
                      </c:pt>
                      <c:pt idx="268">
                        <c:v>11.876641488122221</c:v>
                      </c:pt>
                      <c:pt idx="269">
                        <c:v>14.677250734742223</c:v>
                      </c:pt>
                      <c:pt idx="270">
                        <c:v>28.176135553157778</c:v>
                      </c:pt>
                      <c:pt idx="271">
                        <c:v>44.315673077415553</c:v>
                      </c:pt>
                      <c:pt idx="272">
                        <c:v>56.38195120165777</c:v>
                      </c:pt>
                      <c:pt idx="273">
                        <c:v>65.439717120026671</c:v>
                      </c:pt>
                      <c:pt idx="274">
                        <c:v>74.671082234706674</c:v>
                      </c:pt>
                      <c:pt idx="275">
                        <c:v>83.375202113844438</c:v>
                      </c:pt>
                      <c:pt idx="276">
                        <c:v>86.964061228540004</c:v>
                      </c:pt>
                      <c:pt idx="277">
                        <c:v>92.030817031368883</c:v>
                      </c:pt>
                      <c:pt idx="278">
                        <c:v>90.828322392448882</c:v>
                      </c:pt>
                      <c:pt idx="279">
                        <c:v>87.396972495353339</c:v>
                      </c:pt>
                      <c:pt idx="280">
                        <c:v>87.874341058426666</c:v>
                      </c:pt>
                      <c:pt idx="281">
                        <c:v>96.969395522384445</c:v>
                      </c:pt>
                      <c:pt idx="282">
                        <c:v>98.75981111468667</c:v>
                      </c:pt>
                      <c:pt idx="283">
                        <c:v>110.98075590397778</c:v>
                      </c:pt>
                      <c:pt idx="284">
                        <c:v>123.51091703098001</c:v>
                      </c:pt>
                      <c:pt idx="285">
                        <c:v>135.18547904423556</c:v>
                      </c:pt>
                      <c:pt idx="286">
                        <c:v>121.71308385379332</c:v>
                      </c:pt>
                      <c:pt idx="287">
                        <c:v>90.819749552402214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2DD5-4DC8-A4F3-81BE9E527C36}"/>
                  </c:ext>
                </c:extLst>
              </c15:ser>
            </c15:filteredLineSeries>
          </c:ext>
        </c:extLst>
      </c:lineChart>
      <c:catAx>
        <c:axId val="499579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99580232"/>
        <c:crosses val="autoZero"/>
        <c:auto val="1"/>
        <c:lblAlgn val="ctr"/>
        <c:lblOffset val="100"/>
        <c:noMultiLvlLbl val="0"/>
      </c:catAx>
      <c:valAx>
        <c:axId val="499580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99579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pPr>
            <a:r>
              <a:rPr lang="fr-FR" sz="1800" dirty="0">
                <a:solidFill>
                  <a:schemeClr val="accent5"/>
                </a:solidFill>
              </a:rPr>
              <a:t>HW DL-UL Traffic (TB)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accent5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7.3896742002304311E-2"/>
          <c:y val="0.13797160715750773"/>
          <c:w val="0.89554777743762159"/>
          <c:h val="0.49764481975796759"/>
        </c:manualLayout>
      </c:layout>
      <c:lineChart>
        <c:grouping val="standard"/>
        <c:varyColors val="0"/>
        <c:ser>
          <c:idx val="0"/>
          <c:order val="0"/>
          <c:tx>
            <c:strRef>
              <c:f>'Huawei 01-10 12-10-2026'!$B$1</c:f>
              <c:strCache>
                <c:ptCount val="1"/>
                <c:pt idx="0">
                  <c:v>DL Traffic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layout>
                <c:manualLayout>
                  <c:x val="-4.2611111111111211E-2"/>
                  <c:y val="-4.39468503937007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D34-4C59-B1C7-8D0F8D7730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'Huawei 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  <c:extLst xmlns:c15="http://schemas.microsoft.com/office/drawing/2012/chart"/>
            </c:strRef>
          </c:cat>
          <c:val>
            <c:numRef>
              <c:f>'Huawei 01-10 12-10-2026'!$B$2:$B$289</c:f>
              <c:numCache>
                <c:formatCode>0</c:formatCode>
                <c:ptCount val="288"/>
                <c:pt idx="0">
                  <c:v>191.53936568</c:v>
                </c:pt>
                <c:pt idx="1">
                  <c:v>120.70094245299998</c:v>
                </c:pt>
                <c:pt idx="2">
                  <c:v>72.070170715000003</c:v>
                </c:pt>
                <c:pt idx="3">
                  <c:v>46.671079354999996</c:v>
                </c:pt>
                <c:pt idx="4">
                  <c:v>37.173540212999995</c:v>
                </c:pt>
                <c:pt idx="5">
                  <c:v>48.989163572000002</c:v>
                </c:pt>
                <c:pt idx="6">
                  <c:v>93.358002150000004</c:v>
                </c:pt>
                <c:pt idx="7">
                  <c:v>133.7312067</c:v>
                </c:pt>
                <c:pt idx="8">
                  <c:v>158.90513563900001</c:v>
                </c:pt>
                <c:pt idx="9">
                  <c:v>169.909340571</c:v>
                </c:pt>
                <c:pt idx="10">
                  <c:v>185.28156551500001</c:v>
                </c:pt>
                <c:pt idx="11">
                  <c:v>206.67928374300001</c:v>
                </c:pt>
                <c:pt idx="12">
                  <c:v>223.94090426100001</c:v>
                </c:pt>
                <c:pt idx="13">
                  <c:v>253.23669712399999</c:v>
                </c:pt>
                <c:pt idx="14">
                  <c:v>258.79469147599997</c:v>
                </c:pt>
                <c:pt idx="15">
                  <c:v>247.58366009499997</c:v>
                </c:pt>
                <c:pt idx="16">
                  <c:v>223.69194680300001</c:v>
                </c:pt>
                <c:pt idx="17">
                  <c:v>227.03714010300001</c:v>
                </c:pt>
                <c:pt idx="18">
                  <c:v>225.492837511</c:v>
                </c:pt>
                <c:pt idx="19">
                  <c:v>263.44223671700001</c:v>
                </c:pt>
                <c:pt idx="20">
                  <c:v>293.044331677</c:v>
                </c:pt>
                <c:pt idx="21">
                  <c:v>327.76208943500001</c:v>
                </c:pt>
                <c:pt idx="22">
                  <c:v>325.52553260899998</c:v>
                </c:pt>
                <c:pt idx="23">
                  <c:v>282.51966742000002</c:v>
                </c:pt>
                <c:pt idx="24">
                  <c:v>211.38362874500001</c:v>
                </c:pt>
                <c:pt idx="25">
                  <c:v>139.55407164799999</c:v>
                </c:pt>
                <c:pt idx="26">
                  <c:v>85.514946573999993</c:v>
                </c:pt>
                <c:pt idx="27">
                  <c:v>54.339449971000001</c:v>
                </c:pt>
                <c:pt idx="28">
                  <c:v>40.039920725999998</c:v>
                </c:pt>
                <c:pt idx="29">
                  <c:v>47.636774512999999</c:v>
                </c:pt>
                <c:pt idx="30">
                  <c:v>83.243050440999994</c:v>
                </c:pt>
                <c:pt idx="31">
                  <c:v>121.14102944100001</c:v>
                </c:pt>
                <c:pt idx="32">
                  <c:v>160.395361616</c:v>
                </c:pt>
                <c:pt idx="33">
                  <c:v>187.42170243299998</c:v>
                </c:pt>
                <c:pt idx="34">
                  <c:v>210.00848507500001</c:v>
                </c:pt>
                <c:pt idx="35">
                  <c:v>235.148465598</c:v>
                </c:pt>
                <c:pt idx="36">
                  <c:v>239.40274960199997</c:v>
                </c:pt>
                <c:pt idx="37">
                  <c:v>256.64438648800001</c:v>
                </c:pt>
                <c:pt idx="38">
                  <c:v>295.69867820499996</c:v>
                </c:pt>
                <c:pt idx="39">
                  <c:v>274.30500353999997</c:v>
                </c:pt>
                <c:pt idx="40">
                  <c:v>237.83454020799999</c:v>
                </c:pt>
                <c:pt idx="41">
                  <c:v>235.824424378</c:v>
                </c:pt>
                <c:pt idx="42">
                  <c:v>231.75025517999998</c:v>
                </c:pt>
                <c:pt idx="43">
                  <c:v>270.50130184999995</c:v>
                </c:pt>
                <c:pt idx="44">
                  <c:v>303.05111498799999</c:v>
                </c:pt>
                <c:pt idx="45">
                  <c:v>341.00751250900004</c:v>
                </c:pt>
                <c:pt idx="46">
                  <c:v>335.44638564499996</c:v>
                </c:pt>
                <c:pt idx="47">
                  <c:v>291.301486716</c:v>
                </c:pt>
                <c:pt idx="48">
                  <c:v>218.07927069800002</c:v>
                </c:pt>
                <c:pt idx="49">
                  <c:v>143.096725601</c:v>
                </c:pt>
                <c:pt idx="50">
                  <c:v>85.790574595999999</c:v>
                </c:pt>
                <c:pt idx="51">
                  <c:v>53.955566918999999</c:v>
                </c:pt>
                <c:pt idx="52">
                  <c:v>40.112819829999999</c:v>
                </c:pt>
                <c:pt idx="53">
                  <c:v>48.781063504000002</c:v>
                </c:pt>
                <c:pt idx="54">
                  <c:v>87.315570405000017</c:v>
                </c:pt>
                <c:pt idx="55">
                  <c:v>126.42411628200001</c:v>
                </c:pt>
                <c:pt idx="56">
                  <c:v>161.497821456</c:v>
                </c:pt>
                <c:pt idx="57">
                  <c:v>181.332464966</c:v>
                </c:pt>
                <c:pt idx="58">
                  <c:v>196.10916630299999</c:v>
                </c:pt>
                <c:pt idx="59">
                  <c:v>216.01225555400001</c:v>
                </c:pt>
                <c:pt idx="60">
                  <c:v>228.11860643200001</c:v>
                </c:pt>
                <c:pt idx="61">
                  <c:v>262.105474351</c:v>
                </c:pt>
                <c:pt idx="62">
                  <c:v>271.860840645</c:v>
                </c:pt>
                <c:pt idx="63">
                  <c:v>256.68247194500003</c:v>
                </c:pt>
                <c:pt idx="64">
                  <c:v>228.45683479499999</c:v>
                </c:pt>
                <c:pt idx="65">
                  <c:v>230.01254191999999</c:v>
                </c:pt>
                <c:pt idx="66">
                  <c:v>225.70017375800001</c:v>
                </c:pt>
                <c:pt idx="67">
                  <c:v>261.78184153199999</c:v>
                </c:pt>
                <c:pt idx="68">
                  <c:v>294.20642406499996</c:v>
                </c:pt>
                <c:pt idx="69">
                  <c:v>328.821587894</c:v>
                </c:pt>
                <c:pt idx="70">
                  <c:v>320.13862797000002</c:v>
                </c:pt>
                <c:pt idx="71">
                  <c:v>268.07932031400003</c:v>
                </c:pt>
                <c:pt idx="72">
                  <c:v>189.22705007799999</c:v>
                </c:pt>
                <c:pt idx="73">
                  <c:v>116.89680875000001</c:v>
                </c:pt>
                <c:pt idx="74">
                  <c:v>69.873023317000005</c:v>
                </c:pt>
                <c:pt idx="75">
                  <c:v>45.272666810000004</c:v>
                </c:pt>
                <c:pt idx="76">
                  <c:v>36.323704310000004</c:v>
                </c:pt>
                <c:pt idx="77">
                  <c:v>47.111014378</c:v>
                </c:pt>
                <c:pt idx="78">
                  <c:v>89.93515721</c:v>
                </c:pt>
                <c:pt idx="79">
                  <c:v>126.49898250499999</c:v>
                </c:pt>
                <c:pt idx="80">
                  <c:v>152.36432887000001</c:v>
                </c:pt>
                <c:pt idx="81">
                  <c:v>163.94364008600002</c:v>
                </c:pt>
                <c:pt idx="82">
                  <c:v>177.73912763700002</c:v>
                </c:pt>
                <c:pt idx="83">
                  <c:v>199.06246695799999</c:v>
                </c:pt>
                <c:pt idx="84">
                  <c:v>213.44047874699999</c:v>
                </c:pt>
                <c:pt idx="85">
                  <c:v>240.23463464400001</c:v>
                </c:pt>
                <c:pt idx="86">
                  <c:v>245.09945920299998</c:v>
                </c:pt>
                <c:pt idx="87">
                  <c:v>232.68295392300001</c:v>
                </c:pt>
                <c:pt idx="88">
                  <c:v>218.697845438</c:v>
                </c:pt>
                <c:pt idx="89">
                  <c:v>224.85287216300003</c:v>
                </c:pt>
                <c:pt idx="90">
                  <c:v>222.463902942</c:v>
                </c:pt>
                <c:pt idx="91">
                  <c:v>259.60610252599997</c:v>
                </c:pt>
                <c:pt idx="92">
                  <c:v>293.73919025800001</c:v>
                </c:pt>
                <c:pt idx="93">
                  <c:v>327.502906602</c:v>
                </c:pt>
                <c:pt idx="94">
                  <c:v>315.64563401099997</c:v>
                </c:pt>
                <c:pt idx="95">
                  <c:v>258.46815713199999</c:v>
                </c:pt>
                <c:pt idx="96">
                  <c:v>178.273292951</c:v>
                </c:pt>
                <c:pt idx="97">
                  <c:v>109.2140876</c:v>
                </c:pt>
                <c:pt idx="98">
                  <c:v>65.455623810000006</c:v>
                </c:pt>
                <c:pt idx="99">
                  <c:v>43.426302945000003</c:v>
                </c:pt>
                <c:pt idx="100">
                  <c:v>35.410813203000004</c:v>
                </c:pt>
                <c:pt idx="101">
                  <c:v>46.684995819999997</c:v>
                </c:pt>
                <c:pt idx="102">
                  <c:v>91.601722777000006</c:v>
                </c:pt>
                <c:pt idx="103">
                  <c:v>129.94038591999998</c:v>
                </c:pt>
                <c:pt idx="104">
                  <c:v>153.81918793599999</c:v>
                </c:pt>
                <c:pt idx="105">
                  <c:v>164.55518242800002</c:v>
                </c:pt>
                <c:pt idx="106">
                  <c:v>178.13860353199999</c:v>
                </c:pt>
                <c:pt idx="107">
                  <c:v>200.95066091400003</c:v>
                </c:pt>
                <c:pt idx="108">
                  <c:v>215.22431271400001</c:v>
                </c:pt>
                <c:pt idx="109">
                  <c:v>242.35200054299997</c:v>
                </c:pt>
                <c:pt idx="110">
                  <c:v>244.695931718</c:v>
                </c:pt>
                <c:pt idx="111">
                  <c:v>232.70289100999997</c:v>
                </c:pt>
                <c:pt idx="112">
                  <c:v>218.06821041100002</c:v>
                </c:pt>
                <c:pt idx="113">
                  <c:v>222.31802878100001</c:v>
                </c:pt>
                <c:pt idx="114">
                  <c:v>221.14405307799998</c:v>
                </c:pt>
                <c:pt idx="115">
                  <c:v>259.03529107999998</c:v>
                </c:pt>
                <c:pt idx="116">
                  <c:v>294.25633638699998</c:v>
                </c:pt>
                <c:pt idx="117">
                  <c:v>330.74554814600003</c:v>
                </c:pt>
                <c:pt idx="118">
                  <c:v>318.125780991</c:v>
                </c:pt>
                <c:pt idx="119">
                  <c:v>261.82628854199999</c:v>
                </c:pt>
                <c:pt idx="120">
                  <c:v>181.00531039799998</c:v>
                </c:pt>
                <c:pt idx="121">
                  <c:v>110.689889099</c:v>
                </c:pt>
                <c:pt idx="122">
                  <c:v>65.671439473000007</c:v>
                </c:pt>
                <c:pt idx="123">
                  <c:v>43.190227035999996</c:v>
                </c:pt>
                <c:pt idx="124">
                  <c:v>35.094889494</c:v>
                </c:pt>
                <c:pt idx="125">
                  <c:v>46.427396771000005</c:v>
                </c:pt>
                <c:pt idx="126">
                  <c:v>92.172835359000004</c:v>
                </c:pt>
                <c:pt idx="127">
                  <c:v>131.361425545</c:v>
                </c:pt>
                <c:pt idx="128">
                  <c:v>155.32811814799999</c:v>
                </c:pt>
                <c:pt idx="129">
                  <c:v>166.838888594</c:v>
                </c:pt>
                <c:pt idx="130">
                  <c:v>182.25154685999999</c:v>
                </c:pt>
                <c:pt idx="131">
                  <c:v>202.276791699</c:v>
                </c:pt>
                <c:pt idx="132">
                  <c:v>221.68471829200001</c:v>
                </c:pt>
                <c:pt idx="133">
                  <c:v>259.17527785499999</c:v>
                </c:pt>
                <c:pt idx="134">
                  <c:v>262.85185145700001</c:v>
                </c:pt>
                <c:pt idx="135">
                  <c:v>245.96283972499998</c:v>
                </c:pt>
                <c:pt idx="136">
                  <c:v>221.38980587899999</c:v>
                </c:pt>
                <c:pt idx="137">
                  <c:v>224.33278205599999</c:v>
                </c:pt>
                <c:pt idx="138">
                  <c:v>240.88708801200002</c:v>
                </c:pt>
                <c:pt idx="139">
                  <c:v>277.05795021699998</c:v>
                </c:pt>
                <c:pt idx="140">
                  <c:v>297.89932693500003</c:v>
                </c:pt>
                <c:pt idx="141">
                  <c:v>331.566571866</c:v>
                </c:pt>
                <c:pt idx="142">
                  <c:v>318.72396703300001</c:v>
                </c:pt>
                <c:pt idx="143">
                  <c:v>262.34839145699999</c:v>
                </c:pt>
                <c:pt idx="144">
                  <c:v>187.46854384400001</c:v>
                </c:pt>
                <c:pt idx="145">
                  <c:v>116.60900103100001</c:v>
                </c:pt>
                <c:pt idx="146">
                  <c:v>71.382010136999995</c:v>
                </c:pt>
                <c:pt idx="147">
                  <c:v>44.791780758999998</c:v>
                </c:pt>
                <c:pt idx="148">
                  <c:v>35.734286365999999</c:v>
                </c:pt>
                <c:pt idx="149">
                  <c:v>47.482708451999997</c:v>
                </c:pt>
                <c:pt idx="150">
                  <c:v>94.743228993000002</c:v>
                </c:pt>
                <c:pt idx="151">
                  <c:v>133.541469482</c:v>
                </c:pt>
                <c:pt idx="152">
                  <c:v>157.92801809600002</c:v>
                </c:pt>
                <c:pt idx="153">
                  <c:v>168.47633014199999</c:v>
                </c:pt>
                <c:pt idx="154">
                  <c:v>181.608385336</c:v>
                </c:pt>
                <c:pt idx="155">
                  <c:v>202.40138709600001</c:v>
                </c:pt>
                <c:pt idx="156">
                  <c:v>216.48146416899999</c:v>
                </c:pt>
                <c:pt idx="157">
                  <c:v>243.22026265299999</c:v>
                </c:pt>
                <c:pt idx="158">
                  <c:v>247.09545241199999</c:v>
                </c:pt>
                <c:pt idx="159">
                  <c:v>234.84689604500002</c:v>
                </c:pt>
                <c:pt idx="160">
                  <c:v>223.07904951899997</c:v>
                </c:pt>
                <c:pt idx="161">
                  <c:v>228.00530416200002</c:v>
                </c:pt>
                <c:pt idx="162">
                  <c:v>226.79464932599998</c:v>
                </c:pt>
                <c:pt idx="163">
                  <c:v>262.11196471200003</c:v>
                </c:pt>
                <c:pt idx="164">
                  <c:v>294.32657843799996</c:v>
                </c:pt>
                <c:pt idx="165">
                  <c:v>327.17847410600001</c:v>
                </c:pt>
                <c:pt idx="166">
                  <c:v>317.51113117600005</c:v>
                </c:pt>
                <c:pt idx="167">
                  <c:v>259.99173780199999</c:v>
                </c:pt>
                <c:pt idx="168">
                  <c:v>181.113639409</c:v>
                </c:pt>
                <c:pt idx="169">
                  <c:v>111.658064298</c:v>
                </c:pt>
                <c:pt idx="170">
                  <c:v>67.341255618000005</c:v>
                </c:pt>
                <c:pt idx="171">
                  <c:v>44.520120038000002</c:v>
                </c:pt>
                <c:pt idx="172">
                  <c:v>36.475983177999993</c:v>
                </c:pt>
                <c:pt idx="173">
                  <c:v>48.421640775</c:v>
                </c:pt>
                <c:pt idx="174">
                  <c:v>96.93419947999999</c:v>
                </c:pt>
                <c:pt idx="175">
                  <c:v>139.72518767</c:v>
                </c:pt>
                <c:pt idx="176">
                  <c:v>170.25984281299998</c:v>
                </c:pt>
                <c:pt idx="177">
                  <c:v>189.37208423799999</c:v>
                </c:pt>
                <c:pt idx="178">
                  <c:v>195.04783923100001</c:v>
                </c:pt>
                <c:pt idx="179">
                  <c:v>210.688143088</c:v>
                </c:pt>
                <c:pt idx="180">
                  <c:v>228.17604841099998</c:v>
                </c:pt>
                <c:pt idx="181">
                  <c:v>255.81253245899998</c:v>
                </c:pt>
                <c:pt idx="182">
                  <c:v>258.04312177700001</c:v>
                </c:pt>
                <c:pt idx="183">
                  <c:v>244.06071366799998</c:v>
                </c:pt>
                <c:pt idx="184">
                  <c:v>225.99929442300001</c:v>
                </c:pt>
                <c:pt idx="185">
                  <c:v>228.50433759699996</c:v>
                </c:pt>
                <c:pt idx="186">
                  <c:v>231.75213325800001</c:v>
                </c:pt>
                <c:pt idx="187">
                  <c:v>270.75507633000001</c:v>
                </c:pt>
                <c:pt idx="188">
                  <c:v>301.840093271</c:v>
                </c:pt>
                <c:pt idx="189">
                  <c:v>332.54671300699999</c:v>
                </c:pt>
                <c:pt idx="190">
                  <c:v>327.22568174600002</c:v>
                </c:pt>
                <c:pt idx="191">
                  <c:v>279.07593282100004</c:v>
                </c:pt>
                <c:pt idx="192">
                  <c:v>205.97262145000002</c:v>
                </c:pt>
                <c:pt idx="193">
                  <c:v>133.577487013</c:v>
                </c:pt>
                <c:pt idx="194">
                  <c:v>81.721432812000003</c:v>
                </c:pt>
                <c:pt idx="195">
                  <c:v>54.090186734999996</c:v>
                </c:pt>
                <c:pt idx="196">
                  <c:v>41.070930474999997</c:v>
                </c:pt>
                <c:pt idx="197">
                  <c:v>47.055543614000001</c:v>
                </c:pt>
                <c:pt idx="198">
                  <c:v>85.720013281000007</c:v>
                </c:pt>
                <c:pt idx="199">
                  <c:v>124.68155728800001</c:v>
                </c:pt>
                <c:pt idx="200">
                  <c:v>165.146346862</c:v>
                </c:pt>
                <c:pt idx="201">
                  <c:v>190.83822238399998</c:v>
                </c:pt>
                <c:pt idx="202">
                  <c:v>212.48555750099999</c:v>
                </c:pt>
                <c:pt idx="203">
                  <c:v>235.87979793399995</c:v>
                </c:pt>
                <c:pt idx="204">
                  <c:v>238.48893814299998</c:v>
                </c:pt>
                <c:pt idx="205">
                  <c:v>257.19044114399998</c:v>
                </c:pt>
                <c:pt idx="206">
                  <c:v>295.00107777299996</c:v>
                </c:pt>
                <c:pt idx="207">
                  <c:v>271.64194767599997</c:v>
                </c:pt>
                <c:pt idx="208">
                  <c:v>244.11053831300001</c:v>
                </c:pt>
                <c:pt idx="209">
                  <c:v>243.467173401</c:v>
                </c:pt>
                <c:pt idx="210">
                  <c:v>240.859632831</c:v>
                </c:pt>
                <c:pt idx="211">
                  <c:v>277.27289196800001</c:v>
                </c:pt>
                <c:pt idx="212">
                  <c:v>309.86191428299998</c:v>
                </c:pt>
                <c:pt idx="213">
                  <c:v>340.95564096599998</c:v>
                </c:pt>
                <c:pt idx="214">
                  <c:v>336.28330812199999</c:v>
                </c:pt>
                <c:pt idx="215">
                  <c:v>284.68536784100002</c:v>
                </c:pt>
                <c:pt idx="216">
                  <c:v>207.187855845</c:v>
                </c:pt>
                <c:pt idx="217">
                  <c:v>132.05722758899998</c:v>
                </c:pt>
                <c:pt idx="218">
                  <c:v>80.593344082000002</c:v>
                </c:pt>
                <c:pt idx="219">
                  <c:v>51.389667229000004</c:v>
                </c:pt>
                <c:pt idx="220">
                  <c:v>39.066914583999996</c:v>
                </c:pt>
                <c:pt idx="221">
                  <c:v>46.969343424999998</c:v>
                </c:pt>
                <c:pt idx="222">
                  <c:v>88.774968915000002</c:v>
                </c:pt>
                <c:pt idx="223">
                  <c:v>129.19126198399999</c:v>
                </c:pt>
                <c:pt idx="224">
                  <c:v>163.789330826</c:v>
                </c:pt>
                <c:pt idx="225">
                  <c:v>181.19730231400001</c:v>
                </c:pt>
                <c:pt idx="226">
                  <c:v>195.051212537</c:v>
                </c:pt>
                <c:pt idx="227">
                  <c:v>213.85073841100001</c:v>
                </c:pt>
                <c:pt idx="228">
                  <c:v>224.58322368</c:v>
                </c:pt>
                <c:pt idx="229">
                  <c:v>259.37677618199996</c:v>
                </c:pt>
                <c:pt idx="230">
                  <c:v>268.96913424000002</c:v>
                </c:pt>
                <c:pt idx="231">
                  <c:v>251.67575455400001</c:v>
                </c:pt>
                <c:pt idx="232">
                  <c:v>229.055404555</c:v>
                </c:pt>
                <c:pt idx="233">
                  <c:v>232.20718264900003</c:v>
                </c:pt>
                <c:pt idx="234">
                  <c:v>234.65936445399998</c:v>
                </c:pt>
                <c:pt idx="235">
                  <c:v>268.52135108099998</c:v>
                </c:pt>
                <c:pt idx="236">
                  <c:v>306.45760385800003</c:v>
                </c:pt>
                <c:pt idx="237">
                  <c:v>338.12496872099996</c:v>
                </c:pt>
                <c:pt idx="238">
                  <c:v>320.29412244000002</c:v>
                </c:pt>
                <c:pt idx="239">
                  <c:v>260.38965490800001</c:v>
                </c:pt>
                <c:pt idx="240">
                  <c:v>179.57485971200001</c:v>
                </c:pt>
                <c:pt idx="241">
                  <c:v>110.656822565</c:v>
                </c:pt>
                <c:pt idx="242">
                  <c:v>66.784569523000002</c:v>
                </c:pt>
                <c:pt idx="243">
                  <c:v>44.504610948999996</c:v>
                </c:pt>
                <c:pt idx="244">
                  <c:v>36.248457950999999</c:v>
                </c:pt>
                <c:pt idx="245">
                  <c:v>45.611071459999998</c:v>
                </c:pt>
                <c:pt idx="246">
                  <c:v>91.102947510999996</c:v>
                </c:pt>
                <c:pt idx="247">
                  <c:v>128.79457026099999</c:v>
                </c:pt>
                <c:pt idx="248">
                  <c:v>155.47848597899997</c:v>
                </c:pt>
                <c:pt idx="249">
                  <c:v>163.61340409399997</c:v>
                </c:pt>
                <c:pt idx="250">
                  <c:v>175.20653210500001</c:v>
                </c:pt>
                <c:pt idx="251">
                  <c:v>194.890771164</c:v>
                </c:pt>
                <c:pt idx="252">
                  <c:v>210.822732164</c:v>
                </c:pt>
                <c:pt idx="253">
                  <c:v>238.17416799099999</c:v>
                </c:pt>
                <c:pt idx="254">
                  <c:v>242.60518282800001</c:v>
                </c:pt>
                <c:pt idx="255">
                  <c:v>230.55220136799997</c:v>
                </c:pt>
                <c:pt idx="256">
                  <c:v>222.83024878800001</c:v>
                </c:pt>
                <c:pt idx="257">
                  <c:v>231.36449865</c:v>
                </c:pt>
                <c:pt idx="258">
                  <c:v>232.75765844399999</c:v>
                </c:pt>
                <c:pt idx="259">
                  <c:v>265.80516673099999</c:v>
                </c:pt>
                <c:pt idx="260">
                  <c:v>301.21259772100001</c:v>
                </c:pt>
                <c:pt idx="261">
                  <c:v>329.54926084199997</c:v>
                </c:pt>
                <c:pt idx="262">
                  <c:v>315.40558457399999</c:v>
                </c:pt>
                <c:pt idx="263">
                  <c:v>252.65127646300002</c:v>
                </c:pt>
                <c:pt idx="264">
                  <c:v>174.88496806799998</c:v>
                </c:pt>
                <c:pt idx="265">
                  <c:v>105.887808208</c:v>
                </c:pt>
                <c:pt idx="266">
                  <c:v>63.654622279000009</c:v>
                </c:pt>
                <c:pt idx="267">
                  <c:v>42.688129115999999</c:v>
                </c:pt>
                <c:pt idx="268">
                  <c:v>35.221838990000002</c:v>
                </c:pt>
                <c:pt idx="269">
                  <c:v>45.608426584</c:v>
                </c:pt>
                <c:pt idx="270">
                  <c:v>93.537190493000011</c:v>
                </c:pt>
                <c:pt idx="271">
                  <c:v>133.147959238</c:v>
                </c:pt>
                <c:pt idx="272">
                  <c:v>156.71182777799999</c:v>
                </c:pt>
                <c:pt idx="273">
                  <c:v>166.358971121</c:v>
                </c:pt>
                <c:pt idx="274">
                  <c:v>179.56245816700002</c:v>
                </c:pt>
                <c:pt idx="275">
                  <c:v>200.441850539</c:v>
                </c:pt>
                <c:pt idx="276">
                  <c:v>215.511422568</c:v>
                </c:pt>
                <c:pt idx="277">
                  <c:v>241.97424430800001</c:v>
                </c:pt>
                <c:pt idx="278">
                  <c:v>243.279056524</c:v>
                </c:pt>
                <c:pt idx="279">
                  <c:v>231.31126075499998</c:v>
                </c:pt>
                <c:pt idx="280">
                  <c:v>223.645554643</c:v>
                </c:pt>
                <c:pt idx="281">
                  <c:v>229.59755729700001</c:v>
                </c:pt>
                <c:pt idx="282">
                  <c:v>231.696308808</c:v>
                </c:pt>
                <c:pt idx="283">
                  <c:v>268.88724889399998</c:v>
                </c:pt>
                <c:pt idx="284">
                  <c:v>305.47976838399995</c:v>
                </c:pt>
                <c:pt idx="285">
                  <c:v>335.05323463900004</c:v>
                </c:pt>
                <c:pt idx="286">
                  <c:v>316.27767645800003</c:v>
                </c:pt>
                <c:pt idx="287">
                  <c:v>252.74553831399999</c:v>
                </c:pt>
              </c:numCache>
              <c:extLst xmlns:c15="http://schemas.microsoft.com/office/drawing/2012/chart"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1-7D34-4C59-B1C7-8D0F8D7730FB}"/>
            </c:ext>
          </c:extLst>
        </c:ser>
        <c:ser>
          <c:idx val="1"/>
          <c:order val="1"/>
          <c:tx>
            <c:strRef>
              <c:f>'Huawei 01-10 12-10-2026'!$C$1</c:f>
              <c:strCache>
                <c:ptCount val="1"/>
                <c:pt idx="0">
                  <c:v>UL Traffic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layout>
                <c:manualLayout>
                  <c:x val="-1.5823336382654998E-2"/>
                  <c:y val="-1.932264922414132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D34-4C59-B1C7-8D0F8D7730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'Huawei 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  <c:extLst xmlns:c15="http://schemas.microsoft.com/office/drawing/2012/chart"/>
            </c:strRef>
          </c:cat>
          <c:val>
            <c:numRef>
              <c:f>'Huawei 01-10 12-10-2026'!$C$2:$C$289</c:f>
              <c:numCache>
                <c:formatCode>0</c:formatCode>
                <c:ptCount val="288"/>
                <c:pt idx="0">
                  <c:v>16.408761925999997</c:v>
                </c:pt>
                <c:pt idx="1">
                  <c:v>9.9822792209999989</c:v>
                </c:pt>
                <c:pt idx="2">
                  <c:v>5.9475123759999997</c:v>
                </c:pt>
                <c:pt idx="3">
                  <c:v>3.954759159</c:v>
                </c:pt>
                <c:pt idx="4">
                  <c:v>3.2314935559999998</c:v>
                </c:pt>
                <c:pt idx="5">
                  <c:v>4.2631581390000006</c:v>
                </c:pt>
                <c:pt idx="6">
                  <c:v>7.6183171829999994</c:v>
                </c:pt>
                <c:pt idx="7">
                  <c:v>11.550635873999999</c:v>
                </c:pt>
                <c:pt idx="8">
                  <c:v>14.625589992</c:v>
                </c:pt>
                <c:pt idx="9">
                  <c:v>16.983428555</c:v>
                </c:pt>
                <c:pt idx="10">
                  <c:v>19.332260775000002</c:v>
                </c:pt>
                <c:pt idx="11">
                  <c:v>21.491447644000001</c:v>
                </c:pt>
                <c:pt idx="12">
                  <c:v>22.383965667999998</c:v>
                </c:pt>
                <c:pt idx="13">
                  <c:v>24.244338411999998</c:v>
                </c:pt>
                <c:pt idx="14">
                  <c:v>23.869636027000002</c:v>
                </c:pt>
                <c:pt idx="15">
                  <c:v>22.835210840000002</c:v>
                </c:pt>
                <c:pt idx="16">
                  <c:v>21.950386061</c:v>
                </c:pt>
                <c:pt idx="17">
                  <c:v>23.903214680000001</c:v>
                </c:pt>
                <c:pt idx="18">
                  <c:v>24.362318810000001</c:v>
                </c:pt>
                <c:pt idx="19">
                  <c:v>27.413853287999999</c:v>
                </c:pt>
                <c:pt idx="20">
                  <c:v>30.296231956</c:v>
                </c:pt>
                <c:pt idx="21">
                  <c:v>33.493534828000001</c:v>
                </c:pt>
                <c:pt idx="22">
                  <c:v>31.815094094999999</c:v>
                </c:pt>
                <c:pt idx="23">
                  <c:v>25.813583204</c:v>
                </c:pt>
                <c:pt idx="24">
                  <c:v>18.190322019</c:v>
                </c:pt>
                <c:pt idx="25">
                  <c:v>11.590362771999999</c:v>
                </c:pt>
                <c:pt idx="26">
                  <c:v>7.0906459779999995</c:v>
                </c:pt>
                <c:pt idx="27">
                  <c:v>4.5306491519999996</c:v>
                </c:pt>
                <c:pt idx="28">
                  <c:v>3.4383932879999999</c:v>
                </c:pt>
                <c:pt idx="29">
                  <c:v>4.0910403999999998</c:v>
                </c:pt>
                <c:pt idx="30">
                  <c:v>6.4253645349999999</c:v>
                </c:pt>
                <c:pt idx="31">
                  <c:v>9.2227708059999998</c:v>
                </c:pt>
                <c:pt idx="32">
                  <c:v>12.768202865999999</c:v>
                </c:pt>
                <c:pt idx="33">
                  <c:v>16.131358453000001</c:v>
                </c:pt>
                <c:pt idx="34">
                  <c:v>19.119376679999998</c:v>
                </c:pt>
                <c:pt idx="35">
                  <c:v>21.547915375999999</c:v>
                </c:pt>
                <c:pt idx="36">
                  <c:v>21.184280033</c:v>
                </c:pt>
                <c:pt idx="37">
                  <c:v>22.376236016</c:v>
                </c:pt>
                <c:pt idx="38">
                  <c:v>26.082020675999999</c:v>
                </c:pt>
                <c:pt idx="39">
                  <c:v>24.448363145000002</c:v>
                </c:pt>
                <c:pt idx="40">
                  <c:v>22.730156528000002</c:v>
                </c:pt>
                <c:pt idx="41">
                  <c:v>24.741446442999997</c:v>
                </c:pt>
                <c:pt idx="42">
                  <c:v>24.861610721999998</c:v>
                </c:pt>
                <c:pt idx="43">
                  <c:v>27.767481787000001</c:v>
                </c:pt>
                <c:pt idx="44">
                  <c:v>30.655783102000001</c:v>
                </c:pt>
                <c:pt idx="45">
                  <c:v>34.068393780000001</c:v>
                </c:pt>
                <c:pt idx="46">
                  <c:v>32.773102344000002</c:v>
                </c:pt>
                <c:pt idx="47">
                  <c:v>26.534009567999998</c:v>
                </c:pt>
                <c:pt idx="48">
                  <c:v>18.647193078000001</c:v>
                </c:pt>
                <c:pt idx="49">
                  <c:v>11.734784678</c:v>
                </c:pt>
                <c:pt idx="50">
                  <c:v>7.0547839440000004</c:v>
                </c:pt>
                <c:pt idx="51">
                  <c:v>4.4721928040000005</c:v>
                </c:pt>
                <c:pt idx="52">
                  <c:v>3.4323953029999998</c:v>
                </c:pt>
                <c:pt idx="53">
                  <c:v>4.228258501</c:v>
                </c:pt>
                <c:pt idx="54">
                  <c:v>6.8628533149999997</c:v>
                </c:pt>
                <c:pt idx="55">
                  <c:v>10.103981323000001</c:v>
                </c:pt>
                <c:pt idx="56">
                  <c:v>13.715168028999999</c:v>
                </c:pt>
                <c:pt idx="57">
                  <c:v>16.879972939000002</c:v>
                </c:pt>
                <c:pt idx="58">
                  <c:v>19.556137818</c:v>
                </c:pt>
                <c:pt idx="59">
                  <c:v>21.847643453000003</c:v>
                </c:pt>
                <c:pt idx="60">
                  <c:v>22.556508466000004</c:v>
                </c:pt>
                <c:pt idx="61">
                  <c:v>24.897361339</c:v>
                </c:pt>
                <c:pt idx="62">
                  <c:v>25.259911220999999</c:v>
                </c:pt>
                <c:pt idx="63">
                  <c:v>23.962947031000002</c:v>
                </c:pt>
                <c:pt idx="64">
                  <c:v>22.591781763999997</c:v>
                </c:pt>
                <c:pt idx="65">
                  <c:v>24.295705796</c:v>
                </c:pt>
                <c:pt idx="66">
                  <c:v>24.361178819000003</c:v>
                </c:pt>
                <c:pt idx="67">
                  <c:v>27.312408595000001</c:v>
                </c:pt>
                <c:pt idx="68">
                  <c:v>30.323913095000002</c:v>
                </c:pt>
                <c:pt idx="69">
                  <c:v>33.492325778999998</c:v>
                </c:pt>
                <c:pt idx="70">
                  <c:v>31.378466091</c:v>
                </c:pt>
                <c:pt idx="71">
                  <c:v>24.277864313000002</c:v>
                </c:pt>
                <c:pt idx="72">
                  <c:v>16.23419912</c:v>
                </c:pt>
                <c:pt idx="73">
                  <c:v>9.7089660299999991</c:v>
                </c:pt>
                <c:pt idx="74">
                  <c:v>5.7689028999999996</c:v>
                </c:pt>
                <c:pt idx="75">
                  <c:v>3.81647391</c:v>
                </c:pt>
                <c:pt idx="76">
                  <c:v>3.1514246990000001</c:v>
                </c:pt>
                <c:pt idx="77">
                  <c:v>4.1451083979999996</c:v>
                </c:pt>
                <c:pt idx="78">
                  <c:v>7.5068101220000001</c:v>
                </c:pt>
                <c:pt idx="79">
                  <c:v>11.413932507</c:v>
                </c:pt>
                <c:pt idx="80">
                  <c:v>14.625051470999999</c:v>
                </c:pt>
                <c:pt idx="81">
                  <c:v>16.994996228999998</c:v>
                </c:pt>
                <c:pt idx="82">
                  <c:v>19.223630488000001</c:v>
                </c:pt>
                <c:pt idx="83">
                  <c:v>21.320685706000003</c:v>
                </c:pt>
                <c:pt idx="84">
                  <c:v>22.173948545000002</c:v>
                </c:pt>
                <c:pt idx="85">
                  <c:v>23.748301367000003</c:v>
                </c:pt>
                <c:pt idx="86">
                  <c:v>23.344527470999999</c:v>
                </c:pt>
                <c:pt idx="87">
                  <c:v>22.263887127000004</c:v>
                </c:pt>
                <c:pt idx="88">
                  <c:v>22.08093817</c:v>
                </c:pt>
                <c:pt idx="89">
                  <c:v>24.196104224999999</c:v>
                </c:pt>
                <c:pt idx="90">
                  <c:v>24.469536250000001</c:v>
                </c:pt>
                <c:pt idx="91">
                  <c:v>27.488925162000001</c:v>
                </c:pt>
                <c:pt idx="92">
                  <c:v>30.811164048000002</c:v>
                </c:pt>
                <c:pt idx="93">
                  <c:v>33.667758984000002</c:v>
                </c:pt>
                <c:pt idx="94">
                  <c:v>30.743020890000004</c:v>
                </c:pt>
                <c:pt idx="95">
                  <c:v>23.215954029999999</c:v>
                </c:pt>
                <c:pt idx="96">
                  <c:v>15.198363231000002</c:v>
                </c:pt>
                <c:pt idx="97">
                  <c:v>9.0166505390000005</c:v>
                </c:pt>
                <c:pt idx="98">
                  <c:v>5.4262342779999999</c:v>
                </c:pt>
                <c:pt idx="99">
                  <c:v>3.6796225250000001</c:v>
                </c:pt>
                <c:pt idx="100">
                  <c:v>3.1296397520000001</c:v>
                </c:pt>
                <c:pt idx="101">
                  <c:v>4.1466849679999997</c:v>
                </c:pt>
                <c:pt idx="102">
                  <c:v>7.6548662329999999</c:v>
                </c:pt>
                <c:pt idx="103">
                  <c:v>11.679090345000001</c:v>
                </c:pt>
                <c:pt idx="104">
                  <c:v>14.641626573</c:v>
                </c:pt>
                <c:pt idx="105">
                  <c:v>17.075438766000001</c:v>
                </c:pt>
                <c:pt idx="106">
                  <c:v>19.249693865000001</c:v>
                </c:pt>
                <c:pt idx="107">
                  <c:v>21.404447681000001</c:v>
                </c:pt>
                <c:pt idx="108">
                  <c:v>22.217201937000002</c:v>
                </c:pt>
                <c:pt idx="109">
                  <c:v>23.750548047000002</c:v>
                </c:pt>
                <c:pt idx="110">
                  <c:v>23.230879107</c:v>
                </c:pt>
                <c:pt idx="111">
                  <c:v>22.225696855000002</c:v>
                </c:pt>
                <c:pt idx="112">
                  <c:v>22.052836812999999</c:v>
                </c:pt>
                <c:pt idx="113">
                  <c:v>24.082082327999998</c:v>
                </c:pt>
                <c:pt idx="114">
                  <c:v>24.259801005</c:v>
                </c:pt>
                <c:pt idx="115">
                  <c:v>27.496740284999998</c:v>
                </c:pt>
                <c:pt idx="116">
                  <c:v>30.769651587000002</c:v>
                </c:pt>
                <c:pt idx="117">
                  <c:v>33.667757021</c:v>
                </c:pt>
                <c:pt idx="118">
                  <c:v>30.864418064999995</c:v>
                </c:pt>
                <c:pt idx="119">
                  <c:v>23.392406399000002</c:v>
                </c:pt>
                <c:pt idx="120">
                  <c:v>15.424174658</c:v>
                </c:pt>
                <c:pt idx="121">
                  <c:v>9.1709250200000003</c:v>
                </c:pt>
                <c:pt idx="122">
                  <c:v>5.4545818779999991</c:v>
                </c:pt>
                <c:pt idx="123">
                  <c:v>3.684296883</c:v>
                </c:pt>
                <c:pt idx="124">
                  <c:v>3.1278805329999999</c:v>
                </c:pt>
                <c:pt idx="125">
                  <c:v>4.1781193029999999</c:v>
                </c:pt>
                <c:pt idx="126">
                  <c:v>7.7069486550000006</c:v>
                </c:pt>
                <c:pt idx="127">
                  <c:v>11.686682226999999</c:v>
                </c:pt>
                <c:pt idx="128">
                  <c:v>14.716189663</c:v>
                </c:pt>
                <c:pt idx="129">
                  <c:v>17.111669048</c:v>
                </c:pt>
                <c:pt idx="130">
                  <c:v>19.379239241000001</c:v>
                </c:pt>
                <c:pt idx="131">
                  <c:v>21.415120623</c:v>
                </c:pt>
                <c:pt idx="132">
                  <c:v>22.526704621</c:v>
                </c:pt>
                <c:pt idx="133">
                  <c:v>25.064577143000001</c:v>
                </c:pt>
                <c:pt idx="134">
                  <c:v>24.413441860999999</c:v>
                </c:pt>
                <c:pt idx="135">
                  <c:v>22.998821487000001</c:v>
                </c:pt>
                <c:pt idx="136">
                  <c:v>22.248205824999999</c:v>
                </c:pt>
                <c:pt idx="137">
                  <c:v>23.948898933000002</c:v>
                </c:pt>
                <c:pt idx="138">
                  <c:v>24.490453780999999</c:v>
                </c:pt>
                <c:pt idx="139">
                  <c:v>27.398999142999998</c:v>
                </c:pt>
                <c:pt idx="140">
                  <c:v>30.957126283000001</c:v>
                </c:pt>
                <c:pt idx="141">
                  <c:v>33.784205317999998</c:v>
                </c:pt>
                <c:pt idx="142">
                  <c:v>30.895377134999997</c:v>
                </c:pt>
                <c:pt idx="143">
                  <c:v>23.388491545000001</c:v>
                </c:pt>
                <c:pt idx="144">
                  <c:v>15.509528250000001</c:v>
                </c:pt>
                <c:pt idx="145">
                  <c:v>9.2688227170000008</c:v>
                </c:pt>
                <c:pt idx="146">
                  <c:v>5.611750281</c:v>
                </c:pt>
                <c:pt idx="147">
                  <c:v>3.7456145670000005</c:v>
                </c:pt>
                <c:pt idx="148">
                  <c:v>3.1309353549999996</c:v>
                </c:pt>
                <c:pt idx="149">
                  <c:v>4.2016940610000004</c:v>
                </c:pt>
                <c:pt idx="150">
                  <c:v>7.8357956800000004</c:v>
                </c:pt>
                <c:pt idx="151">
                  <c:v>11.679399176</c:v>
                </c:pt>
                <c:pt idx="152">
                  <c:v>14.737959036000001</c:v>
                </c:pt>
                <c:pt idx="153">
                  <c:v>17.088144878000001</c:v>
                </c:pt>
                <c:pt idx="154">
                  <c:v>19.250182921</c:v>
                </c:pt>
                <c:pt idx="155">
                  <c:v>21.280889013000003</c:v>
                </c:pt>
                <c:pt idx="156">
                  <c:v>21.989076167999997</c:v>
                </c:pt>
                <c:pt idx="157">
                  <c:v>23.589234995000002</c:v>
                </c:pt>
                <c:pt idx="158">
                  <c:v>23.102117956000001</c:v>
                </c:pt>
                <c:pt idx="159">
                  <c:v>22.178287972</c:v>
                </c:pt>
                <c:pt idx="160">
                  <c:v>22.274752148999998</c:v>
                </c:pt>
                <c:pt idx="161">
                  <c:v>24.314729145000001</c:v>
                </c:pt>
                <c:pt idx="162">
                  <c:v>24.553611186000001</c:v>
                </c:pt>
                <c:pt idx="163">
                  <c:v>27.640587092000001</c:v>
                </c:pt>
                <c:pt idx="164">
                  <c:v>30.943233011000004</c:v>
                </c:pt>
                <c:pt idx="165">
                  <c:v>33.541751632</c:v>
                </c:pt>
                <c:pt idx="166">
                  <c:v>30.516744259999999</c:v>
                </c:pt>
                <c:pt idx="167">
                  <c:v>23.084131889999998</c:v>
                </c:pt>
                <c:pt idx="168">
                  <c:v>15.259800858999998</c:v>
                </c:pt>
                <c:pt idx="169">
                  <c:v>9.1694580559999999</c:v>
                </c:pt>
                <c:pt idx="170">
                  <c:v>5.5448979830000003</c:v>
                </c:pt>
                <c:pt idx="171">
                  <c:v>3.747291395</c:v>
                </c:pt>
                <c:pt idx="172">
                  <c:v>3.1643701469999996</c:v>
                </c:pt>
                <c:pt idx="173">
                  <c:v>4.2233659960000001</c:v>
                </c:pt>
                <c:pt idx="174">
                  <c:v>7.845297973000001</c:v>
                </c:pt>
                <c:pt idx="175">
                  <c:v>12.019232032</c:v>
                </c:pt>
                <c:pt idx="176">
                  <c:v>15.562026449999999</c:v>
                </c:pt>
                <c:pt idx="177">
                  <c:v>18.299588747000001</c:v>
                </c:pt>
                <c:pt idx="178">
                  <c:v>19.801373955999999</c:v>
                </c:pt>
                <c:pt idx="179">
                  <c:v>21.5354323</c:v>
                </c:pt>
                <c:pt idx="180">
                  <c:v>22.441615597999998</c:v>
                </c:pt>
                <c:pt idx="181">
                  <c:v>24.058311053000001</c:v>
                </c:pt>
                <c:pt idx="182">
                  <c:v>23.520541083000001</c:v>
                </c:pt>
                <c:pt idx="183">
                  <c:v>22.410005927</c:v>
                </c:pt>
                <c:pt idx="184">
                  <c:v>22.020792102999998</c:v>
                </c:pt>
                <c:pt idx="185">
                  <c:v>23.903019276000002</c:v>
                </c:pt>
                <c:pt idx="186">
                  <c:v>24.330405848000002</c:v>
                </c:pt>
                <c:pt idx="187">
                  <c:v>27.897355012000002</c:v>
                </c:pt>
                <c:pt idx="188">
                  <c:v>31.144593058000002</c:v>
                </c:pt>
                <c:pt idx="189">
                  <c:v>33.881815677999995</c:v>
                </c:pt>
                <c:pt idx="190">
                  <c:v>31.585816780000002</c:v>
                </c:pt>
                <c:pt idx="191">
                  <c:v>25.086290519999999</c:v>
                </c:pt>
                <c:pt idx="192">
                  <c:v>17.434375132</c:v>
                </c:pt>
                <c:pt idx="193">
                  <c:v>10.882710131</c:v>
                </c:pt>
                <c:pt idx="194">
                  <c:v>6.6222865619999993</c:v>
                </c:pt>
                <c:pt idx="195">
                  <c:v>4.4475471620000002</c:v>
                </c:pt>
                <c:pt idx="196">
                  <c:v>3.4713001449999998</c:v>
                </c:pt>
                <c:pt idx="197">
                  <c:v>3.9843645020000005</c:v>
                </c:pt>
                <c:pt idx="198">
                  <c:v>6.5060732320000003</c:v>
                </c:pt>
                <c:pt idx="199">
                  <c:v>9.419260766999999</c:v>
                </c:pt>
                <c:pt idx="200">
                  <c:v>13.018161628</c:v>
                </c:pt>
                <c:pt idx="201">
                  <c:v>16.291051299000003</c:v>
                </c:pt>
                <c:pt idx="202">
                  <c:v>19.304052130999999</c:v>
                </c:pt>
                <c:pt idx="203">
                  <c:v>21.702008307</c:v>
                </c:pt>
                <c:pt idx="204">
                  <c:v>21.234822957000002</c:v>
                </c:pt>
                <c:pt idx="205">
                  <c:v>22.521888210000004</c:v>
                </c:pt>
                <c:pt idx="206">
                  <c:v>26.239199456000001</c:v>
                </c:pt>
                <c:pt idx="207">
                  <c:v>24.398855310000002</c:v>
                </c:pt>
                <c:pt idx="208">
                  <c:v>23.407414608999996</c:v>
                </c:pt>
                <c:pt idx="209">
                  <c:v>25.267327653999999</c:v>
                </c:pt>
                <c:pt idx="210">
                  <c:v>25.393134485000004</c:v>
                </c:pt>
                <c:pt idx="211">
                  <c:v>28.488557527999998</c:v>
                </c:pt>
                <c:pt idx="212">
                  <c:v>31.878170967999999</c:v>
                </c:pt>
                <c:pt idx="213">
                  <c:v>34.525453536999997</c:v>
                </c:pt>
                <c:pt idx="214">
                  <c:v>32.310462098000002</c:v>
                </c:pt>
                <c:pt idx="215">
                  <c:v>25.568682622000001</c:v>
                </c:pt>
                <c:pt idx="216">
                  <c:v>17.574882475999999</c:v>
                </c:pt>
                <c:pt idx="217">
                  <c:v>10.731727844</c:v>
                </c:pt>
                <c:pt idx="218">
                  <c:v>6.4908534910000002</c:v>
                </c:pt>
                <c:pt idx="219">
                  <c:v>4.2178298220000006</c:v>
                </c:pt>
                <c:pt idx="220">
                  <c:v>3.2830840659999998</c:v>
                </c:pt>
                <c:pt idx="221">
                  <c:v>4.0249466819999995</c:v>
                </c:pt>
                <c:pt idx="222">
                  <c:v>6.825323021</c:v>
                </c:pt>
                <c:pt idx="223">
                  <c:v>10.204178762999998</c:v>
                </c:pt>
                <c:pt idx="224">
                  <c:v>13.879691718</c:v>
                </c:pt>
                <c:pt idx="225">
                  <c:v>16.850905924999999</c:v>
                </c:pt>
                <c:pt idx="226">
                  <c:v>19.490560258999999</c:v>
                </c:pt>
                <c:pt idx="227">
                  <c:v>21.737608258000002</c:v>
                </c:pt>
                <c:pt idx="228">
                  <c:v>22.401104773</c:v>
                </c:pt>
                <c:pt idx="229">
                  <c:v>24.870101516000002</c:v>
                </c:pt>
                <c:pt idx="230">
                  <c:v>25.110435803999998</c:v>
                </c:pt>
                <c:pt idx="231">
                  <c:v>23.568728963999998</c:v>
                </c:pt>
                <c:pt idx="232">
                  <c:v>23.009682213999998</c:v>
                </c:pt>
                <c:pt idx="233">
                  <c:v>24.599368270999999</c:v>
                </c:pt>
                <c:pt idx="234">
                  <c:v>24.857060371000003</c:v>
                </c:pt>
                <c:pt idx="235">
                  <c:v>27.979717165</c:v>
                </c:pt>
                <c:pt idx="236">
                  <c:v>31.545375590000003</c:v>
                </c:pt>
                <c:pt idx="237">
                  <c:v>34.234529852000001</c:v>
                </c:pt>
                <c:pt idx="238">
                  <c:v>31.022020165999997</c:v>
                </c:pt>
                <c:pt idx="239">
                  <c:v>23.264962309000001</c:v>
                </c:pt>
                <c:pt idx="240">
                  <c:v>15.132033476999998</c:v>
                </c:pt>
                <c:pt idx="241">
                  <c:v>9.0631485739999995</c:v>
                </c:pt>
                <c:pt idx="242">
                  <c:v>5.4441331770000003</c:v>
                </c:pt>
                <c:pt idx="243">
                  <c:v>3.709865615</c:v>
                </c:pt>
                <c:pt idx="244">
                  <c:v>3.1453488640000002</c:v>
                </c:pt>
                <c:pt idx="245">
                  <c:v>4.0423978780000001</c:v>
                </c:pt>
                <c:pt idx="246">
                  <c:v>7.5348628300000007</c:v>
                </c:pt>
                <c:pt idx="247">
                  <c:v>11.311414895</c:v>
                </c:pt>
                <c:pt idx="248">
                  <c:v>14.529308736999999</c:v>
                </c:pt>
                <c:pt idx="249">
                  <c:v>16.732223203</c:v>
                </c:pt>
                <c:pt idx="250">
                  <c:v>18.942816435000001</c:v>
                </c:pt>
                <c:pt idx="251">
                  <c:v>21.028340247999999</c:v>
                </c:pt>
                <c:pt idx="252">
                  <c:v>22.019402244000002</c:v>
                </c:pt>
                <c:pt idx="253">
                  <c:v>23.507204574999999</c:v>
                </c:pt>
                <c:pt idx="254">
                  <c:v>23.075645473000002</c:v>
                </c:pt>
                <c:pt idx="255">
                  <c:v>22.124110808000001</c:v>
                </c:pt>
                <c:pt idx="256">
                  <c:v>22.390410388999999</c:v>
                </c:pt>
                <c:pt idx="257">
                  <c:v>24.537208576999998</c:v>
                </c:pt>
                <c:pt idx="258">
                  <c:v>25.025732661999999</c:v>
                </c:pt>
                <c:pt idx="259">
                  <c:v>28.079271423000002</c:v>
                </c:pt>
                <c:pt idx="260">
                  <c:v>31.619014513000003</c:v>
                </c:pt>
                <c:pt idx="261">
                  <c:v>33.814310557999995</c:v>
                </c:pt>
                <c:pt idx="262">
                  <c:v>30.300285557000002</c:v>
                </c:pt>
                <c:pt idx="263">
                  <c:v>22.341254538000001</c:v>
                </c:pt>
                <c:pt idx="264">
                  <c:v>14.745412891000001</c:v>
                </c:pt>
                <c:pt idx="265">
                  <c:v>8.7479345530000003</c:v>
                </c:pt>
                <c:pt idx="266">
                  <c:v>5.2274591990000001</c:v>
                </c:pt>
                <c:pt idx="267">
                  <c:v>3.616770818</c:v>
                </c:pt>
                <c:pt idx="268">
                  <c:v>3.0700049090000001</c:v>
                </c:pt>
                <c:pt idx="269">
                  <c:v>4.0351915310000006</c:v>
                </c:pt>
                <c:pt idx="270">
                  <c:v>7.7354527949999987</c:v>
                </c:pt>
                <c:pt idx="271">
                  <c:v>11.729115029999999</c:v>
                </c:pt>
                <c:pt idx="272">
                  <c:v>14.783865866000001</c:v>
                </c:pt>
                <c:pt idx="273">
                  <c:v>17.038991805999999</c:v>
                </c:pt>
                <c:pt idx="274">
                  <c:v>19.361476048</c:v>
                </c:pt>
                <c:pt idx="275">
                  <c:v>21.487525241</c:v>
                </c:pt>
                <c:pt idx="276">
                  <c:v>22.236798319999998</c:v>
                </c:pt>
                <c:pt idx="277">
                  <c:v>23.795628713999999</c:v>
                </c:pt>
                <c:pt idx="278">
                  <c:v>23.232428281999997</c:v>
                </c:pt>
                <c:pt idx="279">
                  <c:v>22.155846755999999</c:v>
                </c:pt>
                <c:pt idx="280">
                  <c:v>22.589644971999999</c:v>
                </c:pt>
                <c:pt idx="281">
                  <c:v>24.586106858000001</c:v>
                </c:pt>
                <c:pt idx="282">
                  <c:v>24.974327759999998</c:v>
                </c:pt>
                <c:pt idx="283">
                  <c:v>28.227983235000004</c:v>
                </c:pt>
                <c:pt idx="284">
                  <c:v>32.046350443000001</c:v>
                </c:pt>
                <c:pt idx="285">
                  <c:v>34.021297970999996</c:v>
                </c:pt>
                <c:pt idx="286">
                  <c:v>29.922408959000002</c:v>
                </c:pt>
                <c:pt idx="287">
                  <c:v>22.018378904000002</c:v>
                </c:pt>
              </c:numCache>
              <c:extLst xmlns:c15="http://schemas.microsoft.com/office/drawing/2012/chart"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3-7D34-4C59-B1C7-8D0F8D7730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9471664"/>
        <c:axId val="499480520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'Huawei 01-10 12-10-2026'!$D$1</c15:sqref>
                        </c15:formulaRef>
                      </c:ext>
                    </c:extLst>
                    <c:strCache>
                      <c:ptCount val="1"/>
                      <c:pt idx="0">
                        <c:v>DL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3"/>
                    <c:layout>
                      <c:manualLayout>
                        <c:x val="-5.8395888013998247E-2"/>
                        <c:y val="-3.9317220764071181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4-7D34-4C59-B1C7-8D0F8D7730FB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'Huawei 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'Huawei 01-10 12-10-2026'!$D$2:$D$289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425.64303484444446</c:v>
                      </c:pt>
                      <c:pt idx="1">
                        <c:v>268.22431656222221</c:v>
                      </c:pt>
                      <c:pt idx="2">
                        <c:v>160.15593492222223</c:v>
                      </c:pt>
                      <c:pt idx="3">
                        <c:v>103.71350967777778</c:v>
                      </c:pt>
                      <c:pt idx="4">
                        <c:v>82.607867139999996</c:v>
                      </c:pt>
                      <c:pt idx="5">
                        <c:v>108.86480793777777</c:v>
                      </c:pt>
                      <c:pt idx="6">
                        <c:v>207.46222699999998</c:v>
                      </c:pt>
                      <c:pt idx="7">
                        <c:v>297.18045933333332</c:v>
                      </c:pt>
                      <c:pt idx="8">
                        <c:v>353.12252364222218</c:v>
                      </c:pt>
                      <c:pt idx="9">
                        <c:v>377.57631237999999</c:v>
                      </c:pt>
                      <c:pt idx="10">
                        <c:v>411.73681225555555</c:v>
                      </c:pt>
                      <c:pt idx="11">
                        <c:v>459.28729720666661</c:v>
                      </c:pt>
                      <c:pt idx="12">
                        <c:v>497.64645391333329</c:v>
                      </c:pt>
                      <c:pt idx="13">
                        <c:v>562.74821583111111</c:v>
                      </c:pt>
                      <c:pt idx="14">
                        <c:v>575.09931439111108</c:v>
                      </c:pt>
                      <c:pt idx="15">
                        <c:v>550.18591132222218</c:v>
                      </c:pt>
                      <c:pt idx="16">
                        <c:v>497.09321511777785</c:v>
                      </c:pt>
                      <c:pt idx="17">
                        <c:v>504.5269780066667</c:v>
                      </c:pt>
                      <c:pt idx="18">
                        <c:v>501.09519446888891</c:v>
                      </c:pt>
                      <c:pt idx="19">
                        <c:v>585.42719270444445</c:v>
                      </c:pt>
                      <c:pt idx="20">
                        <c:v>651.20962594888886</c:v>
                      </c:pt>
                      <c:pt idx="21">
                        <c:v>728.36019874444446</c:v>
                      </c:pt>
                      <c:pt idx="22">
                        <c:v>723.39007246444442</c:v>
                      </c:pt>
                      <c:pt idx="23">
                        <c:v>627.8214831555556</c:v>
                      </c:pt>
                      <c:pt idx="24">
                        <c:v>469.74139721111112</c:v>
                      </c:pt>
                      <c:pt idx="25">
                        <c:v>310.12015921777777</c:v>
                      </c:pt>
                      <c:pt idx="26">
                        <c:v>190.0332146088889</c:v>
                      </c:pt>
                      <c:pt idx="27">
                        <c:v>120.7543332688889</c:v>
                      </c:pt>
                      <c:pt idx="28">
                        <c:v>88.977601613333348</c:v>
                      </c:pt>
                      <c:pt idx="29">
                        <c:v>105.85949891777778</c:v>
                      </c:pt>
                      <c:pt idx="30">
                        <c:v>184.98455653555556</c:v>
                      </c:pt>
                      <c:pt idx="31">
                        <c:v>269.20228764666666</c:v>
                      </c:pt>
                      <c:pt idx="32">
                        <c:v>356.43413692444449</c:v>
                      </c:pt>
                      <c:pt idx="33">
                        <c:v>416.49267207333332</c:v>
                      </c:pt>
                      <c:pt idx="34">
                        <c:v>466.6855223888889</c:v>
                      </c:pt>
                      <c:pt idx="35">
                        <c:v>522.55214577333345</c:v>
                      </c:pt>
                      <c:pt idx="36">
                        <c:v>532.00611022666658</c:v>
                      </c:pt>
                      <c:pt idx="37">
                        <c:v>570.32085886222228</c:v>
                      </c:pt>
                      <c:pt idx="38">
                        <c:v>657.10817378888896</c:v>
                      </c:pt>
                      <c:pt idx="39">
                        <c:v>609.5666745333333</c:v>
                      </c:pt>
                      <c:pt idx="40">
                        <c:v>528.52120046222217</c:v>
                      </c:pt>
                      <c:pt idx="41">
                        <c:v>524.05427639555558</c:v>
                      </c:pt>
                      <c:pt idx="42">
                        <c:v>515.00056706666669</c:v>
                      </c:pt>
                      <c:pt idx="43">
                        <c:v>601.11400411111117</c:v>
                      </c:pt>
                      <c:pt idx="44">
                        <c:v>673.44692219555554</c:v>
                      </c:pt>
                      <c:pt idx="45">
                        <c:v>757.79447224222224</c:v>
                      </c:pt>
                      <c:pt idx="46">
                        <c:v>745.43641254444447</c:v>
                      </c:pt>
                      <c:pt idx="47">
                        <c:v>647.3366371466667</c:v>
                      </c:pt>
                      <c:pt idx="48">
                        <c:v>484.62060155111118</c:v>
                      </c:pt>
                      <c:pt idx="49">
                        <c:v>317.99272355777777</c:v>
                      </c:pt>
                      <c:pt idx="50">
                        <c:v>190.64572132444442</c:v>
                      </c:pt>
                      <c:pt idx="51">
                        <c:v>119.90125981999999</c:v>
                      </c:pt>
                      <c:pt idx="52">
                        <c:v>89.139599622222221</c:v>
                      </c:pt>
                      <c:pt idx="53">
                        <c:v>108.40236334222223</c:v>
                      </c:pt>
                      <c:pt idx="54">
                        <c:v>194.03460090000002</c:v>
                      </c:pt>
                      <c:pt idx="55">
                        <c:v>280.94248062666662</c:v>
                      </c:pt>
                      <c:pt idx="56">
                        <c:v>358.88404767999998</c:v>
                      </c:pt>
                      <c:pt idx="57">
                        <c:v>402.96103325777779</c:v>
                      </c:pt>
                      <c:pt idx="58">
                        <c:v>435.79814734000001</c:v>
                      </c:pt>
                      <c:pt idx="59">
                        <c:v>480.02723456444437</c:v>
                      </c:pt>
                      <c:pt idx="60">
                        <c:v>506.93023651555552</c:v>
                      </c:pt>
                      <c:pt idx="61">
                        <c:v>582.45660966888897</c:v>
                      </c:pt>
                      <c:pt idx="62">
                        <c:v>604.13520143333335</c:v>
                      </c:pt>
                      <c:pt idx="63">
                        <c:v>570.40549321111109</c:v>
                      </c:pt>
                      <c:pt idx="64">
                        <c:v>507.68185510000001</c:v>
                      </c:pt>
                      <c:pt idx="65">
                        <c:v>511.13898204444445</c:v>
                      </c:pt>
                      <c:pt idx="66">
                        <c:v>501.55594168444441</c:v>
                      </c:pt>
                      <c:pt idx="67">
                        <c:v>581.73742562666666</c:v>
                      </c:pt>
                      <c:pt idx="68">
                        <c:v>653.79205347777781</c:v>
                      </c:pt>
                      <c:pt idx="69">
                        <c:v>730.71463976444443</c:v>
                      </c:pt>
                      <c:pt idx="70">
                        <c:v>711.41917326666658</c:v>
                      </c:pt>
                      <c:pt idx="71">
                        <c:v>595.73182292000001</c:v>
                      </c:pt>
                      <c:pt idx="72">
                        <c:v>420.50455572888893</c:v>
                      </c:pt>
                      <c:pt idx="73">
                        <c:v>259.77068611111116</c:v>
                      </c:pt>
                      <c:pt idx="74">
                        <c:v>155.27338514888891</c:v>
                      </c:pt>
                      <c:pt idx="75">
                        <c:v>100.60592624444443</c:v>
                      </c:pt>
                      <c:pt idx="76">
                        <c:v>80.719342911111113</c:v>
                      </c:pt>
                      <c:pt idx="77">
                        <c:v>104.69114306222221</c:v>
                      </c:pt>
                      <c:pt idx="78">
                        <c:v>199.85590491111111</c:v>
                      </c:pt>
                      <c:pt idx="79">
                        <c:v>281.10885001111109</c:v>
                      </c:pt>
                      <c:pt idx="80">
                        <c:v>338.58739748888888</c:v>
                      </c:pt>
                      <c:pt idx="81">
                        <c:v>364.31920019111112</c:v>
                      </c:pt>
                      <c:pt idx="82">
                        <c:v>394.97583919333334</c:v>
                      </c:pt>
                      <c:pt idx="83">
                        <c:v>442.36103768444445</c:v>
                      </c:pt>
                      <c:pt idx="84">
                        <c:v>474.31217499333337</c:v>
                      </c:pt>
                      <c:pt idx="85">
                        <c:v>533.85474365333334</c:v>
                      </c:pt>
                      <c:pt idx="86">
                        <c:v>544.6654648955556</c:v>
                      </c:pt>
                      <c:pt idx="87">
                        <c:v>517.07323094000003</c:v>
                      </c:pt>
                      <c:pt idx="88">
                        <c:v>485.99521208444446</c:v>
                      </c:pt>
                      <c:pt idx="89">
                        <c:v>499.67304925111114</c:v>
                      </c:pt>
                      <c:pt idx="90">
                        <c:v>494.36422876</c:v>
                      </c:pt>
                      <c:pt idx="91">
                        <c:v>576.90245005777774</c:v>
                      </c:pt>
                      <c:pt idx="92">
                        <c:v>652.75375612888888</c:v>
                      </c:pt>
                      <c:pt idx="93">
                        <c:v>727.78423689333329</c:v>
                      </c:pt>
                      <c:pt idx="94">
                        <c:v>701.4347422466667</c:v>
                      </c:pt>
                      <c:pt idx="95">
                        <c:v>574.37368251555552</c:v>
                      </c:pt>
                      <c:pt idx="96">
                        <c:v>396.16287322444441</c:v>
                      </c:pt>
                      <c:pt idx="97">
                        <c:v>242.69797244444447</c:v>
                      </c:pt>
                      <c:pt idx="98">
                        <c:v>145.45694180000001</c:v>
                      </c:pt>
                      <c:pt idx="99">
                        <c:v>96.502895433333336</c:v>
                      </c:pt>
                      <c:pt idx="100">
                        <c:v>78.69069600666667</c:v>
                      </c:pt>
                      <c:pt idx="101">
                        <c:v>103.74443515555555</c:v>
                      </c:pt>
                      <c:pt idx="102">
                        <c:v>203.55938394888886</c:v>
                      </c:pt>
                      <c:pt idx="103">
                        <c:v>288.75641315555561</c:v>
                      </c:pt>
                      <c:pt idx="104">
                        <c:v>341.82041763555554</c:v>
                      </c:pt>
                      <c:pt idx="105">
                        <c:v>365.67818317333331</c:v>
                      </c:pt>
                      <c:pt idx="106">
                        <c:v>395.86356340444445</c:v>
                      </c:pt>
                      <c:pt idx="107">
                        <c:v>446.55702425333334</c:v>
                      </c:pt>
                      <c:pt idx="108">
                        <c:v>478.27625047555557</c:v>
                      </c:pt>
                      <c:pt idx="109">
                        <c:v>538.56000120666658</c:v>
                      </c:pt>
                      <c:pt idx="110">
                        <c:v>543.76873715111117</c:v>
                      </c:pt>
                      <c:pt idx="111">
                        <c:v>517.11753557777774</c:v>
                      </c:pt>
                      <c:pt idx="112">
                        <c:v>484.59602313555558</c:v>
                      </c:pt>
                      <c:pt idx="113">
                        <c:v>494.04006395777776</c:v>
                      </c:pt>
                      <c:pt idx="114">
                        <c:v>491.43122906222226</c:v>
                      </c:pt>
                      <c:pt idx="115">
                        <c:v>575.63398017777786</c:v>
                      </c:pt>
                      <c:pt idx="116">
                        <c:v>653.90296974888884</c:v>
                      </c:pt>
                      <c:pt idx="117">
                        <c:v>734.99010699111113</c:v>
                      </c:pt>
                      <c:pt idx="118">
                        <c:v>706.94617998000001</c:v>
                      </c:pt>
                      <c:pt idx="119">
                        <c:v>581.83619675999989</c:v>
                      </c:pt>
                      <c:pt idx="120">
                        <c:v>402.23402310666665</c:v>
                      </c:pt>
                      <c:pt idx="121">
                        <c:v>245.97753133111109</c:v>
                      </c:pt>
                      <c:pt idx="122">
                        <c:v>145.93653216222222</c:v>
                      </c:pt>
                      <c:pt idx="123">
                        <c:v>95.978282302222226</c:v>
                      </c:pt>
                      <c:pt idx="124">
                        <c:v>77.988643319999994</c:v>
                      </c:pt>
                      <c:pt idx="125">
                        <c:v>103.17199282444444</c:v>
                      </c:pt>
                      <c:pt idx="126">
                        <c:v>204.82852302000001</c:v>
                      </c:pt>
                      <c:pt idx="127">
                        <c:v>291.9142789888889</c:v>
                      </c:pt>
                      <c:pt idx="128">
                        <c:v>345.17359588444447</c:v>
                      </c:pt>
                      <c:pt idx="129">
                        <c:v>370.75308576444445</c:v>
                      </c:pt>
                      <c:pt idx="130">
                        <c:v>405.00343746666664</c:v>
                      </c:pt>
                      <c:pt idx="131">
                        <c:v>449.50398155333329</c:v>
                      </c:pt>
                      <c:pt idx="132">
                        <c:v>492.63270731555554</c:v>
                      </c:pt>
                      <c:pt idx="133">
                        <c:v>575.94506189999993</c:v>
                      </c:pt>
                      <c:pt idx="134">
                        <c:v>584.11522546000003</c:v>
                      </c:pt>
                      <c:pt idx="135">
                        <c:v>546.58408827777771</c:v>
                      </c:pt>
                      <c:pt idx="136">
                        <c:v>491.97734639777781</c:v>
                      </c:pt>
                      <c:pt idx="137">
                        <c:v>498.51729345777778</c:v>
                      </c:pt>
                      <c:pt idx="138">
                        <c:v>535.30464002666668</c:v>
                      </c:pt>
                      <c:pt idx="139">
                        <c:v>615.68433381555553</c:v>
                      </c:pt>
                      <c:pt idx="140">
                        <c:v>661.99850430000004</c:v>
                      </c:pt>
                      <c:pt idx="141">
                        <c:v>736.81460414666662</c:v>
                      </c:pt>
                      <c:pt idx="142">
                        <c:v>708.27548229555555</c:v>
                      </c:pt>
                      <c:pt idx="143">
                        <c:v>582.99642545999995</c:v>
                      </c:pt>
                      <c:pt idx="144">
                        <c:v>416.59676409777774</c:v>
                      </c:pt>
                      <c:pt idx="145">
                        <c:v>259.13111340222224</c:v>
                      </c:pt>
                      <c:pt idx="146">
                        <c:v>158.62668919333333</c:v>
                      </c:pt>
                      <c:pt idx="147">
                        <c:v>99.537290575555559</c:v>
                      </c:pt>
                      <c:pt idx="148">
                        <c:v>79.409525257777773</c:v>
                      </c:pt>
                      <c:pt idx="149">
                        <c:v>105.51712989333333</c:v>
                      </c:pt>
                      <c:pt idx="150">
                        <c:v>210.54050887333332</c:v>
                      </c:pt>
                      <c:pt idx="151">
                        <c:v>296.75882107111113</c:v>
                      </c:pt>
                      <c:pt idx="152">
                        <c:v>350.95115132444442</c:v>
                      </c:pt>
                      <c:pt idx="153">
                        <c:v>374.39184476000003</c:v>
                      </c:pt>
                      <c:pt idx="154">
                        <c:v>403.57418963555557</c:v>
                      </c:pt>
                      <c:pt idx="155">
                        <c:v>449.78086021333337</c:v>
                      </c:pt>
                      <c:pt idx="156">
                        <c:v>481.06992037555551</c:v>
                      </c:pt>
                      <c:pt idx="157">
                        <c:v>540.48947256222232</c:v>
                      </c:pt>
                      <c:pt idx="158">
                        <c:v>549.10100535999993</c:v>
                      </c:pt>
                      <c:pt idx="159">
                        <c:v>521.88199121111109</c:v>
                      </c:pt>
                      <c:pt idx="160">
                        <c:v>495.73122115333337</c:v>
                      </c:pt>
                      <c:pt idx="161">
                        <c:v>506.67845369333332</c:v>
                      </c:pt>
                      <c:pt idx="162">
                        <c:v>503.98810961333334</c:v>
                      </c:pt>
                      <c:pt idx="163">
                        <c:v>582.47103269333331</c:v>
                      </c:pt>
                      <c:pt idx="164">
                        <c:v>654.05906319555561</c:v>
                      </c:pt>
                      <c:pt idx="165">
                        <c:v>727.0632757911111</c:v>
                      </c:pt>
                      <c:pt idx="166">
                        <c:v>705.58029150222228</c:v>
                      </c:pt>
                      <c:pt idx="167">
                        <c:v>577.75941733777779</c:v>
                      </c:pt>
                      <c:pt idx="168">
                        <c:v>402.47475424222228</c:v>
                      </c:pt>
                      <c:pt idx="169">
                        <c:v>248.12903177333334</c:v>
                      </c:pt>
                      <c:pt idx="170">
                        <c:v>149.64723470666667</c:v>
                      </c:pt>
                      <c:pt idx="171">
                        <c:v>98.933600084444436</c:v>
                      </c:pt>
                      <c:pt idx="172">
                        <c:v>81.057740395555555</c:v>
                      </c:pt>
                      <c:pt idx="173">
                        <c:v>107.60364616666666</c:v>
                      </c:pt>
                      <c:pt idx="174">
                        <c:v>215.4093321777778</c:v>
                      </c:pt>
                      <c:pt idx="175">
                        <c:v>310.50041704444448</c:v>
                      </c:pt>
                      <c:pt idx="176">
                        <c:v>378.3552062511111</c:v>
                      </c:pt>
                      <c:pt idx="177">
                        <c:v>420.82685386222226</c:v>
                      </c:pt>
                      <c:pt idx="178">
                        <c:v>433.43964273555548</c:v>
                      </c:pt>
                      <c:pt idx="179">
                        <c:v>468.19587352888891</c:v>
                      </c:pt>
                      <c:pt idx="180">
                        <c:v>507.05788535777782</c:v>
                      </c:pt>
                      <c:pt idx="181">
                        <c:v>568.47229435333338</c:v>
                      </c:pt>
                      <c:pt idx="182">
                        <c:v>573.42915950444444</c:v>
                      </c:pt>
                      <c:pt idx="183">
                        <c:v>542.35714148444447</c:v>
                      </c:pt>
                      <c:pt idx="184">
                        <c:v>502.22065427333337</c:v>
                      </c:pt>
                      <c:pt idx="185">
                        <c:v>507.78741688222226</c:v>
                      </c:pt>
                      <c:pt idx="186">
                        <c:v>515.00474057333338</c:v>
                      </c:pt>
                      <c:pt idx="187">
                        <c:v>601.67794739999999</c:v>
                      </c:pt>
                      <c:pt idx="188">
                        <c:v>670.75576282444445</c:v>
                      </c:pt>
                      <c:pt idx="189">
                        <c:v>738.99269557111108</c:v>
                      </c:pt>
                      <c:pt idx="190">
                        <c:v>727.16818165777784</c:v>
                      </c:pt>
                      <c:pt idx="191">
                        <c:v>620.16873960222222</c:v>
                      </c:pt>
                      <c:pt idx="192">
                        <c:v>457.71693655555549</c:v>
                      </c:pt>
                      <c:pt idx="193">
                        <c:v>296.83886002888892</c:v>
                      </c:pt>
                      <c:pt idx="194">
                        <c:v>181.60318402666667</c:v>
                      </c:pt>
                      <c:pt idx="195">
                        <c:v>120.20041496666666</c:v>
                      </c:pt>
                      <c:pt idx="196">
                        <c:v>91.268734388888888</c:v>
                      </c:pt>
                      <c:pt idx="197">
                        <c:v>104.5678746977778</c:v>
                      </c:pt>
                      <c:pt idx="198">
                        <c:v>190.48891840222223</c:v>
                      </c:pt>
                      <c:pt idx="199">
                        <c:v>277.07012730666668</c:v>
                      </c:pt>
                      <c:pt idx="200">
                        <c:v>366.99188191555555</c:v>
                      </c:pt>
                      <c:pt idx="201">
                        <c:v>424.08493863111113</c:v>
                      </c:pt>
                      <c:pt idx="202">
                        <c:v>472.19012778000001</c:v>
                      </c:pt>
                      <c:pt idx="203">
                        <c:v>524.17732874222213</c:v>
                      </c:pt>
                      <c:pt idx="204">
                        <c:v>529.9754180955556</c:v>
                      </c:pt>
                      <c:pt idx="205">
                        <c:v>571.53431365333324</c:v>
                      </c:pt>
                      <c:pt idx="206">
                        <c:v>655.55795060666674</c:v>
                      </c:pt>
                      <c:pt idx="207">
                        <c:v>603.64877261333334</c:v>
                      </c:pt>
                      <c:pt idx="208">
                        <c:v>542.46786291777778</c:v>
                      </c:pt>
                      <c:pt idx="209">
                        <c:v>541.03816311333333</c:v>
                      </c:pt>
                      <c:pt idx="210">
                        <c:v>535.24362851333331</c:v>
                      </c:pt>
                      <c:pt idx="211">
                        <c:v>616.16198215111115</c:v>
                      </c:pt>
                      <c:pt idx="212">
                        <c:v>688.58203173999993</c:v>
                      </c:pt>
                      <c:pt idx="213">
                        <c:v>757.67920214666663</c:v>
                      </c:pt>
                      <c:pt idx="214">
                        <c:v>747.29624027111106</c:v>
                      </c:pt>
                      <c:pt idx="215">
                        <c:v>632.63415075777777</c:v>
                      </c:pt>
                      <c:pt idx="216">
                        <c:v>460.41745743333331</c:v>
                      </c:pt>
                      <c:pt idx="217">
                        <c:v>293.46050575333334</c:v>
                      </c:pt>
                      <c:pt idx="218">
                        <c:v>179.0963201822222</c:v>
                      </c:pt>
                      <c:pt idx="219">
                        <c:v>114.19926050888888</c:v>
                      </c:pt>
                      <c:pt idx="220">
                        <c:v>86.815365742222212</c:v>
                      </c:pt>
                      <c:pt idx="221">
                        <c:v>104.37631872222222</c:v>
                      </c:pt>
                      <c:pt idx="222">
                        <c:v>197.27770870000001</c:v>
                      </c:pt>
                      <c:pt idx="223">
                        <c:v>287.09169329777779</c:v>
                      </c:pt>
                      <c:pt idx="224">
                        <c:v>363.97629072444442</c:v>
                      </c:pt>
                      <c:pt idx="225">
                        <c:v>402.66067180888888</c:v>
                      </c:pt>
                      <c:pt idx="226">
                        <c:v>433.44713897111109</c:v>
                      </c:pt>
                      <c:pt idx="227">
                        <c:v>475.22386313555552</c:v>
                      </c:pt>
                      <c:pt idx="228">
                        <c:v>499.07383040000002</c:v>
                      </c:pt>
                      <c:pt idx="229">
                        <c:v>576.39283595999996</c:v>
                      </c:pt>
                      <c:pt idx="230">
                        <c:v>597.70918720000009</c:v>
                      </c:pt>
                      <c:pt idx="231">
                        <c:v>559.27945456444445</c:v>
                      </c:pt>
                      <c:pt idx="232">
                        <c:v>509.01201012222225</c:v>
                      </c:pt>
                      <c:pt idx="233">
                        <c:v>516.01596144222219</c:v>
                      </c:pt>
                      <c:pt idx="234">
                        <c:v>521.46525434222224</c:v>
                      </c:pt>
                      <c:pt idx="235">
                        <c:v>596.71411351333336</c:v>
                      </c:pt>
                      <c:pt idx="236">
                        <c:v>681.01689746222223</c:v>
                      </c:pt>
                      <c:pt idx="237">
                        <c:v>751.38881938000009</c:v>
                      </c:pt>
                      <c:pt idx="238">
                        <c:v>711.76471653333329</c:v>
                      </c:pt>
                      <c:pt idx="239">
                        <c:v>578.64367757333332</c:v>
                      </c:pt>
                      <c:pt idx="240">
                        <c:v>399.05524380444444</c:v>
                      </c:pt>
                      <c:pt idx="241">
                        <c:v>245.90405014444445</c:v>
                      </c:pt>
                      <c:pt idx="242">
                        <c:v>148.41015449555556</c:v>
                      </c:pt>
                      <c:pt idx="243">
                        <c:v>98.899135442222217</c:v>
                      </c:pt>
                      <c:pt idx="244">
                        <c:v>80.552128780000004</c:v>
                      </c:pt>
                      <c:pt idx="245">
                        <c:v>101.35793657777779</c:v>
                      </c:pt>
                      <c:pt idx="246">
                        <c:v>202.45099446888887</c:v>
                      </c:pt>
                      <c:pt idx="247">
                        <c:v>286.21015613555556</c:v>
                      </c:pt>
                      <c:pt idx="248">
                        <c:v>345.50774661999998</c:v>
                      </c:pt>
                      <c:pt idx="249">
                        <c:v>363.58534243111114</c:v>
                      </c:pt>
                      <c:pt idx="250">
                        <c:v>389.34784912222227</c:v>
                      </c:pt>
                      <c:pt idx="251">
                        <c:v>433.09060258666665</c:v>
                      </c:pt>
                      <c:pt idx="252">
                        <c:v>468.49496036444441</c:v>
                      </c:pt>
                      <c:pt idx="253">
                        <c:v>529.27592886888885</c:v>
                      </c:pt>
                      <c:pt idx="254">
                        <c:v>539.12262850666662</c:v>
                      </c:pt>
                      <c:pt idx="255">
                        <c:v>512.33822526222218</c:v>
                      </c:pt>
                      <c:pt idx="256">
                        <c:v>495.17833064000001</c:v>
                      </c:pt>
                      <c:pt idx="257">
                        <c:v>514.14333033333332</c:v>
                      </c:pt>
                      <c:pt idx="258">
                        <c:v>517.23924098666669</c:v>
                      </c:pt>
                      <c:pt idx="259">
                        <c:v>590.67814829111114</c:v>
                      </c:pt>
                      <c:pt idx="260">
                        <c:v>669.361328268889</c:v>
                      </c:pt>
                      <c:pt idx="261">
                        <c:v>732.33169076000001</c:v>
                      </c:pt>
                      <c:pt idx="262">
                        <c:v>700.90129905333333</c:v>
                      </c:pt>
                      <c:pt idx="263">
                        <c:v>561.44728102888882</c:v>
                      </c:pt>
                      <c:pt idx="264">
                        <c:v>388.63326237333331</c:v>
                      </c:pt>
                      <c:pt idx="265">
                        <c:v>235.30624046222223</c:v>
                      </c:pt>
                      <c:pt idx="266">
                        <c:v>141.45471617555555</c:v>
                      </c:pt>
                      <c:pt idx="267">
                        <c:v>94.862509146666667</c:v>
                      </c:pt>
                      <c:pt idx="268">
                        <c:v>78.270753311111108</c:v>
                      </c:pt>
                      <c:pt idx="269">
                        <c:v>101.35205907555556</c:v>
                      </c:pt>
                      <c:pt idx="270">
                        <c:v>207.86042331777776</c:v>
                      </c:pt>
                      <c:pt idx="271">
                        <c:v>295.88435386222221</c:v>
                      </c:pt>
                      <c:pt idx="272">
                        <c:v>348.24850617333334</c:v>
                      </c:pt>
                      <c:pt idx="273">
                        <c:v>369.68660249111116</c:v>
                      </c:pt>
                      <c:pt idx="274">
                        <c:v>399.02768481555552</c:v>
                      </c:pt>
                      <c:pt idx="275">
                        <c:v>445.42633453111108</c:v>
                      </c:pt>
                      <c:pt idx="276">
                        <c:v>478.91427237333335</c:v>
                      </c:pt>
                      <c:pt idx="277">
                        <c:v>537.72054290666665</c:v>
                      </c:pt>
                      <c:pt idx="278">
                        <c:v>540.62012560888888</c:v>
                      </c:pt>
                      <c:pt idx="279">
                        <c:v>514.02502389999995</c:v>
                      </c:pt>
                      <c:pt idx="280">
                        <c:v>496.99012142888893</c:v>
                      </c:pt>
                      <c:pt idx="281">
                        <c:v>510.2167939933334</c:v>
                      </c:pt>
                      <c:pt idx="282">
                        <c:v>514.88068623999993</c:v>
                      </c:pt>
                      <c:pt idx="283">
                        <c:v>597.52721976444445</c:v>
                      </c:pt>
                      <c:pt idx="284">
                        <c:v>678.84392974222226</c:v>
                      </c:pt>
                      <c:pt idx="285">
                        <c:v>744.56274364222213</c:v>
                      </c:pt>
                      <c:pt idx="286">
                        <c:v>702.83928101777781</c:v>
                      </c:pt>
                      <c:pt idx="287">
                        <c:v>561.65675180888888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7D34-4C59-B1C7-8D0F8D7730FB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'Huawei 01-10 12-10-2026'!$E$1</c15:sqref>
                        </c15:formulaRef>
                      </c:ext>
                    </c:extLst>
                    <c:strCache>
                      <c:ptCount val="1"/>
                      <c:pt idx="0">
                        <c:v>UL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3"/>
                    <c:layout>
                      <c:manualLayout>
                        <c:x val="-5.2062554680664813E-2"/>
                        <c:y val="-3.0057961504811898E-2"/>
                      </c:manualLayout>
                    </c:layout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lIns="38100" tIns="19050" rIns="38100" bIns="19050" anchor="ctr" anchorCtr="1">
                        <a:spAutoFit/>
                      </a:bodyPr>
                      <a:lstStyle/>
                      <a:p>
                        <a:pPr>
                          <a:defRPr sz="900" b="0" i="0" u="none" strike="noStrike" kern="1200" baseline="0">
                            <a:solidFill>
                              <a:schemeClr val="accent2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endParaRPr lang="fr-FR"/>
                      </a:p>
                    </c:txPr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06-7D34-4C59-B1C7-8D0F8D7730FB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'Huawei 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'Huawei 01-10 12-10-2026'!$E$2:$E$289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36.463915391111108</c:v>
                      </c:pt>
                      <c:pt idx="1">
                        <c:v>22.182842713333333</c:v>
                      </c:pt>
                      <c:pt idx="2">
                        <c:v>13.216694168888889</c:v>
                      </c:pt>
                      <c:pt idx="3">
                        <c:v>8.7883536866666674</c:v>
                      </c:pt>
                      <c:pt idx="4">
                        <c:v>7.181096791111111</c:v>
                      </c:pt>
                      <c:pt idx="5">
                        <c:v>9.4736847533333339</c:v>
                      </c:pt>
                      <c:pt idx="6">
                        <c:v>16.929593740000001</c:v>
                      </c:pt>
                      <c:pt idx="7">
                        <c:v>25.668079720000001</c:v>
                      </c:pt>
                      <c:pt idx="8">
                        <c:v>32.501311093333335</c:v>
                      </c:pt>
                      <c:pt idx="9">
                        <c:v>37.740952344444452</c:v>
                      </c:pt>
                      <c:pt idx="10">
                        <c:v>42.960579500000001</c:v>
                      </c:pt>
                      <c:pt idx="11">
                        <c:v>47.758772542222225</c:v>
                      </c:pt>
                      <c:pt idx="12">
                        <c:v>49.742145928888888</c:v>
                      </c:pt>
                      <c:pt idx="13">
                        <c:v>53.876307582222225</c:v>
                      </c:pt>
                      <c:pt idx="14">
                        <c:v>53.043635615555552</c:v>
                      </c:pt>
                      <c:pt idx="15">
                        <c:v>50.74491297777778</c:v>
                      </c:pt>
                      <c:pt idx="16">
                        <c:v>48.778635691111106</c:v>
                      </c:pt>
                      <c:pt idx="17">
                        <c:v>53.118254844444451</c:v>
                      </c:pt>
                      <c:pt idx="18">
                        <c:v>54.138486244444444</c:v>
                      </c:pt>
                      <c:pt idx="19">
                        <c:v>60.919673973333332</c:v>
                      </c:pt>
                      <c:pt idx="20">
                        <c:v>67.324959902222218</c:v>
                      </c:pt>
                      <c:pt idx="21">
                        <c:v>74.430077395555557</c:v>
                      </c:pt>
                      <c:pt idx="22">
                        <c:v>70.700209100000009</c:v>
                      </c:pt>
                      <c:pt idx="23">
                        <c:v>57.363518231111115</c:v>
                      </c:pt>
                      <c:pt idx="24">
                        <c:v>40.422937820000001</c:v>
                      </c:pt>
                      <c:pt idx="25">
                        <c:v>25.756361715555556</c:v>
                      </c:pt>
                      <c:pt idx="26">
                        <c:v>15.756991062222223</c:v>
                      </c:pt>
                      <c:pt idx="27">
                        <c:v>10.068109226666667</c:v>
                      </c:pt>
                      <c:pt idx="28">
                        <c:v>7.6408739733333322</c:v>
                      </c:pt>
                      <c:pt idx="29">
                        <c:v>9.0912008888888884</c:v>
                      </c:pt>
                      <c:pt idx="30">
                        <c:v>14.278587855555555</c:v>
                      </c:pt>
                      <c:pt idx="31">
                        <c:v>20.495046235555556</c:v>
                      </c:pt>
                      <c:pt idx="32">
                        <c:v>28.373784146666669</c:v>
                      </c:pt>
                      <c:pt idx="33">
                        <c:v>35.847463228888891</c:v>
                      </c:pt>
                      <c:pt idx="34">
                        <c:v>42.487503733333334</c:v>
                      </c:pt>
                      <c:pt idx="35">
                        <c:v>47.884256391111116</c:v>
                      </c:pt>
                      <c:pt idx="36">
                        <c:v>47.076177851111112</c:v>
                      </c:pt>
                      <c:pt idx="37">
                        <c:v>49.72496892444444</c:v>
                      </c:pt>
                      <c:pt idx="38">
                        <c:v>57.960045946666668</c:v>
                      </c:pt>
                      <c:pt idx="39">
                        <c:v>54.32969587777778</c:v>
                      </c:pt>
                      <c:pt idx="40">
                        <c:v>50.511458951111109</c:v>
                      </c:pt>
                      <c:pt idx="41">
                        <c:v>54.980992095555564</c:v>
                      </c:pt>
                      <c:pt idx="42">
                        <c:v>55.248023826666667</c:v>
                      </c:pt>
                      <c:pt idx="43">
                        <c:v>61.70551508222222</c:v>
                      </c:pt>
                      <c:pt idx="44">
                        <c:v>68.123962448888889</c:v>
                      </c:pt>
                      <c:pt idx="45">
                        <c:v>75.707541733333329</c:v>
                      </c:pt>
                      <c:pt idx="46">
                        <c:v>72.829116319999997</c:v>
                      </c:pt>
                      <c:pt idx="47">
                        <c:v>58.964465706666665</c:v>
                      </c:pt>
                      <c:pt idx="48">
                        <c:v>41.438206839999999</c:v>
                      </c:pt>
                      <c:pt idx="49">
                        <c:v>26.077299284444443</c:v>
                      </c:pt>
                      <c:pt idx="50">
                        <c:v>15.677297653333333</c:v>
                      </c:pt>
                      <c:pt idx="51">
                        <c:v>9.9382062311111117</c:v>
                      </c:pt>
                      <c:pt idx="52">
                        <c:v>7.6275451177777764</c:v>
                      </c:pt>
                      <c:pt idx="53">
                        <c:v>9.3961300022222218</c:v>
                      </c:pt>
                      <c:pt idx="54">
                        <c:v>15.250785144444444</c:v>
                      </c:pt>
                      <c:pt idx="55">
                        <c:v>22.453291828888894</c:v>
                      </c:pt>
                      <c:pt idx="56">
                        <c:v>30.478151175555556</c:v>
                      </c:pt>
                      <c:pt idx="57">
                        <c:v>37.511050975555555</c:v>
                      </c:pt>
                      <c:pt idx="58">
                        <c:v>43.458084040000003</c:v>
                      </c:pt>
                      <c:pt idx="59">
                        <c:v>48.550318784444443</c:v>
                      </c:pt>
                      <c:pt idx="60">
                        <c:v>50.125574368888891</c:v>
                      </c:pt>
                      <c:pt idx="61">
                        <c:v>55.327469642222219</c:v>
                      </c:pt>
                      <c:pt idx="62">
                        <c:v>56.133136046666671</c:v>
                      </c:pt>
                      <c:pt idx="63">
                        <c:v>53.250993402222221</c:v>
                      </c:pt>
                      <c:pt idx="64">
                        <c:v>50.20395947555555</c:v>
                      </c:pt>
                      <c:pt idx="65">
                        <c:v>53.990457324444435</c:v>
                      </c:pt>
                      <c:pt idx="66">
                        <c:v>54.13595293111112</c:v>
                      </c:pt>
                      <c:pt idx="67">
                        <c:v>60.694241322222226</c:v>
                      </c:pt>
                      <c:pt idx="68">
                        <c:v>67.386473544444442</c:v>
                      </c:pt>
                      <c:pt idx="69">
                        <c:v>74.427390619999997</c:v>
                      </c:pt>
                      <c:pt idx="70">
                        <c:v>69.72992464666666</c:v>
                      </c:pt>
                      <c:pt idx="71">
                        <c:v>53.950809584444443</c:v>
                      </c:pt>
                      <c:pt idx="72">
                        <c:v>36.075998044444447</c:v>
                      </c:pt>
                      <c:pt idx="73">
                        <c:v>21.575480066666668</c:v>
                      </c:pt>
                      <c:pt idx="74">
                        <c:v>12.819784222222223</c:v>
                      </c:pt>
                      <c:pt idx="75">
                        <c:v>8.481053133333333</c:v>
                      </c:pt>
                      <c:pt idx="76">
                        <c:v>7.0031659977777778</c:v>
                      </c:pt>
                      <c:pt idx="77">
                        <c:v>9.211351995555555</c:v>
                      </c:pt>
                      <c:pt idx="78">
                        <c:v>16.681800271111111</c:v>
                      </c:pt>
                      <c:pt idx="79">
                        <c:v>25.364294459999996</c:v>
                      </c:pt>
                      <c:pt idx="80">
                        <c:v>32.500114379999999</c:v>
                      </c:pt>
                      <c:pt idx="81">
                        <c:v>37.766658286666669</c:v>
                      </c:pt>
                      <c:pt idx="82">
                        <c:v>42.719178862222222</c:v>
                      </c:pt>
                      <c:pt idx="83">
                        <c:v>47.379301568888884</c:v>
                      </c:pt>
                      <c:pt idx="84">
                        <c:v>49.275441211111108</c:v>
                      </c:pt>
                      <c:pt idx="85">
                        <c:v>52.774003037777774</c:v>
                      </c:pt>
                      <c:pt idx="86">
                        <c:v>51.876727713333338</c:v>
                      </c:pt>
                      <c:pt idx="87">
                        <c:v>49.475304726666671</c:v>
                      </c:pt>
                      <c:pt idx="88">
                        <c:v>49.068751488888886</c:v>
                      </c:pt>
                      <c:pt idx="89">
                        <c:v>53.7691205</c:v>
                      </c:pt>
                      <c:pt idx="90">
                        <c:v>54.376747222222221</c:v>
                      </c:pt>
                      <c:pt idx="91">
                        <c:v>61.086500360000002</c:v>
                      </c:pt>
                      <c:pt idx="92">
                        <c:v>68.469253439999989</c:v>
                      </c:pt>
                      <c:pt idx="93">
                        <c:v>74.817242186666661</c:v>
                      </c:pt>
                      <c:pt idx="94">
                        <c:v>68.317824200000004</c:v>
                      </c:pt>
                      <c:pt idx="95">
                        <c:v>51.591008955555552</c:v>
                      </c:pt>
                      <c:pt idx="96">
                        <c:v>33.774140513333336</c:v>
                      </c:pt>
                      <c:pt idx="97">
                        <c:v>20.037001197777776</c:v>
                      </c:pt>
                      <c:pt idx="98">
                        <c:v>12.058298395555555</c:v>
                      </c:pt>
                      <c:pt idx="99">
                        <c:v>8.1769389444444442</c:v>
                      </c:pt>
                      <c:pt idx="100">
                        <c:v>6.9547550044444444</c:v>
                      </c:pt>
                      <c:pt idx="101">
                        <c:v>9.2148554844444455</c:v>
                      </c:pt>
                      <c:pt idx="102">
                        <c:v>17.010813851111109</c:v>
                      </c:pt>
                      <c:pt idx="103">
                        <c:v>25.953534100000002</c:v>
                      </c:pt>
                      <c:pt idx="104">
                        <c:v>32.536947940000005</c:v>
                      </c:pt>
                      <c:pt idx="105">
                        <c:v>37.945419479999998</c:v>
                      </c:pt>
                      <c:pt idx="106">
                        <c:v>42.777097477777787</c:v>
                      </c:pt>
                      <c:pt idx="107">
                        <c:v>47.565439291111112</c:v>
                      </c:pt>
                      <c:pt idx="108">
                        <c:v>49.371559860000005</c:v>
                      </c:pt>
                      <c:pt idx="109">
                        <c:v>52.778995659999993</c:v>
                      </c:pt>
                      <c:pt idx="110">
                        <c:v>51.624175793333336</c:v>
                      </c:pt>
                      <c:pt idx="111">
                        <c:v>49.390437455555556</c:v>
                      </c:pt>
                      <c:pt idx="112">
                        <c:v>49.006304028888891</c:v>
                      </c:pt>
                      <c:pt idx="113">
                        <c:v>53.515738506666665</c:v>
                      </c:pt>
                      <c:pt idx="114">
                        <c:v>53.910668900000005</c:v>
                      </c:pt>
                      <c:pt idx="115">
                        <c:v>61.103867299999997</c:v>
                      </c:pt>
                      <c:pt idx="116">
                        <c:v>68.37700352666667</c:v>
                      </c:pt>
                      <c:pt idx="117">
                        <c:v>74.817237824444447</c:v>
                      </c:pt>
                      <c:pt idx="118">
                        <c:v>68.587595699999994</c:v>
                      </c:pt>
                      <c:pt idx="119">
                        <c:v>51.983125331111111</c:v>
                      </c:pt>
                      <c:pt idx="120">
                        <c:v>34.275943684444442</c:v>
                      </c:pt>
                      <c:pt idx="121">
                        <c:v>20.379833377777778</c:v>
                      </c:pt>
                      <c:pt idx="122">
                        <c:v>12.121293062222222</c:v>
                      </c:pt>
                      <c:pt idx="123">
                        <c:v>8.1873264066666671</c:v>
                      </c:pt>
                      <c:pt idx="124">
                        <c:v>6.9508456288888887</c:v>
                      </c:pt>
                      <c:pt idx="125">
                        <c:v>9.284709562222222</c:v>
                      </c:pt>
                      <c:pt idx="126">
                        <c:v>17.126552566666668</c:v>
                      </c:pt>
                      <c:pt idx="127">
                        <c:v>25.970404948888891</c:v>
                      </c:pt>
                      <c:pt idx="128">
                        <c:v>32.702643695555558</c:v>
                      </c:pt>
                      <c:pt idx="129">
                        <c:v>38.025931217777782</c:v>
                      </c:pt>
                      <c:pt idx="130">
                        <c:v>43.064976091111113</c:v>
                      </c:pt>
                      <c:pt idx="131">
                        <c:v>47.589156940000002</c:v>
                      </c:pt>
                      <c:pt idx="132">
                        <c:v>50.059343602222228</c:v>
                      </c:pt>
                      <c:pt idx="133">
                        <c:v>55.699060317777779</c:v>
                      </c:pt>
                      <c:pt idx="134">
                        <c:v>54.252093024444449</c:v>
                      </c:pt>
                      <c:pt idx="135">
                        <c:v>51.108492193333333</c:v>
                      </c:pt>
                      <c:pt idx="136">
                        <c:v>49.440457388888888</c:v>
                      </c:pt>
                      <c:pt idx="137">
                        <c:v>53.21977540666667</c:v>
                      </c:pt>
                      <c:pt idx="138">
                        <c:v>54.423230624444443</c:v>
                      </c:pt>
                      <c:pt idx="139">
                        <c:v>60.886664762222225</c:v>
                      </c:pt>
                      <c:pt idx="140">
                        <c:v>68.793613962222224</c:v>
                      </c:pt>
                      <c:pt idx="141">
                        <c:v>75.076011817777783</c:v>
                      </c:pt>
                      <c:pt idx="142">
                        <c:v>68.656393633333337</c:v>
                      </c:pt>
                      <c:pt idx="143">
                        <c:v>51.974425655555549</c:v>
                      </c:pt>
                      <c:pt idx="144">
                        <c:v>34.465618333333332</c:v>
                      </c:pt>
                      <c:pt idx="145">
                        <c:v>20.597383815555556</c:v>
                      </c:pt>
                      <c:pt idx="146">
                        <c:v>12.470556180000001</c:v>
                      </c:pt>
                      <c:pt idx="147">
                        <c:v>8.3235879266666668</c:v>
                      </c:pt>
                      <c:pt idx="148">
                        <c:v>6.9576341222222231</c:v>
                      </c:pt>
                      <c:pt idx="149">
                        <c:v>9.3370979133333343</c:v>
                      </c:pt>
                      <c:pt idx="150">
                        <c:v>17.412879288888888</c:v>
                      </c:pt>
                      <c:pt idx="151">
                        <c:v>25.954220391111114</c:v>
                      </c:pt>
                      <c:pt idx="152">
                        <c:v>32.751020079999996</c:v>
                      </c:pt>
                      <c:pt idx="153">
                        <c:v>37.97365528444444</c:v>
                      </c:pt>
                      <c:pt idx="154">
                        <c:v>42.778184268888893</c:v>
                      </c:pt>
                      <c:pt idx="155">
                        <c:v>47.290864473333329</c:v>
                      </c:pt>
                      <c:pt idx="156">
                        <c:v>48.864613706666674</c:v>
                      </c:pt>
                      <c:pt idx="157">
                        <c:v>52.420522211111113</c:v>
                      </c:pt>
                      <c:pt idx="158">
                        <c:v>51.338039902222221</c:v>
                      </c:pt>
                      <c:pt idx="159">
                        <c:v>49.285084382222223</c:v>
                      </c:pt>
                      <c:pt idx="160">
                        <c:v>49.499449219999995</c:v>
                      </c:pt>
                      <c:pt idx="161">
                        <c:v>54.032731433333332</c:v>
                      </c:pt>
                      <c:pt idx="162">
                        <c:v>54.563580413333334</c:v>
                      </c:pt>
                      <c:pt idx="163">
                        <c:v>61.423526871111108</c:v>
                      </c:pt>
                      <c:pt idx="164">
                        <c:v>68.76274002444444</c:v>
                      </c:pt>
                      <c:pt idx="165">
                        <c:v>74.53722584888888</c:v>
                      </c:pt>
                      <c:pt idx="166">
                        <c:v>67.814987244444453</c:v>
                      </c:pt>
                      <c:pt idx="167">
                        <c:v>51.298070866666663</c:v>
                      </c:pt>
                      <c:pt idx="168">
                        <c:v>33.910668575555555</c:v>
                      </c:pt>
                      <c:pt idx="169">
                        <c:v>20.376573457777777</c:v>
                      </c:pt>
                      <c:pt idx="170">
                        <c:v>12.321995517777779</c:v>
                      </c:pt>
                      <c:pt idx="171">
                        <c:v>8.3273142111111103</c:v>
                      </c:pt>
                      <c:pt idx="172">
                        <c:v>7.03193366</c:v>
                      </c:pt>
                      <c:pt idx="173">
                        <c:v>9.3852577688888879</c:v>
                      </c:pt>
                      <c:pt idx="174">
                        <c:v>17.433995495555553</c:v>
                      </c:pt>
                      <c:pt idx="175">
                        <c:v>26.709404515555555</c:v>
                      </c:pt>
                      <c:pt idx="176">
                        <c:v>34.582281000000002</c:v>
                      </c:pt>
                      <c:pt idx="177">
                        <c:v>40.665752771111109</c:v>
                      </c:pt>
                      <c:pt idx="178">
                        <c:v>44.003053235555555</c:v>
                      </c:pt>
                      <c:pt idx="179">
                        <c:v>47.856516222222226</c:v>
                      </c:pt>
                      <c:pt idx="180">
                        <c:v>49.870256884444444</c:v>
                      </c:pt>
                      <c:pt idx="181">
                        <c:v>53.462913451111106</c:v>
                      </c:pt>
                      <c:pt idx="182">
                        <c:v>52.267869073333337</c:v>
                      </c:pt>
                      <c:pt idx="183">
                        <c:v>49.800013171111111</c:v>
                      </c:pt>
                      <c:pt idx="184">
                        <c:v>48.935093562222221</c:v>
                      </c:pt>
                      <c:pt idx="185">
                        <c:v>53.117820613333329</c:v>
                      </c:pt>
                      <c:pt idx="186">
                        <c:v>54.067568551111108</c:v>
                      </c:pt>
                      <c:pt idx="187">
                        <c:v>61.994122248888885</c:v>
                      </c:pt>
                      <c:pt idx="188">
                        <c:v>69.21020679555555</c:v>
                      </c:pt>
                      <c:pt idx="189">
                        <c:v>75.292923728888894</c:v>
                      </c:pt>
                      <c:pt idx="190">
                        <c:v>70.190703955555563</c:v>
                      </c:pt>
                      <c:pt idx="191">
                        <c:v>55.747312266666668</c:v>
                      </c:pt>
                      <c:pt idx="192">
                        <c:v>38.743055848888886</c:v>
                      </c:pt>
                      <c:pt idx="193">
                        <c:v>24.183800291111112</c:v>
                      </c:pt>
                      <c:pt idx="194">
                        <c:v>14.716192360000003</c:v>
                      </c:pt>
                      <c:pt idx="195">
                        <c:v>9.8834381377777785</c:v>
                      </c:pt>
                      <c:pt idx="196">
                        <c:v>7.7140003222222226</c:v>
                      </c:pt>
                      <c:pt idx="197">
                        <c:v>8.8541433377777778</c:v>
                      </c:pt>
                      <c:pt idx="198">
                        <c:v>14.457940515555556</c:v>
                      </c:pt>
                      <c:pt idx="199">
                        <c:v>20.931690593333332</c:v>
                      </c:pt>
                      <c:pt idx="200">
                        <c:v>28.929248062222221</c:v>
                      </c:pt>
                      <c:pt idx="201">
                        <c:v>36.202336219999999</c:v>
                      </c:pt>
                      <c:pt idx="202">
                        <c:v>42.897893624444443</c:v>
                      </c:pt>
                      <c:pt idx="203">
                        <c:v>48.226685126666666</c:v>
                      </c:pt>
                      <c:pt idx="204">
                        <c:v>47.188495459999999</c:v>
                      </c:pt>
                      <c:pt idx="205">
                        <c:v>50.048640466666669</c:v>
                      </c:pt>
                      <c:pt idx="206">
                        <c:v>58.309332124444438</c:v>
                      </c:pt>
                      <c:pt idx="207">
                        <c:v>54.219678466666664</c:v>
                      </c:pt>
                      <c:pt idx="208">
                        <c:v>52.01647690888889</c:v>
                      </c:pt>
                      <c:pt idx="209">
                        <c:v>56.149617008888889</c:v>
                      </c:pt>
                      <c:pt idx="210">
                        <c:v>56.429187744444441</c:v>
                      </c:pt>
                      <c:pt idx="211">
                        <c:v>63.307905617777777</c:v>
                      </c:pt>
                      <c:pt idx="212">
                        <c:v>70.840379928888893</c:v>
                      </c:pt>
                      <c:pt idx="213">
                        <c:v>76.723230082222216</c:v>
                      </c:pt>
                      <c:pt idx="214">
                        <c:v>71.80102688444444</c:v>
                      </c:pt>
                      <c:pt idx="215">
                        <c:v>56.81929471555555</c:v>
                      </c:pt>
                      <c:pt idx="216">
                        <c:v>39.055294391111111</c:v>
                      </c:pt>
                      <c:pt idx="217">
                        <c:v>23.848284097777778</c:v>
                      </c:pt>
                      <c:pt idx="218">
                        <c:v>14.42411886888889</c:v>
                      </c:pt>
                      <c:pt idx="219">
                        <c:v>9.3729551600000001</c:v>
                      </c:pt>
                      <c:pt idx="220">
                        <c:v>7.2957423688888889</c:v>
                      </c:pt>
                      <c:pt idx="221">
                        <c:v>8.9443259600000005</c:v>
                      </c:pt>
                      <c:pt idx="222">
                        <c:v>15.167384491111111</c:v>
                      </c:pt>
                      <c:pt idx="223">
                        <c:v>22.675952806666665</c:v>
                      </c:pt>
                      <c:pt idx="224">
                        <c:v>30.843759373333334</c:v>
                      </c:pt>
                      <c:pt idx="225">
                        <c:v>37.446457611111114</c:v>
                      </c:pt>
                      <c:pt idx="226">
                        <c:v>43.312356131111116</c:v>
                      </c:pt>
                      <c:pt idx="227">
                        <c:v>48.305796128888886</c:v>
                      </c:pt>
                      <c:pt idx="228">
                        <c:v>49.780232828888892</c:v>
                      </c:pt>
                      <c:pt idx="229">
                        <c:v>55.266892257777776</c:v>
                      </c:pt>
                      <c:pt idx="230">
                        <c:v>55.800968453333333</c:v>
                      </c:pt>
                      <c:pt idx="231">
                        <c:v>52.374953253333331</c:v>
                      </c:pt>
                      <c:pt idx="232">
                        <c:v>51.132627142222219</c:v>
                      </c:pt>
                      <c:pt idx="233">
                        <c:v>54.66526282444444</c:v>
                      </c:pt>
                      <c:pt idx="234">
                        <c:v>55.237911935555559</c:v>
                      </c:pt>
                      <c:pt idx="235">
                        <c:v>62.177149255555548</c:v>
                      </c:pt>
                      <c:pt idx="236">
                        <c:v>70.100834644444447</c:v>
                      </c:pt>
                      <c:pt idx="237">
                        <c:v>76.076733004444435</c:v>
                      </c:pt>
                      <c:pt idx="238">
                        <c:v>68.937822591111114</c:v>
                      </c:pt>
                      <c:pt idx="239">
                        <c:v>51.69991624222223</c:v>
                      </c:pt>
                      <c:pt idx="240">
                        <c:v>33.626741060000001</c:v>
                      </c:pt>
                      <c:pt idx="241">
                        <c:v>20.140330164444443</c:v>
                      </c:pt>
                      <c:pt idx="242">
                        <c:v>12.098073726666666</c:v>
                      </c:pt>
                      <c:pt idx="243">
                        <c:v>8.2441458111111121</c:v>
                      </c:pt>
                      <c:pt idx="244">
                        <c:v>6.9896641422222228</c:v>
                      </c:pt>
                      <c:pt idx="245">
                        <c:v>8.9831063955555557</c:v>
                      </c:pt>
                      <c:pt idx="246">
                        <c:v>16.744139622222221</c:v>
                      </c:pt>
                      <c:pt idx="247">
                        <c:v>25.136477544444446</c:v>
                      </c:pt>
                      <c:pt idx="248">
                        <c:v>32.287352748888893</c:v>
                      </c:pt>
                      <c:pt idx="249">
                        <c:v>37.182718228888888</c:v>
                      </c:pt>
                      <c:pt idx="250">
                        <c:v>42.095147633333333</c:v>
                      </c:pt>
                      <c:pt idx="251">
                        <c:v>46.729644995555553</c:v>
                      </c:pt>
                      <c:pt idx="252">
                        <c:v>48.932004986666662</c:v>
                      </c:pt>
                      <c:pt idx="253">
                        <c:v>52.238232388888889</c:v>
                      </c:pt>
                      <c:pt idx="254">
                        <c:v>51.279212162222215</c:v>
                      </c:pt>
                      <c:pt idx="255">
                        <c:v>49.164690684444444</c:v>
                      </c:pt>
                      <c:pt idx="256">
                        <c:v>49.756467531111113</c:v>
                      </c:pt>
                      <c:pt idx="257">
                        <c:v>54.527130171111118</c:v>
                      </c:pt>
                      <c:pt idx="258">
                        <c:v>55.612739248888893</c:v>
                      </c:pt>
                      <c:pt idx="259">
                        <c:v>62.398380939999996</c:v>
                      </c:pt>
                      <c:pt idx="260">
                        <c:v>70.264476695555558</c:v>
                      </c:pt>
                      <c:pt idx="261">
                        <c:v>75.142912351111107</c:v>
                      </c:pt>
                      <c:pt idx="262">
                        <c:v>67.333967904444449</c:v>
                      </c:pt>
                      <c:pt idx="263">
                        <c:v>49.647232306666666</c:v>
                      </c:pt>
                      <c:pt idx="264">
                        <c:v>32.767584202222224</c:v>
                      </c:pt>
                      <c:pt idx="265">
                        <c:v>19.439854562222223</c:v>
                      </c:pt>
                      <c:pt idx="266">
                        <c:v>11.616575997777778</c:v>
                      </c:pt>
                      <c:pt idx="267">
                        <c:v>8.0372684844444446</c:v>
                      </c:pt>
                      <c:pt idx="268">
                        <c:v>6.8222331311111111</c:v>
                      </c:pt>
                      <c:pt idx="269">
                        <c:v>8.9670922911111113</c:v>
                      </c:pt>
                      <c:pt idx="270">
                        <c:v>17.189895100000001</c:v>
                      </c:pt>
                      <c:pt idx="271">
                        <c:v>26.064700066666667</c:v>
                      </c:pt>
                      <c:pt idx="272">
                        <c:v>32.853035257777776</c:v>
                      </c:pt>
                      <c:pt idx="273">
                        <c:v>37.864426235555555</c:v>
                      </c:pt>
                      <c:pt idx="274">
                        <c:v>43.025502328888891</c:v>
                      </c:pt>
                      <c:pt idx="275">
                        <c:v>47.750056091111112</c:v>
                      </c:pt>
                      <c:pt idx="276">
                        <c:v>49.41510737777778</c:v>
                      </c:pt>
                      <c:pt idx="277">
                        <c:v>52.879174920000004</c:v>
                      </c:pt>
                      <c:pt idx="278">
                        <c:v>51.627618404444441</c:v>
                      </c:pt>
                      <c:pt idx="279">
                        <c:v>49.235215013333331</c:v>
                      </c:pt>
                      <c:pt idx="280">
                        <c:v>50.199211048888891</c:v>
                      </c:pt>
                      <c:pt idx="281">
                        <c:v>54.635793017777772</c:v>
                      </c:pt>
                      <c:pt idx="282">
                        <c:v>55.498506133333329</c:v>
                      </c:pt>
                      <c:pt idx="283">
                        <c:v>62.728851633333335</c:v>
                      </c:pt>
                      <c:pt idx="284">
                        <c:v>71.214112095555564</c:v>
                      </c:pt>
                      <c:pt idx="285">
                        <c:v>75.602884380000006</c:v>
                      </c:pt>
                      <c:pt idx="286">
                        <c:v>66.494242131111108</c:v>
                      </c:pt>
                      <c:pt idx="287">
                        <c:v>48.92973089777778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7D34-4C59-B1C7-8D0F8D7730FB}"/>
                  </c:ext>
                </c:extLst>
              </c15:ser>
            </c15:filteredLineSeries>
          </c:ext>
        </c:extLst>
      </c:lineChart>
      <c:catAx>
        <c:axId val="499471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99480520"/>
        <c:crosses val="autoZero"/>
        <c:auto val="1"/>
        <c:lblAlgn val="ctr"/>
        <c:lblOffset val="100"/>
        <c:noMultiLvlLbl val="0"/>
      </c:catAx>
      <c:valAx>
        <c:axId val="499480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99471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pPr>
            <a:r>
              <a:rPr lang="fr-FR" sz="1800" dirty="0">
                <a:solidFill>
                  <a:schemeClr val="accent5"/>
                </a:solidFill>
              </a:rPr>
              <a:t>E// DL-UL</a:t>
            </a:r>
            <a:r>
              <a:rPr lang="fr-FR" sz="1800" baseline="0" dirty="0">
                <a:solidFill>
                  <a:schemeClr val="accent5"/>
                </a:solidFill>
              </a:rPr>
              <a:t> Traffic (TB)</a:t>
            </a:r>
            <a:endParaRPr lang="fr-FR" sz="1800" dirty="0">
              <a:solidFill>
                <a:schemeClr val="accent5"/>
              </a:solidFill>
            </a:endParaRPr>
          </a:p>
        </c:rich>
      </c:tx>
      <c:layout>
        <c:manualLayout>
          <c:xMode val="edge"/>
          <c:yMode val="edge"/>
          <c:x val="0.39904409430978649"/>
          <c:y val="3.39688987857718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accent5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4.1465522326155774E-2"/>
          <c:y val="0.11398640630360568"/>
          <c:w val="0.94426611066223387"/>
          <c:h val="0.5618467723641708"/>
        </c:manualLayout>
      </c:layout>
      <c:lineChart>
        <c:grouping val="standard"/>
        <c:varyColors val="0"/>
        <c:ser>
          <c:idx val="0"/>
          <c:order val="0"/>
          <c:tx>
            <c:strRef>
              <c:f>'Ericsson 01-10 12-10-2026'!$B$1</c:f>
              <c:strCache>
                <c:ptCount val="1"/>
                <c:pt idx="0">
                  <c:v>DL Traffic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1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811-4E19-A7E4-C6BFDC696F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'Ericsson 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  <c:extLst xmlns:c15="http://schemas.microsoft.com/office/drawing/2012/chart"/>
            </c:strRef>
          </c:cat>
          <c:val>
            <c:numRef>
              <c:f>'Ericsson 01-10 12-10-2026'!$B$2:$B$289</c:f>
              <c:numCache>
                <c:formatCode>0</c:formatCode>
                <c:ptCount val="288"/>
                <c:pt idx="0">
                  <c:v>159.90577073748301</c:v>
                </c:pt>
                <c:pt idx="1">
                  <c:v>101.642548004742</c:v>
                </c:pt>
                <c:pt idx="2">
                  <c:v>61.063906754508004</c:v>
                </c:pt>
                <c:pt idx="3">
                  <c:v>37.739919546602003</c:v>
                </c:pt>
                <c:pt idx="4">
                  <c:v>27.454199194407998</c:v>
                </c:pt>
                <c:pt idx="5">
                  <c:v>28.886193679998001</c:v>
                </c:pt>
                <c:pt idx="6">
                  <c:v>57.096074587996995</c:v>
                </c:pt>
                <c:pt idx="7">
                  <c:v>89.053543206117013</c:v>
                </c:pt>
                <c:pt idx="8">
                  <c:v>111.58445746356699</c:v>
                </c:pt>
                <c:pt idx="9">
                  <c:v>121.45882040634901</c:v>
                </c:pt>
                <c:pt idx="10">
                  <c:v>135.201240851367</c:v>
                </c:pt>
                <c:pt idx="11">
                  <c:v>152.497036421947</c:v>
                </c:pt>
                <c:pt idx="12">
                  <c:v>166.44074837759803</c:v>
                </c:pt>
                <c:pt idx="13">
                  <c:v>184.66281752074499</c:v>
                </c:pt>
                <c:pt idx="14">
                  <c:v>196.342849556565</c:v>
                </c:pt>
                <c:pt idx="15">
                  <c:v>193.50563208079399</c:v>
                </c:pt>
                <c:pt idx="16">
                  <c:v>172.85517428879299</c:v>
                </c:pt>
                <c:pt idx="17">
                  <c:v>178.37096124431301</c:v>
                </c:pt>
                <c:pt idx="18">
                  <c:v>175.96323757495298</c:v>
                </c:pt>
                <c:pt idx="19">
                  <c:v>193.98266786828501</c:v>
                </c:pt>
                <c:pt idx="20">
                  <c:v>214.43774972178301</c:v>
                </c:pt>
                <c:pt idx="21">
                  <c:v>256.33021276447101</c:v>
                </c:pt>
                <c:pt idx="22">
                  <c:v>264.80656841578298</c:v>
                </c:pt>
                <c:pt idx="23">
                  <c:v>234.97486930346599</c:v>
                </c:pt>
                <c:pt idx="24">
                  <c:v>178.632812959652</c:v>
                </c:pt>
                <c:pt idx="25">
                  <c:v>116.47725070317701</c:v>
                </c:pt>
                <c:pt idx="26">
                  <c:v>69.468994800442005</c:v>
                </c:pt>
                <c:pt idx="27">
                  <c:v>45.529233221508001</c:v>
                </c:pt>
                <c:pt idx="28">
                  <c:v>31.150355202337</c:v>
                </c:pt>
                <c:pt idx="29">
                  <c:v>28.736894121669</c:v>
                </c:pt>
                <c:pt idx="30">
                  <c:v>49.086448659806003</c:v>
                </c:pt>
                <c:pt idx="31">
                  <c:v>71.778783017549003</c:v>
                </c:pt>
                <c:pt idx="32">
                  <c:v>102.305159532243</c:v>
                </c:pt>
                <c:pt idx="33">
                  <c:v>127.97550626100001</c:v>
                </c:pt>
                <c:pt idx="34">
                  <c:v>149.71873371488599</c:v>
                </c:pt>
                <c:pt idx="35">
                  <c:v>170.90948930139101</c:v>
                </c:pt>
                <c:pt idx="36">
                  <c:v>178.52959799386701</c:v>
                </c:pt>
                <c:pt idx="37">
                  <c:v>184.473403921949</c:v>
                </c:pt>
                <c:pt idx="38">
                  <c:v>229.30494564635399</c:v>
                </c:pt>
                <c:pt idx="39">
                  <c:v>218.995499058234</c:v>
                </c:pt>
                <c:pt idx="40">
                  <c:v>183.82236418797302</c:v>
                </c:pt>
                <c:pt idx="41">
                  <c:v>183.64432287106501</c:v>
                </c:pt>
                <c:pt idx="42">
                  <c:v>179.837309559565</c:v>
                </c:pt>
                <c:pt idx="43">
                  <c:v>201.45450254375803</c:v>
                </c:pt>
                <c:pt idx="44">
                  <c:v>223.97708676088899</c:v>
                </c:pt>
                <c:pt idx="45">
                  <c:v>269.24221135395203</c:v>
                </c:pt>
                <c:pt idx="46">
                  <c:v>273.79272638736501</c:v>
                </c:pt>
                <c:pt idx="47">
                  <c:v>244.988565470878</c:v>
                </c:pt>
                <c:pt idx="48">
                  <c:v>187.460186504349</c:v>
                </c:pt>
                <c:pt idx="49">
                  <c:v>125.26009107500201</c:v>
                </c:pt>
                <c:pt idx="50">
                  <c:v>75.846389299208994</c:v>
                </c:pt>
                <c:pt idx="51">
                  <c:v>45.863691532064998</c:v>
                </c:pt>
                <c:pt idx="52">
                  <c:v>30.540582370905003</c:v>
                </c:pt>
                <c:pt idx="53">
                  <c:v>28.349579649900999</c:v>
                </c:pt>
                <c:pt idx="54">
                  <c:v>50.496218002318003</c:v>
                </c:pt>
                <c:pt idx="55">
                  <c:v>76.177228818914003</c:v>
                </c:pt>
                <c:pt idx="56">
                  <c:v>104.908820120019</c:v>
                </c:pt>
                <c:pt idx="57">
                  <c:v>126.53145055417401</c:v>
                </c:pt>
                <c:pt idx="58">
                  <c:v>142.33806222808599</c:v>
                </c:pt>
                <c:pt idx="59">
                  <c:v>161.151909305537</c:v>
                </c:pt>
                <c:pt idx="60">
                  <c:v>172.70204361620702</c:v>
                </c:pt>
                <c:pt idx="61">
                  <c:v>195.438075146426</c:v>
                </c:pt>
                <c:pt idx="62">
                  <c:v>211.43359873637897</c:v>
                </c:pt>
                <c:pt idx="63">
                  <c:v>204.506058350464</c:v>
                </c:pt>
                <c:pt idx="64">
                  <c:v>178.60992106451201</c:v>
                </c:pt>
                <c:pt idx="65">
                  <c:v>181.45497765061799</c:v>
                </c:pt>
                <c:pt idx="66">
                  <c:v>178.35525782442099</c:v>
                </c:pt>
                <c:pt idx="67">
                  <c:v>196.18289200879801</c:v>
                </c:pt>
                <c:pt idx="68">
                  <c:v>216.36512535340199</c:v>
                </c:pt>
                <c:pt idx="69">
                  <c:v>258.826963707159</c:v>
                </c:pt>
                <c:pt idx="70">
                  <c:v>262.24012952200997</c:v>
                </c:pt>
                <c:pt idx="71">
                  <c:v>224.328245042791</c:v>
                </c:pt>
                <c:pt idx="72">
                  <c:v>159.932430617309</c:v>
                </c:pt>
                <c:pt idx="73">
                  <c:v>99.731478742568996</c:v>
                </c:pt>
                <c:pt idx="74">
                  <c:v>59.137805262956995</c:v>
                </c:pt>
                <c:pt idx="75">
                  <c:v>36.659409894608999</c:v>
                </c:pt>
                <c:pt idx="76">
                  <c:v>26.531590110265999</c:v>
                </c:pt>
                <c:pt idx="77">
                  <c:v>27.327049190307999</c:v>
                </c:pt>
                <c:pt idx="78">
                  <c:v>54.316336929204994</c:v>
                </c:pt>
                <c:pt idx="79">
                  <c:v>84.632835976753995</c:v>
                </c:pt>
                <c:pt idx="80">
                  <c:v>107.11990284111799</c:v>
                </c:pt>
                <c:pt idx="81">
                  <c:v>118.691382154075</c:v>
                </c:pt>
                <c:pt idx="82">
                  <c:v>132.077038982555</c:v>
                </c:pt>
                <c:pt idx="83">
                  <c:v>149.332379357364</c:v>
                </c:pt>
                <c:pt idx="84">
                  <c:v>161.52697820602899</c:v>
                </c:pt>
                <c:pt idx="85">
                  <c:v>177.31687377203502</c:v>
                </c:pt>
                <c:pt idx="86">
                  <c:v>186.39436054561901</c:v>
                </c:pt>
                <c:pt idx="87">
                  <c:v>182.240398600909</c:v>
                </c:pt>
                <c:pt idx="88">
                  <c:v>168.203192838874</c:v>
                </c:pt>
                <c:pt idx="89">
                  <c:v>176.89079906048499</c:v>
                </c:pt>
                <c:pt idx="90">
                  <c:v>172.90056077523099</c:v>
                </c:pt>
                <c:pt idx="91">
                  <c:v>194.161939658856</c:v>
                </c:pt>
                <c:pt idx="92">
                  <c:v>215.67716425030304</c:v>
                </c:pt>
                <c:pt idx="93">
                  <c:v>259.43411000078697</c:v>
                </c:pt>
                <c:pt idx="94">
                  <c:v>260.42094255674999</c:v>
                </c:pt>
                <c:pt idx="95">
                  <c:v>218.49579842942299</c:v>
                </c:pt>
                <c:pt idx="96">
                  <c:v>153.87148848832899</c:v>
                </c:pt>
                <c:pt idx="97">
                  <c:v>95.516726360909004</c:v>
                </c:pt>
                <c:pt idx="98">
                  <c:v>56.057543634954996</c:v>
                </c:pt>
                <c:pt idx="99">
                  <c:v>34.945605841867</c:v>
                </c:pt>
                <c:pt idx="100">
                  <c:v>25.796423692292002</c:v>
                </c:pt>
                <c:pt idx="101">
                  <c:v>26.629070664010001</c:v>
                </c:pt>
                <c:pt idx="102">
                  <c:v>54.653933568686</c:v>
                </c:pt>
                <c:pt idx="103">
                  <c:v>86.86937189260901</c:v>
                </c:pt>
                <c:pt idx="104">
                  <c:v>109.04844758927899</c:v>
                </c:pt>
                <c:pt idx="105">
                  <c:v>119.490506879375</c:v>
                </c:pt>
                <c:pt idx="106">
                  <c:v>133.024387954269</c:v>
                </c:pt>
                <c:pt idx="107">
                  <c:v>151.71752063369499</c:v>
                </c:pt>
                <c:pt idx="108">
                  <c:v>164.14448753851499</c:v>
                </c:pt>
                <c:pt idx="109">
                  <c:v>179.82248672665901</c:v>
                </c:pt>
                <c:pt idx="110">
                  <c:v>188.08601058226299</c:v>
                </c:pt>
                <c:pt idx="111">
                  <c:v>184.18007897464099</c:v>
                </c:pt>
                <c:pt idx="112">
                  <c:v>169.10958081042401</c:v>
                </c:pt>
                <c:pt idx="113">
                  <c:v>177.49751902678301</c:v>
                </c:pt>
                <c:pt idx="114">
                  <c:v>174.53873778903099</c:v>
                </c:pt>
                <c:pt idx="115">
                  <c:v>195.50811163146398</c:v>
                </c:pt>
                <c:pt idx="116">
                  <c:v>217.58225670095601</c:v>
                </c:pt>
                <c:pt idx="117">
                  <c:v>263.72347364750101</c:v>
                </c:pt>
                <c:pt idx="118">
                  <c:v>262.34909638156603</c:v>
                </c:pt>
                <c:pt idx="119">
                  <c:v>220.39229064736901</c:v>
                </c:pt>
                <c:pt idx="120">
                  <c:v>153.96087879376802</c:v>
                </c:pt>
                <c:pt idx="121">
                  <c:v>95.165765789755</c:v>
                </c:pt>
                <c:pt idx="122">
                  <c:v>55.658714622328006</c:v>
                </c:pt>
                <c:pt idx="123">
                  <c:v>34.584424539289003</c:v>
                </c:pt>
                <c:pt idx="124">
                  <c:v>25.627803764517001</c:v>
                </c:pt>
                <c:pt idx="125">
                  <c:v>27.014370187501001</c:v>
                </c:pt>
                <c:pt idx="126">
                  <c:v>56.200053193932995</c:v>
                </c:pt>
                <c:pt idx="127">
                  <c:v>89.362463064008011</c:v>
                </c:pt>
                <c:pt idx="128">
                  <c:v>111.87043135832099</c:v>
                </c:pt>
                <c:pt idx="129">
                  <c:v>122.726928269567</c:v>
                </c:pt>
                <c:pt idx="130">
                  <c:v>135.75205000043002</c:v>
                </c:pt>
                <c:pt idx="131">
                  <c:v>152.222104301759</c:v>
                </c:pt>
                <c:pt idx="132">
                  <c:v>168.45893189455899</c:v>
                </c:pt>
                <c:pt idx="133">
                  <c:v>193.899231859823</c:v>
                </c:pt>
                <c:pt idx="134">
                  <c:v>202.26029798925401</c:v>
                </c:pt>
                <c:pt idx="135">
                  <c:v>194.51206504748001</c:v>
                </c:pt>
                <c:pt idx="136">
                  <c:v>171.79421573921198</c:v>
                </c:pt>
                <c:pt idx="137">
                  <c:v>179.62167926150201</c:v>
                </c:pt>
                <c:pt idx="138">
                  <c:v>195.507295215113</c:v>
                </c:pt>
                <c:pt idx="139">
                  <c:v>219.15092569377202</c:v>
                </c:pt>
                <c:pt idx="140">
                  <c:v>224.48098329842</c:v>
                </c:pt>
                <c:pt idx="141">
                  <c:v>267.772661000977</c:v>
                </c:pt>
                <c:pt idx="142">
                  <c:v>264.16085404208297</c:v>
                </c:pt>
                <c:pt idx="143">
                  <c:v>220.853914853269</c:v>
                </c:pt>
                <c:pt idx="144">
                  <c:v>160.610034554245</c:v>
                </c:pt>
                <c:pt idx="145">
                  <c:v>99.989661658608995</c:v>
                </c:pt>
                <c:pt idx="146">
                  <c:v>61.301420939446004</c:v>
                </c:pt>
                <c:pt idx="147">
                  <c:v>36.166805757006003</c:v>
                </c:pt>
                <c:pt idx="148">
                  <c:v>26.441618465029002</c:v>
                </c:pt>
                <c:pt idx="149">
                  <c:v>27.945370180482001</c:v>
                </c:pt>
                <c:pt idx="150">
                  <c:v>57.129981273108001</c:v>
                </c:pt>
                <c:pt idx="151">
                  <c:v>90.771602682565003</c:v>
                </c:pt>
                <c:pt idx="152">
                  <c:v>114.42991254828699</c:v>
                </c:pt>
                <c:pt idx="153">
                  <c:v>123.77928542313501</c:v>
                </c:pt>
                <c:pt idx="154">
                  <c:v>136.278687457101</c:v>
                </c:pt>
                <c:pt idx="155">
                  <c:v>151.716587493182</c:v>
                </c:pt>
                <c:pt idx="156">
                  <c:v>164.03422342351402</c:v>
                </c:pt>
                <c:pt idx="157">
                  <c:v>179.786149068817</c:v>
                </c:pt>
                <c:pt idx="158">
                  <c:v>189.46263414421799</c:v>
                </c:pt>
                <c:pt idx="159">
                  <c:v>186.223887588737</c:v>
                </c:pt>
                <c:pt idx="160">
                  <c:v>172.97698052701199</c:v>
                </c:pt>
                <c:pt idx="161">
                  <c:v>183.272798031289</c:v>
                </c:pt>
                <c:pt idx="162">
                  <c:v>179.97270022446901</c:v>
                </c:pt>
                <c:pt idx="163">
                  <c:v>202.20377624897901</c:v>
                </c:pt>
                <c:pt idx="164">
                  <c:v>220.81960527251704</c:v>
                </c:pt>
                <c:pt idx="165">
                  <c:v>263.594128954273</c:v>
                </c:pt>
                <c:pt idx="166">
                  <c:v>263.370246642815</c:v>
                </c:pt>
                <c:pt idx="167">
                  <c:v>216.07914404274101</c:v>
                </c:pt>
                <c:pt idx="168">
                  <c:v>150.679309920832</c:v>
                </c:pt>
                <c:pt idx="169">
                  <c:v>92.46013577385699</c:v>
                </c:pt>
                <c:pt idx="170">
                  <c:v>55.629088242099002</c:v>
                </c:pt>
                <c:pt idx="171">
                  <c:v>35.282830076750002</c:v>
                </c:pt>
                <c:pt idx="172">
                  <c:v>26.360546591873</c:v>
                </c:pt>
                <c:pt idx="173">
                  <c:v>28.377839886819999</c:v>
                </c:pt>
                <c:pt idx="174">
                  <c:v>59.153371019202005</c:v>
                </c:pt>
                <c:pt idx="175">
                  <c:v>97.340689122617988</c:v>
                </c:pt>
                <c:pt idx="176">
                  <c:v>124.05620873977401</c:v>
                </c:pt>
                <c:pt idx="177">
                  <c:v>137.795124874365</c:v>
                </c:pt>
                <c:pt idx="178">
                  <c:v>148.313779143326</c:v>
                </c:pt>
                <c:pt idx="179">
                  <c:v>161.35283255156901</c:v>
                </c:pt>
                <c:pt idx="180">
                  <c:v>172.670499740271</c:v>
                </c:pt>
                <c:pt idx="181">
                  <c:v>188.91663203903101</c:v>
                </c:pt>
                <c:pt idx="182">
                  <c:v>197.65214945608997</c:v>
                </c:pt>
                <c:pt idx="183">
                  <c:v>193.82488913143402</c:v>
                </c:pt>
                <c:pt idx="184">
                  <c:v>175.43871673733298</c:v>
                </c:pt>
                <c:pt idx="185">
                  <c:v>182.41875446091601</c:v>
                </c:pt>
                <c:pt idx="186">
                  <c:v>180.12024515841699</c:v>
                </c:pt>
                <c:pt idx="187">
                  <c:v>206.365481702647</c:v>
                </c:pt>
                <c:pt idx="188">
                  <c:v>223.199059903473</c:v>
                </c:pt>
                <c:pt idx="189">
                  <c:v>263.318385084189</c:v>
                </c:pt>
                <c:pt idx="190">
                  <c:v>267.39545924733699</c:v>
                </c:pt>
                <c:pt idx="191">
                  <c:v>231.72587559861699</c:v>
                </c:pt>
                <c:pt idx="192">
                  <c:v>173.31273023486401</c:v>
                </c:pt>
                <c:pt idx="193">
                  <c:v>114.78323991518201</c:v>
                </c:pt>
                <c:pt idx="194">
                  <c:v>71.338946537872999</c:v>
                </c:pt>
                <c:pt idx="195">
                  <c:v>45.532764013647004</c:v>
                </c:pt>
                <c:pt idx="196">
                  <c:v>31.307014409561003</c:v>
                </c:pt>
                <c:pt idx="197">
                  <c:v>28.221310109881998</c:v>
                </c:pt>
                <c:pt idx="198">
                  <c:v>50.362703156790005</c:v>
                </c:pt>
                <c:pt idx="199">
                  <c:v>76.358977587685004</c:v>
                </c:pt>
                <c:pt idx="200">
                  <c:v>107.57566518826599</c:v>
                </c:pt>
                <c:pt idx="201">
                  <c:v>132.67962227297198</c:v>
                </c:pt>
                <c:pt idx="202">
                  <c:v>153.13789704763201</c:v>
                </c:pt>
                <c:pt idx="203">
                  <c:v>174.85022424398201</c:v>
                </c:pt>
                <c:pt idx="204">
                  <c:v>179.34957081951302</c:v>
                </c:pt>
                <c:pt idx="205">
                  <c:v>186.52600104755803</c:v>
                </c:pt>
                <c:pt idx="206">
                  <c:v>230.114082159877</c:v>
                </c:pt>
                <c:pt idx="207">
                  <c:v>217.82019965240198</c:v>
                </c:pt>
                <c:pt idx="208">
                  <c:v>185.52395601843</c:v>
                </c:pt>
                <c:pt idx="209">
                  <c:v>187.63971087712503</c:v>
                </c:pt>
                <c:pt idx="210">
                  <c:v>181.66378864376301</c:v>
                </c:pt>
                <c:pt idx="211">
                  <c:v>209.87070436400299</c:v>
                </c:pt>
                <c:pt idx="212">
                  <c:v>228.54092494939201</c:v>
                </c:pt>
                <c:pt idx="213">
                  <c:v>270.35601996440101</c:v>
                </c:pt>
                <c:pt idx="214">
                  <c:v>277.45947991042902</c:v>
                </c:pt>
                <c:pt idx="215">
                  <c:v>239.54199222633599</c:v>
                </c:pt>
                <c:pt idx="216">
                  <c:v>176.977510501545</c:v>
                </c:pt>
                <c:pt idx="217">
                  <c:v>114.12747676509301</c:v>
                </c:pt>
                <c:pt idx="218">
                  <c:v>68.71162444480899</c:v>
                </c:pt>
                <c:pt idx="219">
                  <c:v>41.760002712629998</c:v>
                </c:pt>
                <c:pt idx="220">
                  <c:v>28.797099199591003</c:v>
                </c:pt>
                <c:pt idx="221">
                  <c:v>27.173823513028999</c:v>
                </c:pt>
                <c:pt idx="222">
                  <c:v>50.807056009995009</c:v>
                </c:pt>
                <c:pt idx="223">
                  <c:v>79.173374425120002</c:v>
                </c:pt>
                <c:pt idx="224">
                  <c:v>108.49270785556301</c:v>
                </c:pt>
                <c:pt idx="225">
                  <c:v>128.65985837768699</c:v>
                </c:pt>
                <c:pt idx="226">
                  <c:v>143.661579940747</c:v>
                </c:pt>
                <c:pt idx="227">
                  <c:v>160.93772902701798</c:v>
                </c:pt>
                <c:pt idx="228">
                  <c:v>170.705552478675</c:v>
                </c:pt>
                <c:pt idx="229">
                  <c:v>195.17050214572001</c:v>
                </c:pt>
                <c:pt idx="230">
                  <c:v>210.90224999984798</c:v>
                </c:pt>
                <c:pt idx="231">
                  <c:v>203.72615376416303</c:v>
                </c:pt>
                <c:pt idx="232">
                  <c:v>178.51778361739301</c:v>
                </c:pt>
                <c:pt idx="233">
                  <c:v>184.57886489736603</c:v>
                </c:pt>
                <c:pt idx="234">
                  <c:v>181.38021409532803</c:v>
                </c:pt>
                <c:pt idx="235">
                  <c:v>204.72752381152503</c:v>
                </c:pt>
                <c:pt idx="236">
                  <c:v>227.41352475047103</c:v>
                </c:pt>
                <c:pt idx="237">
                  <c:v>271.46655694737098</c:v>
                </c:pt>
                <c:pt idx="238">
                  <c:v>263.41065052321602</c:v>
                </c:pt>
                <c:pt idx="239">
                  <c:v>217.48253662947201</c:v>
                </c:pt>
                <c:pt idx="240">
                  <c:v>150.67521629396202</c:v>
                </c:pt>
                <c:pt idx="241">
                  <c:v>93.45212638289</c:v>
                </c:pt>
                <c:pt idx="242">
                  <c:v>54.956773543392998</c:v>
                </c:pt>
                <c:pt idx="243">
                  <c:v>34.434640093224999</c:v>
                </c:pt>
                <c:pt idx="244">
                  <c:v>25.492103424050999</c:v>
                </c:pt>
                <c:pt idx="245">
                  <c:v>26.512098776066999</c:v>
                </c:pt>
                <c:pt idx="246">
                  <c:v>55.228033018091999</c:v>
                </c:pt>
                <c:pt idx="247">
                  <c:v>88.162598232554004</c:v>
                </c:pt>
                <c:pt idx="248">
                  <c:v>109.970021692731</c:v>
                </c:pt>
                <c:pt idx="249">
                  <c:v>119.46130489585899</c:v>
                </c:pt>
                <c:pt idx="250">
                  <c:v>132.92191075601301</c:v>
                </c:pt>
                <c:pt idx="251">
                  <c:v>150.87380631055899</c:v>
                </c:pt>
                <c:pt idx="252">
                  <c:v>163.12950868923599</c:v>
                </c:pt>
                <c:pt idx="253">
                  <c:v>180.39615727825199</c:v>
                </c:pt>
                <c:pt idx="254">
                  <c:v>189.99626310665403</c:v>
                </c:pt>
                <c:pt idx="255">
                  <c:v>186.81588316529803</c:v>
                </c:pt>
                <c:pt idx="256">
                  <c:v>175.106179021793</c:v>
                </c:pt>
                <c:pt idx="257">
                  <c:v>189.636187678341</c:v>
                </c:pt>
                <c:pt idx="258">
                  <c:v>183.53615179446101</c:v>
                </c:pt>
                <c:pt idx="259">
                  <c:v>205.23575013908595</c:v>
                </c:pt>
                <c:pt idx="260">
                  <c:v>225.20895012912703</c:v>
                </c:pt>
                <c:pt idx="261">
                  <c:v>265.57694256256298</c:v>
                </c:pt>
                <c:pt idx="262">
                  <c:v>260.60229518337701</c:v>
                </c:pt>
                <c:pt idx="263">
                  <c:v>210.20009664987199</c:v>
                </c:pt>
                <c:pt idx="264">
                  <c:v>142.79937835286199</c:v>
                </c:pt>
                <c:pt idx="265">
                  <c:v>86.045242913522998</c:v>
                </c:pt>
                <c:pt idx="266">
                  <c:v>50.507494560951002</c:v>
                </c:pt>
                <c:pt idx="267">
                  <c:v>32.452330786319997</c:v>
                </c:pt>
                <c:pt idx="268">
                  <c:v>24.699965828231004</c:v>
                </c:pt>
                <c:pt idx="269">
                  <c:v>26.227292538516</c:v>
                </c:pt>
                <c:pt idx="270">
                  <c:v>55.790691477485005</c:v>
                </c:pt>
                <c:pt idx="271">
                  <c:v>90.900471910772993</c:v>
                </c:pt>
                <c:pt idx="272">
                  <c:v>112.187322673906</c:v>
                </c:pt>
                <c:pt idx="273">
                  <c:v>121.56329645842399</c:v>
                </c:pt>
                <c:pt idx="274">
                  <c:v>134.416585743421</c:v>
                </c:pt>
                <c:pt idx="275">
                  <c:v>152.27081355291401</c:v>
                </c:pt>
                <c:pt idx="276">
                  <c:v>163.64960523667301</c:v>
                </c:pt>
                <c:pt idx="277">
                  <c:v>180.00805957886402</c:v>
                </c:pt>
                <c:pt idx="278">
                  <c:v>188.566390996704</c:v>
                </c:pt>
                <c:pt idx="279">
                  <c:v>185.47161724721997</c:v>
                </c:pt>
                <c:pt idx="280">
                  <c:v>173.449681770409</c:v>
                </c:pt>
                <c:pt idx="281">
                  <c:v>184.15065836514799</c:v>
                </c:pt>
                <c:pt idx="282">
                  <c:v>178.50289338740899</c:v>
                </c:pt>
                <c:pt idx="283">
                  <c:v>205.034074875518</c:v>
                </c:pt>
                <c:pt idx="284">
                  <c:v>227.83907614891802</c:v>
                </c:pt>
                <c:pt idx="285">
                  <c:v>271.03936480392997</c:v>
                </c:pt>
                <c:pt idx="286">
                  <c:v>264.34051049485902</c:v>
                </c:pt>
                <c:pt idx="287">
                  <c:v>212.40804767026697</c:v>
                </c:pt>
              </c:numCache>
              <c:extLst xmlns:c15="http://schemas.microsoft.com/office/drawing/2012/chart"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0-1811-4E19-A7E4-C6BFDC696F50}"/>
            </c:ext>
          </c:extLst>
        </c:ser>
        <c:ser>
          <c:idx val="1"/>
          <c:order val="1"/>
          <c:tx>
            <c:strRef>
              <c:f>'Ericsson 01-10 12-10-2026'!$C$1</c:f>
              <c:strCache>
                <c:ptCount val="1"/>
                <c:pt idx="0">
                  <c:v>UL Traffic</c:v>
                </c:pt>
              </c:strCache>
              <c:extLst xmlns:c15="http://schemas.microsoft.com/office/drawing/2012/chart"/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811-4E19-A7E4-C6BFDC696F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'Ericsson 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  <c:extLst xmlns:c15="http://schemas.microsoft.com/office/drawing/2012/chart"/>
            </c:strRef>
          </c:cat>
          <c:val>
            <c:numRef>
              <c:f>'Ericsson 01-10 12-10-2026'!$C$2:$C$289</c:f>
              <c:numCache>
                <c:formatCode>0</c:formatCode>
                <c:ptCount val="288"/>
                <c:pt idx="0">
                  <c:v>14.065806802363999</c:v>
                </c:pt>
                <c:pt idx="1">
                  <c:v>8.6800350119249998</c:v>
                </c:pt>
                <c:pt idx="2">
                  <c:v>5.1834927249799989</c:v>
                </c:pt>
                <c:pt idx="3">
                  <c:v>3.3024193492110001</c:v>
                </c:pt>
                <c:pt idx="4">
                  <c:v>2.4627033744800002</c:v>
                </c:pt>
                <c:pt idx="5">
                  <c:v>2.7304520898260001</c:v>
                </c:pt>
                <c:pt idx="6">
                  <c:v>4.8739383481039997</c:v>
                </c:pt>
                <c:pt idx="7">
                  <c:v>7.9236927285350003</c:v>
                </c:pt>
                <c:pt idx="8">
                  <c:v>10.237630685557001</c:v>
                </c:pt>
                <c:pt idx="9">
                  <c:v>11.994309653950999</c:v>
                </c:pt>
                <c:pt idx="10">
                  <c:v>13.967789128072999</c:v>
                </c:pt>
                <c:pt idx="11">
                  <c:v>15.789353530399001</c:v>
                </c:pt>
                <c:pt idx="12">
                  <c:v>16.710606532485002</c:v>
                </c:pt>
                <c:pt idx="13">
                  <c:v>17.588072707826999</c:v>
                </c:pt>
                <c:pt idx="14">
                  <c:v>17.842814925144999</c:v>
                </c:pt>
                <c:pt idx="15">
                  <c:v>17.296824490917</c:v>
                </c:pt>
                <c:pt idx="16">
                  <c:v>16.309363610405001</c:v>
                </c:pt>
                <c:pt idx="17">
                  <c:v>17.993341800892999</c:v>
                </c:pt>
                <c:pt idx="18">
                  <c:v>18.835388444850999</c:v>
                </c:pt>
                <c:pt idx="19">
                  <c:v>20.385588046292</c:v>
                </c:pt>
                <c:pt idx="20">
                  <c:v>21.985440245782002</c:v>
                </c:pt>
                <c:pt idx="21">
                  <c:v>25.556178511688</c:v>
                </c:pt>
                <c:pt idx="22">
                  <c:v>25.567086203483999</c:v>
                </c:pt>
                <c:pt idx="23">
                  <c:v>21.625099062555002</c:v>
                </c:pt>
                <c:pt idx="24">
                  <c:v>15.870292800993999</c:v>
                </c:pt>
                <c:pt idx="25">
                  <c:v>10.251792415062999</c:v>
                </c:pt>
                <c:pt idx="26">
                  <c:v>6.0941906767420004</c:v>
                </c:pt>
                <c:pt idx="27">
                  <c:v>3.986926888533</c:v>
                </c:pt>
                <c:pt idx="28">
                  <c:v>2.7970465539389999</c:v>
                </c:pt>
                <c:pt idx="29">
                  <c:v>2.6820065435510001</c:v>
                </c:pt>
                <c:pt idx="30">
                  <c:v>4.0200544590760003</c:v>
                </c:pt>
                <c:pt idx="31">
                  <c:v>5.6067584097170009</c:v>
                </c:pt>
                <c:pt idx="32">
                  <c:v>8.1314832669409984</c:v>
                </c:pt>
                <c:pt idx="33">
                  <c:v>10.768475747002</c:v>
                </c:pt>
                <c:pt idx="34">
                  <c:v>13.422883437578999</c:v>
                </c:pt>
                <c:pt idx="35">
                  <c:v>15.639552494178002</c:v>
                </c:pt>
                <c:pt idx="36">
                  <c:v>15.850326745335</c:v>
                </c:pt>
                <c:pt idx="37">
                  <c:v>15.887481149719999</c:v>
                </c:pt>
                <c:pt idx="38">
                  <c:v>19.59118948055</c:v>
                </c:pt>
                <c:pt idx="39">
                  <c:v>18.814370731664997</c:v>
                </c:pt>
                <c:pt idx="40">
                  <c:v>16.810925068227998</c:v>
                </c:pt>
                <c:pt idx="41">
                  <c:v>18.404732342053002</c:v>
                </c:pt>
                <c:pt idx="42">
                  <c:v>19.372378945013999</c:v>
                </c:pt>
                <c:pt idx="43">
                  <c:v>20.939763308492999</c:v>
                </c:pt>
                <c:pt idx="44">
                  <c:v>22.202127846536001</c:v>
                </c:pt>
                <c:pt idx="45">
                  <c:v>25.934396279063002</c:v>
                </c:pt>
                <c:pt idx="46">
                  <c:v>26.243416584809005</c:v>
                </c:pt>
                <c:pt idx="47">
                  <c:v>22.411913046664999</c:v>
                </c:pt>
                <c:pt idx="48">
                  <c:v>16.390610990998002</c:v>
                </c:pt>
                <c:pt idx="49">
                  <c:v>10.614745043626998</c:v>
                </c:pt>
                <c:pt idx="50">
                  <c:v>6.4156893386119993</c:v>
                </c:pt>
                <c:pt idx="51">
                  <c:v>3.9700612711899996</c:v>
                </c:pt>
                <c:pt idx="52">
                  <c:v>2.7516535430040001</c:v>
                </c:pt>
                <c:pt idx="53">
                  <c:v>2.6425180663429999</c:v>
                </c:pt>
                <c:pt idx="54">
                  <c:v>4.1722213847180001</c:v>
                </c:pt>
                <c:pt idx="55">
                  <c:v>6.2167869376249998</c:v>
                </c:pt>
                <c:pt idx="56">
                  <c:v>8.9083751399660009</c:v>
                </c:pt>
                <c:pt idx="57">
                  <c:v>11.55172228665</c:v>
                </c:pt>
                <c:pt idx="58">
                  <c:v>13.966686289254</c:v>
                </c:pt>
                <c:pt idx="59">
                  <c:v>16.088067357607002</c:v>
                </c:pt>
                <c:pt idx="60">
                  <c:v>16.93870634432</c:v>
                </c:pt>
                <c:pt idx="61">
                  <c:v>18.328079672672001</c:v>
                </c:pt>
                <c:pt idx="62">
                  <c:v>19.186090781653</c:v>
                </c:pt>
                <c:pt idx="63">
                  <c:v>18.50892181523</c:v>
                </c:pt>
                <c:pt idx="64">
                  <c:v>16.952403573697001</c:v>
                </c:pt>
                <c:pt idx="65">
                  <c:v>18.423557174934999</c:v>
                </c:pt>
                <c:pt idx="66">
                  <c:v>19.194140094083998</c:v>
                </c:pt>
                <c:pt idx="67">
                  <c:v>20.653493576008998</c:v>
                </c:pt>
                <c:pt idx="68">
                  <c:v>21.960465996015003</c:v>
                </c:pt>
                <c:pt idx="69">
                  <c:v>25.576052996471002</c:v>
                </c:pt>
                <c:pt idx="70">
                  <c:v>25.276462932081998</c:v>
                </c:pt>
                <c:pt idx="71">
                  <c:v>20.437560104131002</c:v>
                </c:pt>
                <c:pt idx="72">
                  <c:v>13.923542614852998</c:v>
                </c:pt>
                <c:pt idx="73">
                  <c:v>8.5712895931890003</c:v>
                </c:pt>
                <c:pt idx="74">
                  <c:v>5.0908327392880004</c:v>
                </c:pt>
                <c:pt idx="75">
                  <c:v>3.2840935561289997</c:v>
                </c:pt>
                <c:pt idx="76">
                  <c:v>2.436214319291</c:v>
                </c:pt>
                <c:pt idx="77">
                  <c:v>2.6494407138859999</c:v>
                </c:pt>
                <c:pt idx="78">
                  <c:v>4.7865157163089993</c:v>
                </c:pt>
                <c:pt idx="79">
                  <c:v>7.8420304815739996</c:v>
                </c:pt>
                <c:pt idx="80">
                  <c:v>10.370878481069999</c:v>
                </c:pt>
                <c:pt idx="81">
                  <c:v>12.213817125156002</c:v>
                </c:pt>
                <c:pt idx="82">
                  <c:v>14.141265116073001</c:v>
                </c:pt>
                <c:pt idx="83">
                  <c:v>15.879744883346</c:v>
                </c:pt>
                <c:pt idx="84">
                  <c:v>16.781343000172001</c:v>
                </c:pt>
                <c:pt idx="85">
                  <c:v>17.385897895008</c:v>
                </c:pt>
                <c:pt idx="86">
                  <c:v>17.449590464823</c:v>
                </c:pt>
                <c:pt idx="87">
                  <c:v>16.960653953721</c:v>
                </c:pt>
                <c:pt idx="88">
                  <c:v>16.289143495251</c:v>
                </c:pt>
                <c:pt idx="89">
                  <c:v>18.292485817510002</c:v>
                </c:pt>
                <c:pt idx="90">
                  <c:v>19.06436557904</c:v>
                </c:pt>
                <c:pt idx="91">
                  <c:v>20.800038793454998</c:v>
                </c:pt>
                <c:pt idx="92">
                  <c:v>22.309552762881001</c:v>
                </c:pt>
                <c:pt idx="93">
                  <c:v>25.847308435885999</c:v>
                </c:pt>
                <c:pt idx="94">
                  <c:v>25.135838249892998</c:v>
                </c:pt>
                <c:pt idx="95">
                  <c:v>19.845416157203999</c:v>
                </c:pt>
                <c:pt idx="96">
                  <c:v>13.31899903821</c:v>
                </c:pt>
                <c:pt idx="97">
                  <c:v>8.1198709223180003</c:v>
                </c:pt>
                <c:pt idx="98">
                  <c:v>4.837907804216</c:v>
                </c:pt>
                <c:pt idx="99">
                  <c:v>3.1211445077229998</c:v>
                </c:pt>
                <c:pt idx="100">
                  <c:v>2.3392347491010002</c:v>
                </c:pt>
                <c:pt idx="101">
                  <c:v>2.6074010608230003</c:v>
                </c:pt>
                <c:pt idx="102">
                  <c:v>4.8786758304850002</c:v>
                </c:pt>
                <c:pt idx="103">
                  <c:v>8.0092814470629996</c:v>
                </c:pt>
                <c:pt idx="104">
                  <c:v>10.380099535052999</c:v>
                </c:pt>
                <c:pt idx="105">
                  <c:v>12.234764224909998</c:v>
                </c:pt>
                <c:pt idx="106">
                  <c:v>14.140216711985001</c:v>
                </c:pt>
                <c:pt idx="107">
                  <c:v>15.921587306402998</c:v>
                </c:pt>
                <c:pt idx="108">
                  <c:v>16.819086541655</c:v>
                </c:pt>
                <c:pt idx="109">
                  <c:v>17.544045700337996</c:v>
                </c:pt>
                <c:pt idx="110">
                  <c:v>17.589356449455</c:v>
                </c:pt>
                <c:pt idx="111">
                  <c:v>17.032701632355</c:v>
                </c:pt>
                <c:pt idx="112">
                  <c:v>16.480545793201998</c:v>
                </c:pt>
                <c:pt idx="113">
                  <c:v>18.364885950727999</c:v>
                </c:pt>
                <c:pt idx="114">
                  <c:v>19.023559273532999</c:v>
                </c:pt>
                <c:pt idx="115">
                  <c:v>20.888909685605999</c:v>
                </c:pt>
                <c:pt idx="116">
                  <c:v>22.248666941711001</c:v>
                </c:pt>
                <c:pt idx="117">
                  <c:v>26.045347236225002</c:v>
                </c:pt>
                <c:pt idx="118">
                  <c:v>25.221125401529001</c:v>
                </c:pt>
                <c:pt idx="119">
                  <c:v>19.946253404111999</c:v>
                </c:pt>
                <c:pt idx="120">
                  <c:v>13.301121442092999</c:v>
                </c:pt>
                <c:pt idx="121">
                  <c:v>8.0888918225720001</c:v>
                </c:pt>
                <c:pt idx="122">
                  <c:v>4.7949051249799997</c:v>
                </c:pt>
                <c:pt idx="123">
                  <c:v>3.1012654272170002</c:v>
                </c:pt>
                <c:pt idx="124">
                  <c:v>2.358180877723</c:v>
                </c:pt>
                <c:pt idx="125">
                  <c:v>2.6670979924239999</c:v>
                </c:pt>
                <c:pt idx="126">
                  <c:v>4.954247505044</c:v>
                </c:pt>
                <c:pt idx="127">
                  <c:v>8.1261193881540006</c:v>
                </c:pt>
                <c:pt idx="128">
                  <c:v>10.565489919067</c:v>
                </c:pt>
                <c:pt idx="129">
                  <c:v>12.307794803479998</c:v>
                </c:pt>
                <c:pt idx="130">
                  <c:v>14.308974077636</c:v>
                </c:pt>
                <c:pt idx="131">
                  <c:v>15.976278035382</c:v>
                </c:pt>
                <c:pt idx="132">
                  <c:v>16.987627357280999</c:v>
                </c:pt>
                <c:pt idx="133">
                  <c:v>18.479459432137997</c:v>
                </c:pt>
                <c:pt idx="134">
                  <c:v>18.583097160432999</c:v>
                </c:pt>
                <c:pt idx="135">
                  <c:v>17.715411743937999</c:v>
                </c:pt>
                <c:pt idx="136">
                  <c:v>16.681928196537001</c:v>
                </c:pt>
                <c:pt idx="137">
                  <c:v>18.580821027639001</c:v>
                </c:pt>
                <c:pt idx="138">
                  <c:v>19.548178111598997</c:v>
                </c:pt>
                <c:pt idx="139">
                  <c:v>21.457986398084</c:v>
                </c:pt>
                <c:pt idx="140">
                  <c:v>22.826576620223999</c:v>
                </c:pt>
                <c:pt idx="141">
                  <c:v>26.394378834714001</c:v>
                </c:pt>
                <c:pt idx="142">
                  <c:v>25.388139312949999</c:v>
                </c:pt>
                <c:pt idx="143">
                  <c:v>20.001483918927999</c:v>
                </c:pt>
                <c:pt idx="144">
                  <c:v>13.495797582416001</c:v>
                </c:pt>
                <c:pt idx="145">
                  <c:v>8.1362494759480004</c:v>
                </c:pt>
                <c:pt idx="146">
                  <c:v>4.908513012267</c:v>
                </c:pt>
                <c:pt idx="147">
                  <c:v>3.1406604811490002</c:v>
                </c:pt>
                <c:pt idx="148">
                  <c:v>2.4191176607360001</c:v>
                </c:pt>
                <c:pt idx="149">
                  <c:v>2.657474738725</c:v>
                </c:pt>
                <c:pt idx="150">
                  <c:v>4.9688657369609999</c:v>
                </c:pt>
                <c:pt idx="151">
                  <c:v>8.1494477804609993</c:v>
                </c:pt>
                <c:pt idx="152">
                  <c:v>10.575191107862</c:v>
                </c:pt>
                <c:pt idx="153">
                  <c:v>12.361682895663</c:v>
                </c:pt>
                <c:pt idx="154">
                  <c:v>14.314720166991</c:v>
                </c:pt>
                <c:pt idx="155">
                  <c:v>15.858804743733</c:v>
                </c:pt>
                <c:pt idx="156">
                  <c:v>16.697000355061</c:v>
                </c:pt>
                <c:pt idx="157">
                  <c:v>17.485504059756998</c:v>
                </c:pt>
                <c:pt idx="158">
                  <c:v>17.671658798317001</c:v>
                </c:pt>
                <c:pt idx="159">
                  <c:v>17.259758657612998</c:v>
                </c:pt>
                <c:pt idx="160">
                  <c:v>16.728458362811999</c:v>
                </c:pt>
                <c:pt idx="161">
                  <c:v>18.881343649600002</c:v>
                </c:pt>
                <c:pt idx="162">
                  <c:v>19.529905443126999</c:v>
                </c:pt>
                <c:pt idx="163">
                  <c:v>21.442151991292</c:v>
                </c:pt>
                <c:pt idx="164">
                  <c:v>22.887804294142001</c:v>
                </c:pt>
                <c:pt idx="165">
                  <c:v>26.291390537635998</c:v>
                </c:pt>
                <c:pt idx="166">
                  <c:v>25.130161538740001</c:v>
                </c:pt>
                <c:pt idx="167">
                  <c:v>19.568901655281998</c:v>
                </c:pt>
                <c:pt idx="168">
                  <c:v>13.065135532438999</c:v>
                </c:pt>
                <c:pt idx="169">
                  <c:v>7.8913416732790012</c:v>
                </c:pt>
                <c:pt idx="170">
                  <c:v>4.7624729959100005</c:v>
                </c:pt>
                <c:pt idx="171">
                  <c:v>3.1198798370369998</c:v>
                </c:pt>
                <c:pt idx="172">
                  <c:v>2.383373292395</c:v>
                </c:pt>
                <c:pt idx="173">
                  <c:v>2.6222052648759999</c:v>
                </c:pt>
                <c:pt idx="174">
                  <c:v>5.000602094163999</c:v>
                </c:pt>
                <c:pt idx="175">
                  <c:v>8.4636961424660004</c:v>
                </c:pt>
                <c:pt idx="176">
                  <c:v>11.257155631991999</c:v>
                </c:pt>
                <c:pt idx="177">
                  <c:v>12.919509968313999</c:v>
                </c:pt>
                <c:pt idx="178">
                  <c:v>14.561701907574999</c:v>
                </c:pt>
                <c:pt idx="179">
                  <c:v>16.064657404687001</c:v>
                </c:pt>
                <c:pt idx="180">
                  <c:v>16.878206331573999</c:v>
                </c:pt>
                <c:pt idx="181">
                  <c:v>17.711986411154999</c:v>
                </c:pt>
                <c:pt idx="182">
                  <c:v>17.844549811368999</c:v>
                </c:pt>
                <c:pt idx="183">
                  <c:v>17.343889854798</c:v>
                </c:pt>
                <c:pt idx="184">
                  <c:v>16.629144510049997</c:v>
                </c:pt>
                <c:pt idx="185">
                  <c:v>18.525850967408999</c:v>
                </c:pt>
                <c:pt idx="186">
                  <c:v>19.091282254036003</c:v>
                </c:pt>
                <c:pt idx="187">
                  <c:v>21.425294240724998</c:v>
                </c:pt>
                <c:pt idx="188">
                  <c:v>22.768765522368003</c:v>
                </c:pt>
                <c:pt idx="189">
                  <c:v>26.162780239857</c:v>
                </c:pt>
                <c:pt idx="190">
                  <c:v>25.715286589464995</c:v>
                </c:pt>
                <c:pt idx="191">
                  <c:v>21.21172956265</c:v>
                </c:pt>
                <c:pt idx="192">
                  <c:v>15.183541438355</c:v>
                </c:pt>
                <c:pt idx="193">
                  <c:v>9.7679851944460001</c:v>
                </c:pt>
                <c:pt idx="194">
                  <c:v>6.1129668496839997</c:v>
                </c:pt>
                <c:pt idx="195">
                  <c:v>3.9300060652550002</c:v>
                </c:pt>
                <c:pt idx="196">
                  <c:v>2.8056227710689998</c:v>
                </c:pt>
                <c:pt idx="197">
                  <c:v>2.6458605294100002</c:v>
                </c:pt>
                <c:pt idx="198">
                  <c:v>4.057168825133</c:v>
                </c:pt>
                <c:pt idx="199">
                  <c:v>5.8391918506450002</c:v>
                </c:pt>
                <c:pt idx="200">
                  <c:v>8.3854062898600006</c:v>
                </c:pt>
                <c:pt idx="201">
                  <c:v>11.111413461107</c:v>
                </c:pt>
                <c:pt idx="202">
                  <c:v>13.746240306529</c:v>
                </c:pt>
                <c:pt idx="203">
                  <c:v>16.016672718712002</c:v>
                </c:pt>
                <c:pt idx="204">
                  <c:v>16.023894551516999</c:v>
                </c:pt>
                <c:pt idx="205">
                  <c:v>16.195693960233999</c:v>
                </c:pt>
                <c:pt idx="206">
                  <c:v>19.945699016481999</c:v>
                </c:pt>
                <c:pt idx="207">
                  <c:v>18.936808838505002</c:v>
                </c:pt>
                <c:pt idx="208">
                  <c:v>17.128702085507999</c:v>
                </c:pt>
                <c:pt idx="209">
                  <c:v>18.993799738322</c:v>
                </c:pt>
                <c:pt idx="210">
                  <c:v>19.578518577068003</c:v>
                </c:pt>
                <c:pt idx="211">
                  <c:v>21.774977867891</c:v>
                </c:pt>
                <c:pt idx="212">
                  <c:v>23.127051072590998</c:v>
                </c:pt>
                <c:pt idx="213">
                  <c:v>26.736318142297002</c:v>
                </c:pt>
                <c:pt idx="214">
                  <c:v>26.619793416402</c:v>
                </c:pt>
                <c:pt idx="215">
                  <c:v>21.89386409354</c:v>
                </c:pt>
                <c:pt idx="216">
                  <c:v>15.395781724573002</c:v>
                </c:pt>
                <c:pt idx="217">
                  <c:v>9.7375827175319998</c:v>
                </c:pt>
                <c:pt idx="218">
                  <c:v>5.8509058038269988</c:v>
                </c:pt>
                <c:pt idx="219">
                  <c:v>3.6210580760149997</c:v>
                </c:pt>
                <c:pt idx="220">
                  <c:v>2.5708966124089998</c:v>
                </c:pt>
                <c:pt idx="221">
                  <c:v>2.5520598386939999</c:v>
                </c:pt>
                <c:pt idx="222">
                  <c:v>4.2083973894289999</c:v>
                </c:pt>
                <c:pt idx="223">
                  <c:v>6.4193649658270004</c:v>
                </c:pt>
                <c:pt idx="224">
                  <c:v>9.1213123769849993</c:v>
                </c:pt>
                <c:pt idx="225">
                  <c:v>11.813852800649</c:v>
                </c:pt>
                <c:pt idx="226">
                  <c:v>14.20653253975</c:v>
                </c:pt>
                <c:pt idx="227">
                  <c:v>16.248279707708999</c:v>
                </c:pt>
                <c:pt idx="228">
                  <c:v>16.976188509017</c:v>
                </c:pt>
                <c:pt idx="229">
                  <c:v>18.471274492298001</c:v>
                </c:pt>
                <c:pt idx="230">
                  <c:v>19.342453708154999</c:v>
                </c:pt>
                <c:pt idx="231">
                  <c:v>18.526705544812</c:v>
                </c:pt>
                <c:pt idx="232">
                  <c:v>17.199104458703999</c:v>
                </c:pt>
                <c:pt idx="233">
                  <c:v>18.900153429461</c:v>
                </c:pt>
                <c:pt idx="234">
                  <c:v>19.271046442608</c:v>
                </c:pt>
                <c:pt idx="235">
                  <c:v>21.361621250542001</c:v>
                </c:pt>
                <c:pt idx="236">
                  <c:v>22.944498886030001</c:v>
                </c:pt>
                <c:pt idx="237">
                  <c:v>26.508049616677003</c:v>
                </c:pt>
                <c:pt idx="238">
                  <c:v>25.166156230239999</c:v>
                </c:pt>
                <c:pt idx="239">
                  <c:v>19.718346827514001</c:v>
                </c:pt>
                <c:pt idx="240">
                  <c:v>13.021900430731</c:v>
                </c:pt>
                <c:pt idx="241">
                  <c:v>7.8858022937029997</c:v>
                </c:pt>
                <c:pt idx="242">
                  <c:v>4.6506211647420006</c:v>
                </c:pt>
                <c:pt idx="243">
                  <c:v>3.0006801089229995</c:v>
                </c:pt>
                <c:pt idx="244">
                  <c:v>2.3256886881050001</c:v>
                </c:pt>
                <c:pt idx="245">
                  <c:v>2.584043405439</c:v>
                </c:pt>
                <c:pt idx="246">
                  <c:v>4.836091584958</c:v>
                </c:pt>
                <c:pt idx="247">
                  <c:v>8.0189713813709993</c:v>
                </c:pt>
                <c:pt idx="248">
                  <c:v>10.417109308569</c:v>
                </c:pt>
                <c:pt idx="249">
                  <c:v>12.193372147239998</c:v>
                </c:pt>
                <c:pt idx="250">
                  <c:v>14.265589114381001</c:v>
                </c:pt>
                <c:pt idx="251">
                  <c:v>16.188574131137003</c:v>
                </c:pt>
                <c:pt idx="252">
                  <c:v>16.972935915023999</c:v>
                </c:pt>
                <c:pt idx="253">
                  <c:v>17.777210403304</c:v>
                </c:pt>
                <c:pt idx="254">
                  <c:v>17.888921825636</c:v>
                </c:pt>
                <c:pt idx="255">
                  <c:v>17.332450032033002</c:v>
                </c:pt>
                <c:pt idx="256">
                  <c:v>16.878723876455002</c:v>
                </c:pt>
                <c:pt idx="257">
                  <c:v>19.144346189505001</c:v>
                </c:pt>
                <c:pt idx="258">
                  <c:v>19.798571106312</c:v>
                </c:pt>
                <c:pt idx="259">
                  <c:v>21.911134492872002</c:v>
                </c:pt>
                <c:pt idx="260">
                  <c:v>23.345122607063999</c:v>
                </c:pt>
                <c:pt idx="261">
                  <c:v>26.686578675330001</c:v>
                </c:pt>
                <c:pt idx="262">
                  <c:v>24.795027594922999</c:v>
                </c:pt>
                <c:pt idx="263">
                  <c:v>18.893845710861001</c:v>
                </c:pt>
                <c:pt idx="264">
                  <c:v>12.311651563938998</c:v>
                </c:pt>
                <c:pt idx="265">
                  <c:v>7.3338541774710002</c:v>
                </c:pt>
                <c:pt idx="266">
                  <c:v>4.3478003821569997</c:v>
                </c:pt>
                <c:pt idx="267">
                  <c:v>2.9491911961570003</c:v>
                </c:pt>
                <c:pt idx="268">
                  <c:v>2.2744837606549999</c:v>
                </c:pt>
                <c:pt idx="269">
                  <c:v>2.5695712996340001</c:v>
                </c:pt>
                <c:pt idx="270">
                  <c:v>4.9438082039209998</c:v>
                </c:pt>
                <c:pt idx="271">
                  <c:v>8.2129378548369996</c:v>
                </c:pt>
                <c:pt idx="272">
                  <c:v>10.588012174746</c:v>
                </c:pt>
                <c:pt idx="273">
                  <c:v>12.408880898012001</c:v>
                </c:pt>
                <c:pt idx="274">
                  <c:v>14.240510957618</c:v>
                </c:pt>
                <c:pt idx="275">
                  <c:v>16.03131571023</c:v>
                </c:pt>
                <c:pt idx="276">
                  <c:v>16.897029232843</c:v>
                </c:pt>
                <c:pt idx="277">
                  <c:v>17.618238950116002</c:v>
                </c:pt>
                <c:pt idx="278">
                  <c:v>17.640316794602001</c:v>
                </c:pt>
                <c:pt idx="279">
                  <c:v>17.172790866909001</c:v>
                </c:pt>
                <c:pt idx="280">
                  <c:v>16.953808504291999</c:v>
                </c:pt>
                <c:pt idx="281">
                  <c:v>19.050121127073002</c:v>
                </c:pt>
                <c:pt idx="282">
                  <c:v>19.467587241608999</c:v>
                </c:pt>
                <c:pt idx="283">
                  <c:v>21.713356921789998</c:v>
                </c:pt>
                <c:pt idx="284">
                  <c:v>23.533562220940997</c:v>
                </c:pt>
                <c:pt idx="285">
                  <c:v>26.812167598905997</c:v>
                </c:pt>
                <c:pt idx="286">
                  <c:v>24.848478775206999</c:v>
                </c:pt>
                <c:pt idx="287">
                  <c:v>18.850508394580999</c:v>
                </c:pt>
              </c:numCache>
              <c:extLst xmlns:c15="http://schemas.microsoft.com/office/drawing/2012/chart"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1-1811-4E19-A7E4-C6BFDC696F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09562800"/>
        <c:axId val="509564768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'Ericsson 01-10 12-10-2026'!$D$1</c15:sqref>
                        </c15:formulaRef>
                      </c:ext>
                    </c:extLst>
                    <c:strCache>
                      <c:ptCount val="1"/>
                      <c:pt idx="0">
                        <c:v>DL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4"/>
                    <c:layout>
                      <c:manualLayout>
                        <c:x val="-5.8395888013998247E-2"/>
                        <c:y val="-3.9317220764071181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2-1811-4E19-A7E4-C6BFDC696F50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'Ericsson 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'Ericsson 01-10 12-10-2026'!$D$2:$D$289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355.34615719440666</c:v>
                      </c:pt>
                      <c:pt idx="1">
                        <c:v>225.87232889942666</c:v>
                      </c:pt>
                      <c:pt idx="2">
                        <c:v>135.69757056557333</c:v>
                      </c:pt>
                      <c:pt idx="3">
                        <c:v>83.866487881337775</c:v>
                      </c:pt>
                      <c:pt idx="4">
                        <c:v>61.009331543128894</c:v>
                      </c:pt>
                      <c:pt idx="5">
                        <c:v>64.191541511106664</c:v>
                      </c:pt>
                      <c:pt idx="6">
                        <c:v>126.88016575110443</c:v>
                      </c:pt>
                      <c:pt idx="7">
                        <c:v>197.89676268026</c:v>
                      </c:pt>
                      <c:pt idx="8">
                        <c:v>247.96546103014887</c:v>
                      </c:pt>
                      <c:pt idx="9">
                        <c:v>269.90848979188667</c:v>
                      </c:pt>
                      <c:pt idx="10">
                        <c:v>300.44720189192662</c:v>
                      </c:pt>
                      <c:pt idx="11">
                        <c:v>338.88230315988221</c:v>
                      </c:pt>
                      <c:pt idx="12">
                        <c:v>369.8683297279955</c:v>
                      </c:pt>
                      <c:pt idx="13">
                        <c:v>410.36181671276665</c:v>
                      </c:pt>
                      <c:pt idx="14">
                        <c:v>436.31744345903326</c:v>
                      </c:pt>
                      <c:pt idx="15">
                        <c:v>430.01251573509774</c:v>
                      </c:pt>
                      <c:pt idx="16">
                        <c:v>384.12260953065112</c:v>
                      </c:pt>
                      <c:pt idx="17">
                        <c:v>396.37991387625112</c:v>
                      </c:pt>
                      <c:pt idx="18">
                        <c:v>391.02941683322888</c:v>
                      </c:pt>
                      <c:pt idx="19">
                        <c:v>431.0725952628556</c:v>
                      </c:pt>
                      <c:pt idx="20">
                        <c:v>476.52833271507336</c:v>
                      </c:pt>
                      <c:pt idx="21">
                        <c:v>569.62269503215771</c:v>
                      </c:pt>
                      <c:pt idx="22">
                        <c:v>588.45904092396211</c:v>
                      </c:pt>
                      <c:pt idx="23">
                        <c:v>522.16637622992448</c:v>
                      </c:pt>
                      <c:pt idx="24">
                        <c:v>396.96180657700444</c:v>
                      </c:pt>
                      <c:pt idx="25">
                        <c:v>258.83833489594883</c:v>
                      </c:pt>
                      <c:pt idx="26">
                        <c:v>154.37554400098222</c:v>
                      </c:pt>
                      <c:pt idx="27">
                        <c:v>101.17607382557333</c:v>
                      </c:pt>
                      <c:pt idx="28">
                        <c:v>69.223011560748887</c:v>
                      </c:pt>
                      <c:pt idx="29">
                        <c:v>63.859764714820002</c:v>
                      </c:pt>
                      <c:pt idx="30">
                        <c:v>109.08099702179112</c:v>
                      </c:pt>
                      <c:pt idx="31">
                        <c:v>159.50840670566444</c:v>
                      </c:pt>
                      <c:pt idx="32">
                        <c:v>227.34479896054</c:v>
                      </c:pt>
                      <c:pt idx="33">
                        <c:v>284.39001391333335</c:v>
                      </c:pt>
                      <c:pt idx="34">
                        <c:v>332.70829714419108</c:v>
                      </c:pt>
                      <c:pt idx="35">
                        <c:v>379.79886511420216</c:v>
                      </c:pt>
                      <c:pt idx="36">
                        <c:v>396.73243998637105</c:v>
                      </c:pt>
                      <c:pt idx="37">
                        <c:v>409.9408976043311</c:v>
                      </c:pt>
                      <c:pt idx="38">
                        <c:v>509.56654588078663</c:v>
                      </c:pt>
                      <c:pt idx="39">
                        <c:v>486.65666457385328</c:v>
                      </c:pt>
                      <c:pt idx="40">
                        <c:v>408.49414263993992</c:v>
                      </c:pt>
                      <c:pt idx="41">
                        <c:v>408.09849526903338</c:v>
                      </c:pt>
                      <c:pt idx="42">
                        <c:v>399.63846568792218</c:v>
                      </c:pt>
                      <c:pt idx="43">
                        <c:v>447.67667231946223</c:v>
                      </c:pt>
                      <c:pt idx="44">
                        <c:v>497.72685946864226</c:v>
                      </c:pt>
                      <c:pt idx="45">
                        <c:v>598.31602523100446</c:v>
                      </c:pt>
                      <c:pt idx="46">
                        <c:v>608.42828086081113</c:v>
                      </c:pt>
                      <c:pt idx="47">
                        <c:v>544.41903437972883</c:v>
                      </c:pt>
                      <c:pt idx="48">
                        <c:v>416.57819223188665</c:v>
                      </c:pt>
                      <c:pt idx="49">
                        <c:v>278.3557579444489</c:v>
                      </c:pt>
                      <c:pt idx="50">
                        <c:v>168.54753177602001</c:v>
                      </c:pt>
                      <c:pt idx="51">
                        <c:v>101.91931451569999</c:v>
                      </c:pt>
                      <c:pt idx="52">
                        <c:v>67.867960824233336</c:v>
                      </c:pt>
                      <c:pt idx="53">
                        <c:v>62.999065888668888</c:v>
                      </c:pt>
                      <c:pt idx="54">
                        <c:v>112.21381778292888</c:v>
                      </c:pt>
                      <c:pt idx="55">
                        <c:v>169.28273070869776</c:v>
                      </c:pt>
                      <c:pt idx="56">
                        <c:v>233.13071137782003</c:v>
                      </c:pt>
                      <c:pt idx="57">
                        <c:v>281.18100123149776</c:v>
                      </c:pt>
                      <c:pt idx="58">
                        <c:v>316.30680495130224</c:v>
                      </c:pt>
                      <c:pt idx="59">
                        <c:v>358.11535401230446</c:v>
                      </c:pt>
                      <c:pt idx="60">
                        <c:v>383.78231914712671</c:v>
                      </c:pt>
                      <c:pt idx="61">
                        <c:v>434.30683365872449</c:v>
                      </c:pt>
                      <c:pt idx="62">
                        <c:v>469.85244163639777</c:v>
                      </c:pt>
                      <c:pt idx="63">
                        <c:v>454.4579074454756</c:v>
                      </c:pt>
                      <c:pt idx="64">
                        <c:v>396.91093569891547</c:v>
                      </c:pt>
                      <c:pt idx="65">
                        <c:v>403.23328366803997</c:v>
                      </c:pt>
                      <c:pt idx="66">
                        <c:v>396.34501738760218</c:v>
                      </c:pt>
                      <c:pt idx="67">
                        <c:v>435.9619822417734</c:v>
                      </c:pt>
                      <c:pt idx="68">
                        <c:v>480.81138967422663</c:v>
                      </c:pt>
                      <c:pt idx="69">
                        <c:v>575.17103046035334</c:v>
                      </c:pt>
                      <c:pt idx="70">
                        <c:v>582.75584338224439</c:v>
                      </c:pt>
                      <c:pt idx="71">
                        <c:v>498.50721120620227</c:v>
                      </c:pt>
                      <c:pt idx="72">
                        <c:v>355.40540137179778</c:v>
                      </c:pt>
                      <c:pt idx="73">
                        <c:v>221.62550831682</c:v>
                      </c:pt>
                      <c:pt idx="74">
                        <c:v>131.41734502879333</c:v>
                      </c:pt>
                      <c:pt idx="75">
                        <c:v>81.465355321353329</c:v>
                      </c:pt>
                      <c:pt idx="76">
                        <c:v>58.959089133924437</c:v>
                      </c:pt>
                      <c:pt idx="77">
                        <c:v>60.726775978462229</c:v>
                      </c:pt>
                      <c:pt idx="78">
                        <c:v>120.70297095378888</c:v>
                      </c:pt>
                      <c:pt idx="79">
                        <c:v>188.07296883723112</c:v>
                      </c:pt>
                      <c:pt idx="80">
                        <c:v>238.04422853581775</c:v>
                      </c:pt>
                      <c:pt idx="81">
                        <c:v>263.75862700905554</c:v>
                      </c:pt>
                      <c:pt idx="82">
                        <c:v>293.50453107234443</c:v>
                      </c:pt>
                      <c:pt idx="83">
                        <c:v>331.84973190525329</c:v>
                      </c:pt>
                      <c:pt idx="84">
                        <c:v>358.94884045784221</c:v>
                      </c:pt>
                      <c:pt idx="85">
                        <c:v>394.03749727118895</c:v>
                      </c:pt>
                      <c:pt idx="86">
                        <c:v>414.2096901013756</c:v>
                      </c:pt>
                      <c:pt idx="87">
                        <c:v>404.97866355757554</c:v>
                      </c:pt>
                      <c:pt idx="88">
                        <c:v>373.78487297527556</c:v>
                      </c:pt>
                      <c:pt idx="89">
                        <c:v>393.09066457885558</c:v>
                      </c:pt>
                      <c:pt idx="90">
                        <c:v>384.22346838940223</c:v>
                      </c:pt>
                      <c:pt idx="91">
                        <c:v>431.47097701968005</c:v>
                      </c:pt>
                      <c:pt idx="92">
                        <c:v>479.28258722289559</c:v>
                      </c:pt>
                      <c:pt idx="93">
                        <c:v>576.52024444619326</c:v>
                      </c:pt>
                      <c:pt idx="94">
                        <c:v>578.71320568166664</c:v>
                      </c:pt>
                      <c:pt idx="95">
                        <c:v>485.54621873205105</c:v>
                      </c:pt>
                      <c:pt idx="96">
                        <c:v>341.93664108517555</c:v>
                      </c:pt>
                      <c:pt idx="97">
                        <c:v>212.25939191313108</c:v>
                      </c:pt>
                      <c:pt idx="98">
                        <c:v>124.57231918878888</c:v>
                      </c:pt>
                      <c:pt idx="99">
                        <c:v>77.65690187081556</c:v>
                      </c:pt>
                      <c:pt idx="100">
                        <c:v>57.325385982871111</c:v>
                      </c:pt>
                      <c:pt idx="101">
                        <c:v>59.175712586688888</c:v>
                      </c:pt>
                      <c:pt idx="102">
                        <c:v>121.45318570819111</c:v>
                      </c:pt>
                      <c:pt idx="103">
                        <c:v>193.04304865024221</c:v>
                      </c:pt>
                      <c:pt idx="104">
                        <c:v>242.32988353173113</c:v>
                      </c:pt>
                      <c:pt idx="105">
                        <c:v>265.53445973194442</c:v>
                      </c:pt>
                      <c:pt idx="106">
                        <c:v>295.60975100948667</c:v>
                      </c:pt>
                      <c:pt idx="107">
                        <c:v>337.15004585265558</c:v>
                      </c:pt>
                      <c:pt idx="108">
                        <c:v>364.76552786336663</c:v>
                      </c:pt>
                      <c:pt idx="109">
                        <c:v>399.60552605924215</c:v>
                      </c:pt>
                      <c:pt idx="110">
                        <c:v>417.96891240502885</c:v>
                      </c:pt>
                      <c:pt idx="111">
                        <c:v>409.28906438809116</c:v>
                      </c:pt>
                      <c:pt idx="112">
                        <c:v>375.79906846760889</c:v>
                      </c:pt>
                      <c:pt idx="113">
                        <c:v>394.43893117062885</c:v>
                      </c:pt>
                      <c:pt idx="114">
                        <c:v>387.86386175340226</c:v>
                      </c:pt>
                      <c:pt idx="115">
                        <c:v>434.4624702921422</c:v>
                      </c:pt>
                      <c:pt idx="116">
                        <c:v>483.51612600212445</c:v>
                      </c:pt>
                      <c:pt idx="117">
                        <c:v>586.05216366111335</c:v>
                      </c:pt>
                      <c:pt idx="118">
                        <c:v>582.99799195903552</c:v>
                      </c:pt>
                      <c:pt idx="119">
                        <c:v>489.76064588304223</c:v>
                      </c:pt>
                      <c:pt idx="120">
                        <c:v>342.13528620837332</c:v>
                      </c:pt>
                      <c:pt idx="121">
                        <c:v>211.4794795327889</c:v>
                      </c:pt>
                      <c:pt idx="122">
                        <c:v>123.6860324940622</c:v>
                      </c:pt>
                      <c:pt idx="123">
                        <c:v>76.854276753975554</c:v>
                      </c:pt>
                      <c:pt idx="124">
                        <c:v>56.950675032260001</c:v>
                      </c:pt>
                      <c:pt idx="125">
                        <c:v>60.031933750002224</c:v>
                      </c:pt>
                      <c:pt idx="126">
                        <c:v>124.88900709762888</c:v>
                      </c:pt>
                      <c:pt idx="127">
                        <c:v>198.58325125335108</c:v>
                      </c:pt>
                      <c:pt idx="128">
                        <c:v>248.60095857404667</c:v>
                      </c:pt>
                      <c:pt idx="129">
                        <c:v>272.72650726570447</c:v>
                      </c:pt>
                      <c:pt idx="130">
                        <c:v>301.67122222317784</c:v>
                      </c:pt>
                      <c:pt idx="131">
                        <c:v>338.27134289279775</c:v>
                      </c:pt>
                      <c:pt idx="132">
                        <c:v>374.35318198790884</c:v>
                      </c:pt>
                      <c:pt idx="133">
                        <c:v>430.8871819107178</c:v>
                      </c:pt>
                      <c:pt idx="134">
                        <c:v>449.46732886500888</c:v>
                      </c:pt>
                      <c:pt idx="135">
                        <c:v>432.24903343884449</c:v>
                      </c:pt>
                      <c:pt idx="136">
                        <c:v>381.76492386491554</c:v>
                      </c:pt>
                      <c:pt idx="137">
                        <c:v>399.15928724778223</c:v>
                      </c:pt>
                      <c:pt idx="138">
                        <c:v>434.46065603358443</c:v>
                      </c:pt>
                      <c:pt idx="139">
                        <c:v>487.00205709727106</c:v>
                      </c:pt>
                      <c:pt idx="140">
                        <c:v>498.84662955204442</c:v>
                      </c:pt>
                      <c:pt idx="141">
                        <c:v>595.05035777994885</c:v>
                      </c:pt>
                      <c:pt idx="142">
                        <c:v>587.02412009351781</c:v>
                      </c:pt>
                      <c:pt idx="143">
                        <c:v>490.78647745170889</c:v>
                      </c:pt>
                      <c:pt idx="144">
                        <c:v>356.91118789832223</c:v>
                      </c:pt>
                      <c:pt idx="145">
                        <c:v>222.19924813024221</c:v>
                      </c:pt>
                      <c:pt idx="146">
                        <c:v>136.22537986543554</c:v>
                      </c:pt>
                      <c:pt idx="147">
                        <c:v>80.370679460013335</c:v>
                      </c:pt>
                      <c:pt idx="148">
                        <c:v>58.759152144508889</c:v>
                      </c:pt>
                      <c:pt idx="149">
                        <c:v>62.100822623293332</c:v>
                      </c:pt>
                      <c:pt idx="150">
                        <c:v>126.95551394024</c:v>
                      </c:pt>
                      <c:pt idx="151">
                        <c:v>201.71467262792223</c:v>
                      </c:pt>
                      <c:pt idx="152">
                        <c:v>254.2886945517489</c:v>
                      </c:pt>
                      <c:pt idx="153">
                        <c:v>275.06507871807781</c:v>
                      </c:pt>
                      <c:pt idx="154">
                        <c:v>302.84152768244667</c:v>
                      </c:pt>
                      <c:pt idx="155">
                        <c:v>337.14797220707112</c:v>
                      </c:pt>
                      <c:pt idx="156">
                        <c:v>364.52049649669777</c:v>
                      </c:pt>
                      <c:pt idx="157">
                        <c:v>399.5247757084822</c:v>
                      </c:pt>
                      <c:pt idx="158">
                        <c:v>421.02807587604008</c:v>
                      </c:pt>
                      <c:pt idx="159">
                        <c:v>413.83086130830446</c:v>
                      </c:pt>
                      <c:pt idx="160">
                        <c:v>384.39329006002669</c:v>
                      </c:pt>
                      <c:pt idx="161">
                        <c:v>407.27288451397555</c:v>
                      </c:pt>
                      <c:pt idx="162">
                        <c:v>399.93933383215335</c:v>
                      </c:pt>
                      <c:pt idx="163">
                        <c:v>449.34172499773115</c:v>
                      </c:pt>
                      <c:pt idx="164">
                        <c:v>490.71023393892671</c:v>
                      </c:pt>
                      <c:pt idx="165">
                        <c:v>585.76473100949556</c:v>
                      </c:pt>
                      <c:pt idx="166">
                        <c:v>585.26721476181103</c:v>
                      </c:pt>
                      <c:pt idx="167">
                        <c:v>480.17587565053549</c:v>
                      </c:pt>
                      <c:pt idx="168">
                        <c:v>334.8429109351822</c:v>
                      </c:pt>
                      <c:pt idx="169">
                        <c:v>205.4669683863489</c:v>
                      </c:pt>
                      <c:pt idx="170">
                        <c:v>123.62019609355333</c:v>
                      </c:pt>
                      <c:pt idx="171">
                        <c:v>78.406289059444447</c:v>
                      </c:pt>
                      <c:pt idx="172">
                        <c:v>58.578992426384445</c:v>
                      </c:pt>
                      <c:pt idx="173">
                        <c:v>63.061866415155549</c:v>
                      </c:pt>
                      <c:pt idx="174">
                        <c:v>131.45193559822667</c:v>
                      </c:pt>
                      <c:pt idx="175">
                        <c:v>216.31264249470669</c:v>
                      </c:pt>
                      <c:pt idx="176">
                        <c:v>275.68046386616447</c:v>
                      </c:pt>
                      <c:pt idx="177">
                        <c:v>306.21138860969995</c:v>
                      </c:pt>
                      <c:pt idx="178">
                        <c:v>329.58617587405774</c:v>
                      </c:pt>
                      <c:pt idx="179">
                        <c:v>358.56185011459775</c:v>
                      </c:pt>
                      <c:pt idx="180">
                        <c:v>383.71222164504661</c:v>
                      </c:pt>
                      <c:pt idx="181">
                        <c:v>419.81473786451335</c:v>
                      </c:pt>
                      <c:pt idx="182">
                        <c:v>439.22699879131108</c:v>
                      </c:pt>
                      <c:pt idx="183">
                        <c:v>430.72197584763114</c:v>
                      </c:pt>
                      <c:pt idx="184">
                        <c:v>389.86381497185113</c:v>
                      </c:pt>
                      <c:pt idx="185">
                        <c:v>405.37500991314664</c:v>
                      </c:pt>
                      <c:pt idx="186">
                        <c:v>400.26721146314878</c:v>
                      </c:pt>
                      <c:pt idx="187">
                        <c:v>458.58995933921551</c:v>
                      </c:pt>
                      <c:pt idx="188">
                        <c:v>495.9979108966067</c:v>
                      </c:pt>
                      <c:pt idx="189">
                        <c:v>585.15196685375327</c:v>
                      </c:pt>
                      <c:pt idx="190">
                        <c:v>594.21213166074892</c:v>
                      </c:pt>
                      <c:pt idx="191">
                        <c:v>514.94639021914884</c:v>
                      </c:pt>
                      <c:pt idx="192">
                        <c:v>385.13940052191998</c:v>
                      </c:pt>
                      <c:pt idx="193">
                        <c:v>255.0738664781822</c:v>
                      </c:pt>
                      <c:pt idx="194">
                        <c:v>158.53099230638443</c:v>
                      </c:pt>
                      <c:pt idx="195">
                        <c:v>101.18392003032666</c:v>
                      </c:pt>
                      <c:pt idx="196">
                        <c:v>69.571143132357776</c:v>
                      </c:pt>
                      <c:pt idx="197">
                        <c:v>62.714022466404444</c:v>
                      </c:pt>
                      <c:pt idx="198">
                        <c:v>111.91711812620001</c:v>
                      </c:pt>
                      <c:pt idx="199">
                        <c:v>169.68661686152223</c:v>
                      </c:pt>
                      <c:pt idx="200">
                        <c:v>239.05703375170222</c:v>
                      </c:pt>
                      <c:pt idx="201">
                        <c:v>294.84360505104888</c:v>
                      </c:pt>
                      <c:pt idx="202">
                        <c:v>340.30643788362664</c:v>
                      </c:pt>
                      <c:pt idx="203">
                        <c:v>388.5560538755156</c:v>
                      </c:pt>
                      <c:pt idx="204">
                        <c:v>398.55460182113995</c:v>
                      </c:pt>
                      <c:pt idx="205">
                        <c:v>414.50222455012886</c:v>
                      </c:pt>
                      <c:pt idx="206">
                        <c:v>511.36462702194888</c:v>
                      </c:pt>
                      <c:pt idx="207">
                        <c:v>484.04488811644887</c:v>
                      </c:pt>
                      <c:pt idx="208">
                        <c:v>412.27545781873329</c:v>
                      </c:pt>
                      <c:pt idx="209">
                        <c:v>416.97713528250006</c:v>
                      </c:pt>
                      <c:pt idx="210">
                        <c:v>403.69730809725115</c:v>
                      </c:pt>
                      <c:pt idx="211">
                        <c:v>466.37934303111768</c:v>
                      </c:pt>
                      <c:pt idx="212">
                        <c:v>507.86872210976003</c:v>
                      </c:pt>
                      <c:pt idx="213">
                        <c:v>600.79115547644665</c:v>
                      </c:pt>
                      <c:pt idx="214">
                        <c:v>616.57662202317556</c:v>
                      </c:pt>
                      <c:pt idx="215">
                        <c:v>532.31553828074664</c:v>
                      </c:pt>
                      <c:pt idx="216">
                        <c:v>393.28335667009998</c:v>
                      </c:pt>
                      <c:pt idx="217">
                        <c:v>253.61661503353997</c:v>
                      </c:pt>
                      <c:pt idx="218">
                        <c:v>152.69249876624221</c:v>
                      </c:pt>
                      <c:pt idx="219">
                        <c:v>92.800006028066662</c:v>
                      </c:pt>
                      <c:pt idx="220">
                        <c:v>63.993553776868893</c:v>
                      </c:pt>
                      <c:pt idx="221">
                        <c:v>60.386274473397776</c:v>
                      </c:pt>
                      <c:pt idx="222">
                        <c:v>112.9045689111</c:v>
                      </c:pt>
                      <c:pt idx="223">
                        <c:v>175.94083205582223</c:v>
                      </c:pt>
                      <c:pt idx="224">
                        <c:v>241.09490634569553</c:v>
                      </c:pt>
                      <c:pt idx="225">
                        <c:v>285.91079639485997</c:v>
                      </c:pt>
                      <c:pt idx="226">
                        <c:v>319.24795542388216</c:v>
                      </c:pt>
                      <c:pt idx="227">
                        <c:v>357.63939783781774</c:v>
                      </c:pt>
                      <c:pt idx="228">
                        <c:v>379.34567217483334</c:v>
                      </c:pt>
                      <c:pt idx="229">
                        <c:v>433.71222699048883</c:v>
                      </c:pt>
                      <c:pt idx="230">
                        <c:v>468.67166666632886</c:v>
                      </c:pt>
                      <c:pt idx="231">
                        <c:v>452.72478614258443</c:v>
                      </c:pt>
                      <c:pt idx="232">
                        <c:v>396.7061858164289</c:v>
                      </c:pt>
                      <c:pt idx="233">
                        <c:v>410.17525532747999</c:v>
                      </c:pt>
                      <c:pt idx="234">
                        <c:v>403.06714243406225</c:v>
                      </c:pt>
                      <c:pt idx="235">
                        <c:v>454.95005291449996</c:v>
                      </c:pt>
                      <c:pt idx="236">
                        <c:v>505.36338833437998</c:v>
                      </c:pt>
                      <c:pt idx="237">
                        <c:v>603.2590154386022</c:v>
                      </c:pt>
                      <c:pt idx="238">
                        <c:v>585.3570011627022</c:v>
                      </c:pt>
                      <c:pt idx="239">
                        <c:v>483.29452584327112</c:v>
                      </c:pt>
                      <c:pt idx="240">
                        <c:v>334.83381398658219</c:v>
                      </c:pt>
                      <c:pt idx="241">
                        <c:v>207.6713919619778</c:v>
                      </c:pt>
                      <c:pt idx="242">
                        <c:v>122.1261634297622</c:v>
                      </c:pt>
                      <c:pt idx="243">
                        <c:v>76.521422429388892</c:v>
                      </c:pt>
                      <c:pt idx="244">
                        <c:v>56.649118720113336</c:v>
                      </c:pt>
                      <c:pt idx="245">
                        <c:v>58.915775057926666</c:v>
                      </c:pt>
                      <c:pt idx="246">
                        <c:v>122.72896226242668</c:v>
                      </c:pt>
                      <c:pt idx="247">
                        <c:v>195.91688496123112</c:v>
                      </c:pt>
                      <c:pt idx="248">
                        <c:v>244.37782598384666</c:v>
                      </c:pt>
                      <c:pt idx="249">
                        <c:v>265.4695664352422</c:v>
                      </c:pt>
                      <c:pt idx="250">
                        <c:v>295.38202390225115</c:v>
                      </c:pt>
                      <c:pt idx="251">
                        <c:v>335.27512513457555</c:v>
                      </c:pt>
                      <c:pt idx="252">
                        <c:v>362.51001930941334</c:v>
                      </c:pt>
                      <c:pt idx="253">
                        <c:v>400.88034950722658</c:v>
                      </c:pt>
                      <c:pt idx="254">
                        <c:v>422.21391801478671</c:v>
                      </c:pt>
                      <c:pt idx="255">
                        <c:v>415.14640703399556</c:v>
                      </c:pt>
                      <c:pt idx="256">
                        <c:v>389.12484227065107</c:v>
                      </c:pt>
                      <c:pt idx="257">
                        <c:v>421.41375039631333</c:v>
                      </c:pt>
                      <c:pt idx="258">
                        <c:v>407.85811509880222</c:v>
                      </c:pt>
                      <c:pt idx="259">
                        <c:v>456.0794447535244</c:v>
                      </c:pt>
                      <c:pt idx="260">
                        <c:v>500.46433362028222</c:v>
                      </c:pt>
                      <c:pt idx="261">
                        <c:v>590.1709834723622</c:v>
                      </c:pt>
                      <c:pt idx="262">
                        <c:v>579.1162115186155</c:v>
                      </c:pt>
                      <c:pt idx="263">
                        <c:v>467.11132588860443</c:v>
                      </c:pt>
                      <c:pt idx="264">
                        <c:v>317.33195189524889</c:v>
                      </c:pt>
                      <c:pt idx="265">
                        <c:v>191.21165091893999</c:v>
                      </c:pt>
                      <c:pt idx="266">
                        <c:v>112.23887680211334</c:v>
                      </c:pt>
                      <c:pt idx="267">
                        <c:v>72.116290636266655</c:v>
                      </c:pt>
                      <c:pt idx="268">
                        <c:v>54.888812951624445</c:v>
                      </c:pt>
                      <c:pt idx="269">
                        <c:v>58.282872307813328</c:v>
                      </c:pt>
                      <c:pt idx="270">
                        <c:v>123.97931439441111</c:v>
                      </c:pt>
                      <c:pt idx="271">
                        <c:v>202.00104869060664</c:v>
                      </c:pt>
                      <c:pt idx="272">
                        <c:v>249.30516149756886</c:v>
                      </c:pt>
                      <c:pt idx="273">
                        <c:v>270.14065879649775</c:v>
                      </c:pt>
                      <c:pt idx="274">
                        <c:v>298.70352387426885</c:v>
                      </c:pt>
                      <c:pt idx="275">
                        <c:v>338.37958567314223</c:v>
                      </c:pt>
                      <c:pt idx="276">
                        <c:v>363.66578941482885</c:v>
                      </c:pt>
                      <c:pt idx="277">
                        <c:v>400.01791017525335</c:v>
                      </c:pt>
                      <c:pt idx="278">
                        <c:v>419.03642443711999</c:v>
                      </c:pt>
                      <c:pt idx="279">
                        <c:v>412.1591494382667</c:v>
                      </c:pt>
                      <c:pt idx="280">
                        <c:v>385.44373726757556</c:v>
                      </c:pt>
                      <c:pt idx="281">
                        <c:v>409.22368525588445</c:v>
                      </c:pt>
                      <c:pt idx="282">
                        <c:v>396.67309641646443</c:v>
                      </c:pt>
                      <c:pt idx="283">
                        <c:v>455.63127750115115</c:v>
                      </c:pt>
                      <c:pt idx="284">
                        <c:v>506.30905810870667</c:v>
                      </c:pt>
                      <c:pt idx="285">
                        <c:v>602.30969956428885</c:v>
                      </c:pt>
                      <c:pt idx="286">
                        <c:v>587.42335665524229</c:v>
                      </c:pt>
                      <c:pt idx="287">
                        <c:v>472.01788371170448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1811-4E19-A7E4-C6BFDC696F50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'Ericsson 01-10 12-10-2026'!$E$1</c15:sqref>
                        </c15:formulaRef>
                      </c:ext>
                    </c:extLst>
                    <c:strCache>
                      <c:ptCount val="1"/>
                      <c:pt idx="0">
                        <c:v>UL Throughput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3"/>
                    <c:dLblPos val="t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04-1811-4E19-A7E4-C6BFDC696F50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'Ericsson 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'Ericsson 01-10 12-10-2026'!$E$2:$E$289</c15:sqref>
                        </c15:formulaRef>
                      </c:ext>
                    </c:extLst>
                    <c:numCache>
                      <c:formatCode>0.00</c:formatCode>
                      <c:ptCount val="288"/>
                      <c:pt idx="0">
                        <c:v>31.25734844969778</c:v>
                      </c:pt>
                      <c:pt idx="1">
                        <c:v>19.288966693166667</c:v>
                      </c:pt>
                      <c:pt idx="2">
                        <c:v>11.518872722177775</c:v>
                      </c:pt>
                      <c:pt idx="3">
                        <c:v>7.3387096649133339</c:v>
                      </c:pt>
                      <c:pt idx="4">
                        <c:v>5.4726741655111102</c:v>
                      </c:pt>
                      <c:pt idx="5">
                        <c:v>6.0676713107244451</c:v>
                      </c:pt>
                      <c:pt idx="6">
                        <c:v>10.830974106897777</c:v>
                      </c:pt>
                      <c:pt idx="7">
                        <c:v>17.60820606341111</c:v>
                      </c:pt>
                      <c:pt idx="8">
                        <c:v>22.750290412348889</c:v>
                      </c:pt>
                      <c:pt idx="9">
                        <c:v>26.654021453224445</c:v>
                      </c:pt>
                      <c:pt idx="10">
                        <c:v>31.039531395717777</c:v>
                      </c:pt>
                      <c:pt idx="11">
                        <c:v>35.087452289775555</c:v>
                      </c:pt>
                      <c:pt idx="12">
                        <c:v>37.134681183299996</c:v>
                      </c:pt>
                      <c:pt idx="13">
                        <c:v>39.084606017393334</c:v>
                      </c:pt>
                      <c:pt idx="14">
                        <c:v>39.650699833655551</c:v>
                      </c:pt>
                      <c:pt idx="15">
                        <c:v>38.437387757593335</c:v>
                      </c:pt>
                      <c:pt idx="16">
                        <c:v>36.243030245344443</c:v>
                      </c:pt>
                      <c:pt idx="17">
                        <c:v>39.985204001984435</c:v>
                      </c:pt>
                      <c:pt idx="18">
                        <c:v>41.856418766335558</c:v>
                      </c:pt>
                      <c:pt idx="19">
                        <c:v>45.301306769537774</c:v>
                      </c:pt>
                      <c:pt idx="20">
                        <c:v>48.856533879515553</c:v>
                      </c:pt>
                      <c:pt idx="21">
                        <c:v>56.791507803751117</c:v>
                      </c:pt>
                      <c:pt idx="22">
                        <c:v>56.815747118853331</c:v>
                      </c:pt>
                      <c:pt idx="23">
                        <c:v>48.055775694566663</c:v>
                      </c:pt>
                      <c:pt idx="24">
                        <c:v>35.267317335542224</c:v>
                      </c:pt>
                      <c:pt idx="25">
                        <c:v>22.781760922362224</c:v>
                      </c:pt>
                      <c:pt idx="26">
                        <c:v>13.542645948315554</c:v>
                      </c:pt>
                      <c:pt idx="27">
                        <c:v>8.8598375300733334</c:v>
                      </c:pt>
                      <c:pt idx="28">
                        <c:v>6.2156590087533337</c:v>
                      </c:pt>
                      <c:pt idx="29">
                        <c:v>5.9600145412244441</c:v>
                      </c:pt>
                      <c:pt idx="30">
                        <c:v>8.9334543535022224</c:v>
                      </c:pt>
                      <c:pt idx="31">
                        <c:v>12.459463132704444</c:v>
                      </c:pt>
                      <c:pt idx="32">
                        <c:v>18.069962815424443</c:v>
                      </c:pt>
                      <c:pt idx="33">
                        <c:v>23.929946104448891</c:v>
                      </c:pt>
                      <c:pt idx="34">
                        <c:v>29.828629861286664</c:v>
                      </c:pt>
                      <c:pt idx="35">
                        <c:v>34.754561098173333</c:v>
                      </c:pt>
                      <c:pt idx="36">
                        <c:v>35.222948322966666</c:v>
                      </c:pt>
                      <c:pt idx="37">
                        <c:v>35.30551366604444</c:v>
                      </c:pt>
                      <c:pt idx="38">
                        <c:v>43.535976623444448</c:v>
                      </c:pt>
                      <c:pt idx="39">
                        <c:v>41.80971273703333</c:v>
                      </c:pt>
                      <c:pt idx="40">
                        <c:v>37.357611262728888</c:v>
                      </c:pt>
                      <c:pt idx="41">
                        <c:v>40.899405204562228</c:v>
                      </c:pt>
                      <c:pt idx="42">
                        <c:v>43.049730988919997</c:v>
                      </c:pt>
                      <c:pt idx="43">
                        <c:v>46.532807352206667</c:v>
                      </c:pt>
                      <c:pt idx="44">
                        <c:v>49.338061881191109</c:v>
                      </c:pt>
                      <c:pt idx="45">
                        <c:v>57.631991731251112</c:v>
                      </c:pt>
                      <c:pt idx="46">
                        <c:v>58.318703521797772</c:v>
                      </c:pt>
                      <c:pt idx="47">
                        <c:v>49.80425121481111</c:v>
                      </c:pt>
                      <c:pt idx="48">
                        <c:v>36.423579979995559</c:v>
                      </c:pt>
                      <c:pt idx="49">
                        <c:v>23.588322319171105</c:v>
                      </c:pt>
                      <c:pt idx="50">
                        <c:v>14.257087419137777</c:v>
                      </c:pt>
                      <c:pt idx="51">
                        <c:v>8.822358380422223</c:v>
                      </c:pt>
                      <c:pt idx="52">
                        <c:v>6.1147856511200001</c:v>
                      </c:pt>
                      <c:pt idx="53">
                        <c:v>5.8722623696511107</c:v>
                      </c:pt>
                      <c:pt idx="54">
                        <c:v>9.2716030771511111</c:v>
                      </c:pt>
                      <c:pt idx="55">
                        <c:v>13.815082083611109</c:v>
                      </c:pt>
                      <c:pt idx="56">
                        <c:v>19.796389199924445</c:v>
                      </c:pt>
                      <c:pt idx="57">
                        <c:v>25.670493970333332</c:v>
                      </c:pt>
                      <c:pt idx="58">
                        <c:v>31.037080642786666</c:v>
                      </c:pt>
                      <c:pt idx="59">
                        <c:v>35.751260794682224</c:v>
                      </c:pt>
                      <c:pt idx="60">
                        <c:v>37.641569654044446</c:v>
                      </c:pt>
                      <c:pt idx="61">
                        <c:v>40.729065939271109</c:v>
                      </c:pt>
                      <c:pt idx="62">
                        <c:v>42.635757292562218</c:v>
                      </c:pt>
                      <c:pt idx="63">
                        <c:v>41.130937367177779</c:v>
                      </c:pt>
                      <c:pt idx="64">
                        <c:v>37.672007941548891</c:v>
                      </c:pt>
                      <c:pt idx="65">
                        <c:v>40.941238166522218</c:v>
                      </c:pt>
                      <c:pt idx="66">
                        <c:v>42.653644653520004</c:v>
                      </c:pt>
                      <c:pt idx="67">
                        <c:v>45.896652391131106</c:v>
                      </c:pt>
                      <c:pt idx="68">
                        <c:v>48.8010355467</c:v>
                      </c:pt>
                      <c:pt idx="69">
                        <c:v>56.835673325491115</c:v>
                      </c:pt>
                      <c:pt idx="70">
                        <c:v>56.169917626848886</c:v>
                      </c:pt>
                      <c:pt idx="71">
                        <c:v>45.41680023140222</c:v>
                      </c:pt>
                      <c:pt idx="72">
                        <c:v>30.941205810784442</c:v>
                      </c:pt>
                      <c:pt idx="73">
                        <c:v>19.047310207086667</c:v>
                      </c:pt>
                      <c:pt idx="74">
                        <c:v>11.312961642862222</c:v>
                      </c:pt>
                      <c:pt idx="75">
                        <c:v>7.2979856802866658</c:v>
                      </c:pt>
                      <c:pt idx="76">
                        <c:v>5.4138095984244448</c:v>
                      </c:pt>
                      <c:pt idx="77">
                        <c:v>5.8876460308577778</c:v>
                      </c:pt>
                      <c:pt idx="78">
                        <c:v>10.636701591797777</c:v>
                      </c:pt>
                      <c:pt idx="79">
                        <c:v>17.426734403497775</c:v>
                      </c:pt>
                      <c:pt idx="80">
                        <c:v>23.046396624600003</c:v>
                      </c:pt>
                      <c:pt idx="81">
                        <c:v>27.141815833679999</c:v>
                      </c:pt>
                      <c:pt idx="82">
                        <c:v>31.425033591273333</c:v>
                      </c:pt>
                      <c:pt idx="83">
                        <c:v>35.288321962991112</c:v>
                      </c:pt>
                      <c:pt idx="84">
                        <c:v>37.291873333715557</c:v>
                      </c:pt>
                      <c:pt idx="85">
                        <c:v>38.635328655573332</c:v>
                      </c:pt>
                      <c:pt idx="86">
                        <c:v>38.776867699606662</c:v>
                      </c:pt>
                      <c:pt idx="87">
                        <c:v>37.690342119379999</c:v>
                      </c:pt>
                      <c:pt idx="88">
                        <c:v>36.198096656113336</c:v>
                      </c:pt>
                      <c:pt idx="89">
                        <c:v>40.649968483355551</c:v>
                      </c:pt>
                      <c:pt idx="90">
                        <c:v>42.365256842311112</c:v>
                      </c:pt>
                      <c:pt idx="91">
                        <c:v>46.222308429900004</c:v>
                      </c:pt>
                      <c:pt idx="92">
                        <c:v>49.576783917513332</c:v>
                      </c:pt>
                      <c:pt idx="93">
                        <c:v>57.438463190857789</c:v>
                      </c:pt>
                      <c:pt idx="94">
                        <c:v>55.857418333095559</c:v>
                      </c:pt>
                      <c:pt idx="95">
                        <c:v>44.100924793786668</c:v>
                      </c:pt>
                      <c:pt idx="96">
                        <c:v>29.597775640466665</c:v>
                      </c:pt>
                      <c:pt idx="97">
                        <c:v>18.04415760515111</c:v>
                      </c:pt>
                      <c:pt idx="98">
                        <c:v>10.750906231591111</c:v>
                      </c:pt>
                      <c:pt idx="99">
                        <c:v>6.935876683828889</c:v>
                      </c:pt>
                      <c:pt idx="100">
                        <c:v>5.1982994424466664</c:v>
                      </c:pt>
                      <c:pt idx="101">
                        <c:v>5.7942245796066665</c:v>
                      </c:pt>
                      <c:pt idx="102">
                        <c:v>10.841501845522222</c:v>
                      </c:pt>
                      <c:pt idx="103">
                        <c:v>17.798403215695554</c:v>
                      </c:pt>
                      <c:pt idx="104">
                        <c:v>23.066887855673336</c:v>
                      </c:pt>
                      <c:pt idx="105">
                        <c:v>27.188364944244441</c:v>
                      </c:pt>
                      <c:pt idx="106">
                        <c:v>31.422703804411107</c:v>
                      </c:pt>
                      <c:pt idx="107">
                        <c:v>35.381305125339999</c:v>
                      </c:pt>
                      <c:pt idx="108">
                        <c:v>37.375747870344448</c:v>
                      </c:pt>
                      <c:pt idx="109">
                        <c:v>38.986768222973332</c:v>
                      </c:pt>
                      <c:pt idx="110">
                        <c:v>39.087458776566663</c:v>
                      </c:pt>
                      <c:pt idx="111">
                        <c:v>37.850448071899997</c:v>
                      </c:pt>
                      <c:pt idx="112">
                        <c:v>36.623435096004442</c:v>
                      </c:pt>
                      <c:pt idx="113">
                        <c:v>40.810857668284442</c:v>
                      </c:pt>
                      <c:pt idx="114">
                        <c:v>42.274576163406664</c:v>
                      </c:pt>
                      <c:pt idx="115">
                        <c:v>46.419799301346664</c:v>
                      </c:pt>
                      <c:pt idx="116">
                        <c:v>49.441482092691118</c:v>
                      </c:pt>
                      <c:pt idx="117">
                        <c:v>57.878549413833341</c:v>
                      </c:pt>
                      <c:pt idx="118">
                        <c:v>56.046945336731106</c:v>
                      </c:pt>
                      <c:pt idx="119">
                        <c:v>44.32500756469333</c:v>
                      </c:pt>
                      <c:pt idx="120">
                        <c:v>29.558047649095556</c:v>
                      </c:pt>
                      <c:pt idx="121">
                        <c:v>17.975315161271109</c:v>
                      </c:pt>
                      <c:pt idx="122">
                        <c:v>10.655344722177777</c:v>
                      </c:pt>
                      <c:pt idx="123">
                        <c:v>6.8917009493711117</c:v>
                      </c:pt>
                      <c:pt idx="124">
                        <c:v>5.2404019504955555</c:v>
                      </c:pt>
                      <c:pt idx="125">
                        <c:v>5.9268844276088881</c:v>
                      </c:pt>
                      <c:pt idx="126">
                        <c:v>11.009438900097777</c:v>
                      </c:pt>
                      <c:pt idx="127">
                        <c:v>18.058043084786668</c:v>
                      </c:pt>
                      <c:pt idx="128">
                        <c:v>23.478866486815555</c:v>
                      </c:pt>
                      <c:pt idx="129">
                        <c:v>27.350655118844443</c:v>
                      </c:pt>
                      <c:pt idx="130">
                        <c:v>31.797720172524446</c:v>
                      </c:pt>
                      <c:pt idx="131">
                        <c:v>35.502840078626669</c:v>
                      </c:pt>
                      <c:pt idx="132">
                        <c:v>37.750283016179999</c:v>
                      </c:pt>
                      <c:pt idx="133">
                        <c:v>41.065465404751109</c:v>
                      </c:pt>
                      <c:pt idx="134">
                        <c:v>41.295771467628889</c:v>
                      </c:pt>
                      <c:pt idx="135">
                        <c:v>39.36758165319555</c:v>
                      </c:pt>
                      <c:pt idx="136">
                        <c:v>37.070951547859998</c:v>
                      </c:pt>
                      <c:pt idx="137">
                        <c:v>41.29071339475334</c:v>
                      </c:pt>
                      <c:pt idx="138">
                        <c:v>43.440395803553329</c:v>
                      </c:pt>
                      <c:pt idx="139">
                        <c:v>47.684414217964452</c:v>
                      </c:pt>
                      <c:pt idx="140">
                        <c:v>50.725725822719994</c:v>
                      </c:pt>
                      <c:pt idx="141">
                        <c:v>58.654175188253333</c:v>
                      </c:pt>
                      <c:pt idx="142">
                        <c:v>56.418087362111116</c:v>
                      </c:pt>
                      <c:pt idx="143">
                        <c:v>44.447742042062224</c:v>
                      </c:pt>
                      <c:pt idx="144">
                        <c:v>29.990661294257773</c:v>
                      </c:pt>
                      <c:pt idx="145">
                        <c:v>18.080554390995555</c:v>
                      </c:pt>
                      <c:pt idx="146">
                        <c:v>10.907806693926666</c:v>
                      </c:pt>
                      <c:pt idx="147">
                        <c:v>6.9792455136644431</c:v>
                      </c:pt>
                      <c:pt idx="148">
                        <c:v>5.3758170238577776</c:v>
                      </c:pt>
                      <c:pt idx="149">
                        <c:v>5.9054994193888897</c:v>
                      </c:pt>
                      <c:pt idx="150">
                        <c:v>11.041923859913332</c:v>
                      </c:pt>
                      <c:pt idx="151">
                        <c:v>18.109883956579999</c:v>
                      </c:pt>
                      <c:pt idx="152">
                        <c:v>23.500424684137776</c:v>
                      </c:pt>
                      <c:pt idx="153">
                        <c:v>27.470406434806669</c:v>
                      </c:pt>
                      <c:pt idx="154">
                        <c:v>31.810489259980002</c:v>
                      </c:pt>
                      <c:pt idx="155">
                        <c:v>35.241788319406666</c:v>
                      </c:pt>
                      <c:pt idx="156">
                        <c:v>37.104445233468887</c:v>
                      </c:pt>
                      <c:pt idx="157">
                        <c:v>38.856675688348886</c:v>
                      </c:pt>
                      <c:pt idx="158">
                        <c:v>39.270352885148888</c:v>
                      </c:pt>
                      <c:pt idx="159">
                        <c:v>38.355019239139999</c:v>
                      </c:pt>
                      <c:pt idx="160">
                        <c:v>37.174351917359999</c:v>
                      </c:pt>
                      <c:pt idx="161">
                        <c:v>41.958541443555561</c:v>
                      </c:pt>
                      <c:pt idx="162">
                        <c:v>43.399789873615553</c:v>
                      </c:pt>
                      <c:pt idx="163">
                        <c:v>47.649226647315558</c:v>
                      </c:pt>
                      <c:pt idx="164">
                        <c:v>50.86178732031555</c:v>
                      </c:pt>
                      <c:pt idx="165">
                        <c:v>58.425312305857773</c:v>
                      </c:pt>
                      <c:pt idx="166">
                        <c:v>55.844803419422227</c:v>
                      </c:pt>
                      <c:pt idx="167">
                        <c:v>43.486448122848884</c:v>
                      </c:pt>
                      <c:pt idx="168">
                        <c:v>29.033634516531116</c:v>
                      </c:pt>
                      <c:pt idx="169">
                        <c:v>17.536314829508889</c:v>
                      </c:pt>
                      <c:pt idx="170">
                        <c:v>10.583273324244445</c:v>
                      </c:pt>
                      <c:pt idx="171">
                        <c:v>6.9330663045266663</c:v>
                      </c:pt>
                      <c:pt idx="172">
                        <c:v>5.2963850942111117</c:v>
                      </c:pt>
                      <c:pt idx="173">
                        <c:v>5.8271228108355544</c:v>
                      </c:pt>
                      <c:pt idx="174">
                        <c:v>11.112449098142223</c:v>
                      </c:pt>
                      <c:pt idx="175">
                        <c:v>18.808213649924443</c:v>
                      </c:pt>
                      <c:pt idx="176">
                        <c:v>25.015901404426664</c:v>
                      </c:pt>
                      <c:pt idx="177">
                        <c:v>28.710022151808893</c:v>
                      </c:pt>
                      <c:pt idx="178">
                        <c:v>32.359337572388888</c:v>
                      </c:pt>
                      <c:pt idx="179">
                        <c:v>35.699238677082221</c:v>
                      </c:pt>
                      <c:pt idx="180">
                        <c:v>37.507125181275555</c:v>
                      </c:pt>
                      <c:pt idx="181">
                        <c:v>39.359969802566667</c:v>
                      </c:pt>
                      <c:pt idx="182">
                        <c:v>39.654555136375556</c:v>
                      </c:pt>
                      <c:pt idx="183">
                        <c:v>38.541977455106668</c:v>
                      </c:pt>
                      <c:pt idx="184">
                        <c:v>36.953654466777778</c:v>
                      </c:pt>
                      <c:pt idx="185">
                        <c:v>41.168557705353336</c:v>
                      </c:pt>
                      <c:pt idx="186">
                        <c:v>42.42507167563555</c:v>
                      </c:pt>
                      <c:pt idx="187">
                        <c:v>47.611764979388887</c:v>
                      </c:pt>
                      <c:pt idx="188">
                        <c:v>50.59725671637333</c:v>
                      </c:pt>
                      <c:pt idx="189">
                        <c:v>58.139511644126671</c:v>
                      </c:pt>
                      <c:pt idx="190">
                        <c:v>57.145081309922226</c:v>
                      </c:pt>
                      <c:pt idx="191">
                        <c:v>47.137176805888892</c:v>
                      </c:pt>
                      <c:pt idx="192">
                        <c:v>33.741203196344443</c:v>
                      </c:pt>
                      <c:pt idx="193">
                        <c:v>21.706633765435555</c:v>
                      </c:pt>
                      <c:pt idx="194">
                        <c:v>13.584370777075554</c:v>
                      </c:pt>
                      <c:pt idx="195">
                        <c:v>8.7333468116777784</c:v>
                      </c:pt>
                      <c:pt idx="196">
                        <c:v>6.2347172690422221</c:v>
                      </c:pt>
                      <c:pt idx="197">
                        <c:v>5.8796900653555566</c:v>
                      </c:pt>
                      <c:pt idx="198">
                        <c:v>9.0159307225177763</c:v>
                      </c:pt>
                      <c:pt idx="199">
                        <c:v>12.975981890322224</c:v>
                      </c:pt>
                      <c:pt idx="200">
                        <c:v>18.634236199688889</c:v>
                      </c:pt>
                      <c:pt idx="201">
                        <c:v>24.692029913571112</c:v>
                      </c:pt>
                      <c:pt idx="202">
                        <c:v>30.547200681175553</c:v>
                      </c:pt>
                      <c:pt idx="203">
                        <c:v>35.592606041582222</c:v>
                      </c:pt>
                      <c:pt idx="204">
                        <c:v>35.608654558926666</c:v>
                      </c:pt>
                      <c:pt idx="205">
                        <c:v>35.990431022742222</c:v>
                      </c:pt>
                      <c:pt idx="206">
                        <c:v>44.323775592182216</c:v>
                      </c:pt>
                      <c:pt idx="207">
                        <c:v>42.081797418899995</c:v>
                      </c:pt>
                      <c:pt idx="208">
                        <c:v>38.063782412240002</c:v>
                      </c:pt>
                      <c:pt idx="209">
                        <c:v>42.20844386293777</c:v>
                      </c:pt>
                      <c:pt idx="210">
                        <c:v>43.507819060151114</c:v>
                      </c:pt>
                      <c:pt idx="211">
                        <c:v>48.388839706424449</c:v>
                      </c:pt>
                      <c:pt idx="212">
                        <c:v>51.393446827979993</c:v>
                      </c:pt>
                      <c:pt idx="213">
                        <c:v>59.414040316215548</c:v>
                      </c:pt>
                      <c:pt idx="214">
                        <c:v>59.15509648089332</c:v>
                      </c:pt>
                      <c:pt idx="215">
                        <c:v>48.653031318977774</c:v>
                      </c:pt>
                      <c:pt idx="216">
                        <c:v>34.212848276828886</c:v>
                      </c:pt>
                      <c:pt idx="217">
                        <c:v>21.639072705626667</c:v>
                      </c:pt>
                      <c:pt idx="218">
                        <c:v>13.002012897393332</c:v>
                      </c:pt>
                      <c:pt idx="219">
                        <c:v>8.0467957244777786</c:v>
                      </c:pt>
                      <c:pt idx="220">
                        <c:v>5.7131035831311108</c:v>
                      </c:pt>
                      <c:pt idx="221">
                        <c:v>5.6712440859866664</c:v>
                      </c:pt>
                      <c:pt idx="222">
                        <c:v>9.351994198731111</c:v>
                      </c:pt>
                      <c:pt idx="223">
                        <c:v>14.265255479615556</c:v>
                      </c:pt>
                      <c:pt idx="224">
                        <c:v>20.269583059966664</c:v>
                      </c:pt>
                      <c:pt idx="225">
                        <c:v>26.253006223664446</c:v>
                      </c:pt>
                      <c:pt idx="226">
                        <c:v>31.570072310555553</c:v>
                      </c:pt>
                      <c:pt idx="227">
                        <c:v>36.107288239353331</c:v>
                      </c:pt>
                      <c:pt idx="228">
                        <c:v>37.724863353371106</c:v>
                      </c:pt>
                      <c:pt idx="229">
                        <c:v>41.047276649551108</c:v>
                      </c:pt>
                      <c:pt idx="230">
                        <c:v>42.983230462566667</c:v>
                      </c:pt>
                      <c:pt idx="231">
                        <c:v>41.17045676624889</c:v>
                      </c:pt>
                      <c:pt idx="232">
                        <c:v>38.220232130453333</c:v>
                      </c:pt>
                      <c:pt idx="233">
                        <c:v>42.000340954357775</c:v>
                      </c:pt>
                      <c:pt idx="234">
                        <c:v>42.82454765024</c:v>
                      </c:pt>
                      <c:pt idx="235">
                        <c:v>47.470269445648881</c:v>
                      </c:pt>
                      <c:pt idx="236">
                        <c:v>50.987775302288888</c:v>
                      </c:pt>
                      <c:pt idx="237">
                        <c:v>58.90677692594889</c:v>
                      </c:pt>
                      <c:pt idx="238">
                        <c:v>55.924791622755549</c:v>
                      </c:pt>
                      <c:pt idx="239">
                        <c:v>43.818548505586662</c:v>
                      </c:pt>
                      <c:pt idx="240">
                        <c:v>28.937556512735554</c:v>
                      </c:pt>
                      <c:pt idx="241">
                        <c:v>17.524005097117779</c:v>
                      </c:pt>
                      <c:pt idx="242">
                        <c:v>10.334713699426667</c:v>
                      </c:pt>
                      <c:pt idx="243">
                        <c:v>6.6681780198288898</c:v>
                      </c:pt>
                      <c:pt idx="244">
                        <c:v>5.1681970846777778</c:v>
                      </c:pt>
                      <c:pt idx="245">
                        <c:v>5.7423186787533327</c:v>
                      </c:pt>
                      <c:pt idx="246">
                        <c:v>10.746870188795555</c:v>
                      </c:pt>
                      <c:pt idx="247">
                        <c:v>17.819936403046665</c:v>
                      </c:pt>
                      <c:pt idx="248">
                        <c:v>23.149131796820001</c:v>
                      </c:pt>
                      <c:pt idx="249">
                        <c:v>27.09638254942222</c:v>
                      </c:pt>
                      <c:pt idx="250">
                        <c:v>31.701309143068887</c:v>
                      </c:pt>
                      <c:pt idx="251">
                        <c:v>35.974609180304448</c:v>
                      </c:pt>
                      <c:pt idx="252">
                        <c:v>37.717635366719996</c:v>
                      </c:pt>
                      <c:pt idx="253">
                        <c:v>39.504912007342227</c:v>
                      </c:pt>
                      <c:pt idx="254">
                        <c:v>39.753159612524449</c:v>
                      </c:pt>
                      <c:pt idx="255">
                        <c:v>38.516555626740001</c:v>
                      </c:pt>
                      <c:pt idx="256">
                        <c:v>37.508275281011116</c:v>
                      </c:pt>
                      <c:pt idx="257">
                        <c:v>42.54299153223333</c:v>
                      </c:pt>
                      <c:pt idx="258">
                        <c:v>43.996824680693329</c:v>
                      </c:pt>
                      <c:pt idx="259">
                        <c:v>48.691409984160003</c:v>
                      </c:pt>
                      <c:pt idx="260">
                        <c:v>51.878050237919993</c:v>
                      </c:pt>
                      <c:pt idx="261">
                        <c:v>59.303508167399997</c:v>
                      </c:pt>
                      <c:pt idx="262">
                        <c:v>55.100061322051104</c:v>
                      </c:pt>
                      <c:pt idx="263">
                        <c:v>41.986323801913329</c:v>
                      </c:pt>
                      <c:pt idx="264">
                        <c:v>27.359225697642223</c:v>
                      </c:pt>
                      <c:pt idx="265">
                        <c:v>16.297453727713332</c:v>
                      </c:pt>
                      <c:pt idx="266">
                        <c:v>9.6617786270155559</c:v>
                      </c:pt>
                      <c:pt idx="267">
                        <c:v>6.5537582136822223</c:v>
                      </c:pt>
                      <c:pt idx="268">
                        <c:v>5.0544083570111109</c:v>
                      </c:pt>
                      <c:pt idx="269">
                        <c:v>5.7101584436311112</c:v>
                      </c:pt>
                      <c:pt idx="270">
                        <c:v>10.986240453157777</c:v>
                      </c:pt>
                      <c:pt idx="271">
                        <c:v>18.25097301074889</c:v>
                      </c:pt>
                      <c:pt idx="272">
                        <c:v>23.528915943879998</c:v>
                      </c:pt>
                      <c:pt idx="273">
                        <c:v>27.575290884471112</c:v>
                      </c:pt>
                      <c:pt idx="274">
                        <c:v>31.64557990581778</c:v>
                      </c:pt>
                      <c:pt idx="275">
                        <c:v>35.625146022733333</c:v>
                      </c:pt>
                      <c:pt idx="276">
                        <c:v>37.548953850762217</c:v>
                      </c:pt>
                      <c:pt idx="277">
                        <c:v>39.151642111368886</c:v>
                      </c:pt>
                      <c:pt idx="278">
                        <c:v>39.200703988004442</c:v>
                      </c:pt>
                      <c:pt idx="279">
                        <c:v>38.161757482020001</c:v>
                      </c:pt>
                      <c:pt idx="280">
                        <c:v>37.675130009537774</c:v>
                      </c:pt>
                      <c:pt idx="281">
                        <c:v>42.333602504606667</c:v>
                      </c:pt>
                      <c:pt idx="282">
                        <c:v>43.261304981353334</c:v>
                      </c:pt>
                      <c:pt idx="283">
                        <c:v>48.251904270644445</c:v>
                      </c:pt>
                      <c:pt idx="284">
                        <c:v>52.29680493542444</c:v>
                      </c:pt>
                      <c:pt idx="285">
                        <c:v>59.58259466423555</c:v>
                      </c:pt>
                      <c:pt idx="286">
                        <c:v>55.218841722682214</c:v>
                      </c:pt>
                      <c:pt idx="287">
                        <c:v>41.890018654624441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1811-4E19-A7E4-C6BFDC696F50}"/>
                  </c:ext>
                </c:extLst>
              </c15:ser>
            </c15:filteredLineSeries>
          </c:ext>
        </c:extLst>
      </c:lineChart>
      <c:catAx>
        <c:axId val="509562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09564768"/>
        <c:crosses val="autoZero"/>
        <c:auto val="1"/>
        <c:lblAlgn val="ctr"/>
        <c:lblOffset val="100"/>
        <c:noMultiLvlLbl val="0"/>
      </c:catAx>
      <c:valAx>
        <c:axId val="5095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509562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1800">
                <a:solidFill>
                  <a:schemeClr val="accent1"/>
                </a:solidFill>
              </a:rPr>
              <a:t>Traffic Per Vendor</a:t>
            </a:r>
            <a:r>
              <a:rPr lang="fr-FR" sz="1800" baseline="0">
                <a:solidFill>
                  <a:schemeClr val="accent1"/>
                </a:solidFill>
              </a:rPr>
              <a:t>(TB)</a:t>
            </a:r>
            <a:endParaRPr lang="fr-FR" sz="180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5.5714726873455946E-2"/>
          <c:y val="0.1431334825277995"/>
          <c:w val="0.91337286881995894"/>
          <c:h val="0.48152322898027744"/>
        </c:manualLayout>
      </c:layout>
      <c:lineChart>
        <c:grouping val="standard"/>
        <c:varyColors val="0"/>
        <c:ser>
          <c:idx val="39"/>
          <c:order val="39"/>
          <c:tx>
            <c:strRef>
              <c:f>'01-10 12-10-2026'!$AO$1</c:f>
              <c:strCache>
                <c:ptCount val="1"/>
                <c:pt idx="0">
                  <c:v>Huawei Traffic in TB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layout>
                <c:manualLayout>
                  <c:x val="-4.5388888888888888E-2"/>
                  <c:y val="-1.153944298629338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F3F-49BE-B4BE-2314BCBEA2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12-10-2026'!$AO$2:$AO$289</c:f>
              <c:numCache>
                <c:formatCode>0</c:formatCode>
                <c:ptCount val="288"/>
                <c:pt idx="0">
                  <c:v>241.42800940799998</c:v>
                </c:pt>
                <c:pt idx="1">
                  <c:v>151.824097615</c:v>
                </c:pt>
                <c:pt idx="2">
                  <c:v>90.527738077999999</c:v>
                </c:pt>
                <c:pt idx="3">
                  <c:v>58.638231547000004</c:v>
                </c:pt>
                <c:pt idx="4">
                  <c:v>46.736178624000004</c:v>
                </c:pt>
                <c:pt idx="5">
                  <c:v>61.624123298000001</c:v>
                </c:pt>
                <c:pt idx="6">
                  <c:v>117.99818010799999</c:v>
                </c:pt>
                <c:pt idx="7">
                  <c:v>168.746320013</c:v>
                </c:pt>
                <c:pt idx="8">
                  <c:v>201.56647390699999</c:v>
                </c:pt>
                <c:pt idx="9">
                  <c:v>217.27973900000001</c:v>
                </c:pt>
                <c:pt idx="10">
                  <c:v>238.09682408600003</c:v>
                </c:pt>
                <c:pt idx="11">
                  <c:v>265.11026016400001</c:v>
                </c:pt>
                <c:pt idx="12">
                  <c:v>286.14942565799998</c:v>
                </c:pt>
                <c:pt idx="13">
                  <c:v>321.60783359200002</c:v>
                </c:pt>
                <c:pt idx="14">
                  <c:v>327.16787034200001</c:v>
                </c:pt>
                <c:pt idx="15">
                  <c:v>312.86570674099994</c:v>
                </c:pt>
                <c:pt idx="16">
                  <c:v>284.63489516100003</c:v>
                </c:pt>
                <c:pt idx="17">
                  <c:v>290.52164266899996</c:v>
                </c:pt>
                <c:pt idx="18">
                  <c:v>288.45850344199999</c:v>
                </c:pt>
                <c:pt idx="19">
                  <c:v>335.23854901700003</c:v>
                </c:pt>
                <c:pt idx="20">
                  <c:v>372.04250058100001</c:v>
                </c:pt>
                <c:pt idx="21">
                  <c:v>415.88428031699999</c:v>
                </c:pt>
                <c:pt idx="22">
                  <c:v>412.15451542500006</c:v>
                </c:pt>
                <c:pt idx="23">
                  <c:v>356.57178703700004</c:v>
                </c:pt>
                <c:pt idx="24">
                  <c:v>266.242949974</c:v>
                </c:pt>
                <c:pt idx="25">
                  <c:v>175.52933422300001</c:v>
                </c:pt>
                <c:pt idx="26">
                  <c:v>107.850586951</c:v>
                </c:pt>
                <c:pt idx="27">
                  <c:v>68.492667053000005</c:v>
                </c:pt>
                <c:pt idx="28">
                  <c:v>50.414189131999997</c:v>
                </c:pt>
                <c:pt idx="29">
                  <c:v>59.952102719999999</c:v>
                </c:pt>
                <c:pt idx="30">
                  <c:v>105.162855142</c:v>
                </c:pt>
                <c:pt idx="31">
                  <c:v>151.777116525</c:v>
                </c:pt>
                <c:pt idx="32">
                  <c:v>200.347145235</c:v>
                </c:pt>
                <c:pt idx="33">
                  <c:v>235.71734978800004</c:v>
                </c:pt>
                <c:pt idx="34">
                  <c:v>265.69170616400004</c:v>
                </c:pt>
                <c:pt idx="35">
                  <c:v>297.34331918199996</c:v>
                </c:pt>
                <c:pt idx="36">
                  <c:v>301.88212932299996</c:v>
                </c:pt>
                <c:pt idx="37">
                  <c:v>321.67267662099999</c:v>
                </c:pt>
                <c:pt idx="38">
                  <c:v>371.144687401</c:v>
                </c:pt>
                <c:pt idx="39">
                  <c:v>344.703871811</c:v>
                </c:pt>
                <c:pt idx="40">
                  <c:v>301.18125102299996</c:v>
                </c:pt>
                <c:pt idx="41">
                  <c:v>300.78947576099995</c:v>
                </c:pt>
                <c:pt idx="42">
                  <c:v>295.914400043</c:v>
                </c:pt>
                <c:pt idx="43">
                  <c:v>343.897858805</c:v>
                </c:pt>
                <c:pt idx="44">
                  <c:v>384.32090947</c:v>
                </c:pt>
                <c:pt idx="45">
                  <c:v>431.98260468899997</c:v>
                </c:pt>
                <c:pt idx="46">
                  <c:v>424.46058856100001</c:v>
                </c:pt>
                <c:pt idx="47">
                  <c:v>367.16512715699997</c:v>
                </c:pt>
                <c:pt idx="48">
                  <c:v>274.23162584099998</c:v>
                </c:pt>
                <c:pt idx="49">
                  <c:v>179.72764124199998</c:v>
                </c:pt>
                <c:pt idx="50">
                  <c:v>107.91561355300001</c:v>
                </c:pt>
                <c:pt idx="51">
                  <c:v>67.79500769500001</c:v>
                </c:pt>
                <c:pt idx="52">
                  <c:v>50.470905664</c:v>
                </c:pt>
                <c:pt idx="53">
                  <c:v>61.417653049999998</c:v>
                </c:pt>
                <c:pt idx="54">
                  <c:v>110.195501052</c:v>
                </c:pt>
                <c:pt idx="55">
                  <c:v>158.87150368599998</c:v>
                </c:pt>
                <c:pt idx="56">
                  <c:v>202.878809077</c:v>
                </c:pt>
                <c:pt idx="57">
                  <c:v>229.269349887</c:v>
                </c:pt>
                <c:pt idx="58">
                  <c:v>250.144011054</c:v>
                </c:pt>
                <c:pt idx="59">
                  <c:v>275.65478169200003</c:v>
                </c:pt>
                <c:pt idx="60">
                  <c:v>290.56360436900002</c:v>
                </c:pt>
                <c:pt idx="61">
                  <c:v>331.71897987900002</c:v>
                </c:pt>
                <c:pt idx="62">
                  <c:v>343.44679328900003</c:v>
                </c:pt>
                <c:pt idx="63">
                  <c:v>324.54903479800004</c:v>
                </c:pt>
                <c:pt idx="64">
                  <c:v>290.53279242300005</c:v>
                </c:pt>
                <c:pt idx="65">
                  <c:v>293.678130291</c:v>
                </c:pt>
                <c:pt idx="66">
                  <c:v>287.92233651899994</c:v>
                </c:pt>
                <c:pt idx="67">
                  <c:v>333.04336767900003</c:v>
                </c:pt>
                <c:pt idx="68">
                  <c:v>373.51835284200001</c:v>
                </c:pt>
                <c:pt idx="69">
                  <c:v>417.16883946899998</c:v>
                </c:pt>
                <c:pt idx="70">
                  <c:v>405.64620357299998</c:v>
                </c:pt>
                <c:pt idx="71">
                  <c:v>338.57849607599996</c:v>
                </c:pt>
                <c:pt idx="72">
                  <c:v>238.79076167699998</c:v>
                </c:pt>
                <c:pt idx="73">
                  <c:v>147.19766789100001</c:v>
                </c:pt>
                <c:pt idx="74">
                  <c:v>87.811126082000001</c:v>
                </c:pt>
                <c:pt idx="75">
                  <c:v>56.843521667000005</c:v>
                </c:pt>
                <c:pt idx="76">
                  <c:v>45.654767944</c:v>
                </c:pt>
                <c:pt idx="77">
                  <c:v>59.404175900000006</c:v>
                </c:pt>
                <c:pt idx="78">
                  <c:v>113.83622340400001</c:v>
                </c:pt>
                <c:pt idx="79">
                  <c:v>160.44792221</c:v>
                </c:pt>
                <c:pt idx="80">
                  <c:v>193.82430283500003</c:v>
                </c:pt>
                <c:pt idx="81">
                  <c:v>210.25257543800001</c:v>
                </c:pt>
                <c:pt idx="82">
                  <c:v>229.191132052</c:v>
                </c:pt>
                <c:pt idx="83">
                  <c:v>256.123845276</c:v>
                </c:pt>
                <c:pt idx="84">
                  <c:v>273.93739884500002</c:v>
                </c:pt>
                <c:pt idx="85">
                  <c:v>306.56921839799998</c:v>
                </c:pt>
                <c:pt idx="86">
                  <c:v>311.05678310900004</c:v>
                </c:pt>
                <c:pt idx="87">
                  <c:v>295.26658673600002</c:v>
                </c:pt>
                <c:pt idx="88">
                  <c:v>278.58063851299994</c:v>
                </c:pt>
                <c:pt idx="89">
                  <c:v>287.36197827500001</c:v>
                </c:pt>
                <c:pt idx="90">
                  <c:v>284.43757870399998</c:v>
                </c:pt>
                <c:pt idx="91">
                  <c:v>330.703739832</c:v>
                </c:pt>
                <c:pt idx="92">
                  <c:v>373.40071337300003</c:v>
                </c:pt>
                <c:pt idx="93">
                  <c:v>415.88768955000006</c:v>
                </c:pt>
                <c:pt idx="94">
                  <c:v>399.89368914400006</c:v>
                </c:pt>
                <c:pt idx="95">
                  <c:v>326.27528287300004</c:v>
                </c:pt>
                <c:pt idx="96">
                  <c:v>224.75791627000001</c:v>
                </c:pt>
                <c:pt idx="97">
                  <c:v>137.52614535000001</c:v>
                </c:pt>
                <c:pt idx="98">
                  <c:v>82.316659916999996</c:v>
                </c:pt>
                <c:pt idx="99">
                  <c:v>54.527114170999994</c:v>
                </c:pt>
                <c:pt idx="100">
                  <c:v>44.625529512</c:v>
                </c:pt>
                <c:pt idx="101">
                  <c:v>58.868733415999998</c:v>
                </c:pt>
                <c:pt idx="102">
                  <c:v>115.86488548199999</c:v>
                </c:pt>
                <c:pt idx="103">
                  <c:v>164.46153222700002</c:v>
                </c:pt>
                <c:pt idx="104">
                  <c:v>195.547701526</c:v>
                </c:pt>
                <c:pt idx="105">
                  <c:v>211.201587577</c:v>
                </c:pt>
                <c:pt idx="106">
                  <c:v>229.65996017200001</c:v>
                </c:pt>
                <c:pt idx="107">
                  <c:v>258.433385332</c:v>
                </c:pt>
                <c:pt idx="108">
                  <c:v>276.024222802</c:v>
                </c:pt>
                <c:pt idx="109">
                  <c:v>308.923236417</c:v>
                </c:pt>
                <c:pt idx="110">
                  <c:v>310.55896809299998</c:v>
                </c:pt>
                <c:pt idx="111">
                  <c:v>295.15607964899999</c:v>
                </c:pt>
                <c:pt idx="112">
                  <c:v>277.83653139699999</c:v>
                </c:pt>
                <c:pt idx="113">
                  <c:v>284.83902971600003</c:v>
                </c:pt>
                <c:pt idx="114">
                  <c:v>283.07407526700001</c:v>
                </c:pt>
                <c:pt idx="115">
                  <c:v>330.54008248999997</c:v>
                </c:pt>
                <c:pt idx="116">
                  <c:v>374.326831728</c:v>
                </c:pt>
                <c:pt idx="117">
                  <c:v>420.13440903700001</c:v>
                </c:pt>
                <c:pt idx="118">
                  <c:v>403.01456198900007</c:v>
                </c:pt>
                <c:pt idx="119">
                  <c:v>330.48644619499998</c:v>
                </c:pt>
                <c:pt idx="120">
                  <c:v>228.26448560700004</c:v>
                </c:pt>
                <c:pt idx="121">
                  <c:v>139.33671445099998</c:v>
                </c:pt>
                <c:pt idx="122">
                  <c:v>82.632406678000009</c:v>
                </c:pt>
                <c:pt idx="123">
                  <c:v>54.253934857999994</c:v>
                </c:pt>
                <c:pt idx="124">
                  <c:v>44.226130597000001</c:v>
                </c:pt>
                <c:pt idx="125">
                  <c:v>58.648751994000001</c:v>
                </c:pt>
                <c:pt idx="126">
                  <c:v>116.64338219499999</c:v>
                </c:pt>
                <c:pt idx="127">
                  <c:v>166.195268422</c:v>
                </c:pt>
                <c:pt idx="128">
                  <c:v>197.49408096300002</c:v>
                </c:pt>
                <c:pt idx="129">
                  <c:v>213.84466006600002</c:v>
                </c:pt>
                <c:pt idx="130">
                  <c:v>234.46495408599998</c:v>
                </c:pt>
                <c:pt idx="131">
                  <c:v>259.80138306499998</c:v>
                </c:pt>
                <c:pt idx="132">
                  <c:v>283.66687740200001</c:v>
                </c:pt>
                <c:pt idx="133">
                  <c:v>328.894192121</c:v>
                </c:pt>
                <c:pt idx="134">
                  <c:v>332.10412731399998</c:v>
                </c:pt>
                <c:pt idx="135">
                  <c:v>311.30496518500001</c:v>
                </c:pt>
                <c:pt idx="136">
                  <c:v>281.72866774800002</c:v>
                </c:pt>
                <c:pt idx="137">
                  <c:v>286.767718554</c:v>
                </c:pt>
                <c:pt idx="138">
                  <c:v>306.37279771300001</c:v>
                </c:pt>
                <c:pt idx="139">
                  <c:v>351.75257062100002</c:v>
                </c:pt>
                <c:pt idx="140">
                  <c:v>378.85565479100001</c:v>
                </c:pt>
                <c:pt idx="141">
                  <c:v>421.03904727299994</c:v>
                </c:pt>
                <c:pt idx="142">
                  <c:v>403.88933405399996</c:v>
                </c:pt>
                <c:pt idx="143">
                  <c:v>331.10017012099996</c:v>
                </c:pt>
                <c:pt idx="144">
                  <c:v>236.000731191</c:v>
                </c:pt>
                <c:pt idx="145">
                  <c:v>146.63213212599999</c:v>
                </c:pt>
                <c:pt idx="146">
                  <c:v>89.470185213999997</c:v>
                </c:pt>
                <c:pt idx="147">
                  <c:v>56.266380186999996</c:v>
                </c:pt>
                <c:pt idx="148">
                  <c:v>45.010171026999998</c:v>
                </c:pt>
                <c:pt idx="149">
                  <c:v>59.787237815999994</c:v>
                </c:pt>
                <c:pt idx="150">
                  <c:v>119.81170533000002</c:v>
                </c:pt>
                <c:pt idx="151">
                  <c:v>168.72212283499999</c:v>
                </c:pt>
                <c:pt idx="152">
                  <c:v>200.28514015999997</c:v>
                </c:pt>
                <c:pt idx="153">
                  <c:v>215.587040479</c:v>
                </c:pt>
                <c:pt idx="154">
                  <c:v>233.66659152400001</c:v>
                </c:pt>
                <c:pt idx="155">
                  <c:v>260.14471493099995</c:v>
                </c:pt>
                <c:pt idx="156">
                  <c:v>277.38518511300003</c:v>
                </c:pt>
                <c:pt idx="157">
                  <c:v>309.83689603000005</c:v>
                </c:pt>
                <c:pt idx="158">
                  <c:v>313.152111166</c:v>
                </c:pt>
                <c:pt idx="159">
                  <c:v>298.12288774000001</c:v>
                </c:pt>
                <c:pt idx="160">
                  <c:v>284.13919702200002</c:v>
                </c:pt>
                <c:pt idx="161">
                  <c:v>291.53966002200002</c:v>
                </c:pt>
                <c:pt idx="162">
                  <c:v>289.633989305</c:v>
                </c:pt>
                <c:pt idx="163">
                  <c:v>333.87869934099996</c:v>
                </c:pt>
                <c:pt idx="164">
                  <c:v>374.24478750699996</c:v>
                </c:pt>
                <c:pt idx="165">
                  <c:v>415.46479790800004</c:v>
                </c:pt>
                <c:pt idx="166">
                  <c:v>401.85900284999997</c:v>
                </c:pt>
                <c:pt idx="167">
                  <c:v>328.31471292499998</c:v>
                </c:pt>
                <c:pt idx="168">
                  <c:v>228.395331043</c:v>
                </c:pt>
                <c:pt idx="169">
                  <c:v>140.67600385699998</c:v>
                </c:pt>
                <c:pt idx="170">
                  <c:v>84.866791866</c:v>
                </c:pt>
                <c:pt idx="171">
                  <c:v>56.06736170100001</c:v>
                </c:pt>
                <c:pt idx="172">
                  <c:v>45.993630847000006</c:v>
                </c:pt>
                <c:pt idx="173">
                  <c:v>60.897941955</c:v>
                </c:pt>
                <c:pt idx="174">
                  <c:v>122.25867252199998</c:v>
                </c:pt>
                <c:pt idx="175">
                  <c:v>176.39946879000001</c:v>
                </c:pt>
                <c:pt idx="176">
                  <c:v>215.70386143299999</c:v>
                </c:pt>
                <c:pt idx="177">
                  <c:v>240.993253192</c:v>
                </c:pt>
                <c:pt idx="178">
                  <c:v>249.80611825700001</c:v>
                </c:pt>
                <c:pt idx="179">
                  <c:v>269.73898319700004</c:v>
                </c:pt>
                <c:pt idx="180">
                  <c:v>290.86329269200002</c:v>
                </c:pt>
                <c:pt idx="181">
                  <c:v>324.43842669899999</c:v>
                </c:pt>
                <c:pt idx="182">
                  <c:v>325.84292680999999</c:v>
                </c:pt>
                <c:pt idx="183">
                  <c:v>308.25988810399997</c:v>
                </c:pt>
                <c:pt idx="184">
                  <c:v>287.40708590599996</c:v>
                </c:pt>
                <c:pt idx="185">
                  <c:v>291.84150688099999</c:v>
                </c:pt>
                <c:pt idx="186">
                  <c:v>295.38503760799995</c:v>
                </c:pt>
                <c:pt idx="187">
                  <c:v>344.37160829100003</c:v>
                </c:pt>
                <c:pt idx="188">
                  <c:v>383.00359055599995</c:v>
                </c:pt>
                <c:pt idx="189">
                  <c:v>421.80004500799998</c:v>
                </c:pt>
                <c:pt idx="190">
                  <c:v>413.96175435599997</c:v>
                </c:pt>
                <c:pt idx="191">
                  <c:v>352.42206000900001</c:v>
                </c:pt>
                <c:pt idx="192">
                  <c:v>259.78329583500005</c:v>
                </c:pt>
                <c:pt idx="193">
                  <c:v>168.40666674300002</c:v>
                </c:pt>
                <c:pt idx="194">
                  <c:v>102.93573557799999</c:v>
                </c:pt>
                <c:pt idx="195">
                  <c:v>68.008083970000001</c:v>
                </c:pt>
                <c:pt idx="196">
                  <c:v>51.652994538000009</c:v>
                </c:pt>
                <c:pt idx="197">
                  <c:v>59.198050981000002</c:v>
                </c:pt>
                <c:pt idx="198">
                  <c:v>107.967211913</c:v>
                </c:pt>
                <c:pt idx="199">
                  <c:v>155.92579404399999</c:v>
                </c:pt>
                <c:pt idx="200">
                  <c:v>205.75054580400001</c:v>
                </c:pt>
                <c:pt idx="201">
                  <c:v>239.35017402100004</c:v>
                </c:pt>
                <c:pt idx="202">
                  <c:v>268.45567797899997</c:v>
                </c:pt>
                <c:pt idx="203">
                  <c:v>298.28376963199997</c:v>
                </c:pt>
                <c:pt idx="204">
                  <c:v>301.05782400199996</c:v>
                </c:pt>
                <c:pt idx="205">
                  <c:v>322.52608866600002</c:v>
                </c:pt>
                <c:pt idx="206">
                  <c:v>370.75545768899997</c:v>
                </c:pt>
                <c:pt idx="207">
                  <c:v>341.79235061599996</c:v>
                </c:pt>
                <c:pt idx="208">
                  <c:v>308.63658634400002</c:v>
                </c:pt>
                <c:pt idx="209">
                  <c:v>309.66343496500002</c:v>
                </c:pt>
                <c:pt idx="210">
                  <c:v>306.42350054200006</c:v>
                </c:pt>
                <c:pt idx="211">
                  <c:v>352.35325743100003</c:v>
                </c:pt>
                <c:pt idx="212">
                  <c:v>393.39982158600003</c:v>
                </c:pt>
                <c:pt idx="213">
                  <c:v>432.485319774</c:v>
                </c:pt>
                <c:pt idx="214">
                  <c:v>425.45378177299995</c:v>
                </c:pt>
                <c:pt idx="215">
                  <c:v>359.50766001</c:v>
                </c:pt>
                <c:pt idx="216">
                  <c:v>261.51334731699995</c:v>
                </c:pt>
                <c:pt idx="217">
                  <c:v>166.70787170699998</c:v>
                </c:pt>
                <c:pt idx="218">
                  <c:v>101.89607297800001</c:v>
                </c:pt>
                <c:pt idx="219">
                  <c:v>64.907809409999999</c:v>
                </c:pt>
                <c:pt idx="220">
                  <c:v>49.337223776999998</c:v>
                </c:pt>
                <c:pt idx="221">
                  <c:v>59.187087634999997</c:v>
                </c:pt>
                <c:pt idx="222">
                  <c:v>112.04613275400001</c:v>
                </c:pt>
                <c:pt idx="223">
                  <c:v>162.46576497500001</c:v>
                </c:pt>
                <c:pt idx="224">
                  <c:v>205.92674195699999</c:v>
                </c:pt>
                <c:pt idx="225">
                  <c:v>229.744909514</c:v>
                </c:pt>
                <c:pt idx="226">
                  <c:v>249.32808936700002</c:v>
                </c:pt>
                <c:pt idx="227">
                  <c:v>273.75427154199997</c:v>
                </c:pt>
                <c:pt idx="228">
                  <c:v>287.27057242799998</c:v>
                </c:pt>
                <c:pt idx="229">
                  <c:v>329.19596401000001</c:v>
                </c:pt>
                <c:pt idx="230">
                  <c:v>340.38074067700001</c:v>
                </c:pt>
                <c:pt idx="231">
                  <c:v>318.75807588600003</c:v>
                </c:pt>
                <c:pt idx="232">
                  <c:v>291.80465213000002</c:v>
                </c:pt>
                <c:pt idx="233">
                  <c:v>296.84389363999998</c:v>
                </c:pt>
                <c:pt idx="234">
                  <c:v>299.37234509000001</c:v>
                </c:pt>
                <c:pt idx="235">
                  <c:v>342.15590551299999</c:v>
                </c:pt>
                <c:pt idx="236">
                  <c:v>389.43633057800002</c:v>
                </c:pt>
                <c:pt idx="237">
                  <c:v>429.40837770899998</c:v>
                </c:pt>
                <c:pt idx="238">
                  <c:v>406.17124863100003</c:v>
                </c:pt>
                <c:pt idx="239">
                  <c:v>329.377487024</c:v>
                </c:pt>
                <c:pt idx="240">
                  <c:v>227.01935825699999</c:v>
                </c:pt>
                <c:pt idx="241">
                  <c:v>139.762605388</c:v>
                </c:pt>
                <c:pt idx="242">
                  <c:v>84.326765988000005</c:v>
                </c:pt>
                <c:pt idx="243">
                  <c:v>56.134401421999996</c:v>
                </c:pt>
                <c:pt idx="244">
                  <c:v>45.815945501999998</c:v>
                </c:pt>
                <c:pt idx="245">
                  <c:v>57.702199880999991</c:v>
                </c:pt>
                <c:pt idx="246">
                  <c:v>115.25009189999997</c:v>
                </c:pt>
                <c:pt idx="247">
                  <c:v>163.12942139100002</c:v>
                </c:pt>
                <c:pt idx="248">
                  <c:v>197.906657185</c:v>
                </c:pt>
                <c:pt idx="249">
                  <c:v>210.19426873899999</c:v>
                </c:pt>
                <c:pt idx="250">
                  <c:v>226.331611122</c:v>
                </c:pt>
                <c:pt idx="251">
                  <c:v>251.567089667</c:v>
                </c:pt>
                <c:pt idx="252">
                  <c:v>271.12171347899999</c:v>
                </c:pt>
                <c:pt idx="253">
                  <c:v>304.335476933</c:v>
                </c:pt>
                <c:pt idx="254">
                  <c:v>308.21350034300002</c:v>
                </c:pt>
                <c:pt idx="255">
                  <c:v>293.15828208900001</c:v>
                </c:pt>
                <c:pt idx="256">
                  <c:v>284.041385214</c:v>
                </c:pt>
                <c:pt idx="257">
                  <c:v>296.48532005199996</c:v>
                </c:pt>
                <c:pt idx="258">
                  <c:v>298.18178044899997</c:v>
                </c:pt>
                <c:pt idx="259">
                  <c:v>339.547362077</c:v>
                </c:pt>
                <c:pt idx="260">
                  <c:v>383.45843108900004</c:v>
                </c:pt>
                <c:pt idx="261">
                  <c:v>418.86435004999998</c:v>
                </c:pt>
                <c:pt idx="262">
                  <c:v>399.54918234899998</c:v>
                </c:pt>
                <c:pt idx="263">
                  <c:v>318.94928198299999</c:v>
                </c:pt>
                <c:pt idx="264">
                  <c:v>221.31899212299999</c:v>
                </c:pt>
                <c:pt idx="265">
                  <c:v>134.12895328799999</c:v>
                </c:pt>
                <c:pt idx="266">
                  <c:v>80.531728947000005</c:v>
                </c:pt>
                <c:pt idx="267">
                  <c:v>53.982686658999995</c:v>
                </c:pt>
                <c:pt idx="268">
                  <c:v>44.415841233999998</c:v>
                </c:pt>
                <c:pt idx="269">
                  <c:v>57.672349036</c:v>
                </c:pt>
                <c:pt idx="270">
                  <c:v>118.60502699</c:v>
                </c:pt>
                <c:pt idx="271">
                  <c:v>168.70338556800002</c:v>
                </c:pt>
                <c:pt idx="272">
                  <c:v>199.639649908</c:v>
                </c:pt>
                <c:pt idx="273">
                  <c:v>213.66528837699997</c:v>
                </c:pt>
                <c:pt idx="274">
                  <c:v>231.75567281300005</c:v>
                </c:pt>
                <c:pt idx="275">
                  <c:v>258.37430741999998</c:v>
                </c:pt>
                <c:pt idx="276">
                  <c:v>276.69694488200003</c:v>
                </c:pt>
                <c:pt idx="277">
                  <c:v>309.019235525</c:v>
                </c:pt>
                <c:pt idx="278">
                  <c:v>309.157586348</c:v>
                </c:pt>
                <c:pt idx="279">
                  <c:v>294.08755213400002</c:v>
                </c:pt>
                <c:pt idx="280">
                  <c:v>285.36268323199999</c:v>
                </c:pt>
                <c:pt idx="281">
                  <c:v>294.20115552799996</c:v>
                </c:pt>
                <c:pt idx="282">
                  <c:v>296.42978494199997</c:v>
                </c:pt>
                <c:pt idx="283">
                  <c:v>343.27539855500004</c:v>
                </c:pt>
                <c:pt idx="284">
                  <c:v>388.90447866099998</c:v>
                </c:pt>
                <c:pt idx="285">
                  <c:v>425.20670999399999</c:v>
                </c:pt>
                <c:pt idx="286">
                  <c:v>399.600876642</c:v>
                </c:pt>
                <c:pt idx="287">
                  <c:v>318.63636647700002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3F-49BE-B4BE-2314BCBEA28B}"/>
            </c:ext>
          </c:extLst>
        </c:ser>
        <c:ser>
          <c:idx val="40"/>
          <c:order val="40"/>
          <c:tx>
            <c:strRef>
              <c:f>'01-10 12-10-2026'!$AP$1</c:f>
              <c:strCache>
                <c:ptCount val="1"/>
                <c:pt idx="0">
                  <c:v>Ericsson Traffic in TB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14"/>
              <c:layout>
                <c:manualLayout>
                  <c:x val="-2.0388779527559055E-2"/>
                  <c:y val="-2.54285141440653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4666666666666662E-2"/>
                      <c:h val="4.622703412073490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BF3F-49BE-B4BE-2314BCBEA2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12-10-2026'!$AP$2:$AP$289</c:f>
              <c:numCache>
                <c:formatCode>0</c:formatCode>
                <c:ptCount val="288"/>
                <c:pt idx="0">
                  <c:v>173.971577539847</c:v>
                </c:pt>
                <c:pt idx="1">
                  <c:v>110.32258301666701</c:v>
                </c:pt>
                <c:pt idx="2">
                  <c:v>66.247399479487996</c:v>
                </c:pt>
                <c:pt idx="3">
                  <c:v>41.042338895813003</c:v>
                </c:pt>
                <c:pt idx="4">
                  <c:v>29.916902568888005</c:v>
                </c:pt>
                <c:pt idx="5">
                  <c:v>31.616645769824</c:v>
                </c:pt>
                <c:pt idx="6">
                  <c:v>61.970012936101</c:v>
                </c:pt>
                <c:pt idx="7">
                  <c:v>96.977235934652001</c:v>
                </c:pt>
                <c:pt idx="8">
                  <c:v>121.822088149124</c:v>
                </c:pt>
                <c:pt idx="9">
                  <c:v>133.4531300603</c:v>
                </c:pt>
                <c:pt idx="10">
                  <c:v>149.16902997944001</c:v>
                </c:pt>
                <c:pt idx="11">
                  <c:v>168.28638995234598</c:v>
                </c:pt>
                <c:pt idx="12">
                  <c:v>183.151354910083</c:v>
                </c:pt>
                <c:pt idx="13">
                  <c:v>202.25089022857199</c:v>
                </c:pt>
                <c:pt idx="14">
                  <c:v>214.18566448171003</c:v>
                </c:pt>
                <c:pt idx="15">
                  <c:v>210.80245657171099</c:v>
                </c:pt>
                <c:pt idx="16">
                  <c:v>189.164537899198</c:v>
                </c:pt>
                <c:pt idx="17">
                  <c:v>196.36430304520601</c:v>
                </c:pt>
                <c:pt idx="18">
                  <c:v>194.798626019804</c:v>
                </c:pt>
                <c:pt idx="19">
                  <c:v>214.36825591457699</c:v>
                </c:pt>
                <c:pt idx="20">
                  <c:v>236.42318996756501</c:v>
                </c:pt>
                <c:pt idx="21">
                  <c:v>281.88639127615903</c:v>
                </c:pt>
                <c:pt idx="22">
                  <c:v>290.37365461926697</c:v>
                </c:pt>
                <c:pt idx="23">
                  <c:v>256.59996836602096</c:v>
                </c:pt>
                <c:pt idx="24">
                  <c:v>194.50310576064601</c:v>
                </c:pt>
                <c:pt idx="25">
                  <c:v>126.72904311823999</c:v>
                </c:pt>
                <c:pt idx="26">
                  <c:v>75.563185477184007</c:v>
                </c:pt>
                <c:pt idx="27">
                  <c:v>49.516160110041</c:v>
                </c:pt>
                <c:pt idx="28">
                  <c:v>33.947401756276001</c:v>
                </c:pt>
                <c:pt idx="29">
                  <c:v>31.418900665220001</c:v>
                </c:pt>
                <c:pt idx="30">
                  <c:v>53.106503118882003</c:v>
                </c:pt>
                <c:pt idx="31">
                  <c:v>77.385541427266006</c:v>
                </c:pt>
                <c:pt idx="32">
                  <c:v>110.436642799184</c:v>
                </c:pt>
                <c:pt idx="33">
                  <c:v>138.74398200800204</c:v>
                </c:pt>
                <c:pt idx="34">
                  <c:v>163.14161715246499</c:v>
                </c:pt>
                <c:pt idx="35">
                  <c:v>186.549041795569</c:v>
                </c:pt>
                <c:pt idx="36">
                  <c:v>194.37992473920201</c:v>
                </c:pt>
                <c:pt idx="37">
                  <c:v>200.36088507166897</c:v>
                </c:pt>
                <c:pt idx="38">
                  <c:v>248.89613512690403</c:v>
                </c:pt>
                <c:pt idx="39">
                  <c:v>237.80986978989898</c:v>
                </c:pt>
                <c:pt idx="40">
                  <c:v>200.63328925620101</c:v>
                </c:pt>
                <c:pt idx="41">
                  <c:v>202.04905521311801</c:v>
                </c:pt>
                <c:pt idx="42">
                  <c:v>199.20968850457899</c:v>
                </c:pt>
                <c:pt idx="43">
                  <c:v>222.39426585225098</c:v>
                </c:pt>
                <c:pt idx="44">
                  <c:v>246.179214607425</c:v>
                </c:pt>
                <c:pt idx="45">
                  <c:v>295.17660763301501</c:v>
                </c:pt>
                <c:pt idx="46">
                  <c:v>300.03614297217393</c:v>
                </c:pt>
                <c:pt idx="47">
                  <c:v>267.40047851754304</c:v>
                </c:pt>
                <c:pt idx="48">
                  <c:v>203.850797495347</c:v>
                </c:pt>
                <c:pt idx="49">
                  <c:v>135.87483611862899</c:v>
                </c:pt>
                <c:pt idx="50">
                  <c:v>82.262078637820991</c:v>
                </c:pt>
                <c:pt idx="51">
                  <c:v>49.833752803254995</c:v>
                </c:pt>
                <c:pt idx="52">
                  <c:v>33.292235913908996</c:v>
                </c:pt>
                <c:pt idx="53">
                  <c:v>30.992097716243997</c:v>
                </c:pt>
                <c:pt idx="54">
                  <c:v>54.668439387035995</c:v>
                </c:pt>
                <c:pt idx="55">
                  <c:v>82.394015756538991</c:v>
                </c:pt>
                <c:pt idx="56">
                  <c:v>113.817195259985</c:v>
                </c:pt>
                <c:pt idx="57">
                  <c:v>138.08317284082401</c:v>
                </c:pt>
                <c:pt idx="58">
                  <c:v>156.30474851733999</c:v>
                </c:pt>
                <c:pt idx="59">
                  <c:v>177.23997666314401</c:v>
                </c:pt>
                <c:pt idx="60">
                  <c:v>189.64074996052699</c:v>
                </c:pt>
                <c:pt idx="61">
                  <c:v>213.76615481909798</c:v>
                </c:pt>
                <c:pt idx="62">
                  <c:v>230.619689518032</c:v>
                </c:pt>
                <c:pt idx="63">
                  <c:v>223.01498016569403</c:v>
                </c:pt>
                <c:pt idx="64">
                  <c:v>195.56232463820899</c:v>
                </c:pt>
                <c:pt idx="65">
                  <c:v>199.87853482555303</c:v>
                </c:pt>
                <c:pt idx="66">
                  <c:v>197.54939791850501</c:v>
                </c:pt>
                <c:pt idx="67">
                  <c:v>216.83638558480703</c:v>
                </c:pt>
                <c:pt idx="68">
                  <c:v>238.32559134941698</c:v>
                </c:pt>
                <c:pt idx="69">
                  <c:v>284.40301670362999</c:v>
                </c:pt>
                <c:pt idx="70">
                  <c:v>287.51659245409201</c:v>
                </c:pt>
                <c:pt idx="71">
                  <c:v>244.76580514692202</c:v>
                </c:pt>
                <c:pt idx="72">
                  <c:v>173.855973232162</c:v>
                </c:pt>
                <c:pt idx="73">
                  <c:v>108.30276833575799</c:v>
                </c:pt>
                <c:pt idx="74">
                  <c:v>64.228638002244992</c:v>
                </c:pt>
                <c:pt idx="75">
                  <c:v>39.943503450738</c:v>
                </c:pt>
                <c:pt idx="76">
                  <c:v>28.967804429557003</c:v>
                </c:pt>
                <c:pt idx="77">
                  <c:v>29.976489904194001</c:v>
                </c:pt>
                <c:pt idx="78">
                  <c:v>59.102852645513998</c:v>
                </c:pt>
                <c:pt idx="79">
                  <c:v>92.474866458327995</c:v>
                </c:pt>
                <c:pt idx="80">
                  <c:v>117.49078132218798</c:v>
                </c:pt>
                <c:pt idx="81">
                  <c:v>130.905199279231</c:v>
                </c:pt>
                <c:pt idx="82">
                  <c:v>146.21830409862801</c:v>
                </c:pt>
                <c:pt idx="83">
                  <c:v>165.21212424070998</c:v>
                </c:pt>
                <c:pt idx="84">
                  <c:v>178.30832120620101</c:v>
                </c:pt>
                <c:pt idx="85">
                  <c:v>194.70277166704298</c:v>
                </c:pt>
                <c:pt idx="86">
                  <c:v>203.843951010442</c:v>
                </c:pt>
                <c:pt idx="87">
                  <c:v>199.20105255463</c:v>
                </c:pt>
                <c:pt idx="88">
                  <c:v>184.49233633412499</c:v>
                </c:pt>
                <c:pt idx="89">
                  <c:v>195.18328487799499</c:v>
                </c:pt>
                <c:pt idx="90">
                  <c:v>191.964926354271</c:v>
                </c:pt>
                <c:pt idx="91">
                  <c:v>214.96197845231097</c:v>
                </c:pt>
                <c:pt idx="92">
                  <c:v>237.98671701318401</c:v>
                </c:pt>
                <c:pt idx="93">
                  <c:v>285.28141843667299</c:v>
                </c:pt>
                <c:pt idx="94">
                  <c:v>285.55678080664302</c:v>
                </c:pt>
                <c:pt idx="95">
                  <c:v>238.34121458662702</c:v>
                </c:pt>
                <c:pt idx="96">
                  <c:v>167.19048752653902</c:v>
                </c:pt>
                <c:pt idx="97">
                  <c:v>103.63659728322699</c:v>
                </c:pt>
                <c:pt idx="98">
                  <c:v>60.895451439170998</c:v>
                </c:pt>
                <c:pt idx="99">
                  <c:v>38.066750349590002</c:v>
                </c:pt>
                <c:pt idx="100">
                  <c:v>28.135658441393002</c:v>
                </c:pt>
                <c:pt idx="101">
                  <c:v>29.236471724833002</c:v>
                </c:pt>
                <c:pt idx="102">
                  <c:v>59.532609399171008</c:v>
                </c:pt>
                <c:pt idx="103">
                  <c:v>94.878653339672013</c:v>
                </c:pt>
                <c:pt idx="104">
                  <c:v>119.428547124332</c:v>
                </c:pt>
                <c:pt idx="105">
                  <c:v>131.72527110428501</c:v>
                </c:pt>
                <c:pt idx="106">
                  <c:v>147.16460466625401</c:v>
                </c:pt>
                <c:pt idx="107">
                  <c:v>167.639107940098</c:v>
                </c:pt>
                <c:pt idx="108">
                  <c:v>180.96357408016996</c:v>
                </c:pt>
                <c:pt idx="109">
                  <c:v>197.366532426997</c:v>
                </c:pt>
                <c:pt idx="110">
                  <c:v>205.675367031718</c:v>
                </c:pt>
                <c:pt idx="111">
                  <c:v>201.21278060699598</c:v>
                </c:pt>
                <c:pt idx="112">
                  <c:v>185.59012660362598</c:v>
                </c:pt>
                <c:pt idx="113">
                  <c:v>195.86240497751101</c:v>
                </c:pt>
                <c:pt idx="114">
                  <c:v>193.56229706256397</c:v>
                </c:pt>
                <c:pt idx="115">
                  <c:v>216.39702131707</c:v>
                </c:pt>
                <c:pt idx="116">
                  <c:v>239.83092364266702</c:v>
                </c:pt>
                <c:pt idx="117">
                  <c:v>289.76882088372594</c:v>
                </c:pt>
                <c:pt idx="118">
                  <c:v>287.57022178309501</c:v>
                </c:pt>
                <c:pt idx="119">
                  <c:v>240.33854405148099</c:v>
                </c:pt>
                <c:pt idx="120">
                  <c:v>167.26200023586102</c:v>
                </c:pt>
                <c:pt idx="121">
                  <c:v>103.25465761232701</c:v>
                </c:pt>
                <c:pt idx="122">
                  <c:v>60.453619747307997</c:v>
                </c:pt>
                <c:pt idx="123">
                  <c:v>37.685689966505997</c:v>
                </c:pt>
                <c:pt idx="124">
                  <c:v>27.985984642239998</c:v>
                </c:pt>
                <c:pt idx="125">
                  <c:v>29.681468179924998</c:v>
                </c:pt>
                <c:pt idx="126">
                  <c:v>61.154300698977003</c:v>
                </c:pt>
                <c:pt idx="127">
                  <c:v>97.488582452161978</c:v>
                </c:pt>
                <c:pt idx="128">
                  <c:v>122.43592127738799</c:v>
                </c:pt>
                <c:pt idx="129">
                  <c:v>135.03472307304699</c:v>
                </c:pt>
                <c:pt idx="130">
                  <c:v>150.061024078066</c:v>
                </c:pt>
                <c:pt idx="131">
                  <c:v>168.19838233714103</c:v>
                </c:pt>
                <c:pt idx="132">
                  <c:v>185.44655925184003</c:v>
                </c:pt>
                <c:pt idx="133">
                  <c:v>212.37869129196099</c:v>
                </c:pt>
                <c:pt idx="134">
                  <c:v>220.84339514968701</c:v>
                </c:pt>
                <c:pt idx="135">
                  <c:v>212.22747679141801</c:v>
                </c:pt>
                <c:pt idx="136">
                  <c:v>188.47614393574904</c:v>
                </c:pt>
                <c:pt idx="137">
                  <c:v>198.20250028914103</c:v>
                </c:pt>
                <c:pt idx="138">
                  <c:v>215.05547332671202</c:v>
                </c:pt>
                <c:pt idx="139">
                  <c:v>240.60891209185598</c:v>
                </c:pt>
                <c:pt idx="140">
                  <c:v>247.30755991864399</c:v>
                </c:pt>
                <c:pt idx="141">
                  <c:v>294.16703983569101</c:v>
                </c:pt>
                <c:pt idx="142">
                  <c:v>289.54899335503302</c:v>
                </c:pt>
                <c:pt idx="143">
                  <c:v>240.85539877219702</c:v>
                </c:pt>
                <c:pt idx="144">
                  <c:v>174.10583213666098</c:v>
                </c:pt>
                <c:pt idx="145">
                  <c:v>108.12591113455701</c:v>
                </c:pt>
                <c:pt idx="146">
                  <c:v>66.209933951712998</c:v>
                </c:pt>
                <c:pt idx="147">
                  <c:v>39.307466238155001</c:v>
                </c:pt>
                <c:pt idx="148">
                  <c:v>28.860736125765001</c:v>
                </c:pt>
                <c:pt idx="149">
                  <c:v>30.602844919206998</c:v>
                </c:pt>
                <c:pt idx="150">
                  <c:v>62.098847010069001</c:v>
                </c:pt>
                <c:pt idx="151">
                  <c:v>98.921050463025992</c:v>
                </c:pt>
                <c:pt idx="152">
                  <c:v>125.005103656149</c:v>
                </c:pt>
                <c:pt idx="153">
                  <c:v>136.140968318798</c:v>
                </c:pt>
                <c:pt idx="154">
                  <c:v>150.59340762409201</c:v>
                </c:pt>
                <c:pt idx="155">
                  <c:v>167.57539223691501</c:v>
                </c:pt>
                <c:pt idx="156">
                  <c:v>180.73122377857499</c:v>
                </c:pt>
                <c:pt idx="157">
                  <c:v>197.27165312857403</c:v>
                </c:pt>
                <c:pt idx="158">
                  <c:v>207.13429294253501</c:v>
                </c:pt>
                <c:pt idx="159">
                  <c:v>203.48364624634999</c:v>
                </c:pt>
                <c:pt idx="160">
                  <c:v>189.70543888982399</c:v>
                </c:pt>
                <c:pt idx="161">
                  <c:v>202.15414168088901</c:v>
                </c:pt>
                <c:pt idx="162">
                  <c:v>199.50260566759599</c:v>
                </c:pt>
                <c:pt idx="163">
                  <c:v>223.64592824027099</c:v>
                </c:pt>
                <c:pt idx="164">
                  <c:v>243.70740956665901</c:v>
                </c:pt>
                <c:pt idx="165">
                  <c:v>289.88551949190901</c:v>
                </c:pt>
                <c:pt idx="166">
                  <c:v>288.50040818155503</c:v>
                </c:pt>
                <c:pt idx="167">
                  <c:v>235.648045698023</c:v>
                </c:pt>
                <c:pt idx="168">
                  <c:v>163.744445453271</c:v>
                </c:pt>
                <c:pt idx="169">
                  <c:v>100.35147744713601</c:v>
                </c:pt>
                <c:pt idx="170">
                  <c:v>60.391561238008997</c:v>
                </c:pt>
                <c:pt idx="171">
                  <c:v>38.402709913786993</c:v>
                </c:pt>
                <c:pt idx="172">
                  <c:v>28.743919884267996</c:v>
                </c:pt>
                <c:pt idx="173">
                  <c:v>31.000045151696</c:v>
                </c:pt>
                <c:pt idx="174">
                  <c:v>64.153973113366007</c:v>
                </c:pt>
                <c:pt idx="175">
                  <c:v>105.80438526508398</c:v>
                </c:pt>
                <c:pt idx="176">
                  <c:v>135.313364371766</c:v>
                </c:pt>
                <c:pt idx="177">
                  <c:v>150.714634842679</c:v>
                </c:pt>
                <c:pt idx="178">
                  <c:v>162.87548105090099</c:v>
                </c:pt>
                <c:pt idx="179">
                  <c:v>177.41748995625596</c:v>
                </c:pt>
                <c:pt idx="180">
                  <c:v>189.548706071845</c:v>
                </c:pt>
                <c:pt idx="181">
                  <c:v>206.628618450186</c:v>
                </c:pt>
                <c:pt idx="182">
                  <c:v>215.49669926745898</c:v>
                </c:pt>
                <c:pt idx="183">
                  <c:v>211.16877898623196</c:v>
                </c:pt>
                <c:pt idx="184">
                  <c:v>192.06786124738301</c:v>
                </c:pt>
                <c:pt idx="185">
                  <c:v>200.94460542832499</c:v>
                </c:pt>
                <c:pt idx="186">
                  <c:v>199.21152741245299</c:v>
                </c:pt>
                <c:pt idx="187">
                  <c:v>227.79077594337204</c:v>
                </c:pt>
                <c:pt idx="188">
                  <c:v>245.967825425841</c:v>
                </c:pt>
                <c:pt idx="189">
                  <c:v>289.481165324046</c:v>
                </c:pt>
                <c:pt idx="190">
                  <c:v>293.11074583680198</c:v>
                </c:pt>
                <c:pt idx="191">
                  <c:v>252.93760516126702</c:v>
                </c:pt>
                <c:pt idx="192">
                  <c:v>188.49627167321901</c:v>
                </c:pt>
                <c:pt idx="193">
                  <c:v>124.55122510962799</c:v>
                </c:pt>
                <c:pt idx="194">
                  <c:v>77.451913387556999</c:v>
                </c:pt>
                <c:pt idx="195">
                  <c:v>49.462770078902004</c:v>
                </c:pt>
                <c:pt idx="196">
                  <c:v>34.112637180630003</c:v>
                </c:pt>
                <c:pt idx="197">
                  <c:v>30.867170639291999</c:v>
                </c:pt>
                <c:pt idx="198">
                  <c:v>54.419871981923002</c:v>
                </c:pt>
                <c:pt idx="199">
                  <c:v>82.198169438329998</c:v>
                </c:pt>
                <c:pt idx="200">
                  <c:v>115.96107147812603</c:v>
                </c:pt>
                <c:pt idx="201">
                  <c:v>143.791035734079</c:v>
                </c:pt>
                <c:pt idx="202">
                  <c:v>166.884137354161</c:v>
                </c:pt>
                <c:pt idx="203">
                  <c:v>190.86689696269397</c:v>
                </c:pt>
                <c:pt idx="204">
                  <c:v>195.37346537103002</c:v>
                </c:pt>
                <c:pt idx="205">
                  <c:v>202.72169500779199</c:v>
                </c:pt>
                <c:pt idx="206">
                  <c:v>250.05978117635905</c:v>
                </c:pt>
                <c:pt idx="207">
                  <c:v>236.757008490907</c:v>
                </c:pt>
                <c:pt idx="208">
                  <c:v>202.65265810393799</c:v>
                </c:pt>
                <c:pt idx="209">
                  <c:v>206.63351061544699</c:v>
                </c:pt>
                <c:pt idx="210">
                  <c:v>201.24230722083098</c:v>
                </c:pt>
                <c:pt idx="211">
                  <c:v>231.645682231894</c:v>
                </c:pt>
                <c:pt idx="212">
                  <c:v>251.66797602198301</c:v>
                </c:pt>
                <c:pt idx="213">
                  <c:v>297.09233810669792</c:v>
                </c:pt>
                <c:pt idx="214">
                  <c:v>304.07927332683101</c:v>
                </c:pt>
                <c:pt idx="215">
                  <c:v>261.43585631987605</c:v>
                </c:pt>
                <c:pt idx="216">
                  <c:v>192.37329222611797</c:v>
                </c:pt>
                <c:pt idx="217">
                  <c:v>123.86505948262501</c:v>
                </c:pt>
                <c:pt idx="218">
                  <c:v>74.562530248636008</c:v>
                </c:pt>
                <c:pt idx="219">
                  <c:v>45.381060788645001</c:v>
                </c:pt>
                <c:pt idx="220">
                  <c:v>31.367995811999997</c:v>
                </c:pt>
                <c:pt idx="221">
                  <c:v>29.725883351722999</c:v>
                </c:pt>
                <c:pt idx="222">
                  <c:v>55.015453399424004</c:v>
                </c:pt>
                <c:pt idx="223">
                  <c:v>85.592739390946988</c:v>
                </c:pt>
                <c:pt idx="224">
                  <c:v>117.614020232548</c:v>
                </c:pt>
                <c:pt idx="225">
                  <c:v>140.47371117833598</c:v>
                </c:pt>
                <c:pt idx="226">
                  <c:v>157.86811248049702</c:v>
                </c:pt>
                <c:pt idx="227">
                  <c:v>177.18600873472698</c:v>
                </c:pt>
                <c:pt idx="228">
                  <c:v>187.68174098769202</c:v>
                </c:pt>
                <c:pt idx="229">
                  <c:v>213.64177663801797</c:v>
                </c:pt>
                <c:pt idx="230">
                  <c:v>230.24470370800302</c:v>
                </c:pt>
                <c:pt idx="231">
                  <c:v>222.25285930897499</c:v>
                </c:pt>
                <c:pt idx="232">
                  <c:v>195.71688807609704</c:v>
                </c:pt>
                <c:pt idx="233">
                  <c:v>203.479018326827</c:v>
                </c:pt>
                <c:pt idx="234">
                  <c:v>200.651260537936</c:v>
                </c:pt>
                <c:pt idx="235">
                  <c:v>226.08914506206699</c:v>
                </c:pt>
                <c:pt idx="236">
                  <c:v>250.358023636501</c:v>
                </c:pt>
                <c:pt idx="237">
                  <c:v>297.97460656404803</c:v>
                </c:pt>
                <c:pt idx="238">
                  <c:v>288.57680675345603</c:v>
                </c:pt>
                <c:pt idx="239">
                  <c:v>237.20088345698599</c:v>
                </c:pt>
                <c:pt idx="240">
                  <c:v>163.69711672469299</c:v>
                </c:pt>
                <c:pt idx="241">
                  <c:v>101.33792867659299</c:v>
                </c:pt>
                <c:pt idx="242">
                  <c:v>59.607394708135004</c:v>
                </c:pt>
                <c:pt idx="243">
                  <c:v>37.435320202147999</c:v>
                </c:pt>
                <c:pt idx="244">
                  <c:v>27.817792112155995</c:v>
                </c:pt>
                <c:pt idx="245">
                  <c:v>29.096142181505996</c:v>
                </c:pt>
                <c:pt idx="246">
                  <c:v>60.064124603049997</c:v>
                </c:pt>
                <c:pt idx="247">
                  <c:v>96.181569613924992</c:v>
                </c:pt>
                <c:pt idx="248">
                  <c:v>120.38713100129999</c:v>
                </c:pt>
                <c:pt idx="249">
                  <c:v>131.65467704309899</c:v>
                </c:pt>
                <c:pt idx="250">
                  <c:v>147.18749987039399</c:v>
                </c:pt>
                <c:pt idx="251">
                  <c:v>167.06238044169598</c:v>
                </c:pt>
                <c:pt idx="252">
                  <c:v>180.10244460426</c:v>
                </c:pt>
                <c:pt idx="253">
                  <c:v>198.17336768155599</c:v>
                </c:pt>
                <c:pt idx="254">
                  <c:v>207.88518493229</c:v>
                </c:pt>
                <c:pt idx="255">
                  <c:v>204.148333197331</c:v>
                </c:pt>
                <c:pt idx="256">
                  <c:v>191.98490289824798</c:v>
                </c:pt>
                <c:pt idx="257">
                  <c:v>208.78053386784597</c:v>
                </c:pt>
                <c:pt idx="258">
                  <c:v>203.33472290077299</c:v>
                </c:pt>
                <c:pt idx="259">
                  <c:v>227.14688463195802</c:v>
                </c:pt>
                <c:pt idx="260">
                  <c:v>248.55407273619099</c:v>
                </c:pt>
                <c:pt idx="261">
                  <c:v>292.26352123789303</c:v>
                </c:pt>
                <c:pt idx="262">
                  <c:v>285.39732277829995</c:v>
                </c:pt>
                <c:pt idx="263">
                  <c:v>229.09394236073302</c:v>
                </c:pt>
                <c:pt idx="264">
                  <c:v>155.11102991680099</c:v>
                </c:pt>
                <c:pt idx="265">
                  <c:v>93.379097090993994</c:v>
                </c:pt>
                <c:pt idx="266">
                  <c:v>54.855294943108007</c:v>
                </c:pt>
                <c:pt idx="267">
                  <c:v>35.401521982477</c:v>
                </c:pt>
                <c:pt idx="268">
                  <c:v>26.974449588885996</c:v>
                </c:pt>
                <c:pt idx="269">
                  <c:v>28.796863838149999</c:v>
                </c:pt>
                <c:pt idx="270">
                  <c:v>60.734499681406007</c:v>
                </c:pt>
                <c:pt idx="271">
                  <c:v>99.113409765610015</c:v>
                </c:pt>
                <c:pt idx="272">
                  <c:v>122.77533484865201</c:v>
                </c:pt>
                <c:pt idx="273">
                  <c:v>133.97217735643599</c:v>
                </c:pt>
                <c:pt idx="274">
                  <c:v>148.65709670103899</c:v>
                </c:pt>
                <c:pt idx="275">
                  <c:v>168.302129263144</c:v>
                </c:pt>
                <c:pt idx="276">
                  <c:v>180.54663446951602</c:v>
                </c:pt>
                <c:pt idx="277">
                  <c:v>197.62629852898002</c:v>
                </c:pt>
                <c:pt idx="278">
                  <c:v>206.20670779130603</c:v>
                </c:pt>
                <c:pt idx="279">
                  <c:v>202.64440811412899</c:v>
                </c:pt>
                <c:pt idx="280">
                  <c:v>190.40349027470103</c:v>
                </c:pt>
                <c:pt idx="281">
                  <c:v>203.20077949222099</c:v>
                </c:pt>
                <c:pt idx="282">
                  <c:v>197.97048062901803</c:v>
                </c:pt>
                <c:pt idx="283">
                  <c:v>226.74743179730802</c:v>
                </c:pt>
                <c:pt idx="284">
                  <c:v>251.372638369859</c:v>
                </c:pt>
                <c:pt idx="285">
                  <c:v>297.85153240283603</c:v>
                </c:pt>
                <c:pt idx="286">
                  <c:v>289.18898927006603</c:v>
                </c:pt>
                <c:pt idx="287">
                  <c:v>231.25855606484799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F3F-49BE-B4BE-2314BCBEA2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8096536"/>
        <c:axId val="228096864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'01-10 12-10-2026'!$B$1</c15:sqref>
                        </c15:formulaRef>
                      </c:ext>
                    </c:extLst>
                    <c:strCache>
                      <c:ptCount val="1"/>
                      <c:pt idx="0">
                        <c:v>ANB-DGW1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'01-10 12-10-2026'!$B$2:$B$289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37.722343291999998</c:v>
                      </c:pt>
                      <c:pt idx="1">
                        <c:v>24.145887159000001</c:v>
                      </c:pt>
                      <c:pt idx="2">
                        <c:v>14.702230242000001</c:v>
                      </c:pt>
                      <c:pt idx="3">
                        <c:v>9.6597148340000007</c:v>
                      </c:pt>
                      <c:pt idx="4">
                        <c:v>7.6634728330000002</c:v>
                      </c:pt>
                      <c:pt idx="5">
                        <c:v>10.076575760000001</c:v>
                      </c:pt>
                      <c:pt idx="6">
                        <c:v>17.451226182999999</c:v>
                      </c:pt>
                      <c:pt idx="7">
                        <c:v>25.671749238</c:v>
                      </c:pt>
                      <c:pt idx="8">
                        <c:v>31.472451665000001</c:v>
                      </c:pt>
                      <c:pt idx="9">
                        <c:v>34.376243232</c:v>
                      </c:pt>
                      <c:pt idx="10">
                        <c:v>37.647726216000002</c:v>
                      </c:pt>
                      <c:pt idx="11">
                        <c:v>42.167380426999998</c:v>
                      </c:pt>
                      <c:pt idx="12">
                        <c:v>44.896289052</c:v>
                      </c:pt>
                      <c:pt idx="13">
                        <c:v>50.839268376</c:v>
                      </c:pt>
                      <c:pt idx="14">
                        <c:v>51.847091737</c:v>
                      </c:pt>
                      <c:pt idx="15">
                        <c:v>49.419396355000003</c:v>
                      </c:pt>
                      <c:pt idx="16">
                        <c:v>45.806526179000002</c:v>
                      </c:pt>
                      <c:pt idx="17">
                        <c:v>47.674313499999997</c:v>
                      </c:pt>
                      <c:pt idx="18">
                        <c:v>47.877328869999999</c:v>
                      </c:pt>
                      <c:pt idx="19">
                        <c:v>55.927170254000004</c:v>
                      </c:pt>
                      <c:pt idx="20">
                        <c:v>62.857139338000003</c:v>
                      </c:pt>
                      <c:pt idx="21">
                        <c:v>69.079106683999996</c:v>
                      </c:pt>
                      <c:pt idx="22">
                        <c:v>67.044979372</c:v>
                      </c:pt>
                      <c:pt idx="23">
                        <c:v>56.828734179000001</c:v>
                      </c:pt>
                      <c:pt idx="24">
                        <c:v>42.036318153000003</c:v>
                      </c:pt>
                      <c:pt idx="25">
                        <c:v>27.747670681999999</c:v>
                      </c:pt>
                      <c:pt idx="26">
                        <c:v>17.226038311</c:v>
                      </c:pt>
                      <c:pt idx="27">
                        <c:v>11.171151713</c:v>
                      </c:pt>
                      <c:pt idx="28">
                        <c:v>8.2830100009999992</c:v>
                      </c:pt>
                      <c:pt idx="29">
                        <c:v>9.6889501340000006</c:v>
                      </c:pt>
                      <c:pt idx="30">
                        <c:v>15.191034303</c:v>
                      </c:pt>
                      <c:pt idx="31">
                        <c:v>22.921499662999999</c:v>
                      </c:pt>
                      <c:pt idx="32">
                        <c:v>31.575913184000001</c:v>
                      </c:pt>
                      <c:pt idx="33">
                        <c:v>37.537963173000001</c:v>
                      </c:pt>
                      <c:pt idx="34">
                        <c:v>42.343879794999999</c:v>
                      </c:pt>
                      <c:pt idx="35">
                        <c:v>47.478879675000002</c:v>
                      </c:pt>
                      <c:pt idx="36">
                        <c:v>47.599674917999998</c:v>
                      </c:pt>
                      <c:pt idx="37">
                        <c:v>52.246253631000002</c:v>
                      </c:pt>
                      <c:pt idx="38">
                        <c:v>60.106113594</c:v>
                      </c:pt>
                      <c:pt idx="39">
                        <c:v>55.983755817000002</c:v>
                      </c:pt>
                      <c:pt idx="40">
                        <c:v>50.131677961999998</c:v>
                      </c:pt>
                      <c:pt idx="41">
                        <c:v>50.821307756000003</c:v>
                      </c:pt>
                      <c:pt idx="42">
                        <c:v>49.570989482999998</c:v>
                      </c:pt>
                      <c:pt idx="43">
                        <c:v>56.913588347999998</c:v>
                      </c:pt>
                      <c:pt idx="44">
                        <c:v>64.658131225999995</c:v>
                      </c:pt>
                      <c:pt idx="45">
                        <c:v>71.503956576999997</c:v>
                      </c:pt>
                      <c:pt idx="46">
                        <c:v>69.441691141000007</c:v>
                      </c:pt>
                      <c:pt idx="47">
                        <c:v>59.077300125000001</c:v>
                      </c:pt>
                      <c:pt idx="48">
                        <c:v>43.813133442999998</c:v>
                      </c:pt>
                      <c:pt idx="49">
                        <c:v>28.863796873999998</c:v>
                      </c:pt>
                      <c:pt idx="50">
                        <c:v>17.424508671000002</c:v>
                      </c:pt>
                      <c:pt idx="51">
                        <c:v>10.94489709</c:v>
                      </c:pt>
                      <c:pt idx="52">
                        <c:v>8.0351589350000001</c:v>
                      </c:pt>
                      <c:pt idx="53">
                        <c:v>9.8130062789999997</c:v>
                      </c:pt>
                      <c:pt idx="54">
                        <c:v>16.015797810999999</c:v>
                      </c:pt>
                      <c:pt idx="55">
                        <c:v>24.140824597999998</c:v>
                      </c:pt>
                      <c:pt idx="56">
                        <c:v>32.115332590999998</c:v>
                      </c:pt>
                      <c:pt idx="57">
                        <c:v>36.858491434000001</c:v>
                      </c:pt>
                      <c:pt idx="58">
                        <c:v>40.280661811999998</c:v>
                      </c:pt>
                      <c:pt idx="59">
                        <c:v>44.638809191999997</c:v>
                      </c:pt>
                      <c:pt idx="60">
                        <c:v>46.645061595999998</c:v>
                      </c:pt>
                      <c:pt idx="61">
                        <c:v>53.725821420999999</c:v>
                      </c:pt>
                      <c:pt idx="62">
                        <c:v>54.933505279999999</c:v>
                      </c:pt>
                      <c:pt idx="63">
                        <c:v>51.440147506999999</c:v>
                      </c:pt>
                      <c:pt idx="64">
                        <c:v>47.399983470999999</c:v>
                      </c:pt>
                      <c:pt idx="65">
                        <c:v>48.982706035</c:v>
                      </c:pt>
                      <c:pt idx="66">
                        <c:v>48.289765719999998</c:v>
                      </c:pt>
                      <c:pt idx="67">
                        <c:v>55.145497816999999</c:v>
                      </c:pt>
                      <c:pt idx="68">
                        <c:v>62.871486222999998</c:v>
                      </c:pt>
                      <c:pt idx="69">
                        <c:v>68.950817338999997</c:v>
                      </c:pt>
                      <c:pt idx="70">
                        <c:v>65.625586986000002</c:v>
                      </c:pt>
                      <c:pt idx="71">
                        <c:v>53.503328863999997</c:v>
                      </c:pt>
                      <c:pt idx="72">
                        <c:v>37.448278197999997</c:v>
                      </c:pt>
                      <c:pt idx="73">
                        <c:v>23.256622975999999</c:v>
                      </c:pt>
                      <c:pt idx="74">
                        <c:v>14.133039875</c:v>
                      </c:pt>
                      <c:pt idx="75">
                        <c:v>9.3100507869999998</c:v>
                      </c:pt>
                      <c:pt idx="76">
                        <c:v>7.4656021490000004</c:v>
                      </c:pt>
                      <c:pt idx="77">
                        <c:v>9.5878770640000006</c:v>
                      </c:pt>
                      <c:pt idx="78">
                        <c:v>16.789950574999999</c:v>
                      </c:pt>
                      <c:pt idx="79">
                        <c:v>24.292290768000001</c:v>
                      </c:pt>
                      <c:pt idx="80">
                        <c:v>30.323243581</c:v>
                      </c:pt>
                      <c:pt idx="81">
                        <c:v>33.219075767</c:v>
                      </c:pt>
                      <c:pt idx="82">
                        <c:v>36.253629351999997</c:v>
                      </c:pt>
                      <c:pt idx="83">
                        <c:v>40.712463802999999</c:v>
                      </c:pt>
                      <c:pt idx="84">
                        <c:v>42.936865259000001</c:v>
                      </c:pt>
                      <c:pt idx="85">
                        <c:v>48.126910541999997</c:v>
                      </c:pt>
                      <c:pt idx="86">
                        <c:v>49.345605194000001</c:v>
                      </c:pt>
                      <c:pt idx="87">
                        <c:v>46.547518234999998</c:v>
                      </c:pt>
                      <c:pt idx="88">
                        <c:v>45.472715954999998</c:v>
                      </c:pt>
                      <c:pt idx="89">
                        <c:v>48.061011413000003</c:v>
                      </c:pt>
                      <c:pt idx="90">
                        <c:v>47.847150675999998</c:v>
                      </c:pt>
                      <c:pt idx="91">
                        <c:v>54.903252240999997</c:v>
                      </c:pt>
                      <c:pt idx="92">
                        <c:v>62.836585192999998</c:v>
                      </c:pt>
                      <c:pt idx="93">
                        <c:v>68.507259618999996</c:v>
                      </c:pt>
                      <c:pt idx="94">
                        <c:v>64.208953668000007</c:v>
                      </c:pt>
                      <c:pt idx="95">
                        <c:v>51.092314698999999</c:v>
                      </c:pt>
                      <c:pt idx="96">
                        <c:v>34.893297222000001</c:v>
                      </c:pt>
                      <c:pt idx="97">
                        <c:v>21.702265122</c:v>
                      </c:pt>
                      <c:pt idx="98">
                        <c:v>13.407486756999999</c:v>
                      </c:pt>
                      <c:pt idx="99">
                        <c:v>9.0465496699999992</c:v>
                      </c:pt>
                      <c:pt idx="100">
                        <c:v>7.3397419590000004</c:v>
                      </c:pt>
                      <c:pt idx="101">
                        <c:v>9.6883949890000007</c:v>
                      </c:pt>
                      <c:pt idx="102">
                        <c:v>17.411375449000001</c:v>
                      </c:pt>
                      <c:pt idx="103">
                        <c:v>25.275291182</c:v>
                      </c:pt>
                      <c:pt idx="104">
                        <c:v>30.634623374</c:v>
                      </c:pt>
                      <c:pt idx="105">
                        <c:v>33.459265907999999</c:v>
                      </c:pt>
                      <c:pt idx="106">
                        <c:v>36.414304573999999</c:v>
                      </c:pt>
                      <c:pt idx="107">
                        <c:v>41.075267635000003</c:v>
                      </c:pt>
                      <c:pt idx="108">
                        <c:v>43.526272951000003</c:v>
                      </c:pt>
                      <c:pt idx="109">
                        <c:v>48.576973305000003</c:v>
                      </c:pt>
                      <c:pt idx="110">
                        <c:v>49.033419373000001</c:v>
                      </c:pt>
                      <c:pt idx="111">
                        <c:v>46.289395888000001</c:v>
                      </c:pt>
                      <c:pt idx="112">
                        <c:v>45.114741838</c:v>
                      </c:pt>
                      <c:pt idx="113">
                        <c:v>46.997171334999997</c:v>
                      </c:pt>
                      <c:pt idx="114">
                        <c:v>47.079571678000001</c:v>
                      </c:pt>
                      <c:pt idx="115">
                        <c:v>54.564609748999999</c:v>
                      </c:pt>
                      <c:pt idx="116">
                        <c:v>62.807242750999997</c:v>
                      </c:pt>
                      <c:pt idx="117">
                        <c:v>68.878337333000005</c:v>
                      </c:pt>
                      <c:pt idx="118">
                        <c:v>64.688653121000002</c:v>
                      </c:pt>
                      <c:pt idx="119">
                        <c:v>51.904073136000001</c:v>
                      </c:pt>
                      <c:pt idx="120">
                        <c:v>35.631017034999999</c:v>
                      </c:pt>
                      <c:pt idx="121">
                        <c:v>22.127616108000002</c:v>
                      </c:pt>
                      <c:pt idx="122">
                        <c:v>13.276909649</c:v>
                      </c:pt>
                      <c:pt idx="123">
                        <c:v>8.90812618</c:v>
                      </c:pt>
                      <c:pt idx="124">
                        <c:v>7.1906241910000004</c:v>
                      </c:pt>
                      <c:pt idx="125">
                        <c:v>9.4725215330000001</c:v>
                      </c:pt>
                      <c:pt idx="126">
                        <c:v>17.299951762999999</c:v>
                      </c:pt>
                      <c:pt idx="127">
                        <c:v>25.375849272</c:v>
                      </c:pt>
                      <c:pt idx="128">
                        <c:v>30.957367195</c:v>
                      </c:pt>
                      <c:pt idx="129">
                        <c:v>33.87005834</c:v>
                      </c:pt>
                      <c:pt idx="130">
                        <c:v>37.344047304</c:v>
                      </c:pt>
                      <c:pt idx="131">
                        <c:v>41.403031429000002</c:v>
                      </c:pt>
                      <c:pt idx="132">
                        <c:v>44.800148917999998</c:v>
                      </c:pt>
                      <c:pt idx="133">
                        <c:v>52.703264247</c:v>
                      </c:pt>
                      <c:pt idx="134">
                        <c:v>53.150156250000002</c:v>
                      </c:pt>
                      <c:pt idx="135">
                        <c:v>49.557161516999997</c:v>
                      </c:pt>
                      <c:pt idx="136">
                        <c:v>46.176372121</c:v>
                      </c:pt>
                      <c:pt idx="137">
                        <c:v>47.689308551000003</c:v>
                      </c:pt>
                      <c:pt idx="138">
                        <c:v>50.912855129</c:v>
                      </c:pt>
                      <c:pt idx="139">
                        <c:v>57.838020481000001</c:v>
                      </c:pt>
                      <c:pt idx="140">
                        <c:v>63.836449674000001</c:v>
                      </c:pt>
                      <c:pt idx="141">
                        <c:v>69.446834542999994</c:v>
                      </c:pt>
                      <c:pt idx="142">
                        <c:v>64.998225966999996</c:v>
                      </c:pt>
                      <c:pt idx="143">
                        <c:v>51.592158431999998</c:v>
                      </c:pt>
                      <c:pt idx="144">
                        <c:v>36.207478408999997</c:v>
                      </c:pt>
                      <c:pt idx="145">
                        <c:v>22.550102991999999</c:v>
                      </c:pt>
                      <c:pt idx="146">
                        <c:v>14.021489165</c:v>
                      </c:pt>
                      <c:pt idx="147">
                        <c:v>9.0524205480000006</c:v>
                      </c:pt>
                      <c:pt idx="148">
                        <c:v>7.1966161790000003</c:v>
                      </c:pt>
                      <c:pt idx="149">
                        <c:v>9.6324284280000008</c:v>
                      </c:pt>
                      <c:pt idx="150">
                        <c:v>17.851548853000001</c:v>
                      </c:pt>
                      <c:pt idx="151">
                        <c:v>25.80510786</c:v>
                      </c:pt>
                      <c:pt idx="152">
                        <c:v>31.723913738</c:v>
                      </c:pt>
                      <c:pt idx="153">
                        <c:v>34.338394510000001</c:v>
                      </c:pt>
                      <c:pt idx="154">
                        <c:v>37.340533145000002</c:v>
                      </c:pt>
                      <c:pt idx="155">
                        <c:v>41.734957174000002</c:v>
                      </c:pt>
                      <c:pt idx="156">
                        <c:v>43.911618390000001</c:v>
                      </c:pt>
                      <c:pt idx="157">
                        <c:v>49.083155024</c:v>
                      </c:pt>
                      <c:pt idx="158">
                        <c:v>49.718012227999999</c:v>
                      </c:pt>
                      <c:pt idx="159">
                        <c:v>47.089079744000003</c:v>
                      </c:pt>
                      <c:pt idx="160">
                        <c:v>46.333373827000003</c:v>
                      </c:pt>
                      <c:pt idx="161">
                        <c:v>48.266731114999999</c:v>
                      </c:pt>
                      <c:pt idx="162">
                        <c:v>48.148165034999998</c:v>
                      </c:pt>
                      <c:pt idx="163">
                        <c:v>55.310440174999997</c:v>
                      </c:pt>
                      <c:pt idx="164">
                        <c:v>62.927918026</c:v>
                      </c:pt>
                      <c:pt idx="165">
                        <c:v>68.445422612000002</c:v>
                      </c:pt>
                      <c:pt idx="166">
                        <c:v>64.919677367999995</c:v>
                      </c:pt>
                      <c:pt idx="167">
                        <c:v>51.902744671000001</c:v>
                      </c:pt>
                      <c:pt idx="168">
                        <c:v>35.823547806999997</c:v>
                      </c:pt>
                      <c:pt idx="169">
                        <c:v>22.286222989999999</c:v>
                      </c:pt>
                      <c:pt idx="170">
                        <c:v>13.646292528</c:v>
                      </c:pt>
                      <c:pt idx="171">
                        <c:v>9.2133494240000005</c:v>
                      </c:pt>
                      <c:pt idx="172">
                        <c:v>7.54941979</c:v>
                      </c:pt>
                      <c:pt idx="173">
                        <c:v>10.054208888</c:v>
                      </c:pt>
                      <c:pt idx="174">
                        <c:v>18.602127655</c:v>
                      </c:pt>
                      <c:pt idx="175">
                        <c:v>27.339868363000001</c:v>
                      </c:pt>
                      <c:pt idx="176">
                        <c:v>34.696428167000001</c:v>
                      </c:pt>
                      <c:pt idx="177">
                        <c:v>39.767718160999998</c:v>
                      </c:pt>
                      <c:pt idx="178">
                        <c:v>40.985676812000001</c:v>
                      </c:pt>
                      <c:pt idx="179">
                        <c:v>44.592308742</c:v>
                      </c:pt>
                      <c:pt idx="180">
                        <c:v>47.821259296000001</c:v>
                      </c:pt>
                      <c:pt idx="181">
                        <c:v>53.204990965999997</c:v>
                      </c:pt>
                      <c:pt idx="182">
                        <c:v>53.447635488000003</c:v>
                      </c:pt>
                      <c:pt idx="183">
                        <c:v>50.415502914999998</c:v>
                      </c:pt>
                      <c:pt idx="184">
                        <c:v>48.178929312999998</c:v>
                      </c:pt>
                      <c:pt idx="185">
                        <c:v>49.649108650999999</c:v>
                      </c:pt>
                      <c:pt idx="186">
                        <c:v>50.808753613999997</c:v>
                      </c:pt>
                      <c:pt idx="187">
                        <c:v>59.049467473</c:v>
                      </c:pt>
                      <c:pt idx="188">
                        <c:v>67.012162365999998</c:v>
                      </c:pt>
                      <c:pt idx="189">
                        <c:v>72.247792251000007</c:v>
                      </c:pt>
                      <c:pt idx="190">
                        <c:v>69.401367751999999</c:v>
                      </c:pt>
                      <c:pt idx="191">
                        <c:v>57.514088684999997</c:v>
                      </c:pt>
                      <c:pt idx="192">
                        <c:v>41.807986829999997</c:v>
                      </c:pt>
                      <c:pt idx="193">
                        <c:v>26.954218586</c:v>
                      </c:pt>
                      <c:pt idx="194">
                        <c:v>16.720306825000002</c:v>
                      </c:pt>
                      <c:pt idx="195">
                        <c:v>11.361043449</c:v>
                      </c:pt>
                      <c:pt idx="196">
                        <c:v>8.8736187599999994</c:v>
                      </c:pt>
                      <c:pt idx="197">
                        <c:v>9.9345452919999993</c:v>
                      </c:pt>
                      <c:pt idx="198">
                        <c:v>16.254302307</c:v>
                      </c:pt>
                      <c:pt idx="199">
                        <c:v>24.227983131999999</c:v>
                      </c:pt>
                      <c:pt idx="200">
                        <c:v>33.804394737000003</c:v>
                      </c:pt>
                      <c:pt idx="201">
                        <c:v>40.133590769000001</c:v>
                      </c:pt>
                      <c:pt idx="202">
                        <c:v>45.085941024999997</c:v>
                      </c:pt>
                      <c:pt idx="203">
                        <c:v>49.834831502</c:v>
                      </c:pt>
                      <c:pt idx="204">
                        <c:v>49.423343207999999</c:v>
                      </c:pt>
                      <c:pt idx="205">
                        <c:v>54.569770429999998</c:v>
                      </c:pt>
                      <c:pt idx="206">
                        <c:v>62.943547920999997</c:v>
                      </c:pt>
                      <c:pt idx="207">
                        <c:v>57.815242024</c:v>
                      </c:pt>
                      <c:pt idx="208">
                        <c:v>54.120173481999998</c:v>
                      </c:pt>
                      <c:pt idx="209">
                        <c:v>55.274960487999998</c:v>
                      </c:pt>
                      <c:pt idx="210">
                        <c:v>54.778099699999999</c:v>
                      </c:pt>
                      <c:pt idx="211">
                        <c:v>61.318424391999997</c:v>
                      </c:pt>
                      <c:pt idx="212">
                        <c:v>68.962276860000003</c:v>
                      </c:pt>
                      <c:pt idx="213">
                        <c:v>74.302937846000006</c:v>
                      </c:pt>
                      <c:pt idx="214">
                        <c:v>71.544918577999994</c:v>
                      </c:pt>
                      <c:pt idx="215">
                        <c:v>58.979516570000001</c:v>
                      </c:pt>
                      <c:pt idx="216">
                        <c:v>42.052708223000003</c:v>
                      </c:pt>
                      <c:pt idx="217">
                        <c:v>26.686286043999999</c:v>
                      </c:pt>
                      <c:pt idx="218">
                        <c:v>16.433999303</c:v>
                      </c:pt>
                      <c:pt idx="219">
                        <c:v>10.647384135999999</c:v>
                      </c:pt>
                      <c:pt idx="220">
                        <c:v>8.1453342749999997</c:v>
                      </c:pt>
                      <c:pt idx="221">
                        <c:v>9.8258439489999994</c:v>
                      </c:pt>
                      <c:pt idx="222">
                        <c:v>16.929414774000001</c:v>
                      </c:pt>
                      <c:pt idx="223">
                        <c:v>25.295349885</c:v>
                      </c:pt>
                      <c:pt idx="224">
                        <c:v>33.920701780000002</c:v>
                      </c:pt>
                      <c:pt idx="225">
                        <c:v>38.301712342000002</c:v>
                      </c:pt>
                      <c:pt idx="226">
                        <c:v>41.484038902999998</c:v>
                      </c:pt>
                      <c:pt idx="227">
                        <c:v>45.597334572999998</c:v>
                      </c:pt>
                      <c:pt idx="228">
                        <c:v>46.890870661000001</c:v>
                      </c:pt>
                      <c:pt idx="229">
                        <c:v>54.323097543999999</c:v>
                      </c:pt>
                      <c:pt idx="230">
                        <c:v>55.842505369999998</c:v>
                      </c:pt>
                      <c:pt idx="231">
                        <c:v>52.019731495999999</c:v>
                      </c:pt>
                      <c:pt idx="232">
                        <c:v>49.307330491999998</c:v>
                      </c:pt>
                      <c:pt idx="233">
                        <c:v>51.216711205000003</c:v>
                      </c:pt>
                      <c:pt idx="234">
                        <c:v>51.857530640999997</c:v>
                      </c:pt>
                      <c:pt idx="235">
                        <c:v>58.529978018999998</c:v>
                      </c:pt>
                      <c:pt idx="236">
                        <c:v>67.680482565000005</c:v>
                      </c:pt>
                      <c:pt idx="237">
                        <c:v>72.802259000000006</c:v>
                      </c:pt>
                      <c:pt idx="238">
                        <c:v>67.390315860000001</c:v>
                      </c:pt>
                      <c:pt idx="239">
                        <c:v>53.177197538999998</c:v>
                      </c:pt>
                      <c:pt idx="240">
                        <c:v>36.234576799000003</c:v>
                      </c:pt>
                      <c:pt idx="241">
                        <c:v>22.515163090000001</c:v>
                      </c:pt>
                      <c:pt idx="242">
                        <c:v>13.715615155</c:v>
                      </c:pt>
                      <c:pt idx="243">
                        <c:v>9.2463865910000003</c:v>
                      </c:pt>
                      <c:pt idx="244">
                        <c:v>7.5213891400000001</c:v>
                      </c:pt>
                      <c:pt idx="245">
                        <c:v>9.4664726679999998</c:v>
                      </c:pt>
                      <c:pt idx="246">
                        <c:v>17.551289300000001</c:v>
                      </c:pt>
                      <c:pt idx="247">
                        <c:v>25.485121236000001</c:v>
                      </c:pt>
                      <c:pt idx="248">
                        <c:v>31.905024267000002</c:v>
                      </c:pt>
                      <c:pt idx="249">
                        <c:v>34.239586602000003</c:v>
                      </c:pt>
                      <c:pt idx="250">
                        <c:v>37.077797887999999</c:v>
                      </c:pt>
                      <c:pt idx="251">
                        <c:v>41.162320843000003</c:v>
                      </c:pt>
                      <c:pt idx="252">
                        <c:v>43.777259282000003</c:v>
                      </c:pt>
                      <c:pt idx="253">
                        <c:v>49.170232806999998</c:v>
                      </c:pt>
                      <c:pt idx="254">
                        <c:v>50.176420309000001</c:v>
                      </c:pt>
                      <c:pt idx="255">
                        <c:v>47.411942889000002</c:v>
                      </c:pt>
                      <c:pt idx="256">
                        <c:v>48.050136389999999</c:v>
                      </c:pt>
                      <c:pt idx="257">
                        <c:v>50.297599761000001</c:v>
                      </c:pt>
                      <c:pt idx="258">
                        <c:v>50.768183170999997</c:v>
                      </c:pt>
                      <c:pt idx="259">
                        <c:v>57.468381332</c:v>
                      </c:pt>
                      <c:pt idx="260">
                        <c:v>66.314262483999997</c:v>
                      </c:pt>
                      <c:pt idx="261">
                        <c:v>70.928821541000005</c:v>
                      </c:pt>
                      <c:pt idx="262">
                        <c:v>66.375293350000007</c:v>
                      </c:pt>
                      <c:pt idx="263">
                        <c:v>51.791880651</c:v>
                      </c:pt>
                      <c:pt idx="264">
                        <c:v>35.069377998999997</c:v>
                      </c:pt>
                      <c:pt idx="265">
                        <c:v>20.902105103</c:v>
                      </c:pt>
                      <c:pt idx="266">
                        <c:v>12.732903929000001</c:v>
                      </c:pt>
                      <c:pt idx="267">
                        <c:v>8.7397040159999992</c:v>
                      </c:pt>
                      <c:pt idx="268">
                        <c:v>7.2795221010000004</c:v>
                      </c:pt>
                      <c:pt idx="269">
                        <c:v>9.4458385119999999</c:v>
                      </c:pt>
                      <c:pt idx="270">
                        <c:v>17.950254706999999</c:v>
                      </c:pt>
                      <c:pt idx="271">
                        <c:v>26.379751225</c:v>
                      </c:pt>
                      <c:pt idx="272">
                        <c:v>32.169561029999997</c:v>
                      </c:pt>
                      <c:pt idx="273">
                        <c:v>34.879438223000001</c:v>
                      </c:pt>
                      <c:pt idx="274">
                        <c:v>38.320449791999998</c:v>
                      </c:pt>
                      <c:pt idx="275">
                        <c:v>42.843358852000001</c:v>
                      </c:pt>
                      <c:pt idx="276">
                        <c:v>45.104040208000001</c:v>
                      </c:pt>
                      <c:pt idx="277">
                        <c:v>50.216717889999998</c:v>
                      </c:pt>
                      <c:pt idx="278">
                        <c:v>50.876804233999998</c:v>
                      </c:pt>
                      <c:pt idx="279">
                        <c:v>47.918043728000001</c:v>
                      </c:pt>
                      <c:pt idx="280">
                        <c:v>48.120500385</c:v>
                      </c:pt>
                      <c:pt idx="281">
                        <c:v>50.083724300999997</c:v>
                      </c:pt>
                      <c:pt idx="282">
                        <c:v>50.852739302000003</c:v>
                      </c:pt>
                      <c:pt idx="283">
                        <c:v>58.393057249000002</c:v>
                      </c:pt>
                      <c:pt idx="284">
                        <c:v>67.54805125</c:v>
                      </c:pt>
                      <c:pt idx="285">
                        <c:v>72.377026443999995</c:v>
                      </c:pt>
                      <c:pt idx="286">
                        <c:v>66.656498471000006</c:v>
                      </c:pt>
                      <c:pt idx="287">
                        <c:v>51.772946591999997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BF3F-49BE-B4BE-2314BCBEA28B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12-10-2026'!$C$1</c15:sqref>
                        </c15:formulaRef>
                      </c:ext>
                    </c:extLst>
                    <c:strCache>
                      <c:ptCount val="1"/>
                      <c:pt idx="0">
                        <c:v>ANB-DGW1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12-10-2026'!$C$2:$C$289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4.9972709760000003</c:v>
                      </c:pt>
                      <c:pt idx="1">
                        <c:v>3.1860026079999999</c:v>
                      </c:pt>
                      <c:pt idx="2">
                        <c:v>2.0168194810000002</c:v>
                      </c:pt>
                      <c:pt idx="3">
                        <c:v>1.381702819</c:v>
                      </c:pt>
                      <c:pt idx="4">
                        <c:v>1.2312585199999999</c:v>
                      </c:pt>
                      <c:pt idx="5">
                        <c:v>1.884187101</c:v>
                      </c:pt>
                      <c:pt idx="6">
                        <c:v>3.2790683280000001</c:v>
                      </c:pt>
                      <c:pt idx="7">
                        <c:v>4.5243139159999997</c:v>
                      </c:pt>
                      <c:pt idx="8">
                        <c:v>4.97264383</c:v>
                      </c:pt>
                      <c:pt idx="9">
                        <c:v>4.9160988760000004</c:v>
                      </c:pt>
                      <c:pt idx="10">
                        <c:v>5.0393847200000002</c:v>
                      </c:pt>
                      <c:pt idx="11">
                        <c:v>5.4779176339999998</c:v>
                      </c:pt>
                      <c:pt idx="12">
                        <c:v>6.084455868</c:v>
                      </c:pt>
                      <c:pt idx="13">
                        <c:v>6.8179224530000004</c:v>
                      </c:pt>
                      <c:pt idx="14">
                        <c:v>6.9906920819999998</c:v>
                      </c:pt>
                      <c:pt idx="15">
                        <c:v>6.6899191839999999</c:v>
                      </c:pt>
                      <c:pt idx="16">
                        <c:v>5.9508570919999997</c:v>
                      </c:pt>
                      <c:pt idx="17">
                        <c:v>5.815979617</c:v>
                      </c:pt>
                      <c:pt idx="18">
                        <c:v>6.0128303860000001</c:v>
                      </c:pt>
                      <c:pt idx="19">
                        <c:v>6.9731569679999996</c:v>
                      </c:pt>
                      <c:pt idx="20">
                        <c:v>7.5900051309999998</c:v>
                      </c:pt>
                      <c:pt idx="21">
                        <c:v>8.3747093669999995</c:v>
                      </c:pt>
                      <c:pt idx="22">
                        <c:v>8.4731728870000005</c:v>
                      </c:pt>
                      <c:pt idx="23">
                        <c:v>7.4624718019999996</c:v>
                      </c:pt>
                      <c:pt idx="24">
                        <c:v>5.5049058679999998</c:v>
                      </c:pt>
                      <c:pt idx="25">
                        <c:v>3.5974495270000002</c:v>
                      </c:pt>
                      <c:pt idx="26">
                        <c:v>2.218430466</c:v>
                      </c:pt>
                      <c:pt idx="27">
                        <c:v>1.51844712</c:v>
                      </c:pt>
                      <c:pt idx="28">
                        <c:v>1.265061668</c:v>
                      </c:pt>
                      <c:pt idx="29">
                        <c:v>1.78393913</c:v>
                      </c:pt>
                      <c:pt idx="30">
                        <c:v>2.8497941510000002</c:v>
                      </c:pt>
                      <c:pt idx="31">
                        <c:v>4.1994425419999999</c:v>
                      </c:pt>
                      <c:pt idx="32">
                        <c:v>5.341778047</c:v>
                      </c:pt>
                      <c:pt idx="33">
                        <c:v>5.5816526209999999</c:v>
                      </c:pt>
                      <c:pt idx="34">
                        <c:v>5.773952092</c:v>
                      </c:pt>
                      <c:pt idx="35">
                        <c:v>6.308384577</c:v>
                      </c:pt>
                      <c:pt idx="36">
                        <c:v>6.6393928310000003</c:v>
                      </c:pt>
                      <c:pt idx="37">
                        <c:v>7.2168475230000002</c:v>
                      </c:pt>
                      <c:pt idx="38">
                        <c:v>7.8700260220000002</c:v>
                      </c:pt>
                      <c:pt idx="39">
                        <c:v>7.4317841600000003</c:v>
                      </c:pt>
                      <c:pt idx="40">
                        <c:v>6.4141046250000002</c:v>
                      </c:pt>
                      <c:pt idx="41">
                        <c:v>6.110620709</c:v>
                      </c:pt>
                      <c:pt idx="42">
                        <c:v>6.1881935950000004</c:v>
                      </c:pt>
                      <c:pt idx="43">
                        <c:v>7.077492908</c:v>
                      </c:pt>
                      <c:pt idx="44">
                        <c:v>7.706043362</c:v>
                      </c:pt>
                      <c:pt idx="45">
                        <c:v>8.5648485749999992</c:v>
                      </c:pt>
                      <c:pt idx="46">
                        <c:v>8.621954766</c:v>
                      </c:pt>
                      <c:pt idx="47">
                        <c:v>7.626679427</c:v>
                      </c:pt>
                      <c:pt idx="48">
                        <c:v>5.7142875950000001</c:v>
                      </c:pt>
                      <c:pt idx="49">
                        <c:v>3.7024208440000002</c:v>
                      </c:pt>
                      <c:pt idx="50">
                        <c:v>2.2354624950000002</c:v>
                      </c:pt>
                      <c:pt idx="51">
                        <c:v>1.525635195</c:v>
                      </c:pt>
                      <c:pt idx="52">
                        <c:v>1.2821371610000001</c:v>
                      </c:pt>
                      <c:pt idx="53">
                        <c:v>1.831822305</c:v>
                      </c:pt>
                      <c:pt idx="54">
                        <c:v>3.0310000989999999</c:v>
                      </c:pt>
                      <c:pt idx="55">
                        <c:v>4.377053697</c:v>
                      </c:pt>
                      <c:pt idx="56">
                        <c:v>5.3247240409999996</c:v>
                      </c:pt>
                      <c:pt idx="57">
                        <c:v>5.4576970039999999</c:v>
                      </c:pt>
                      <c:pt idx="58">
                        <c:v>5.4856484270000001</c:v>
                      </c:pt>
                      <c:pt idx="59">
                        <c:v>5.8727213220000003</c:v>
                      </c:pt>
                      <c:pt idx="60">
                        <c:v>6.3076344320000004</c:v>
                      </c:pt>
                      <c:pt idx="61">
                        <c:v>7.1471404449999998</c:v>
                      </c:pt>
                      <c:pt idx="62">
                        <c:v>7.3765252569999999</c:v>
                      </c:pt>
                      <c:pt idx="63">
                        <c:v>6.9387700790000002</c:v>
                      </c:pt>
                      <c:pt idx="64">
                        <c:v>6.0934127509999998</c:v>
                      </c:pt>
                      <c:pt idx="65">
                        <c:v>5.9733927329999998</c:v>
                      </c:pt>
                      <c:pt idx="66">
                        <c:v>6.0957495149999996</c:v>
                      </c:pt>
                      <c:pt idx="67">
                        <c:v>6.8580441580000002</c:v>
                      </c:pt>
                      <c:pt idx="68">
                        <c:v>7.5160994490000004</c:v>
                      </c:pt>
                      <c:pt idx="69">
                        <c:v>8.3778334040000004</c:v>
                      </c:pt>
                      <c:pt idx="70">
                        <c:v>8.3200461669999992</c:v>
                      </c:pt>
                      <c:pt idx="71">
                        <c:v>6.9385074580000001</c:v>
                      </c:pt>
                      <c:pt idx="72">
                        <c:v>4.8282656800000003</c:v>
                      </c:pt>
                      <c:pt idx="73">
                        <c:v>3.0523195849999998</c:v>
                      </c:pt>
                      <c:pt idx="74">
                        <c:v>1.8966320169999999</c:v>
                      </c:pt>
                      <c:pt idx="75">
                        <c:v>1.344256192</c:v>
                      </c:pt>
                      <c:pt idx="76">
                        <c:v>1.2134773670000001</c:v>
                      </c:pt>
                      <c:pt idx="77">
                        <c:v>1.786182103</c:v>
                      </c:pt>
                      <c:pt idx="78">
                        <c:v>3.1458243490000002</c:v>
                      </c:pt>
                      <c:pt idx="79">
                        <c:v>4.2375528889999998</c:v>
                      </c:pt>
                      <c:pt idx="80">
                        <c:v>4.7519298059999997</c:v>
                      </c:pt>
                      <c:pt idx="81">
                        <c:v>4.6916637269999999</c:v>
                      </c:pt>
                      <c:pt idx="82">
                        <c:v>4.7519677419999997</c:v>
                      </c:pt>
                      <c:pt idx="83">
                        <c:v>5.1614510070000001</c:v>
                      </c:pt>
                      <c:pt idx="84">
                        <c:v>5.7487050919999998</c:v>
                      </c:pt>
                      <c:pt idx="85">
                        <c:v>6.3644089580000003</c:v>
                      </c:pt>
                      <c:pt idx="86">
                        <c:v>6.5388240800000004</c:v>
                      </c:pt>
                      <c:pt idx="87">
                        <c:v>6.2070127429999999</c:v>
                      </c:pt>
                      <c:pt idx="88">
                        <c:v>5.7134707450000004</c:v>
                      </c:pt>
                      <c:pt idx="89">
                        <c:v>5.7289571390000003</c:v>
                      </c:pt>
                      <c:pt idx="90">
                        <c:v>5.9215295809999997</c:v>
                      </c:pt>
                      <c:pt idx="91">
                        <c:v>6.76866608</c:v>
                      </c:pt>
                      <c:pt idx="92">
                        <c:v>7.4868506640000003</c:v>
                      </c:pt>
                      <c:pt idx="93">
                        <c:v>8.2511946829999996</c:v>
                      </c:pt>
                      <c:pt idx="94">
                        <c:v>8.1571377839999997</c:v>
                      </c:pt>
                      <c:pt idx="95">
                        <c:v>6.7128785759999996</c:v>
                      </c:pt>
                      <c:pt idx="96">
                        <c:v>4.5974061239999999</c:v>
                      </c:pt>
                      <c:pt idx="97">
                        <c:v>2.8698148610000001</c:v>
                      </c:pt>
                      <c:pt idx="98">
                        <c:v>1.8581322309999999</c:v>
                      </c:pt>
                      <c:pt idx="99">
                        <c:v>1.3199648020000001</c:v>
                      </c:pt>
                      <c:pt idx="100">
                        <c:v>1.171986153</c:v>
                      </c:pt>
                      <c:pt idx="101">
                        <c:v>1.775360689</c:v>
                      </c:pt>
                      <c:pt idx="102">
                        <c:v>3.2184764549999998</c:v>
                      </c:pt>
                      <c:pt idx="103">
                        <c:v>4.346326855</c:v>
                      </c:pt>
                      <c:pt idx="104">
                        <c:v>4.7452671640000004</c:v>
                      </c:pt>
                      <c:pt idx="105">
                        <c:v>4.7301757369999997</c:v>
                      </c:pt>
                      <c:pt idx="106">
                        <c:v>4.7388560999999996</c:v>
                      </c:pt>
                      <c:pt idx="107">
                        <c:v>5.2628126330000002</c:v>
                      </c:pt>
                      <c:pt idx="108">
                        <c:v>5.7782562000000004</c:v>
                      </c:pt>
                      <c:pt idx="109">
                        <c:v>6.3774132479999999</c:v>
                      </c:pt>
                      <c:pt idx="110">
                        <c:v>6.4783920940000002</c:v>
                      </c:pt>
                      <c:pt idx="111">
                        <c:v>6.1916821720000002</c:v>
                      </c:pt>
                      <c:pt idx="112">
                        <c:v>5.7521323239999997</c:v>
                      </c:pt>
                      <c:pt idx="113">
                        <c:v>5.6236330780000001</c:v>
                      </c:pt>
                      <c:pt idx="114">
                        <c:v>5.8370751790000002</c:v>
                      </c:pt>
                      <c:pt idx="115">
                        <c:v>6.7360514350000003</c:v>
                      </c:pt>
                      <c:pt idx="116">
                        <c:v>7.3507265750000004</c:v>
                      </c:pt>
                      <c:pt idx="117">
                        <c:v>8.2594302269999993</c:v>
                      </c:pt>
                      <c:pt idx="118">
                        <c:v>8.118141928</c:v>
                      </c:pt>
                      <c:pt idx="119">
                        <c:v>6.7473800429999997</c:v>
                      </c:pt>
                      <c:pt idx="120">
                        <c:v>4.6351472810000001</c:v>
                      </c:pt>
                      <c:pt idx="121">
                        <c:v>2.8906258629999999</c:v>
                      </c:pt>
                      <c:pt idx="122">
                        <c:v>1.822386195</c:v>
                      </c:pt>
                      <c:pt idx="123">
                        <c:v>1.3223569580000001</c:v>
                      </c:pt>
                      <c:pt idx="124">
                        <c:v>1.162602838</c:v>
                      </c:pt>
                      <c:pt idx="125">
                        <c:v>1.7480212070000001</c:v>
                      </c:pt>
                      <c:pt idx="126">
                        <c:v>3.2381598130000002</c:v>
                      </c:pt>
                      <c:pt idx="127">
                        <c:v>4.4073880660000002</c:v>
                      </c:pt>
                      <c:pt idx="128">
                        <c:v>4.816830478</c:v>
                      </c:pt>
                      <c:pt idx="129">
                        <c:v>4.7379025500000003</c:v>
                      </c:pt>
                      <c:pt idx="130">
                        <c:v>4.8710538620000001</c:v>
                      </c:pt>
                      <c:pt idx="131">
                        <c:v>5.2944334919999996</c:v>
                      </c:pt>
                      <c:pt idx="132">
                        <c:v>6.0021423230000002</c:v>
                      </c:pt>
                      <c:pt idx="133">
                        <c:v>6.9416966569999996</c:v>
                      </c:pt>
                      <c:pt idx="134">
                        <c:v>7.1284040810000002</c:v>
                      </c:pt>
                      <c:pt idx="135">
                        <c:v>6.5993522779999996</c:v>
                      </c:pt>
                      <c:pt idx="136">
                        <c:v>5.8648716050000003</c:v>
                      </c:pt>
                      <c:pt idx="137">
                        <c:v>5.7016358680000003</c:v>
                      </c:pt>
                      <c:pt idx="138">
                        <c:v>6.1523008770000001</c:v>
                      </c:pt>
                      <c:pt idx="139">
                        <c:v>6.9532933760000004</c:v>
                      </c:pt>
                      <c:pt idx="140">
                        <c:v>7.5463083329999998</c:v>
                      </c:pt>
                      <c:pt idx="141">
                        <c:v>8.348930331</c:v>
                      </c:pt>
                      <c:pt idx="142">
                        <c:v>8.2365642030000004</c:v>
                      </c:pt>
                      <c:pt idx="143">
                        <c:v>6.7021592239999999</c:v>
                      </c:pt>
                      <c:pt idx="144">
                        <c:v>4.6943548770000003</c:v>
                      </c:pt>
                      <c:pt idx="145">
                        <c:v>2.9555912630000001</c:v>
                      </c:pt>
                      <c:pt idx="146">
                        <c:v>1.905778559</c:v>
                      </c:pt>
                      <c:pt idx="147">
                        <c:v>1.3054578400000001</c:v>
                      </c:pt>
                      <c:pt idx="148">
                        <c:v>1.1736746199999999</c:v>
                      </c:pt>
                      <c:pt idx="149">
                        <c:v>1.8097503020000001</c:v>
                      </c:pt>
                      <c:pt idx="150">
                        <c:v>3.320471457</c:v>
                      </c:pt>
                      <c:pt idx="151">
                        <c:v>4.4752249229999999</c:v>
                      </c:pt>
                      <c:pt idx="152">
                        <c:v>4.9845294280000001</c:v>
                      </c:pt>
                      <c:pt idx="153">
                        <c:v>4.848357568</c:v>
                      </c:pt>
                      <c:pt idx="154">
                        <c:v>4.8239062810000002</c:v>
                      </c:pt>
                      <c:pt idx="155">
                        <c:v>5.2796013039999998</c:v>
                      </c:pt>
                      <c:pt idx="156">
                        <c:v>5.8030986750000002</c:v>
                      </c:pt>
                      <c:pt idx="157">
                        <c:v>6.4676811650000001</c:v>
                      </c:pt>
                      <c:pt idx="158">
                        <c:v>6.5726196259999998</c:v>
                      </c:pt>
                      <c:pt idx="159">
                        <c:v>6.2098688370000001</c:v>
                      </c:pt>
                      <c:pt idx="160">
                        <c:v>5.8487302139999997</c:v>
                      </c:pt>
                      <c:pt idx="161">
                        <c:v>5.7679636350000001</c:v>
                      </c:pt>
                      <c:pt idx="162">
                        <c:v>5.9795879840000001</c:v>
                      </c:pt>
                      <c:pt idx="163">
                        <c:v>6.8477489650000001</c:v>
                      </c:pt>
                      <c:pt idx="164">
                        <c:v>7.538291622</c:v>
                      </c:pt>
                      <c:pt idx="165">
                        <c:v>8.2823351350000003</c:v>
                      </c:pt>
                      <c:pt idx="166">
                        <c:v>8.2272975810000002</c:v>
                      </c:pt>
                      <c:pt idx="167">
                        <c:v>6.7538775199999996</c:v>
                      </c:pt>
                      <c:pt idx="168">
                        <c:v>4.6714873800000003</c:v>
                      </c:pt>
                      <c:pt idx="169">
                        <c:v>2.933777284</c:v>
                      </c:pt>
                      <c:pt idx="170">
                        <c:v>1.8865688860000001</c:v>
                      </c:pt>
                      <c:pt idx="171">
                        <c:v>1.3469380440000001</c:v>
                      </c:pt>
                      <c:pt idx="172">
                        <c:v>1.234747579</c:v>
                      </c:pt>
                      <c:pt idx="173">
                        <c:v>1.879036677</c:v>
                      </c:pt>
                      <c:pt idx="174">
                        <c:v>3.5031047169999998</c:v>
                      </c:pt>
                      <c:pt idx="175">
                        <c:v>4.7938937590000004</c:v>
                      </c:pt>
                      <c:pt idx="176">
                        <c:v>5.4680290759999997</c:v>
                      </c:pt>
                      <c:pt idx="177">
                        <c:v>5.4255890170000001</c:v>
                      </c:pt>
                      <c:pt idx="178">
                        <c:v>5.1741781959999997</c:v>
                      </c:pt>
                      <c:pt idx="179">
                        <c:v>5.595683964</c:v>
                      </c:pt>
                      <c:pt idx="180">
                        <c:v>6.2888862809999999</c:v>
                      </c:pt>
                      <c:pt idx="181">
                        <c:v>7.0377097119999998</c:v>
                      </c:pt>
                      <c:pt idx="182">
                        <c:v>7.13615522</c:v>
                      </c:pt>
                      <c:pt idx="183">
                        <c:v>6.7551150460000002</c:v>
                      </c:pt>
                      <c:pt idx="184">
                        <c:v>6.0994978309999999</c:v>
                      </c:pt>
                      <c:pt idx="185">
                        <c:v>5.9882308709999998</c:v>
                      </c:pt>
                      <c:pt idx="186">
                        <c:v>6.3632078300000003</c:v>
                      </c:pt>
                      <c:pt idx="187">
                        <c:v>7.3128440010000002</c:v>
                      </c:pt>
                      <c:pt idx="188">
                        <c:v>7.9774482109999996</c:v>
                      </c:pt>
                      <c:pt idx="189">
                        <c:v>8.6421874669999994</c:v>
                      </c:pt>
                      <c:pt idx="190">
                        <c:v>8.6637417810000006</c:v>
                      </c:pt>
                      <c:pt idx="191">
                        <c:v>7.3489634199999996</c:v>
                      </c:pt>
                      <c:pt idx="192">
                        <c:v>5.4049286409999997</c:v>
                      </c:pt>
                      <c:pt idx="193">
                        <c:v>3.5071452980000002</c:v>
                      </c:pt>
                      <c:pt idx="194">
                        <c:v>2.2303674629999999</c:v>
                      </c:pt>
                      <c:pt idx="195">
                        <c:v>1.6602317289999999</c:v>
                      </c:pt>
                      <c:pt idx="196">
                        <c:v>1.3850009169999999</c:v>
                      </c:pt>
                      <c:pt idx="197">
                        <c:v>1.8312883550000001</c:v>
                      </c:pt>
                      <c:pt idx="198">
                        <c:v>3.0966327979999999</c:v>
                      </c:pt>
                      <c:pt idx="199">
                        <c:v>4.5572904909999998</c:v>
                      </c:pt>
                      <c:pt idx="200">
                        <c:v>5.8453159680000004</c:v>
                      </c:pt>
                      <c:pt idx="201">
                        <c:v>6.0369458810000003</c:v>
                      </c:pt>
                      <c:pt idx="202">
                        <c:v>6.092011555</c:v>
                      </c:pt>
                      <c:pt idx="203">
                        <c:v>6.5400174240000002</c:v>
                      </c:pt>
                      <c:pt idx="204">
                        <c:v>6.770628555</c:v>
                      </c:pt>
                      <c:pt idx="205">
                        <c:v>7.3326305380000001</c:v>
                      </c:pt>
                      <c:pt idx="206">
                        <c:v>8.0441628600000001</c:v>
                      </c:pt>
                      <c:pt idx="207">
                        <c:v>7.4974138699999999</c:v>
                      </c:pt>
                      <c:pt idx="208">
                        <c:v>6.6999948079999996</c:v>
                      </c:pt>
                      <c:pt idx="209">
                        <c:v>6.5859721630000001</c:v>
                      </c:pt>
                      <c:pt idx="210">
                        <c:v>6.8417773540000004</c:v>
                      </c:pt>
                      <c:pt idx="211">
                        <c:v>7.587346589</c:v>
                      </c:pt>
                      <c:pt idx="212">
                        <c:v>8.2582984530000001</c:v>
                      </c:pt>
                      <c:pt idx="213">
                        <c:v>8.9439767010000004</c:v>
                      </c:pt>
                      <c:pt idx="214">
                        <c:v>8.9363520570000006</c:v>
                      </c:pt>
                      <c:pt idx="215">
                        <c:v>7.5688166969999999</c:v>
                      </c:pt>
                      <c:pt idx="216">
                        <c:v>5.4873181349999998</c:v>
                      </c:pt>
                      <c:pt idx="217">
                        <c:v>3.5707069169999999</c:v>
                      </c:pt>
                      <c:pt idx="218">
                        <c:v>2.2388646670000001</c:v>
                      </c:pt>
                      <c:pt idx="219">
                        <c:v>1.527910334</c:v>
                      </c:pt>
                      <c:pt idx="220">
                        <c:v>1.3237589729999999</c:v>
                      </c:pt>
                      <c:pt idx="221">
                        <c:v>1.8182212499999999</c:v>
                      </c:pt>
                      <c:pt idx="222">
                        <c:v>3.2068958379999999</c:v>
                      </c:pt>
                      <c:pt idx="223">
                        <c:v>4.5687241370000002</c:v>
                      </c:pt>
                      <c:pt idx="224">
                        <c:v>5.5967454229999998</c:v>
                      </c:pt>
                      <c:pt idx="225">
                        <c:v>5.5873431880000002</c:v>
                      </c:pt>
                      <c:pt idx="226">
                        <c:v>5.5586625190000003</c:v>
                      </c:pt>
                      <c:pt idx="227">
                        <c:v>5.8490520090000002</c:v>
                      </c:pt>
                      <c:pt idx="228">
                        <c:v>6.2502646979999996</c:v>
                      </c:pt>
                      <c:pt idx="229">
                        <c:v>7.1150053829999997</c:v>
                      </c:pt>
                      <c:pt idx="230">
                        <c:v>7.3167563529999997</c:v>
                      </c:pt>
                      <c:pt idx="231">
                        <c:v>6.8488943359999999</c:v>
                      </c:pt>
                      <c:pt idx="232">
                        <c:v>6.2302703069999996</c:v>
                      </c:pt>
                      <c:pt idx="233">
                        <c:v>6.1402290979999998</c:v>
                      </c:pt>
                      <c:pt idx="234">
                        <c:v>6.4631662009999999</c:v>
                      </c:pt>
                      <c:pt idx="235">
                        <c:v>7.1947386880000002</c:v>
                      </c:pt>
                      <c:pt idx="236">
                        <c:v>7.9730750309999996</c:v>
                      </c:pt>
                      <c:pt idx="237">
                        <c:v>8.7295013269999995</c:v>
                      </c:pt>
                      <c:pt idx="238">
                        <c:v>8.5277831810000002</c:v>
                      </c:pt>
                      <c:pt idx="239">
                        <c:v>6.9218359500000002</c:v>
                      </c:pt>
                      <c:pt idx="240">
                        <c:v>4.6989994519999998</c:v>
                      </c:pt>
                      <c:pt idx="241">
                        <c:v>2.941039655</c:v>
                      </c:pt>
                      <c:pt idx="242">
                        <c:v>1.8770380790000001</c:v>
                      </c:pt>
                      <c:pt idx="243">
                        <c:v>1.373280488</c:v>
                      </c:pt>
                      <c:pt idx="244">
                        <c:v>1.2411382280000001</c:v>
                      </c:pt>
                      <c:pt idx="245">
                        <c:v>1.795931693</c:v>
                      </c:pt>
                      <c:pt idx="246">
                        <c:v>3.3109266910000001</c:v>
                      </c:pt>
                      <c:pt idx="247">
                        <c:v>4.4601303620000001</c:v>
                      </c:pt>
                      <c:pt idx="248">
                        <c:v>5.0366755689999998</c:v>
                      </c:pt>
                      <c:pt idx="249">
                        <c:v>4.8901594670000001</c:v>
                      </c:pt>
                      <c:pt idx="250">
                        <c:v>4.8402201900000001</c:v>
                      </c:pt>
                      <c:pt idx="251">
                        <c:v>5.2389985030000004</c:v>
                      </c:pt>
                      <c:pt idx="252">
                        <c:v>5.8027633060000001</c:v>
                      </c:pt>
                      <c:pt idx="253">
                        <c:v>6.442988647</c:v>
                      </c:pt>
                      <c:pt idx="254">
                        <c:v>6.6091307810000002</c:v>
                      </c:pt>
                      <c:pt idx="255">
                        <c:v>6.2907881200000002</c:v>
                      </c:pt>
                      <c:pt idx="256">
                        <c:v>5.9856208180000001</c:v>
                      </c:pt>
                      <c:pt idx="257">
                        <c:v>5.9174018430000004</c:v>
                      </c:pt>
                      <c:pt idx="258">
                        <c:v>6.263807484</c:v>
                      </c:pt>
                      <c:pt idx="259">
                        <c:v>7.1254945799999998</c:v>
                      </c:pt>
                      <c:pt idx="260">
                        <c:v>7.9046549959999997</c:v>
                      </c:pt>
                      <c:pt idx="261">
                        <c:v>8.6181167120000008</c:v>
                      </c:pt>
                      <c:pt idx="262">
                        <c:v>8.352800212</c:v>
                      </c:pt>
                      <c:pt idx="263">
                        <c:v>6.6941138230000004</c:v>
                      </c:pt>
                      <c:pt idx="264">
                        <c:v>4.5263706289999996</c:v>
                      </c:pt>
                      <c:pt idx="265">
                        <c:v>2.8142513349999998</c:v>
                      </c:pt>
                      <c:pt idx="266">
                        <c:v>1.794208069</c:v>
                      </c:pt>
                      <c:pt idx="267">
                        <c:v>1.290508258</c:v>
                      </c:pt>
                      <c:pt idx="268">
                        <c:v>1.181112216</c:v>
                      </c:pt>
                      <c:pt idx="269">
                        <c:v>1.763932018</c:v>
                      </c:pt>
                      <c:pt idx="270">
                        <c:v>3.3444390089999998</c:v>
                      </c:pt>
                      <c:pt idx="271">
                        <c:v>4.5459925710000002</c:v>
                      </c:pt>
                      <c:pt idx="272">
                        <c:v>5.0169041380000001</c:v>
                      </c:pt>
                      <c:pt idx="273">
                        <c:v>4.8389252200000001</c:v>
                      </c:pt>
                      <c:pt idx="274">
                        <c:v>4.8993247330000003</c:v>
                      </c:pt>
                      <c:pt idx="275">
                        <c:v>5.3986876400000003</c:v>
                      </c:pt>
                      <c:pt idx="276">
                        <c:v>5.9823583979999997</c:v>
                      </c:pt>
                      <c:pt idx="277">
                        <c:v>6.5277953809999998</c:v>
                      </c:pt>
                      <c:pt idx="278">
                        <c:v>6.6620075630000004</c:v>
                      </c:pt>
                      <c:pt idx="279">
                        <c:v>6.3203102739999997</c:v>
                      </c:pt>
                      <c:pt idx="280">
                        <c:v>6.0007148289999996</c:v>
                      </c:pt>
                      <c:pt idx="281">
                        <c:v>5.9423646730000002</c:v>
                      </c:pt>
                      <c:pt idx="282">
                        <c:v>6.4116609770000004</c:v>
                      </c:pt>
                      <c:pt idx="283">
                        <c:v>7.18699011</c:v>
                      </c:pt>
                      <c:pt idx="284">
                        <c:v>7.9685325520000001</c:v>
                      </c:pt>
                      <c:pt idx="285">
                        <c:v>8.7778742160000007</c:v>
                      </c:pt>
                      <c:pt idx="286">
                        <c:v>8.4274218990000005</c:v>
                      </c:pt>
                      <c:pt idx="287">
                        <c:v>6.6788377729999997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BF3F-49BE-B4BE-2314BCBEA28B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12-10-2026'!$D$1</c15:sqref>
                        </c15:formulaRef>
                      </c:ext>
                    </c:extLst>
                    <c:strCache>
                      <c:ptCount val="1"/>
                      <c:pt idx="0">
                        <c:v>ANB-DGW1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12-10-2026'!$D$2:$D$289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42.719614268000001</c:v>
                      </c:pt>
                      <c:pt idx="1">
                        <c:v>27.331889767</c:v>
                      </c:pt>
                      <c:pt idx="2">
                        <c:v>16.719049723000001</c:v>
                      </c:pt>
                      <c:pt idx="3">
                        <c:v>11.041417653</c:v>
                      </c:pt>
                      <c:pt idx="4">
                        <c:v>8.8947313529999992</c:v>
                      </c:pt>
                      <c:pt idx="5">
                        <c:v>11.960762860999999</c:v>
                      </c:pt>
                      <c:pt idx="6">
                        <c:v>20.730294511</c:v>
                      </c:pt>
                      <c:pt idx="7">
                        <c:v>30.196063154000001</c:v>
                      </c:pt>
                      <c:pt idx="8">
                        <c:v>36.445095494999997</c:v>
                      </c:pt>
                      <c:pt idx="9">
                        <c:v>39.292342108</c:v>
                      </c:pt>
                      <c:pt idx="10">
                        <c:v>42.687110936000003</c:v>
                      </c:pt>
                      <c:pt idx="11">
                        <c:v>47.645298060999998</c:v>
                      </c:pt>
                      <c:pt idx="12">
                        <c:v>50.980744919999999</c:v>
                      </c:pt>
                      <c:pt idx="13">
                        <c:v>57.657190829000001</c:v>
                      </c:pt>
                      <c:pt idx="14">
                        <c:v>58.837783819000002</c:v>
                      </c:pt>
                      <c:pt idx="15">
                        <c:v>56.109315539000001</c:v>
                      </c:pt>
                      <c:pt idx="16">
                        <c:v>51.757383271000002</c:v>
                      </c:pt>
                      <c:pt idx="17">
                        <c:v>53.490293117</c:v>
                      </c:pt>
                      <c:pt idx="18">
                        <c:v>53.890159255999997</c:v>
                      </c:pt>
                      <c:pt idx="19">
                        <c:v>62.900327222000001</c:v>
                      </c:pt>
                      <c:pt idx="20">
                        <c:v>70.447144468999994</c:v>
                      </c:pt>
                      <c:pt idx="21">
                        <c:v>77.453816051000004</c:v>
                      </c:pt>
                      <c:pt idx="22">
                        <c:v>75.518152259000004</c:v>
                      </c:pt>
                      <c:pt idx="23">
                        <c:v>64.291205981000004</c:v>
                      </c:pt>
                      <c:pt idx="24">
                        <c:v>47.541224020999998</c:v>
                      </c:pt>
                      <c:pt idx="25">
                        <c:v>31.345120209000001</c:v>
                      </c:pt>
                      <c:pt idx="26">
                        <c:v>19.444468777000001</c:v>
                      </c:pt>
                      <c:pt idx="27">
                        <c:v>12.689598833</c:v>
                      </c:pt>
                      <c:pt idx="28">
                        <c:v>9.5480716690000005</c:v>
                      </c:pt>
                      <c:pt idx="29">
                        <c:v>11.472889264000001</c:v>
                      </c:pt>
                      <c:pt idx="30">
                        <c:v>18.040828454</c:v>
                      </c:pt>
                      <c:pt idx="31">
                        <c:v>27.120942204999999</c:v>
                      </c:pt>
                      <c:pt idx="32">
                        <c:v>36.917691230999999</c:v>
                      </c:pt>
                      <c:pt idx="33">
                        <c:v>43.119615793999998</c:v>
                      </c:pt>
                      <c:pt idx="34">
                        <c:v>48.117831887000001</c:v>
                      </c:pt>
                      <c:pt idx="35">
                        <c:v>53.787264252</c:v>
                      </c:pt>
                      <c:pt idx="36">
                        <c:v>54.239067749</c:v>
                      </c:pt>
                      <c:pt idx="37">
                        <c:v>59.463101154</c:v>
                      </c:pt>
                      <c:pt idx="38">
                        <c:v>67.976139615999998</c:v>
                      </c:pt>
                      <c:pt idx="39">
                        <c:v>63.415539977000002</c:v>
                      </c:pt>
                      <c:pt idx="40">
                        <c:v>56.545782586999998</c:v>
                      </c:pt>
                      <c:pt idx="41">
                        <c:v>56.931928464999999</c:v>
                      </c:pt>
                      <c:pt idx="42">
                        <c:v>55.759183078</c:v>
                      </c:pt>
                      <c:pt idx="43">
                        <c:v>63.991081256000001</c:v>
                      </c:pt>
                      <c:pt idx="44">
                        <c:v>72.364174587999997</c:v>
                      </c:pt>
                      <c:pt idx="45">
                        <c:v>80.068805151999996</c:v>
                      </c:pt>
                      <c:pt idx="46">
                        <c:v>78.063645906999994</c:v>
                      </c:pt>
                      <c:pt idx="47">
                        <c:v>66.703979552000007</c:v>
                      </c:pt>
                      <c:pt idx="48">
                        <c:v>49.527421038</c:v>
                      </c:pt>
                      <c:pt idx="49">
                        <c:v>32.566217717999997</c:v>
                      </c:pt>
                      <c:pt idx="50">
                        <c:v>19.659971165999998</c:v>
                      </c:pt>
                      <c:pt idx="51">
                        <c:v>12.470532285000001</c:v>
                      </c:pt>
                      <c:pt idx="52">
                        <c:v>9.3172960959999997</c:v>
                      </c:pt>
                      <c:pt idx="53">
                        <c:v>11.644828584000001</c:v>
                      </c:pt>
                      <c:pt idx="54">
                        <c:v>19.046797909999999</c:v>
                      </c:pt>
                      <c:pt idx="55">
                        <c:v>28.517878294999999</c:v>
                      </c:pt>
                      <c:pt idx="56">
                        <c:v>37.440056632000001</c:v>
                      </c:pt>
                      <c:pt idx="57">
                        <c:v>42.316188437999998</c:v>
                      </c:pt>
                      <c:pt idx="58">
                        <c:v>45.766310238999999</c:v>
                      </c:pt>
                      <c:pt idx="59">
                        <c:v>50.511530514</c:v>
                      </c:pt>
                      <c:pt idx="60">
                        <c:v>52.952696027999998</c:v>
                      </c:pt>
                      <c:pt idx="61">
                        <c:v>60.872961865999997</c:v>
                      </c:pt>
                      <c:pt idx="62">
                        <c:v>62.310030537000003</c:v>
                      </c:pt>
                      <c:pt idx="63">
                        <c:v>58.378917586</c:v>
                      </c:pt>
                      <c:pt idx="64">
                        <c:v>53.493396222000001</c:v>
                      </c:pt>
                      <c:pt idx="65">
                        <c:v>54.956098767999997</c:v>
                      </c:pt>
                      <c:pt idx="66">
                        <c:v>54.385515235</c:v>
                      </c:pt>
                      <c:pt idx="67">
                        <c:v>62.003541974999997</c:v>
                      </c:pt>
                      <c:pt idx="68">
                        <c:v>70.387585672</c:v>
                      </c:pt>
                      <c:pt idx="69">
                        <c:v>77.328650742999997</c:v>
                      </c:pt>
                      <c:pt idx="70">
                        <c:v>73.945633153000003</c:v>
                      </c:pt>
                      <c:pt idx="71">
                        <c:v>60.441836322</c:v>
                      </c:pt>
                      <c:pt idx="72">
                        <c:v>42.276543877999998</c:v>
                      </c:pt>
                      <c:pt idx="73">
                        <c:v>26.308942560999999</c:v>
                      </c:pt>
                      <c:pt idx="74">
                        <c:v>16.029671892</c:v>
                      </c:pt>
                      <c:pt idx="75">
                        <c:v>10.654306978999999</c:v>
                      </c:pt>
                      <c:pt idx="76">
                        <c:v>8.6790795159999998</c:v>
                      </c:pt>
                      <c:pt idx="77">
                        <c:v>11.374059167</c:v>
                      </c:pt>
                      <c:pt idx="78">
                        <c:v>19.935774924</c:v>
                      </c:pt>
                      <c:pt idx="79">
                        <c:v>28.529843657000001</c:v>
                      </c:pt>
                      <c:pt idx="80">
                        <c:v>35.075173387</c:v>
                      </c:pt>
                      <c:pt idx="81">
                        <c:v>37.910739493999998</c:v>
                      </c:pt>
                      <c:pt idx="82">
                        <c:v>41.005597094000002</c:v>
                      </c:pt>
                      <c:pt idx="83">
                        <c:v>45.873914810000002</c:v>
                      </c:pt>
                      <c:pt idx="84">
                        <c:v>48.685570351000003</c:v>
                      </c:pt>
                      <c:pt idx="85">
                        <c:v>54.491319500000003</c:v>
                      </c:pt>
                      <c:pt idx="86">
                        <c:v>55.884429273999999</c:v>
                      </c:pt>
                      <c:pt idx="87">
                        <c:v>52.754530977999998</c:v>
                      </c:pt>
                      <c:pt idx="88">
                        <c:v>51.1861867</c:v>
                      </c:pt>
                      <c:pt idx="89">
                        <c:v>53.789968551999998</c:v>
                      </c:pt>
                      <c:pt idx="90">
                        <c:v>53.768680257</c:v>
                      </c:pt>
                      <c:pt idx="91">
                        <c:v>61.671918321</c:v>
                      </c:pt>
                      <c:pt idx="92">
                        <c:v>70.323435857000007</c:v>
                      </c:pt>
                      <c:pt idx="93">
                        <c:v>76.758454302000004</c:v>
                      </c:pt>
                      <c:pt idx="94">
                        <c:v>72.366091452000006</c:v>
                      </c:pt>
                      <c:pt idx="95">
                        <c:v>57.805193275000001</c:v>
                      </c:pt>
                      <c:pt idx="96">
                        <c:v>39.490703345999997</c:v>
                      </c:pt>
                      <c:pt idx="97">
                        <c:v>24.572079982999998</c:v>
                      </c:pt>
                      <c:pt idx="98">
                        <c:v>15.265618988</c:v>
                      </c:pt>
                      <c:pt idx="99">
                        <c:v>10.366514472</c:v>
                      </c:pt>
                      <c:pt idx="100">
                        <c:v>8.5117281120000001</c:v>
                      </c:pt>
                      <c:pt idx="101">
                        <c:v>11.463755678</c:v>
                      </c:pt>
                      <c:pt idx="102">
                        <c:v>20.629851903999999</c:v>
                      </c:pt>
                      <c:pt idx="103">
                        <c:v>29.621618037000001</c:v>
                      </c:pt>
                      <c:pt idx="104">
                        <c:v>35.379890537999998</c:v>
                      </c:pt>
                      <c:pt idx="105">
                        <c:v>38.189441645000002</c:v>
                      </c:pt>
                      <c:pt idx="106">
                        <c:v>41.153160673999999</c:v>
                      </c:pt>
                      <c:pt idx="107">
                        <c:v>46.338080267999999</c:v>
                      </c:pt>
                      <c:pt idx="108">
                        <c:v>49.304529150999997</c:v>
                      </c:pt>
                      <c:pt idx="109">
                        <c:v>54.954386552999999</c:v>
                      </c:pt>
                      <c:pt idx="110">
                        <c:v>55.511811467000001</c:v>
                      </c:pt>
                      <c:pt idx="111">
                        <c:v>52.481078060000002</c:v>
                      </c:pt>
                      <c:pt idx="112">
                        <c:v>50.866874162000002</c:v>
                      </c:pt>
                      <c:pt idx="113">
                        <c:v>52.620804413000002</c:v>
                      </c:pt>
                      <c:pt idx="114">
                        <c:v>52.916646857000003</c:v>
                      </c:pt>
                      <c:pt idx="115">
                        <c:v>61.300661183999999</c:v>
                      </c:pt>
                      <c:pt idx="116">
                        <c:v>70.157969326</c:v>
                      </c:pt>
                      <c:pt idx="117">
                        <c:v>77.13776756</c:v>
                      </c:pt>
                      <c:pt idx="118">
                        <c:v>72.806795049000002</c:v>
                      </c:pt>
                      <c:pt idx="119">
                        <c:v>58.651453179000001</c:v>
                      </c:pt>
                      <c:pt idx="120">
                        <c:v>40.266164316000001</c:v>
                      </c:pt>
                      <c:pt idx="121">
                        <c:v>25.018241970999998</c:v>
                      </c:pt>
                      <c:pt idx="122">
                        <c:v>15.099295844</c:v>
                      </c:pt>
                      <c:pt idx="123">
                        <c:v>10.230483138</c:v>
                      </c:pt>
                      <c:pt idx="124">
                        <c:v>8.3532270289999992</c:v>
                      </c:pt>
                      <c:pt idx="125">
                        <c:v>11.220542740000001</c:v>
                      </c:pt>
                      <c:pt idx="126">
                        <c:v>20.538111575999999</c:v>
                      </c:pt>
                      <c:pt idx="127">
                        <c:v>29.783237337999999</c:v>
                      </c:pt>
                      <c:pt idx="128">
                        <c:v>35.774197673000003</c:v>
                      </c:pt>
                      <c:pt idx="129">
                        <c:v>38.607960890000001</c:v>
                      </c:pt>
                      <c:pt idx="130">
                        <c:v>42.215101165999997</c:v>
                      </c:pt>
                      <c:pt idx="131">
                        <c:v>46.697464920999998</c:v>
                      </c:pt>
                      <c:pt idx="132">
                        <c:v>50.802291240999999</c:v>
                      </c:pt>
                      <c:pt idx="133">
                        <c:v>59.644960904000001</c:v>
                      </c:pt>
                      <c:pt idx="134">
                        <c:v>60.278560331000001</c:v>
                      </c:pt>
                      <c:pt idx="135">
                        <c:v>56.156513795000002</c:v>
                      </c:pt>
                      <c:pt idx="136">
                        <c:v>52.041243725999998</c:v>
                      </c:pt>
                      <c:pt idx="137">
                        <c:v>53.390944419</c:v>
                      </c:pt>
                      <c:pt idx="138">
                        <c:v>57.065156006000002</c:v>
                      </c:pt>
                      <c:pt idx="139">
                        <c:v>64.791313857000006</c:v>
                      </c:pt>
                      <c:pt idx="140">
                        <c:v>71.382758007000007</c:v>
                      </c:pt>
                      <c:pt idx="141">
                        <c:v>77.795764874</c:v>
                      </c:pt>
                      <c:pt idx="142">
                        <c:v>73.234790169999997</c:v>
                      </c:pt>
                      <c:pt idx="143">
                        <c:v>58.294317655999997</c:v>
                      </c:pt>
                      <c:pt idx="144">
                        <c:v>40.901833285999999</c:v>
                      </c:pt>
                      <c:pt idx="145">
                        <c:v>25.505694255000002</c:v>
                      </c:pt>
                      <c:pt idx="146">
                        <c:v>15.927267724</c:v>
                      </c:pt>
                      <c:pt idx="147">
                        <c:v>10.357878388</c:v>
                      </c:pt>
                      <c:pt idx="148">
                        <c:v>8.3702907989999993</c:v>
                      </c:pt>
                      <c:pt idx="149">
                        <c:v>11.44217873</c:v>
                      </c:pt>
                      <c:pt idx="150">
                        <c:v>21.172020310000001</c:v>
                      </c:pt>
                      <c:pt idx="151">
                        <c:v>30.280332782999999</c:v>
                      </c:pt>
                      <c:pt idx="152">
                        <c:v>36.708443166000002</c:v>
                      </c:pt>
                      <c:pt idx="153">
                        <c:v>39.186752077999998</c:v>
                      </c:pt>
                      <c:pt idx="154">
                        <c:v>42.164439426000001</c:v>
                      </c:pt>
                      <c:pt idx="155">
                        <c:v>47.014558477999998</c:v>
                      </c:pt>
                      <c:pt idx="156">
                        <c:v>49.714717065000002</c:v>
                      </c:pt>
                      <c:pt idx="157">
                        <c:v>55.550836189000002</c:v>
                      </c:pt>
                      <c:pt idx="158">
                        <c:v>56.290631853999997</c:v>
                      </c:pt>
                      <c:pt idx="159">
                        <c:v>53.298948580999998</c:v>
                      </c:pt>
                      <c:pt idx="160">
                        <c:v>52.182104041000002</c:v>
                      </c:pt>
                      <c:pt idx="161">
                        <c:v>54.03469475</c:v>
                      </c:pt>
                      <c:pt idx="162">
                        <c:v>54.127753018999996</c:v>
                      </c:pt>
                      <c:pt idx="163">
                        <c:v>62.158189139999998</c:v>
                      </c:pt>
                      <c:pt idx="164">
                        <c:v>70.466209648000003</c:v>
                      </c:pt>
                      <c:pt idx="165">
                        <c:v>76.727757746999998</c:v>
                      </c:pt>
                      <c:pt idx="166">
                        <c:v>73.146974948999997</c:v>
                      </c:pt>
                      <c:pt idx="167">
                        <c:v>58.656622190999997</c:v>
                      </c:pt>
                      <c:pt idx="168">
                        <c:v>40.495035186999999</c:v>
                      </c:pt>
                      <c:pt idx="169">
                        <c:v>25.220000274</c:v>
                      </c:pt>
                      <c:pt idx="170">
                        <c:v>15.532861413999999</c:v>
                      </c:pt>
                      <c:pt idx="171">
                        <c:v>10.560287468</c:v>
                      </c:pt>
                      <c:pt idx="172">
                        <c:v>8.7841673690000004</c:v>
                      </c:pt>
                      <c:pt idx="173">
                        <c:v>11.933245565</c:v>
                      </c:pt>
                      <c:pt idx="174">
                        <c:v>22.105232372</c:v>
                      </c:pt>
                      <c:pt idx="175">
                        <c:v>32.133762122</c:v>
                      </c:pt>
                      <c:pt idx="176">
                        <c:v>40.164457243000001</c:v>
                      </c:pt>
                      <c:pt idx="177">
                        <c:v>45.193307177999998</c:v>
                      </c:pt>
                      <c:pt idx="178">
                        <c:v>46.159855008000001</c:v>
                      </c:pt>
                      <c:pt idx="179">
                        <c:v>50.187992706000003</c:v>
                      </c:pt>
                      <c:pt idx="180">
                        <c:v>54.110145576999997</c:v>
                      </c:pt>
                      <c:pt idx="181">
                        <c:v>60.242700677999999</c:v>
                      </c:pt>
                      <c:pt idx="182">
                        <c:v>60.583790708000002</c:v>
                      </c:pt>
                      <c:pt idx="183">
                        <c:v>57.170617960999998</c:v>
                      </c:pt>
                      <c:pt idx="184">
                        <c:v>54.278427143999998</c:v>
                      </c:pt>
                      <c:pt idx="185">
                        <c:v>55.637339521999998</c:v>
                      </c:pt>
                      <c:pt idx="186">
                        <c:v>57.171961443999997</c:v>
                      </c:pt>
                      <c:pt idx="187">
                        <c:v>66.362311473999995</c:v>
                      </c:pt>
                      <c:pt idx="188">
                        <c:v>74.989610576999993</c:v>
                      </c:pt>
                      <c:pt idx="189">
                        <c:v>80.889979718000006</c:v>
                      </c:pt>
                      <c:pt idx="190">
                        <c:v>78.065109532999998</c:v>
                      </c:pt>
                      <c:pt idx="191">
                        <c:v>64.863052104999994</c:v>
                      </c:pt>
                      <c:pt idx="192">
                        <c:v>47.212915471000002</c:v>
                      </c:pt>
                      <c:pt idx="193">
                        <c:v>30.461363884000001</c:v>
                      </c:pt>
                      <c:pt idx="194">
                        <c:v>18.950674287999998</c:v>
                      </c:pt>
                      <c:pt idx="195">
                        <c:v>13.021275178</c:v>
                      </c:pt>
                      <c:pt idx="196">
                        <c:v>10.258619677</c:v>
                      </c:pt>
                      <c:pt idx="197">
                        <c:v>11.765833646999999</c:v>
                      </c:pt>
                      <c:pt idx="198">
                        <c:v>19.350935105000001</c:v>
                      </c:pt>
                      <c:pt idx="199">
                        <c:v>28.785273622999998</c:v>
                      </c:pt>
                      <c:pt idx="200">
                        <c:v>39.649710704999997</c:v>
                      </c:pt>
                      <c:pt idx="201">
                        <c:v>46.170536650000003</c:v>
                      </c:pt>
                      <c:pt idx="202">
                        <c:v>51.177952580000003</c:v>
                      </c:pt>
                      <c:pt idx="203">
                        <c:v>56.374848925999999</c:v>
                      </c:pt>
                      <c:pt idx="204">
                        <c:v>56.193971763</c:v>
                      </c:pt>
                      <c:pt idx="205">
                        <c:v>61.902400968000002</c:v>
                      </c:pt>
                      <c:pt idx="206">
                        <c:v>70.987710781000004</c:v>
                      </c:pt>
                      <c:pt idx="207">
                        <c:v>65.312655894000002</c:v>
                      </c:pt>
                      <c:pt idx="208">
                        <c:v>60.820168289999998</c:v>
                      </c:pt>
                      <c:pt idx="209">
                        <c:v>61.860932650999999</c:v>
                      </c:pt>
                      <c:pt idx="210">
                        <c:v>61.619877054</c:v>
                      </c:pt>
                      <c:pt idx="211">
                        <c:v>68.905770981000003</c:v>
                      </c:pt>
                      <c:pt idx="212">
                        <c:v>77.220575312999998</c:v>
                      </c:pt>
                      <c:pt idx="213">
                        <c:v>83.246914547000003</c:v>
                      </c:pt>
                      <c:pt idx="214">
                        <c:v>80.481270635000001</c:v>
                      </c:pt>
                      <c:pt idx="215">
                        <c:v>66.548333267000004</c:v>
                      </c:pt>
                      <c:pt idx="216">
                        <c:v>47.540026357999999</c:v>
                      </c:pt>
                      <c:pt idx="217">
                        <c:v>30.256992961000002</c:v>
                      </c:pt>
                      <c:pt idx="218">
                        <c:v>18.672863970000002</c:v>
                      </c:pt>
                      <c:pt idx="219">
                        <c:v>12.175294470000001</c:v>
                      </c:pt>
                      <c:pt idx="220">
                        <c:v>9.4690932480000001</c:v>
                      </c:pt>
                      <c:pt idx="221">
                        <c:v>11.644065199</c:v>
                      </c:pt>
                      <c:pt idx="222">
                        <c:v>20.136310611999999</c:v>
                      </c:pt>
                      <c:pt idx="223">
                        <c:v>29.864074022</c:v>
                      </c:pt>
                      <c:pt idx="224">
                        <c:v>39.517447203000003</c:v>
                      </c:pt>
                      <c:pt idx="225">
                        <c:v>43.88905553</c:v>
                      </c:pt>
                      <c:pt idx="226">
                        <c:v>47.042701422</c:v>
                      </c:pt>
                      <c:pt idx="227">
                        <c:v>51.446386582000002</c:v>
                      </c:pt>
                      <c:pt idx="228">
                        <c:v>53.141135359000003</c:v>
                      </c:pt>
                      <c:pt idx="229">
                        <c:v>61.438102927000003</c:v>
                      </c:pt>
                      <c:pt idx="230">
                        <c:v>63.159261723</c:v>
                      </c:pt>
                      <c:pt idx="231">
                        <c:v>58.868625831999999</c:v>
                      </c:pt>
                      <c:pt idx="232">
                        <c:v>55.537600799000003</c:v>
                      </c:pt>
                      <c:pt idx="233">
                        <c:v>57.356940303000002</c:v>
                      </c:pt>
                      <c:pt idx="234">
                        <c:v>58.320696841999997</c:v>
                      </c:pt>
                      <c:pt idx="235">
                        <c:v>65.724716706999999</c:v>
                      </c:pt>
                      <c:pt idx="236">
                        <c:v>75.653557595999999</c:v>
                      </c:pt>
                      <c:pt idx="237">
                        <c:v>81.531760327000001</c:v>
                      </c:pt>
                      <c:pt idx="238">
                        <c:v>75.918099041000005</c:v>
                      </c:pt>
                      <c:pt idx="239">
                        <c:v>60.099033489</c:v>
                      </c:pt>
                      <c:pt idx="240">
                        <c:v>40.933576250999998</c:v>
                      </c:pt>
                      <c:pt idx="241">
                        <c:v>25.456202744999999</c:v>
                      </c:pt>
                      <c:pt idx="242">
                        <c:v>15.592653234</c:v>
                      </c:pt>
                      <c:pt idx="243">
                        <c:v>10.619667078999999</c:v>
                      </c:pt>
                      <c:pt idx="244">
                        <c:v>8.7625273680000006</c:v>
                      </c:pt>
                      <c:pt idx="245">
                        <c:v>11.262404361</c:v>
                      </c:pt>
                      <c:pt idx="246">
                        <c:v>20.862215990999999</c:v>
                      </c:pt>
                      <c:pt idx="247">
                        <c:v>29.945251597999999</c:v>
                      </c:pt>
                      <c:pt idx="248">
                        <c:v>36.941699835999998</c:v>
                      </c:pt>
                      <c:pt idx="249">
                        <c:v>39.129746068999999</c:v>
                      </c:pt>
                      <c:pt idx="250">
                        <c:v>41.918018078000003</c:v>
                      </c:pt>
                      <c:pt idx="251">
                        <c:v>46.401319346000001</c:v>
                      </c:pt>
                      <c:pt idx="252">
                        <c:v>49.580022587999999</c:v>
                      </c:pt>
                      <c:pt idx="253">
                        <c:v>55.613221453999998</c:v>
                      </c:pt>
                      <c:pt idx="254">
                        <c:v>56.785551089999998</c:v>
                      </c:pt>
                      <c:pt idx="255">
                        <c:v>53.702731008999997</c:v>
                      </c:pt>
                      <c:pt idx="256">
                        <c:v>54.035757208</c:v>
                      </c:pt>
                      <c:pt idx="257">
                        <c:v>56.215001604000001</c:v>
                      </c:pt>
                      <c:pt idx="258">
                        <c:v>57.031990655000001</c:v>
                      </c:pt>
                      <c:pt idx="259">
                        <c:v>64.593875912000001</c:v>
                      </c:pt>
                      <c:pt idx="260">
                        <c:v>74.218917480000002</c:v>
                      </c:pt>
                      <c:pt idx="261">
                        <c:v>79.546938252999993</c:v>
                      </c:pt>
                      <c:pt idx="262">
                        <c:v>74.728093561999998</c:v>
                      </c:pt>
                      <c:pt idx="263">
                        <c:v>58.485994474000002</c:v>
                      </c:pt>
                      <c:pt idx="264">
                        <c:v>39.595748628000003</c:v>
                      </c:pt>
                      <c:pt idx="265">
                        <c:v>23.716356437999998</c:v>
                      </c:pt>
                      <c:pt idx="266">
                        <c:v>14.527111998000001</c:v>
                      </c:pt>
                      <c:pt idx="267">
                        <c:v>10.030212274</c:v>
                      </c:pt>
                      <c:pt idx="268">
                        <c:v>8.4606343170000002</c:v>
                      </c:pt>
                      <c:pt idx="269">
                        <c:v>11.20977053</c:v>
                      </c:pt>
                      <c:pt idx="270">
                        <c:v>21.294693716000001</c:v>
                      </c:pt>
                      <c:pt idx="271">
                        <c:v>30.925743795999999</c:v>
                      </c:pt>
                      <c:pt idx="272">
                        <c:v>37.186465167999998</c:v>
                      </c:pt>
                      <c:pt idx="273">
                        <c:v>39.718363443000001</c:v>
                      </c:pt>
                      <c:pt idx="274">
                        <c:v>43.219774524999998</c:v>
                      </c:pt>
                      <c:pt idx="275">
                        <c:v>48.242046492</c:v>
                      </c:pt>
                      <c:pt idx="276">
                        <c:v>51.086398606000003</c:v>
                      </c:pt>
                      <c:pt idx="277">
                        <c:v>56.744513271000002</c:v>
                      </c:pt>
                      <c:pt idx="278">
                        <c:v>57.538811797000001</c:v>
                      </c:pt>
                      <c:pt idx="279">
                        <c:v>54.238354002000001</c:v>
                      </c:pt>
                      <c:pt idx="280">
                        <c:v>54.121215214000003</c:v>
                      </c:pt>
                      <c:pt idx="281">
                        <c:v>56.026088973999997</c:v>
                      </c:pt>
                      <c:pt idx="282">
                        <c:v>57.264400279</c:v>
                      </c:pt>
                      <c:pt idx="283">
                        <c:v>65.580047359000005</c:v>
                      </c:pt>
                      <c:pt idx="284">
                        <c:v>75.516583802</c:v>
                      </c:pt>
                      <c:pt idx="285">
                        <c:v>81.154900659999996</c:v>
                      </c:pt>
                      <c:pt idx="286">
                        <c:v>75.083920370000001</c:v>
                      </c:pt>
                      <c:pt idx="287">
                        <c:v>58.451784365000002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BF3F-49BE-B4BE-2314BCBEA28B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12-10-2026'!$E$1</c15:sqref>
                        </c15:formulaRef>
                      </c:ext>
                    </c:extLst>
                    <c:strCache>
                      <c:ptCount val="1"/>
                      <c:pt idx="0">
                        <c:v>ANB-DGW2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12-10-2026'!$E$2:$E$289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42.085607781</c:v>
                      </c:pt>
                      <c:pt idx="1">
                        <c:v>26.878881093</c:v>
                      </c:pt>
                      <c:pt idx="2">
                        <c:v>16.337048801000002</c:v>
                      </c:pt>
                      <c:pt idx="3">
                        <c:v>10.703480874</c:v>
                      </c:pt>
                      <c:pt idx="4">
                        <c:v>8.6435233629999999</c:v>
                      </c:pt>
                      <c:pt idx="5">
                        <c:v>11.336655056</c:v>
                      </c:pt>
                      <c:pt idx="6">
                        <c:v>20.138315350999999</c:v>
                      </c:pt>
                      <c:pt idx="7">
                        <c:v>29.586789504999999</c:v>
                      </c:pt>
                      <c:pt idx="8">
                        <c:v>36.289029448999997</c:v>
                      </c:pt>
                      <c:pt idx="9">
                        <c:v>39.463796942999998</c:v>
                      </c:pt>
                      <c:pt idx="10">
                        <c:v>43.450479987000001</c:v>
                      </c:pt>
                      <c:pt idx="11">
                        <c:v>48.459683069999997</c:v>
                      </c:pt>
                      <c:pt idx="12">
                        <c:v>51.650936964000003</c:v>
                      </c:pt>
                      <c:pt idx="13">
                        <c:v>58.273893960999999</c:v>
                      </c:pt>
                      <c:pt idx="14">
                        <c:v>59.187575615</c:v>
                      </c:pt>
                      <c:pt idx="15">
                        <c:v>56.406590201999997</c:v>
                      </c:pt>
                      <c:pt idx="16">
                        <c:v>52.471826663999998</c:v>
                      </c:pt>
                      <c:pt idx="17">
                        <c:v>54.785052352000001</c:v>
                      </c:pt>
                      <c:pt idx="18">
                        <c:v>55.036269963000002</c:v>
                      </c:pt>
                      <c:pt idx="19">
                        <c:v>64.158620647000006</c:v>
                      </c:pt>
                      <c:pt idx="20">
                        <c:v>71.991661351999994</c:v>
                      </c:pt>
                      <c:pt idx="21">
                        <c:v>78.778707271000002</c:v>
                      </c:pt>
                      <c:pt idx="22">
                        <c:v>76.252530347000004</c:v>
                      </c:pt>
                      <c:pt idx="23">
                        <c:v>64.231600725000007</c:v>
                      </c:pt>
                      <c:pt idx="24">
                        <c:v>47.099176894999999</c:v>
                      </c:pt>
                      <c:pt idx="25">
                        <c:v>31.257569456999999</c:v>
                      </c:pt>
                      <c:pt idx="26">
                        <c:v>19.170253906999999</c:v>
                      </c:pt>
                      <c:pt idx="27">
                        <c:v>12.302058088000001</c:v>
                      </c:pt>
                      <c:pt idx="28">
                        <c:v>9.2042914390000004</c:v>
                      </c:pt>
                      <c:pt idx="29">
                        <c:v>11.137491455999999</c:v>
                      </c:pt>
                      <c:pt idx="30">
                        <c:v>17.698862416000001</c:v>
                      </c:pt>
                      <c:pt idx="31">
                        <c:v>26.262401365999999</c:v>
                      </c:pt>
                      <c:pt idx="32">
                        <c:v>36.108476414999998</c:v>
                      </c:pt>
                      <c:pt idx="33">
                        <c:v>42.730493408000001</c:v>
                      </c:pt>
                      <c:pt idx="34">
                        <c:v>48.167444615000001</c:v>
                      </c:pt>
                      <c:pt idx="35">
                        <c:v>53.761275443000002</c:v>
                      </c:pt>
                      <c:pt idx="36">
                        <c:v>53.619763863999999</c:v>
                      </c:pt>
                      <c:pt idx="37">
                        <c:v>58.765740520999998</c:v>
                      </c:pt>
                      <c:pt idx="38">
                        <c:v>68.090692587000007</c:v>
                      </c:pt>
                      <c:pt idx="39">
                        <c:v>62.156093081999998</c:v>
                      </c:pt>
                      <c:pt idx="40">
                        <c:v>55.927004879000002</c:v>
                      </c:pt>
                      <c:pt idx="41">
                        <c:v>57.081580719000002</c:v>
                      </c:pt>
                      <c:pt idx="42">
                        <c:v>56.004159100999999</c:v>
                      </c:pt>
                      <c:pt idx="43">
                        <c:v>64.853653464000004</c:v>
                      </c:pt>
                      <c:pt idx="44">
                        <c:v>73.672104106000006</c:v>
                      </c:pt>
                      <c:pt idx="45">
                        <c:v>81.584851369000006</c:v>
                      </c:pt>
                      <c:pt idx="46">
                        <c:v>78.593496557999998</c:v>
                      </c:pt>
                      <c:pt idx="47">
                        <c:v>66.251825319999995</c:v>
                      </c:pt>
                      <c:pt idx="48">
                        <c:v>48.793409421</c:v>
                      </c:pt>
                      <c:pt idx="49">
                        <c:v>32.027334951</c:v>
                      </c:pt>
                      <c:pt idx="50">
                        <c:v>19.187805209</c:v>
                      </c:pt>
                      <c:pt idx="51">
                        <c:v>12.196353361</c:v>
                      </c:pt>
                      <c:pt idx="52">
                        <c:v>9.1347722460000007</c:v>
                      </c:pt>
                      <c:pt idx="53">
                        <c:v>11.092936933000001</c:v>
                      </c:pt>
                      <c:pt idx="54">
                        <c:v>18.392070566000001</c:v>
                      </c:pt>
                      <c:pt idx="55">
                        <c:v>27.600270091999999</c:v>
                      </c:pt>
                      <c:pt idx="56">
                        <c:v>36.548788856000002</c:v>
                      </c:pt>
                      <c:pt idx="57">
                        <c:v>42.033905785999998</c:v>
                      </c:pt>
                      <c:pt idx="58">
                        <c:v>45.916207958999998</c:v>
                      </c:pt>
                      <c:pt idx="59">
                        <c:v>51.020847662999998</c:v>
                      </c:pt>
                      <c:pt idx="60">
                        <c:v>52.819654581000002</c:v>
                      </c:pt>
                      <c:pt idx="61">
                        <c:v>61.340824120999997</c:v>
                      </c:pt>
                      <c:pt idx="62">
                        <c:v>62.861915588000002</c:v>
                      </c:pt>
                      <c:pt idx="63">
                        <c:v>58.613779803</c:v>
                      </c:pt>
                      <c:pt idx="64">
                        <c:v>54.097146608999999</c:v>
                      </c:pt>
                      <c:pt idx="65">
                        <c:v>56.277986650999999</c:v>
                      </c:pt>
                      <c:pt idx="66">
                        <c:v>55.377546330999998</c:v>
                      </c:pt>
                      <c:pt idx="67">
                        <c:v>63.36610546</c:v>
                      </c:pt>
                      <c:pt idx="68">
                        <c:v>71.932890846999996</c:v>
                      </c:pt>
                      <c:pt idx="69">
                        <c:v>78.779015724000004</c:v>
                      </c:pt>
                      <c:pt idx="70">
                        <c:v>74.537905086999999</c:v>
                      </c:pt>
                      <c:pt idx="71">
                        <c:v>60.10621888</c:v>
                      </c:pt>
                      <c:pt idx="72">
                        <c:v>41.635892274</c:v>
                      </c:pt>
                      <c:pt idx="73">
                        <c:v>25.802998889000001</c:v>
                      </c:pt>
                      <c:pt idx="74">
                        <c:v>15.612508063</c:v>
                      </c:pt>
                      <c:pt idx="75">
                        <c:v>10.353370202000001</c:v>
                      </c:pt>
                      <c:pt idx="76">
                        <c:v>8.3446677129999998</c:v>
                      </c:pt>
                      <c:pt idx="77">
                        <c:v>10.840163128</c:v>
                      </c:pt>
                      <c:pt idx="78">
                        <c:v>19.396601455999999</c:v>
                      </c:pt>
                      <c:pt idx="79">
                        <c:v>27.976908101999999</c:v>
                      </c:pt>
                      <c:pt idx="80">
                        <c:v>34.879422558000002</c:v>
                      </c:pt>
                      <c:pt idx="81">
                        <c:v>38.275815620000003</c:v>
                      </c:pt>
                      <c:pt idx="82">
                        <c:v>41.962270136999997</c:v>
                      </c:pt>
                      <c:pt idx="83">
                        <c:v>46.957926665000002</c:v>
                      </c:pt>
                      <c:pt idx="84">
                        <c:v>49.259565369000001</c:v>
                      </c:pt>
                      <c:pt idx="85">
                        <c:v>55.456649853000002</c:v>
                      </c:pt>
                      <c:pt idx="86">
                        <c:v>56.702567182000003</c:v>
                      </c:pt>
                      <c:pt idx="87">
                        <c:v>53.227317049</c:v>
                      </c:pt>
                      <c:pt idx="88">
                        <c:v>52.05306891</c:v>
                      </c:pt>
                      <c:pt idx="89">
                        <c:v>55.135429621</c:v>
                      </c:pt>
                      <c:pt idx="90">
                        <c:v>54.673594141000002</c:v>
                      </c:pt>
                      <c:pt idx="91">
                        <c:v>62.902572333000002</c:v>
                      </c:pt>
                      <c:pt idx="92">
                        <c:v>72.401564473999997</c:v>
                      </c:pt>
                      <c:pt idx="93">
                        <c:v>78.613220146000003</c:v>
                      </c:pt>
                      <c:pt idx="94">
                        <c:v>73.240630198000005</c:v>
                      </c:pt>
                      <c:pt idx="95">
                        <c:v>57.984418253000001</c:v>
                      </c:pt>
                      <c:pt idx="96">
                        <c:v>39.295588537</c:v>
                      </c:pt>
                      <c:pt idx="97">
                        <c:v>24.155239418000001</c:v>
                      </c:pt>
                      <c:pt idx="98">
                        <c:v>14.658112794999999</c:v>
                      </c:pt>
                      <c:pt idx="99">
                        <c:v>9.8791372719999995</c:v>
                      </c:pt>
                      <c:pt idx="100">
                        <c:v>8.1376858950000006</c:v>
                      </c:pt>
                      <c:pt idx="101">
                        <c:v>10.833455345000001</c:v>
                      </c:pt>
                      <c:pt idx="102">
                        <c:v>19.731480166000001</c:v>
                      </c:pt>
                      <c:pt idx="103">
                        <c:v>28.710249017999999</c:v>
                      </c:pt>
                      <c:pt idx="104">
                        <c:v>35.241043050000002</c:v>
                      </c:pt>
                      <c:pt idx="105">
                        <c:v>38.433281547999997</c:v>
                      </c:pt>
                      <c:pt idx="106">
                        <c:v>42.038569985000002</c:v>
                      </c:pt>
                      <c:pt idx="107">
                        <c:v>47.347039244000001</c:v>
                      </c:pt>
                      <c:pt idx="108">
                        <c:v>49.74683632</c:v>
                      </c:pt>
                      <c:pt idx="109">
                        <c:v>55.908135602999998</c:v>
                      </c:pt>
                      <c:pt idx="110">
                        <c:v>56.126960660000002</c:v>
                      </c:pt>
                      <c:pt idx="111">
                        <c:v>53.009849584000001</c:v>
                      </c:pt>
                      <c:pt idx="112">
                        <c:v>51.930994396000003</c:v>
                      </c:pt>
                      <c:pt idx="113">
                        <c:v>53.892173806999999</c:v>
                      </c:pt>
                      <c:pt idx="114">
                        <c:v>53.706312775999997</c:v>
                      </c:pt>
                      <c:pt idx="115">
                        <c:v>62.371338430000002</c:v>
                      </c:pt>
                      <c:pt idx="116">
                        <c:v>72.264502828999994</c:v>
                      </c:pt>
                      <c:pt idx="117">
                        <c:v>79.335786475000006</c:v>
                      </c:pt>
                      <c:pt idx="118">
                        <c:v>73.923176892000001</c:v>
                      </c:pt>
                      <c:pt idx="119">
                        <c:v>58.727528126999999</c:v>
                      </c:pt>
                      <c:pt idx="120">
                        <c:v>39.83519596</c:v>
                      </c:pt>
                      <c:pt idx="121">
                        <c:v>24.444084686</c:v>
                      </c:pt>
                      <c:pt idx="122">
                        <c:v>14.644590515000001</c:v>
                      </c:pt>
                      <c:pt idx="123">
                        <c:v>9.8957323810000002</c:v>
                      </c:pt>
                      <c:pt idx="124">
                        <c:v>8.0803111699999999</c:v>
                      </c:pt>
                      <c:pt idx="125">
                        <c:v>10.819006266000001</c:v>
                      </c:pt>
                      <c:pt idx="126">
                        <c:v>19.922841014999999</c:v>
                      </c:pt>
                      <c:pt idx="127">
                        <c:v>29.165775030999999</c:v>
                      </c:pt>
                      <c:pt idx="128">
                        <c:v>35.805298790000002</c:v>
                      </c:pt>
                      <c:pt idx="129">
                        <c:v>39.062738678000002</c:v>
                      </c:pt>
                      <c:pt idx="130">
                        <c:v>43.004008526</c:v>
                      </c:pt>
                      <c:pt idx="131">
                        <c:v>47.617673146999998</c:v>
                      </c:pt>
                      <c:pt idx="132">
                        <c:v>51.294520016</c:v>
                      </c:pt>
                      <c:pt idx="133">
                        <c:v>60.412515728000002</c:v>
                      </c:pt>
                      <c:pt idx="134">
                        <c:v>60.788319776000002</c:v>
                      </c:pt>
                      <c:pt idx="135">
                        <c:v>56.267979173999997</c:v>
                      </c:pt>
                      <c:pt idx="136">
                        <c:v>53.017194836000002</c:v>
                      </c:pt>
                      <c:pt idx="137">
                        <c:v>54.944659194000003</c:v>
                      </c:pt>
                      <c:pt idx="138">
                        <c:v>58.450209237000003</c:v>
                      </c:pt>
                      <c:pt idx="139">
                        <c:v>66.614435924000006</c:v>
                      </c:pt>
                      <c:pt idx="140">
                        <c:v>73.369046580000003</c:v>
                      </c:pt>
                      <c:pt idx="141">
                        <c:v>79.689449839999995</c:v>
                      </c:pt>
                      <c:pt idx="142">
                        <c:v>74.064878266999997</c:v>
                      </c:pt>
                      <c:pt idx="143">
                        <c:v>58.490594596000001</c:v>
                      </c:pt>
                      <c:pt idx="144">
                        <c:v>40.903543823</c:v>
                      </c:pt>
                      <c:pt idx="145">
                        <c:v>25.49017147</c:v>
                      </c:pt>
                      <c:pt idx="146">
                        <c:v>15.790016044</c:v>
                      </c:pt>
                      <c:pt idx="147">
                        <c:v>10.261141561000001</c:v>
                      </c:pt>
                      <c:pt idx="148">
                        <c:v>8.2072533500000002</c:v>
                      </c:pt>
                      <c:pt idx="149">
                        <c:v>11.110683772</c:v>
                      </c:pt>
                      <c:pt idx="150">
                        <c:v>20.604814191999999</c:v>
                      </c:pt>
                      <c:pt idx="151">
                        <c:v>29.687828486000001</c:v>
                      </c:pt>
                      <c:pt idx="152">
                        <c:v>36.471653711999998</c:v>
                      </c:pt>
                      <c:pt idx="153">
                        <c:v>39.654335185000001</c:v>
                      </c:pt>
                      <c:pt idx="154">
                        <c:v>42.992638822000004</c:v>
                      </c:pt>
                      <c:pt idx="155">
                        <c:v>47.700340255999997</c:v>
                      </c:pt>
                      <c:pt idx="156">
                        <c:v>49.998091447</c:v>
                      </c:pt>
                      <c:pt idx="157">
                        <c:v>55.896613174000002</c:v>
                      </c:pt>
                      <c:pt idx="158">
                        <c:v>57.030179400999998</c:v>
                      </c:pt>
                      <c:pt idx="159">
                        <c:v>53.301323801000002</c:v>
                      </c:pt>
                      <c:pt idx="160">
                        <c:v>52.918891602999999</c:v>
                      </c:pt>
                      <c:pt idx="161">
                        <c:v>55.103492875999997</c:v>
                      </c:pt>
                      <c:pt idx="162">
                        <c:v>54.848548043999998</c:v>
                      </c:pt>
                      <c:pt idx="163">
                        <c:v>63.139657202000002</c:v>
                      </c:pt>
                      <c:pt idx="164">
                        <c:v>72.282955072999997</c:v>
                      </c:pt>
                      <c:pt idx="165">
                        <c:v>78.228811217000001</c:v>
                      </c:pt>
                      <c:pt idx="166">
                        <c:v>73.810649002000005</c:v>
                      </c:pt>
                      <c:pt idx="167">
                        <c:v>58.506791425000003</c:v>
                      </c:pt>
                      <c:pt idx="168">
                        <c:v>40.206695021999998</c:v>
                      </c:pt>
                      <c:pt idx="169">
                        <c:v>24.666846529000001</c:v>
                      </c:pt>
                      <c:pt idx="170">
                        <c:v>14.960883108999999</c:v>
                      </c:pt>
                      <c:pt idx="171">
                        <c:v>10.107379149</c:v>
                      </c:pt>
                      <c:pt idx="172">
                        <c:v>8.2821452420000004</c:v>
                      </c:pt>
                      <c:pt idx="173">
                        <c:v>11.142756069000001</c:v>
                      </c:pt>
                      <c:pt idx="174">
                        <c:v>20.878698030999999</c:v>
                      </c:pt>
                      <c:pt idx="175">
                        <c:v>30.773326861000001</c:v>
                      </c:pt>
                      <c:pt idx="176">
                        <c:v>39.019663848</c:v>
                      </c:pt>
                      <c:pt idx="177">
                        <c:v>44.872189257000002</c:v>
                      </c:pt>
                      <c:pt idx="178">
                        <c:v>45.753904253000002</c:v>
                      </c:pt>
                      <c:pt idx="179">
                        <c:v>49.021210308999997</c:v>
                      </c:pt>
                      <c:pt idx="180">
                        <c:v>52.034675208000003</c:v>
                      </c:pt>
                      <c:pt idx="181">
                        <c:v>58.065187979999997</c:v>
                      </c:pt>
                      <c:pt idx="182">
                        <c:v>58.350768529</c:v>
                      </c:pt>
                      <c:pt idx="183">
                        <c:v>54.860546806999999</c:v>
                      </c:pt>
                      <c:pt idx="184">
                        <c:v>52.155867180000001</c:v>
                      </c:pt>
                      <c:pt idx="185">
                        <c:v>53.956216982000001</c:v>
                      </c:pt>
                      <c:pt idx="186">
                        <c:v>55.081266749000001</c:v>
                      </c:pt>
                      <c:pt idx="187">
                        <c:v>63.934983600000002</c:v>
                      </c:pt>
                      <c:pt idx="188">
                        <c:v>72.519599679999999</c:v>
                      </c:pt>
                      <c:pt idx="189">
                        <c:v>78.196571492999993</c:v>
                      </c:pt>
                      <c:pt idx="190">
                        <c:v>74.877667810999995</c:v>
                      </c:pt>
                      <c:pt idx="191">
                        <c:v>61.756339938000004</c:v>
                      </c:pt>
                      <c:pt idx="192">
                        <c:v>44.821719418000001</c:v>
                      </c:pt>
                      <c:pt idx="193">
                        <c:v>28.842766559000001</c:v>
                      </c:pt>
                      <c:pt idx="194">
                        <c:v>17.928871453999999</c:v>
                      </c:pt>
                      <c:pt idx="195">
                        <c:v>12.166477075</c:v>
                      </c:pt>
                      <c:pt idx="196">
                        <c:v>9.3044154760000009</c:v>
                      </c:pt>
                      <c:pt idx="197">
                        <c:v>10.633367687</c:v>
                      </c:pt>
                      <c:pt idx="198">
                        <c:v>17.796085461000001</c:v>
                      </c:pt>
                      <c:pt idx="199">
                        <c:v>26.490146255999999</c:v>
                      </c:pt>
                      <c:pt idx="200">
                        <c:v>36.661372198999999</c:v>
                      </c:pt>
                      <c:pt idx="201">
                        <c:v>43.012908052999997</c:v>
                      </c:pt>
                      <c:pt idx="202">
                        <c:v>48.093731065999997</c:v>
                      </c:pt>
                      <c:pt idx="203">
                        <c:v>53.222791909999998</c:v>
                      </c:pt>
                      <c:pt idx="204">
                        <c:v>52.316506316000002</c:v>
                      </c:pt>
                      <c:pt idx="205">
                        <c:v>57.814380632000002</c:v>
                      </c:pt>
                      <c:pt idx="206">
                        <c:v>66.892326315000005</c:v>
                      </c:pt>
                      <c:pt idx="207">
                        <c:v>61.50507339</c:v>
                      </c:pt>
                      <c:pt idx="208">
                        <c:v>57.943174145999997</c:v>
                      </c:pt>
                      <c:pt idx="209">
                        <c:v>59.245844232000003</c:v>
                      </c:pt>
                      <c:pt idx="210">
                        <c:v>58.419395408</c:v>
                      </c:pt>
                      <c:pt idx="211">
                        <c:v>65.680010668999998</c:v>
                      </c:pt>
                      <c:pt idx="212">
                        <c:v>74.205796555000006</c:v>
                      </c:pt>
                      <c:pt idx="213">
                        <c:v>79.387733280000006</c:v>
                      </c:pt>
                      <c:pt idx="214">
                        <c:v>76.138824720000002</c:v>
                      </c:pt>
                      <c:pt idx="215">
                        <c:v>62.396072519999997</c:v>
                      </c:pt>
                      <c:pt idx="216">
                        <c:v>44.362445541</c:v>
                      </c:pt>
                      <c:pt idx="217">
                        <c:v>28.193136425999999</c:v>
                      </c:pt>
                      <c:pt idx="218">
                        <c:v>17.365689745000001</c:v>
                      </c:pt>
                      <c:pt idx="219">
                        <c:v>11.189986026</c:v>
                      </c:pt>
                      <c:pt idx="220">
                        <c:v>8.612378562</c:v>
                      </c:pt>
                      <c:pt idx="221">
                        <c:v>10.520120785</c:v>
                      </c:pt>
                      <c:pt idx="222">
                        <c:v>18.316853488</c:v>
                      </c:pt>
                      <c:pt idx="223">
                        <c:v>27.273660664000001</c:v>
                      </c:pt>
                      <c:pt idx="224">
                        <c:v>36.17211829</c:v>
                      </c:pt>
                      <c:pt idx="225">
                        <c:v>40.757119693</c:v>
                      </c:pt>
                      <c:pt idx="226">
                        <c:v>44.055144126000002</c:v>
                      </c:pt>
                      <c:pt idx="227">
                        <c:v>48.561821598999998</c:v>
                      </c:pt>
                      <c:pt idx="228">
                        <c:v>49.928105309000003</c:v>
                      </c:pt>
                      <c:pt idx="229">
                        <c:v>58.113195378999997</c:v>
                      </c:pt>
                      <c:pt idx="230">
                        <c:v>59.857282152000003</c:v>
                      </c:pt>
                      <c:pt idx="231">
                        <c:v>55.621762404999998</c:v>
                      </c:pt>
                      <c:pt idx="232">
                        <c:v>53.125240234000003</c:v>
                      </c:pt>
                      <c:pt idx="233">
                        <c:v>55.042642338</c:v>
                      </c:pt>
                      <c:pt idx="234">
                        <c:v>55.800762267000003</c:v>
                      </c:pt>
                      <c:pt idx="235">
                        <c:v>62.976795787999997</c:v>
                      </c:pt>
                      <c:pt idx="236">
                        <c:v>72.656391232999994</c:v>
                      </c:pt>
                      <c:pt idx="237">
                        <c:v>78.224870420000002</c:v>
                      </c:pt>
                      <c:pt idx="238">
                        <c:v>71.941444105000002</c:v>
                      </c:pt>
                      <c:pt idx="239">
                        <c:v>56.312195897999999</c:v>
                      </c:pt>
                      <c:pt idx="240">
                        <c:v>38.260373242999997</c:v>
                      </c:pt>
                      <c:pt idx="241">
                        <c:v>23.430035128</c:v>
                      </c:pt>
                      <c:pt idx="242">
                        <c:v>14.322047499</c:v>
                      </c:pt>
                      <c:pt idx="243">
                        <c:v>9.7901095270000003</c:v>
                      </c:pt>
                      <c:pt idx="244">
                        <c:v>8.0192913529999998</c:v>
                      </c:pt>
                      <c:pt idx="245">
                        <c:v>10.296466951999999</c:v>
                      </c:pt>
                      <c:pt idx="246">
                        <c:v>19.113886269000002</c:v>
                      </c:pt>
                      <c:pt idx="247">
                        <c:v>27.631216546000001</c:v>
                      </c:pt>
                      <c:pt idx="248">
                        <c:v>34.486737331999997</c:v>
                      </c:pt>
                      <c:pt idx="249">
                        <c:v>37.103439756</c:v>
                      </c:pt>
                      <c:pt idx="250">
                        <c:v>39.89167415</c:v>
                      </c:pt>
                      <c:pt idx="251">
                        <c:v>44.277622434000001</c:v>
                      </c:pt>
                      <c:pt idx="252">
                        <c:v>47.043330347999998</c:v>
                      </c:pt>
                      <c:pt idx="253">
                        <c:v>53.045138330999997</c:v>
                      </c:pt>
                      <c:pt idx="254">
                        <c:v>54.133197090000003</c:v>
                      </c:pt>
                      <c:pt idx="255">
                        <c:v>51.025973104999998</c:v>
                      </c:pt>
                      <c:pt idx="256">
                        <c:v>51.482454826999998</c:v>
                      </c:pt>
                      <c:pt idx="257">
                        <c:v>53.920397895999997</c:v>
                      </c:pt>
                      <c:pt idx="258">
                        <c:v>54.177476400000003</c:v>
                      </c:pt>
                      <c:pt idx="259">
                        <c:v>61.739006731000003</c:v>
                      </c:pt>
                      <c:pt idx="260">
                        <c:v>71.376695818000002</c:v>
                      </c:pt>
                      <c:pt idx="261">
                        <c:v>76.042894673999996</c:v>
                      </c:pt>
                      <c:pt idx="262">
                        <c:v>70.833693621999998</c:v>
                      </c:pt>
                      <c:pt idx="263">
                        <c:v>54.992786545000001</c:v>
                      </c:pt>
                      <c:pt idx="264">
                        <c:v>37.093459023000001</c:v>
                      </c:pt>
                      <c:pt idx="265">
                        <c:v>22.141229687999999</c:v>
                      </c:pt>
                      <c:pt idx="266">
                        <c:v>13.594456738</c:v>
                      </c:pt>
                      <c:pt idx="267">
                        <c:v>9.3480795669999992</c:v>
                      </c:pt>
                      <c:pt idx="268">
                        <c:v>7.7694809380000001</c:v>
                      </c:pt>
                      <c:pt idx="269">
                        <c:v>10.206214998</c:v>
                      </c:pt>
                      <c:pt idx="270">
                        <c:v>19.465339404000002</c:v>
                      </c:pt>
                      <c:pt idx="271">
                        <c:v>28.332016394</c:v>
                      </c:pt>
                      <c:pt idx="272">
                        <c:v>34.650253137999997</c:v>
                      </c:pt>
                      <c:pt idx="273">
                        <c:v>37.631378636999997</c:v>
                      </c:pt>
                      <c:pt idx="274">
                        <c:v>40.731879225</c:v>
                      </c:pt>
                      <c:pt idx="275">
                        <c:v>45.873931585999998</c:v>
                      </c:pt>
                      <c:pt idx="276">
                        <c:v>47.871928617999998</c:v>
                      </c:pt>
                      <c:pt idx="277">
                        <c:v>53.950262315000003</c:v>
                      </c:pt>
                      <c:pt idx="278">
                        <c:v>54.227400162000002</c:v>
                      </c:pt>
                      <c:pt idx="279">
                        <c:v>51.340093424999999</c:v>
                      </c:pt>
                      <c:pt idx="280">
                        <c:v>51.426305728000003</c:v>
                      </c:pt>
                      <c:pt idx="281">
                        <c:v>53.503575628999997</c:v>
                      </c:pt>
                      <c:pt idx="282">
                        <c:v>54.357749810000001</c:v>
                      </c:pt>
                      <c:pt idx="283">
                        <c:v>62.51295373</c:v>
                      </c:pt>
                      <c:pt idx="284">
                        <c:v>72.121428438999999</c:v>
                      </c:pt>
                      <c:pt idx="285">
                        <c:v>77.099897404000004</c:v>
                      </c:pt>
                      <c:pt idx="286">
                        <c:v>71.118795851000002</c:v>
                      </c:pt>
                      <c:pt idx="287">
                        <c:v>54.774180915999999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BF3F-49BE-B4BE-2314BCBEA28B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12-10-2026'!$F$1</c15:sqref>
                        </c15:formulaRef>
                      </c:ext>
                    </c:extLst>
                    <c:strCache>
                      <c:ptCount val="1"/>
                      <c:pt idx="0">
                        <c:v>ANB-DGW2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12-10-2026'!$F$2:$F$289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5.4258014660000002</c:v>
                      </c:pt>
                      <c:pt idx="1">
                        <c:v>3.382807804</c:v>
                      </c:pt>
                      <c:pt idx="2">
                        <c:v>2.104301811</c:v>
                      </c:pt>
                      <c:pt idx="3">
                        <c:v>1.4825704829999999</c:v>
                      </c:pt>
                      <c:pt idx="4">
                        <c:v>1.3394749969999999</c:v>
                      </c:pt>
                      <c:pt idx="5">
                        <c:v>2.0674489110000001</c:v>
                      </c:pt>
                      <c:pt idx="6">
                        <c:v>3.6753909359999999</c:v>
                      </c:pt>
                      <c:pt idx="7">
                        <c:v>5.106376858</c:v>
                      </c:pt>
                      <c:pt idx="8">
                        <c:v>5.6338145280000003</c:v>
                      </c:pt>
                      <c:pt idx="9">
                        <c:v>5.5331511369999999</c:v>
                      </c:pt>
                      <c:pt idx="10">
                        <c:v>5.6394774070000002</c:v>
                      </c:pt>
                      <c:pt idx="11">
                        <c:v>6.1576868669999998</c:v>
                      </c:pt>
                      <c:pt idx="12">
                        <c:v>6.8843537110000002</c:v>
                      </c:pt>
                      <c:pt idx="13">
                        <c:v>7.6378523759999997</c:v>
                      </c:pt>
                      <c:pt idx="14">
                        <c:v>7.7606707259999999</c:v>
                      </c:pt>
                      <c:pt idx="15">
                        <c:v>7.4290198329999999</c:v>
                      </c:pt>
                      <c:pt idx="16">
                        <c:v>6.5665373899999997</c:v>
                      </c:pt>
                      <c:pt idx="17">
                        <c:v>6.4591021919999996</c:v>
                      </c:pt>
                      <c:pt idx="18">
                        <c:v>6.7190659310000003</c:v>
                      </c:pt>
                      <c:pt idx="19">
                        <c:v>7.7305964899999999</c:v>
                      </c:pt>
                      <c:pt idx="20">
                        <c:v>8.4056596760000009</c:v>
                      </c:pt>
                      <c:pt idx="21">
                        <c:v>9.2552328250000002</c:v>
                      </c:pt>
                      <c:pt idx="22">
                        <c:v>9.3725519080000002</c:v>
                      </c:pt>
                      <c:pt idx="23">
                        <c:v>8.0940654429999999</c:v>
                      </c:pt>
                      <c:pt idx="24">
                        <c:v>6.0052295420000004</c:v>
                      </c:pt>
                      <c:pt idx="25">
                        <c:v>3.8820022010000002</c:v>
                      </c:pt>
                      <c:pt idx="26">
                        <c:v>2.3576138759999998</c:v>
                      </c:pt>
                      <c:pt idx="27">
                        <c:v>1.6059644239999999</c:v>
                      </c:pt>
                      <c:pt idx="28">
                        <c:v>1.3044526139999999</c:v>
                      </c:pt>
                      <c:pt idx="29">
                        <c:v>1.8718077719999999</c:v>
                      </c:pt>
                      <c:pt idx="30">
                        <c:v>3.183587513</c:v>
                      </c:pt>
                      <c:pt idx="31">
                        <c:v>4.7163566599999998</c:v>
                      </c:pt>
                      <c:pt idx="32">
                        <c:v>5.9812128050000002</c:v>
                      </c:pt>
                      <c:pt idx="33">
                        <c:v>6.3632486930000001</c:v>
                      </c:pt>
                      <c:pt idx="34">
                        <c:v>6.5524796060000003</c:v>
                      </c:pt>
                      <c:pt idx="35">
                        <c:v>7.1072905879999997</c:v>
                      </c:pt>
                      <c:pt idx="36">
                        <c:v>7.3236186129999998</c:v>
                      </c:pt>
                      <c:pt idx="37">
                        <c:v>7.9674252919999997</c:v>
                      </c:pt>
                      <c:pt idx="38">
                        <c:v>8.8172572169999999</c:v>
                      </c:pt>
                      <c:pt idx="39">
                        <c:v>8.1146246160000004</c:v>
                      </c:pt>
                      <c:pt idx="40">
                        <c:v>7.0932305710000003</c:v>
                      </c:pt>
                      <c:pt idx="41">
                        <c:v>6.8504543509999998</c:v>
                      </c:pt>
                      <c:pt idx="42">
                        <c:v>6.9328660209999997</c:v>
                      </c:pt>
                      <c:pt idx="43">
                        <c:v>7.8611220780000002</c:v>
                      </c:pt>
                      <c:pt idx="44">
                        <c:v>8.5915494500000005</c:v>
                      </c:pt>
                      <c:pt idx="45">
                        <c:v>9.4904369580000001</c:v>
                      </c:pt>
                      <c:pt idx="46">
                        <c:v>9.5698451260000006</c:v>
                      </c:pt>
                      <c:pt idx="47">
                        <c:v>8.3526989979999993</c:v>
                      </c:pt>
                      <c:pt idx="48">
                        <c:v>6.1767657089999997</c:v>
                      </c:pt>
                      <c:pt idx="49">
                        <c:v>4.0501450480000001</c:v>
                      </c:pt>
                      <c:pt idx="50">
                        <c:v>2.4442601439999998</c:v>
                      </c:pt>
                      <c:pt idx="51">
                        <c:v>1.6296932820000001</c:v>
                      </c:pt>
                      <c:pt idx="52">
                        <c:v>1.3897638000000001</c:v>
                      </c:pt>
                      <c:pt idx="53">
                        <c:v>2.0063455810000002</c:v>
                      </c:pt>
                      <c:pt idx="54">
                        <c:v>3.404682218</c:v>
                      </c:pt>
                      <c:pt idx="55">
                        <c:v>4.9074371680000004</c:v>
                      </c:pt>
                      <c:pt idx="56">
                        <c:v>5.9314439239999999</c:v>
                      </c:pt>
                      <c:pt idx="57">
                        <c:v>6.1223700699999997</c:v>
                      </c:pt>
                      <c:pt idx="58">
                        <c:v>6.1123701820000003</c:v>
                      </c:pt>
                      <c:pt idx="59">
                        <c:v>6.5478998989999999</c:v>
                      </c:pt>
                      <c:pt idx="60">
                        <c:v>7.0846762119999998</c:v>
                      </c:pt>
                      <c:pt idx="61">
                        <c:v>7.9704095700000002</c:v>
                      </c:pt>
                      <c:pt idx="62">
                        <c:v>8.1928820340000001</c:v>
                      </c:pt>
                      <c:pt idx="63">
                        <c:v>7.6841666100000001</c:v>
                      </c:pt>
                      <c:pt idx="64">
                        <c:v>6.7751097170000003</c:v>
                      </c:pt>
                      <c:pt idx="65">
                        <c:v>6.6220252110000004</c:v>
                      </c:pt>
                      <c:pt idx="66">
                        <c:v>6.8248383480000001</c:v>
                      </c:pt>
                      <c:pt idx="67">
                        <c:v>7.6608985059999997</c:v>
                      </c:pt>
                      <c:pt idx="68">
                        <c:v>8.4200750319999997</c:v>
                      </c:pt>
                      <c:pt idx="69">
                        <c:v>9.3028608120000005</c:v>
                      </c:pt>
                      <c:pt idx="70">
                        <c:v>9.1989926200000003</c:v>
                      </c:pt>
                      <c:pt idx="71">
                        <c:v>7.5875063310000002</c:v>
                      </c:pt>
                      <c:pt idx="72">
                        <c:v>5.3562100920000004</c:v>
                      </c:pt>
                      <c:pt idx="73">
                        <c:v>3.2838130109999999</c:v>
                      </c:pt>
                      <c:pt idx="74">
                        <c:v>2.0547713440000002</c:v>
                      </c:pt>
                      <c:pt idx="75">
                        <c:v>1.4404806720000001</c:v>
                      </c:pt>
                      <c:pt idx="76">
                        <c:v>1.3063538219999999</c:v>
                      </c:pt>
                      <c:pt idx="77">
                        <c:v>2.026119622</c:v>
                      </c:pt>
                      <c:pt idx="78">
                        <c:v>3.6190207980000002</c:v>
                      </c:pt>
                      <c:pt idx="79">
                        <c:v>4.8269055029999999</c:v>
                      </c:pt>
                      <c:pt idx="80">
                        <c:v>5.4472600179999997</c:v>
                      </c:pt>
                      <c:pt idx="81">
                        <c:v>5.3577903259999999</c:v>
                      </c:pt>
                      <c:pt idx="82">
                        <c:v>5.3662204039999999</c:v>
                      </c:pt>
                      <c:pt idx="83">
                        <c:v>5.8690643060000003</c:v>
                      </c:pt>
                      <c:pt idx="84">
                        <c:v>6.4364714919999999</c:v>
                      </c:pt>
                      <c:pt idx="85">
                        <c:v>7.0890010810000001</c:v>
                      </c:pt>
                      <c:pt idx="86">
                        <c:v>7.3409541540000003</c:v>
                      </c:pt>
                      <c:pt idx="87">
                        <c:v>6.939003102</c:v>
                      </c:pt>
                      <c:pt idx="88">
                        <c:v>6.3894443179999998</c:v>
                      </c:pt>
                      <c:pt idx="89">
                        <c:v>6.3331428230000002</c:v>
                      </c:pt>
                      <c:pt idx="90">
                        <c:v>6.5376190479999998</c:v>
                      </c:pt>
                      <c:pt idx="91">
                        <c:v>7.5111830350000002</c:v>
                      </c:pt>
                      <c:pt idx="92">
                        <c:v>8.3219997659999994</c:v>
                      </c:pt>
                      <c:pt idx="93">
                        <c:v>9.2204711960000001</c:v>
                      </c:pt>
                      <c:pt idx="94">
                        <c:v>8.9923062829999996</c:v>
                      </c:pt>
                      <c:pt idx="95">
                        <c:v>7.2887304840000002</c:v>
                      </c:pt>
                      <c:pt idx="96">
                        <c:v>4.9119957149999998</c:v>
                      </c:pt>
                      <c:pt idx="97">
                        <c:v>3.0350973259999998</c:v>
                      </c:pt>
                      <c:pt idx="98">
                        <c:v>1.91436373</c:v>
                      </c:pt>
                      <c:pt idx="99">
                        <c:v>1.3629293069999999</c:v>
                      </c:pt>
                      <c:pt idx="100">
                        <c:v>1.273838807</c:v>
                      </c:pt>
                      <c:pt idx="101">
                        <c:v>1.987950237</c:v>
                      </c:pt>
                      <c:pt idx="102">
                        <c:v>3.639870926</c:v>
                      </c:pt>
                      <c:pt idx="103">
                        <c:v>4.930765504</c:v>
                      </c:pt>
                      <c:pt idx="104">
                        <c:v>5.4531944059999997</c:v>
                      </c:pt>
                      <c:pt idx="105">
                        <c:v>5.2805274840000003</c:v>
                      </c:pt>
                      <c:pt idx="106">
                        <c:v>5.3937314199999999</c:v>
                      </c:pt>
                      <c:pt idx="107">
                        <c:v>5.9426712510000002</c:v>
                      </c:pt>
                      <c:pt idx="108">
                        <c:v>6.5735767789999997</c:v>
                      </c:pt>
                      <c:pt idx="109">
                        <c:v>7.2713545650000002</c:v>
                      </c:pt>
                      <c:pt idx="110">
                        <c:v>7.3612629460000001</c:v>
                      </c:pt>
                      <c:pt idx="111">
                        <c:v>6.9563174090000004</c:v>
                      </c:pt>
                      <c:pt idx="112">
                        <c:v>6.4158531879999998</c:v>
                      </c:pt>
                      <c:pt idx="113">
                        <c:v>6.2924828430000002</c:v>
                      </c:pt>
                      <c:pt idx="114">
                        <c:v>6.5172188139999996</c:v>
                      </c:pt>
                      <c:pt idx="115">
                        <c:v>7.4426012960000003</c:v>
                      </c:pt>
                      <c:pt idx="116">
                        <c:v>8.2308249450000002</c:v>
                      </c:pt>
                      <c:pt idx="117">
                        <c:v>9.1977219090000002</c:v>
                      </c:pt>
                      <c:pt idx="118">
                        <c:v>9.0392431779999995</c:v>
                      </c:pt>
                      <c:pt idx="119">
                        <c:v>7.377009224</c:v>
                      </c:pt>
                      <c:pt idx="120">
                        <c:v>5.0378799320000001</c:v>
                      </c:pt>
                      <c:pt idx="121">
                        <c:v>3.128953434</c:v>
                      </c:pt>
                      <c:pt idx="122">
                        <c:v>1.9769267530000001</c:v>
                      </c:pt>
                      <c:pt idx="123">
                        <c:v>1.3862330890000001</c:v>
                      </c:pt>
                      <c:pt idx="124">
                        <c:v>1.270292515</c:v>
                      </c:pt>
                      <c:pt idx="125">
                        <c:v>1.9412261500000001</c:v>
                      </c:pt>
                      <c:pt idx="126">
                        <c:v>3.6333256280000001</c:v>
                      </c:pt>
                      <c:pt idx="127">
                        <c:v>4.948959415</c:v>
                      </c:pt>
                      <c:pt idx="128">
                        <c:v>5.4854787280000004</c:v>
                      </c:pt>
                      <c:pt idx="129">
                        <c:v>5.3559008690000001</c:v>
                      </c:pt>
                      <c:pt idx="130">
                        <c:v>5.490780998</c:v>
                      </c:pt>
                      <c:pt idx="131">
                        <c:v>5.9731772449999996</c:v>
                      </c:pt>
                      <c:pt idx="132">
                        <c:v>6.7265161879999997</c:v>
                      </c:pt>
                      <c:pt idx="133">
                        <c:v>7.8062649369999999</c:v>
                      </c:pt>
                      <c:pt idx="134">
                        <c:v>7.9424122940000004</c:v>
                      </c:pt>
                      <c:pt idx="135">
                        <c:v>7.4439697069999999</c:v>
                      </c:pt>
                      <c:pt idx="136">
                        <c:v>6.5574421379999999</c:v>
                      </c:pt>
                      <c:pt idx="137">
                        <c:v>6.3891161990000001</c:v>
                      </c:pt>
                      <c:pt idx="138">
                        <c:v>6.8368687880000003</c:v>
                      </c:pt>
                      <c:pt idx="139">
                        <c:v>7.7791662600000002</c:v>
                      </c:pt>
                      <c:pt idx="140">
                        <c:v>8.4108146829999999</c:v>
                      </c:pt>
                      <c:pt idx="141">
                        <c:v>9.2767085179999995</c:v>
                      </c:pt>
                      <c:pt idx="142">
                        <c:v>9.0841297619999999</c:v>
                      </c:pt>
                      <c:pt idx="143">
                        <c:v>7.3427555580000003</c:v>
                      </c:pt>
                      <c:pt idx="144">
                        <c:v>5.0214179909999999</c:v>
                      </c:pt>
                      <c:pt idx="145">
                        <c:v>3.1665706560000002</c:v>
                      </c:pt>
                      <c:pt idx="146">
                        <c:v>1.987427329</c:v>
                      </c:pt>
                      <c:pt idx="147">
                        <c:v>1.388535901</c:v>
                      </c:pt>
                      <c:pt idx="148">
                        <c:v>1.2841381839999999</c:v>
                      </c:pt>
                      <c:pt idx="149">
                        <c:v>1.9951206889999999</c:v>
                      </c:pt>
                      <c:pt idx="150">
                        <c:v>3.7835931760000001</c:v>
                      </c:pt>
                      <c:pt idx="151">
                        <c:v>5.072948899</c:v>
                      </c:pt>
                      <c:pt idx="152">
                        <c:v>5.601123029</c:v>
                      </c:pt>
                      <c:pt idx="153">
                        <c:v>5.3872196600000004</c:v>
                      </c:pt>
                      <c:pt idx="154">
                        <c:v>5.4048394679999996</c:v>
                      </c:pt>
                      <c:pt idx="155">
                        <c:v>5.9129337169999996</c:v>
                      </c:pt>
                      <c:pt idx="156">
                        <c:v>6.5458766639999997</c:v>
                      </c:pt>
                      <c:pt idx="157">
                        <c:v>7.1960195950000001</c:v>
                      </c:pt>
                      <c:pt idx="158">
                        <c:v>7.361450187</c:v>
                      </c:pt>
                      <c:pt idx="159">
                        <c:v>6.993750758</c:v>
                      </c:pt>
                      <c:pt idx="160">
                        <c:v>6.5761770899999998</c:v>
                      </c:pt>
                      <c:pt idx="161">
                        <c:v>6.4013208390000003</c:v>
                      </c:pt>
                      <c:pt idx="162">
                        <c:v>6.6089831200000004</c:v>
                      </c:pt>
                      <c:pt idx="163">
                        <c:v>7.5366182500000001</c:v>
                      </c:pt>
                      <c:pt idx="164">
                        <c:v>8.3257979540000004</c:v>
                      </c:pt>
                      <c:pt idx="165">
                        <c:v>9.1962245199999995</c:v>
                      </c:pt>
                      <c:pt idx="166">
                        <c:v>9.0058898149999997</c:v>
                      </c:pt>
                      <c:pt idx="167">
                        <c:v>7.3233770329999999</c:v>
                      </c:pt>
                      <c:pt idx="168">
                        <c:v>4.9799854149999998</c:v>
                      </c:pt>
                      <c:pt idx="169">
                        <c:v>3.088848788</c:v>
                      </c:pt>
                      <c:pt idx="170">
                        <c:v>1.9742204990000001</c:v>
                      </c:pt>
                      <c:pt idx="171">
                        <c:v>1.384902995</c:v>
                      </c:pt>
                      <c:pt idx="172">
                        <c:v>1.2829743300000001</c:v>
                      </c:pt>
                      <c:pt idx="173">
                        <c:v>2.0095633610000001</c:v>
                      </c:pt>
                      <c:pt idx="174">
                        <c:v>3.7531872420000001</c:v>
                      </c:pt>
                      <c:pt idx="175">
                        <c:v>5.1616944790000003</c:v>
                      </c:pt>
                      <c:pt idx="176">
                        <c:v>5.8037432899999999</c:v>
                      </c:pt>
                      <c:pt idx="177">
                        <c:v>5.8067993659999999</c:v>
                      </c:pt>
                      <c:pt idx="178">
                        <c:v>5.520260049</c:v>
                      </c:pt>
                      <c:pt idx="179">
                        <c:v>5.9388052419999999</c:v>
                      </c:pt>
                      <c:pt idx="180">
                        <c:v>6.6298139410000001</c:v>
                      </c:pt>
                      <c:pt idx="181">
                        <c:v>7.3691102160000002</c:v>
                      </c:pt>
                      <c:pt idx="182">
                        <c:v>7.5526503890000001</c:v>
                      </c:pt>
                      <c:pt idx="183">
                        <c:v>7.1391039559999996</c:v>
                      </c:pt>
                      <c:pt idx="184">
                        <c:v>6.470784836</c:v>
                      </c:pt>
                      <c:pt idx="185">
                        <c:v>6.326186892</c:v>
                      </c:pt>
                      <c:pt idx="186">
                        <c:v>6.7714275089999996</c:v>
                      </c:pt>
                      <c:pt idx="187">
                        <c:v>7.7071690310000003</c:v>
                      </c:pt>
                      <c:pt idx="188">
                        <c:v>8.3758175179999999</c:v>
                      </c:pt>
                      <c:pt idx="189">
                        <c:v>9.1636563550000005</c:v>
                      </c:pt>
                      <c:pt idx="190">
                        <c:v>9.0972336489999996</c:v>
                      </c:pt>
                      <c:pt idx="191">
                        <c:v>7.7491822539999999</c:v>
                      </c:pt>
                      <c:pt idx="192">
                        <c:v>5.6235765210000004</c:v>
                      </c:pt>
                      <c:pt idx="193">
                        <c:v>3.5933456669999999</c:v>
                      </c:pt>
                      <c:pt idx="194">
                        <c:v>2.2820451980000001</c:v>
                      </c:pt>
                      <c:pt idx="195">
                        <c:v>1.730693362</c:v>
                      </c:pt>
                      <c:pt idx="196">
                        <c:v>1.4470870330000001</c:v>
                      </c:pt>
                      <c:pt idx="197">
                        <c:v>1.959951043</c:v>
                      </c:pt>
                      <c:pt idx="198">
                        <c:v>3.273718954</c:v>
                      </c:pt>
                      <c:pt idx="199">
                        <c:v>4.8006295379999999</c:v>
                      </c:pt>
                      <c:pt idx="200">
                        <c:v>6.1722649289999998</c:v>
                      </c:pt>
                      <c:pt idx="201">
                        <c:v>6.3861901430000003</c:v>
                      </c:pt>
                      <c:pt idx="202">
                        <c:v>6.4715610510000001</c:v>
                      </c:pt>
                      <c:pt idx="203">
                        <c:v>6.9235972439999998</c:v>
                      </c:pt>
                      <c:pt idx="204">
                        <c:v>7.1087788500000002</c:v>
                      </c:pt>
                      <c:pt idx="205">
                        <c:v>7.683130566</c:v>
                      </c:pt>
                      <c:pt idx="206">
                        <c:v>8.4677699519999994</c:v>
                      </c:pt>
                      <c:pt idx="207">
                        <c:v>7.8918317900000003</c:v>
                      </c:pt>
                      <c:pt idx="208">
                        <c:v>7.12246544</c:v>
                      </c:pt>
                      <c:pt idx="209">
                        <c:v>6.9107134129999999</c:v>
                      </c:pt>
                      <c:pt idx="210">
                        <c:v>7.1334160779999998</c:v>
                      </c:pt>
                      <c:pt idx="211">
                        <c:v>7.8349654329999998</c:v>
                      </c:pt>
                      <c:pt idx="212">
                        <c:v>8.6430974169999999</c:v>
                      </c:pt>
                      <c:pt idx="213">
                        <c:v>9.3700969559999994</c:v>
                      </c:pt>
                      <c:pt idx="214">
                        <c:v>9.2304048259999991</c:v>
                      </c:pt>
                      <c:pt idx="215">
                        <c:v>7.7726746809999998</c:v>
                      </c:pt>
                      <c:pt idx="216">
                        <c:v>5.6262480110000004</c:v>
                      </c:pt>
                      <c:pt idx="217">
                        <c:v>3.4857497190000002</c:v>
                      </c:pt>
                      <c:pt idx="218">
                        <c:v>2.2153783429999998</c:v>
                      </c:pt>
                      <c:pt idx="219">
                        <c:v>1.566301714</c:v>
                      </c:pt>
                      <c:pt idx="220">
                        <c:v>1.343842209</c:v>
                      </c:pt>
                      <c:pt idx="221">
                        <c:v>1.915448225</c:v>
                      </c:pt>
                      <c:pt idx="222">
                        <c:v>3.3719643119999998</c:v>
                      </c:pt>
                      <c:pt idx="223">
                        <c:v>4.8553758589999996</c:v>
                      </c:pt>
                      <c:pt idx="224">
                        <c:v>5.844275541</c:v>
                      </c:pt>
                      <c:pt idx="225">
                        <c:v>5.9228893009999997</c:v>
                      </c:pt>
                      <c:pt idx="226">
                        <c:v>5.8122967919999997</c:v>
                      </c:pt>
                      <c:pt idx="227">
                        <c:v>6.2039788700000003</c:v>
                      </c:pt>
                      <c:pt idx="228">
                        <c:v>6.622553913</c:v>
                      </c:pt>
                      <c:pt idx="229">
                        <c:v>7.5164676300000002</c:v>
                      </c:pt>
                      <c:pt idx="230">
                        <c:v>7.7568940629999998</c:v>
                      </c:pt>
                      <c:pt idx="231">
                        <c:v>7.309654739</c:v>
                      </c:pt>
                      <c:pt idx="232">
                        <c:v>6.5355932240000003</c:v>
                      </c:pt>
                      <c:pt idx="233">
                        <c:v>6.4507306849999999</c:v>
                      </c:pt>
                      <c:pt idx="234">
                        <c:v>6.803146935</c:v>
                      </c:pt>
                      <c:pt idx="235">
                        <c:v>7.6126929700000003</c:v>
                      </c:pt>
                      <c:pt idx="236">
                        <c:v>8.4355205120000001</c:v>
                      </c:pt>
                      <c:pt idx="237">
                        <c:v>9.1625516890000007</c:v>
                      </c:pt>
                      <c:pt idx="238">
                        <c:v>8.8517912800000005</c:v>
                      </c:pt>
                      <c:pt idx="239">
                        <c:v>7.0809521220000002</c:v>
                      </c:pt>
                      <c:pt idx="240">
                        <c:v>4.8257180010000003</c:v>
                      </c:pt>
                      <c:pt idx="241">
                        <c:v>2.972623172</c:v>
                      </c:pt>
                      <c:pt idx="242">
                        <c:v>1.922768231</c:v>
                      </c:pt>
                      <c:pt idx="243">
                        <c:v>1.394180486</c:v>
                      </c:pt>
                      <c:pt idx="244">
                        <c:v>1.304356297</c:v>
                      </c:pt>
                      <c:pt idx="245">
                        <c:v>1.86239244</c:v>
                      </c:pt>
                      <c:pt idx="246">
                        <c:v>3.4823714959999998</c:v>
                      </c:pt>
                      <c:pt idx="247">
                        <c:v>4.7461934049999996</c:v>
                      </c:pt>
                      <c:pt idx="248">
                        <c:v>5.372065911</c:v>
                      </c:pt>
                      <c:pt idx="249">
                        <c:v>5.1049779449999999</c:v>
                      </c:pt>
                      <c:pt idx="250">
                        <c:v>5.0928352490000002</c:v>
                      </c:pt>
                      <c:pt idx="251">
                        <c:v>5.510345117</c:v>
                      </c:pt>
                      <c:pt idx="252">
                        <c:v>6.1186478759999998</c:v>
                      </c:pt>
                      <c:pt idx="253">
                        <c:v>6.7995683939999996</c:v>
                      </c:pt>
                      <c:pt idx="254">
                        <c:v>7.0164709729999997</c:v>
                      </c:pt>
                      <c:pt idx="255">
                        <c:v>6.6232802250000002</c:v>
                      </c:pt>
                      <c:pt idx="256">
                        <c:v>6.2680332160000001</c:v>
                      </c:pt>
                      <c:pt idx="257">
                        <c:v>6.1743098769999998</c:v>
                      </c:pt>
                      <c:pt idx="258">
                        <c:v>6.5583728399999996</c:v>
                      </c:pt>
                      <c:pt idx="259">
                        <c:v>7.4075151830000001</c:v>
                      </c:pt>
                      <c:pt idx="260">
                        <c:v>8.2110770520000003</c:v>
                      </c:pt>
                      <c:pt idx="261">
                        <c:v>8.9539187089999999</c:v>
                      </c:pt>
                      <c:pt idx="262">
                        <c:v>8.6301274249999995</c:v>
                      </c:pt>
                      <c:pt idx="263">
                        <c:v>6.7613309030000002</c:v>
                      </c:pt>
                      <c:pt idx="264">
                        <c:v>4.5899352740000001</c:v>
                      </c:pt>
                      <c:pt idx="265">
                        <c:v>2.8337986829999999</c:v>
                      </c:pt>
                      <c:pt idx="266">
                        <c:v>1.820678682</c:v>
                      </c:pt>
                      <c:pt idx="267">
                        <c:v>1.346092434</c:v>
                      </c:pt>
                      <c:pt idx="268">
                        <c:v>1.2431518690000001</c:v>
                      </c:pt>
                      <c:pt idx="269">
                        <c:v>1.8568205499999999</c:v>
                      </c:pt>
                      <c:pt idx="270">
                        <c:v>3.4987982620000002</c:v>
                      </c:pt>
                      <c:pt idx="271">
                        <c:v>4.8135264539999998</c:v>
                      </c:pt>
                      <c:pt idx="272">
                        <c:v>5.3183317160000003</c:v>
                      </c:pt>
                      <c:pt idx="273">
                        <c:v>5.163462794</c:v>
                      </c:pt>
                      <c:pt idx="274">
                        <c:v>5.2375581960000002</c:v>
                      </c:pt>
                      <c:pt idx="275">
                        <c:v>5.6816672229999998</c:v>
                      </c:pt>
                      <c:pt idx="276">
                        <c:v>6.2823380899999997</c:v>
                      </c:pt>
                      <c:pt idx="277">
                        <c:v>6.8899665270000003</c:v>
                      </c:pt>
                      <c:pt idx="278">
                        <c:v>7.0653846390000004</c:v>
                      </c:pt>
                      <c:pt idx="279">
                        <c:v>6.6369847860000002</c:v>
                      </c:pt>
                      <c:pt idx="280">
                        <c:v>6.2519756119999998</c:v>
                      </c:pt>
                      <c:pt idx="281">
                        <c:v>6.2373222789999998</c:v>
                      </c:pt>
                      <c:pt idx="282">
                        <c:v>6.6287070290000001</c:v>
                      </c:pt>
                      <c:pt idx="283">
                        <c:v>7.5551767649999997</c:v>
                      </c:pt>
                      <c:pt idx="284">
                        <c:v>8.4042173909999995</c:v>
                      </c:pt>
                      <c:pt idx="285">
                        <c:v>9.1847584700000002</c:v>
                      </c:pt>
                      <c:pt idx="286">
                        <c:v>8.7557741010000001</c:v>
                      </c:pt>
                      <c:pt idx="287">
                        <c:v>6.9256430590000004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BF3F-49BE-B4BE-2314BCBEA28B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12-10-2026'!$G$1</c15:sqref>
                        </c15:formulaRef>
                      </c:ext>
                    </c:extLst>
                    <c:strCache>
                      <c:ptCount val="1"/>
                      <c:pt idx="0">
                        <c:v>ANB-DGW2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12-10-2026'!$G$2:$G$289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47.511409247000003</c:v>
                      </c:pt>
                      <c:pt idx="1">
                        <c:v>30.261688896999999</c:v>
                      </c:pt>
                      <c:pt idx="2">
                        <c:v>18.441350612000001</c:v>
                      </c:pt>
                      <c:pt idx="3">
                        <c:v>12.186051357</c:v>
                      </c:pt>
                      <c:pt idx="4">
                        <c:v>9.9829983599999998</c:v>
                      </c:pt>
                      <c:pt idx="5">
                        <c:v>13.404103966999999</c:v>
                      </c:pt>
                      <c:pt idx="6">
                        <c:v>23.813706286999999</c:v>
                      </c:pt>
                      <c:pt idx="7">
                        <c:v>34.693166363000003</c:v>
                      </c:pt>
                      <c:pt idx="8">
                        <c:v>41.922843976999999</c:v>
                      </c:pt>
                      <c:pt idx="9">
                        <c:v>44.996948080000003</c:v>
                      </c:pt>
                      <c:pt idx="10">
                        <c:v>49.089957394000002</c:v>
                      </c:pt>
                      <c:pt idx="11">
                        <c:v>54.617369936999999</c:v>
                      </c:pt>
                      <c:pt idx="12">
                        <c:v>58.535290674999999</c:v>
                      </c:pt>
                      <c:pt idx="13">
                        <c:v>65.911746336999997</c:v>
                      </c:pt>
                      <c:pt idx="14">
                        <c:v>66.948246341000001</c:v>
                      </c:pt>
                      <c:pt idx="15">
                        <c:v>63.835610035000002</c:v>
                      </c:pt>
                      <c:pt idx="16">
                        <c:v>59.038364053999999</c:v>
                      </c:pt>
                      <c:pt idx="17">
                        <c:v>61.244154543999997</c:v>
                      </c:pt>
                      <c:pt idx="18">
                        <c:v>61.755335893999998</c:v>
                      </c:pt>
                      <c:pt idx="19">
                        <c:v>71.889217137000003</c:v>
                      </c:pt>
                      <c:pt idx="20">
                        <c:v>80.397321027999993</c:v>
                      </c:pt>
                      <c:pt idx="21">
                        <c:v>88.033940095999995</c:v>
                      </c:pt>
                      <c:pt idx="22">
                        <c:v>85.625082254999995</c:v>
                      </c:pt>
                      <c:pt idx="23">
                        <c:v>72.325666167999998</c:v>
                      </c:pt>
                      <c:pt idx="24">
                        <c:v>53.104406437000002</c:v>
                      </c:pt>
                      <c:pt idx="25">
                        <c:v>35.139571658000001</c:v>
                      </c:pt>
                      <c:pt idx="26">
                        <c:v>21.527867783000001</c:v>
                      </c:pt>
                      <c:pt idx="27">
                        <c:v>13.908022512000001</c:v>
                      </c:pt>
                      <c:pt idx="28">
                        <c:v>10.508744052999999</c:v>
                      </c:pt>
                      <c:pt idx="29">
                        <c:v>13.009299228</c:v>
                      </c:pt>
                      <c:pt idx="30">
                        <c:v>20.882449929</c:v>
                      </c:pt>
                      <c:pt idx="31">
                        <c:v>30.978758026000001</c:v>
                      </c:pt>
                      <c:pt idx="32">
                        <c:v>42.089689219999997</c:v>
                      </c:pt>
                      <c:pt idx="33">
                        <c:v>49.093742100999997</c:v>
                      </c:pt>
                      <c:pt idx="34">
                        <c:v>54.719924220999999</c:v>
                      </c:pt>
                      <c:pt idx="35">
                        <c:v>60.868566031</c:v>
                      </c:pt>
                      <c:pt idx="36">
                        <c:v>60.943382477</c:v>
                      </c:pt>
                      <c:pt idx="37">
                        <c:v>66.733165812999999</c:v>
                      </c:pt>
                      <c:pt idx="38">
                        <c:v>76.907949803999998</c:v>
                      </c:pt>
                      <c:pt idx="39">
                        <c:v>70.270717697999999</c:v>
                      </c:pt>
                      <c:pt idx="40">
                        <c:v>63.020235450000001</c:v>
                      </c:pt>
                      <c:pt idx="41">
                        <c:v>63.932035069999998</c:v>
                      </c:pt>
                      <c:pt idx="42">
                        <c:v>62.937025122000001</c:v>
                      </c:pt>
                      <c:pt idx="43">
                        <c:v>72.714775541999998</c:v>
                      </c:pt>
                      <c:pt idx="44">
                        <c:v>82.263653555999994</c:v>
                      </c:pt>
                      <c:pt idx="45">
                        <c:v>91.075288326999996</c:v>
                      </c:pt>
                      <c:pt idx="46">
                        <c:v>88.163341684000002</c:v>
                      </c:pt>
                      <c:pt idx="47">
                        <c:v>74.604524318000003</c:v>
                      </c:pt>
                      <c:pt idx="48">
                        <c:v>54.970175130000001</c:v>
                      </c:pt>
                      <c:pt idx="49">
                        <c:v>36.077479998999998</c:v>
                      </c:pt>
                      <c:pt idx="50">
                        <c:v>21.632065353000002</c:v>
                      </c:pt>
                      <c:pt idx="51">
                        <c:v>13.826046643</c:v>
                      </c:pt>
                      <c:pt idx="52">
                        <c:v>10.524536046</c:v>
                      </c:pt>
                      <c:pt idx="53">
                        <c:v>13.099282514</c:v>
                      </c:pt>
                      <c:pt idx="54">
                        <c:v>21.796752783999999</c:v>
                      </c:pt>
                      <c:pt idx="55">
                        <c:v>32.507707259999997</c:v>
                      </c:pt>
                      <c:pt idx="56">
                        <c:v>42.480232780000001</c:v>
                      </c:pt>
                      <c:pt idx="57">
                        <c:v>48.156275856000001</c:v>
                      </c:pt>
                      <c:pt idx="58">
                        <c:v>52.028578140999997</c:v>
                      </c:pt>
                      <c:pt idx="59">
                        <c:v>57.568747561999999</c:v>
                      </c:pt>
                      <c:pt idx="60">
                        <c:v>59.904330793</c:v>
                      </c:pt>
                      <c:pt idx="61">
                        <c:v>69.311233690999998</c:v>
                      </c:pt>
                      <c:pt idx="62">
                        <c:v>71.054797621999995</c:v>
                      </c:pt>
                      <c:pt idx="63">
                        <c:v>66.297946413000005</c:v>
                      </c:pt>
                      <c:pt idx="64">
                        <c:v>60.872256325999999</c:v>
                      </c:pt>
                      <c:pt idx="65">
                        <c:v>62.900011861999999</c:v>
                      </c:pt>
                      <c:pt idx="66">
                        <c:v>62.202384678999998</c:v>
                      </c:pt>
                      <c:pt idx="67">
                        <c:v>71.027003965999995</c:v>
                      </c:pt>
                      <c:pt idx="68">
                        <c:v>80.352965878999996</c:v>
                      </c:pt>
                      <c:pt idx="69">
                        <c:v>88.081876535999996</c:v>
                      </c:pt>
                      <c:pt idx="70">
                        <c:v>83.736897706999997</c:v>
                      </c:pt>
                      <c:pt idx="71">
                        <c:v>67.693725211</c:v>
                      </c:pt>
                      <c:pt idx="72">
                        <c:v>46.992102365999997</c:v>
                      </c:pt>
                      <c:pt idx="73">
                        <c:v>29.086811900000001</c:v>
                      </c:pt>
                      <c:pt idx="74">
                        <c:v>17.667279406999999</c:v>
                      </c:pt>
                      <c:pt idx="75">
                        <c:v>11.793850874</c:v>
                      </c:pt>
                      <c:pt idx="76">
                        <c:v>9.6510215349999999</c:v>
                      </c:pt>
                      <c:pt idx="77">
                        <c:v>12.86628275</c:v>
                      </c:pt>
                      <c:pt idx="78">
                        <c:v>23.015622254</c:v>
                      </c:pt>
                      <c:pt idx="79">
                        <c:v>32.803813605000002</c:v>
                      </c:pt>
                      <c:pt idx="80">
                        <c:v>40.326682576000003</c:v>
                      </c:pt>
                      <c:pt idx="81">
                        <c:v>43.633605946000003</c:v>
                      </c:pt>
                      <c:pt idx="82">
                        <c:v>47.328490541000001</c:v>
                      </c:pt>
                      <c:pt idx="83">
                        <c:v>52.826990971000001</c:v>
                      </c:pt>
                      <c:pt idx="84">
                        <c:v>55.696036861000003</c:v>
                      </c:pt>
                      <c:pt idx="85">
                        <c:v>62.545650934000001</c:v>
                      </c:pt>
                      <c:pt idx="86">
                        <c:v>64.043521335999998</c:v>
                      </c:pt>
                      <c:pt idx="87">
                        <c:v>60.166320151000001</c:v>
                      </c:pt>
                      <c:pt idx="88">
                        <c:v>58.442513228000003</c:v>
                      </c:pt>
                      <c:pt idx="89">
                        <c:v>61.468572444000003</c:v>
                      </c:pt>
                      <c:pt idx="90">
                        <c:v>61.211213188999999</c:v>
                      </c:pt>
                      <c:pt idx="91">
                        <c:v>70.413755367999997</c:v>
                      </c:pt>
                      <c:pt idx="92">
                        <c:v>80.723564240000002</c:v>
                      </c:pt>
                      <c:pt idx="93">
                        <c:v>87.833691341999995</c:v>
                      </c:pt>
                      <c:pt idx="94">
                        <c:v>82.232936480999996</c:v>
                      </c:pt>
                      <c:pt idx="95">
                        <c:v>65.273148737</c:v>
                      </c:pt>
                      <c:pt idx="96">
                        <c:v>44.207584251999997</c:v>
                      </c:pt>
                      <c:pt idx="97">
                        <c:v>27.190336744</c:v>
                      </c:pt>
                      <c:pt idx="98">
                        <c:v>16.572476524999999</c:v>
                      </c:pt>
                      <c:pt idx="99">
                        <c:v>11.242066578999999</c:v>
                      </c:pt>
                      <c:pt idx="100">
                        <c:v>9.4115247019999995</c:v>
                      </c:pt>
                      <c:pt idx="101">
                        <c:v>12.821405582000001</c:v>
                      </c:pt>
                      <c:pt idx="102">
                        <c:v>23.371351092000001</c:v>
                      </c:pt>
                      <c:pt idx="103">
                        <c:v>33.641014521999999</c:v>
                      </c:pt>
                      <c:pt idx="104">
                        <c:v>40.694237456000003</c:v>
                      </c:pt>
                      <c:pt idx="105">
                        <c:v>43.713809032</c:v>
                      </c:pt>
                      <c:pt idx="106">
                        <c:v>47.432301404999997</c:v>
                      </c:pt>
                      <c:pt idx="107">
                        <c:v>53.289710495000001</c:v>
                      </c:pt>
                      <c:pt idx="108">
                        <c:v>56.320413099</c:v>
                      </c:pt>
                      <c:pt idx="109">
                        <c:v>63.179490168000001</c:v>
                      </c:pt>
                      <c:pt idx="110">
                        <c:v>63.488223605999998</c:v>
                      </c:pt>
                      <c:pt idx="111">
                        <c:v>59.966166993000002</c:v>
                      </c:pt>
                      <c:pt idx="112">
                        <c:v>58.346847584000002</c:v>
                      </c:pt>
                      <c:pt idx="113">
                        <c:v>60.184656650000001</c:v>
                      </c:pt>
                      <c:pt idx="114">
                        <c:v>60.22353159</c:v>
                      </c:pt>
                      <c:pt idx="115">
                        <c:v>69.813939726000001</c:v>
                      </c:pt>
                      <c:pt idx="116">
                        <c:v>80.495327774000003</c:v>
                      </c:pt>
                      <c:pt idx="117">
                        <c:v>88.533508384000001</c:v>
                      </c:pt>
                      <c:pt idx="118">
                        <c:v>82.962420069999993</c:v>
                      </c:pt>
                      <c:pt idx="119">
                        <c:v>66.104537351000005</c:v>
                      </c:pt>
                      <c:pt idx="120">
                        <c:v>44.873075892000003</c:v>
                      </c:pt>
                      <c:pt idx="121">
                        <c:v>27.57303812</c:v>
                      </c:pt>
                      <c:pt idx="122">
                        <c:v>16.621517268000002</c:v>
                      </c:pt>
                      <c:pt idx="123">
                        <c:v>11.281965469999999</c:v>
                      </c:pt>
                      <c:pt idx="124">
                        <c:v>9.3506036849999994</c:v>
                      </c:pt>
                      <c:pt idx="125">
                        <c:v>12.760232415999999</c:v>
                      </c:pt>
                      <c:pt idx="126">
                        <c:v>23.556166643000001</c:v>
                      </c:pt>
                      <c:pt idx="127">
                        <c:v>34.114734446</c:v>
                      </c:pt>
                      <c:pt idx="128">
                        <c:v>41.290777517999999</c:v>
                      </c:pt>
                      <c:pt idx="129">
                        <c:v>44.418639546999998</c:v>
                      </c:pt>
                      <c:pt idx="130">
                        <c:v>48.494789523999998</c:v>
                      </c:pt>
                      <c:pt idx="131">
                        <c:v>53.590850392</c:v>
                      </c:pt>
                      <c:pt idx="132">
                        <c:v>58.021036203999998</c:v>
                      </c:pt>
                      <c:pt idx="133">
                        <c:v>68.218780664999997</c:v>
                      </c:pt>
                      <c:pt idx="134">
                        <c:v>68.730732070000002</c:v>
                      </c:pt>
                      <c:pt idx="135">
                        <c:v>63.711948880999998</c:v>
                      </c:pt>
                      <c:pt idx="136">
                        <c:v>59.574636974000001</c:v>
                      </c:pt>
                      <c:pt idx="137">
                        <c:v>61.333775393000003</c:v>
                      </c:pt>
                      <c:pt idx="138">
                        <c:v>65.287078025</c:v>
                      </c:pt>
                      <c:pt idx="139">
                        <c:v>74.393602184000002</c:v>
                      </c:pt>
                      <c:pt idx="140">
                        <c:v>81.779861263000001</c:v>
                      </c:pt>
                      <c:pt idx="141">
                        <c:v>88.966158358000001</c:v>
                      </c:pt>
                      <c:pt idx="142">
                        <c:v>83.149008029000001</c:v>
                      </c:pt>
                      <c:pt idx="143">
                        <c:v>65.833350154000001</c:v>
                      </c:pt>
                      <c:pt idx="144">
                        <c:v>45.924961814</c:v>
                      </c:pt>
                      <c:pt idx="145">
                        <c:v>28.656742126000001</c:v>
                      </c:pt>
                      <c:pt idx="146">
                        <c:v>17.777443373000001</c:v>
                      </c:pt>
                      <c:pt idx="147">
                        <c:v>11.649677462</c:v>
                      </c:pt>
                      <c:pt idx="148">
                        <c:v>9.4913915339999999</c:v>
                      </c:pt>
                      <c:pt idx="149">
                        <c:v>13.105804461</c:v>
                      </c:pt>
                      <c:pt idx="150">
                        <c:v>24.388407367999999</c:v>
                      </c:pt>
                      <c:pt idx="151">
                        <c:v>34.760777384999997</c:v>
                      </c:pt>
                      <c:pt idx="152">
                        <c:v>42.072776740999998</c:v>
                      </c:pt>
                      <c:pt idx="153">
                        <c:v>45.041554845</c:v>
                      </c:pt>
                      <c:pt idx="154">
                        <c:v>48.397478290000002</c:v>
                      </c:pt>
                      <c:pt idx="155">
                        <c:v>53.613273972999998</c:v>
                      </c:pt>
                      <c:pt idx="156">
                        <c:v>56.543968110999998</c:v>
                      </c:pt>
                      <c:pt idx="157">
                        <c:v>63.092632768999998</c:v>
                      </c:pt>
                      <c:pt idx="158">
                        <c:v>64.391629588000001</c:v>
                      </c:pt>
                      <c:pt idx="159">
                        <c:v>60.295074559</c:v>
                      </c:pt>
                      <c:pt idx="160">
                        <c:v>59.495068693</c:v>
                      </c:pt>
                      <c:pt idx="161">
                        <c:v>61.504813714999997</c:v>
                      </c:pt>
                      <c:pt idx="162">
                        <c:v>61.457531164000002</c:v>
                      </c:pt>
                      <c:pt idx="163">
                        <c:v>70.676275451999999</c:v>
                      </c:pt>
                      <c:pt idx="164">
                        <c:v>80.608753027000006</c:v>
                      </c:pt>
                      <c:pt idx="165">
                        <c:v>87.425035737000002</c:v>
                      </c:pt>
                      <c:pt idx="166">
                        <c:v>82.816538816999994</c:v>
                      </c:pt>
                      <c:pt idx="167">
                        <c:v>65.830168458000003</c:v>
                      </c:pt>
                      <c:pt idx="168">
                        <c:v>45.186680437</c:v>
                      </c:pt>
                      <c:pt idx="169">
                        <c:v>27.755695317000001</c:v>
                      </c:pt>
                      <c:pt idx="170">
                        <c:v>16.935103607999999</c:v>
                      </c:pt>
                      <c:pt idx="171">
                        <c:v>11.492282144000001</c:v>
                      </c:pt>
                      <c:pt idx="172">
                        <c:v>9.5651195720000004</c:v>
                      </c:pt>
                      <c:pt idx="173">
                        <c:v>13.15231943</c:v>
                      </c:pt>
                      <c:pt idx="174">
                        <c:v>24.631885273000002</c:v>
                      </c:pt>
                      <c:pt idx="175">
                        <c:v>35.935021339999999</c:v>
                      </c:pt>
                      <c:pt idx="176">
                        <c:v>44.823407138</c:v>
                      </c:pt>
                      <c:pt idx="177">
                        <c:v>50.678988623000002</c:v>
                      </c:pt>
                      <c:pt idx="178">
                        <c:v>51.274164302000003</c:v>
                      </c:pt>
                      <c:pt idx="179">
                        <c:v>54.960015550999998</c:v>
                      </c:pt>
                      <c:pt idx="180">
                        <c:v>58.664489148999998</c:v>
                      </c:pt>
                      <c:pt idx="181">
                        <c:v>65.434298196</c:v>
                      </c:pt>
                      <c:pt idx="182">
                        <c:v>65.903418918</c:v>
                      </c:pt>
                      <c:pt idx="183">
                        <c:v>61.999650762999998</c:v>
                      </c:pt>
                      <c:pt idx="184">
                        <c:v>58.626652016000001</c:v>
                      </c:pt>
                      <c:pt idx="185">
                        <c:v>60.282403874000003</c:v>
                      </c:pt>
                      <c:pt idx="186">
                        <c:v>61.852694258</c:v>
                      </c:pt>
                      <c:pt idx="187">
                        <c:v>71.642152631000002</c:v>
                      </c:pt>
                      <c:pt idx="188">
                        <c:v>80.895417198000004</c:v>
                      </c:pt>
                      <c:pt idx="189">
                        <c:v>87.360227847999994</c:v>
                      </c:pt>
                      <c:pt idx="190">
                        <c:v>83.974901459999998</c:v>
                      </c:pt>
                      <c:pt idx="191">
                        <c:v>69.505522192000001</c:v>
                      </c:pt>
                      <c:pt idx="192">
                        <c:v>50.445295938999998</c:v>
                      </c:pt>
                      <c:pt idx="193">
                        <c:v>32.436112225999999</c:v>
                      </c:pt>
                      <c:pt idx="194">
                        <c:v>20.210916652000002</c:v>
                      </c:pt>
                      <c:pt idx="195">
                        <c:v>13.897170437</c:v>
                      </c:pt>
                      <c:pt idx="196">
                        <c:v>10.751502509</c:v>
                      </c:pt>
                      <c:pt idx="197">
                        <c:v>12.59331873</c:v>
                      </c:pt>
                      <c:pt idx="198">
                        <c:v>21.069804415</c:v>
                      </c:pt>
                      <c:pt idx="199">
                        <c:v>31.290775794000002</c:v>
                      </c:pt>
                      <c:pt idx="200">
                        <c:v>42.833637127999999</c:v>
                      </c:pt>
                      <c:pt idx="201">
                        <c:v>49.399098195999997</c:v>
                      </c:pt>
                      <c:pt idx="202">
                        <c:v>54.565292116999998</c:v>
                      </c:pt>
                      <c:pt idx="203">
                        <c:v>60.146389153999998</c:v>
                      </c:pt>
                      <c:pt idx="204">
                        <c:v>59.425285166000002</c:v>
                      </c:pt>
                      <c:pt idx="205">
                        <c:v>65.497511197999998</c:v>
                      </c:pt>
                      <c:pt idx="206">
                        <c:v>75.360096267000003</c:v>
                      </c:pt>
                      <c:pt idx="207">
                        <c:v>69.396905180000005</c:v>
                      </c:pt>
                      <c:pt idx="208">
                        <c:v>65.065639586000003</c:v>
                      </c:pt>
                      <c:pt idx="209">
                        <c:v>66.156557645000007</c:v>
                      </c:pt>
                      <c:pt idx="210">
                        <c:v>65.552811485999996</c:v>
                      </c:pt>
                      <c:pt idx="211">
                        <c:v>73.514976102000006</c:v>
                      </c:pt>
                      <c:pt idx="212">
                        <c:v>82.848893971999999</c:v>
                      </c:pt>
                      <c:pt idx="213">
                        <c:v>88.757830236000004</c:v>
                      </c:pt>
                      <c:pt idx="214">
                        <c:v>85.369229546</c:v>
                      </c:pt>
                      <c:pt idx="215">
                        <c:v>70.168747201000002</c:v>
                      </c:pt>
                      <c:pt idx="216">
                        <c:v>49.988693552000001</c:v>
                      </c:pt>
                      <c:pt idx="217">
                        <c:v>31.678886145</c:v>
                      </c:pt>
                      <c:pt idx="218">
                        <c:v>19.581068087999999</c:v>
                      </c:pt>
                      <c:pt idx="219">
                        <c:v>12.756287739999999</c:v>
                      </c:pt>
                      <c:pt idx="220">
                        <c:v>9.9562207709999999</c:v>
                      </c:pt>
                      <c:pt idx="221">
                        <c:v>12.43556901</c:v>
                      </c:pt>
                      <c:pt idx="222">
                        <c:v>21.688817799999999</c:v>
                      </c:pt>
                      <c:pt idx="223">
                        <c:v>32.129036523000003</c:v>
                      </c:pt>
                      <c:pt idx="224">
                        <c:v>42.016393831000002</c:v>
                      </c:pt>
                      <c:pt idx="225">
                        <c:v>46.680008993999998</c:v>
                      </c:pt>
                      <c:pt idx="226">
                        <c:v>49.867440918</c:v>
                      </c:pt>
                      <c:pt idx="227">
                        <c:v>54.765800468999998</c:v>
                      </c:pt>
                      <c:pt idx="228">
                        <c:v>56.550659222</c:v>
                      </c:pt>
                      <c:pt idx="229">
                        <c:v>65.629663008999998</c:v>
                      </c:pt>
                      <c:pt idx="230">
                        <c:v>67.614176215000001</c:v>
                      </c:pt>
                      <c:pt idx="231">
                        <c:v>62.931417144000001</c:v>
                      </c:pt>
                      <c:pt idx="232">
                        <c:v>59.660833457999999</c:v>
                      </c:pt>
                      <c:pt idx="233">
                        <c:v>61.493373022999997</c:v>
                      </c:pt>
                      <c:pt idx="234">
                        <c:v>62.603909201999997</c:v>
                      </c:pt>
                      <c:pt idx="235">
                        <c:v>70.589488758000002</c:v>
                      </c:pt>
                      <c:pt idx="236">
                        <c:v>81.091911745000004</c:v>
                      </c:pt>
                      <c:pt idx="237">
                        <c:v>87.387422108999999</c:v>
                      </c:pt>
                      <c:pt idx="238">
                        <c:v>80.793235385000003</c:v>
                      </c:pt>
                      <c:pt idx="239">
                        <c:v>63.393148019999998</c:v>
                      </c:pt>
                      <c:pt idx="240">
                        <c:v>43.086091244000002</c:v>
                      </c:pt>
                      <c:pt idx="241">
                        <c:v>26.402658299999999</c:v>
                      </c:pt>
                      <c:pt idx="242">
                        <c:v>16.244815729999999</c:v>
                      </c:pt>
                      <c:pt idx="243">
                        <c:v>11.184290013</c:v>
                      </c:pt>
                      <c:pt idx="244">
                        <c:v>9.3236476499999998</c:v>
                      </c:pt>
                      <c:pt idx="245">
                        <c:v>12.158859392</c:v>
                      </c:pt>
                      <c:pt idx="246">
                        <c:v>22.596257765000001</c:v>
                      </c:pt>
                      <c:pt idx="247">
                        <c:v>32.377409950999997</c:v>
                      </c:pt>
                      <c:pt idx="248">
                        <c:v>39.858803242999997</c:v>
                      </c:pt>
                      <c:pt idx="249">
                        <c:v>42.208417701000002</c:v>
                      </c:pt>
                      <c:pt idx="250">
                        <c:v>44.984509398999997</c:v>
                      </c:pt>
                      <c:pt idx="251">
                        <c:v>49.787967551000001</c:v>
                      </c:pt>
                      <c:pt idx="252">
                        <c:v>53.161978224000002</c:v>
                      </c:pt>
                      <c:pt idx="253">
                        <c:v>59.844706725000002</c:v>
                      </c:pt>
                      <c:pt idx="254">
                        <c:v>61.149668063</c:v>
                      </c:pt>
                      <c:pt idx="255">
                        <c:v>57.649253330000001</c:v>
                      </c:pt>
                      <c:pt idx="256">
                        <c:v>57.750488042999997</c:v>
                      </c:pt>
                      <c:pt idx="257">
                        <c:v>60.094707773000003</c:v>
                      </c:pt>
                      <c:pt idx="258">
                        <c:v>60.73584924</c:v>
                      </c:pt>
                      <c:pt idx="259">
                        <c:v>69.146521914000004</c:v>
                      </c:pt>
                      <c:pt idx="260">
                        <c:v>79.587772869999995</c:v>
                      </c:pt>
                      <c:pt idx="261">
                        <c:v>84.996813383000003</c:v>
                      </c:pt>
                      <c:pt idx="262">
                        <c:v>79.463821046999996</c:v>
                      </c:pt>
                      <c:pt idx="263">
                        <c:v>61.754117448000002</c:v>
                      </c:pt>
                      <c:pt idx="264">
                        <c:v>41.683394297</c:v>
                      </c:pt>
                      <c:pt idx="265">
                        <c:v>24.975028371000001</c:v>
                      </c:pt>
                      <c:pt idx="266">
                        <c:v>15.41513542</c:v>
                      </c:pt>
                      <c:pt idx="267">
                        <c:v>10.694172001</c:v>
                      </c:pt>
                      <c:pt idx="268">
                        <c:v>9.0126328069999992</c:v>
                      </c:pt>
                      <c:pt idx="269">
                        <c:v>12.063035548</c:v>
                      </c:pt>
                      <c:pt idx="270">
                        <c:v>22.964137665999999</c:v>
                      </c:pt>
                      <c:pt idx="271">
                        <c:v>33.145542847999998</c:v>
                      </c:pt>
                      <c:pt idx="272">
                        <c:v>39.968584853999999</c:v>
                      </c:pt>
                      <c:pt idx="273">
                        <c:v>42.794841431000002</c:v>
                      </c:pt>
                      <c:pt idx="274">
                        <c:v>45.969437421000002</c:v>
                      </c:pt>
                      <c:pt idx="275">
                        <c:v>51.555598809000003</c:v>
                      </c:pt>
                      <c:pt idx="276">
                        <c:v>54.154266708000002</c:v>
                      </c:pt>
                      <c:pt idx="277">
                        <c:v>60.840228842000002</c:v>
                      </c:pt>
                      <c:pt idx="278">
                        <c:v>61.292784801000003</c:v>
                      </c:pt>
                      <c:pt idx="279">
                        <c:v>57.977078210999998</c:v>
                      </c:pt>
                      <c:pt idx="280">
                        <c:v>57.678281339999998</c:v>
                      </c:pt>
                      <c:pt idx="281">
                        <c:v>59.740897908000001</c:v>
                      </c:pt>
                      <c:pt idx="282">
                        <c:v>60.986456838999999</c:v>
                      </c:pt>
                      <c:pt idx="283">
                        <c:v>70.068130495000005</c:v>
                      </c:pt>
                      <c:pt idx="284">
                        <c:v>80.525645830000002</c:v>
                      </c:pt>
                      <c:pt idx="285">
                        <c:v>86.284655873999995</c:v>
                      </c:pt>
                      <c:pt idx="286">
                        <c:v>79.874569952000002</c:v>
                      </c:pt>
                      <c:pt idx="287">
                        <c:v>61.699823975000001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BF3F-49BE-B4BE-2314BCBEA28B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12-10-2026'!$H$1</c15:sqref>
                        </c15:formulaRef>
                      </c:ext>
                    </c:extLst>
                    <c:strCache>
                      <c:ptCount val="1"/>
                      <c:pt idx="0">
                        <c:v>ANB-DGW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12-10-2026'!$H$2:$H$289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90.231023515000004</c:v>
                      </c:pt>
                      <c:pt idx="1">
                        <c:v>57.593578663999999</c:v>
                      </c:pt>
                      <c:pt idx="2">
                        <c:v>35.160400335000006</c:v>
                      </c:pt>
                      <c:pt idx="3">
                        <c:v>23.22746901</c:v>
                      </c:pt>
                      <c:pt idx="4">
                        <c:v>18.877729713000001</c:v>
                      </c:pt>
                      <c:pt idx="5">
                        <c:v>25.364866827999997</c:v>
                      </c:pt>
                      <c:pt idx="6">
                        <c:v>44.544000797999999</c:v>
                      </c:pt>
                      <c:pt idx="7">
                        <c:v>64.889229517000004</c:v>
                      </c:pt>
                      <c:pt idx="8">
                        <c:v>78.367939471999989</c:v>
                      </c:pt>
                      <c:pt idx="9">
                        <c:v>84.289290187999995</c:v>
                      </c:pt>
                      <c:pt idx="10">
                        <c:v>91.777068330000006</c:v>
                      </c:pt>
                      <c:pt idx="11">
                        <c:v>102.262667998</c:v>
                      </c:pt>
                      <c:pt idx="12">
                        <c:v>109.51603559500001</c:v>
                      </c:pt>
                      <c:pt idx="13">
                        <c:v>123.568937166</c:v>
                      </c:pt>
                      <c:pt idx="14">
                        <c:v>125.78603016</c:v>
                      </c:pt>
                      <c:pt idx="15">
                        <c:v>119.944925574</c:v>
                      </c:pt>
                      <c:pt idx="16">
                        <c:v>110.79574732500001</c:v>
                      </c:pt>
                      <c:pt idx="17">
                        <c:v>114.73444766099999</c:v>
                      </c:pt>
                      <c:pt idx="18">
                        <c:v>115.64549514999999</c:v>
                      </c:pt>
                      <c:pt idx="19">
                        <c:v>134.78954435899999</c:v>
                      </c:pt>
                      <c:pt idx="20">
                        <c:v>150.84446549699999</c:v>
                      </c:pt>
                      <c:pt idx="21">
                        <c:v>165.487756147</c:v>
                      </c:pt>
                      <c:pt idx="22">
                        <c:v>161.143234514</c:v>
                      </c:pt>
                      <c:pt idx="23">
                        <c:v>136.61687214900002</c:v>
                      </c:pt>
                      <c:pt idx="24">
                        <c:v>100.645630458</c:v>
                      </c:pt>
                      <c:pt idx="25">
                        <c:v>66.484691867000009</c:v>
                      </c:pt>
                      <c:pt idx="26">
                        <c:v>40.972336560000002</c:v>
                      </c:pt>
                      <c:pt idx="27">
                        <c:v>26.597621345</c:v>
                      </c:pt>
                      <c:pt idx="28">
                        <c:v>20.056815722</c:v>
                      </c:pt>
                      <c:pt idx="29">
                        <c:v>24.482188491999999</c:v>
                      </c:pt>
                      <c:pt idx="30">
                        <c:v>38.923278382999996</c:v>
                      </c:pt>
                      <c:pt idx="31">
                        <c:v>58.099700231</c:v>
                      </c:pt>
                      <c:pt idx="32">
                        <c:v>79.007380450999989</c:v>
                      </c:pt>
                      <c:pt idx="33">
                        <c:v>92.213357895000001</c:v>
                      </c:pt>
                      <c:pt idx="34">
                        <c:v>102.83775610800001</c:v>
                      </c:pt>
                      <c:pt idx="35">
                        <c:v>114.655830283</c:v>
                      </c:pt>
                      <c:pt idx="36">
                        <c:v>115.182450226</c:v>
                      </c:pt>
                      <c:pt idx="37">
                        <c:v>126.196266967</c:v>
                      </c:pt>
                      <c:pt idx="38">
                        <c:v>144.88408942000001</c:v>
                      </c:pt>
                      <c:pt idx="39">
                        <c:v>133.68625767500001</c:v>
                      </c:pt>
                      <c:pt idx="40">
                        <c:v>119.56601803699999</c:v>
                      </c:pt>
                      <c:pt idx="41">
                        <c:v>120.863963535</c:v>
                      </c:pt>
                      <c:pt idx="42">
                        <c:v>118.6962082</c:v>
                      </c:pt>
                      <c:pt idx="43">
                        <c:v>136.70585679800001</c:v>
                      </c:pt>
                      <c:pt idx="44">
                        <c:v>154.62782814399998</c:v>
                      </c:pt>
                      <c:pt idx="45">
                        <c:v>171.14409347899999</c:v>
                      </c:pt>
                      <c:pt idx="46">
                        <c:v>166.22698759100001</c:v>
                      </c:pt>
                      <c:pt idx="47">
                        <c:v>141.30850387000001</c:v>
                      </c:pt>
                      <c:pt idx="48">
                        <c:v>104.497596168</c:v>
                      </c:pt>
                      <c:pt idx="49">
                        <c:v>68.643697716999995</c:v>
                      </c:pt>
                      <c:pt idx="50">
                        <c:v>41.292036519</c:v>
                      </c:pt>
                      <c:pt idx="51">
                        <c:v>26.296578928000002</c:v>
                      </c:pt>
                      <c:pt idx="52">
                        <c:v>19.841832142000001</c:v>
                      </c:pt>
                      <c:pt idx="53">
                        <c:v>24.744111098000001</c:v>
                      </c:pt>
                      <c:pt idx="54">
                        <c:v>40.843550694000001</c:v>
                      </c:pt>
                      <c:pt idx="55">
                        <c:v>61.025585554999992</c:v>
                      </c:pt>
                      <c:pt idx="56">
                        <c:v>79.920289412000002</c:v>
                      </c:pt>
                      <c:pt idx="57">
                        <c:v>90.472464293999991</c:v>
                      </c:pt>
                      <c:pt idx="58">
                        <c:v>97.794888380000003</c:v>
                      </c:pt>
                      <c:pt idx="59">
                        <c:v>108.080278076</c:v>
                      </c:pt>
                      <c:pt idx="60">
                        <c:v>112.85702682100001</c:v>
                      </c:pt>
                      <c:pt idx="61">
                        <c:v>130.18419555700001</c:v>
                      </c:pt>
                      <c:pt idx="62">
                        <c:v>133.36482815900001</c:v>
                      </c:pt>
                      <c:pt idx="63">
                        <c:v>124.67686399900001</c:v>
                      </c:pt>
                      <c:pt idx="64">
                        <c:v>114.365652548</c:v>
                      </c:pt>
                      <c:pt idx="65">
                        <c:v>117.85611062999999</c:v>
                      </c:pt>
                      <c:pt idx="66">
                        <c:v>116.58789991399999</c:v>
                      </c:pt>
                      <c:pt idx="67">
                        <c:v>133.03054594099999</c:v>
                      </c:pt>
                      <c:pt idx="68">
                        <c:v>150.74055155100001</c:v>
                      </c:pt>
                      <c:pt idx="69">
                        <c:v>165.41052727900001</c:v>
                      </c:pt>
                      <c:pt idx="70">
                        <c:v>157.68253085999999</c:v>
                      </c:pt>
                      <c:pt idx="71">
                        <c:v>128.13556153299999</c:v>
                      </c:pt>
                      <c:pt idx="72">
                        <c:v>89.268646243999996</c:v>
                      </c:pt>
                      <c:pt idx="73">
                        <c:v>55.395754460999996</c:v>
                      </c:pt>
                      <c:pt idx="74">
                        <c:v>33.696951298999998</c:v>
                      </c:pt>
                      <c:pt idx="75">
                        <c:v>22.448157852999998</c:v>
                      </c:pt>
                      <c:pt idx="76">
                        <c:v>18.330101051</c:v>
                      </c:pt>
                      <c:pt idx="77">
                        <c:v>24.240341917000002</c:v>
                      </c:pt>
                      <c:pt idx="78">
                        <c:v>42.951397178000001</c:v>
                      </c:pt>
                      <c:pt idx="79">
                        <c:v>61.333657262000003</c:v>
                      </c:pt>
                      <c:pt idx="80">
                        <c:v>75.401855963000003</c:v>
                      </c:pt>
                      <c:pt idx="81">
                        <c:v>81.544345440000001</c:v>
                      </c:pt>
                      <c:pt idx="82">
                        <c:v>88.334087635000003</c:v>
                      </c:pt>
                      <c:pt idx="83">
                        <c:v>98.700905781000003</c:v>
                      </c:pt>
                      <c:pt idx="84">
                        <c:v>104.38160721200001</c:v>
                      </c:pt>
                      <c:pt idx="85">
                        <c:v>117.03697043400001</c:v>
                      </c:pt>
                      <c:pt idx="86">
                        <c:v>119.92795061</c:v>
                      </c:pt>
                      <c:pt idx="87">
                        <c:v>112.920851129</c:v>
                      </c:pt>
                      <c:pt idx="88">
                        <c:v>109.628699928</c:v>
                      </c:pt>
                      <c:pt idx="89">
                        <c:v>115.25854099599999</c:v>
                      </c:pt>
                      <c:pt idx="90">
                        <c:v>114.97989344600001</c:v>
                      </c:pt>
                      <c:pt idx="91">
                        <c:v>132.085673689</c:v>
                      </c:pt>
                      <c:pt idx="92">
                        <c:v>151.04700009700002</c:v>
                      </c:pt>
                      <c:pt idx="93">
                        <c:v>164.592145644</c:v>
                      </c:pt>
                      <c:pt idx="94">
                        <c:v>154.599027933</c:v>
                      </c:pt>
                      <c:pt idx="95">
                        <c:v>123.07834201200001</c:v>
                      </c:pt>
                      <c:pt idx="96">
                        <c:v>83.698287597999993</c:v>
                      </c:pt>
                      <c:pt idx="97">
                        <c:v>51.762416727000002</c:v>
                      </c:pt>
                      <c:pt idx="98">
                        <c:v>31.838095512999999</c:v>
                      </c:pt>
                      <c:pt idx="99">
                        <c:v>21.608581051000002</c:v>
                      </c:pt>
                      <c:pt idx="100">
                        <c:v>17.923252814000001</c:v>
                      </c:pt>
                      <c:pt idx="101">
                        <c:v>24.285161260000002</c:v>
                      </c:pt>
                      <c:pt idx="102">
                        <c:v>44.001202996000004</c:v>
                      </c:pt>
                      <c:pt idx="103">
                        <c:v>63.262632558999996</c:v>
                      </c:pt>
                      <c:pt idx="104">
                        <c:v>76.074127994000008</c:v>
                      </c:pt>
                      <c:pt idx="105">
                        <c:v>81.903250677000003</c:v>
                      </c:pt>
                      <c:pt idx="106">
                        <c:v>88.585462078999996</c:v>
                      </c:pt>
                      <c:pt idx="107">
                        <c:v>99.627790763000007</c:v>
                      </c:pt>
                      <c:pt idx="108">
                        <c:v>105.62494225</c:v>
                      </c:pt>
                      <c:pt idx="109">
                        <c:v>118.13387672100001</c:v>
                      </c:pt>
                      <c:pt idx="110">
                        <c:v>119.00003507299999</c:v>
                      </c:pt>
                      <c:pt idx="111">
                        <c:v>112.447245053</c:v>
                      </c:pt>
                      <c:pt idx="112">
                        <c:v>109.213721746</c:v>
                      </c:pt>
                      <c:pt idx="113">
                        <c:v>112.805461063</c:v>
                      </c:pt>
                      <c:pt idx="114">
                        <c:v>113.14017844700001</c:v>
                      </c:pt>
                      <c:pt idx="115">
                        <c:v>131.11460091000001</c:v>
                      </c:pt>
                      <c:pt idx="116">
                        <c:v>150.6532971</c:v>
                      </c:pt>
                      <c:pt idx="117">
                        <c:v>165.671275944</c:v>
                      </c:pt>
                      <c:pt idx="118">
                        <c:v>155.76921511899999</c:v>
                      </c:pt>
                      <c:pt idx="119">
                        <c:v>124.75599053000001</c:v>
                      </c:pt>
                      <c:pt idx="120">
                        <c:v>85.139240208000004</c:v>
                      </c:pt>
                      <c:pt idx="121">
                        <c:v>52.591280091000002</c:v>
                      </c:pt>
                      <c:pt idx="122">
                        <c:v>31.720813112000002</c:v>
                      </c:pt>
                      <c:pt idx="123">
                        <c:v>21.512448608</c:v>
                      </c:pt>
                      <c:pt idx="124">
                        <c:v>17.703830713999999</c:v>
                      </c:pt>
                      <c:pt idx="125">
                        <c:v>23.980775156</c:v>
                      </c:pt>
                      <c:pt idx="126">
                        <c:v>44.094278219000003</c:v>
                      </c:pt>
                      <c:pt idx="127">
                        <c:v>63.897971783999999</c:v>
                      </c:pt>
                      <c:pt idx="128">
                        <c:v>77.064975191000002</c:v>
                      </c:pt>
                      <c:pt idx="129">
                        <c:v>83.026600436999999</c:v>
                      </c:pt>
                      <c:pt idx="130">
                        <c:v>90.709890689999995</c:v>
                      </c:pt>
                      <c:pt idx="131">
                        <c:v>100.288315313</c:v>
                      </c:pt>
                      <c:pt idx="132">
                        <c:v>108.82332744499999</c:v>
                      </c:pt>
                      <c:pt idx="133">
                        <c:v>127.863741569</c:v>
                      </c:pt>
                      <c:pt idx="134">
                        <c:v>129.00929240100001</c:v>
                      </c:pt>
                      <c:pt idx="135">
                        <c:v>119.86846267600001</c:v>
                      </c:pt>
                      <c:pt idx="136">
                        <c:v>111.61588069999999</c:v>
                      </c:pt>
                      <c:pt idx="137">
                        <c:v>114.724719812</c:v>
                      </c:pt>
                      <c:pt idx="138">
                        <c:v>122.35223403099999</c:v>
                      </c:pt>
                      <c:pt idx="139">
                        <c:v>139.18491604100001</c:v>
                      </c:pt>
                      <c:pt idx="140">
                        <c:v>153.16261926999999</c:v>
                      </c:pt>
                      <c:pt idx="141">
                        <c:v>166.76192323200002</c:v>
                      </c:pt>
                      <c:pt idx="142">
                        <c:v>156.38379819900001</c:v>
                      </c:pt>
                      <c:pt idx="143">
                        <c:v>124.12766780999999</c:v>
                      </c:pt>
                      <c:pt idx="144">
                        <c:v>86.826795099999998</c:v>
                      </c:pt>
                      <c:pt idx="145">
                        <c:v>54.162436381000006</c:v>
                      </c:pt>
                      <c:pt idx="146">
                        <c:v>33.704711097000001</c:v>
                      </c:pt>
                      <c:pt idx="147">
                        <c:v>22.007555849999999</c:v>
                      </c:pt>
                      <c:pt idx="148">
                        <c:v>17.861682332999997</c:v>
                      </c:pt>
                      <c:pt idx="149">
                        <c:v>24.547983191</c:v>
                      </c:pt>
                      <c:pt idx="150">
                        <c:v>45.560427677999996</c:v>
                      </c:pt>
                      <c:pt idx="151">
                        <c:v>65.041110167999989</c:v>
                      </c:pt>
                      <c:pt idx="152">
                        <c:v>78.781219907000008</c:v>
                      </c:pt>
                      <c:pt idx="153">
                        <c:v>84.228306922999991</c:v>
                      </c:pt>
                      <c:pt idx="154">
                        <c:v>90.561917716000011</c:v>
                      </c:pt>
                      <c:pt idx="155">
                        <c:v>100.62783245099999</c:v>
                      </c:pt>
                      <c:pt idx="156">
                        <c:v>106.258685176</c:v>
                      </c:pt>
                      <c:pt idx="157">
                        <c:v>118.643468958</c:v>
                      </c:pt>
                      <c:pt idx="158">
                        <c:v>120.682261442</c:v>
                      </c:pt>
                      <c:pt idx="159">
                        <c:v>113.59402313999999</c:v>
                      </c:pt>
                      <c:pt idx="160">
                        <c:v>111.67717273400001</c:v>
                      </c:pt>
                      <c:pt idx="161">
                        <c:v>115.539508465</c:v>
                      </c:pt>
                      <c:pt idx="162">
                        <c:v>115.585284183</c:v>
                      </c:pt>
                      <c:pt idx="163">
                        <c:v>132.83446459199999</c:v>
                      </c:pt>
                      <c:pt idx="164">
                        <c:v>151.07496267499999</c:v>
                      </c:pt>
                      <c:pt idx="165">
                        <c:v>164.152793484</c:v>
                      </c:pt>
                      <c:pt idx="166">
                        <c:v>155.96351376600001</c:v>
                      </c:pt>
                      <c:pt idx="167">
                        <c:v>124.486790649</c:v>
                      </c:pt>
                      <c:pt idx="168">
                        <c:v>85.681715623999992</c:v>
                      </c:pt>
                      <c:pt idx="169">
                        <c:v>52.975695591000004</c:v>
                      </c:pt>
                      <c:pt idx="170">
                        <c:v>32.467965022000001</c:v>
                      </c:pt>
                      <c:pt idx="171">
                        <c:v>22.052569611999999</c:v>
                      </c:pt>
                      <c:pt idx="172">
                        <c:v>18.349286941000003</c:v>
                      </c:pt>
                      <c:pt idx="173">
                        <c:v>25.085564994999999</c:v>
                      </c:pt>
                      <c:pt idx="174">
                        <c:v>46.737117644999998</c:v>
                      </c:pt>
                      <c:pt idx="175">
                        <c:v>68.068783461999999</c:v>
                      </c:pt>
                      <c:pt idx="176">
                        <c:v>84.987864381000009</c:v>
                      </c:pt>
                      <c:pt idx="177">
                        <c:v>95.872295801000007</c:v>
                      </c:pt>
                      <c:pt idx="178">
                        <c:v>97.434019309999996</c:v>
                      </c:pt>
                      <c:pt idx="179">
                        <c:v>105.148008257</c:v>
                      </c:pt>
                      <c:pt idx="180">
                        <c:v>112.77463472599999</c:v>
                      </c:pt>
                      <c:pt idx="181">
                        <c:v>125.67699887399999</c:v>
                      </c:pt>
                      <c:pt idx="182">
                        <c:v>126.48720962600001</c:v>
                      </c:pt>
                      <c:pt idx="183">
                        <c:v>119.170268724</c:v>
                      </c:pt>
                      <c:pt idx="184">
                        <c:v>112.90507916</c:v>
                      </c:pt>
                      <c:pt idx="185">
                        <c:v>115.919743396</c:v>
                      </c:pt>
                      <c:pt idx="186">
                        <c:v>119.02465570199999</c:v>
                      </c:pt>
                      <c:pt idx="187">
                        <c:v>138.00446410500001</c:v>
                      </c:pt>
                      <c:pt idx="188">
                        <c:v>155.885027775</c:v>
                      </c:pt>
                      <c:pt idx="189">
                        <c:v>168.250207566</c:v>
                      </c:pt>
                      <c:pt idx="190">
                        <c:v>162.04001099300001</c:v>
                      </c:pt>
                      <c:pt idx="191">
                        <c:v>134.36857429700001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BF3F-49BE-B4BE-2314BCBEA28B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12-10-2026'!$I$1</c15:sqref>
                        </c15:formulaRef>
                      </c:ext>
                    </c:extLst>
                    <c:strCache>
                      <c:ptCount val="1"/>
                      <c:pt idx="0">
                        <c:v>BMR-DGW1 SGi 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12-10-2026'!$I$2:$I$289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20.503738777999999</c:v>
                      </c:pt>
                      <c:pt idx="1">
                        <c:v>12.479797476</c:v>
                      </c:pt>
                      <c:pt idx="2">
                        <c:v>6.9911246069999997</c:v>
                      </c:pt>
                      <c:pt idx="3">
                        <c:v>4.3475962800000003</c:v>
                      </c:pt>
                      <c:pt idx="4">
                        <c:v>3.2577272000000002</c:v>
                      </c:pt>
                      <c:pt idx="5">
                        <c:v>3.8927321209999999</c:v>
                      </c:pt>
                      <c:pt idx="6">
                        <c:v>7.9369419069999996</c:v>
                      </c:pt>
                      <c:pt idx="7">
                        <c:v>12.267516672999999</c:v>
                      </c:pt>
                      <c:pt idx="8">
                        <c:v>14.924779098</c:v>
                      </c:pt>
                      <c:pt idx="9">
                        <c:v>16.541799906000001</c:v>
                      </c:pt>
                      <c:pt idx="10">
                        <c:v>18.517862257000001</c:v>
                      </c:pt>
                      <c:pt idx="11">
                        <c:v>20.982998929000001</c:v>
                      </c:pt>
                      <c:pt idx="12">
                        <c:v>23.101838512</c:v>
                      </c:pt>
                      <c:pt idx="13">
                        <c:v>26.494430547</c:v>
                      </c:pt>
                      <c:pt idx="14">
                        <c:v>27.310882470999999</c:v>
                      </c:pt>
                      <c:pt idx="15">
                        <c:v>26.366519037</c:v>
                      </c:pt>
                      <c:pt idx="16">
                        <c:v>22.97038641</c:v>
                      </c:pt>
                      <c:pt idx="17">
                        <c:v>23.505286749</c:v>
                      </c:pt>
                      <c:pt idx="18">
                        <c:v>23.382033937999999</c:v>
                      </c:pt>
                      <c:pt idx="19">
                        <c:v>27.745214467</c:v>
                      </c:pt>
                      <c:pt idx="20">
                        <c:v>31.010420831000001</c:v>
                      </c:pt>
                      <c:pt idx="21">
                        <c:v>35.943908409999999</c:v>
                      </c:pt>
                      <c:pt idx="22">
                        <c:v>35.563306046999998</c:v>
                      </c:pt>
                      <c:pt idx="23">
                        <c:v>30.484310853</c:v>
                      </c:pt>
                      <c:pt idx="24">
                        <c:v>22.436407778</c:v>
                      </c:pt>
                      <c:pt idx="25">
                        <c:v>14.288766369999999</c:v>
                      </c:pt>
                      <c:pt idx="26">
                        <c:v>8.4278774030000001</c:v>
                      </c:pt>
                      <c:pt idx="27">
                        <c:v>5.0871982219999996</c:v>
                      </c:pt>
                      <c:pt idx="28">
                        <c:v>3.5257184289999999</c:v>
                      </c:pt>
                      <c:pt idx="29">
                        <c:v>3.793182141</c:v>
                      </c:pt>
                      <c:pt idx="30">
                        <c:v>6.930885451</c:v>
                      </c:pt>
                      <c:pt idx="31">
                        <c:v>10.579326102</c:v>
                      </c:pt>
                      <c:pt idx="32">
                        <c:v>15.034635265</c:v>
                      </c:pt>
                      <c:pt idx="33">
                        <c:v>18.496935178000001</c:v>
                      </c:pt>
                      <c:pt idx="34">
                        <c:v>21.272313683</c:v>
                      </c:pt>
                      <c:pt idx="35">
                        <c:v>24.536567261999998</c:v>
                      </c:pt>
                      <c:pt idx="36">
                        <c:v>25.056133167999999</c:v>
                      </c:pt>
                      <c:pt idx="37">
                        <c:v>26.999611357999999</c:v>
                      </c:pt>
                      <c:pt idx="38">
                        <c:v>31.595986500999999</c:v>
                      </c:pt>
                      <c:pt idx="39">
                        <c:v>29.469453266999999</c:v>
                      </c:pt>
                      <c:pt idx="40">
                        <c:v>24.203546337999999</c:v>
                      </c:pt>
                      <c:pt idx="41">
                        <c:v>24.57201586</c:v>
                      </c:pt>
                      <c:pt idx="42">
                        <c:v>24.521048624999999</c:v>
                      </c:pt>
                      <c:pt idx="43">
                        <c:v>29.116840327999999</c:v>
                      </c:pt>
                      <c:pt idx="44">
                        <c:v>32.407007403000001</c:v>
                      </c:pt>
                      <c:pt idx="45">
                        <c:v>37.691726228999997</c:v>
                      </c:pt>
                      <c:pt idx="46">
                        <c:v>36.784256091000003</c:v>
                      </c:pt>
                      <c:pt idx="47">
                        <c:v>31.747970612</c:v>
                      </c:pt>
                      <c:pt idx="48">
                        <c:v>23.118827265</c:v>
                      </c:pt>
                      <c:pt idx="49">
                        <c:v>14.684160897</c:v>
                      </c:pt>
                      <c:pt idx="50">
                        <c:v>8.4290903000000004</c:v>
                      </c:pt>
                      <c:pt idx="51">
                        <c:v>5.0535621080000004</c:v>
                      </c:pt>
                      <c:pt idx="52">
                        <c:v>3.6226410969999998</c:v>
                      </c:pt>
                      <c:pt idx="53">
                        <c:v>3.993191328</c:v>
                      </c:pt>
                      <c:pt idx="54">
                        <c:v>7.3027386429999996</c:v>
                      </c:pt>
                      <c:pt idx="55">
                        <c:v>11.067845953000001</c:v>
                      </c:pt>
                      <c:pt idx="56">
                        <c:v>15.191328760999999</c:v>
                      </c:pt>
                      <c:pt idx="57">
                        <c:v>17.799614486999999</c:v>
                      </c:pt>
                      <c:pt idx="58">
                        <c:v>19.811124283000002</c:v>
                      </c:pt>
                      <c:pt idx="59">
                        <c:v>22.071682455000001</c:v>
                      </c:pt>
                      <c:pt idx="60">
                        <c:v>23.422888438000001</c:v>
                      </c:pt>
                      <c:pt idx="61">
                        <c:v>27.153518243000001</c:v>
                      </c:pt>
                      <c:pt idx="62">
                        <c:v>28.616359823</c:v>
                      </c:pt>
                      <c:pt idx="63">
                        <c:v>27.383921390000001</c:v>
                      </c:pt>
                      <c:pt idx="64">
                        <c:v>23.225945617000001</c:v>
                      </c:pt>
                      <c:pt idx="65">
                        <c:v>23.808665490999999</c:v>
                      </c:pt>
                      <c:pt idx="66">
                        <c:v>23.889477668000001</c:v>
                      </c:pt>
                      <c:pt idx="67">
                        <c:v>28.234251115999999</c:v>
                      </c:pt>
                      <c:pt idx="68">
                        <c:v>31.453935478999998</c:v>
                      </c:pt>
                      <c:pt idx="69">
                        <c:v>36.324943073</c:v>
                      </c:pt>
                      <c:pt idx="70">
                        <c:v>35.284452459999997</c:v>
                      </c:pt>
                      <c:pt idx="71">
                        <c:v>29.118554178</c:v>
                      </c:pt>
                      <c:pt idx="72">
                        <c:v>19.995381846000001</c:v>
                      </c:pt>
                      <c:pt idx="73">
                        <c:v>11.968878201000001</c:v>
                      </c:pt>
                      <c:pt idx="74">
                        <c:v>6.7401356669999997</c:v>
                      </c:pt>
                      <c:pt idx="75">
                        <c:v>4.1727615289999997</c:v>
                      </c:pt>
                      <c:pt idx="76">
                        <c:v>3.1942599550000002</c:v>
                      </c:pt>
                      <c:pt idx="77">
                        <c:v>3.7103736779999998</c:v>
                      </c:pt>
                      <c:pt idx="78">
                        <c:v>7.6937006649999997</c:v>
                      </c:pt>
                      <c:pt idx="79">
                        <c:v>11.630570365000001</c:v>
                      </c:pt>
                      <c:pt idx="80">
                        <c:v>14.52674279</c:v>
                      </c:pt>
                      <c:pt idx="81">
                        <c:v>16.073180273999998</c:v>
                      </c:pt>
                      <c:pt idx="82">
                        <c:v>17.825434688000001</c:v>
                      </c:pt>
                      <c:pt idx="83">
                        <c:v>20.587285349999998</c:v>
                      </c:pt>
                      <c:pt idx="84">
                        <c:v>21.891266262999999</c:v>
                      </c:pt>
                      <c:pt idx="85">
                        <c:v>24.796959212000001</c:v>
                      </c:pt>
                      <c:pt idx="86">
                        <c:v>25.187454585000001</c:v>
                      </c:pt>
                      <c:pt idx="87">
                        <c:v>24.502350852999999</c:v>
                      </c:pt>
                      <c:pt idx="88">
                        <c:v>22.265728292999999</c:v>
                      </c:pt>
                      <c:pt idx="89">
                        <c:v>23.625786595000001</c:v>
                      </c:pt>
                      <c:pt idx="90">
                        <c:v>23.562140806999999</c:v>
                      </c:pt>
                      <c:pt idx="91">
                        <c:v>28.151051109000001</c:v>
                      </c:pt>
                      <c:pt idx="92">
                        <c:v>31.519462783000002</c:v>
                      </c:pt>
                      <c:pt idx="93">
                        <c:v>36.094267649999999</c:v>
                      </c:pt>
                      <c:pt idx="94">
                        <c:v>34.604852745999999</c:v>
                      </c:pt>
                      <c:pt idx="95">
                        <c:v>28.042251792999998</c:v>
                      </c:pt>
                      <c:pt idx="96">
                        <c:v>18.905430170999999</c:v>
                      </c:pt>
                      <c:pt idx="97">
                        <c:v>11.082682116000001</c:v>
                      </c:pt>
                      <c:pt idx="98">
                        <c:v>6.3242040209999999</c:v>
                      </c:pt>
                      <c:pt idx="99">
                        <c:v>3.9838188589999999</c:v>
                      </c:pt>
                      <c:pt idx="100">
                        <c:v>3.1000860129999999</c:v>
                      </c:pt>
                      <c:pt idx="101">
                        <c:v>3.693235075</c:v>
                      </c:pt>
                      <c:pt idx="102">
                        <c:v>7.806561694</c:v>
                      </c:pt>
                      <c:pt idx="103">
                        <c:v>12.23696539</c:v>
                      </c:pt>
                      <c:pt idx="104">
                        <c:v>14.684208915999999</c:v>
                      </c:pt>
                      <c:pt idx="105">
                        <c:v>16.077688554000002</c:v>
                      </c:pt>
                      <c:pt idx="106">
                        <c:v>17.750741566999999</c:v>
                      </c:pt>
                      <c:pt idx="107">
                        <c:v>20.388466133000001</c:v>
                      </c:pt>
                      <c:pt idx="108">
                        <c:v>21.921248389999999</c:v>
                      </c:pt>
                      <c:pt idx="109">
                        <c:v>25.009257852000001</c:v>
                      </c:pt>
                      <c:pt idx="110">
                        <c:v>25.494510900000002</c:v>
                      </c:pt>
                      <c:pt idx="111">
                        <c:v>24.800547748</c:v>
                      </c:pt>
                      <c:pt idx="112">
                        <c:v>22.274228950000001</c:v>
                      </c:pt>
                      <c:pt idx="113">
                        <c:v>23.47132663</c:v>
                      </c:pt>
                      <c:pt idx="114">
                        <c:v>23.446627796000001</c:v>
                      </c:pt>
                      <c:pt idx="115">
                        <c:v>27.982620021999999</c:v>
                      </c:pt>
                      <c:pt idx="116">
                        <c:v>31.499827566</c:v>
                      </c:pt>
                      <c:pt idx="117">
                        <c:v>36.569523965000002</c:v>
                      </c:pt>
                      <c:pt idx="118">
                        <c:v>34.885123749000002</c:v>
                      </c:pt>
                      <c:pt idx="119">
                        <c:v>28.36644476</c:v>
                      </c:pt>
                      <c:pt idx="120">
                        <c:v>19.119880591000001</c:v>
                      </c:pt>
                      <c:pt idx="121">
                        <c:v>11.270251665</c:v>
                      </c:pt>
                      <c:pt idx="122">
                        <c:v>6.3392835319999996</c:v>
                      </c:pt>
                      <c:pt idx="123">
                        <c:v>4.0220061950000003</c:v>
                      </c:pt>
                      <c:pt idx="124">
                        <c:v>3.1160373080000001</c:v>
                      </c:pt>
                      <c:pt idx="125">
                        <c:v>3.6598260200000001</c:v>
                      </c:pt>
                      <c:pt idx="126">
                        <c:v>7.9517287980000004</c:v>
                      </c:pt>
                      <c:pt idx="127">
                        <c:v>12.192166158999999</c:v>
                      </c:pt>
                      <c:pt idx="128">
                        <c:v>14.529297186999999</c:v>
                      </c:pt>
                      <c:pt idx="129">
                        <c:v>16.146638165999999</c:v>
                      </c:pt>
                      <c:pt idx="130">
                        <c:v>18.146255767</c:v>
                      </c:pt>
                      <c:pt idx="131">
                        <c:v>20.691160755999999</c:v>
                      </c:pt>
                      <c:pt idx="132">
                        <c:v>22.823809994000001</c:v>
                      </c:pt>
                      <c:pt idx="133">
                        <c:v>27.094559032999999</c:v>
                      </c:pt>
                      <c:pt idx="134">
                        <c:v>27.557258206</c:v>
                      </c:pt>
                      <c:pt idx="135">
                        <c:v>25.914704440000001</c:v>
                      </c:pt>
                      <c:pt idx="136">
                        <c:v>22.535489363</c:v>
                      </c:pt>
                      <c:pt idx="137">
                        <c:v>23.483181587000001</c:v>
                      </c:pt>
                      <c:pt idx="138">
                        <c:v>25.328622784</c:v>
                      </c:pt>
                      <c:pt idx="139">
                        <c:v>29.158372289999999</c:v>
                      </c:pt>
                      <c:pt idx="140">
                        <c:v>31.588716671</c:v>
                      </c:pt>
                      <c:pt idx="141">
                        <c:v>36.293959440999998</c:v>
                      </c:pt>
                      <c:pt idx="142">
                        <c:v>34.669037836999998</c:v>
                      </c:pt>
                      <c:pt idx="143">
                        <c:v>28.928594683</c:v>
                      </c:pt>
                      <c:pt idx="144">
                        <c:v>20.264667792000001</c:v>
                      </c:pt>
                      <c:pt idx="145">
                        <c:v>12.083444642</c:v>
                      </c:pt>
                      <c:pt idx="146">
                        <c:v>7.2078506119999997</c:v>
                      </c:pt>
                      <c:pt idx="147">
                        <c:v>4.2192279490000004</c:v>
                      </c:pt>
                      <c:pt idx="148">
                        <c:v>3.1862874109999999</c:v>
                      </c:pt>
                      <c:pt idx="149">
                        <c:v>3.7854060920000001</c:v>
                      </c:pt>
                      <c:pt idx="150">
                        <c:v>8.1010931119999992</c:v>
                      </c:pt>
                      <c:pt idx="151">
                        <c:v>12.227061925999999</c:v>
                      </c:pt>
                      <c:pt idx="152">
                        <c:v>14.754776247000001</c:v>
                      </c:pt>
                      <c:pt idx="153">
                        <c:v>16.140126939000002</c:v>
                      </c:pt>
                      <c:pt idx="154">
                        <c:v>17.968221269000001</c:v>
                      </c:pt>
                      <c:pt idx="155">
                        <c:v>20.306789212999998</c:v>
                      </c:pt>
                      <c:pt idx="156">
                        <c:v>21.93841488</c:v>
                      </c:pt>
                      <c:pt idx="157">
                        <c:v>24.876758895999998</c:v>
                      </c:pt>
                      <c:pt idx="158">
                        <c:v>25.519181409000002</c:v>
                      </c:pt>
                      <c:pt idx="159">
                        <c:v>24.540995594999998</c:v>
                      </c:pt>
                      <c:pt idx="160">
                        <c:v>22.649500865</c:v>
                      </c:pt>
                      <c:pt idx="161">
                        <c:v>24.077783381</c:v>
                      </c:pt>
                      <c:pt idx="162">
                        <c:v>24.149254603999999</c:v>
                      </c:pt>
                      <c:pt idx="163">
                        <c:v>28.255458054999998</c:v>
                      </c:pt>
                      <c:pt idx="164">
                        <c:v>31.462613390000001</c:v>
                      </c:pt>
                      <c:pt idx="165">
                        <c:v>36.010962171000003</c:v>
                      </c:pt>
                      <c:pt idx="166">
                        <c:v>34.423980151999999</c:v>
                      </c:pt>
                      <c:pt idx="167">
                        <c:v>27.563088086</c:v>
                      </c:pt>
                      <c:pt idx="168">
                        <c:v>18.811941519000001</c:v>
                      </c:pt>
                      <c:pt idx="169">
                        <c:v>11.159006914000001</c:v>
                      </c:pt>
                      <c:pt idx="170">
                        <c:v>6.4002210230000003</c:v>
                      </c:pt>
                      <c:pt idx="171">
                        <c:v>4.0130153899999996</c:v>
                      </c:pt>
                      <c:pt idx="172">
                        <c:v>3.1291753280000001</c:v>
                      </c:pt>
                      <c:pt idx="173">
                        <c:v>3.8024749720000002</c:v>
                      </c:pt>
                      <c:pt idx="174">
                        <c:v>8.1996919300000002</c:v>
                      </c:pt>
                      <c:pt idx="175">
                        <c:v>12.753359628</c:v>
                      </c:pt>
                      <c:pt idx="176">
                        <c:v>15.771783321999999</c:v>
                      </c:pt>
                      <c:pt idx="177">
                        <c:v>18.071730602999999</c:v>
                      </c:pt>
                      <c:pt idx="178">
                        <c:v>19.457917733999999</c:v>
                      </c:pt>
                      <c:pt idx="179">
                        <c:v>21.314392193</c:v>
                      </c:pt>
                      <c:pt idx="180">
                        <c:v>23.218097241999999</c:v>
                      </c:pt>
                      <c:pt idx="181">
                        <c:v>26.238298203999999</c:v>
                      </c:pt>
                      <c:pt idx="182">
                        <c:v>26.883395892999999</c:v>
                      </c:pt>
                      <c:pt idx="183">
                        <c:v>25.711689859</c:v>
                      </c:pt>
                      <c:pt idx="184">
                        <c:v>22.870948698999999</c:v>
                      </c:pt>
                      <c:pt idx="185">
                        <c:v>23.862970272999998</c:v>
                      </c:pt>
                      <c:pt idx="186">
                        <c:v>24.121158197</c:v>
                      </c:pt>
                      <c:pt idx="187">
                        <c:v>28.808317035000002</c:v>
                      </c:pt>
                      <c:pt idx="188">
                        <c:v>32.117525049000001</c:v>
                      </c:pt>
                      <c:pt idx="189">
                        <c:v>36.448169342</c:v>
                      </c:pt>
                      <c:pt idx="190">
                        <c:v>35.537485908999997</c:v>
                      </c:pt>
                      <c:pt idx="191">
                        <c:v>29.759094942000001</c:v>
                      </c:pt>
                      <c:pt idx="192">
                        <c:v>21.297251154000001</c:v>
                      </c:pt>
                      <c:pt idx="193">
                        <c:v>13.539310205</c:v>
                      </c:pt>
                      <c:pt idx="194">
                        <c:v>7.8748917650000001</c:v>
                      </c:pt>
                      <c:pt idx="195">
                        <c:v>4.8790966979999997</c:v>
                      </c:pt>
                      <c:pt idx="196">
                        <c:v>3.4690751820000001</c:v>
                      </c:pt>
                      <c:pt idx="197">
                        <c:v>3.674780749</c:v>
                      </c:pt>
                      <c:pt idx="198">
                        <c:v>7.2304108060000001</c:v>
                      </c:pt>
                      <c:pt idx="199">
                        <c:v>11.00269207</c:v>
                      </c:pt>
                      <c:pt idx="200">
                        <c:v>15.388810491999999</c:v>
                      </c:pt>
                      <c:pt idx="201">
                        <c:v>18.390224678999999</c:v>
                      </c:pt>
                      <c:pt idx="202">
                        <c:v>21.196135312999999</c:v>
                      </c:pt>
                      <c:pt idx="203">
                        <c:v>24.050991135</c:v>
                      </c:pt>
                      <c:pt idx="204">
                        <c:v>24.358244499000001</c:v>
                      </c:pt>
                      <c:pt idx="205">
                        <c:v>26.395667577000001</c:v>
                      </c:pt>
                      <c:pt idx="206">
                        <c:v>30.640055505999999</c:v>
                      </c:pt>
                      <c:pt idx="207">
                        <c:v>28.127913129</c:v>
                      </c:pt>
                      <c:pt idx="208">
                        <c:v>23.715602632</c:v>
                      </c:pt>
                      <c:pt idx="209">
                        <c:v>24.272101719999998</c:v>
                      </c:pt>
                      <c:pt idx="210">
                        <c:v>23.994818675000001</c:v>
                      </c:pt>
                      <c:pt idx="211">
                        <c:v>28.984683576999998</c:v>
                      </c:pt>
                      <c:pt idx="212">
                        <c:v>32.536057239999998</c:v>
                      </c:pt>
                      <c:pt idx="213">
                        <c:v>37.162039532999998</c:v>
                      </c:pt>
                      <c:pt idx="214">
                        <c:v>36.491588927999999</c:v>
                      </c:pt>
                      <c:pt idx="215">
                        <c:v>30.434770845999999</c:v>
                      </c:pt>
                      <c:pt idx="216">
                        <c:v>21.467852957000002</c:v>
                      </c:pt>
                      <c:pt idx="217">
                        <c:v>12.992269681</c:v>
                      </c:pt>
                      <c:pt idx="218">
                        <c:v>7.475550149</c:v>
                      </c:pt>
                      <c:pt idx="219">
                        <c:v>4.5109935700000001</c:v>
                      </c:pt>
                      <c:pt idx="220">
                        <c:v>3.307809351</c:v>
                      </c:pt>
                      <c:pt idx="221">
                        <c:v>3.61994032</c:v>
                      </c:pt>
                      <c:pt idx="222">
                        <c:v>7.2131376490000001</c:v>
                      </c:pt>
                      <c:pt idx="223">
                        <c:v>11.239337580999999</c:v>
                      </c:pt>
                      <c:pt idx="224">
                        <c:v>15.041555203</c:v>
                      </c:pt>
                      <c:pt idx="225">
                        <c:v>17.464318340999998</c:v>
                      </c:pt>
                      <c:pt idx="226">
                        <c:v>19.302320869999999</c:v>
                      </c:pt>
                      <c:pt idx="227">
                        <c:v>21.507638198999999</c:v>
                      </c:pt>
                      <c:pt idx="228">
                        <c:v>22.842897911000001</c:v>
                      </c:pt>
                      <c:pt idx="229">
                        <c:v>26.997366836000001</c:v>
                      </c:pt>
                      <c:pt idx="230">
                        <c:v>28.289772551999999</c:v>
                      </c:pt>
                      <c:pt idx="231">
                        <c:v>26.642841321999999</c:v>
                      </c:pt>
                      <c:pt idx="232">
                        <c:v>23.132616529</c:v>
                      </c:pt>
                      <c:pt idx="233">
                        <c:v>23.910491561000001</c:v>
                      </c:pt>
                      <c:pt idx="234">
                        <c:v>24.163914311999999</c:v>
                      </c:pt>
                      <c:pt idx="235">
                        <c:v>28.389761323999998</c:v>
                      </c:pt>
                      <c:pt idx="236">
                        <c:v>32.510205628000001</c:v>
                      </c:pt>
                      <c:pt idx="237">
                        <c:v>37.167334238000002</c:v>
                      </c:pt>
                      <c:pt idx="238">
                        <c:v>34.701396516999999</c:v>
                      </c:pt>
                      <c:pt idx="239">
                        <c:v>27.773855176000001</c:v>
                      </c:pt>
                      <c:pt idx="240">
                        <c:v>18.460975538</c:v>
                      </c:pt>
                      <c:pt idx="241">
                        <c:v>10.92827426</c:v>
                      </c:pt>
                      <c:pt idx="242">
                        <c:v>6.2534828290000002</c:v>
                      </c:pt>
                      <c:pt idx="243">
                        <c:v>4.0233712739999996</c:v>
                      </c:pt>
                      <c:pt idx="244">
                        <c:v>3.1235692099999999</c:v>
                      </c:pt>
                      <c:pt idx="245">
                        <c:v>3.6108854990000001</c:v>
                      </c:pt>
                      <c:pt idx="246">
                        <c:v>7.7343417539999999</c:v>
                      </c:pt>
                      <c:pt idx="247">
                        <c:v>11.762020328</c:v>
                      </c:pt>
                      <c:pt idx="248">
                        <c:v>14.494629057999999</c:v>
                      </c:pt>
                      <c:pt idx="249">
                        <c:v>15.430342606</c:v>
                      </c:pt>
                      <c:pt idx="250">
                        <c:v>17.05880818</c:v>
                      </c:pt>
                      <c:pt idx="251">
                        <c:v>19.537115265000001</c:v>
                      </c:pt>
                      <c:pt idx="252">
                        <c:v>21.221972795999999</c:v>
                      </c:pt>
                      <c:pt idx="253">
                        <c:v>24.367756190000001</c:v>
                      </c:pt>
                      <c:pt idx="254">
                        <c:v>25.071461077999999</c:v>
                      </c:pt>
                      <c:pt idx="255">
                        <c:v>24.088511296</c:v>
                      </c:pt>
                      <c:pt idx="256">
                        <c:v>22.528717022999999</c:v>
                      </c:pt>
                      <c:pt idx="257">
                        <c:v>24.244008053999998</c:v>
                      </c:pt>
                      <c:pt idx="258">
                        <c:v>24.473516269000001</c:v>
                      </c:pt>
                      <c:pt idx="259">
                        <c:v>28.536173739999999</c:v>
                      </c:pt>
                      <c:pt idx="260">
                        <c:v>32.430090706999998</c:v>
                      </c:pt>
                      <c:pt idx="261">
                        <c:v>36.272683029</c:v>
                      </c:pt>
                      <c:pt idx="262">
                        <c:v>34.242414056000001</c:v>
                      </c:pt>
                      <c:pt idx="263">
                        <c:v>27.045451583999998</c:v>
                      </c:pt>
                      <c:pt idx="264">
                        <c:v>17.825825171999998</c:v>
                      </c:pt>
                      <c:pt idx="265">
                        <c:v>10.497034649</c:v>
                      </c:pt>
                      <c:pt idx="266">
                        <c:v>5.937494912</c:v>
                      </c:pt>
                      <c:pt idx="267">
                        <c:v>3.8149110080000002</c:v>
                      </c:pt>
                      <c:pt idx="268">
                        <c:v>3.0554174399999998</c:v>
                      </c:pt>
                      <c:pt idx="269">
                        <c:v>3.5947938179999999</c:v>
                      </c:pt>
                      <c:pt idx="270">
                        <c:v>7.9711745729999999</c:v>
                      </c:pt>
                      <c:pt idx="271">
                        <c:v>12.198330736000001</c:v>
                      </c:pt>
                      <c:pt idx="272">
                        <c:v>14.585763964</c:v>
                      </c:pt>
                      <c:pt idx="273">
                        <c:v>15.93657537</c:v>
                      </c:pt>
                      <c:pt idx="274">
                        <c:v>17.668849466000001</c:v>
                      </c:pt>
                      <c:pt idx="275">
                        <c:v>19.967613556</c:v>
                      </c:pt>
                      <c:pt idx="276">
                        <c:v>21.797294293</c:v>
                      </c:pt>
                      <c:pt idx="277">
                        <c:v>24.807141527999999</c:v>
                      </c:pt>
                      <c:pt idx="278">
                        <c:v>25.014788303</c:v>
                      </c:pt>
                      <c:pt idx="279">
                        <c:v>24.070787688999999</c:v>
                      </c:pt>
                      <c:pt idx="280">
                        <c:v>22.653797473000001</c:v>
                      </c:pt>
                      <c:pt idx="281">
                        <c:v>24.086572492999998</c:v>
                      </c:pt>
                      <c:pt idx="282">
                        <c:v>24.092599345</c:v>
                      </c:pt>
                      <c:pt idx="283">
                        <c:v>28.599631391999999</c:v>
                      </c:pt>
                      <c:pt idx="284">
                        <c:v>32.740950089999998</c:v>
                      </c:pt>
                      <c:pt idx="285">
                        <c:v>37.015981007000001</c:v>
                      </c:pt>
                      <c:pt idx="286">
                        <c:v>34.474748697999999</c:v>
                      </c:pt>
                      <c:pt idx="287">
                        <c:v>27.162920796000002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BF3F-49BE-B4BE-2314BCBEA28B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12-10-2026'!$J$1</c15:sqref>
                        </c15:formulaRef>
                      </c:ext>
                    </c:extLst>
                    <c:strCache>
                      <c:ptCount val="1"/>
                      <c:pt idx="0">
                        <c:v>BMR-DGW1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12-10-2026'!$J$2:$J$289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2.121788864</c:v>
                      </c:pt>
                      <c:pt idx="1">
                        <c:v>1.2570672329999999</c:v>
                      </c:pt>
                      <c:pt idx="2">
                        <c:v>0.72635821199999995</c:v>
                      </c:pt>
                      <c:pt idx="3">
                        <c:v>0.47049861900000001</c:v>
                      </c:pt>
                      <c:pt idx="4">
                        <c:v>0.41394859699999997</c:v>
                      </c:pt>
                      <c:pt idx="5">
                        <c:v>0.612424843</c:v>
                      </c:pt>
                      <c:pt idx="6">
                        <c:v>1.22247083</c:v>
                      </c:pt>
                      <c:pt idx="7">
                        <c:v>1.783072518</c:v>
                      </c:pt>
                      <c:pt idx="8">
                        <c:v>1.920881131</c:v>
                      </c:pt>
                      <c:pt idx="9">
                        <c:v>1.9079571950000001</c:v>
                      </c:pt>
                      <c:pt idx="10">
                        <c:v>1.955704479</c:v>
                      </c:pt>
                      <c:pt idx="11">
                        <c:v>2.1646975350000002</c:v>
                      </c:pt>
                      <c:pt idx="12">
                        <c:v>2.4680575810000001</c:v>
                      </c:pt>
                      <c:pt idx="13">
                        <c:v>2.8305649860000002</c:v>
                      </c:pt>
                      <c:pt idx="14">
                        <c:v>2.9823086920000001</c:v>
                      </c:pt>
                      <c:pt idx="15">
                        <c:v>2.8601559820000002</c:v>
                      </c:pt>
                      <c:pt idx="16">
                        <c:v>2.3905218330000002</c:v>
                      </c:pt>
                      <c:pt idx="17">
                        <c:v>2.2023622199999999</c:v>
                      </c:pt>
                      <c:pt idx="18">
                        <c:v>2.2646771559999999</c:v>
                      </c:pt>
                      <c:pt idx="19">
                        <c:v>2.7439918630000002</c:v>
                      </c:pt>
                      <c:pt idx="20">
                        <c:v>2.9621299130000001</c:v>
                      </c:pt>
                      <c:pt idx="21">
                        <c:v>3.409913832</c:v>
                      </c:pt>
                      <c:pt idx="22">
                        <c:v>3.5346896980000002</c:v>
                      </c:pt>
                      <c:pt idx="23">
                        <c:v>3.0899426289999998</c:v>
                      </c:pt>
                      <c:pt idx="24">
                        <c:v>2.2850509579999998</c:v>
                      </c:pt>
                      <c:pt idx="25">
                        <c:v>1.431644798</c:v>
                      </c:pt>
                      <c:pt idx="26">
                        <c:v>0.83869434099999995</c:v>
                      </c:pt>
                      <c:pt idx="27">
                        <c:v>0.53614105400000001</c:v>
                      </c:pt>
                      <c:pt idx="28">
                        <c:v>0.42304219799999998</c:v>
                      </c:pt>
                      <c:pt idx="29">
                        <c:v>0.56075966099999996</c:v>
                      </c:pt>
                      <c:pt idx="30">
                        <c:v>1.0635442399999999</c:v>
                      </c:pt>
                      <c:pt idx="31">
                        <c:v>1.603162607</c:v>
                      </c:pt>
                      <c:pt idx="32">
                        <c:v>2.0701419169999999</c:v>
                      </c:pt>
                      <c:pt idx="33">
                        <c:v>2.2204380029999999</c:v>
                      </c:pt>
                      <c:pt idx="34">
                        <c:v>2.3265983960000001</c:v>
                      </c:pt>
                      <c:pt idx="35">
                        <c:v>2.599523671</c:v>
                      </c:pt>
                      <c:pt idx="36">
                        <c:v>2.77739789</c:v>
                      </c:pt>
                      <c:pt idx="37">
                        <c:v>3.0068359390000001</c:v>
                      </c:pt>
                      <c:pt idx="38">
                        <c:v>3.3414939189999999</c:v>
                      </c:pt>
                      <c:pt idx="39">
                        <c:v>3.1399882950000002</c:v>
                      </c:pt>
                      <c:pt idx="40">
                        <c:v>2.5147602899999999</c:v>
                      </c:pt>
                      <c:pt idx="41">
                        <c:v>2.3278012320000001</c:v>
                      </c:pt>
                      <c:pt idx="42">
                        <c:v>2.410646689</c:v>
                      </c:pt>
                      <c:pt idx="43">
                        <c:v>2.877553362</c:v>
                      </c:pt>
                      <c:pt idx="44">
                        <c:v>3.0694866630000002</c:v>
                      </c:pt>
                      <c:pt idx="45">
                        <c:v>3.5296338289999998</c:v>
                      </c:pt>
                      <c:pt idx="46">
                        <c:v>3.646204344</c:v>
                      </c:pt>
                      <c:pt idx="47">
                        <c:v>3.1963952459999998</c:v>
                      </c:pt>
                      <c:pt idx="48">
                        <c:v>2.3496384689999998</c:v>
                      </c:pt>
                      <c:pt idx="49">
                        <c:v>1.4410213780000001</c:v>
                      </c:pt>
                      <c:pt idx="50">
                        <c:v>0.86732615199999996</c:v>
                      </c:pt>
                      <c:pt idx="51">
                        <c:v>0.55662190199999995</c:v>
                      </c:pt>
                      <c:pt idx="52">
                        <c:v>0.47035218699999998</c:v>
                      </c:pt>
                      <c:pt idx="53">
                        <c:v>0.63422599499999999</c:v>
                      </c:pt>
                      <c:pt idx="54">
                        <c:v>1.156783501</c:v>
                      </c:pt>
                      <c:pt idx="55">
                        <c:v>1.713735113</c:v>
                      </c:pt>
                      <c:pt idx="56">
                        <c:v>2.0606859599999998</c:v>
                      </c:pt>
                      <c:pt idx="57">
                        <c:v>2.1398819389999999</c:v>
                      </c:pt>
                      <c:pt idx="58">
                        <c:v>2.1715205160000002</c:v>
                      </c:pt>
                      <c:pt idx="59">
                        <c:v>2.349348108</c:v>
                      </c:pt>
                      <c:pt idx="60">
                        <c:v>2.55902005</c:v>
                      </c:pt>
                      <c:pt idx="61">
                        <c:v>2.9374856029999998</c:v>
                      </c:pt>
                      <c:pt idx="62">
                        <c:v>3.1201474029999998</c:v>
                      </c:pt>
                      <c:pt idx="63">
                        <c:v>2.9285661850000002</c:v>
                      </c:pt>
                      <c:pt idx="64">
                        <c:v>2.408719198</c:v>
                      </c:pt>
                      <c:pt idx="65">
                        <c:v>2.2467787669999999</c:v>
                      </c:pt>
                      <c:pt idx="66">
                        <c:v>2.3205807740000002</c:v>
                      </c:pt>
                      <c:pt idx="67">
                        <c:v>2.782447275</c:v>
                      </c:pt>
                      <c:pt idx="68">
                        <c:v>3.0279090329999998</c:v>
                      </c:pt>
                      <c:pt idx="69">
                        <c:v>3.4440235260000001</c:v>
                      </c:pt>
                      <c:pt idx="70">
                        <c:v>3.5037776100000002</c:v>
                      </c:pt>
                      <c:pt idx="71">
                        <c:v>2.9801727960000002</c:v>
                      </c:pt>
                      <c:pt idx="72">
                        <c:v>2.0189243619999999</c:v>
                      </c:pt>
                      <c:pt idx="73">
                        <c:v>1.1997354840000001</c:v>
                      </c:pt>
                      <c:pt idx="74">
                        <c:v>0.72338216399999999</c:v>
                      </c:pt>
                      <c:pt idx="75">
                        <c:v>0.49856092000000002</c:v>
                      </c:pt>
                      <c:pt idx="76">
                        <c:v>0.44802069900000002</c:v>
                      </c:pt>
                      <c:pt idx="77">
                        <c:v>0.59895174500000004</c:v>
                      </c:pt>
                      <c:pt idx="78">
                        <c:v>1.2135181939999999</c:v>
                      </c:pt>
                      <c:pt idx="79">
                        <c:v>1.6999746840000001</c:v>
                      </c:pt>
                      <c:pt idx="80">
                        <c:v>1.8757002039999999</c:v>
                      </c:pt>
                      <c:pt idx="81">
                        <c:v>1.8856233979999999</c:v>
                      </c:pt>
                      <c:pt idx="82">
                        <c:v>1.9067343779999999</c:v>
                      </c:pt>
                      <c:pt idx="83">
                        <c:v>2.102071188</c:v>
                      </c:pt>
                      <c:pt idx="84">
                        <c:v>2.340289142</c:v>
                      </c:pt>
                      <c:pt idx="85">
                        <c:v>2.6486668959999999</c:v>
                      </c:pt>
                      <c:pt idx="86">
                        <c:v>2.7333914720000001</c:v>
                      </c:pt>
                      <c:pt idx="87">
                        <c:v>2.648675898</c:v>
                      </c:pt>
                      <c:pt idx="88">
                        <c:v>2.2950430100000001</c:v>
                      </c:pt>
                      <c:pt idx="89">
                        <c:v>2.1343422529999998</c:v>
                      </c:pt>
                      <c:pt idx="90">
                        <c:v>2.282143799</c:v>
                      </c:pt>
                      <c:pt idx="91">
                        <c:v>2.7182221110000002</c:v>
                      </c:pt>
                      <c:pt idx="92">
                        <c:v>2.943531154</c:v>
                      </c:pt>
                      <c:pt idx="93">
                        <c:v>3.3786999450000001</c:v>
                      </c:pt>
                      <c:pt idx="94">
                        <c:v>3.4113541199999999</c:v>
                      </c:pt>
                      <c:pt idx="95">
                        <c:v>2.850156057</c:v>
                      </c:pt>
                      <c:pt idx="96">
                        <c:v>1.919652098</c:v>
                      </c:pt>
                      <c:pt idx="97">
                        <c:v>1.1178558300000001</c:v>
                      </c:pt>
                      <c:pt idx="98">
                        <c:v>0.65262551300000005</c:v>
                      </c:pt>
                      <c:pt idx="99">
                        <c:v>0.449199242</c:v>
                      </c:pt>
                      <c:pt idx="100">
                        <c:v>0.40490953499999999</c:v>
                      </c:pt>
                      <c:pt idx="101">
                        <c:v>0.576476918</c:v>
                      </c:pt>
                      <c:pt idx="102">
                        <c:v>1.2149525290000001</c:v>
                      </c:pt>
                      <c:pt idx="103">
                        <c:v>1.72095609</c:v>
                      </c:pt>
                      <c:pt idx="104">
                        <c:v>1.887049811</c:v>
                      </c:pt>
                      <c:pt idx="105">
                        <c:v>1.83493526</c:v>
                      </c:pt>
                      <c:pt idx="106">
                        <c:v>1.872067825</c:v>
                      </c:pt>
                      <c:pt idx="107">
                        <c:v>2.0843643959999998</c:v>
                      </c:pt>
                      <c:pt idx="108">
                        <c:v>2.3602088179999998</c:v>
                      </c:pt>
                      <c:pt idx="109">
                        <c:v>2.6802332739999999</c:v>
                      </c:pt>
                      <c:pt idx="110">
                        <c:v>2.769806075</c:v>
                      </c:pt>
                      <c:pt idx="111">
                        <c:v>2.6834158540000002</c:v>
                      </c:pt>
                      <c:pt idx="112">
                        <c:v>2.3146968829999999</c:v>
                      </c:pt>
                      <c:pt idx="113">
                        <c:v>2.1569349729999998</c:v>
                      </c:pt>
                      <c:pt idx="114">
                        <c:v>2.2727930540000001</c:v>
                      </c:pt>
                      <c:pt idx="115">
                        <c:v>2.7545171989999999</c:v>
                      </c:pt>
                      <c:pt idx="116">
                        <c:v>2.9733465350000001</c:v>
                      </c:pt>
                      <c:pt idx="117">
                        <c:v>3.3892937230000002</c:v>
                      </c:pt>
                      <c:pt idx="118">
                        <c:v>3.4891874679999999</c:v>
                      </c:pt>
                      <c:pt idx="119">
                        <c:v>2.8812709029999999</c:v>
                      </c:pt>
                      <c:pt idx="120">
                        <c:v>1.95760935</c:v>
                      </c:pt>
                      <c:pt idx="121">
                        <c:v>1.1564221640000001</c:v>
                      </c:pt>
                      <c:pt idx="122">
                        <c:v>0.679852385</c:v>
                      </c:pt>
                      <c:pt idx="123">
                        <c:v>0.456656587</c:v>
                      </c:pt>
                      <c:pt idx="124">
                        <c:v>0.41719193599999999</c:v>
                      </c:pt>
                      <c:pt idx="125">
                        <c:v>0.59793128799999995</c:v>
                      </c:pt>
                      <c:pt idx="126">
                        <c:v>1.260785587</c:v>
                      </c:pt>
                      <c:pt idx="127">
                        <c:v>1.754095038</c:v>
                      </c:pt>
                      <c:pt idx="128">
                        <c:v>1.8624289700000001</c:v>
                      </c:pt>
                      <c:pt idx="129">
                        <c:v>1.8582242</c:v>
                      </c:pt>
                      <c:pt idx="130">
                        <c:v>1.891527843</c:v>
                      </c:pt>
                      <c:pt idx="131">
                        <c:v>2.1177647259999999</c:v>
                      </c:pt>
                      <c:pt idx="132">
                        <c:v>2.4407504000000002</c:v>
                      </c:pt>
                      <c:pt idx="133">
                        <c:v>2.8929188130000001</c:v>
                      </c:pt>
                      <c:pt idx="134">
                        <c:v>3.0382662379999998</c:v>
                      </c:pt>
                      <c:pt idx="135">
                        <c:v>2.8682505699999998</c:v>
                      </c:pt>
                      <c:pt idx="136">
                        <c:v>2.3458382699999998</c:v>
                      </c:pt>
                      <c:pt idx="137">
                        <c:v>2.2067564289999999</c:v>
                      </c:pt>
                      <c:pt idx="138">
                        <c:v>2.4059508470000002</c:v>
                      </c:pt>
                      <c:pt idx="139">
                        <c:v>2.8213776660000001</c:v>
                      </c:pt>
                      <c:pt idx="140">
                        <c:v>2.9753379259999999</c:v>
                      </c:pt>
                      <c:pt idx="141">
                        <c:v>3.4137863689999999</c:v>
                      </c:pt>
                      <c:pt idx="142">
                        <c:v>3.4617659029999999</c:v>
                      </c:pt>
                      <c:pt idx="143">
                        <c:v>2.911369944</c:v>
                      </c:pt>
                      <c:pt idx="144">
                        <c:v>1.979668169</c:v>
                      </c:pt>
                      <c:pt idx="145">
                        <c:v>1.1852283180000001</c:v>
                      </c:pt>
                      <c:pt idx="146">
                        <c:v>0.72322773600000001</c:v>
                      </c:pt>
                      <c:pt idx="147">
                        <c:v>0.49439852099999998</c:v>
                      </c:pt>
                      <c:pt idx="148">
                        <c:v>0.43686795499999997</c:v>
                      </c:pt>
                      <c:pt idx="149">
                        <c:v>0.60904673899999995</c:v>
                      </c:pt>
                      <c:pt idx="150">
                        <c:v>1.2788652789999999</c:v>
                      </c:pt>
                      <c:pt idx="151">
                        <c:v>1.76165912</c:v>
                      </c:pt>
                      <c:pt idx="152">
                        <c:v>1.881805642</c:v>
                      </c:pt>
                      <c:pt idx="153">
                        <c:v>1.8539733309999999</c:v>
                      </c:pt>
                      <c:pt idx="154">
                        <c:v>1.889304259</c:v>
                      </c:pt>
                      <c:pt idx="155">
                        <c:v>2.0967084150000002</c:v>
                      </c:pt>
                      <c:pt idx="156">
                        <c:v>2.3643157440000002</c:v>
                      </c:pt>
                      <c:pt idx="157">
                        <c:v>2.6924456339999998</c:v>
                      </c:pt>
                      <c:pt idx="158">
                        <c:v>2.791930319</c:v>
                      </c:pt>
                      <c:pt idx="159">
                        <c:v>2.6612401829999999</c:v>
                      </c:pt>
                      <c:pt idx="160">
                        <c:v>2.3262219399999999</c:v>
                      </c:pt>
                      <c:pt idx="161">
                        <c:v>2.2084465770000001</c:v>
                      </c:pt>
                      <c:pt idx="162">
                        <c:v>2.367687257</c:v>
                      </c:pt>
                      <c:pt idx="163">
                        <c:v>2.817469687</c:v>
                      </c:pt>
                      <c:pt idx="164">
                        <c:v>3.0110603980000001</c:v>
                      </c:pt>
                      <c:pt idx="165">
                        <c:v>3.4142417370000002</c:v>
                      </c:pt>
                      <c:pt idx="166">
                        <c:v>3.46171001</c:v>
                      </c:pt>
                      <c:pt idx="167">
                        <c:v>2.8202998469999998</c:v>
                      </c:pt>
                      <c:pt idx="168">
                        <c:v>1.9189984179999999</c:v>
                      </c:pt>
                      <c:pt idx="169">
                        <c:v>1.157771941</c:v>
                      </c:pt>
                      <c:pt idx="170">
                        <c:v>0.67625855000000001</c:v>
                      </c:pt>
                      <c:pt idx="171">
                        <c:v>0.47466281399999999</c:v>
                      </c:pt>
                      <c:pt idx="172">
                        <c:v>0.44085180400000001</c:v>
                      </c:pt>
                      <c:pt idx="173">
                        <c:v>0.60504482699999995</c:v>
                      </c:pt>
                      <c:pt idx="174">
                        <c:v>1.30135749</c:v>
                      </c:pt>
                      <c:pt idx="175">
                        <c:v>1.8261073759999999</c:v>
                      </c:pt>
                      <c:pt idx="176">
                        <c:v>2.0008854509999998</c:v>
                      </c:pt>
                      <c:pt idx="177">
                        <c:v>1.971742678</c:v>
                      </c:pt>
                      <c:pt idx="178">
                        <c:v>1.973601648</c:v>
                      </c:pt>
                      <c:pt idx="179">
                        <c:v>2.1490417769999999</c:v>
                      </c:pt>
                      <c:pt idx="180">
                        <c:v>2.4385432339999999</c:v>
                      </c:pt>
                      <c:pt idx="181">
                        <c:v>2.7817019909999998</c:v>
                      </c:pt>
                      <c:pt idx="182">
                        <c:v>2.9078170229999998</c:v>
                      </c:pt>
                      <c:pt idx="183">
                        <c:v>2.7981865080000001</c:v>
                      </c:pt>
                      <c:pt idx="184">
                        <c:v>2.3473583549999999</c:v>
                      </c:pt>
                      <c:pt idx="185">
                        <c:v>2.2581609839999999</c:v>
                      </c:pt>
                      <c:pt idx="186">
                        <c:v>2.406648262</c:v>
                      </c:pt>
                      <c:pt idx="187">
                        <c:v>2.852743179</c:v>
                      </c:pt>
                      <c:pt idx="188">
                        <c:v>3.0743159069999999</c:v>
                      </c:pt>
                      <c:pt idx="189">
                        <c:v>3.4454239900000001</c:v>
                      </c:pt>
                      <c:pt idx="190">
                        <c:v>3.540024818</c:v>
                      </c:pt>
                      <c:pt idx="191">
                        <c:v>3.037941081</c:v>
                      </c:pt>
                      <c:pt idx="192">
                        <c:v>2.193009725</c:v>
                      </c:pt>
                      <c:pt idx="193">
                        <c:v>1.371084781</c:v>
                      </c:pt>
                      <c:pt idx="194">
                        <c:v>0.79354091100000002</c:v>
                      </c:pt>
                      <c:pt idx="195">
                        <c:v>0.54017924699999997</c:v>
                      </c:pt>
                      <c:pt idx="196">
                        <c:v>0.46694456699999998</c:v>
                      </c:pt>
                      <c:pt idx="197">
                        <c:v>0.574861387</c:v>
                      </c:pt>
                      <c:pt idx="198">
                        <c:v>1.128328553</c:v>
                      </c:pt>
                      <c:pt idx="199">
                        <c:v>1.69528839</c:v>
                      </c:pt>
                      <c:pt idx="200">
                        <c:v>2.1183532139999999</c:v>
                      </c:pt>
                      <c:pt idx="201">
                        <c:v>2.254743597</c:v>
                      </c:pt>
                      <c:pt idx="202">
                        <c:v>2.325236968</c:v>
                      </c:pt>
                      <c:pt idx="203">
                        <c:v>2.5628906699999998</c:v>
                      </c:pt>
                      <c:pt idx="204">
                        <c:v>2.7302552269999998</c:v>
                      </c:pt>
                      <c:pt idx="205">
                        <c:v>2.92853282</c:v>
                      </c:pt>
                      <c:pt idx="206">
                        <c:v>3.228287527</c:v>
                      </c:pt>
                      <c:pt idx="207">
                        <c:v>3.0234490439999999</c:v>
                      </c:pt>
                      <c:pt idx="208">
                        <c:v>2.4740354230000001</c:v>
                      </c:pt>
                      <c:pt idx="209">
                        <c:v>2.3188994279999999</c:v>
                      </c:pt>
                      <c:pt idx="210">
                        <c:v>2.432314061</c:v>
                      </c:pt>
                      <c:pt idx="211">
                        <c:v>2.9004929590000001</c:v>
                      </c:pt>
                      <c:pt idx="212">
                        <c:v>3.1102490409999999</c:v>
                      </c:pt>
                      <c:pt idx="213">
                        <c:v>3.5473910009999998</c:v>
                      </c:pt>
                      <c:pt idx="214">
                        <c:v>3.6179825050000001</c:v>
                      </c:pt>
                      <c:pt idx="215">
                        <c:v>3.120480809</c:v>
                      </c:pt>
                      <c:pt idx="216">
                        <c:v>2.2287715490000002</c:v>
                      </c:pt>
                      <c:pt idx="217">
                        <c:v>1.3497466469999999</c:v>
                      </c:pt>
                      <c:pt idx="218">
                        <c:v>0.80572354499999999</c:v>
                      </c:pt>
                      <c:pt idx="219">
                        <c:v>0.53593951100000004</c:v>
                      </c:pt>
                      <c:pt idx="220">
                        <c:v>0.47096875999999999</c:v>
                      </c:pt>
                      <c:pt idx="221">
                        <c:v>0.59078776300000002</c:v>
                      </c:pt>
                      <c:pt idx="222">
                        <c:v>1.2041599279999999</c:v>
                      </c:pt>
                      <c:pt idx="223">
                        <c:v>1.731895948</c:v>
                      </c:pt>
                      <c:pt idx="224">
                        <c:v>2.0325242170000002</c:v>
                      </c:pt>
                      <c:pt idx="225">
                        <c:v>2.0702409930000001</c:v>
                      </c:pt>
                      <c:pt idx="226">
                        <c:v>2.1078399659999998</c:v>
                      </c:pt>
                      <c:pt idx="227">
                        <c:v>2.2735911409999998</c:v>
                      </c:pt>
                      <c:pt idx="228">
                        <c:v>2.49494594</c:v>
                      </c:pt>
                      <c:pt idx="229">
                        <c:v>2.8920049969999999</c:v>
                      </c:pt>
                      <c:pt idx="230">
                        <c:v>3.0794756740000002</c:v>
                      </c:pt>
                      <c:pt idx="231">
                        <c:v>2.8711538879999998</c:v>
                      </c:pt>
                      <c:pt idx="232">
                        <c:v>2.3699619479999998</c:v>
                      </c:pt>
                      <c:pt idx="233">
                        <c:v>2.2246919030000001</c:v>
                      </c:pt>
                      <c:pt idx="234">
                        <c:v>2.3480834449999999</c:v>
                      </c:pt>
                      <c:pt idx="235">
                        <c:v>2.7754225350000001</c:v>
                      </c:pt>
                      <c:pt idx="236">
                        <c:v>3.056137654</c:v>
                      </c:pt>
                      <c:pt idx="237">
                        <c:v>3.4842567199999999</c:v>
                      </c:pt>
                      <c:pt idx="238">
                        <c:v>3.4523783190000001</c:v>
                      </c:pt>
                      <c:pt idx="239">
                        <c:v>2.7944030500000001</c:v>
                      </c:pt>
                      <c:pt idx="240">
                        <c:v>1.8724364760000001</c:v>
                      </c:pt>
                      <c:pt idx="241">
                        <c:v>1.0909551930000001</c:v>
                      </c:pt>
                      <c:pt idx="242">
                        <c:v>0.68112118700000002</c:v>
                      </c:pt>
                      <c:pt idx="243">
                        <c:v>0.47953807799999998</c:v>
                      </c:pt>
                      <c:pt idx="244">
                        <c:v>0.41795161600000003</c:v>
                      </c:pt>
                      <c:pt idx="245">
                        <c:v>0.56945153900000001</c:v>
                      </c:pt>
                      <c:pt idx="246">
                        <c:v>1.220706745</c:v>
                      </c:pt>
                      <c:pt idx="247">
                        <c:v>1.7269501570000001</c:v>
                      </c:pt>
                      <c:pt idx="248">
                        <c:v>1.8307515969999999</c:v>
                      </c:pt>
                      <c:pt idx="249">
                        <c:v>1.7983238560000001</c:v>
                      </c:pt>
                      <c:pt idx="250">
                        <c:v>1.828993769</c:v>
                      </c:pt>
                      <c:pt idx="251">
                        <c:v>2.006387191</c:v>
                      </c:pt>
                      <c:pt idx="252">
                        <c:v>2.289653607</c:v>
                      </c:pt>
                      <c:pt idx="253">
                        <c:v>2.604514504</c:v>
                      </c:pt>
                      <c:pt idx="254">
                        <c:v>2.7336859580000001</c:v>
                      </c:pt>
                      <c:pt idx="255">
                        <c:v>2.6313416410000001</c:v>
                      </c:pt>
                      <c:pt idx="256">
                        <c:v>2.2746632299999998</c:v>
                      </c:pt>
                      <c:pt idx="257">
                        <c:v>2.2147353540000001</c:v>
                      </c:pt>
                      <c:pt idx="258">
                        <c:v>2.3558034800000001</c:v>
                      </c:pt>
                      <c:pt idx="259">
                        <c:v>2.7969613560000002</c:v>
                      </c:pt>
                      <c:pt idx="260">
                        <c:v>3.0459110869999999</c:v>
                      </c:pt>
                      <c:pt idx="261">
                        <c:v>3.4789026889999999</c:v>
                      </c:pt>
                      <c:pt idx="262">
                        <c:v>3.4259428569999999</c:v>
                      </c:pt>
                      <c:pt idx="263">
                        <c:v>2.7798211350000002</c:v>
                      </c:pt>
                      <c:pt idx="264">
                        <c:v>1.867022414</c:v>
                      </c:pt>
                      <c:pt idx="265">
                        <c:v>1.0843468510000001</c:v>
                      </c:pt>
                      <c:pt idx="266">
                        <c:v>0.66150977700000002</c:v>
                      </c:pt>
                      <c:pt idx="267">
                        <c:v>0.473833161</c:v>
                      </c:pt>
                      <c:pt idx="268">
                        <c:v>0.41707091000000002</c:v>
                      </c:pt>
                      <c:pt idx="269">
                        <c:v>0.58800535200000004</c:v>
                      </c:pt>
                      <c:pt idx="270">
                        <c:v>1.2551497519999999</c:v>
                      </c:pt>
                      <c:pt idx="271">
                        <c:v>1.756098637</c:v>
                      </c:pt>
                      <c:pt idx="272">
                        <c:v>1.8917615750000001</c:v>
                      </c:pt>
                      <c:pt idx="273">
                        <c:v>1.835473248</c:v>
                      </c:pt>
                      <c:pt idx="274">
                        <c:v>1.8611829600000001</c:v>
                      </c:pt>
                      <c:pt idx="275">
                        <c:v>2.0681401579999998</c:v>
                      </c:pt>
                      <c:pt idx="276">
                        <c:v>2.308819664</c:v>
                      </c:pt>
                      <c:pt idx="277">
                        <c:v>2.6199090420000002</c:v>
                      </c:pt>
                      <c:pt idx="278">
                        <c:v>2.6794251760000001</c:v>
                      </c:pt>
                      <c:pt idx="279">
                        <c:v>2.6246726339999999</c:v>
                      </c:pt>
                      <c:pt idx="280">
                        <c:v>2.300367783</c:v>
                      </c:pt>
                      <c:pt idx="281">
                        <c:v>2.2096779820000001</c:v>
                      </c:pt>
                      <c:pt idx="282">
                        <c:v>2.3475634460000001</c:v>
                      </c:pt>
                      <c:pt idx="283">
                        <c:v>2.7818634040000001</c:v>
                      </c:pt>
                      <c:pt idx="284">
                        <c:v>3.0701917339999998</c:v>
                      </c:pt>
                      <c:pt idx="285">
                        <c:v>3.482932827</c:v>
                      </c:pt>
                      <c:pt idx="286">
                        <c:v>3.4072769530000002</c:v>
                      </c:pt>
                      <c:pt idx="287">
                        <c:v>2.715414113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BF3F-49BE-B4BE-2314BCBEA28B}"/>
                  </c:ext>
                </c:extLst>
              </c15:ser>
            </c15:filteredLineSeries>
            <c15:filteredLin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12-10-2026'!$K$1</c15:sqref>
                        </c15:formulaRef>
                      </c:ext>
                    </c:extLst>
                    <c:strCache>
                      <c:ptCount val="1"/>
                      <c:pt idx="0">
                        <c:v>BMR-DGW1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12-10-2026'!$K$2:$K$289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22.625527642000002</c:v>
                      </c:pt>
                      <c:pt idx="1">
                        <c:v>13.736864709000001</c:v>
                      </c:pt>
                      <c:pt idx="2">
                        <c:v>7.7174828189999998</c:v>
                      </c:pt>
                      <c:pt idx="3">
                        <c:v>4.8180948990000001</c:v>
                      </c:pt>
                      <c:pt idx="4">
                        <c:v>3.6716757969999998</c:v>
                      </c:pt>
                      <c:pt idx="5">
                        <c:v>4.5051569640000002</c:v>
                      </c:pt>
                      <c:pt idx="6">
                        <c:v>9.1594127370000002</c:v>
                      </c:pt>
                      <c:pt idx="7">
                        <c:v>14.050589191</c:v>
                      </c:pt>
                      <c:pt idx="8">
                        <c:v>16.845660229</c:v>
                      </c:pt>
                      <c:pt idx="9">
                        <c:v>18.449757100999999</c:v>
                      </c:pt>
                      <c:pt idx="10">
                        <c:v>20.473566735999999</c:v>
                      </c:pt>
                      <c:pt idx="11">
                        <c:v>23.147696463999999</c:v>
                      </c:pt>
                      <c:pt idx="12">
                        <c:v>25.569896093000001</c:v>
                      </c:pt>
                      <c:pt idx="13">
                        <c:v>29.324995532999999</c:v>
                      </c:pt>
                      <c:pt idx="14">
                        <c:v>30.293191162999999</c:v>
                      </c:pt>
                      <c:pt idx="15">
                        <c:v>29.226675019000002</c:v>
                      </c:pt>
                      <c:pt idx="16">
                        <c:v>25.360908243000001</c:v>
                      </c:pt>
                      <c:pt idx="17">
                        <c:v>25.707648969000001</c:v>
                      </c:pt>
                      <c:pt idx="18">
                        <c:v>25.646711094</c:v>
                      </c:pt>
                      <c:pt idx="19">
                        <c:v>30.489206329999998</c:v>
                      </c:pt>
                      <c:pt idx="20">
                        <c:v>33.972550744000003</c:v>
                      </c:pt>
                      <c:pt idx="21">
                        <c:v>39.353822242</c:v>
                      </c:pt>
                      <c:pt idx="22">
                        <c:v>39.097995744999999</c:v>
                      </c:pt>
                      <c:pt idx="23">
                        <c:v>33.574253482000003</c:v>
                      </c:pt>
                      <c:pt idx="24">
                        <c:v>24.721458735999999</c:v>
                      </c:pt>
                      <c:pt idx="25">
                        <c:v>15.720411168</c:v>
                      </c:pt>
                      <c:pt idx="26">
                        <c:v>9.2665717440000002</c:v>
                      </c:pt>
                      <c:pt idx="27">
                        <c:v>5.6233392760000003</c:v>
                      </c:pt>
                      <c:pt idx="28">
                        <c:v>3.948760627</c:v>
                      </c:pt>
                      <c:pt idx="29">
                        <c:v>4.3539418019999996</c:v>
                      </c:pt>
                      <c:pt idx="30">
                        <c:v>7.9944296909999997</c:v>
                      </c:pt>
                      <c:pt idx="31">
                        <c:v>12.182488708999999</c:v>
                      </c:pt>
                      <c:pt idx="32">
                        <c:v>17.104777181999999</c:v>
                      </c:pt>
                      <c:pt idx="33">
                        <c:v>20.717373180999999</c:v>
                      </c:pt>
                      <c:pt idx="34">
                        <c:v>23.598912079000002</c:v>
                      </c:pt>
                      <c:pt idx="35">
                        <c:v>27.136090932999998</c:v>
                      </c:pt>
                      <c:pt idx="36">
                        <c:v>27.833531057999998</c:v>
                      </c:pt>
                      <c:pt idx="37">
                        <c:v>30.006447297000001</c:v>
                      </c:pt>
                      <c:pt idx="38">
                        <c:v>34.93748042</c:v>
                      </c:pt>
                      <c:pt idx="39">
                        <c:v>32.609441562000001</c:v>
                      </c:pt>
                      <c:pt idx="40">
                        <c:v>26.718306628000001</c:v>
                      </c:pt>
                      <c:pt idx="41">
                        <c:v>26.899817091999999</c:v>
                      </c:pt>
                      <c:pt idx="42">
                        <c:v>26.931695313999999</c:v>
                      </c:pt>
                      <c:pt idx="43">
                        <c:v>31.994393689999999</c:v>
                      </c:pt>
                      <c:pt idx="44">
                        <c:v>35.476494066000001</c:v>
                      </c:pt>
                      <c:pt idx="45">
                        <c:v>41.221360058000002</c:v>
                      </c:pt>
                      <c:pt idx="46">
                        <c:v>40.430460435000001</c:v>
                      </c:pt>
                      <c:pt idx="47">
                        <c:v>34.944365857999998</c:v>
                      </c:pt>
                      <c:pt idx="48">
                        <c:v>25.468465733999999</c:v>
                      </c:pt>
                      <c:pt idx="49">
                        <c:v>16.125182275</c:v>
                      </c:pt>
                      <c:pt idx="50">
                        <c:v>9.2964164520000008</c:v>
                      </c:pt>
                      <c:pt idx="51">
                        <c:v>5.6101840100000002</c:v>
                      </c:pt>
                      <c:pt idx="52">
                        <c:v>4.0929932840000003</c:v>
                      </c:pt>
                      <c:pt idx="53">
                        <c:v>4.6274173230000004</c:v>
                      </c:pt>
                      <c:pt idx="54">
                        <c:v>8.4595221439999992</c:v>
                      </c:pt>
                      <c:pt idx="55">
                        <c:v>12.781581065999999</c:v>
                      </c:pt>
                      <c:pt idx="56">
                        <c:v>17.252014720999998</c:v>
                      </c:pt>
                      <c:pt idx="57">
                        <c:v>19.939496426000002</c:v>
                      </c:pt>
                      <c:pt idx="58">
                        <c:v>21.982644798999999</c:v>
                      </c:pt>
                      <c:pt idx="59">
                        <c:v>24.421030562999999</c:v>
                      </c:pt>
                      <c:pt idx="60">
                        <c:v>25.981908487999998</c:v>
                      </c:pt>
                      <c:pt idx="61">
                        <c:v>30.091003846</c:v>
                      </c:pt>
                      <c:pt idx="62">
                        <c:v>31.736507226000001</c:v>
                      </c:pt>
                      <c:pt idx="63">
                        <c:v>30.312487574999999</c:v>
                      </c:pt>
                      <c:pt idx="64">
                        <c:v>25.634664815000001</c:v>
                      </c:pt>
                      <c:pt idx="65">
                        <c:v>26.055444258000001</c:v>
                      </c:pt>
                      <c:pt idx="66">
                        <c:v>26.210058442000001</c:v>
                      </c:pt>
                      <c:pt idx="67">
                        <c:v>31.016698390999998</c:v>
                      </c:pt>
                      <c:pt idx="68">
                        <c:v>34.481844512000002</c:v>
                      </c:pt>
                      <c:pt idx="69">
                        <c:v>39.768966599000002</c:v>
                      </c:pt>
                      <c:pt idx="70">
                        <c:v>38.788230069999997</c:v>
                      </c:pt>
                      <c:pt idx="71">
                        <c:v>32.098726974000002</c:v>
                      </c:pt>
                      <c:pt idx="72">
                        <c:v>22.014306208000001</c:v>
                      </c:pt>
                      <c:pt idx="73">
                        <c:v>13.168613685</c:v>
                      </c:pt>
                      <c:pt idx="74">
                        <c:v>7.4635178309999999</c:v>
                      </c:pt>
                      <c:pt idx="75">
                        <c:v>4.6713224489999998</c:v>
                      </c:pt>
                      <c:pt idx="76">
                        <c:v>3.6422806539999999</c:v>
                      </c:pt>
                      <c:pt idx="77">
                        <c:v>4.3093254229999998</c:v>
                      </c:pt>
                      <c:pt idx="78">
                        <c:v>8.9072188590000003</c:v>
                      </c:pt>
                      <c:pt idx="79">
                        <c:v>13.330545048999999</c:v>
                      </c:pt>
                      <c:pt idx="80">
                        <c:v>16.402442994000001</c:v>
                      </c:pt>
                      <c:pt idx="81">
                        <c:v>17.958803671999998</c:v>
                      </c:pt>
                      <c:pt idx="82">
                        <c:v>19.732169066000001</c:v>
                      </c:pt>
                      <c:pt idx="83">
                        <c:v>22.689356537999998</c:v>
                      </c:pt>
                      <c:pt idx="84">
                        <c:v>24.231555405000002</c:v>
                      </c:pt>
                      <c:pt idx="85">
                        <c:v>27.445626107999999</c:v>
                      </c:pt>
                      <c:pt idx="86">
                        <c:v>27.920846056999999</c:v>
                      </c:pt>
                      <c:pt idx="87">
                        <c:v>27.151026751</c:v>
                      </c:pt>
                      <c:pt idx="88">
                        <c:v>24.560771302999999</c:v>
                      </c:pt>
                      <c:pt idx="89">
                        <c:v>25.760128848000001</c:v>
                      </c:pt>
                      <c:pt idx="90">
                        <c:v>25.844284605999999</c:v>
                      </c:pt>
                      <c:pt idx="91">
                        <c:v>30.86927322</c:v>
                      </c:pt>
                      <c:pt idx="92">
                        <c:v>34.462993937</c:v>
                      </c:pt>
                      <c:pt idx="93">
                        <c:v>39.472967595</c:v>
                      </c:pt>
                      <c:pt idx="94">
                        <c:v>38.016206865999997</c:v>
                      </c:pt>
                      <c:pt idx="95">
                        <c:v>30.892407850000001</c:v>
                      </c:pt>
                      <c:pt idx="96">
                        <c:v>20.825082268999999</c:v>
                      </c:pt>
                      <c:pt idx="97">
                        <c:v>12.200537946000001</c:v>
                      </c:pt>
                      <c:pt idx="98">
                        <c:v>6.9768295340000002</c:v>
                      </c:pt>
                      <c:pt idx="99">
                        <c:v>4.433018101</c:v>
                      </c:pt>
                      <c:pt idx="100">
                        <c:v>3.5049955480000001</c:v>
                      </c:pt>
                      <c:pt idx="101">
                        <c:v>4.2697119929999996</c:v>
                      </c:pt>
                      <c:pt idx="102">
                        <c:v>9.0215142230000005</c:v>
                      </c:pt>
                      <c:pt idx="103">
                        <c:v>13.95792148</c:v>
                      </c:pt>
                      <c:pt idx="104">
                        <c:v>16.571258727</c:v>
                      </c:pt>
                      <c:pt idx="105">
                        <c:v>17.912623814</c:v>
                      </c:pt>
                      <c:pt idx="106">
                        <c:v>19.622809392000001</c:v>
                      </c:pt>
                      <c:pt idx="107">
                        <c:v>22.472830528999999</c:v>
                      </c:pt>
                      <c:pt idx="108">
                        <c:v>24.281457207999999</c:v>
                      </c:pt>
                      <c:pt idx="109">
                        <c:v>27.689491126</c:v>
                      </c:pt>
                      <c:pt idx="110">
                        <c:v>28.264316975</c:v>
                      </c:pt>
                      <c:pt idx="111">
                        <c:v>27.483963601999999</c:v>
                      </c:pt>
                      <c:pt idx="112">
                        <c:v>24.588925833000001</c:v>
                      </c:pt>
                      <c:pt idx="113">
                        <c:v>25.628261602999999</c:v>
                      </c:pt>
                      <c:pt idx="114">
                        <c:v>25.719420849999999</c:v>
                      </c:pt>
                      <c:pt idx="115">
                        <c:v>30.737137221000001</c:v>
                      </c:pt>
                      <c:pt idx="116">
                        <c:v>34.473174100999998</c:v>
                      </c:pt>
                      <c:pt idx="117">
                        <c:v>39.958817688000003</c:v>
                      </c:pt>
                      <c:pt idx="118">
                        <c:v>38.374311216999999</c:v>
                      </c:pt>
                      <c:pt idx="119">
                        <c:v>31.247715663000001</c:v>
                      </c:pt>
                      <c:pt idx="120">
                        <c:v>21.077489941</c:v>
                      </c:pt>
                      <c:pt idx="121">
                        <c:v>12.426673829</c:v>
                      </c:pt>
                      <c:pt idx="122">
                        <c:v>7.0191359169999998</c:v>
                      </c:pt>
                      <c:pt idx="123">
                        <c:v>4.4786627819999998</c:v>
                      </c:pt>
                      <c:pt idx="124">
                        <c:v>3.5332292440000002</c:v>
                      </c:pt>
                      <c:pt idx="125">
                        <c:v>4.2577573080000004</c:v>
                      </c:pt>
                      <c:pt idx="126">
                        <c:v>9.2125143850000004</c:v>
                      </c:pt>
                      <c:pt idx="127">
                        <c:v>13.946261197</c:v>
                      </c:pt>
                      <c:pt idx="128">
                        <c:v>16.391726157000001</c:v>
                      </c:pt>
                      <c:pt idx="129">
                        <c:v>18.004862366000001</c:v>
                      </c:pt>
                      <c:pt idx="130">
                        <c:v>20.037783610000002</c:v>
                      </c:pt>
                      <c:pt idx="131">
                        <c:v>22.808925481999999</c:v>
                      </c:pt>
                      <c:pt idx="132">
                        <c:v>25.264560394</c:v>
                      </c:pt>
                      <c:pt idx="133">
                        <c:v>29.987477846000001</c:v>
                      </c:pt>
                      <c:pt idx="134">
                        <c:v>30.595524443999999</c:v>
                      </c:pt>
                      <c:pt idx="135">
                        <c:v>28.782955009999998</c:v>
                      </c:pt>
                      <c:pt idx="136">
                        <c:v>24.881327633000001</c:v>
                      </c:pt>
                      <c:pt idx="137">
                        <c:v>25.689938015999999</c:v>
                      </c:pt>
                      <c:pt idx="138">
                        <c:v>27.734573631</c:v>
                      </c:pt>
                      <c:pt idx="139">
                        <c:v>31.979749955999999</c:v>
                      </c:pt>
                      <c:pt idx="140">
                        <c:v>34.564054597000002</c:v>
                      </c:pt>
                      <c:pt idx="141">
                        <c:v>39.707745809999999</c:v>
                      </c:pt>
                      <c:pt idx="142">
                        <c:v>38.130803739999998</c:v>
                      </c:pt>
                      <c:pt idx="143">
                        <c:v>31.839964627000001</c:v>
                      </c:pt>
                      <c:pt idx="144">
                        <c:v>22.244335961000001</c:v>
                      </c:pt>
                      <c:pt idx="145">
                        <c:v>13.26867296</c:v>
                      </c:pt>
                      <c:pt idx="146">
                        <c:v>7.9310783479999998</c:v>
                      </c:pt>
                      <c:pt idx="147">
                        <c:v>4.7136264700000003</c:v>
                      </c:pt>
                      <c:pt idx="148">
                        <c:v>3.6231553660000002</c:v>
                      </c:pt>
                      <c:pt idx="149">
                        <c:v>4.3944528309999997</c:v>
                      </c:pt>
                      <c:pt idx="150">
                        <c:v>9.3799583910000006</c:v>
                      </c:pt>
                      <c:pt idx="151">
                        <c:v>13.988721046</c:v>
                      </c:pt>
                      <c:pt idx="152">
                        <c:v>16.636581888999999</c:v>
                      </c:pt>
                      <c:pt idx="153">
                        <c:v>17.994100270000001</c:v>
                      </c:pt>
                      <c:pt idx="154">
                        <c:v>19.857525528</c:v>
                      </c:pt>
                      <c:pt idx="155">
                        <c:v>22.403497628</c:v>
                      </c:pt>
                      <c:pt idx="156">
                        <c:v>24.302730623999999</c:v>
                      </c:pt>
                      <c:pt idx="157">
                        <c:v>27.56920453</c:v>
                      </c:pt>
                      <c:pt idx="158">
                        <c:v>28.311111728</c:v>
                      </c:pt>
                      <c:pt idx="159">
                        <c:v>27.202235777999999</c:v>
                      </c:pt>
                      <c:pt idx="160">
                        <c:v>24.975722805</c:v>
                      </c:pt>
                      <c:pt idx="161">
                        <c:v>26.286229958</c:v>
                      </c:pt>
                      <c:pt idx="162">
                        <c:v>26.516941860999999</c:v>
                      </c:pt>
                      <c:pt idx="163">
                        <c:v>31.072927742000001</c:v>
                      </c:pt>
                      <c:pt idx="164">
                        <c:v>34.473673787999999</c:v>
                      </c:pt>
                      <c:pt idx="165">
                        <c:v>39.425203908</c:v>
                      </c:pt>
                      <c:pt idx="166">
                        <c:v>37.885690162000003</c:v>
                      </c:pt>
                      <c:pt idx="167">
                        <c:v>30.383387933000002</c:v>
                      </c:pt>
                      <c:pt idx="168">
                        <c:v>20.730939936999999</c:v>
                      </c:pt>
                      <c:pt idx="169">
                        <c:v>12.316778855000001</c:v>
                      </c:pt>
                      <c:pt idx="170">
                        <c:v>7.0764795730000003</c:v>
                      </c:pt>
                      <c:pt idx="171">
                        <c:v>4.4876782039999998</c:v>
                      </c:pt>
                      <c:pt idx="172">
                        <c:v>3.5700271319999999</c:v>
                      </c:pt>
                      <c:pt idx="173">
                        <c:v>4.4075197990000001</c:v>
                      </c:pt>
                      <c:pt idx="174">
                        <c:v>9.5010494199999993</c:v>
                      </c:pt>
                      <c:pt idx="175">
                        <c:v>14.579467004</c:v>
                      </c:pt>
                      <c:pt idx="176">
                        <c:v>17.772668772999999</c:v>
                      </c:pt>
                      <c:pt idx="177">
                        <c:v>20.043473281000001</c:v>
                      </c:pt>
                      <c:pt idx="178">
                        <c:v>21.431519382000001</c:v>
                      </c:pt>
                      <c:pt idx="179">
                        <c:v>23.463433970000001</c:v>
                      </c:pt>
                      <c:pt idx="180">
                        <c:v>25.656640476</c:v>
                      </c:pt>
                      <c:pt idx="181">
                        <c:v>29.020000195000001</c:v>
                      </c:pt>
                      <c:pt idx="182">
                        <c:v>29.791212915999999</c:v>
                      </c:pt>
                      <c:pt idx="183">
                        <c:v>28.509876367</c:v>
                      </c:pt>
                      <c:pt idx="184">
                        <c:v>25.218307054</c:v>
                      </c:pt>
                      <c:pt idx="185">
                        <c:v>26.121131256999998</c:v>
                      </c:pt>
                      <c:pt idx="186">
                        <c:v>26.527806459000001</c:v>
                      </c:pt>
                      <c:pt idx="187">
                        <c:v>31.661060213999999</c:v>
                      </c:pt>
                      <c:pt idx="188">
                        <c:v>35.191840956</c:v>
                      </c:pt>
                      <c:pt idx="189">
                        <c:v>39.893593332000002</c:v>
                      </c:pt>
                      <c:pt idx="190">
                        <c:v>39.077510727000003</c:v>
                      </c:pt>
                      <c:pt idx="191">
                        <c:v>32.797036022999997</c:v>
                      </c:pt>
                      <c:pt idx="192">
                        <c:v>23.490260879000001</c:v>
                      </c:pt>
                      <c:pt idx="193">
                        <c:v>14.910394986</c:v>
                      </c:pt>
                      <c:pt idx="194">
                        <c:v>8.6684326760000001</c:v>
                      </c:pt>
                      <c:pt idx="195">
                        <c:v>5.4192759449999999</c:v>
                      </c:pt>
                      <c:pt idx="196">
                        <c:v>3.9360197490000002</c:v>
                      </c:pt>
                      <c:pt idx="197">
                        <c:v>4.2496421360000003</c:v>
                      </c:pt>
                      <c:pt idx="198">
                        <c:v>8.3587393589999994</c:v>
                      </c:pt>
                      <c:pt idx="199">
                        <c:v>12.69798046</c:v>
                      </c:pt>
                      <c:pt idx="200">
                        <c:v>17.507163706</c:v>
                      </c:pt>
                      <c:pt idx="201">
                        <c:v>20.644968276</c:v>
                      </c:pt>
                      <c:pt idx="202">
                        <c:v>23.521372281000001</c:v>
                      </c:pt>
                      <c:pt idx="203">
                        <c:v>26.613881804999998</c:v>
                      </c:pt>
                      <c:pt idx="204">
                        <c:v>27.088499725999998</c:v>
                      </c:pt>
                      <c:pt idx="205">
                        <c:v>29.324200396999998</c:v>
                      </c:pt>
                      <c:pt idx="206">
                        <c:v>33.868343033000002</c:v>
                      </c:pt>
                      <c:pt idx="207">
                        <c:v>31.151362172999999</c:v>
                      </c:pt>
                      <c:pt idx="208">
                        <c:v>26.189638055</c:v>
                      </c:pt>
                      <c:pt idx="209">
                        <c:v>26.591001148</c:v>
                      </c:pt>
                      <c:pt idx="210">
                        <c:v>26.427132736000001</c:v>
                      </c:pt>
                      <c:pt idx="211">
                        <c:v>31.885176535999999</c:v>
                      </c:pt>
                      <c:pt idx="212">
                        <c:v>35.646306281000001</c:v>
                      </c:pt>
                      <c:pt idx="213">
                        <c:v>40.709430533999999</c:v>
                      </c:pt>
                      <c:pt idx="214">
                        <c:v>40.109571432999999</c:v>
                      </c:pt>
                      <c:pt idx="215">
                        <c:v>33.555251654999999</c:v>
                      </c:pt>
                      <c:pt idx="216">
                        <c:v>23.696624505999999</c:v>
                      </c:pt>
                      <c:pt idx="217">
                        <c:v>14.342016328</c:v>
                      </c:pt>
                      <c:pt idx="218">
                        <c:v>8.2812736939999994</c:v>
                      </c:pt>
                      <c:pt idx="219">
                        <c:v>5.0469330809999997</c:v>
                      </c:pt>
                      <c:pt idx="220">
                        <c:v>3.7787781109999998</c:v>
                      </c:pt>
                      <c:pt idx="221">
                        <c:v>4.2107280830000002</c:v>
                      </c:pt>
                      <c:pt idx="222">
                        <c:v>8.4172975769999994</c:v>
                      </c:pt>
                      <c:pt idx="223">
                        <c:v>12.971233528999999</c:v>
                      </c:pt>
                      <c:pt idx="224">
                        <c:v>17.07407942</c:v>
                      </c:pt>
                      <c:pt idx="225">
                        <c:v>19.534559334000001</c:v>
                      </c:pt>
                      <c:pt idx="226">
                        <c:v>21.410160835999999</c:v>
                      </c:pt>
                      <c:pt idx="227">
                        <c:v>23.781229339999999</c:v>
                      </c:pt>
                      <c:pt idx="228">
                        <c:v>25.337843850999999</c:v>
                      </c:pt>
                      <c:pt idx="229">
                        <c:v>29.889371832999998</c:v>
                      </c:pt>
                      <c:pt idx="230">
                        <c:v>31.369248226</c:v>
                      </c:pt>
                      <c:pt idx="231">
                        <c:v>29.513995210000001</c:v>
                      </c:pt>
                      <c:pt idx="232">
                        <c:v>25.502578477</c:v>
                      </c:pt>
                      <c:pt idx="233">
                        <c:v>26.135183464000001</c:v>
                      </c:pt>
                      <c:pt idx="234">
                        <c:v>26.511997757</c:v>
                      </c:pt>
                      <c:pt idx="235">
                        <c:v>31.165183858999999</c:v>
                      </c:pt>
                      <c:pt idx="236">
                        <c:v>35.566343281999998</c:v>
                      </c:pt>
                      <c:pt idx="237">
                        <c:v>40.651590958</c:v>
                      </c:pt>
                      <c:pt idx="238">
                        <c:v>38.153774835999997</c:v>
                      </c:pt>
                      <c:pt idx="239">
                        <c:v>30.568258226000001</c:v>
                      </c:pt>
                      <c:pt idx="240">
                        <c:v>20.333412014</c:v>
                      </c:pt>
                      <c:pt idx="241">
                        <c:v>12.019229452999999</c:v>
                      </c:pt>
                      <c:pt idx="242">
                        <c:v>6.9346040159999998</c:v>
                      </c:pt>
                      <c:pt idx="243">
                        <c:v>4.5029093519999996</c:v>
                      </c:pt>
                      <c:pt idx="244">
                        <c:v>3.5415208260000002</c:v>
                      </c:pt>
                      <c:pt idx="245">
                        <c:v>4.1803370380000002</c:v>
                      </c:pt>
                      <c:pt idx="246">
                        <c:v>8.9550484990000001</c:v>
                      </c:pt>
                      <c:pt idx="247">
                        <c:v>13.488970484999999</c:v>
                      </c:pt>
                      <c:pt idx="248">
                        <c:v>16.325380655</c:v>
                      </c:pt>
                      <c:pt idx="249">
                        <c:v>17.228666462</c:v>
                      </c:pt>
                      <c:pt idx="250">
                        <c:v>18.887801949</c:v>
                      </c:pt>
                      <c:pt idx="251">
                        <c:v>21.543502455999999</c:v>
                      </c:pt>
                      <c:pt idx="252">
                        <c:v>23.511626403000001</c:v>
                      </c:pt>
                      <c:pt idx="253">
                        <c:v>26.972270693999999</c:v>
                      </c:pt>
                      <c:pt idx="254">
                        <c:v>27.805147036000001</c:v>
                      </c:pt>
                      <c:pt idx="255">
                        <c:v>26.719852936999999</c:v>
                      </c:pt>
                      <c:pt idx="256">
                        <c:v>24.803380253</c:v>
                      </c:pt>
                      <c:pt idx="257">
                        <c:v>26.458743408</c:v>
                      </c:pt>
                      <c:pt idx="258">
                        <c:v>26.829319749</c:v>
                      </c:pt>
                      <c:pt idx="259">
                        <c:v>31.333135095999999</c:v>
                      </c:pt>
                      <c:pt idx="260">
                        <c:v>35.476001793999998</c:v>
                      </c:pt>
                      <c:pt idx="261">
                        <c:v>39.751585718000001</c:v>
                      </c:pt>
                      <c:pt idx="262">
                        <c:v>37.668356912999997</c:v>
                      </c:pt>
                      <c:pt idx="263">
                        <c:v>29.825272719000001</c:v>
                      </c:pt>
                      <c:pt idx="264">
                        <c:v>19.692847585999999</c:v>
                      </c:pt>
                      <c:pt idx="265">
                        <c:v>11.581381500000001</c:v>
                      </c:pt>
                      <c:pt idx="266">
                        <c:v>6.599004689</c:v>
                      </c:pt>
                      <c:pt idx="267">
                        <c:v>4.2887441690000001</c:v>
                      </c:pt>
                      <c:pt idx="268">
                        <c:v>3.4724883499999999</c:v>
                      </c:pt>
                      <c:pt idx="269">
                        <c:v>4.18279917</c:v>
                      </c:pt>
                      <c:pt idx="270">
                        <c:v>9.2263243250000002</c:v>
                      </c:pt>
                      <c:pt idx="271">
                        <c:v>13.954429373</c:v>
                      </c:pt>
                      <c:pt idx="272">
                        <c:v>16.477525538999998</c:v>
                      </c:pt>
                      <c:pt idx="273">
                        <c:v>17.772048617999999</c:v>
                      </c:pt>
                      <c:pt idx="274">
                        <c:v>19.530032425999998</c:v>
                      </c:pt>
                      <c:pt idx="275">
                        <c:v>22.035753713999998</c:v>
                      </c:pt>
                      <c:pt idx="276">
                        <c:v>24.106113957000002</c:v>
                      </c:pt>
                      <c:pt idx="277">
                        <c:v>27.427050569999999</c:v>
                      </c:pt>
                      <c:pt idx="278">
                        <c:v>27.694213478999998</c:v>
                      </c:pt>
                      <c:pt idx="279">
                        <c:v>26.695460322999999</c:v>
                      </c:pt>
                      <c:pt idx="280">
                        <c:v>24.954165256</c:v>
                      </c:pt>
                      <c:pt idx="281">
                        <c:v>26.296250475000001</c:v>
                      </c:pt>
                      <c:pt idx="282">
                        <c:v>26.440162790999999</c:v>
                      </c:pt>
                      <c:pt idx="283">
                        <c:v>31.381494795999998</c:v>
                      </c:pt>
                      <c:pt idx="284">
                        <c:v>35.811141824000003</c:v>
                      </c:pt>
                      <c:pt idx="285">
                        <c:v>40.498913834</c:v>
                      </c:pt>
                      <c:pt idx="286">
                        <c:v>37.882025650999999</c:v>
                      </c:pt>
                      <c:pt idx="287">
                        <c:v>29.878334908999999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BF3F-49BE-B4BE-2314BCBEA28B}"/>
                  </c:ext>
                </c:extLst>
              </c15:ser>
            </c15:filteredLineSeries>
            <c15:filteredLine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12-10-2026'!$L$1</c15:sqref>
                        </c15:formulaRef>
                      </c:ext>
                    </c:extLst>
                    <c:strCache>
                      <c:ptCount val="1"/>
                      <c:pt idx="0">
                        <c:v>BMR-DGW2 SGi 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12-10-2026'!$L$2:$L$289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20.423270535</c:v>
                      </c:pt>
                      <c:pt idx="1">
                        <c:v>12.411712295999999</c:v>
                      </c:pt>
                      <c:pt idx="2">
                        <c:v>7.0348068540000002</c:v>
                      </c:pt>
                      <c:pt idx="3">
                        <c:v>4.3501962939999999</c:v>
                      </c:pt>
                      <c:pt idx="4">
                        <c:v>3.2567542309999999</c:v>
                      </c:pt>
                      <c:pt idx="5">
                        <c:v>3.8989175519999999</c:v>
                      </c:pt>
                      <c:pt idx="6">
                        <c:v>7.9459767460000004</c:v>
                      </c:pt>
                      <c:pt idx="7">
                        <c:v>12.315370869000001</c:v>
                      </c:pt>
                      <c:pt idx="8">
                        <c:v>14.960166293</c:v>
                      </c:pt>
                      <c:pt idx="9">
                        <c:v>16.560662639</c:v>
                      </c:pt>
                      <c:pt idx="10">
                        <c:v>18.545066661</c:v>
                      </c:pt>
                      <c:pt idx="11">
                        <c:v>20.933363578000002</c:v>
                      </c:pt>
                      <c:pt idx="12">
                        <c:v>23.00153929</c:v>
                      </c:pt>
                      <c:pt idx="13">
                        <c:v>26.443919008000002</c:v>
                      </c:pt>
                      <c:pt idx="14">
                        <c:v>27.210876616</c:v>
                      </c:pt>
                      <c:pt idx="15">
                        <c:v>26.262482835</c:v>
                      </c:pt>
                      <c:pt idx="16">
                        <c:v>22.884774492999998</c:v>
                      </c:pt>
                      <c:pt idx="17">
                        <c:v>23.583726701</c:v>
                      </c:pt>
                      <c:pt idx="18">
                        <c:v>23.474375195</c:v>
                      </c:pt>
                      <c:pt idx="19">
                        <c:v>27.804699199000002</c:v>
                      </c:pt>
                      <c:pt idx="20">
                        <c:v>31.025441536999999</c:v>
                      </c:pt>
                      <c:pt idx="21">
                        <c:v>35.843568150000003</c:v>
                      </c:pt>
                      <c:pt idx="22">
                        <c:v>35.481885828000003</c:v>
                      </c:pt>
                      <c:pt idx="23">
                        <c:v>30.596565983000001</c:v>
                      </c:pt>
                      <c:pt idx="24">
                        <c:v>22.382822514000001</c:v>
                      </c:pt>
                      <c:pt idx="25">
                        <c:v>14.340636129</c:v>
                      </c:pt>
                      <c:pt idx="26">
                        <c:v>8.5296438610000003</c:v>
                      </c:pt>
                      <c:pt idx="27">
                        <c:v>5.1463460640000003</c:v>
                      </c:pt>
                      <c:pt idx="28">
                        <c:v>3.524389529</c:v>
                      </c:pt>
                      <c:pt idx="29">
                        <c:v>3.7633337130000002</c:v>
                      </c:pt>
                      <c:pt idx="30">
                        <c:v>6.9593748</c:v>
                      </c:pt>
                      <c:pt idx="31">
                        <c:v>10.589578925</c:v>
                      </c:pt>
                      <c:pt idx="32">
                        <c:v>15.077867571000001</c:v>
                      </c:pt>
                      <c:pt idx="33">
                        <c:v>18.590088786999999</c:v>
                      </c:pt>
                      <c:pt idx="34">
                        <c:v>21.405434883000002</c:v>
                      </c:pt>
                      <c:pt idx="35">
                        <c:v>24.658509117000001</c:v>
                      </c:pt>
                      <c:pt idx="36">
                        <c:v>25.174725078000002</c:v>
                      </c:pt>
                      <c:pt idx="37">
                        <c:v>27.026194500999999</c:v>
                      </c:pt>
                      <c:pt idx="38">
                        <c:v>31.619085330000001</c:v>
                      </c:pt>
                      <c:pt idx="39">
                        <c:v>29.444846254000002</c:v>
                      </c:pt>
                      <c:pt idx="40">
                        <c:v>23.988692532999998</c:v>
                      </c:pt>
                      <c:pt idx="41">
                        <c:v>24.414701616999999</c:v>
                      </c:pt>
                      <c:pt idx="42">
                        <c:v>24.223010801000001</c:v>
                      </c:pt>
                      <c:pt idx="43">
                        <c:v>28.853732642000001</c:v>
                      </c:pt>
                      <c:pt idx="44">
                        <c:v>31.923073076000001</c:v>
                      </c:pt>
                      <c:pt idx="45">
                        <c:v>37.185842837000003</c:v>
                      </c:pt>
                      <c:pt idx="46">
                        <c:v>36.627649888000001</c:v>
                      </c:pt>
                      <c:pt idx="47">
                        <c:v>31.450105804</c:v>
                      </c:pt>
                      <c:pt idx="48">
                        <c:v>23.082492889000001</c:v>
                      </c:pt>
                      <c:pt idx="49">
                        <c:v>14.559679091</c:v>
                      </c:pt>
                      <c:pt idx="50">
                        <c:v>8.4986888090000008</c:v>
                      </c:pt>
                      <c:pt idx="51">
                        <c:v>5.1558459680000004</c:v>
                      </c:pt>
                      <c:pt idx="52">
                        <c:v>3.5546556979999999</c:v>
                      </c:pt>
                      <c:pt idx="53">
                        <c:v>3.9044546649999998</c:v>
                      </c:pt>
                      <c:pt idx="54">
                        <c:v>7.2869611519999999</c:v>
                      </c:pt>
                      <c:pt idx="55">
                        <c:v>11.084181527</c:v>
                      </c:pt>
                      <c:pt idx="56">
                        <c:v>15.268354885000001</c:v>
                      </c:pt>
                      <c:pt idx="57">
                        <c:v>17.897343136</c:v>
                      </c:pt>
                      <c:pt idx="58">
                        <c:v>19.712336519000001</c:v>
                      </c:pt>
                      <c:pt idx="59">
                        <c:v>21.961147792999999</c:v>
                      </c:pt>
                      <c:pt idx="60">
                        <c:v>23.386512928999998</c:v>
                      </c:pt>
                      <c:pt idx="61">
                        <c:v>27.227906124</c:v>
                      </c:pt>
                      <c:pt idx="62">
                        <c:v>28.648807544</c:v>
                      </c:pt>
                      <c:pt idx="63">
                        <c:v>27.479685884999999</c:v>
                      </c:pt>
                      <c:pt idx="64">
                        <c:v>23.245232564999998</c:v>
                      </c:pt>
                      <c:pt idx="65">
                        <c:v>23.782214331999999</c:v>
                      </c:pt>
                      <c:pt idx="66">
                        <c:v>23.795964393999999</c:v>
                      </c:pt>
                      <c:pt idx="67">
                        <c:v>28.161795014999999</c:v>
                      </c:pt>
                      <c:pt idx="68">
                        <c:v>31.144451048000001</c:v>
                      </c:pt>
                      <c:pt idx="69">
                        <c:v>35.985697901999998</c:v>
                      </c:pt>
                      <c:pt idx="70">
                        <c:v>34.866912137</c:v>
                      </c:pt>
                      <c:pt idx="71">
                        <c:v>29.023873669</c:v>
                      </c:pt>
                      <c:pt idx="72">
                        <c:v>20.090664903</c:v>
                      </c:pt>
                      <c:pt idx="73">
                        <c:v>11.902018376999999</c:v>
                      </c:pt>
                      <c:pt idx="74">
                        <c:v>6.853629669</c:v>
                      </c:pt>
                      <c:pt idx="75">
                        <c:v>4.2004572370000002</c:v>
                      </c:pt>
                      <c:pt idx="76">
                        <c:v>3.163761424</c:v>
                      </c:pt>
                      <c:pt idx="77">
                        <c:v>3.7965748160000001</c:v>
                      </c:pt>
                      <c:pt idx="78">
                        <c:v>7.6877565409999997</c:v>
                      </c:pt>
                      <c:pt idx="79">
                        <c:v>11.545520421000001</c:v>
                      </c:pt>
                      <c:pt idx="80">
                        <c:v>14.411628970000001</c:v>
                      </c:pt>
                      <c:pt idx="81">
                        <c:v>15.919582985</c:v>
                      </c:pt>
                      <c:pt idx="82">
                        <c:v>17.753632941999999</c:v>
                      </c:pt>
                      <c:pt idx="83">
                        <c:v>20.170156383999998</c:v>
                      </c:pt>
                      <c:pt idx="84">
                        <c:v>21.837689468000001</c:v>
                      </c:pt>
                      <c:pt idx="85">
                        <c:v>24.779669269999999</c:v>
                      </c:pt>
                      <c:pt idx="86">
                        <c:v>25.339939718</c:v>
                      </c:pt>
                      <c:pt idx="87">
                        <c:v>24.466019193000001</c:v>
                      </c:pt>
                      <c:pt idx="88">
                        <c:v>22.465779342000001</c:v>
                      </c:pt>
                      <c:pt idx="89">
                        <c:v>23.521883533</c:v>
                      </c:pt>
                      <c:pt idx="90">
                        <c:v>23.486556460999999</c:v>
                      </c:pt>
                      <c:pt idx="91">
                        <c:v>27.879893617</c:v>
                      </c:pt>
                      <c:pt idx="92">
                        <c:v>31.353014933000001</c:v>
                      </c:pt>
                      <c:pt idx="93">
                        <c:v>36.111712206999997</c:v>
                      </c:pt>
                      <c:pt idx="94">
                        <c:v>34.536887565999997</c:v>
                      </c:pt>
                      <c:pt idx="95">
                        <c:v>27.791527385999999</c:v>
                      </c:pt>
                      <c:pt idx="96">
                        <c:v>18.714183229</c:v>
                      </c:pt>
                      <c:pt idx="97">
                        <c:v>10.939431769</c:v>
                      </c:pt>
                      <c:pt idx="98">
                        <c:v>6.2041673670000002</c:v>
                      </c:pt>
                      <c:pt idx="99">
                        <c:v>3.9668767759999999</c:v>
                      </c:pt>
                      <c:pt idx="100">
                        <c:v>3.0766912259999999</c:v>
                      </c:pt>
                      <c:pt idx="101">
                        <c:v>3.6510941589999999</c:v>
                      </c:pt>
                      <c:pt idx="102">
                        <c:v>7.8371835890000003</c:v>
                      </c:pt>
                      <c:pt idx="103">
                        <c:v>11.935319718000001</c:v>
                      </c:pt>
                      <c:pt idx="104">
                        <c:v>14.538940974000001</c:v>
                      </c:pt>
                      <c:pt idx="105">
                        <c:v>15.892682676</c:v>
                      </c:pt>
                      <c:pt idx="106">
                        <c:v>17.641927537000001</c:v>
                      </c:pt>
                      <c:pt idx="107">
                        <c:v>20.368738936</c:v>
                      </c:pt>
                      <c:pt idx="108">
                        <c:v>21.920522244000001</c:v>
                      </c:pt>
                      <c:pt idx="109">
                        <c:v>24.987331293</c:v>
                      </c:pt>
                      <c:pt idx="110">
                        <c:v>25.218438969000001</c:v>
                      </c:pt>
                      <c:pt idx="111">
                        <c:v>24.61119695</c:v>
                      </c:pt>
                      <c:pt idx="112">
                        <c:v>22.207465946999999</c:v>
                      </c:pt>
                      <c:pt idx="113">
                        <c:v>23.240304556000002</c:v>
                      </c:pt>
                      <c:pt idx="114">
                        <c:v>23.394487926</c:v>
                      </c:pt>
                      <c:pt idx="115">
                        <c:v>27.672067148</c:v>
                      </c:pt>
                      <c:pt idx="116">
                        <c:v>31.146320482</c:v>
                      </c:pt>
                      <c:pt idx="117">
                        <c:v>36.095273030999998</c:v>
                      </c:pt>
                      <c:pt idx="118">
                        <c:v>34.639901682999998</c:v>
                      </c:pt>
                      <c:pt idx="119">
                        <c:v>28.321954785999999</c:v>
                      </c:pt>
                      <c:pt idx="120">
                        <c:v>19.238777573</c:v>
                      </c:pt>
                      <c:pt idx="121">
                        <c:v>11.305476258000001</c:v>
                      </c:pt>
                      <c:pt idx="122">
                        <c:v>6.4784511389999997</c:v>
                      </c:pt>
                      <c:pt idx="123">
                        <c:v>4.035821426</c:v>
                      </c:pt>
                      <c:pt idx="124">
                        <c:v>3.097538948</c:v>
                      </c:pt>
                      <c:pt idx="125">
                        <c:v>3.7060845709999999</c:v>
                      </c:pt>
                      <c:pt idx="126">
                        <c:v>7.861942022</c:v>
                      </c:pt>
                      <c:pt idx="127">
                        <c:v>12.053768635000001</c:v>
                      </c:pt>
                      <c:pt idx="128">
                        <c:v>14.674637049999999</c:v>
                      </c:pt>
                      <c:pt idx="129">
                        <c:v>16.109018374000001</c:v>
                      </c:pt>
                      <c:pt idx="130">
                        <c:v>18.126869361000001</c:v>
                      </c:pt>
                      <c:pt idx="131">
                        <c:v>20.539058545</c:v>
                      </c:pt>
                      <c:pt idx="132">
                        <c:v>22.642087971999999</c:v>
                      </c:pt>
                      <c:pt idx="133">
                        <c:v>27.003881947</c:v>
                      </c:pt>
                      <c:pt idx="134">
                        <c:v>27.441675414999999</c:v>
                      </c:pt>
                      <c:pt idx="135">
                        <c:v>25.768474527999999</c:v>
                      </c:pt>
                      <c:pt idx="136">
                        <c:v>22.632479931999999</c:v>
                      </c:pt>
                      <c:pt idx="137">
                        <c:v>23.510672635999999</c:v>
                      </c:pt>
                      <c:pt idx="138">
                        <c:v>25.488661613000001</c:v>
                      </c:pt>
                      <c:pt idx="139">
                        <c:v>29.363646708000001</c:v>
                      </c:pt>
                      <c:pt idx="140">
                        <c:v>31.460517061000001</c:v>
                      </c:pt>
                      <c:pt idx="141">
                        <c:v>36.423469484000002</c:v>
                      </c:pt>
                      <c:pt idx="142">
                        <c:v>34.906018881999998</c:v>
                      </c:pt>
                      <c:pt idx="143">
                        <c:v>28.853232550000001</c:v>
                      </c:pt>
                      <c:pt idx="144">
                        <c:v>20.406858752000002</c:v>
                      </c:pt>
                      <c:pt idx="145">
                        <c:v>12.307464457</c:v>
                      </c:pt>
                      <c:pt idx="146">
                        <c:v>7.3918834689999997</c:v>
                      </c:pt>
                      <c:pt idx="147">
                        <c:v>4.3661275259999996</c:v>
                      </c:pt>
                      <c:pt idx="148">
                        <c:v>3.3047072069999999</c:v>
                      </c:pt>
                      <c:pt idx="149">
                        <c:v>3.8935510189999998</c:v>
                      </c:pt>
                      <c:pt idx="150">
                        <c:v>8.1511071190000006</c:v>
                      </c:pt>
                      <c:pt idx="151">
                        <c:v>12.395243322000001</c:v>
                      </c:pt>
                      <c:pt idx="152">
                        <c:v>14.942607899</c:v>
                      </c:pt>
                      <c:pt idx="153">
                        <c:v>16.308556951</c:v>
                      </c:pt>
                      <c:pt idx="154">
                        <c:v>17.991711693999999</c:v>
                      </c:pt>
                      <c:pt idx="155">
                        <c:v>20.468006769999999</c:v>
                      </c:pt>
                      <c:pt idx="156">
                        <c:v>21.967263108000001</c:v>
                      </c:pt>
                      <c:pt idx="157">
                        <c:v>25.09444809</c:v>
                      </c:pt>
                      <c:pt idx="158">
                        <c:v>25.471567644</c:v>
                      </c:pt>
                      <c:pt idx="159">
                        <c:v>24.681036825</c:v>
                      </c:pt>
                      <c:pt idx="160">
                        <c:v>22.950199522999998</c:v>
                      </c:pt>
                      <c:pt idx="161">
                        <c:v>24.293158674000001</c:v>
                      </c:pt>
                      <c:pt idx="162">
                        <c:v>24.540204152000001</c:v>
                      </c:pt>
                      <c:pt idx="163">
                        <c:v>28.428192106000001</c:v>
                      </c:pt>
                      <c:pt idx="164">
                        <c:v>31.667165938</c:v>
                      </c:pt>
                      <c:pt idx="165">
                        <c:v>36.117484417999997</c:v>
                      </c:pt>
                      <c:pt idx="166">
                        <c:v>34.528756211999998</c:v>
                      </c:pt>
                      <c:pt idx="167">
                        <c:v>27.708750307999999</c:v>
                      </c:pt>
                      <c:pt idx="168">
                        <c:v>18.844769565</c:v>
                      </c:pt>
                      <c:pt idx="169">
                        <c:v>11.275485446999999</c:v>
                      </c:pt>
                      <c:pt idx="170">
                        <c:v>6.4979143989999999</c:v>
                      </c:pt>
                      <c:pt idx="171">
                        <c:v>4.1012178500000003</c:v>
                      </c:pt>
                      <c:pt idx="172">
                        <c:v>3.152221478</c:v>
                      </c:pt>
                      <c:pt idx="173">
                        <c:v>3.7926336520000001</c:v>
                      </c:pt>
                      <c:pt idx="174">
                        <c:v>8.2547250870000006</c:v>
                      </c:pt>
                      <c:pt idx="175">
                        <c:v>12.847749553</c:v>
                      </c:pt>
                      <c:pt idx="176">
                        <c:v>15.747916118999999</c:v>
                      </c:pt>
                      <c:pt idx="177">
                        <c:v>17.922789185999999</c:v>
                      </c:pt>
                      <c:pt idx="178">
                        <c:v>19.251239804000001</c:v>
                      </c:pt>
                      <c:pt idx="179">
                        <c:v>21.239911615</c:v>
                      </c:pt>
                      <c:pt idx="180">
                        <c:v>23.289727567</c:v>
                      </c:pt>
                      <c:pt idx="181">
                        <c:v>26.286627737</c:v>
                      </c:pt>
                      <c:pt idx="182">
                        <c:v>26.672462491000001</c:v>
                      </c:pt>
                      <c:pt idx="183">
                        <c:v>25.625852428999998</c:v>
                      </c:pt>
                      <c:pt idx="184">
                        <c:v>23.041049619999999</c:v>
                      </c:pt>
                      <c:pt idx="185">
                        <c:v>24.021624116000002</c:v>
                      </c:pt>
                      <c:pt idx="186">
                        <c:v>24.272889148000001</c:v>
                      </c:pt>
                      <c:pt idx="187">
                        <c:v>28.85517089</c:v>
                      </c:pt>
                      <c:pt idx="188">
                        <c:v>32.154529441999998</c:v>
                      </c:pt>
                      <c:pt idx="189">
                        <c:v>36.377666245999997</c:v>
                      </c:pt>
                      <c:pt idx="190">
                        <c:v>35.346234733999999</c:v>
                      </c:pt>
                      <c:pt idx="191">
                        <c:v>29.543759184999999</c:v>
                      </c:pt>
                      <c:pt idx="192">
                        <c:v>21.197716641</c:v>
                      </c:pt>
                      <c:pt idx="193">
                        <c:v>13.311658205000001</c:v>
                      </c:pt>
                      <c:pt idx="194">
                        <c:v>7.8093918909999998</c:v>
                      </c:pt>
                      <c:pt idx="195">
                        <c:v>4.9105612550000002</c:v>
                      </c:pt>
                      <c:pt idx="196">
                        <c:v>3.5113725819999999</c:v>
                      </c:pt>
                      <c:pt idx="197">
                        <c:v>3.64436765</c:v>
                      </c:pt>
                      <c:pt idx="198">
                        <c:v>7.1028212960000001</c:v>
                      </c:pt>
                      <c:pt idx="199">
                        <c:v>11.036633235</c:v>
                      </c:pt>
                      <c:pt idx="200">
                        <c:v>15.346358594</c:v>
                      </c:pt>
                      <c:pt idx="201">
                        <c:v>18.614707721999999</c:v>
                      </c:pt>
                      <c:pt idx="202">
                        <c:v>21.127426707000001</c:v>
                      </c:pt>
                      <c:pt idx="203">
                        <c:v>24.106553464000001</c:v>
                      </c:pt>
                      <c:pt idx="204">
                        <c:v>24.484946361999999</c:v>
                      </c:pt>
                      <c:pt idx="205">
                        <c:v>26.647449803000001</c:v>
                      </c:pt>
                      <c:pt idx="206">
                        <c:v>30.787038945999999</c:v>
                      </c:pt>
                      <c:pt idx="207">
                        <c:v>28.265131741000001</c:v>
                      </c:pt>
                      <c:pt idx="208">
                        <c:v>23.851715251000002</c:v>
                      </c:pt>
                      <c:pt idx="209">
                        <c:v>24.213349334</c:v>
                      </c:pt>
                      <c:pt idx="210">
                        <c:v>23.999647183</c:v>
                      </c:pt>
                      <c:pt idx="211">
                        <c:v>28.753007165</c:v>
                      </c:pt>
                      <c:pt idx="212">
                        <c:v>32.446094991000002</c:v>
                      </c:pt>
                      <c:pt idx="213">
                        <c:v>37.059314817000001</c:v>
                      </c:pt>
                      <c:pt idx="214">
                        <c:v>36.464243611999997</c:v>
                      </c:pt>
                      <c:pt idx="215">
                        <c:v>30.374183614</c:v>
                      </c:pt>
                      <c:pt idx="216">
                        <c:v>21.539147106000001</c:v>
                      </c:pt>
                      <c:pt idx="217">
                        <c:v>13.185777986</c:v>
                      </c:pt>
                      <c:pt idx="218">
                        <c:v>7.6567578279999999</c:v>
                      </c:pt>
                      <c:pt idx="219">
                        <c:v>4.7106436269999996</c:v>
                      </c:pt>
                      <c:pt idx="220">
                        <c:v>3.4150089129999999</c:v>
                      </c:pt>
                      <c:pt idx="221">
                        <c:v>3.6511708600000001</c:v>
                      </c:pt>
                      <c:pt idx="222">
                        <c:v>7.3242123169999998</c:v>
                      </c:pt>
                      <c:pt idx="223">
                        <c:v>11.194670761999999</c:v>
                      </c:pt>
                      <c:pt idx="224">
                        <c:v>14.899915288000001</c:v>
                      </c:pt>
                      <c:pt idx="225">
                        <c:v>17.288052388000001</c:v>
                      </c:pt>
                      <c:pt idx="226">
                        <c:v>19.289695823999999</c:v>
                      </c:pt>
                      <c:pt idx="227">
                        <c:v>21.421390103</c:v>
                      </c:pt>
                      <c:pt idx="228">
                        <c:v>22.768923546</c:v>
                      </c:pt>
                      <c:pt idx="229">
                        <c:v>27.022409707000001</c:v>
                      </c:pt>
                      <c:pt idx="230">
                        <c:v>28.370003364999999</c:v>
                      </c:pt>
                      <c:pt idx="231">
                        <c:v>26.572247733000001</c:v>
                      </c:pt>
                      <c:pt idx="232">
                        <c:v>23.029762560000002</c:v>
                      </c:pt>
                      <c:pt idx="233">
                        <c:v>23.844072939</c:v>
                      </c:pt>
                      <c:pt idx="234">
                        <c:v>24.100065534999999</c:v>
                      </c:pt>
                      <c:pt idx="235">
                        <c:v>28.320036385000002</c:v>
                      </c:pt>
                      <c:pt idx="236">
                        <c:v>32.341054847999999</c:v>
                      </c:pt>
                      <c:pt idx="237">
                        <c:v>36.808367017999998</c:v>
                      </c:pt>
                      <c:pt idx="238">
                        <c:v>34.563343988</c:v>
                      </c:pt>
                      <c:pt idx="239">
                        <c:v>27.657018431000001</c:v>
                      </c:pt>
                      <c:pt idx="240">
                        <c:v>18.475859160999999</c:v>
                      </c:pt>
                      <c:pt idx="241">
                        <c:v>10.895744855</c:v>
                      </c:pt>
                      <c:pt idx="242">
                        <c:v>6.3392928829999997</c:v>
                      </c:pt>
                      <c:pt idx="243">
                        <c:v>3.9875279199999998</c:v>
                      </c:pt>
                      <c:pt idx="244">
                        <c:v>3.1008681409999999</c:v>
                      </c:pt>
                      <c:pt idx="245">
                        <c:v>3.5176718500000002</c:v>
                      </c:pt>
                      <c:pt idx="246">
                        <c:v>7.6411803669999996</c:v>
                      </c:pt>
                      <c:pt idx="247">
                        <c:v>11.541055564000001</c:v>
                      </c:pt>
                      <c:pt idx="248">
                        <c:v>14.179476653</c:v>
                      </c:pt>
                      <c:pt idx="249">
                        <c:v>15.439288483</c:v>
                      </c:pt>
                      <c:pt idx="250">
                        <c:v>17.108222716</c:v>
                      </c:pt>
                      <c:pt idx="251">
                        <c:v>19.552687969000001</c:v>
                      </c:pt>
                      <c:pt idx="252">
                        <c:v>21.283197867999998</c:v>
                      </c:pt>
                      <c:pt idx="253">
                        <c:v>24.456213871999999</c:v>
                      </c:pt>
                      <c:pt idx="254">
                        <c:v>25.031453805999998</c:v>
                      </c:pt>
                      <c:pt idx="255">
                        <c:v>24.047726409999999</c:v>
                      </c:pt>
                      <c:pt idx="256">
                        <c:v>22.646874672999999</c:v>
                      </c:pt>
                      <c:pt idx="257">
                        <c:v>24.340827526000002</c:v>
                      </c:pt>
                      <c:pt idx="258">
                        <c:v>24.442421381999999</c:v>
                      </c:pt>
                      <c:pt idx="259">
                        <c:v>28.440187509000001</c:v>
                      </c:pt>
                      <c:pt idx="260">
                        <c:v>32.218027534000001</c:v>
                      </c:pt>
                      <c:pt idx="261">
                        <c:v>36.113112088000001</c:v>
                      </c:pt>
                      <c:pt idx="262">
                        <c:v>34.08902586</c:v>
                      </c:pt>
                      <c:pt idx="263">
                        <c:v>27.058625499000001</c:v>
                      </c:pt>
                      <c:pt idx="264">
                        <c:v>17.840090410999998</c:v>
                      </c:pt>
                      <c:pt idx="265">
                        <c:v>10.484676292</c:v>
                      </c:pt>
                      <c:pt idx="266">
                        <c:v>6.0295857929999999</c:v>
                      </c:pt>
                      <c:pt idx="267">
                        <c:v>3.890313398</c:v>
                      </c:pt>
                      <c:pt idx="268">
                        <c:v>3.1422346430000001</c:v>
                      </c:pt>
                      <c:pt idx="269">
                        <c:v>3.5920333050000002</c:v>
                      </c:pt>
                      <c:pt idx="270">
                        <c:v>7.9105361150000002</c:v>
                      </c:pt>
                      <c:pt idx="271">
                        <c:v>12.207105081</c:v>
                      </c:pt>
                      <c:pt idx="272">
                        <c:v>14.477437919</c:v>
                      </c:pt>
                      <c:pt idx="273">
                        <c:v>15.931874192</c:v>
                      </c:pt>
                      <c:pt idx="274">
                        <c:v>17.765712434000001</c:v>
                      </c:pt>
                      <c:pt idx="275">
                        <c:v>19.982033447999999</c:v>
                      </c:pt>
                      <c:pt idx="276">
                        <c:v>21.831890812000001</c:v>
                      </c:pt>
                      <c:pt idx="277">
                        <c:v>24.863924900000001</c:v>
                      </c:pt>
                      <c:pt idx="278">
                        <c:v>24.861668366</c:v>
                      </c:pt>
                      <c:pt idx="279">
                        <c:v>23.918514889000001</c:v>
                      </c:pt>
                      <c:pt idx="280">
                        <c:v>22.682072053999999</c:v>
                      </c:pt>
                      <c:pt idx="281">
                        <c:v>24.146953164999999</c:v>
                      </c:pt>
                      <c:pt idx="282">
                        <c:v>24.136156788000001</c:v>
                      </c:pt>
                      <c:pt idx="283">
                        <c:v>28.71565301</c:v>
                      </c:pt>
                      <c:pt idx="284">
                        <c:v>32.608885858000001</c:v>
                      </c:pt>
                      <c:pt idx="285">
                        <c:v>36.910021866000001</c:v>
                      </c:pt>
                      <c:pt idx="286">
                        <c:v>34.476716363000001</c:v>
                      </c:pt>
                      <c:pt idx="287">
                        <c:v>26.955441614000001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BF3F-49BE-B4BE-2314BCBEA28B}"/>
                  </c:ext>
                </c:extLst>
              </c15:ser>
            </c15:filteredLineSeries>
            <c15:filteredLin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12-10-2026'!$M$1</c15:sqref>
                        </c15:formulaRef>
                      </c:ext>
                    </c:extLst>
                    <c:strCache>
                      <c:ptCount val="1"/>
                      <c:pt idx="0">
                        <c:v>BMR-DGW2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12-10-2026'!$M$2:$M$289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2.1283529520000002</c:v>
                      </c:pt>
                      <c:pt idx="1">
                        <c:v>1.26578474</c:v>
                      </c:pt>
                      <c:pt idx="2">
                        <c:v>0.73647801199999996</c:v>
                      </c:pt>
                      <c:pt idx="3">
                        <c:v>0.48256605699999999</c:v>
                      </c:pt>
                      <c:pt idx="4">
                        <c:v>0.42288553499999998</c:v>
                      </c:pt>
                      <c:pt idx="5">
                        <c:v>0.60331888300000003</c:v>
                      </c:pt>
                      <c:pt idx="6">
                        <c:v>1.24513969</c:v>
                      </c:pt>
                      <c:pt idx="7">
                        <c:v>1.79012506</c:v>
                      </c:pt>
                      <c:pt idx="8">
                        <c:v>1.95635779</c:v>
                      </c:pt>
                      <c:pt idx="9">
                        <c:v>1.9236734369999999</c:v>
                      </c:pt>
                      <c:pt idx="10">
                        <c:v>1.950618433</c:v>
                      </c:pt>
                      <c:pt idx="11">
                        <c:v>2.1545736560000002</c:v>
                      </c:pt>
                      <c:pt idx="12">
                        <c:v>2.4657638820000001</c:v>
                      </c:pt>
                      <c:pt idx="13">
                        <c:v>2.8344101020000001</c:v>
                      </c:pt>
                      <c:pt idx="14">
                        <c:v>2.953377111</c:v>
                      </c:pt>
                      <c:pt idx="15">
                        <c:v>2.8553350279999998</c:v>
                      </c:pt>
                      <c:pt idx="16">
                        <c:v>2.3861878220000001</c:v>
                      </c:pt>
                      <c:pt idx="17">
                        <c:v>2.1890970470000002</c:v>
                      </c:pt>
                      <c:pt idx="18">
                        <c:v>2.2863049160000002</c:v>
                      </c:pt>
                      <c:pt idx="19">
                        <c:v>2.7503580209999998</c:v>
                      </c:pt>
                      <c:pt idx="20">
                        <c:v>3.0272730879999998</c:v>
                      </c:pt>
                      <c:pt idx="21">
                        <c:v>3.3830903380000001</c:v>
                      </c:pt>
                      <c:pt idx="22">
                        <c:v>3.5580192400000001</c:v>
                      </c:pt>
                      <c:pt idx="23">
                        <c:v>3.1293484359999999</c:v>
                      </c:pt>
                      <c:pt idx="24">
                        <c:v>2.2909266449999999</c:v>
                      </c:pt>
                      <c:pt idx="25">
                        <c:v>1.434558582</c:v>
                      </c:pt>
                      <c:pt idx="26">
                        <c:v>0.84368654200000004</c:v>
                      </c:pt>
                      <c:pt idx="27">
                        <c:v>0.54464148999999995</c:v>
                      </c:pt>
                      <c:pt idx="28">
                        <c:v>0.44414238499999997</c:v>
                      </c:pt>
                      <c:pt idx="29">
                        <c:v>0.57452825799999996</c:v>
                      </c:pt>
                      <c:pt idx="30">
                        <c:v>1.0935878729999999</c:v>
                      </c:pt>
                      <c:pt idx="31">
                        <c:v>1.649068354</c:v>
                      </c:pt>
                      <c:pt idx="32">
                        <c:v>2.088118047</c:v>
                      </c:pt>
                      <c:pt idx="33">
                        <c:v>2.2493324659999998</c:v>
                      </c:pt>
                      <c:pt idx="34">
                        <c:v>2.349125854</c:v>
                      </c:pt>
                      <c:pt idx="35">
                        <c:v>2.6148270259999999</c:v>
                      </c:pt>
                      <c:pt idx="36">
                        <c:v>2.8175756989999998</c:v>
                      </c:pt>
                      <c:pt idx="37">
                        <c:v>3.0699860929999998</c:v>
                      </c:pt>
                      <c:pt idx="38">
                        <c:v>3.3982806000000001</c:v>
                      </c:pt>
                      <c:pt idx="39">
                        <c:v>3.1380535840000001</c:v>
                      </c:pt>
                      <c:pt idx="40">
                        <c:v>2.5224895709999999</c:v>
                      </c:pt>
                      <c:pt idx="41">
                        <c:v>2.3161804589999999</c:v>
                      </c:pt>
                      <c:pt idx="42">
                        <c:v>2.3689572120000002</c:v>
                      </c:pt>
                      <c:pt idx="43">
                        <c:v>2.835684316</c:v>
                      </c:pt>
                      <c:pt idx="44">
                        <c:v>3.092963047</c:v>
                      </c:pt>
                      <c:pt idx="45">
                        <c:v>3.5025873359999999</c:v>
                      </c:pt>
                      <c:pt idx="46">
                        <c:v>3.6659938919999999</c:v>
                      </c:pt>
                      <c:pt idx="47">
                        <c:v>3.21402023</c:v>
                      </c:pt>
                      <c:pt idx="48">
                        <c:v>2.3471987400000001</c:v>
                      </c:pt>
                      <c:pt idx="49">
                        <c:v>1.4644877700000001</c:v>
                      </c:pt>
                      <c:pt idx="50">
                        <c:v>0.87624192599999995</c:v>
                      </c:pt>
                      <c:pt idx="51">
                        <c:v>0.55892350199999996</c:v>
                      </c:pt>
                      <c:pt idx="52">
                        <c:v>0.46480333200000001</c:v>
                      </c:pt>
                      <c:pt idx="53">
                        <c:v>0.62573444300000003</c:v>
                      </c:pt>
                      <c:pt idx="54">
                        <c:v>1.1714387079999999</c:v>
                      </c:pt>
                      <c:pt idx="55">
                        <c:v>1.709204253</c:v>
                      </c:pt>
                      <c:pt idx="56">
                        <c:v>2.0865209669999998</c:v>
                      </c:pt>
                      <c:pt idx="57">
                        <c:v>2.1410529399999998</c:v>
                      </c:pt>
                      <c:pt idx="58">
                        <c:v>2.175698106</c:v>
                      </c:pt>
                      <c:pt idx="59">
                        <c:v>2.3097442300000002</c:v>
                      </c:pt>
                      <c:pt idx="60">
                        <c:v>2.5622780920000001</c:v>
                      </c:pt>
                      <c:pt idx="61">
                        <c:v>2.9358297389999999</c:v>
                      </c:pt>
                      <c:pt idx="62">
                        <c:v>3.1099940479999999</c:v>
                      </c:pt>
                      <c:pt idx="63">
                        <c:v>2.998048286</c:v>
                      </c:pt>
                      <c:pt idx="64">
                        <c:v>2.4195286349999998</c:v>
                      </c:pt>
                      <c:pt idx="65">
                        <c:v>2.2502162239999999</c:v>
                      </c:pt>
                      <c:pt idx="66">
                        <c:v>2.3248900639999999</c:v>
                      </c:pt>
                      <c:pt idx="67">
                        <c:v>2.784683813</c:v>
                      </c:pt>
                      <c:pt idx="68">
                        <c:v>2.9918367419999998</c:v>
                      </c:pt>
                      <c:pt idx="69">
                        <c:v>3.3719878109999999</c:v>
                      </c:pt>
                      <c:pt idx="70">
                        <c:v>3.4523774719999998</c:v>
                      </c:pt>
                      <c:pt idx="71">
                        <c:v>2.9763092809999998</c:v>
                      </c:pt>
                      <c:pt idx="72">
                        <c:v>2.0670906590000002</c:v>
                      </c:pt>
                      <c:pt idx="73">
                        <c:v>1.231282269</c:v>
                      </c:pt>
                      <c:pt idx="74">
                        <c:v>0.74127209999999999</c:v>
                      </c:pt>
                      <c:pt idx="75">
                        <c:v>0.50576299199999997</c:v>
                      </c:pt>
                      <c:pt idx="76">
                        <c:v>0.434105719</c:v>
                      </c:pt>
                      <c:pt idx="77">
                        <c:v>0.59882046200000005</c:v>
                      </c:pt>
                      <c:pt idx="78">
                        <c:v>1.2497121040000001</c:v>
                      </c:pt>
                      <c:pt idx="79">
                        <c:v>1.733144247</c:v>
                      </c:pt>
                      <c:pt idx="80">
                        <c:v>1.8894423309999999</c:v>
                      </c:pt>
                      <c:pt idx="81">
                        <c:v>1.8733256300000001</c:v>
                      </c:pt>
                      <c:pt idx="82">
                        <c:v>1.8966999630000001</c:v>
                      </c:pt>
                      <c:pt idx="83">
                        <c:v>2.099399258</c:v>
                      </c:pt>
                      <c:pt idx="84">
                        <c:v>2.376688277</c:v>
                      </c:pt>
                      <c:pt idx="85">
                        <c:v>2.6452489680000002</c:v>
                      </c:pt>
                      <c:pt idx="86">
                        <c:v>2.7944485970000001</c:v>
                      </c:pt>
                      <c:pt idx="87">
                        <c:v>2.6721845640000002</c:v>
                      </c:pt>
                      <c:pt idx="88">
                        <c:v>2.2926101129999998</c:v>
                      </c:pt>
                      <c:pt idx="89">
                        <c:v>2.195185962</c:v>
                      </c:pt>
                      <c:pt idx="90">
                        <c:v>2.2505280550000002</c:v>
                      </c:pt>
                      <c:pt idx="91">
                        <c:v>2.7310710829999998</c:v>
                      </c:pt>
                      <c:pt idx="92">
                        <c:v>2.9567246649999999</c:v>
                      </c:pt>
                      <c:pt idx="93">
                        <c:v>3.3802921889999999</c:v>
                      </c:pt>
                      <c:pt idx="94">
                        <c:v>3.4634584450000001</c:v>
                      </c:pt>
                      <c:pt idx="95">
                        <c:v>2.8410974539999998</c:v>
                      </c:pt>
                      <c:pt idx="96">
                        <c:v>1.9016235669999999</c:v>
                      </c:pt>
                      <c:pt idx="97">
                        <c:v>1.0986704300000001</c:v>
                      </c:pt>
                      <c:pt idx="98">
                        <c:v>0.66471015099999997</c:v>
                      </c:pt>
                      <c:pt idx="99">
                        <c:v>0.44895648799999999</c:v>
                      </c:pt>
                      <c:pt idx="100">
                        <c:v>0.40602745099999998</c:v>
                      </c:pt>
                      <c:pt idx="101">
                        <c:v>0.58702541699999999</c:v>
                      </c:pt>
                      <c:pt idx="102">
                        <c:v>1.219080733</c:v>
                      </c:pt>
                      <c:pt idx="103">
                        <c:v>1.757386763</c:v>
                      </c:pt>
                      <c:pt idx="104">
                        <c:v>1.8837633869999999</c:v>
                      </c:pt>
                      <c:pt idx="105">
                        <c:v>1.8544848439999999</c:v>
                      </c:pt>
                      <c:pt idx="106">
                        <c:v>1.882132911</c:v>
                      </c:pt>
                      <c:pt idx="107">
                        <c:v>2.0943022340000002</c:v>
                      </c:pt>
                      <c:pt idx="108">
                        <c:v>2.3665703859999998</c:v>
                      </c:pt>
                      <c:pt idx="109">
                        <c:v>2.6806322310000001</c:v>
                      </c:pt>
                      <c:pt idx="110">
                        <c:v>2.7890534850000002</c:v>
                      </c:pt>
                      <c:pt idx="111">
                        <c:v>2.7101725409999999</c:v>
                      </c:pt>
                      <c:pt idx="112">
                        <c:v>2.3171561459999999</c:v>
                      </c:pt>
                      <c:pt idx="113">
                        <c:v>2.1763895039999999</c:v>
                      </c:pt>
                      <c:pt idx="114">
                        <c:v>2.2831656429999998</c:v>
                      </c:pt>
                      <c:pt idx="115">
                        <c:v>2.7246007730000001</c:v>
                      </c:pt>
                      <c:pt idx="116">
                        <c:v>2.962983817</c:v>
                      </c:pt>
                      <c:pt idx="117">
                        <c:v>3.3875111769999999</c:v>
                      </c:pt>
                      <c:pt idx="118">
                        <c:v>3.4386327410000002</c:v>
                      </c:pt>
                      <c:pt idx="119">
                        <c:v>2.918134314</c:v>
                      </c:pt>
                      <c:pt idx="120">
                        <c:v>1.962403736</c:v>
                      </c:pt>
                      <c:pt idx="121">
                        <c:v>1.134722633</c:v>
                      </c:pt>
                      <c:pt idx="122">
                        <c:v>0.68318000300000004</c:v>
                      </c:pt>
                      <c:pt idx="123">
                        <c:v>0.49056516</c:v>
                      </c:pt>
                      <c:pt idx="124">
                        <c:v>0.44138412900000001</c:v>
                      </c:pt>
                      <c:pt idx="125">
                        <c:v>0.59940261500000003</c:v>
                      </c:pt>
                      <c:pt idx="126">
                        <c:v>1.2506887719999999</c:v>
                      </c:pt>
                      <c:pt idx="127">
                        <c:v>1.7665567639999999</c:v>
                      </c:pt>
                      <c:pt idx="128">
                        <c:v>1.8963670530000001</c:v>
                      </c:pt>
                      <c:pt idx="129">
                        <c:v>1.886616286</c:v>
                      </c:pt>
                      <c:pt idx="130">
                        <c:v>1.9439704449999999</c:v>
                      </c:pt>
                      <c:pt idx="131">
                        <c:v>2.1551021189999999</c:v>
                      </c:pt>
                      <c:pt idx="132">
                        <c:v>2.4584493140000001</c:v>
                      </c:pt>
                      <c:pt idx="133">
                        <c:v>2.9195495079999998</c:v>
                      </c:pt>
                      <c:pt idx="134">
                        <c:v>3.0600754069999998</c:v>
                      </c:pt>
                      <c:pt idx="135">
                        <c:v>2.8938024379999998</c:v>
                      </c:pt>
                      <c:pt idx="136">
                        <c:v>2.3722696270000001</c:v>
                      </c:pt>
                      <c:pt idx="137">
                        <c:v>2.2231828849999999</c:v>
                      </c:pt>
                      <c:pt idx="138">
                        <c:v>2.4115379400000001</c:v>
                      </c:pt>
                      <c:pt idx="139">
                        <c:v>2.8328916039999998</c:v>
                      </c:pt>
                      <c:pt idx="140">
                        <c:v>2.9790711270000001</c:v>
                      </c:pt>
                      <c:pt idx="141">
                        <c:v>3.3877064419999998</c:v>
                      </c:pt>
                      <c:pt idx="142">
                        <c:v>3.4732827300000002</c:v>
                      </c:pt>
                      <c:pt idx="143">
                        <c:v>2.9222969249999999</c:v>
                      </c:pt>
                      <c:pt idx="144">
                        <c:v>1.9931791969999999</c:v>
                      </c:pt>
                      <c:pt idx="145">
                        <c:v>1.1995626070000001</c:v>
                      </c:pt>
                      <c:pt idx="146">
                        <c:v>0.75507689300000003</c:v>
                      </c:pt>
                      <c:pt idx="147">
                        <c:v>0.51104876200000005</c:v>
                      </c:pt>
                      <c:pt idx="148">
                        <c:v>0.44419544399999999</c:v>
                      </c:pt>
                      <c:pt idx="149">
                        <c:v>0.61437002399999996</c:v>
                      </c:pt>
                      <c:pt idx="150">
                        <c:v>1.260786789</c:v>
                      </c:pt>
                      <c:pt idx="151">
                        <c:v>1.785062049</c:v>
                      </c:pt>
                      <c:pt idx="152">
                        <c:v>1.9168567459999999</c:v>
                      </c:pt>
                      <c:pt idx="153">
                        <c:v>1.8910684069999999</c:v>
                      </c:pt>
                      <c:pt idx="154">
                        <c:v>1.9056613609999999</c:v>
                      </c:pt>
                      <c:pt idx="155">
                        <c:v>2.1280836719999998</c:v>
                      </c:pt>
                      <c:pt idx="156">
                        <c:v>2.3747200770000001</c:v>
                      </c:pt>
                      <c:pt idx="157">
                        <c:v>2.6709172259999998</c:v>
                      </c:pt>
                      <c:pt idx="158">
                        <c:v>2.7858933659999998</c:v>
                      </c:pt>
                      <c:pt idx="159">
                        <c:v>2.691844701</c:v>
                      </c:pt>
                      <c:pt idx="160">
                        <c:v>2.3262427090000002</c:v>
                      </c:pt>
                      <c:pt idx="161">
                        <c:v>2.2411282620000001</c:v>
                      </c:pt>
                      <c:pt idx="162">
                        <c:v>2.3897608180000001</c:v>
                      </c:pt>
                      <c:pt idx="163">
                        <c:v>2.822543885</c:v>
                      </c:pt>
                      <c:pt idx="164">
                        <c:v>3.074698513</c:v>
                      </c:pt>
                      <c:pt idx="165">
                        <c:v>3.4664942939999999</c:v>
                      </c:pt>
                      <c:pt idx="166">
                        <c:v>3.4549077920000002</c:v>
                      </c:pt>
                      <c:pt idx="167">
                        <c:v>2.8564074659999998</c:v>
                      </c:pt>
                      <c:pt idx="168">
                        <c:v>1.9117847530000001</c:v>
                      </c:pt>
                      <c:pt idx="169">
                        <c:v>1.1189397670000001</c:v>
                      </c:pt>
                      <c:pt idx="170">
                        <c:v>0.690099464</c:v>
                      </c:pt>
                      <c:pt idx="171">
                        <c:v>0.477565136</c:v>
                      </c:pt>
                      <c:pt idx="172">
                        <c:v>0.429207071</c:v>
                      </c:pt>
                      <c:pt idx="173">
                        <c:v>0.60613939100000003</c:v>
                      </c:pt>
                      <c:pt idx="174">
                        <c:v>1.2806141639999999</c:v>
                      </c:pt>
                      <c:pt idx="175">
                        <c:v>1.8398173520000001</c:v>
                      </c:pt>
                      <c:pt idx="176">
                        <c:v>1.986376642</c:v>
                      </c:pt>
                      <c:pt idx="177">
                        <c:v>1.9614871119999999</c:v>
                      </c:pt>
                      <c:pt idx="178">
                        <c:v>1.940873469</c:v>
                      </c:pt>
                      <c:pt idx="179">
                        <c:v>2.1237014030000001</c:v>
                      </c:pt>
                      <c:pt idx="180">
                        <c:v>2.4337667490000001</c:v>
                      </c:pt>
                      <c:pt idx="181">
                        <c:v>2.7621218999999999</c:v>
                      </c:pt>
                      <c:pt idx="182">
                        <c:v>2.8927786420000001</c:v>
                      </c:pt>
                      <c:pt idx="183">
                        <c:v>2.7690866559999998</c:v>
                      </c:pt>
                      <c:pt idx="184">
                        <c:v>2.3529473510000001</c:v>
                      </c:pt>
                      <c:pt idx="185">
                        <c:v>2.2291145550000002</c:v>
                      </c:pt>
                      <c:pt idx="186">
                        <c:v>2.3929915319999999</c:v>
                      </c:pt>
                      <c:pt idx="187">
                        <c:v>2.8585100639999999</c:v>
                      </c:pt>
                      <c:pt idx="188">
                        <c:v>3.0752403639999999</c:v>
                      </c:pt>
                      <c:pt idx="189">
                        <c:v>3.4720589679999998</c:v>
                      </c:pt>
                      <c:pt idx="190">
                        <c:v>3.5593561839999999</c:v>
                      </c:pt>
                      <c:pt idx="191">
                        <c:v>3.0503597490000001</c:v>
                      </c:pt>
                      <c:pt idx="192">
                        <c:v>2.1613661230000001</c:v>
                      </c:pt>
                      <c:pt idx="193">
                        <c:v>1.3598984649999999</c:v>
                      </c:pt>
                      <c:pt idx="194">
                        <c:v>0.78867973300000005</c:v>
                      </c:pt>
                      <c:pt idx="195">
                        <c:v>0.553572179</c:v>
                      </c:pt>
                      <c:pt idx="196">
                        <c:v>0.47516681100000002</c:v>
                      </c:pt>
                      <c:pt idx="197">
                        <c:v>0.58218492200000005</c:v>
                      </c:pt>
                      <c:pt idx="198">
                        <c:v>1.1604649170000001</c:v>
                      </c:pt>
                      <c:pt idx="199">
                        <c:v>1.7342277690000001</c:v>
                      </c:pt>
                      <c:pt idx="200">
                        <c:v>2.1409635269999998</c:v>
                      </c:pt>
                      <c:pt idx="201">
                        <c:v>2.2362874819999998</c:v>
                      </c:pt>
                      <c:pt idx="202">
                        <c:v>2.3122591560000001</c:v>
                      </c:pt>
                      <c:pt idx="203">
                        <c:v>2.5557101680000001</c:v>
                      </c:pt>
                      <c:pt idx="204">
                        <c:v>2.7261729909999999</c:v>
                      </c:pt>
                      <c:pt idx="205">
                        <c:v>2.9698136919999998</c:v>
                      </c:pt>
                      <c:pt idx="206">
                        <c:v>3.300014714</c:v>
                      </c:pt>
                      <c:pt idx="207">
                        <c:v>3.0483916880000002</c:v>
                      </c:pt>
                      <c:pt idx="208">
                        <c:v>2.4691953880000002</c:v>
                      </c:pt>
                      <c:pt idx="209">
                        <c:v>2.3276880489999998</c:v>
                      </c:pt>
                      <c:pt idx="210">
                        <c:v>2.4535854970000002</c:v>
                      </c:pt>
                      <c:pt idx="211">
                        <c:v>2.916752491</c:v>
                      </c:pt>
                      <c:pt idx="212">
                        <c:v>3.1589858770000001</c:v>
                      </c:pt>
                      <c:pt idx="213">
                        <c:v>3.5342047669999999</c:v>
                      </c:pt>
                      <c:pt idx="214">
                        <c:v>3.6397596010000002</c:v>
                      </c:pt>
                      <c:pt idx="215">
                        <c:v>3.0915351000000002</c:v>
                      </c:pt>
                      <c:pt idx="216">
                        <c:v>2.157136833</c:v>
                      </c:pt>
                      <c:pt idx="217">
                        <c:v>1.348623173</c:v>
                      </c:pt>
                      <c:pt idx="218">
                        <c:v>0.80893906999999998</c:v>
                      </c:pt>
                      <c:pt idx="219">
                        <c:v>0.54955617999999995</c:v>
                      </c:pt>
                      <c:pt idx="220">
                        <c:v>0.46290447400000001</c:v>
                      </c:pt>
                      <c:pt idx="221">
                        <c:v>0.58050162800000005</c:v>
                      </c:pt>
                      <c:pt idx="222">
                        <c:v>1.1780419470000001</c:v>
                      </c:pt>
                      <c:pt idx="223">
                        <c:v>1.7216099060000001</c:v>
                      </c:pt>
                      <c:pt idx="224">
                        <c:v>2.0522435290000001</c:v>
                      </c:pt>
                      <c:pt idx="225">
                        <c:v>2.1108451289999999</c:v>
                      </c:pt>
                      <c:pt idx="226">
                        <c:v>2.0908348170000002</c:v>
                      </c:pt>
                      <c:pt idx="227">
                        <c:v>2.2698657959999999</c:v>
                      </c:pt>
                      <c:pt idx="228">
                        <c:v>2.5307964900000002</c:v>
                      </c:pt>
                      <c:pt idx="229">
                        <c:v>2.9078359200000001</c:v>
                      </c:pt>
                      <c:pt idx="230">
                        <c:v>3.042677673</c:v>
                      </c:pt>
                      <c:pt idx="231">
                        <c:v>2.8477586549999998</c:v>
                      </c:pt>
                      <c:pt idx="232">
                        <c:v>2.3689763720000001</c:v>
                      </c:pt>
                      <c:pt idx="233">
                        <c:v>2.228432652</c:v>
                      </c:pt>
                      <c:pt idx="234">
                        <c:v>2.3755240820000001</c:v>
                      </c:pt>
                      <c:pt idx="235">
                        <c:v>2.8129567500000001</c:v>
                      </c:pt>
                      <c:pt idx="236">
                        <c:v>3.092821603</c:v>
                      </c:pt>
                      <c:pt idx="237">
                        <c:v>3.475320204</c:v>
                      </c:pt>
                      <c:pt idx="238">
                        <c:v>3.446109238</c:v>
                      </c:pt>
                      <c:pt idx="239">
                        <c:v>2.8044585899999999</c:v>
                      </c:pt>
                      <c:pt idx="240">
                        <c:v>1.8599461610000001</c:v>
                      </c:pt>
                      <c:pt idx="241">
                        <c:v>1.0949682510000001</c:v>
                      </c:pt>
                      <c:pt idx="242">
                        <c:v>0.66519884600000001</c:v>
                      </c:pt>
                      <c:pt idx="243">
                        <c:v>0.49161956499999998</c:v>
                      </c:pt>
                      <c:pt idx="244">
                        <c:v>0.43979098700000002</c:v>
                      </c:pt>
                      <c:pt idx="245">
                        <c:v>0.575424987</c:v>
                      </c:pt>
                      <c:pt idx="246">
                        <c:v>1.225134172</c:v>
                      </c:pt>
                      <c:pt idx="247">
                        <c:v>1.699644374</c:v>
                      </c:pt>
                      <c:pt idx="248">
                        <c:v>1.8840140480000001</c:v>
                      </c:pt>
                      <c:pt idx="249">
                        <c:v>1.8043715840000001</c:v>
                      </c:pt>
                      <c:pt idx="250">
                        <c:v>1.8035333250000001</c:v>
                      </c:pt>
                      <c:pt idx="251">
                        <c:v>2.039052571</c:v>
                      </c:pt>
                      <c:pt idx="252">
                        <c:v>2.3141083199999999</c:v>
                      </c:pt>
                      <c:pt idx="253">
                        <c:v>2.6003298419999998</c:v>
                      </c:pt>
                      <c:pt idx="254">
                        <c:v>2.7075189929999999</c:v>
                      </c:pt>
                      <c:pt idx="255">
                        <c:v>2.6108292419999999</c:v>
                      </c:pt>
                      <c:pt idx="256">
                        <c:v>2.2712472579999998</c:v>
                      </c:pt>
                      <c:pt idx="257">
                        <c:v>2.2024564459999998</c:v>
                      </c:pt>
                      <c:pt idx="258">
                        <c:v>2.3997495390000001</c:v>
                      </c:pt>
                      <c:pt idx="259">
                        <c:v>2.8033809669999998</c:v>
                      </c:pt>
                      <c:pt idx="260">
                        <c:v>3.0697268110000002</c:v>
                      </c:pt>
                      <c:pt idx="261">
                        <c:v>3.460360144</c:v>
                      </c:pt>
                      <c:pt idx="262">
                        <c:v>3.4380642400000001</c:v>
                      </c:pt>
                      <c:pt idx="263">
                        <c:v>2.7768235469999998</c:v>
                      </c:pt>
                      <c:pt idx="264">
                        <c:v>1.8437106640000001</c:v>
                      </c:pt>
                      <c:pt idx="265">
                        <c:v>1.070810627</c:v>
                      </c:pt>
                      <c:pt idx="266">
                        <c:v>0.67710968299999996</c:v>
                      </c:pt>
                      <c:pt idx="267">
                        <c:v>0.47911316799999998</c:v>
                      </c:pt>
                      <c:pt idx="268">
                        <c:v>0.43835134999999997</c:v>
                      </c:pt>
                      <c:pt idx="269">
                        <c:v>0.57270555599999995</c:v>
                      </c:pt>
                      <c:pt idx="270">
                        <c:v>1.264755385</c:v>
                      </c:pt>
                      <c:pt idx="271">
                        <c:v>1.809675948</c:v>
                      </c:pt>
                      <c:pt idx="272">
                        <c:v>1.919577858</c:v>
                      </c:pt>
                      <c:pt idx="273">
                        <c:v>1.8300686580000001</c:v>
                      </c:pt>
                      <c:pt idx="274">
                        <c:v>1.8624052099999999</c:v>
                      </c:pt>
                      <c:pt idx="275">
                        <c:v>2.0751489909999998</c:v>
                      </c:pt>
                      <c:pt idx="276">
                        <c:v>2.3474694280000001</c:v>
                      </c:pt>
                      <c:pt idx="277">
                        <c:v>2.6462931410000001</c:v>
                      </c:pt>
                      <c:pt idx="278">
                        <c:v>2.7462796699999998</c:v>
                      </c:pt>
                      <c:pt idx="279">
                        <c:v>2.6313399460000002</c:v>
                      </c:pt>
                      <c:pt idx="280">
                        <c:v>2.2928954450000001</c:v>
                      </c:pt>
                      <c:pt idx="281">
                        <c:v>2.2164604090000002</c:v>
                      </c:pt>
                      <c:pt idx="282">
                        <c:v>2.3879618520000001</c:v>
                      </c:pt>
                      <c:pt idx="283">
                        <c:v>2.8252264519999999</c:v>
                      </c:pt>
                      <c:pt idx="284">
                        <c:v>3.060163755</c:v>
                      </c:pt>
                      <c:pt idx="285">
                        <c:v>3.5052710810000001</c:v>
                      </c:pt>
                      <c:pt idx="286">
                        <c:v>3.4642341220000001</c:v>
                      </c:pt>
                      <c:pt idx="287">
                        <c:v>2.7671336910000002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BF3F-49BE-B4BE-2314BCBEA28B}"/>
                  </c:ext>
                </c:extLst>
              </c15:ser>
            </c15:filteredLineSeries>
            <c15:filteredLine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12-10-2026'!$N$1</c15:sqref>
                        </c15:formulaRef>
                      </c:ext>
                    </c:extLst>
                    <c:strCache>
                      <c:ptCount val="1"/>
                      <c:pt idx="0">
                        <c:v>BMR-DGW2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12-10-2026'!$N$2:$N$289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22.551623487000001</c:v>
                      </c:pt>
                      <c:pt idx="1">
                        <c:v>13.677497036</c:v>
                      </c:pt>
                      <c:pt idx="2">
                        <c:v>7.7712848660000002</c:v>
                      </c:pt>
                      <c:pt idx="3">
                        <c:v>4.8327623510000004</c:v>
                      </c:pt>
                      <c:pt idx="4">
                        <c:v>3.6796397660000002</c:v>
                      </c:pt>
                      <c:pt idx="5">
                        <c:v>4.5022364350000004</c:v>
                      </c:pt>
                      <c:pt idx="6">
                        <c:v>9.1911164359999997</c:v>
                      </c:pt>
                      <c:pt idx="7">
                        <c:v>14.105495929</c:v>
                      </c:pt>
                      <c:pt idx="8">
                        <c:v>16.916524082999999</c:v>
                      </c:pt>
                      <c:pt idx="9">
                        <c:v>18.484336076000002</c:v>
                      </c:pt>
                      <c:pt idx="10">
                        <c:v>20.495685093999999</c:v>
                      </c:pt>
                      <c:pt idx="11">
                        <c:v>23.087937234000002</c:v>
                      </c:pt>
                      <c:pt idx="12">
                        <c:v>25.467303172000001</c:v>
                      </c:pt>
                      <c:pt idx="13">
                        <c:v>29.278329110000001</c:v>
                      </c:pt>
                      <c:pt idx="14">
                        <c:v>30.164253726999998</c:v>
                      </c:pt>
                      <c:pt idx="15">
                        <c:v>29.117817862999999</c:v>
                      </c:pt>
                      <c:pt idx="16">
                        <c:v>25.270962314999998</c:v>
                      </c:pt>
                      <c:pt idx="17">
                        <c:v>25.772823748</c:v>
                      </c:pt>
                      <c:pt idx="18">
                        <c:v>25.760680110999999</c:v>
                      </c:pt>
                      <c:pt idx="19">
                        <c:v>30.555057219999998</c:v>
                      </c:pt>
                      <c:pt idx="20">
                        <c:v>34.052714625</c:v>
                      </c:pt>
                      <c:pt idx="21">
                        <c:v>39.226658487999998</c:v>
                      </c:pt>
                      <c:pt idx="22">
                        <c:v>39.039905068000003</c:v>
                      </c:pt>
                      <c:pt idx="23">
                        <c:v>33.725914418999999</c:v>
                      </c:pt>
                      <c:pt idx="24">
                        <c:v>24.673749159</c:v>
                      </c:pt>
                      <c:pt idx="25">
                        <c:v>15.775194710999999</c:v>
                      </c:pt>
                      <c:pt idx="26">
                        <c:v>9.3733304030000006</c:v>
                      </c:pt>
                      <c:pt idx="27">
                        <c:v>5.6909875540000003</c:v>
                      </c:pt>
                      <c:pt idx="28">
                        <c:v>3.9685319140000002</c:v>
                      </c:pt>
                      <c:pt idx="29">
                        <c:v>4.3378619709999997</c:v>
                      </c:pt>
                      <c:pt idx="30">
                        <c:v>8.0529626729999997</c:v>
                      </c:pt>
                      <c:pt idx="31">
                        <c:v>12.238647279</c:v>
                      </c:pt>
                      <c:pt idx="32">
                        <c:v>17.165985618000001</c:v>
                      </c:pt>
                      <c:pt idx="33">
                        <c:v>20.839421253000001</c:v>
                      </c:pt>
                      <c:pt idx="34">
                        <c:v>23.754560736999998</c:v>
                      </c:pt>
                      <c:pt idx="35">
                        <c:v>27.273336143000002</c:v>
                      </c:pt>
                      <c:pt idx="36">
                        <c:v>27.992300777000001</c:v>
                      </c:pt>
                      <c:pt idx="37">
                        <c:v>30.096180594</c:v>
                      </c:pt>
                      <c:pt idx="38">
                        <c:v>35.017365929999997</c:v>
                      </c:pt>
                      <c:pt idx="39">
                        <c:v>32.582899838000003</c:v>
                      </c:pt>
                      <c:pt idx="40">
                        <c:v>26.511182104</c:v>
                      </c:pt>
                      <c:pt idx="41">
                        <c:v>26.730882076</c:v>
                      </c:pt>
                      <c:pt idx="42">
                        <c:v>26.591968012999999</c:v>
                      </c:pt>
                      <c:pt idx="43">
                        <c:v>31.689416957999999</c:v>
                      </c:pt>
                      <c:pt idx="44">
                        <c:v>35.016036122999999</c:v>
                      </c:pt>
                      <c:pt idx="45">
                        <c:v>40.688430173</c:v>
                      </c:pt>
                      <c:pt idx="46">
                        <c:v>40.293643779999996</c:v>
                      </c:pt>
                      <c:pt idx="47">
                        <c:v>34.664126033999999</c:v>
                      </c:pt>
                      <c:pt idx="48">
                        <c:v>25.429691629000001</c:v>
                      </c:pt>
                      <c:pt idx="49">
                        <c:v>16.024166861000001</c:v>
                      </c:pt>
                      <c:pt idx="50">
                        <c:v>9.3749307349999995</c:v>
                      </c:pt>
                      <c:pt idx="51">
                        <c:v>5.7147694700000002</c:v>
                      </c:pt>
                      <c:pt idx="52">
                        <c:v>4.0194590300000002</c:v>
                      </c:pt>
                      <c:pt idx="53">
                        <c:v>4.5301891080000001</c:v>
                      </c:pt>
                      <c:pt idx="54">
                        <c:v>8.4583998600000001</c:v>
                      </c:pt>
                      <c:pt idx="55">
                        <c:v>12.793385779999999</c:v>
                      </c:pt>
                      <c:pt idx="56">
                        <c:v>17.354875851999999</c:v>
                      </c:pt>
                      <c:pt idx="57">
                        <c:v>20.038396076000002</c:v>
                      </c:pt>
                      <c:pt idx="58">
                        <c:v>21.888034625</c:v>
                      </c:pt>
                      <c:pt idx="59">
                        <c:v>24.270892022999998</c:v>
                      </c:pt>
                      <c:pt idx="60">
                        <c:v>25.948791021000002</c:v>
                      </c:pt>
                      <c:pt idx="61">
                        <c:v>30.163735862999999</c:v>
                      </c:pt>
                      <c:pt idx="62">
                        <c:v>31.758801592000001</c:v>
                      </c:pt>
                      <c:pt idx="63">
                        <c:v>30.477734171000002</c:v>
                      </c:pt>
                      <c:pt idx="64">
                        <c:v>25.664761200000001</c:v>
                      </c:pt>
                      <c:pt idx="65">
                        <c:v>26.032430556000001</c:v>
                      </c:pt>
                      <c:pt idx="66">
                        <c:v>26.120854458</c:v>
                      </c:pt>
                      <c:pt idx="67">
                        <c:v>30.946478828</c:v>
                      </c:pt>
                      <c:pt idx="68">
                        <c:v>34.136287789999997</c:v>
                      </c:pt>
                      <c:pt idx="69">
                        <c:v>39.357685713000002</c:v>
                      </c:pt>
                      <c:pt idx="70">
                        <c:v>38.319289609000002</c:v>
                      </c:pt>
                      <c:pt idx="71">
                        <c:v>32.000182950000003</c:v>
                      </c:pt>
                      <c:pt idx="72">
                        <c:v>22.157755561999998</c:v>
                      </c:pt>
                      <c:pt idx="73">
                        <c:v>13.133300646</c:v>
                      </c:pt>
                      <c:pt idx="74">
                        <c:v>7.5949017689999998</c:v>
                      </c:pt>
                      <c:pt idx="75">
                        <c:v>4.7062202290000004</c:v>
                      </c:pt>
                      <c:pt idx="76">
                        <c:v>3.5978671430000002</c:v>
                      </c:pt>
                      <c:pt idx="77">
                        <c:v>4.3953952779999996</c:v>
                      </c:pt>
                      <c:pt idx="78">
                        <c:v>8.9374686449999992</c:v>
                      </c:pt>
                      <c:pt idx="79">
                        <c:v>13.278664667999999</c:v>
                      </c:pt>
                      <c:pt idx="80">
                        <c:v>16.301071301</c:v>
                      </c:pt>
                      <c:pt idx="81">
                        <c:v>17.792908615000002</c:v>
                      </c:pt>
                      <c:pt idx="82">
                        <c:v>19.650332904999999</c:v>
                      </c:pt>
                      <c:pt idx="83">
                        <c:v>22.269555642</c:v>
                      </c:pt>
                      <c:pt idx="84">
                        <c:v>24.214377745</c:v>
                      </c:pt>
                      <c:pt idx="85">
                        <c:v>27.424918238</c:v>
                      </c:pt>
                      <c:pt idx="86">
                        <c:v>28.134388314999999</c:v>
                      </c:pt>
                      <c:pt idx="87">
                        <c:v>27.138203756999999</c:v>
                      </c:pt>
                      <c:pt idx="88">
                        <c:v>24.758389455</c:v>
                      </c:pt>
                      <c:pt idx="89">
                        <c:v>25.717069495000001</c:v>
                      </c:pt>
                      <c:pt idx="90">
                        <c:v>25.737084515999999</c:v>
                      </c:pt>
                      <c:pt idx="91">
                        <c:v>30.6109647</c:v>
                      </c:pt>
                      <c:pt idx="92">
                        <c:v>34.309739598</c:v>
                      </c:pt>
                      <c:pt idx="93">
                        <c:v>39.492004395999999</c:v>
                      </c:pt>
                      <c:pt idx="94">
                        <c:v>38.000346010999998</c:v>
                      </c:pt>
                      <c:pt idx="95">
                        <c:v>30.632624839999998</c:v>
                      </c:pt>
                      <c:pt idx="96">
                        <c:v>20.615806796000001</c:v>
                      </c:pt>
                      <c:pt idx="97">
                        <c:v>12.038102199000001</c:v>
                      </c:pt>
                      <c:pt idx="98">
                        <c:v>6.8688775179999997</c:v>
                      </c:pt>
                      <c:pt idx="99">
                        <c:v>4.4158332639999998</c:v>
                      </c:pt>
                      <c:pt idx="100">
                        <c:v>3.4827186769999998</c:v>
                      </c:pt>
                      <c:pt idx="101">
                        <c:v>4.2381195759999999</c:v>
                      </c:pt>
                      <c:pt idx="102">
                        <c:v>9.0562643220000005</c:v>
                      </c:pt>
                      <c:pt idx="103">
                        <c:v>13.692706481</c:v>
                      </c:pt>
                      <c:pt idx="104">
                        <c:v>16.422704361000001</c:v>
                      </c:pt>
                      <c:pt idx="105">
                        <c:v>17.747167520000001</c:v>
                      </c:pt>
                      <c:pt idx="106">
                        <c:v>19.524060448</c:v>
                      </c:pt>
                      <c:pt idx="107">
                        <c:v>22.46304117</c:v>
                      </c:pt>
                      <c:pt idx="108">
                        <c:v>24.28709263</c:v>
                      </c:pt>
                      <c:pt idx="109">
                        <c:v>27.667963524000001</c:v>
                      </c:pt>
                      <c:pt idx="110">
                        <c:v>28.007492454000001</c:v>
                      </c:pt>
                      <c:pt idx="111">
                        <c:v>27.321369490999999</c:v>
                      </c:pt>
                      <c:pt idx="112">
                        <c:v>24.524622093000001</c:v>
                      </c:pt>
                      <c:pt idx="113">
                        <c:v>25.416694060000001</c:v>
                      </c:pt>
                      <c:pt idx="114">
                        <c:v>25.677653569</c:v>
                      </c:pt>
                      <c:pt idx="115">
                        <c:v>30.396667920999999</c:v>
                      </c:pt>
                      <c:pt idx="116">
                        <c:v>34.109304299000001</c:v>
                      </c:pt>
                      <c:pt idx="117">
                        <c:v>39.482784207999998</c:v>
                      </c:pt>
                      <c:pt idx="118">
                        <c:v>38.078534423999997</c:v>
                      </c:pt>
                      <c:pt idx="119">
                        <c:v>31.240089099999999</c:v>
                      </c:pt>
                      <c:pt idx="120">
                        <c:v>21.201181308999999</c:v>
                      </c:pt>
                      <c:pt idx="121">
                        <c:v>12.440198891</c:v>
                      </c:pt>
                      <c:pt idx="122">
                        <c:v>7.1616311420000001</c:v>
                      </c:pt>
                      <c:pt idx="123">
                        <c:v>4.5263865860000001</c:v>
                      </c:pt>
                      <c:pt idx="124">
                        <c:v>3.5389230770000002</c:v>
                      </c:pt>
                      <c:pt idx="125">
                        <c:v>4.3054871859999997</c:v>
                      </c:pt>
                      <c:pt idx="126">
                        <c:v>9.1126307939999993</c:v>
                      </c:pt>
                      <c:pt idx="127">
                        <c:v>13.820325399</c:v>
                      </c:pt>
                      <c:pt idx="128">
                        <c:v>16.571004103</c:v>
                      </c:pt>
                      <c:pt idx="129">
                        <c:v>17.99563466</c:v>
                      </c:pt>
                      <c:pt idx="130">
                        <c:v>20.070839805999999</c:v>
                      </c:pt>
                      <c:pt idx="131">
                        <c:v>22.694160664000002</c:v>
                      </c:pt>
                      <c:pt idx="132">
                        <c:v>25.100537286000002</c:v>
                      </c:pt>
                      <c:pt idx="133">
                        <c:v>29.923431454999999</c:v>
                      </c:pt>
                      <c:pt idx="134">
                        <c:v>30.501750822000002</c:v>
                      </c:pt>
                      <c:pt idx="135">
                        <c:v>28.662276966</c:v>
                      </c:pt>
                      <c:pt idx="136">
                        <c:v>25.004749559</c:v>
                      </c:pt>
                      <c:pt idx="137">
                        <c:v>25.733855520999999</c:v>
                      </c:pt>
                      <c:pt idx="138">
                        <c:v>27.900199553</c:v>
                      </c:pt>
                      <c:pt idx="139">
                        <c:v>32.196538312000001</c:v>
                      </c:pt>
                      <c:pt idx="140">
                        <c:v>34.439588188000002</c:v>
                      </c:pt>
                      <c:pt idx="141">
                        <c:v>39.811175925999997</c:v>
                      </c:pt>
                      <c:pt idx="142">
                        <c:v>38.379301611999999</c:v>
                      </c:pt>
                      <c:pt idx="143">
                        <c:v>31.775529474999999</c:v>
                      </c:pt>
                      <c:pt idx="144">
                        <c:v>22.400037949000001</c:v>
                      </c:pt>
                      <c:pt idx="145">
                        <c:v>13.507027064000001</c:v>
                      </c:pt>
                      <c:pt idx="146">
                        <c:v>8.1469603619999997</c:v>
                      </c:pt>
                      <c:pt idx="147">
                        <c:v>4.8771762880000002</c:v>
                      </c:pt>
                      <c:pt idx="148">
                        <c:v>3.7489026509999999</c:v>
                      </c:pt>
                      <c:pt idx="149">
                        <c:v>4.5079210429999996</c:v>
                      </c:pt>
                      <c:pt idx="150">
                        <c:v>9.4118939079999997</c:v>
                      </c:pt>
                      <c:pt idx="151">
                        <c:v>14.180305370999999</c:v>
                      </c:pt>
                      <c:pt idx="152">
                        <c:v>16.859464644999999</c:v>
                      </c:pt>
                      <c:pt idx="153">
                        <c:v>18.199625357999999</c:v>
                      </c:pt>
                      <c:pt idx="154">
                        <c:v>19.897373054999999</c:v>
                      </c:pt>
                      <c:pt idx="155">
                        <c:v>22.596090442000001</c:v>
                      </c:pt>
                      <c:pt idx="156">
                        <c:v>24.341983185</c:v>
                      </c:pt>
                      <c:pt idx="157">
                        <c:v>27.765365316</c:v>
                      </c:pt>
                      <c:pt idx="158">
                        <c:v>28.25746101</c:v>
                      </c:pt>
                      <c:pt idx="159">
                        <c:v>27.372881526</c:v>
                      </c:pt>
                      <c:pt idx="160">
                        <c:v>25.276442232000001</c:v>
                      </c:pt>
                      <c:pt idx="161">
                        <c:v>26.534286936000001</c:v>
                      </c:pt>
                      <c:pt idx="162">
                        <c:v>26.92996497</c:v>
                      </c:pt>
                      <c:pt idx="163">
                        <c:v>31.250735990999999</c:v>
                      </c:pt>
                      <c:pt idx="164">
                        <c:v>34.741864450999998</c:v>
                      </c:pt>
                      <c:pt idx="165">
                        <c:v>39.583978711999997</c:v>
                      </c:pt>
                      <c:pt idx="166">
                        <c:v>37.983664003999998</c:v>
                      </c:pt>
                      <c:pt idx="167">
                        <c:v>30.565157773999999</c:v>
                      </c:pt>
                      <c:pt idx="168">
                        <c:v>20.756554317999999</c:v>
                      </c:pt>
                      <c:pt idx="169">
                        <c:v>12.394425214</c:v>
                      </c:pt>
                      <c:pt idx="170">
                        <c:v>7.1880138630000001</c:v>
                      </c:pt>
                      <c:pt idx="171">
                        <c:v>4.5787829860000002</c:v>
                      </c:pt>
                      <c:pt idx="172">
                        <c:v>3.581428549</c:v>
                      </c:pt>
                      <c:pt idx="173">
                        <c:v>4.3987730430000003</c:v>
                      </c:pt>
                      <c:pt idx="174">
                        <c:v>9.5353392509999999</c:v>
                      </c:pt>
                      <c:pt idx="175">
                        <c:v>14.687566905000001</c:v>
                      </c:pt>
                      <c:pt idx="176">
                        <c:v>17.734292760999999</c:v>
                      </c:pt>
                      <c:pt idx="177">
                        <c:v>19.884276298</c:v>
                      </c:pt>
                      <c:pt idx="178">
                        <c:v>21.192113273</c:v>
                      </c:pt>
                      <c:pt idx="179">
                        <c:v>23.363613017999999</c:v>
                      </c:pt>
                      <c:pt idx="180">
                        <c:v>25.723494316</c:v>
                      </c:pt>
                      <c:pt idx="181">
                        <c:v>29.048749637</c:v>
                      </c:pt>
                      <c:pt idx="182">
                        <c:v>29.565241133000001</c:v>
                      </c:pt>
                      <c:pt idx="183">
                        <c:v>28.394939085000001</c:v>
                      </c:pt>
                      <c:pt idx="184">
                        <c:v>25.393996971</c:v>
                      </c:pt>
                      <c:pt idx="185">
                        <c:v>26.250738671000001</c:v>
                      </c:pt>
                      <c:pt idx="186">
                        <c:v>26.665880680000001</c:v>
                      </c:pt>
                      <c:pt idx="187">
                        <c:v>31.713680954000001</c:v>
                      </c:pt>
                      <c:pt idx="188">
                        <c:v>35.229769806</c:v>
                      </c:pt>
                      <c:pt idx="189">
                        <c:v>39.849725214000003</c:v>
                      </c:pt>
                      <c:pt idx="190">
                        <c:v>38.905590918000001</c:v>
                      </c:pt>
                      <c:pt idx="191">
                        <c:v>32.594118934000001</c:v>
                      </c:pt>
                      <c:pt idx="192">
                        <c:v>23.359082764</c:v>
                      </c:pt>
                      <c:pt idx="193">
                        <c:v>14.671556669999999</c:v>
                      </c:pt>
                      <c:pt idx="194">
                        <c:v>8.5980716239999992</c:v>
                      </c:pt>
                      <c:pt idx="195">
                        <c:v>5.4641334339999998</c:v>
                      </c:pt>
                      <c:pt idx="196">
                        <c:v>3.9865393930000002</c:v>
                      </c:pt>
                      <c:pt idx="197">
                        <c:v>4.2265525720000001</c:v>
                      </c:pt>
                      <c:pt idx="198">
                        <c:v>8.2632862130000007</c:v>
                      </c:pt>
                      <c:pt idx="199">
                        <c:v>12.770861004</c:v>
                      </c:pt>
                      <c:pt idx="200">
                        <c:v>17.487322120999998</c:v>
                      </c:pt>
                      <c:pt idx="201">
                        <c:v>20.850995204</c:v>
                      </c:pt>
                      <c:pt idx="202">
                        <c:v>23.439685863000001</c:v>
                      </c:pt>
                      <c:pt idx="203">
                        <c:v>26.662263631999998</c:v>
                      </c:pt>
                      <c:pt idx="204">
                        <c:v>27.211119353000001</c:v>
                      </c:pt>
                      <c:pt idx="205">
                        <c:v>29.617263495</c:v>
                      </c:pt>
                      <c:pt idx="206">
                        <c:v>34.087053660000002</c:v>
                      </c:pt>
                      <c:pt idx="207">
                        <c:v>31.313523429</c:v>
                      </c:pt>
                      <c:pt idx="208">
                        <c:v>26.320910639000001</c:v>
                      </c:pt>
                      <c:pt idx="209">
                        <c:v>26.541037382999999</c:v>
                      </c:pt>
                      <c:pt idx="210">
                        <c:v>26.453232679999999</c:v>
                      </c:pt>
                      <c:pt idx="211">
                        <c:v>31.669759656</c:v>
                      </c:pt>
                      <c:pt idx="212">
                        <c:v>35.605080868000002</c:v>
                      </c:pt>
                      <c:pt idx="213">
                        <c:v>40.593519583999999</c:v>
                      </c:pt>
                      <c:pt idx="214">
                        <c:v>40.104003212999999</c:v>
                      </c:pt>
                      <c:pt idx="215">
                        <c:v>33.465718713999998</c:v>
                      </c:pt>
                      <c:pt idx="216">
                        <c:v>23.696283939000001</c:v>
                      </c:pt>
                      <c:pt idx="217">
                        <c:v>14.534401159</c:v>
                      </c:pt>
                      <c:pt idx="218">
                        <c:v>8.4656968979999991</c:v>
                      </c:pt>
                      <c:pt idx="219">
                        <c:v>5.2601998070000002</c:v>
                      </c:pt>
                      <c:pt idx="220">
                        <c:v>3.877913387</c:v>
                      </c:pt>
                      <c:pt idx="221">
                        <c:v>4.2316724880000001</c:v>
                      </c:pt>
                      <c:pt idx="222">
                        <c:v>8.5022542639999994</c:v>
                      </c:pt>
                      <c:pt idx="223">
                        <c:v>12.916280668000001</c:v>
                      </c:pt>
                      <c:pt idx="224">
                        <c:v>16.952158817000001</c:v>
                      </c:pt>
                      <c:pt idx="225">
                        <c:v>19.398897517000002</c:v>
                      </c:pt>
                      <c:pt idx="226">
                        <c:v>21.380530641</c:v>
                      </c:pt>
                      <c:pt idx="227">
                        <c:v>23.691255899000002</c:v>
                      </c:pt>
                      <c:pt idx="228">
                        <c:v>25.299720036</c:v>
                      </c:pt>
                      <c:pt idx="229">
                        <c:v>29.930245627000001</c:v>
                      </c:pt>
                      <c:pt idx="230">
                        <c:v>31.412681037999999</c:v>
                      </c:pt>
                      <c:pt idx="231">
                        <c:v>29.420006388000001</c:v>
                      </c:pt>
                      <c:pt idx="232">
                        <c:v>25.398738932000001</c:v>
                      </c:pt>
                      <c:pt idx="233">
                        <c:v>26.072505590999999</c:v>
                      </c:pt>
                      <c:pt idx="234">
                        <c:v>26.475589617000001</c:v>
                      </c:pt>
                      <c:pt idx="235">
                        <c:v>31.132993135</c:v>
                      </c:pt>
                      <c:pt idx="236">
                        <c:v>35.433876451000003</c:v>
                      </c:pt>
                      <c:pt idx="237">
                        <c:v>40.283687221999998</c:v>
                      </c:pt>
                      <c:pt idx="238">
                        <c:v>38.009453225999998</c:v>
                      </c:pt>
                      <c:pt idx="239">
                        <c:v>30.461477021</c:v>
                      </c:pt>
                      <c:pt idx="240">
                        <c:v>20.335805321999999</c:v>
                      </c:pt>
                      <c:pt idx="241">
                        <c:v>11.990713105999999</c:v>
                      </c:pt>
                      <c:pt idx="242">
                        <c:v>7.0044917289999997</c:v>
                      </c:pt>
                      <c:pt idx="243">
                        <c:v>4.4791474850000004</c:v>
                      </c:pt>
                      <c:pt idx="244">
                        <c:v>3.5406591280000002</c:v>
                      </c:pt>
                      <c:pt idx="245">
                        <c:v>4.093096837</c:v>
                      </c:pt>
                      <c:pt idx="246">
                        <c:v>8.8663145389999993</c:v>
                      </c:pt>
                      <c:pt idx="247">
                        <c:v>13.240699938000001</c:v>
                      </c:pt>
                      <c:pt idx="248">
                        <c:v>16.063490700999999</c:v>
                      </c:pt>
                      <c:pt idx="249">
                        <c:v>17.243660067</c:v>
                      </c:pt>
                      <c:pt idx="250">
                        <c:v>18.911756041</c:v>
                      </c:pt>
                      <c:pt idx="251">
                        <c:v>21.59174054</c:v>
                      </c:pt>
                      <c:pt idx="252">
                        <c:v>23.597306188000001</c:v>
                      </c:pt>
                      <c:pt idx="253">
                        <c:v>27.056543714</c:v>
                      </c:pt>
                      <c:pt idx="254">
                        <c:v>27.738972798999999</c:v>
                      </c:pt>
                      <c:pt idx="255">
                        <c:v>26.658555652</c:v>
                      </c:pt>
                      <c:pt idx="256">
                        <c:v>24.918121931000002</c:v>
                      </c:pt>
                      <c:pt idx="257">
                        <c:v>26.543283972000001</c:v>
                      </c:pt>
                      <c:pt idx="258">
                        <c:v>26.842170921000001</c:v>
                      </c:pt>
                      <c:pt idx="259">
                        <c:v>31.243568476</c:v>
                      </c:pt>
                      <c:pt idx="260">
                        <c:v>35.287754345000003</c:v>
                      </c:pt>
                      <c:pt idx="261">
                        <c:v>39.573472232</c:v>
                      </c:pt>
                      <c:pt idx="262">
                        <c:v>37.527090100000002</c:v>
                      </c:pt>
                      <c:pt idx="263">
                        <c:v>29.835449046000001</c:v>
                      </c:pt>
                      <c:pt idx="264">
                        <c:v>19.683801075000002</c:v>
                      </c:pt>
                      <c:pt idx="265">
                        <c:v>11.555486919</c:v>
                      </c:pt>
                      <c:pt idx="266">
                        <c:v>6.7066954760000002</c:v>
                      </c:pt>
                      <c:pt idx="267">
                        <c:v>4.3694265659999996</c:v>
                      </c:pt>
                      <c:pt idx="268">
                        <c:v>3.5805859930000001</c:v>
                      </c:pt>
                      <c:pt idx="269">
                        <c:v>4.164738861</c:v>
                      </c:pt>
                      <c:pt idx="270">
                        <c:v>9.1752915000000002</c:v>
                      </c:pt>
                      <c:pt idx="271">
                        <c:v>14.016781029000001</c:v>
                      </c:pt>
                      <c:pt idx="272">
                        <c:v>16.397015777</c:v>
                      </c:pt>
                      <c:pt idx="273">
                        <c:v>17.761942850000001</c:v>
                      </c:pt>
                      <c:pt idx="274">
                        <c:v>19.628117644</c:v>
                      </c:pt>
                      <c:pt idx="275">
                        <c:v>22.057182439000002</c:v>
                      </c:pt>
                      <c:pt idx="276">
                        <c:v>24.179360240000001</c:v>
                      </c:pt>
                      <c:pt idx="277">
                        <c:v>27.510218041000002</c:v>
                      </c:pt>
                      <c:pt idx="278">
                        <c:v>27.607948036</c:v>
                      </c:pt>
                      <c:pt idx="279">
                        <c:v>26.549854835000001</c:v>
                      </c:pt>
                      <c:pt idx="280">
                        <c:v>24.974967499000002</c:v>
                      </c:pt>
                      <c:pt idx="281">
                        <c:v>26.363413573999999</c:v>
                      </c:pt>
                      <c:pt idx="282">
                        <c:v>26.524118640000001</c:v>
                      </c:pt>
                      <c:pt idx="283">
                        <c:v>31.540879461999999</c:v>
                      </c:pt>
                      <c:pt idx="284">
                        <c:v>35.669049612999999</c:v>
                      </c:pt>
                      <c:pt idx="285">
                        <c:v>40.415292946999998</c:v>
                      </c:pt>
                      <c:pt idx="286">
                        <c:v>37.940950485000002</c:v>
                      </c:pt>
                      <c:pt idx="287">
                        <c:v>29.722575304999999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BF3F-49BE-B4BE-2314BCBEA28B}"/>
                  </c:ext>
                </c:extLst>
              </c15:ser>
            </c15:filteredLineSeries>
            <c15:filteredLine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12-10-2026'!$O$1</c15:sqref>
                        </c15:formulaRef>
                      </c:ext>
                    </c:extLst>
                    <c:strCache>
                      <c:ptCount val="1"/>
                      <c:pt idx="0">
                        <c:v>BMR-DGW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12-10-2026'!$O$2:$O$289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45.177151129000002</c:v>
                      </c:pt>
                      <c:pt idx="1">
                        <c:v>27.414361745000001</c:v>
                      </c:pt>
                      <c:pt idx="2">
                        <c:v>15.488767684999999</c:v>
                      </c:pt>
                      <c:pt idx="3">
                        <c:v>9.6508572500000014</c:v>
                      </c:pt>
                      <c:pt idx="4">
                        <c:v>7.351315563</c:v>
                      </c:pt>
                      <c:pt idx="5">
                        <c:v>9.0073933990000015</c:v>
                      </c:pt>
                      <c:pt idx="6">
                        <c:v>18.350529172999998</c:v>
                      </c:pt>
                      <c:pt idx="7">
                        <c:v>28.15608512</c:v>
                      </c:pt>
                      <c:pt idx="8">
                        <c:v>33.762184312000002</c:v>
                      </c:pt>
                      <c:pt idx="9">
                        <c:v>36.934093177000001</c:v>
                      </c:pt>
                      <c:pt idx="10">
                        <c:v>40.969251829999997</c:v>
                      </c:pt>
                      <c:pt idx="11">
                        <c:v>46.235633698000001</c:v>
                      </c:pt>
                      <c:pt idx="12">
                        <c:v>51.037199264999998</c:v>
                      </c:pt>
                      <c:pt idx="13">
                        <c:v>58.603324643000001</c:v>
                      </c:pt>
                      <c:pt idx="14">
                        <c:v>60.457444889999998</c:v>
                      </c:pt>
                      <c:pt idx="15">
                        <c:v>58.344492881999997</c:v>
                      </c:pt>
                      <c:pt idx="16">
                        <c:v>50.631870558000003</c:v>
                      </c:pt>
                      <c:pt idx="17">
                        <c:v>51.480472716999998</c:v>
                      </c:pt>
                      <c:pt idx="18">
                        <c:v>51.407391204999996</c:v>
                      </c:pt>
                      <c:pt idx="19">
                        <c:v>61.044263549999997</c:v>
                      </c:pt>
                      <c:pt idx="20">
                        <c:v>68.02526536900001</c:v>
                      </c:pt>
                      <c:pt idx="21">
                        <c:v>78.580480730000005</c:v>
                      </c:pt>
                      <c:pt idx="22">
                        <c:v>78.137900813000002</c:v>
                      </c:pt>
                      <c:pt idx="23">
                        <c:v>67.300167901000009</c:v>
                      </c:pt>
                      <c:pt idx="24">
                        <c:v>49.395207894999999</c:v>
                      </c:pt>
                      <c:pt idx="25">
                        <c:v>31.495605878999999</c:v>
                      </c:pt>
                      <c:pt idx="26">
                        <c:v>18.639902147000001</c:v>
                      </c:pt>
                      <c:pt idx="27">
                        <c:v>11.314326830000001</c:v>
                      </c:pt>
                      <c:pt idx="28">
                        <c:v>7.9172925410000001</c:v>
                      </c:pt>
                      <c:pt idx="29">
                        <c:v>8.6918037730000002</c:v>
                      </c:pt>
                      <c:pt idx="30">
                        <c:v>16.047392364</c:v>
                      </c:pt>
                      <c:pt idx="31">
                        <c:v>24.421135988</c:v>
                      </c:pt>
                      <c:pt idx="32">
                        <c:v>34.2707628</c:v>
                      </c:pt>
                      <c:pt idx="33">
                        <c:v>41.556794433999997</c:v>
                      </c:pt>
                      <c:pt idx="34">
                        <c:v>47.353472816</c:v>
                      </c:pt>
                      <c:pt idx="35">
                        <c:v>54.409427076</c:v>
                      </c:pt>
                      <c:pt idx="36">
                        <c:v>55.825831835000002</c:v>
                      </c:pt>
                      <c:pt idx="37">
                        <c:v>60.102627890999997</c:v>
                      </c:pt>
                      <c:pt idx="38">
                        <c:v>69.954846349999997</c:v>
                      </c:pt>
                      <c:pt idx="39">
                        <c:v>65.192341400000004</c:v>
                      </c:pt>
                      <c:pt idx="40">
                        <c:v>53.229488732</c:v>
                      </c:pt>
                      <c:pt idx="41">
                        <c:v>53.630699168</c:v>
                      </c:pt>
                      <c:pt idx="42">
                        <c:v>53.523663326999994</c:v>
                      </c:pt>
                      <c:pt idx="43">
                        <c:v>63.683810647999998</c:v>
                      </c:pt>
                      <c:pt idx="44">
                        <c:v>70.492530189000007</c:v>
                      </c:pt>
                      <c:pt idx="45">
                        <c:v>81.909790231000002</c:v>
                      </c:pt>
                      <c:pt idx="46">
                        <c:v>80.724104214999997</c:v>
                      </c:pt>
                      <c:pt idx="47">
                        <c:v>69.608491891999989</c:v>
                      </c:pt>
                      <c:pt idx="48">
                        <c:v>50.898157362999996</c:v>
                      </c:pt>
                      <c:pt idx="49">
                        <c:v>32.149349135999998</c:v>
                      </c:pt>
                      <c:pt idx="50">
                        <c:v>18.671347187000002</c:v>
                      </c:pt>
                      <c:pt idx="51">
                        <c:v>11.324953480000001</c:v>
                      </c:pt>
                      <c:pt idx="52">
                        <c:v>8.1124523140000004</c:v>
                      </c:pt>
                      <c:pt idx="53">
                        <c:v>9.1576064310000014</c:v>
                      </c:pt>
                      <c:pt idx="54">
                        <c:v>16.917922003999998</c:v>
                      </c:pt>
                      <c:pt idx="55">
                        <c:v>25.574966845999999</c:v>
                      </c:pt>
                      <c:pt idx="56">
                        <c:v>34.606890573000001</c:v>
                      </c:pt>
                      <c:pt idx="57">
                        <c:v>39.977892502000003</c:v>
                      </c:pt>
                      <c:pt idx="58">
                        <c:v>43.870679424000002</c:v>
                      </c:pt>
                      <c:pt idx="59">
                        <c:v>48.691922585999997</c:v>
                      </c:pt>
                      <c:pt idx="60">
                        <c:v>51.930699509</c:v>
                      </c:pt>
                      <c:pt idx="61">
                        <c:v>60.254739708999999</c:v>
                      </c:pt>
                      <c:pt idx="62">
                        <c:v>63.495308817999998</c:v>
                      </c:pt>
                      <c:pt idx="63">
                        <c:v>60.790221746</c:v>
                      </c:pt>
                      <c:pt idx="64">
                        <c:v>51.299426015000002</c:v>
                      </c:pt>
                      <c:pt idx="65">
                        <c:v>52.087874814000003</c:v>
                      </c:pt>
                      <c:pt idx="66">
                        <c:v>52.330912900000001</c:v>
                      </c:pt>
                      <c:pt idx="67">
                        <c:v>61.963177219000002</c:v>
                      </c:pt>
                      <c:pt idx="68">
                        <c:v>68.618132301999992</c:v>
                      </c:pt>
                      <c:pt idx="69">
                        <c:v>79.126652312000004</c:v>
                      </c:pt>
                      <c:pt idx="70">
                        <c:v>77.107519679000006</c:v>
                      </c:pt>
                      <c:pt idx="71">
                        <c:v>64.098909923999997</c:v>
                      </c:pt>
                      <c:pt idx="72">
                        <c:v>44.172061769999999</c:v>
                      </c:pt>
                      <c:pt idx="73">
                        <c:v>26.301914330999999</c:v>
                      </c:pt>
                      <c:pt idx="74">
                        <c:v>15.058419600000001</c:v>
                      </c:pt>
                      <c:pt idx="75">
                        <c:v>9.3775426780000011</c:v>
                      </c:pt>
                      <c:pt idx="76">
                        <c:v>7.2401477970000006</c:v>
                      </c:pt>
                      <c:pt idx="77">
                        <c:v>8.7047207009999994</c:v>
                      </c:pt>
                      <c:pt idx="78">
                        <c:v>17.844687503999999</c:v>
                      </c:pt>
                      <c:pt idx="79">
                        <c:v>26.609209716999999</c:v>
                      </c:pt>
                      <c:pt idx="80">
                        <c:v>32.703514295000005</c:v>
                      </c:pt>
                      <c:pt idx="81">
                        <c:v>35.751712287000004</c:v>
                      </c:pt>
                      <c:pt idx="82">
                        <c:v>39.382501970999996</c:v>
                      </c:pt>
                      <c:pt idx="83">
                        <c:v>44.958912179999999</c:v>
                      </c:pt>
                      <c:pt idx="84">
                        <c:v>48.445933150000002</c:v>
                      </c:pt>
                      <c:pt idx="85">
                        <c:v>54.870544346000003</c:v>
                      </c:pt>
                      <c:pt idx="86">
                        <c:v>56.055234372000001</c:v>
                      </c:pt>
                      <c:pt idx="87">
                        <c:v>54.289230508000003</c:v>
                      </c:pt>
                      <c:pt idx="88">
                        <c:v>49.319160757999995</c:v>
                      </c:pt>
                      <c:pt idx="89">
                        <c:v>51.477198342999998</c:v>
                      </c:pt>
                      <c:pt idx="90">
                        <c:v>51.581369121999998</c:v>
                      </c:pt>
                      <c:pt idx="91">
                        <c:v>61.48023792</c:v>
                      </c:pt>
                      <c:pt idx="92">
                        <c:v>68.772733535</c:v>
                      </c:pt>
                      <c:pt idx="93">
                        <c:v>78.964971990999999</c:v>
                      </c:pt>
                      <c:pt idx="94">
                        <c:v>76.016552876999995</c:v>
                      </c:pt>
                      <c:pt idx="95">
                        <c:v>61.525032690000003</c:v>
                      </c:pt>
                      <c:pt idx="96">
                        <c:v>41.440889065</c:v>
                      </c:pt>
                      <c:pt idx="97">
                        <c:v>24.238640145000002</c:v>
                      </c:pt>
                      <c:pt idx="98">
                        <c:v>13.845707052</c:v>
                      </c:pt>
                      <c:pt idx="99">
                        <c:v>8.8488513649999998</c:v>
                      </c:pt>
                      <c:pt idx="100">
                        <c:v>6.9877142249999995</c:v>
                      </c:pt>
                      <c:pt idx="101">
                        <c:v>8.5078315690000004</c:v>
                      </c:pt>
                      <c:pt idx="102">
                        <c:v>18.077778545000001</c:v>
                      </c:pt>
                      <c:pt idx="103">
                        <c:v>27.650627960999998</c:v>
                      </c:pt>
                      <c:pt idx="104">
                        <c:v>32.993963088000001</c:v>
                      </c:pt>
                      <c:pt idx="105">
                        <c:v>35.659791334000005</c:v>
                      </c:pt>
                      <c:pt idx="106">
                        <c:v>39.146869840000001</c:v>
                      </c:pt>
                      <c:pt idx="107">
                        <c:v>44.935871699000003</c:v>
                      </c:pt>
                      <c:pt idx="108">
                        <c:v>48.568549837999996</c:v>
                      </c:pt>
                      <c:pt idx="109">
                        <c:v>55.357454650000001</c:v>
                      </c:pt>
                      <c:pt idx="110">
                        <c:v>56.271809429000001</c:v>
                      </c:pt>
                      <c:pt idx="111">
                        <c:v>54.805333093000002</c:v>
                      </c:pt>
                      <c:pt idx="112">
                        <c:v>49.113547926000003</c:v>
                      </c:pt>
                      <c:pt idx="113">
                        <c:v>51.044955662999996</c:v>
                      </c:pt>
                      <c:pt idx="114">
                        <c:v>51.397074418999999</c:v>
                      </c:pt>
                      <c:pt idx="115">
                        <c:v>61.133805142</c:v>
                      </c:pt>
                      <c:pt idx="116">
                        <c:v>68.582478399999999</c:v>
                      </c:pt>
                      <c:pt idx="117">
                        <c:v>79.441601896000009</c:v>
                      </c:pt>
                      <c:pt idx="118">
                        <c:v>76.452845640999996</c:v>
                      </c:pt>
                      <c:pt idx="119">
                        <c:v>62.487804763</c:v>
                      </c:pt>
                      <c:pt idx="120">
                        <c:v>42.278671250000002</c:v>
                      </c:pt>
                      <c:pt idx="121">
                        <c:v>24.86687272</c:v>
                      </c:pt>
                      <c:pt idx="122">
                        <c:v>14.180767059000001</c:v>
                      </c:pt>
                      <c:pt idx="123">
                        <c:v>9.0050493679999999</c:v>
                      </c:pt>
                      <c:pt idx="124">
                        <c:v>7.0721523210000008</c:v>
                      </c:pt>
                      <c:pt idx="125">
                        <c:v>8.5632444939999992</c:v>
                      </c:pt>
                      <c:pt idx="126">
                        <c:v>18.325145179</c:v>
                      </c:pt>
                      <c:pt idx="127">
                        <c:v>27.766586596</c:v>
                      </c:pt>
                      <c:pt idx="128">
                        <c:v>32.962730260000001</c:v>
                      </c:pt>
                      <c:pt idx="129">
                        <c:v>36.000497026000005</c:v>
                      </c:pt>
                      <c:pt idx="130">
                        <c:v>40.108623416</c:v>
                      </c:pt>
                      <c:pt idx="131">
                        <c:v>45.503086146000001</c:v>
                      </c:pt>
                      <c:pt idx="132">
                        <c:v>50.365097680000005</c:v>
                      </c:pt>
                      <c:pt idx="133">
                        <c:v>59.910909301000004</c:v>
                      </c:pt>
                      <c:pt idx="134">
                        <c:v>61.097275265999997</c:v>
                      </c:pt>
                      <c:pt idx="135">
                        <c:v>57.445231976000002</c:v>
                      </c:pt>
                      <c:pt idx="136">
                        <c:v>49.886077192000002</c:v>
                      </c:pt>
                      <c:pt idx="137">
                        <c:v>51.423793536999995</c:v>
                      </c:pt>
                      <c:pt idx="138">
                        <c:v>55.634773183999997</c:v>
                      </c:pt>
                      <c:pt idx="139">
                        <c:v>64.176288268000008</c:v>
                      </c:pt>
                      <c:pt idx="140">
                        <c:v>69.003642785000011</c:v>
                      </c:pt>
                      <c:pt idx="141">
                        <c:v>79.518921735999996</c:v>
                      </c:pt>
                      <c:pt idx="142">
                        <c:v>76.510105351999997</c:v>
                      </c:pt>
                      <c:pt idx="143">
                        <c:v>63.615494102</c:v>
                      </c:pt>
                      <c:pt idx="144">
                        <c:v>44.644373909999999</c:v>
                      </c:pt>
                      <c:pt idx="145">
                        <c:v>26.775700024000002</c:v>
                      </c:pt>
                      <c:pt idx="146">
                        <c:v>16.078038710000001</c:v>
                      </c:pt>
                      <c:pt idx="147">
                        <c:v>9.5908027580000006</c:v>
                      </c:pt>
                      <c:pt idx="148">
                        <c:v>7.3720580170000005</c:v>
                      </c:pt>
                      <c:pt idx="149">
                        <c:v>8.9023738739999985</c:v>
                      </c:pt>
                      <c:pt idx="150">
                        <c:v>18.791852298999999</c:v>
                      </c:pt>
                      <c:pt idx="151">
                        <c:v>28.169026416999998</c:v>
                      </c:pt>
                      <c:pt idx="152">
                        <c:v>33.496046534000001</c:v>
                      </c:pt>
                      <c:pt idx="153">
                        <c:v>36.193725627999996</c:v>
                      </c:pt>
                      <c:pt idx="154">
                        <c:v>39.754898582999999</c:v>
                      </c:pt>
                      <c:pt idx="155">
                        <c:v>44.999588070000001</c:v>
                      </c:pt>
                      <c:pt idx="156">
                        <c:v>48.644713808999995</c:v>
                      </c:pt>
                      <c:pt idx="157">
                        <c:v>55.334569846000001</c:v>
                      </c:pt>
                      <c:pt idx="158">
                        <c:v>56.568572738</c:v>
                      </c:pt>
                      <c:pt idx="159">
                        <c:v>54.575117304000003</c:v>
                      </c:pt>
                      <c:pt idx="160">
                        <c:v>50.252165036999997</c:v>
                      </c:pt>
                      <c:pt idx="161">
                        <c:v>52.820516894000001</c:v>
                      </c:pt>
                      <c:pt idx="162">
                        <c:v>53.446906831</c:v>
                      </c:pt>
                      <c:pt idx="163">
                        <c:v>62.323663733000004</c:v>
                      </c:pt>
                      <c:pt idx="164">
                        <c:v>69.215538238999997</c:v>
                      </c:pt>
                      <c:pt idx="165">
                        <c:v>79.00918261999999</c:v>
                      </c:pt>
                      <c:pt idx="166">
                        <c:v>75.869354165999994</c:v>
                      </c:pt>
                      <c:pt idx="167">
                        <c:v>60.948545707000001</c:v>
                      </c:pt>
                      <c:pt idx="168">
                        <c:v>41.487494255000001</c:v>
                      </c:pt>
                      <c:pt idx="169">
                        <c:v>24.711204069000001</c:v>
                      </c:pt>
                      <c:pt idx="170">
                        <c:v>14.264493436</c:v>
                      </c:pt>
                      <c:pt idx="171">
                        <c:v>9.0664611900000001</c:v>
                      </c:pt>
                      <c:pt idx="172">
                        <c:v>7.1514556809999998</c:v>
                      </c:pt>
                      <c:pt idx="173">
                        <c:v>8.8062928420000013</c:v>
                      </c:pt>
                      <c:pt idx="174">
                        <c:v>19.036388670999997</c:v>
                      </c:pt>
                      <c:pt idx="175">
                        <c:v>29.267033908999998</c:v>
                      </c:pt>
                      <c:pt idx="176">
                        <c:v>35.506961533999998</c:v>
                      </c:pt>
                      <c:pt idx="177">
                        <c:v>39.927749579</c:v>
                      </c:pt>
                      <c:pt idx="178">
                        <c:v>42.623632655000002</c:v>
                      </c:pt>
                      <c:pt idx="179">
                        <c:v>46.827046987999999</c:v>
                      </c:pt>
                      <c:pt idx="180">
                        <c:v>51.380134792</c:v>
                      </c:pt>
                      <c:pt idx="181">
                        <c:v>58.068749832000002</c:v>
                      </c:pt>
                      <c:pt idx="182">
                        <c:v>59.356454049</c:v>
                      </c:pt>
                      <c:pt idx="183">
                        <c:v>56.904815452000001</c:v>
                      </c:pt>
                      <c:pt idx="184">
                        <c:v>50.612304025</c:v>
                      </c:pt>
                      <c:pt idx="185">
                        <c:v>52.371869927999995</c:v>
                      </c:pt>
                      <c:pt idx="186">
                        <c:v>53.193687139000005</c:v>
                      </c:pt>
                      <c:pt idx="187">
                        <c:v>63.374741168</c:v>
                      </c:pt>
                      <c:pt idx="188">
                        <c:v>70.421610762</c:v>
                      </c:pt>
                      <c:pt idx="189">
                        <c:v>79.743318546000012</c:v>
                      </c:pt>
                      <c:pt idx="190">
                        <c:v>77.983101645000005</c:v>
                      </c:pt>
                      <c:pt idx="191">
                        <c:v>65.391154956999998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BF3F-49BE-B4BE-2314BCBEA28B}"/>
                  </c:ext>
                </c:extLst>
              </c15:ser>
            </c15:filteredLineSeries>
            <c15:filteredLine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12-10-2026'!$P$1</c15:sqref>
                        </c15:formulaRef>
                      </c:ext>
                    </c:extLst>
                    <c:strCache>
                      <c:ptCount val="1"/>
                      <c:pt idx="0">
                        <c:v>OUG-DGW1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12-10-2026'!$P$2:$P$289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33.252119170999997</c:v>
                      </c:pt>
                      <c:pt idx="1">
                        <c:v>20.832064173999999</c:v>
                      </c:pt>
                      <c:pt idx="2">
                        <c:v>12.494019412</c:v>
                      </c:pt>
                      <c:pt idx="3">
                        <c:v>8.0496036790000005</c:v>
                      </c:pt>
                      <c:pt idx="4">
                        <c:v>6.384213301</c:v>
                      </c:pt>
                      <c:pt idx="5">
                        <c:v>8.4138926569999999</c:v>
                      </c:pt>
                      <c:pt idx="6">
                        <c:v>16.987085858</c:v>
                      </c:pt>
                      <c:pt idx="7">
                        <c:v>23.526512788000002</c:v>
                      </c:pt>
                      <c:pt idx="8">
                        <c:v>27.974455288000001</c:v>
                      </c:pt>
                      <c:pt idx="9">
                        <c:v>30.147024814000002</c:v>
                      </c:pt>
                      <c:pt idx="10">
                        <c:v>33.234614428</c:v>
                      </c:pt>
                      <c:pt idx="11">
                        <c:v>37.187090816000001</c:v>
                      </c:pt>
                      <c:pt idx="12">
                        <c:v>39.660879104999999</c:v>
                      </c:pt>
                      <c:pt idx="13">
                        <c:v>43.950361780000001</c:v>
                      </c:pt>
                      <c:pt idx="14">
                        <c:v>44.321402544000001</c:v>
                      </c:pt>
                      <c:pt idx="15">
                        <c:v>42.307098314000001</c:v>
                      </c:pt>
                      <c:pt idx="16">
                        <c:v>38.816312009999997</c:v>
                      </c:pt>
                      <c:pt idx="17">
                        <c:v>39.410029858000001</c:v>
                      </c:pt>
                      <c:pt idx="18">
                        <c:v>38.434038547999997</c:v>
                      </c:pt>
                      <c:pt idx="19">
                        <c:v>44.252204851999998</c:v>
                      </c:pt>
                      <c:pt idx="20">
                        <c:v>48.743874777000002</c:v>
                      </c:pt>
                      <c:pt idx="21">
                        <c:v>54.504757136999999</c:v>
                      </c:pt>
                      <c:pt idx="22">
                        <c:v>54.564426414000003</c:v>
                      </c:pt>
                      <c:pt idx="23">
                        <c:v>48.156280516999999</c:v>
                      </c:pt>
                      <c:pt idx="24">
                        <c:v>36.582491456</c:v>
                      </c:pt>
                      <c:pt idx="25">
                        <c:v>24.496924155999999</c:v>
                      </c:pt>
                      <c:pt idx="26">
                        <c:v>14.996519914</c:v>
                      </c:pt>
                      <c:pt idx="27">
                        <c:v>9.4728762559999993</c:v>
                      </c:pt>
                      <c:pt idx="28">
                        <c:v>7.0515772569999999</c:v>
                      </c:pt>
                      <c:pt idx="29">
                        <c:v>8.2983318019999999</c:v>
                      </c:pt>
                      <c:pt idx="30">
                        <c:v>15.451740656</c:v>
                      </c:pt>
                      <c:pt idx="31">
                        <c:v>21.456598729</c:v>
                      </c:pt>
                      <c:pt idx="32">
                        <c:v>27.025353493000001</c:v>
                      </c:pt>
                      <c:pt idx="33">
                        <c:v>31.793573259999999</c:v>
                      </c:pt>
                      <c:pt idx="34">
                        <c:v>36.441646744000003</c:v>
                      </c:pt>
                      <c:pt idx="35">
                        <c:v>40.473951440999997</c:v>
                      </c:pt>
                      <c:pt idx="36">
                        <c:v>41.133086245000001</c:v>
                      </c:pt>
                      <c:pt idx="37">
                        <c:v>42.382272962000002</c:v>
                      </c:pt>
                      <c:pt idx="38">
                        <c:v>49.131518943000003</c:v>
                      </c:pt>
                      <c:pt idx="39">
                        <c:v>45.868725007999998</c:v>
                      </c:pt>
                      <c:pt idx="40">
                        <c:v>40.335922668999999</c:v>
                      </c:pt>
                      <c:pt idx="41">
                        <c:v>39.759710966999997</c:v>
                      </c:pt>
                      <c:pt idx="42">
                        <c:v>39.061261977999997</c:v>
                      </c:pt>
                      <c:pt idx="43">
                        <c:v>45.560545286999997</c:v>
                      </c:pt>
                      <c:pt idx="44">
                        <c:v>50.627979357999997</c:v>
                      </c:pt>
                      <c:pt idx="45">
                        <c:v>56.795278521999997</c:v>
                      </c:pt>
                      <c:pt idx="46">
                        <c:v>56.199297176000002</c:v>
                      </c:pt>
                      <c:pt idx="47">
                        <c:v>49.392910055000002</c:v>
                      </c:pt>
                      <c:pt idx="48">
                        <c:v>37.485846070999997</c:v>
                      </c:pt>
                      <c:pt idx="49">
                        <c:v>24.819191781000001</c:v>
                      </c:pt>
                      <c:pt idx="50">
                        <c:v>15.064831461000001</c:v>
                      </c:pt>
                      <c:pt idx="51">
                        <c:v>9.5173942050000004</c:v>
                      </c:pt>
                      <c:pt idx="52">
                        <c:v>7.0789096899999997</c:v>
                      </c:pt>
                      <c:pt idx="53">
                        <c:v>8.5408746499999992</c:v>
                      </c:pt>
                      <c:pt idx="54">
                        <c:v>16.445894730999999</c:v>
                      </c:pt>
                      <c:pt idx="55">
                        <c:v>22.406763737999999</c:v>
                      </c:pt>
                      <c:pt idx="56">
                        <c:v>27.320077947000001</c:v>
                      </c:pt>
                      <c:pt idx="57">
                        <c:v>31.136782608000001</c:v>
                      </c:pt>
                      <c:pt idx="58">
                        <c:v>34.008058157999997</c:v>
                      </c:pt>
                      <c:pt idx="59">
                        <c:v>37.429610664999998</c:v>
                      </c:pt>
                      <c:pt idx="60">
                        <c:v>39.522165622999999</c:v>
                      </c:pt>
                      <c:pt idx="61">
                        <c:v>44.380808407000004</c:v>
                      </c:pt>
                      <c:pt idx="62">
                        <c:v>45.958755578999998</c:v>
                      </c:pt>
                      <c:pt idx="63">
                        <c:v>43.621326381000003</c:v>
                      </c:pt>
                      <c:pt idx="64">
                        <c:v>39.357112622999999</c:v>
                      </c:pt>
                      <c:pt idx="65">
                        <c:v>39.228673002000001</c:v>
                      </c:pt>
                      <c:pt idx="66">
                        <c:v>37.620182436999997</c:v>
                      </c:pt>
                      <c:pt idx="67">
                        <c:v>43.851434896000001</c:v>
                      </c:pt>
                      <c:pt idx="68">
                        <c:v>49.131839976000002</c:v>
                      </c:pt>
                      <c:pt idx="69">
                        <c:v>54.856446736999999</c:v>
                      </c:pt>
                      <c:pt idx="70">
                        <c:v>54.053790892000002</c:v>
                      </c:pt>
                      <c:pt idx="71">
                        <c:v>46.164837536</c:v>
                      </c:pt>
                      <c:pt idx="72">
                        <c:v>32.943913430999999</c:v>
                      </c:pt>
                      <c:pt idx="73">
                        <c:v>20.59949615</c:v>
                      </c:pt>
                      <c:pt idx="74">
                        <c:v>12.35685651</c:v>
                      </c:pt>
                      <c:pt idx="75">
                        <c:v>7.8912910549999999</c:v>
                      </c:pt>
                      <c:pt idx="76">
                        <c:v>6.3073430080000001</c:v>
                      </c:pt>
                      <c:pt idx="77">
                        <c:v>8.1425892770000008</c:v>
                      </c:pt>
                      <c:pt idx="78">
                        <c:v>16.268402889000001</c:v>
                      </c:pt>
                      <c:pt idx="79">
                        <c:v>22.394518046000002</c:v>
                      </c:pt>
                      <c:pt idx="80">
                        <c:v>26.822051516999998</c:v>
                      </c:pt>
                      <c:pt idx="81">
                        <c:v>29.351310254000001</c:v>
                      </c:pt>
                      <c:pt idx="82">
                        <c:v>32.079282333999998</c:v>
                      </c:pt>
                      <c:pt idx="83">
                        <c:v>35.686999571999998</c:v>
                      </c:pt>
                      <c:pt idx="84">
                        <c:v>38.410649671000002</c:v>
                      </c:pt>
                      <c:pt idx="85">
                        <c:v>42.622398146999998</c:v>
                      </c:pt>
                      <c:pt idx="86">
                        <c:v>42.689591903</c:v>
                      </c:pt>
                      <c:pt idx="87">
                        <c:v>40.448599508000001</c:v>
                      </c:pt>
                      <c:pt idx="88">
                        <c:v>37.876107953999998</c:v>
                      </c:pt>
                      <c:pt idx="89">
                        <c:v>38.476099173999998</c:v>
                      </c:pt>
                      <c:pt idx="90">
                        <c:v>37.348015027999999</c:v>
                      </c:pt>
                      <c:pt idx="91">
                        <c:v>43.704970373000002</c:v>
                      </c:pt>
                      <c:pt idx="92">
                        <c:v>48.956952811000001</c:v>
                      </c:pt>
                      <c:pt idx="93">
                        <c:v>54.879493623000002</c:v>
                      </c:pt>
                      <c:pt idx="94">
                        <c:v>53.804255249000001</c:v>
                      </c:pt>
                      <c:pt idx="95">
                        <c:v>45.055972455999999</c:v>
                      </c:pt>
                      <c:pt idx="96">
                        <c:v>31.640187271999999</c:v>
                      </c:pt>
                      <c:pt idx="97">
                        <c:v>19.491653383999999</c:v>
                      </c:pt>
                      <c:pt idx="98">
                        <c:v>11.626978287</c:v>
                      </c:pt>
                      <c:pt idx="99">
                        <c:v>7.7086291669999998</c:v>
                      </c:pt>
                      <c:pt idx="100">
                        <c:v>6.1901472929999999</c:v>
                      </c:pt>
                      <c:pt idx="101">
                        <c:v>8.0164910050000007</c:v>
                      </c:pt>
                      <c:pt idx="102">
                        <c:v>16.627937613</c:v>
                      </c:pt>
                      <c:pt idx="103">
                        <c:v>22.788962072</c:v>
                      </c:pt>
                      <c:pt idx="104">
                        <c:v>27.082648383999999</c:v>
                      </c:pt>
                      <c:pt idx="105">
                        <c:v>29.542330880000002</c:v>
                      </c:pt>
                      <c:pt idx="106">
                        <c:v>32.423438384000001</c:v>
                      </c:pt>
                      <c:pt idx="107">
                        <c:v>36.318297594000001</c:v>
                      </c:pt>
                      <c:pt idx="108">
                        <c:v>38.538640966000003</c:v>
                      </c:pt>
                      <c:pt idx="109">
                        <c:v>42.832297296999997</c:v>
                      </c:pt>
                      <c:pt idx="110">
                        <c:v>42.776701766999999</c:v>
                      </c:pt>
                      <c:pt idx="111">
                        <c:v>40.515001904000002</c:v>
                      </c:pt>
                      <c:pt idx="112">
                        <c:v>37.955336375000002</c:v>
                      </c:pt>
                      <c:pt idx="113">
                        <c:v>38.576833385999997</c:v>
                      </c:pt>
                      <c:pt idx="114">
                        <c:v>37.650072878000003</c:v>
                      </c:pt>
                      <c:pt idx="115">
                        <c:v>44.066038300000002</c:v>
                      </c:pt>
                      <c:pt idx="116">
                        <c:v>49.506334567000003</c:v>
                      </c:pt>
                      <c:pt idx="117">
                        <c:v>55.520877556000002</c:v>
                      </c:pt>
                      <c:pt idx="118">
                        <c:v>54.197270193999998</c:v>
                      </c:pt>
                      <c:pt idx="119">
                        <c:v>45.153504372999997</c:v>
                      </c:pt>
                      <c:pt idx="120">
                        <c:v>31.748156337000001</c:v>
                      </c:pt>
                      <c:pt idx="121">
                        <c:v>19.475480729000001</c:v>
                      </c:pt>
                      <c:pt idx="122">
                        <c:v>11.577161307000001</c:v>
                      </c:pt>
                      <c:pt idx="123">
                        <c:v>7.4886237920000003</c:v>
                      </c:pt>
                      <c:pt idx="124">
                        <c:v>6.0973697739999997</c:v>
                      </c:pt>
                      <c:pt idx="125">
                        <c:v>8.0572756749999996</c:v>
                      </c:pt>
                      <c:pt idx="126">
                        <c:v>16.707120778</c:v>
                      </c:pt>
                      <c:pt idx="127">
                        <c:v>23.147335973000001</c:v>
                      </c:pt>
                      <c:pt idx="128">
                        <c:v>27.362387130999998</c:v>
                      </c:pt>
                      <c:pt idx="129">
                        <c:v>30.028561294999999</c:v>
                      </c:pt>
                      <c:pt idx="130">
                        <c:v>32.972230615999997</c:v>
                      </c:pt>
                      <c:pt idx="131">
                        <c:v>36.406957937999998</c:v>
                      </c:pt>
                      <c:pt idx="132">
                        <c:v>39.376023254000003</c:v>
                      </c:pt>
                      <c:pt idx="133">
                        <c:v>44.541963453999998</c:v>
                      </c:pt>
                      <c:pt idx="134">
                        <c:v>44.727449599000003</c:v>
                      </c:pt>
                      <c:pt idx="135">
                        <c:v>42.036338682</c:v>
                      </c:pt>
                      <c:pt idx="136">
                        <c:v>37.841770918999998</c:v>
                      </c:pt>
                      <c:pt idx="137">
                        <c:v>38.092202344999997</c:v>
                      </c:pt>
                      <c:pt idx="138">
                        <c:v>40.627964876</c:v>
                      </c:pt>
                      <c:pt idx="139">
                        <c:v>47.322875873999998</c:v>
                      </c:pt>
                      <c:pt idx="140">
                        <c:v>49.718549862000003</c:v>
                      </c:pt>
                      <c:pt idx="141">
                        <c:v>55.322514499999997</c:v>
                      </c:pt>
                      <c:pt idx="142">
                        <c:v>53.936845781999999</c:v>
                      </c:pt>
                      <c:pt idx="143">
                        <c:v>45.095883641999997</c:v>
                      </c:pt>
                      <c:pt idx="144">
                        <c:v>32.965342075999999</c:v>
                      </c:pt>
                      <c:pt idx="145">
                        <c:v>20.668546406000001</c:v>
                      </c:pt>
                      <c:pt idx="146">
                        <c:v>12.472738747999999</c:v>
                      </c:pt>
                      <c:pt idx="147">
                        <c:v>7.6151712949999997</c:v>
                      </c:pt>
                      <c:pt idx="148">
                        <c:v>6.1031152799999999</c:v>
                      </c:pt>
                      <c:pt idx="149">
                        <c:v>8.1545142300000002</c:v>
                      </c:pt>
                      <c:pt idx="150">
                        <c:v>16.989030909</c:v>
                      </c:pt>
                      <c:pt idx="151">
                        <c:v>23.407388702999999</c:v>
                      </c:pt>
                      <c:pt idx="152">
                        <c:v>27.528600273999999</c:v>
                      </c:pt>
                      <c:pt idx="153">
                        <c:v>30.101449353</c:v>
                      </c:pt>
                      <c:pt idx="154">
                        <c:v>32.762782225000002</c:v>
                      </c:pt>
                      <c:pt idx="155">
                        <c:v>36.221833240000002</c:v>
                      </c:pt>
                      <c:pt idx="156">
                        <c:v>38.548490702999999</c:v>
                      </c:pt>
                      <c:pt idx="157">
                        <c:v>42.844286209000003</c:v>
                      </c:pt>
                      <c:pt idx="158">
                        <c:v>42.767052573000001</c:v>
                      </c:pt>
                      <c:pt idx="159">
                        <c:v>40.745503237999998</c:v>
                      </c:pt>
                      <c:pt idx="160">
                        <c:v>38.415259740000003</c:v>
                      </c:pt>
                      <c:pt idx="161">
                        <c:v>39.126992813999998</c:v>
                      </c:pt>
                      <c:pt idx="162">
                        <c:v>38.426090559999999</c:v>
                      </c:pt>
                      <c:pt idx="163">
                        <c:v>44.244983908000002</c:v>
                      </c:pt>
                      <c:pt idx="164">
                        <c:v>48.997643160999999</c:v>
                      </c:pt>
                      <c:pt idx="165">
                        <c:v>54.803567205</c:v>
                      </c:pt>
                      <c:pt idx="166">
                        <c:v>53.878635828999997</c:v>
                      </c:pt>
                      <c:pt idx="167">
                        <c:v>44.931735906</c:v>
                      </c:pt>
                      <c:pt idx="168">
                        <c:v>31.729072306999999</c:v>
                      </c:pt>
                      <c:pt idx="169">
                        <c:v>19.800144529000001</c:v>
                      </c:pt>
                      <c:pt idx="170">
                        <c:v>11.937632453000001</c:v>
                      </c:pt>
                      <c:pt idx="171">
                        <c:v>7.785990709</c:v>
                      </c:pt>
                      <c:pt idx="172">
                        <c:v>6.385135344</c:v>
                      </c:pt>
                      <c:pt idx="173">
                        <c:v>8.4664706859999992</c:v>
                      </c:pt>
                      <c:pt idx="174">
                        <c:v>17.380258036000001</c:v>
                      </c:pt>
                      <c:pt idx="175">
                        <c:v>24.411836249</c:v>
                      </c:pt>
                      <c:pt idx="176">
                        <c:v>29.814870647999999</c:v>
                      </c:pt>
                      <c:pt idx="177">
                        <c:v>33.181711753000002</c:v>
                      </c:pt>
                      <c:pt idx="178">
                        <c:v>34.690872603999999</c:v>
                      </c:pt>
                      <c:pt idx="179">
                        <c:v>37.268269965000002</c:v>
                      </c:pt>
                      <c:pt idx="180">
                        <c:v>39.938432882999997</c:v>
                      </c:pt>
                      <c:pt idx="181">
                        <c:v>44.347321000999997</c:v>
                      </c:pt>
                      <c:pt idx="182">
                        <c:v>43.961553627999997</c:v>
                      </c:pt>
                      <c:pt idx="183">
                        <c:v>41.436306932999997</c:v>
                      </c:pt>
                      <c:pt idx="184">
                        <c:v>38.812427022999998</c:v>
                      </c:pt>
                      <c:pt idx="185">
                        <c:v>39.000890548999998</c:v>
                      </c:pt>
                      <c:pt idx="186">
                        <c:v>38.812249610000002</c:v>
                      </c:pt>
                      <c:pt idx="187">
                        <c:v>45.112834784999997</c:v>
                      </c:pt>
                      <c:pt idx="188">
                        <c:v>49.527793875999997</c:v>
                      </c:pt>
                      <c:pt idx="189">
                        <c:v>54.964501575</c:v>
                      </c:pt>
                      <c:pt idx="190">
                        <c:v>54.988083346000003</c:v>
                      </c:pt>
                      <c:pt idx="191">
                        <c:v>48.234684256999998</c:v>
                      </c:pt>
                      <c:pt idx="192">
                        <c:v>36.446441382000003</c:v>
                      </c:pt>
                      <c:pt idx="193">
                        <c:v>23.965040201000001</c:v>
                      </c:pt>
                      <c:pt idx="194">
                        <c:v>14.747592546</c:v>
                      </c:pt>
                      <c:pt idx="195">
                        <c:v>9.4765394880000002</c:v>
                      </c:pt>
                      <c:pt idx="196">
                        <c:v>7.0178488090000002</c:v>
                      </c:pt>
                      <c:pt idx="197">
                        <c:v>8.1044981289999996</c:v>
                      </c:pt>
                      <c:pt idx="198">
                        <c:v>15.748520432999999</c:v>
                      </c:pt>
                      <c:pt idx="199">
                        <c:v>21.768511835999998</c:v>
                      </c:pt>
                      <c:pt idx="200">
                        <c:v>27.433166033999999</c:v>
                      </c:pt>
                      <c:pt idx="201">
                        <c:v>32.020909138</c:v>
                      </c:pt>
                      <c:pt idx="202">
                        <c:v>36.471579233</c:v>
                      </c:pt>
                      <c:pt idx="203">
                        <c:v>40.583826672000001</c:v>
                      </c:pt>
                      <c:pt idx="204">
                        <c:v>41.372082083000002</c:v>
                      </c:pt>
                      <c:pt idx="205">
                        <c:v>42.902937127999998</c:v>
                      </c:pt>
                      <c:pt idx="206">
                        <c:v>49.100352538999999</c:v>
                      </c:pt>
                      <c:pt idx="207">
                        <c:v>45.243402242999998</c:v>
                      </c:pt>
                      <c:pt idx="208">
                        <c:v>41.238119505999997</c:v>
                      </c:pt>
                      <c:pt idx="209">
                        <c:v>40.635714641</c:v>
                      </c:pt>
                      <c:pt idx="210">
                        <c:v>40.038362685000003</c:v>
                      </c:pt>
                      <c:pt idx="211">
                        <c:v>46.510883362999998</c:v>
                      </c:pt>
                      <c:pt idx="212">
                        <c:v>51.399407480000001</c:v>
                      </c:pt>
                      <c:pt idx="213">
                        <c:v>56.844299986000003</c:v>
                      </c:pt>
                      <c:pt idx="214">
                        <c:v>56.874708263999999</c:v>
                      </c:pt>
                      <c:pt idx="215">
                        <c:v>49.229567009</c:v>
                      </c:pt>
                      <c:pt idx="216">
                        <c:v>36.923875076000002</c:v>
                      </c:pt>
                      <c:pt idx="217">
                        <c:v>24.010604656000002</c:v>
                      </c:pt>
                      <c:pt idx="218">
                        <c:v>14.681557743999999</c:v>
                      </c:pt>
                      <c:pt idx="219">
                        <c:v>9.2800113690000003</c:v>
                      </c:pt>
                      <c:pt idx="220">
                        <c:v>6.7825769620000003</c:v>
                      </c:pt>
                      <c:pt idx="221">
                        <c:v>8.2936698230000001</c:v>
                      </c:pt>
                      <c:pt idx="222">
                        <c:v>16.556515344000001</c:v>
                      </c:pt>
                      <c:pt idx="223">
                        <c:v>23.282293236000001</c:v>
                      </c:pt>
                      <c:pt idx="224">
                        <c:v>28.200302031</c:v>
                      </c:pt>
                      <c:pt idx="225">
                        <c:v>31.257067506999999</c:v>
                      </c:pt>
                      <c:pt idx="226">
                        <c:v>34.536587476000001</c:v>
                      </c:pt>
                      <c:pt idx="227">
                        <c:v>37.944710090000001</c:v>
                      </c:pt>
                      <c:pt idx="228">
                        <c:v>39.965151226000003</c:v>
                      </c:pt>
                      <c:pt idx="229">
                        <c:v>45.041303149999997</c:v>
                      </c:pt>
                      <c:pt idx="230">
                        <c:v>46.422409359</c:v>
                      </c:pt>
                      <c:pt idx="231">
                        <c:v>43.474005855000001</c:v>
                      </c:pt>
                      <c:pt idx="232">
                        <c:v>39.820361777000002</c:v>
                      </c:pt>
                      <c:pt idx="233">
                        <c:v>39.973934315000001</c:v>
                      </c:pt>
                      <c:pt idx="234">
                        <c:v>39.933422483000001</c:v>
                      </c:pt>
                      <c:pt idx="235">
                        <c:v>45.728108360999997</c:v>
                      </c:pt>
                      <c:pt idx="236">
                        <c:v>51.541039038999998</c:v>
                      </c:pt>
                      <c:pt idx="237">
                        <c:v>57.173101846999998</c:v>
                      </c:pt>
                      <c:pt idx="238">
                        <c:v>54.894354180999997</c:v>
                      </c:pt>
                      <c:pt idx="239">
                        <c:v>45.835584023999999</c:v>
                      </c:pt>
                      <c:pt idx="240">
                        <c:v>32.289641959000001</c:v>
                      </c:pt>
                      <c:pt idx="241">
                        <c:v>20.393930180000002</c:v>
                      </c:pt>
                      <c:pt idx="242">
                        <c:v>12.171231497000001</c:v>
                      </c:pt>
                      <c:pt idx="243">
                        <c:v>7.9476818800000002</c:v>
                      </c:pt>
                      <c:pt idx="244">
                        <c:v>6.4008681149999997</c:v>
                      </c:pt>
                      <c:pt idx="245">
                        <c:v>7.9650621470000003</c:v>
                      </c:pt>
                      <c:pt idx="246">
                        <c:v>16.794918035999999</c:v>
                      </c:pt>
                      <c:pt idx="247">
                        <c:v>22.974997170000002</c:v>
                      </c:pt>
                      <c:pt idx="248">
                        <c:v>27.625546162999999</c:v>
                      </c:pt>
                      <c:pt idx="249">
                        <c:v>29.655654370000001</c:v>
                      </c:pt>
                      <c:pt idx="250">
                        <c:v>32.366761050000001</c:v>
                      </c:pt>
                      <c:pt idx="251">
                        <c:v>35.702377894999998</c:v>
                      </c:pt>
                      <c:pt idx="252">
                        <c:v>38.673192716999999</c:v>
                      </c:pt>
                      <c:pt idx="253">
                        <c:v>42.728290213000001</c:v>
                      </c:pt>
                      <c:pt idx="254">
                        <c:v>42.614498791000003</c:v>
                      </c:pt>
                      <c:pt idx="255">
                        <c:v>40.622310849999998</c:v>
                      </c:pt>
                      <c:pt idx="256">
                        <c:v>38.820870788000001</c:v>
                      </c:pt>
                      <c:pt idx="257">
                        <c:v>40.397597511000001</c:v>
                      </c:pt>
                      <c:pt idx="258">
                        <c:v>40.126894970000002</c:v>
                      </c:pt>
                      <c:pt idx="259">
                        <c:v>45.452276832000003</c:v>
                      </c:pt>
                      <c:pt idx="260">
                        <c:v>50.444904942000001</c:v>
                      </c:pt>
                      <c:pt idx="261">
                        <c:v>55.741236037</c:v>
                      </c:pt>
                      <c:pt idx="262">
                        <c:v>53.901714845000001</c:v>
                      </c:pt>
                      <c:pt idx="263">
                        <c:v>43.782108841000003</c:v>
                      </c:pt>
                      <c:pt idx="264">
                        <c:v>31.870779466999998</c:v>
                      </c:pt>
                      <c:pt idx="265">
                        <c:v>19.863298136000001</c:v>
                      </c:pt>
                      <c:pt idx="266">
                        <c:v>11.806542169</c:v>
                      </c:pt>
                      <c:pt idx="267">
                        <c:v>7.6748237689999996</c:v>
                      </c:pt>
                      <c:pt idx="268">
                        <c:v>6.2183406049999999</c:v>
                      </c:pt>
                      <c:pt idx="269">
                        <c:v>7.9735809590000004</c:v>
                      </c:pt>
                      <c:pt idx="270">
                        <c:v>17.216524462999999</c:v>
                      </c:pt>
                      <c:pt idx="271">
                        <c:v>23.769314461</c:v>
                      </c:pt>
                      <c:pt idx="272">
                        <c:v>28.004227211</c:v>
                      </c:pt>
                      <c:pt idx="273">
                        <c:v>30.065864778000002</c:v>
                      </c:pt>
                      <c:pt idx="274">
                        <c:v>32.841043460000002</c:v>
                      </c:pt>
                      <c:pt idx="275">
                        <c:v>36.277297541000003</c:v>
                      </c:pt>
                      <c:pt idx="276">
                        <c:v>39.125119494000003</c:v>
                      </c:pt>
                      <c:pt idx="277">
                        <c:v>43.040484212000003</c:v>
                      </c:pt>
                      <c:pt idx="278">
                        <c:v>42.547668704000003</c:v>
                      </c:pt>
                      <c:pt idx="279">
                        <c:v>40.476582487999998</c:v>
                      </c:pt>
                      <c:pt idx="280">
                        <c:v>39.186484043</c:v>
                      </c:pt>
                      <c:pt idx="281">
                        <c:v>40.017831913999999</c:v>
                      </c:pt>
                      <c:pt idx="282">
                        <c:v>39.819428008000003</c:v>
                      </c:pt>
                      <c:pt idx="283">
                        <c:v>45.862004143</c:v>
                      </c:pt>
                      <c:pt idx="284">
                        <c:v>51.308060931</c:v>
                      </c:pt>
                      <c:pt idx="285">
                        <c:v>56.223618491000003</c:v>
                      </c:pt>
                      <c:pt idx="286">
                        <c:v>53.357554667000002</c:v>
                      </c:pt>
                      <c:pt idx="287">
                        <c:v>43.731508931999997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BF3F-49BE-B4BE-2314BCBEA28B}"/>
                  </c:ext>
                </c:extLst>
              </c15:ser>
            </c15:filteredLineSeries>
            <c15:filteredLine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12-10-2026'!$Q$1</c15:sqref>
                        </c15:formulaRef>
                      </c:ext>
                    </c:extLst>
                    <c:strCache>
                      <c:ptCount val="1"/>
                      <c:pt idx="0">
                        <c:v>OUG-DGW1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12-10-2026'!$Q$2:$Q$289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2.9181662570000002</c:v>
                      </c:pt>
                      <c:pt idx="1">
                        <c:v>1.8779975090000001</c:v>
                      </c:pt>
                      <c:pt idx="2">
                        <c:v>1.191668623</c:v>
                      </c:pt>
                      <c:pt idx="3">
                        <c:v>0.84917765199999995</c:v>
                      </c:pt>
                      <c:pt idx="4">
                        <c:v>0.73627029899999996</c:v>
                      </c:pt>
                      <c:pt idx="5">
                        <c:v>1.0430369820000001</c:v>
                      </c:pt>
                      <c:pt idx="6">
                        <c:v>2.033521377</c:v>
                      </c:pt>
                      <c:pt idx="7">
                        <c:v>2.6135232620000002</c:v>
                      </c:pt>
                      <c:pt idx="8">
                        <c:v>2.6802835420000002</c:v>
                      </c:pt>
                      <c:pt idx="9">
                        <c:v>2.5628586659999999</c:v>
                      </c:pt>
                      <c:pt idx="10">
                        <c:v>2.5667751509999999</c:v>
                      </c:pt>
                      <c:pt idx="11">
                        <c:v>2.7758112349999999</c:v>
                      </c:pt>
                      <c:pt idx="12">
                        <c:v>3.1619369220000002</c:v>
                      </c:pt>
                      <c:pt idx="13">
                        <c:v>3.6469297530000002</c:v>
                      </c:pt>
                      <c:pt idx="14">
                        <c:v>3.8167280799999999</c:v>
                      </c:pt>
                      <c:pt idx="15">
                        <c:v>3.6915012269999998</c:v>
                      </c:pt>
                      <c:pt idx="16">
                        <c:v>3.2118071260000001</c:v>
                      </c:pt>
                      <c:pt idx="17">
                        <c:v>2.8834143170000002</c:v>
                      </c:pt>
                      <c:pt idx="18">
                        <c:v>2.8984766610000001</c:v>
                      </c:pt>
                      <c:pt idx="19">
                        <c:v>3.182700632</c:v>
                      </c:pt>
                      <c:pt idx="20">
                        <c:v>3.5375692970000001</c:v>
                      </c:pt>
                      <c:pt idx="21">
                        <c:v>4.0459814300000003</c:v>
                      </c:pt>
                      <c:pt idx="22">
                        <c:v>4.3736244529999997</c:v>
                      </c:pt>
                      <c:pt idx="23">
                        <c:v>4.0168964730000001</c:v>
                      </c:pt>
                      <c:pt idx="24">
                        <c:v>3.1451462590000001</c:v>
                      </c:pt>
                      <c:pt idx="25">
                        <c:v>2.128280621</c:v>
                      </c:pt>
                      <c:pt idx="26">
                        <c:v>1.379994234</c:v>
                      </c:pt>
                      <c:pt idx="27">
                        <c:v>0.91970916300000005</c:v>
                      </c:pt>
                      <c:pt idx="28">
                        <c:v>0.75195890799999998</c:v>
                      </c:pt>
                      <c:pt idx="29">
                        <c:v>1.0371102729999999</c:v>
                      </c:pt>
                      <c:pt idx="30">
                        <c:v>1.888191513</c:v>
                      </c:pt>
                      <c:pt idx="31">
                        <c:v>2.4677874549999999</c:v>
                      </c:pt>
                      <c:pt idx="32">
                        <c:v>2.8428139510000001</c:v>
                      </c:pt>
                      <c:pt idx="33">
                        <c:v>2.8897704910000002</c:v>
                      </c:pt>
                      <c:pt idx="34">
                        <c:v>2.9784589860000001</c:v>
                      </c:pt>
                      <c:pt idx="35">
                        <c:v>3.2677125660000002</c:v>
                      </c:pt>
                      <c:pt idx="36">
                        <c:v>3.5700406120000001</c:v>
                      </c:pt>
                      <c:pt idx="37">
                        <c:v>3.8436101210000002</c:v>
                      </c:pt>
                      <c:pt idx="38">
                        <c:v>4.239161008</c:v>
                      </c:pt>
                      <c:pt idx="39">
                        <c:v>4.0299911340000003</c:v>
                      </c:pt>
                      <c:pt idx="40">
                        <c:v>3.4115072259999999</c:v>
                      </c:pt>
                      <c:pt idx="41">
                        <c:v>3.0587340599999999</c:v>
                      </c:pt>
                      <c:pt idx="42">
                        <c:v>3.0275618949999998</c:v>
                      </c:pt>
                      <c:pt idx="43">
                        <c:v>3.3458023579999998</c:v>
                      </c:pt>
                      <c:pt idx="44">
                        <c:v>3.6929998049999999</c:v>
                      </c:pt>
                      <c:pt idx="45">
                        <c:v>4.1979361040000001</c:v>
                      </c:pt>
                      <c:pt idx="46">
                        <c:v>4.4290757740000002</c:v>
                      </c:pt>
                      <c:pt idx="47">
                        <c:v>4.0933786000000003</c:v>
                      </c:pt>
                      <c:pt idx="48">
                        <c:v>3.1588341959999999</c:v>
                      </c:pt>
                      <c:pt idx="49">
                        <c:v>2.1699390319999998</c:v>
                      </c:pt>
                      <c:pt idx="50">
                        <c:v>1.3759414679999999</c:v>
                      </c:pt>
                      <c:pt idx="51">
                        <c:v>0.95740102299999996</c:v>
                      </c:pt>
                      <c:pt idx="52">
                        <c:v>0.77706960800000002</c:v>
                      </c:pt>
                      <c:pt idx="53">
                        <c:v>1.08020184</c:v>
                      </c:pt>
                      <c:pt idx="54">
                        <c:v>1.9654679509999999</c:v>
                      </c:pt>
                      <c:pt idx="55">
                        <c:v>2.5857809760000001</c:v>
                      </c:pt>
                      <c:pt idx="56">
                        <c:v>2.8269538139999999</c:v>
                      </c:pt>
                      <c:pt idx="57">
                        <c:v>2.7990276390000002</c:v>
                      </c:pt>
                      <c:pt idx="58">
                        <c:v>2.7579109850000001</c:v>
                      </c:pt>
                      <c:pt idx="59">
                        <c:v>2.9067586040000002</c:v>
                      </c:pt>
                      <c:pt idx="60">
                        <c:v>3.227822126</c:v>
                      </c:pt>
                      <c:pt idx="61">
                        <c:v>3.7152259650000001</c:v>
                      </c:pt>
                      <c:pt idx="62">
                        <c:v>3.9560240339999999</c:v>
                      </c:pt>
                      <c:pt idx="63">
                        <c:v>3.7848300149999998</c:v>
                      </c:pt>
                      <c:pt idx="64">
                        <c:v>3.2612634310000002</c:v>
                      </c:pt>
                      <c:pt idx="65">
                        <c:v>2.8561103980000002</c:v>
                      </c:pt>
                      <c:pt idx="66">
                        <c:v>2.8331201250000002</c:v>
                      </c:pt>
                      <c:pt idx="67">
                        <c:v>3.144886713</c:v>
                      </c:pt>
                      <c:pt idx="68">
                        <c:v>3.5385835110000001</c:v>
                      </c:pt>
                      <c:pt idx="69">
                        <c:v>4.0458597699999999</c:v>
                      </c:pt>
                      <c:pt idx="70">
                        <c:v>4.2865458289999996</c:v>
                      </c:pt>
                      <c:pt idx="71">
                        <c:v>3.8473053099999999</c:v>
                      </c:pt>
                      <c:pt idx="72">
                        <c:v>2.8371236199999998</c:v>
                      </c:pt>
                      <c:pt idx="73">
                        <c:v>1.8474887369999999</c:v>
                      </c:pt>
                      <c:pt idx="74">
                        <c:v>1.176850167</c:v>
                      </c:pt>
                      <c:pt idx="75">
                        <c:v>0.81036511200000005</c:v>
                      </c:pt>
                      <c:pt idx="76">
                        <c:v>0.70649647800000004</c:v>
                      </c:pt>
                      <c:pt idx="77">
                        <c:v>1.002918574</c:v>
                      </c:pt>
                      <c:pt idx="78">
                        <c:v>1.9956268850000001</c:v>
                      </c:pt>
                      <c:pt idx="79">
                        <c:v>2.5223233129999998</c:v>
                      </c:pt>
                      <c:pt idx="80">
                        <c:v>2.6034566770000001</c:v>
                      </c:pt>
                      <c:pt idx="81">
                        <c:v>2.4688917259999998</c:v>
                      </c:pt>
                      <c:pt idx="82">
                        <c:v>2.450506211</c:v>
                      </c:pt>
                      <c:pt idx="83">
                        <c:v>2.642937103</c:v>
                      </c:pt>
                      <c:pt idx="84">
                        <c:v>3.0093317229999998</c:v>
                      </c:pt>
                      <c:pt idx="85">
                        <c:v>3.4354981910000002</c:v>
                      </c:pt>
                      <c:pt idx="86">
                        <c:v>3.5791806949999998</c:v>
                      </c:pt>
                      <c:pt idx="87">
                        <c:v>3.4845031839999998</c:v>
                      </c:pt>
                      <c:pt idx="88">
                        <c:v>3.0711788499999999</c:v>
                      </c:pt>
                      <c:pt idx="89">
                        <c:v>2.7482011069999999</c:v>
                      </c:pt>
                      <c:pt idx="90">
                        <c:v>2.746187677</c:v>
                      </c:pt>
                      <c:pt idx="91">
                        <c:v>3.1033492269999998</c:v>
                      </c:pt>
                      <c:pt idx="92">
                        <c:v>3.4476227220000002</c:v>
                      </c:pt>
                      <c:pt idx="93">
                        <c:v>3.9815720319999999</c:v>
                      </c:pt>
                      <c:pt idx="94">
                        <c:v>4.2120471369999999</c:v>
                      </c:pt>
                      <c:pt idx="95">
                        <c:v>3.6664961300000001</c:v>
                      </c:pt>
                      <c:pt idx="96">
                        <c:v>2.703576457</c:v>
                      </c:pt>
                      <c:pt idx="97">
                        <c:v>1.7241632609999999</c:v>
                      </c:pt>
                      <c:pt idx="98">
                        <c:v>1.0623583539999999</c:v>
                      </c:pt>
                      <c:pt idx="99">
                        <c:v>0.76465788599999995</c:v>
                      </c:pt>
                      <c:pt idx="100">
                        <c:v>0.68591929399999996</c:v>
                      </c:pt>
                      <c:pt idx="101">
                        <c:v>0.98588745099999997</c:v>
                      </c:pt>
                      <c:pt idx="102">
                        <c:v>1.9626137829999999</c:v>
                      </c:pt>
                      <c:pt idx="103">
                        <c:v>2.5621170229999999</c:v>
                      </c:pt>
                      <c:pt idx="104">
                        <c:v>2.616613101</c:v>
                      </c:pt>
                      <c:pt idx="105">
                        <c:v>2.4852497539999998</c:v>
                      </c:pt>
                      <c:pt idx="106">
                        <c:v>2.5032515919999998</c:v>
                      </c:pt>
                      <c:pt idx="107">
                        <c:v>2.7058829740000001</c:v>
                      </c:pt>
                      <c:pt idx="108">
                        <c:v>3.0609462029999999</c:v>
                      </c:pt>
                      <c:pt idx="109">
                        <c:v>3.4835844460000001</c:v>
                      </c:pt>
                      <c:pt idx="110">
                        <c:v>3.6199240709999998</c:v>
                      </c:pt>
                      <c:pt idx="111">
                        <c:v>3.498295691</c:v>
                      </c:pt>
                      <c:pt idx="112">
                        <c:v>3.0784085659999998</c:v>
                      </c:pt>
                      <c:pt idx="113">
                        <c:v>2.776692583</c:v>
                      </c:pt>
                      <c:pt idx="114">
                        <c:v>2.7599821109999998</c:v>
                      </c:pt>
                      <c:pt idx="115">
                        <c:v>3.1005117969999998</c:v>
                      </c:pt>
                      <c:pt idx="116">
                        <c:v>3.4754725369999999</c:v>
                      </c:pt>
                      <c:pt idx="117">
                        <c:v>4.0432815250000003</c:v>
                      </c:pt>
                      <c:pt idx="118">
                        <c:v>4.2705522120000001</c:v>
                      </c:pt>
                      <c:pt idx="119">
                        <c:v>3.76394758</c:v>
                      </c:pt>
                      <c:pt idx="120">
                        <c:v>2.7255588830000002</c:v>
                      </c:pt>
                      <c:pt idx="121">
                        <c:v>1.7243758709999999</c:v>
                      </c:pt>
                      <c:pt idx="122">
                        <c:v>1.073466416</c:v>
                      </c:pt>
                      <c:pt idx="123">
                        <c:v>0.74018093900000004</c:v>
                      </c:pt>
                      <c:pt idx="124">
                        <c:v>0.67942023900000004</c:v>
                      </c:pt>
                      <c:pt idx="125">
                        <c:v>0.99310047999999995</c:v>
                      </c:pt>
                      <c:pt idx="126">
                        <c:v>2.015652169</c:v>
                      </c:pt>
                      <c:pt idx="127">
                        <c:v>2.5476309609999999</c:v>
                      </c:pt>
                      <c:pt idx="128">
                        <c:v>2.5882199099999998</c:v>
                      </c:pt>
                      <c:pt idx="129">
                        <c:v>2.5099687639999999</c:v>
                      </c:pt>
                      <c:pt idx="130">
                        <c:v>2.5062862350000001</c:v>
                      </c:pt>
                      <c:pt idx="131">
                        <c:v>2.6845563430000001</c:v>
                      </c:pt>
                      <c:pt idx="132">
                        <c:v>3.0853570179999998</c:v>
                      </c:pt>
                      <c:pt idx="133">
                        <c:v>3.6390102190000002</c:v>
                      </c:pt>
                      <c:pt idx="134">
                        <c:v>3.787507701</c:v>
                      </c:pt>
                      <c:pt idx="135">
                        <c:v>3.6272875189999998</c:v>
                      </c:pt>
                      <c:pt idx="136">
                        <c:v>3.0954300680000002</c:v>
                      </c:pt>
                      <c:pt idx="137">
                        <c:v>2.7667416999999999</c:v>
                      </c:pt>
                      <c:pt idx="138">
                        <c:v>2.8635775919999999</c:v>
                      </c:pt>
                      <c:pt idx="139">
                        <c:v>3.1941873090000001</c:v>
                      </c:pt>
                      <c:pt idx="140">
                        <c:v>3.4718321009999999</c:v>
                      </c:pt>
                      <c:pt idx="141">
                        <c:v>4.0371430420000003</c:v>
                      </c:pt>
                      <c:pt idx="142">
                        <c:v>4.2644670170000003</c:v>
                      </c:pt>
                      <c:pt idx="143">
                        <c:v>3.7583820210000001</c:v>
                      </c:pt>
                      <c:pt idx="144">
                        <c:v>2.759247223</c:v>
                      </c:pt>
                      <c:pt idx="145">
                        <c:v>1.769726229</c:v>
                      </c:pt>
                      <c:pt idx="146">
                        <c:v>1.1188806609999999</c:v>
                      </c:pt>
                      <c:pt idx="147">
                        <c:v>0.80462342600000003</c:v>
                      </c:pt>
                      <c:pt idx="148">
                        <c:v>0.70403273600000005</c:v>
                      </c:pt>
                      <c:pt idx="149">
                        <c:v>0.98263212700000002</c:v>
                      </c:pt>
                      <c:pt idx="150">
                        <c:v>2.0011472750000001</c:v>
                      </c:pt>
                      <c:pt idx="151">
                        <c:v>2.5568710139999999</c:v>
                      </c:pt>
                      <c:pt idx="152">
                        <c:v>2.6155462439999999</c:v>
                      </c:pt>
                      <c:pt idx="153">
                        <c:v>2.4838009890000001</c:v>
                      </c:pt>
                      <c:pt idx="154">
                        <c:v>2.4752371929999999</c:v>
                      </c:pt>
                      <c:pt idx="155">
                        <c:v>2.6682172120000001</c:v>
                      </c:pt>
                      <c:pt idx="156">
                        <c:v>3.0336932440000002</c:v>
                      </c:pt>
                      <c:pt idx="157">
                        <c:v>3.4753595509999999</c:v>
                      </c:pt>
                      <c:pt idx="158">
                        <c:v>3.5825313190000001</c:v>
                      </c:pt>
                      <c:pt idx="159">
                        <c:v>3.5208584620000001</c:v>
                      </c:pt>
                      <c:pt idx="160">
                        <c:v>3.0931320630000001</c:v>
                      </c:pt>
                      <c:pt idx="161">
                        <c:v>2.7961284649999998</c:v>
                      </c:pt>
                      <c:pt idx="162">
                        <c:v>2.7870878129999999</c:v>
                      </c:pt>
                      <c:pt idx="163">
                        <c:v>3.1230456000000002</c:v>
                      </c:pt>
                      <c:pt idx="164">
                        <c:v>3.5108351130000002</c:v>
                      </c:pt>
                      <c:pt idx="165">
                        <c:v>4.0007828439999997</c:v>
                      </c:pt>
                      <c:pt idx="166">
                        <c:v>4.2286190640000001</c:v>
                      </c:pt>
                      <c:pt idx="167">
                        <c:v>3.7399589849999999</c:v>
                      </c:pt>
                      <c:pt idx="168">
                        <c:v>2.7546487650000002</c:v>
                      </c:pt>
                      <c:pt idx="169">
                        <c:v>1.757223937</c:v>
                      </c:pt>
                      <c:pt idx="170">
                        <c:v>1.097482158</c:v>
                      </c:pt>
                      <c:pt idx="171">
                        <c:v>0.78309379300000004</c:v>
                      </c:pt>
                      <c:pt idx="172">
                        <c:v>0.70277374400000003</c:v>
                      </c:pt>
                      <c:pt idx="173">
                        <c:v>1.0149419390000001</c:v>
                      </c:pt>
                      <c:pt idx="174">
                        <c:v>2.0544388179999999</c:v>
                      </c:pt>
                      <c:pt idx="175">
                        <c:v>2.661598256</c:v>
                      </c:pt>
                      <c:pt idx="176">
                        <c:v>2.8235608060000001</c:v>
                      </c:pt>
                      <c:pt idx="177">
                        <c:v>2.6861457070000001</c:v>
                      </c:pt>
                      <c:pt idx="178">
                        <c:v>2.5705781170000002</c:v>
                      </c:pt>
                      <c:pt idx="179">
                        <c:v>2.7280210039999999</c:v>
                      </c:pt>
                      <c:pt idx="180">
                        <c:v>3.1199740550000001</c:v>
                      </c:pt>
                      <c:pt idx="181">
                        <c:v>3.5861031149999998</c:v>
                      </c:pt>
                      <c:pt idx="182">
                        <c:v>3.7178059339999998</c:v>
                      </c:pt>
                      <c:pt idx="183">
                        <c:v>3.5739861400000001</c:v>
                      </c:pt>
                      <c:pt idx="184">
                        <c:v>3.1750176450000001</c:v>
                      </c:pt>
                      <c:pt idx="185">
                        <c:v>2.8476937250000001</c:v>
                      </c:pt>
                      <c:pt idx="186">
                        <c:v>2.8653129929999999</c:v>
                      </c:pt>
                      <c:pt idx="187">
                        <c:v>3.2006235250000001</c:v>
                      </c:pt>
                      <c:pt idx="188">
                        <c:v>3.547439555</c:v>
                      </c:pt>
                      <c:pt idx="189">
                        <c:v>4.0313286980000003</c:v>
                      </c:pt>
                      <c:pt idx="190">
                        <c:v>4.3148536670000004</c:v>
                      </c:pt>
                      <c:pt idx="191">
                        <c:v>3.9393222689999998</c:v>
                      </c:pt>
                      <c:pt idx="192">
                        <c:v>3.0262470239999999</c:v>
                      </c:pt>
                      <c:pt idx="193">
                        <c:v>2.0418680729999998</c:v>
                      </c:pt>
                      <c:pt idx="194">
                        <c:v>1.286949224</c:v>
                      </c:pt>
                      <c:pt idx="195">
                        <c:v>0.88104583599999997</c:v>
                      </c:pt>
                      <c:pt idx="196">
                        <c:v>0.75417513999999997</c:v>
                      </c:pt>
                      <c:pt idx="197">
                        <c:v>0.97087983300000003</c:v>
                      </c:pt>
                      <c:pt idx="198">
                        <c:v>1.837293893</c:v>
                      </c:pt>
                      <c:pt idx="199">
                        <c:v>2.4951474349999998</c:v>
                      </c:pt>
                      <c:pt idx="200">
                        <c:v>2.8107267870000001</c:v>
                      </c:pt>
                      <c:pt idx="201">
                        <c:v>2.9150384479999998</c:v>
                      </c:pt>
                      <c:pt idx="202">
                        <c:v>2.983009918</c:v>
                      </c:pt>
                      <c:pt idx="203">
                        <c:v>3.2642109640000001</c:v>
                      </c:pt>
                      <c:pt idx="204">
                        <c:v>3.5523496579999998</c:v>
                      </c:pt>
                      <c:pt idx="205">
                        <c:v>3.8314110750000001</c:v>
                      </c:pt>
                      <c:pt idx="206">
                        <c:v>4.1338654730000002</c:v>
                      </c:pt>
                      <c:pt idx="207">
                        <c:v>3.921188248</c:v>
                      </c:pt>
                      <c:pt idx="208">
                        <c:v>3.3848790759999998</c:v>
                      </c:pt>
                      <c:pt idx="209">
                        <c:v>3.007146863</c:v>
                      </c:pt>
                      <c:pt idx="210">
                        <c:v>2.969440531</c:v>
                      </c:pt>
                      <c:pt idx="211">
                        <c:v>3.321212611</c:v>
                      </c:pt>
                      <c:pt idx="212">
                        <c:v>3.6397657240000001</c:v>
                      </c:pt>
                      <c:pt idx="213">
                        <c:v>4.1443904500000004</c:v>
                      </c:pt>
                      <c:pt idx="214">
                        <c:v>4.3841453709999998</c:v>
                      </c:pt>
                      <c:pt idx="215">
                        <c:v>4.0217106620000003</c:v>
                      </c:pt>
                      <c:pt idx="216">
                        <c:v>3.084594386</c:v>
                      </c:pt>
                      <c:pt idx="217">
                        <c:v>2.0237213569999999</c:v>
                      </c:pt>
                      <c:pt idx="218">
                        <c:v>1.289708291</c:v>
                      </c:pt>
                      <c:pt idx="219">
                        <c:v>0.88823988799999998</c:v>
                      </c:pt>
                      <c:pt idx="220">
                        <c:v>0.75517020800000001</c:v>
                      </c:pt>
                      <c:pt idx="221">
                        <c:v>0.99663188199999997</c:v>
                      </c:pt>
                      <c:pt idx="222">
                        <c:v>1.9089406520000001</c:v>
                      </c:pt>
                      <c:pt idx="223">
                        <c:v>2.574647047</c:v>
                      </c:pt>
                      <c:pt idx="224">
                        <c:v>2.8325639749999998</c:v>
                      </c:pt>
                      <c:pt idx="225">
                        <c:v>2.7880693239999998</c:v>
                      </c:pt>
                      <c:pt idx="226">
                        <c:v>2.7614060930000002</c:v>
                      </c:pt>
                      <c:pt idx="227">
                        <c:v>2.9170875399999998</c:v>
                      </c:pt>
                      <c:pt idx="228">
                        <c:v>3.178183851</c:v>
                      </c:pt>
                      <c:pt idx="229">
                        <c:v>3.684200159</c:v>
                      </c:pt>
                      <c:pt idx="230">
                        <c:v>3.9081732520000001</c:v>
                      </c:pt>
                      <c:pt idx="231">
                        <c:v>3.7400685600000001</c:v>
                      </c:pt>
                      <c:pt idx="232">
                        <c:v>3.2003650989999999</c:v>
                      </c:pt>
                      <c:pt idx="233">
                        <c:v>2.8466157619999999</c:v>
                      </c:pt>
                      <c:pt idx="234">
                        <c:v>2.8927935759999999</c:v>
                      </c:pt>
                      <c:pt idx="235">
                        <c:v>3.2400120929999998</c:v>
                      </c:pt>
                      <c:pt idx="236">
                        <c:v>3.6362774619999998</c:v>
                      </c:pt>
                      <c:pt idx="237">
                        <c:v>4.1592161150000004</c:v>
                      </c:pt>
                      <c:pt idx="238">
                        <c:v>4.333452877</c:v>
                      </c:pt>
                      <c:pt idx="239">
                        <c:v>3.7938898249999999</c:v>
                      </c:pt>
                      <c:pt idx="240">
                        <c:v>2.7239814299999998</c:v>
                      </c:pt>
                      <c:pt idx="241">
                        <c:v>1.7112492239999999</c:v>
                      </c:pt>
                      <c:pt idx="242">
                        <c:v>1.08045572</c:v>
                      </c:pt>
                      <c:pt idx="243">
                        <c:v>0.78344080800000004</c:v>
                      </c:pt>
                      <c:pt idx="244">
                        <c:v>0.71164884500000003</c:v>
                      </c:pt>
                      <c:pt idx="245">
                        <c:v>0.96419793799999998</c:v>
                      </c:pt>
                      <c:pt idx="246">
                        <c:v>1.9621986199999999</c:v>
                      </c:pt>
                      <c:pt idx="247">
                        <c:v>2.526645319</c:v>
                      </c:pt>
                      <c:pt idx="248">
                        <c:v>2.6324310870000001</c:v>
                      </c:pt>
                      <c:pt idx="249">
                        <c:v>2.5080794289999999</c:v>
                      </c:pt>
                      <c:pt idx="250">
                        <c:v>2.4424215490000001</c:v>
                      </c:pt>
                      <c:pt idx="251">
                        <c:v>2.6218218640000002</c:v>
                      </c:pt>
                      <c:pt idx="252">
                        <c:v>3.0288459599999999</c:v>
                      </c:pt>
                      <c:pt idx="253">
                        <c:v>3.404342084</c:v>
                      </c:pt>
                      <c:pt idx="254">
                        <c:v>3.5315728540000002</c:v>
                      </c:pt>
                      <c:pt idx="255">
                        <c:v>3.4265379660000002</c:v>
                      </c:pt>
                      <c:pt idx="256">
                        <c:v>3.037819367</c:v>
                      </c:pt>
                      <c:pt idx="257">
                        <c:v>2.7898288779999998</c:v>
                      </c:pt>
                      <c:pt idx="258">
                        <c:v>2.897283152</c:v>
                      </c:pt>
                      <c:pt idx="259">
                        <c:v>3.2188257409999999</c:v>
                      </c:pt>
                      <c:pt idx="260">
                        <c:v>3.590330561</c:v>
                      </c:pt>
                      <c:pt idx="261">
                        <c:v>4.1416216950000004</c:v>
                      </c:pt>
                      <c:pt idx="262">
                        <c:v>4.3068007149999996</c:v>
                      </c:pt>
                      <c:pt idx="263">
                        <c:v>3.7369034449999998</c:v>
                      </c:pt>
                      <c:pt idx="264">
                        <c:v>2.7396511800000001</c:v>
                      </c:pt>
                      <c:pt idx="265">
                        <c:v>1.7386635850000001</c:v>
                      </c:pt>
                      <c:pt idx="266">
                        <c:v>1.0980400589999999</c:v>
                      </c:pt>
                      <c:pt idx="267">
                        <c:v>0.79095042299999996</c:v>
                      </c:pt>
                      <c:pt idx="268">
                        <c:v>0.71504910499999996</c:v>
                      </c:pt>
                      <c:pt idx="269">
                        <c:v>0.99553547200000003</c:v>
                      </c:pt>
                      <c:pt idx="270">
                        <c:v>2.0314836729999999</c:v>
                      </c:pt>
                      <c:pt idx="271">
                        <c:v>2.6164775640000002</c:v>
                      </c:pt>
                      <c:pt idx="272">
                        <c:v>2.6463349200000001</c:v>
                      </c:pt>
                      <c:pt idx="273">
                        <c:v>2.5171084889999999</c:v>
                      </c:pt>
                      <c:pt idx="274">
                        <c:v>2.4498437380000002</c:v>
                      </c:pt>
                      <c:pt idx="275">
                        <c:v>2.6284207039999998</c:v>
                      </c:pt>
                      <c:pt idx="276">
                        <c:v>3.0587034480000002</c:v>
                      </c:pt>
                      <c:pt idx="277">
                        <c:v>3.4599896719999998</c:v>
                      </c:pt>
                      <c:pt idx="278">
                        <c:v>3.567936134</c:v>
                      </c:pt>
                      <c:pt idx="279">
                        <c:v>3.4428086219999998</c:v>
                      </c:pt>
                      <c:pt idx="280">
                        <c:v>3.104105009</c:v>
                      </c:pt>
                      <c:pt idx="281">
                        <c:v>2.8465718359999999</c:v>
                      </c:pt>
                      <c:pt idx="282">
                        <c:v>2.9331608409999999</c:v>
                      </c:pt>
                      <c:pt idx="283">
                        <c:v>3.2575986870000002</c:v>
                      </c:pt>
                      <c:pt idx="284">
                        <c:v>3.652959144</c:v>
                      </c:pt>
                      <c:pt idx="285">
                        <c:v>4.1648000630000004</c:v>
                      </c:pt>
                      <c:pt idx="286">
                        <c:v>4.321097</c:v>
                      </c:pt>
                      <c:pt idx="287">
                        <c:v>3.709394391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BF3F-49BE-B4BE-2314BCBEA28B}"/>
                  </c:ext>
                </c:extLst>
              </c15:ser>
            </c15:filteredLineSeries>
            <c15:filteredLineSeries>
              <c15:ser>
                <c:idx val="16"/>
                <c:order val="1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12-10-2026'!$R$1</c15:sqref>
                        </c15:formulaRef>
                      </c:ext>
                    </c:extLst>
                    <c:strCache>
                      <c:ptCount val="1"/>
                      <c:pt idx="0">
                        <c:v>OUG-DGW1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12-10-2026'!$R$2:$R$289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36.170285428</c:v>
                      </c:pt>
                      <c:pt idx="1">
                        <c:v>22.710061682999999</c:v>
                      </c:pt>
                      <c:pt idx="2">
                        <c:v>13.685688035</c:v>
                      </c:pt>
                      <c:pt idx="3">
                        <c:v>8.8987813310000003</c:v>
                      </c:pt>
                      <c:pt idx="4">
                        <c:v>7.1204836</c:v>
                      </c:pt>
                      <c:pt idx="5">
                        <c:v>9.4569296390000002</c:v>
                      </c:pt>
                      <c:pt idx="6">
                        <c:v>19.020607235</c:v>
                      </c:pt>
                      <c:pt idx="7">
                        <c:v>26.140036049999999</c:v>
                      </c:pt>
                      <c:pt idx="8">
                        <c:v>30.654738829999999</c:v>
                      </c:pt>
                      <c:pt idx="9">
                        <c:v>32.709883480000002</c:v>
                      </c:pt>
                      <c:pt idx="10">
                        <c:v>35.801389579000002</c:v>
                      </c:pt>
                      <c:pt idx="11">
                        <c:v>39.962902051</c:v>
                      </c:pt>
                      <c:pt idx="12">
                        <c:v>42.822816027000002</c:v>
                      </c:pt>
                      <c:pt idx="13">
                        <c:v>47.597291533000003</c:v>
                      </c:pt>
                      <c:pt idx="14">
                        <c:v>48.138130623999999</c:v>
                      </c:pt>
                      <c:pt idx="15">
                        <c:v>45.998599540999997</c:v>
                      </c:pt>
                      <c:pt idx="16">
                        <c:v>42.028119136000001</c:v>
                      </c:pt>
                      <c:pt idx="17">
                        <c:v>42.293444174999998</c:v>
                      </c:pt>
                      <c:pt idx="18">
                        <c:v>41.332515209</c:v>
                      </c:pt>
                      <c:pt idx="19">
                        <c:v>47.434905483999998</c:v>
                      </c:pt>
                      <c:pt idx="20">
                        <c:v>52.281444073999999</c:v>
                      </c:pt>
                      <c:pt idx="21">
                        <c:v>58.550738567000003</c:v>
                      </c:pt>
                      <c:pt idx="22">
                        <c:v>58.938050867000001</c:v>
                      </c:pt>
                      <c:pt idx="23">
                        <c:v>52.173176990000002</c:v>
                      </c:pt>
                      <c:pt idx="24">
                        <c:v>39.727637715</c:v>
                      </c:pt>
                      <c:pt idx="25">
                        <c:v>26.625204777</c:v>
                      </c:pt>
                      <c:pt idx="26">
                        <c:v>16.376514147999998</c:v>
                      </c:pt>
                      <c:pt idx="27">
                        <c:v>10.392585419</c:v>
                      </c:pt>
                      <c:pt idx="28">
                        <c:v>7.8035361649999997</c:v>
                      </c:pt>
                      <c:pt idx="29">
                        <c:v>9.3354420749999996</c:v>
                      </c:pt>
                      <c:pt idx="30">
                        <c:v>17.339932169000001</c:v>
                      </c:pt>
                      <c:pt idx="31">
                        <c:v>23.924386183999999</c:v>
                      </c:pt>
                      <c:pt idx="32">
                        <c:v>29.868167444000001</c:v>
                      </c:pt>
                      <c:pt idx="33">
                        <c:v>34.683343751000002</c:v>
                      </c:pt>
                      <c:pt idx="34">
                        <c:v>39.420105730000003</c:v>
                      </c:pt>
                      <c:pt idx="35">
                        <c:v>43.741664006999997</c:v>
                      </c:pt>
                      <c:pt idx="36">
                        <c:v>44.703126857000001</c:v>
                      </c:pt>
                      <c:pt idx="37">
                        <c:v>46.225883082999999</c:v>
                      </c:pt>
                      <c:pt idx="38">
                        <c:v>53.370679951</c:v>
                      </c:pt>
                      <c:pt idx="39">
                        <c:v>49.898716141999998</c:v>
                      </c:pt>
                      <c:pt idx="40">
                        <c:v>43.747429895000003</c:v>
                      </c:pt>
                      <c:pt idx="41">
                        <c:v>42.818445027000003</c:v>
                      </c:pt>
                      <c:pt idx="42">
                        <c:v>42.088823873000003</c:v>
                      </c:pt>
                      <c:pt idx="43">
                        <c:v>48.906347644999997</c:v>
                      </c:pt>
                      <c:pt idx="44">
                        <c:v>54.320979162999997</c:v>
                      </c:pt>
                      <c:pt idx="45">
                        <c:v>60.993214625999997</c:v>
                      </c:pt>
                      <c:pt idx="46">
                        <c:v>60.628372949999999</c:v>
                      </c:pt>
                      <c:pt idx="47">
                        <c:v>53.486288655000003</c:v>
                      </c:pt>
                      <c:pt idx="48">
                        <c:v>40.644680266999998</c:v>
                      </c:pt>
                      <c:pt idx="49">
                        <c:v>26.989130812999999</c:v>
                      </c:pt>
                      <c:pt idx="50">
                        <c:v>16.440772929000001</c:v>
                      </c:pt>
                      <c:pt idx="51">
                        <c:v>10.474795228</c:v>
                      </c:pt>
                      <c:pt idx="52">
                        <c:v>7.8559792980000003</c:v>
                      </c:pt>
                      <c:pt idx="53">
                        <c:v>9.6210764900000001</c:v>
                      </c:pt>
                      <c:pt idx="54">
                        <c:v>18.411362682</c:v>
                      </c:pt>
                      <c:pt idx="55">
                        <c:v>24.992544714000001</c:v>
                      </c:pt>
                      <c:pt idx="56">
                        <c:v>30.147031761000001</c:v>
                      </c:pt>
                      <c:pt idx="57">
                        <c:v>33.935810246999999</c:v>
                      </c:pt>
                      <c:pt idx="58">
                        <c:v>36.765969143</c:v>
                      </c:pt>
                      <c:pt idx="59">
                        <c:v>40.336369269000002</c:v>
                      </c:pt>
                      <c:pt idx="60">
                        <c:v>42.749987748999999</c:v>
                      </c:pt>
                      <c:pt idx="61">
                        <c:v>48.096034371999998</c:v>
                      </c:pt>
                      <c:pt idx="62">
                        <c:v>49.914779613</c:v>
                      </c:pt>
                      <c:pt idx="63">
                        <c:v>47.406156396</c:v>
                      </c:pt>
                      <c:pt idx="64">
                        <c:v>42.618376054000002</c:v>
                      </c:pt>
                      <c:pt idx="65">
                        <c:v>42.084783399999999</c:v>
                      </c:pt>
                      <c:pt idx="66">
                        <c:v>40.453302561999998</c:v>
                      </c:pt>
                      <c:pt idx="67">
                        <c:v>46.996321608999999</c:v>
                      </c:pt>
                      <c:pt idx="68">
                        <c:v>52.670423487000001</c:v>
                      </c:pt>
                      <c:pt idx="69">
                        <c:v>58.902306506999999</c:v>
                      </c:pt>
                      <c:pt idx="70">
                        <c:v>58.340336721</c:v>
                      </c:pt>
                      <c:pt idx="71">
                        <c:v>50.012142846000003</c:v>
                      </c:pt>
                      <c:pt idx="72">
                        <c:v>35.781037050999998</c:v>
                      </c:pt>
                      <c:pt idx="73">
                        <c:v>22.446984886999999</c:v>
                      </c:pt>
                      <c:pt idx="74">
                        <c:v>13.533706677</c:v>
                      </c:pt>
                      <c:pt idx="75">
                        <c:v>8.7016561669999994</c:v>
                      </c:pt>
                      <c:pt idx="76">
                        <c:v>7.0138394860000002</c:v>
                      </c:pt>
                      <c:pt idx="77">
                        <c:v>9.1455078509999996</c:v>
                      </c:pt>
                      <c:pt idx="78">
                        <c:v>18.264029774000001</c:v>
                      </c:pt>
                      <c:pt idx="79">
                        <c:v>24.916841358999999</c:v>
                      </c:pt>
                      <c:pt idx="80">
                        <c:v>29.425508193999999</c:v>
                      </c:pt>
                      <c:pt idx="81">
                        <c:v>31.82020198</c:v>
                      </c:pt>
                      <c:pt idx="82">
                        <c:v>34.529788545000002</c:v>
                      </c:pt>
                      <c:pt idx="83">
                        <c:v>38.329936674999999</c:v>
                      </c:pt>
                      <c:pt idx="84">
                        <c:v>41.419981393999997</c:v>
                      </c:pt>
                      <c:pt idx="85">
                        <c:v>46.057896337999999</c:v>
                      </c:pt>
                      <c:pt idx="86">
                        <c:v>46.268772597999998</c:v>
                      </c:pt>
                      <c:pt idx="87">
                        <c:v>43.933102691999999</c:v>
                      </c:pt>
                      <c:pt idx="88">
                        <c:v>40.947286804000001</c:v>
                      </c:pt>
                      <c:pt idx="89">
                        <c:v>41.224300280999998</c:v>
                      </c:pt>
                      <c:pt idx="90">
                        <c:v>40.094202705000001</c:v>
                      </c:pt>
                      <c:pt idx="91">
                        <c:v>46.808319599999997</c:v>
                      </c:pt>
                      <c:pt idx="92">
                        <c:v>52.404575532999999</c:v>
                      </c:pt>
                      <c:pt idx="93">
                        <c:v>58.861065654999997</c:v>
                      </c:pt>
                      <c:pt idx="94">
                        <c:v>58.016302386</c:v>
                      </c:pt>
                      <c:pt idx="95">
                        <c:v>48.722468585999998</c:v>
                      </c:pt>
                      <c:pt idx="96">
                        <c:v>34.343763729000003</c:v>
                      </c:pt>
                      <c:pt idx="97">
                        <c:v>21.215816645</c:v>
                      </c:pt>
                      <c:pt idx="98">
                        <c:v>12.689336641000001</c:v>
                      </c:pt>
                      <c:pt idx="99">
                        <c:v>8.473287053</c:v>
                      </c:pt>
                      <c:pt idx="100">
                        <c:v>6.8760665870000004</c:v>
                      </c:pt>
                      <c:pt idx="101">
                        <c:v>9.0023784560000006</c:v>
                      </c:pt>
                      <c:pt idx="102">
                        <c:v>18.590551395999999</c:v>
                      </c:pt>
                      <c:pt idx="103">
                        <c:v>25.351079094999999</c:v>
                      </c:pt>
                      <c:pt idx="104">
                        <c:v>29.699261485000001</c:v>
                      </c:pt>
                      <c:pt idx="105">
                        <c:v>32.027580634000003</c:v>
                      </c:pt>
                      <c:pt idx="106">
                        <c:v>34.926689975999999</c:v>
                      </c:pt>
                      <c:pt idx="107">
                        <c:v>39.024180567999998</c:v>
                      </c:pt>
                      <c:pt idx="108">
                        <c:v>41.599587169000003</c:v>
                      </c:pt>
                      <c:pt idx="109">
                        <c:v>46.315881742999998</c:v>
                      </c:pt>
                      <c:pt idx="110">
                        <c:v>46.396625837999999</c:v>
                      </c:pt>
                      <c:pt idx="111">
                        <c:v>44.013297594999997</c:v>
                      </c:pt>
                      <c:pt idx="112">
                        <c:v>41.033744941000002</c:v>
                      </c:pt>
                      <c:pt idx="113">
                        <c:v>41.353525969000003</c:v>
                      </c:pt>
                      <c:pt idx="114">
                        <c:v>40.410054989000002</c:v>
                      </c:pt>
                      <c:pt idx="115">
                        <c:v>47.166550096999998</c:v>
                      </c:pt>
                      <c:pt idx="116">
                        <c:v>52.981807103999998</c:v>
                      </c:pt>
                      <c:pt idx="117">
                        <c:v>59.564159081</c:v>
                      </c:pt>
                      <c:pt idx="118">
                        <c:v>58.467822406000003</c:v>
                      </c:pt>
                      <c:pt idx="119">
                        <c:v>48.917451952999997</c:v>
                      </c:pt>
                      <c:pt idx="120">
                        <c:v>34.473715220000003</c:v>
                      </c:pt>
                      <c:pt idx="121">
                        <c:v>21.1998566</c:v>
                      </c:pt>
                      <c:pt idx="122">
                        <c:v>12.650627722999999</c:v>
                      </c:pt>
                      <c:pt idx="123">
                        <c:v>8.2288047310000003</c:v>
                      </c:pt>
                      <c:pt idx="124">
                        <c:v>6.7767900130000003</c:v>
                      </c:pt>
                      <c:pt idx="125">
                        <c:v>9.0503761550000004</c:v>
                      </c:pt>
                      <c:pt idx="126">
                        <c:v>18.722772946999999</c:v>
                      </c:pt>
                      <c:pt idx="127">
                        <c:v>25.694966934</c:v>
                      </c:pt>
                      <c:pt idx="128">
                        <c:v>29.950607041000001</c:v>
                      </c:pt>
                      <c:pt idx="129">
                        <c:v>32.538530059000003</c:v>
                      </c:pt>
                      <c:pt idx="130">
                        <c:v>35.478516851000002</c:v>
                      </c:pt>
                      <c:pt idx="131">
                        <c:v>39.091514281000002</c:v>
                      </c:pt>
                      <c:pt idx="132">
                        <c:v>42.461380272</c:v>
                      </c:pt>
                      <c:pt idx="133">
                        <c:v>48.180973672999997</c:v>
                      </c:pt>
                      <c:pt idx="134">
                        <c:v>48.514957299999999</c:v>
                      </c:pt>
                      <c:pt idx="135">
                        <c:v>45.663626201</c:v>
                      </c:pt>
                      <c:pt idx="136">
                        <c:v>40.937200986999997</c:v>
                      </c:pt>
                      <c:pt idx="137">
                        <c:v>40.858944045000001</c:v>
                      </c:pt>
                      <c:pt idx="138">
                        <c:v>43.491542467999999</c:v>
                      </c:pt>
                      <c:pt idx="139">
                        <c:v>50.517063182999998</c:v>
                      </c:pt>
                      <c:pt idx="140">
                        <c:v>53.190381963</c:v>
                      </c:pt>
                      <c:pt idx="141">
                        <c:v>59.359657542000001</c:v>
                      </c:pt>
                      <c:pt idx="142">
                        <c:v>58.201312799</c:v>
                      </c:pt>
                      <c:pt idx="143">
                        <c:v>48.854265663</c:v>
                      </c:pt>
                      <c:pt idx="144">
                        <c:v>35.724589299000002</c:v>
                      </c:pt>
                      <c:pt idx="145">
                        <c:v>22.438272635000001</c:v>
                      </c:pt>
                      <c:pt idx="146">
                        <c:v>13.591619409</c:v>
                      </c:pt>
                      <c:pt idx="147">
                        <c:v>8.4197947210000006</c:v>
                      </c:pt>
                      <c:pt idx="148">
                        <c:v>6.8071480160000002</c:v>
                      </c:pt>
                      <c:pt idx="149">
                        <c:v>9.1371463570000007</c:v>
                      </c:pt>
                      <c:pt idx="150">
                        <c:v>18.990178184000001</c:v>
                      </c:pt>
                      <c:pt idx="151">
                        <c:v>25.964259717000001</c:v>
                      </c:pt>
                      <c:pt idx="152">
                        <c:v>30.144146517999999</c:v>
                      </c:pt>
                      <c:pt idx="153">
                        <c:v>32.585250342000002</c:v>
                      </c:pt>
                      <c:pt idx="154">
                        <c:v>35.238019418</c:v>
                      </c:pt>
                      <c:pt idx="155">
                        <c:v>38.890050451999997</c:v>
                      </c:pt>
                      <c:pt idx="156">
                        <c:v>41.582183946999997</c:v>
                      </c:pt>
                      <c:pt idx="157">
                        <c:v>46.31964576</c:v>
                      </c:pt>
                      <c:pt idx="158">
                        <c:v>46.349583891999998</c:v>
                      </c:pt>
                      <c:pt idx="159">
                        <c:v>44.266361699999997</c:v>
                      </c:pt>
                      <c:pt idx="160">
                        <c:v>41.508391803000002</c:v>
                      </c:pt>
                      <c:pt idx="161">
                        <c:v>41.923121279</c:v>
                      </c:pt>
                      <c:pt idx="162">
                        <c:v>41.213178372999998</c:v>
                      </c:pt>
                      <c:pt idx="163">
                        <c:v>47.368029507999999</c:v>
                      </c:pt>
                      <c:pt idx="164">
                        <c:v>52.508478273999998</c:v>
                      </c:pt>
                      <c:pt idx="165">
                        <c:v>58.804350049</c:v>
                      </c:pt>
                      <c:pt idx="166">
                        <c:v>58.107254892999997</c:v>
                      </c:pt>
                      <c:pt idx="167">
                        <c:v>48.671694891000001</c:v>
                      </c:pt>
                      <c:pt idx="168">
                        <c:v>34.483721072000002</c:v>
                      </c:pt>
                      <c:pt idx="169">
                        <c:v>21.557368466</c:v>
                      </c:pt>
                      <c:pt idx="170">
                        <c:v>13.035114610999999</c:v>
                      </c:pt>
                      <c:pt idx="171">
                        <c:v>8.5690845020000008</c:v>
                      </c:pt>
                      <c:pt idx="172">
                        <c:v>7.087909088</c:v>
                      </c:pt>
                      <c:pt idx="173">
                        <c:v>9.4814126250000008</c:v>
                      </c:pt>
                      <c:pt idx="174">
                        <c:v>19.434696853999998</c:v>
                      </c:pt>
                      <c:pt idx="175">
                        <c:v>27.073434505000002</c:v>
                      </c:pt>
                      <c:pt idx="176">
                        <c:v>32.638431453999999</c:v>
                      </c:pt>
                      <c:pt idx="177">
                        <c:v>35.867857460000003</c:v>
                      </c:pt>
                      <c:pt idx="178">
                        <c:v>37.261450721000003</c:v>
                      </c:pt>
                      <c:pt idx="179">
                        <c:v>39.996290969</c:v>
                      </c:pt>
                      <c:pt idx="180">
                        <c:v>43.058406937999997</c:v>
                      </c:pt>
                      <c:pt idx="181">
                        <c:v>47.933424115999998</c:v>
                      </c:pt>
                      <c:pt idx="182">
                        <c:v>47.679359562000002</c:v>
                      </c:pt>
                      <c:pt idx="183">
                        <c:v>45.010293073</c:v>
                      </c:pt>
                      <c:pt idx="184">
                        <c:v>41.987444668000002</c:v>
                      </c:pt>
                      <c:pt idx="185">
                        <c:v>41.848584273999997</c:v>
                      </c:pt>
                      <c:pt idx="186">
                        <c:v>41.677562602999998</c:v>
                      </c:pt>
                      <c:pt idx="187">
                        <c:v>48.313458310000001</c:v>
                      </c:pt>
                      <c:pt idx="188">
                        <c:v>53.075233431000001</c:v>
                      </c:pt>
                      <c:pt idx="189">
                        <c:v>58.995830273000003</c:v>
                      </c:pt>
                      <c:pt idx="190">
                        <c:v>59.302937012999998</c:v>
                      </c:pt>
                      <c:pt idx="191">
                        <c:v>52.174006525999999</c:v>
                      </c:pt>
                      <c:pt idx="192">
                        <c:v>39.472688406000003</c:v>
                      </c:pt>
                      <c:pt idx="193">
                        <c:v>26.006908274000001</c:v>
                      </c:pt>
                      <c:pt idx="194">
                        <c:v>16.034541770000001</c:v>
                      </c:pt>
                      <c:pt idx="195">
                        <c:v>10.357585324</c:v>
                      </c:pt>
                      <c:pt idx="196">
                        <c:v>7.7720239490000003</c:v>
                      </c:pt>
                      <c:pt idx="197">
                        <c:v>9.0753779619999992</c:v>
                      </c:pt>
                      <c:pt idx="198">
                        <c:v>17.585814326000001</c:v>
                      </c:pt>
                      <c:pt idx="199">
                        <c:v>24.263659271000002</c:v>
                      </c:pt>
                      <c:pt idx="200">
                        <c:v>30.243892820999999</c:v>
                      </c:pt>
                      <c:pt idx="201">
                        <c:v>34.935947585999998</c:v>
                      </c:pt>
                      <c:pt idx="202">
                        <c:v>39.454589151</c:v>
                      </c:pt>
                      <c:pt idx="203">
                        <c:v>43.848037636000001</c:v>
                      </c:pt>
                      <c:pt idx="204">
                        <c:v>44.924431740999999</c:v>
                      </c:pt>
                      <c:pt idx="205">
                        <c:v>46.734348203000003</c:v>
                      </c:pt>
                      <c:pt idx="206">
                        <c:v>53.234218011999999</c:v>
                      </c:pt>
                      <c:pt idx="207">
                        <c:v>49.164590490999998</c:v>
                      </c:pt>
                      <c:pt idx="208">
                        <c:v>44.622998582000001</c:v>
                      </c:pt>
                      <c:pt idx="209">
                        <c:v>43.642861504000003</c:v>
                      </c:pt>
                      <c:pt idx="210">
                        <c:v>43.007803215999999</c:v>
                      </c:pt>
                      <c:pt idx="211">
                        <c:v>49.832095973999998</c:v>
                      </c:pt>
                      <c:pt idx="212">
                        <c:v>55.039173204000001</c:v>
                      </c:pt>
                      <c:pt idx="213">
                        <c:v>60.988690435999999</c:v>
                      </c:pt>
                      <c:pt idx="214">
                        <c:v>61.258853635000001</c:v>
                      </c:pt>
                      <c:pt idx="215">
                        <c:v>53.251277670999997</c:v>
                      </c:pt>
                      <c:pt idx="216">
                        <c:v>40.008469462000001</c:v>
                      </c:pt>
                      <c:pt idx="217">
                        <c:v>26.034326013000001</c:v>
                      </c:pt>
                      <c:pt idx="218">
                        <c:v>15.971266034999999</c:v>
                      </c:pt>
                      <c:pt idx="219">
                        <c:v>10.168251257</c:v>
                      </c:pt>
                      <c:pt idx="220">
                        <c:v>7.5377471700000003</c:v>
                      </c:pt>
                      <c:pt idx="221">
                        <c:v>9.2903017049999992</c:v>
                      </c:pt>
                      <c:pt idx="222">
                        <c:v>18.465455995999999</c:v>
                      </c:pt>
                      <c:pt idx="223">
                        <c:v>25.856940283</c:v>
                      </c:pt>
                      <c:pt idx="224">
                        <c:v>31.032866005999999</c:v>
                      </c:pt>
                      <c:pt idx="225">
                        <c:v>34.045136831000001</c:v>
                      </c:pt>
                      <c:pt idx="226">
                        <c:v>37.297993568999999</c:v>
                      </c:pt>
                      <c:pt idx="227">
                        <c:v>40.861797629999998</c:v>
                      </c:pt>
                      <c:pt idx="228">
                        <c:v>43.143335077000003</c:v>
                      </c:pt>
                      <c:pt idx="229">
                        <c:v>48.725503308999997</c:v>
                      </c:pt>
                      <c:pt idx="230">
                        <c:v>50.330582610999997</c:v>
                      </c:pt>
                      <c:pt idx="231">
                        <c:v>47.214074414999999</c:v>
                      </c:pt>
                      <c:pt idx="232">
                        <c:v>43.020726875999998</c:v>
                      </c:pt>
                      <c:pt idx="233">
                        <c:v>42.820550077</c:v>
                      </c:pt>
                      <c:pt idx="234">
                        <c:v>42.826216058999997</c:v>
                      </c:pt>
                      <c:pt idx="235">
                        <c:v>48.968120454000001</c:v>
                      </c:pt>
                      <c:pt idx="236">
                        <c:v>55.177316501</c:v>
                      </c:pt>
                      <c:pt idx="237">
                        <c:v>61.332317961999998</c:v>
                      </c:pt>
                      <c:pt idx="238">
                        <c:v>59.227807058000003</c:v>
                      </c:pt>
                      <c:pt idx="239">
                        <c:v>49.629473849</c:v>
                      </c:pt>
                      <c:pt idx="240">
                        <c:v>35.013623389000003</c:v>
                      </c:pt>
                      <c:pt idx="241">
                        <c:v>22.105179404000001</c:v>
                      </c:pt>
                      <c:pt idx="242">
                        <c:v>13.251687217000001</c:v>
                      </c:pt>
                      <c:pt idx="243">
                        <c:v>8.7311226879999992</c:v>
                      </c:pt>
                      <c:pt idx="244">
                        <c:v>7.1125169599999998</c:v>
                      </c:pt>
                      <c:pt idx="245">
                        <c:v>8.9292600849999992</c:v>
                      </c:pt>
                      <c:pt idx="246">
                        <c:v>18.757116656000001</c:v>
                      </c:pt>
                      <c:pt idx="247">
                        <c:v>25.501642489000002</c:v>
                      </c:pt>
                      <c:pt idx="248">
                        <c:v>30.25797725</c:v>
                      </c:pt>
                      <c:pt idx="249">
                        <c:v>32.163733798999999</c:v>
                      </c:pt>
                      <c:pt idx="250">
                        <c:v>34.809182599000003</c:v>
                      </c:pt>
                      <c:pt idx="251">
                        <c:v>38.324199759000003</c:v>
                      </c:pt>
                      <c:pt idx="252">
                        <c:v>41.702038676999997</c:v>
                      </c:pt>
                      <c:pt idx="253">
                        <c:v>46.132632297000001</c:v>
                      </c:pt>
                      <c:pt idx="254">
                        <c:v>46.146071644999999</c:v>
                      </c:pt>
                      <c:pt idx="255">
                        <c:v>44.048848816000003</c:v>
                      </c:pt>
                      <c:pt idx="256">
                        <c:v>41.858690154999998</c:v>
                      </c:pt>
                      <c:pt idx="257">
                        <c:v>43.187426389000002</c:v>
                      </c:pt>
                      <c:pt idx="258">
                        <c:v>43.024178122000002</c:v>
                      </c:pt>
                      <c:pt idx="259">
                        <c:v>48.671102572999999</c:v>
                      </c:pt>
                      <c:pt idx="260">
                        <c:v>54.035235503000003</c:v>
                      </c:pt>
                      <c:pt idx="261">
                        <c:v>59.882857731999998</c:v>
                      </c:pt>
                      <c:pt idx="262">
                        <c:v>58.208515560000002</c:v>
                      </c:pt>
                      <c:pt idx="263">
                        <c:v>47.519012285999999</c:v>
                      </c:pt>
                      <c:pt idx="264">
                        <c:v>34.610430647000001</c:v>
                      </c:pt>
                      <c:pt idx="265">
                        <c:v>21.601961720999999</c:v>
                      </c:pt>
                      <c:pt idx="266">
                        <c:v>12.904582228000001</c:v>
                      </c:pt>
                      <c:pt idx="267">
                        <c:v>8.4657741919999996</c:v>
                      </c:pt>
                      <c:pt idx="268">
                        <c:v>6.9333897100000002</c:v>
                      </c:pt>
                      <c:pt idx="269">
                        <c:v>8.9691164309999998</c:v>
                      </c:pt>
                      <c:pt idx="270">
                        <c:v>19.248008135999999</c:v>
                      </c:pt>
                      <c:pt idx="271">
                        <c:v>26.385792025000001</c:v>
                      </c:pt>
                      <c:pt idx="272">
                        <c:v>30.650562131000001</c:v>
                      </c:pt>
                      <c:pt idx="273">
                        <c:v>32.582973267</c:v>
                      </c:pt>
                      <c:pt idx="274">
                        <c:v>35.290887198</c:v>
                      </c:pt>
                      <c:pt idx="275">
                        <c:v>38.905718245000003</c:v>
                      </c:pt>
                      <c:pt idx="276">
                        <c:v>42.183822941999999</c:v>
                      </c:pt>
                      <c:pt idx="277">
                        <c:v>46.500473884000002</c:v>
                      </c:pt>
                      <c:pt idx="278">
                        <c:v>46.115604838000003</c:v>
                      </c:pt>
                      <c:pt idx="279">
                        <c:v>43.919391109999999</c:v>
                      </c:pt>
                      <c:pt idx="280">
                        <c:v>42.290589052000001</c:v>
                      </c:pt>
                      <c:pt idx="281">
                        <c:v>42.864403750000001</c:v>
                      </c:pt>
                      <c:pt idx="282">
                        <c:v>42.752588848999999</c:v>
                      </c:pt>
                      <c:pt idx="283">
                        <c:v>49.119602829999998</c:v>
                      </c:pt>
                      <c:pt idx="284">
                        <c:v>54.961020075</c:v>
                      </c:pt>
                      <c:pt idx="285">
                        <c:v>60.388418553999998</c:v>
                      </c:pt>
                      <c:pt idx="286">
                        <c:v>57.678651666999997</c:v>
                      </c:pt>
                      <c:pt idx="287">
                        <c:v>47.440903323000001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BF3F-49BE-B4BE-2314BCBEA28B}"/>
                  </c:ext>
                </c:extLst>
              </c15:ser>
            </c15:filteredLineSeries>
            <c15:filteredLineSeries>
              <c15:ser>
                <c:idx val="17"/>
                <c:order val="1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12-10-2026'!$S$1</c15:sqref>
                        </c15:formulaRef>
                      </c:ext>
                    </c:extLst>
                    <c:strCache>
                      <c:ptCount val="1"/>
                      <c:pt idx="0">
                        <c:v>OUG-DGW2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12-10-2026'!$S$2:$S$289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33.479881802000001</c:v>
                      </c:pt>
                      <c:pt idx="1">
                        <c:v>21.140875941000001</c:v>
                      </c:pt>
                      <c:pt idx="2">
                        <c:v>12.510054987</c:v>
                      </c:pt>
                      <c:pt idx="3">
                        <c:v>8.0123930330000004</c:v>
                      </c:pt>
                      <c:pt idx="4">
                        <c:v>6.3311448549999998</c:v>
                      </c:pt>
                      <c:pt idx="5">
                        <c:v>8.3718015870000002</c:v>
                      </c:pt>
                      <c:pt idx="6">
                        <c:v>17.021860775</c:v>
                      </c:pt>
                      <c:pt idx="7">
                        <c:v>23.464477438999999</c:v>
                      </c:pt>
                      <c:pt idx="8">
                        <c:v>28.035748276</c:v>
                      </c:pt>
                      <c:pt idx="9">
                        <c:v>30.386969873999998</c:v>
                      </c:pt>
                      <c:pt idx="10">
                        <c:v>33.482997795999999</c:v>
                      </c:pt>
                      <c:pt idx="11">
                        <c:v>36.939528777</c:v>
                      </c:pt>
                      <c:pt idx="12">
                        <c:v>39.824555728999997</c:v>
                      </c:pt>
                      <c:pt idx="13">
                        <c:v>44.126798055999998</c:v>
                      </c:pt>
                      <c:pt idx="14">
                        <c:v>44.503542838999998</c:v>
                      </c:pt>
                      <c:pt idx="15">
                        <c:v>42.446835806000003</c:v>
                      </c:pt>
                      <c:pt idx="16">
                        <c:v>38.992562296999999</c:v>
                      </c:pt>
                      <c:pt idx="17">
                        <c:v>39.581287885999998</c:v>
                      </c:pt>
                      <c:pt idx="18">
                        <c:v>38.603347120999999</c:v>
                      </c:pt>
                      <c:pt idx="19">
                        <c:v>44.382459011999998</c:v>
                      </c:pt>
                      <c:pt idx="20">
                        <c:v>48.701936947999997</c:v>
                      </c:pt>
                      <c:pt idx="21">
                        <c:v>54.628656053999997</c:v>
                      </c:pt>
                      <c:pt idx="22">
                        <c:v>54.813888720999998</c:v>
                      </c:pt>
                      <c:pt idx="23">
                        <c:v>48.238536412999999</c:v>
                      </c:pt>
                      <c:pt idx="24">
                        <c:v>36.668999210000003</c:v>
                      </c:pt>
                      <c:pt idx="25">
                        <c:v>24.384899803</c:v>
                      </c:pt>
                      <c:pt idx="26">
                        <c:v>15.244994398999999</c:v>
                      </c:pt>
                      <c:pt idx="27">
                        <c:v>9.6225679300000007</c:v>
                      </c:pt>
                      <c:pt idx="28">
                        <c:v>6.9358751180000002</c:v>
                      </c:pt>
                      <c:pt idx="29">
                        <c:v>8.2242878069999996</c:v>
                      </c:pt>
                      <c:pt idx="30">
                        <c:v>15.494440166</c:v>
                      </c:pt>
                      <c:pt idx="31">
                        <c:v>21.413316278</c:v>
                      </c:pt>
                      <c:pt idx="32">
                        <c:v>27.183580753000001</c:v>
                      </c:pt>
                      <c:pt idx="33">
                        <c:v>32.164288902000003</c:v>
                      </c:pt>
                      <c:pt idx="34">
                        <c:v>36.563844408999998</c:v>
                      </c:pt>
                      <c:pt idx="35">
                        <c:v>40.646938208000002</c:v>
                      </c:pt>
                      <c:pt idx="36">
                        <c:v>41.295099688000001</c:v>
                      </c:pt>
                      <c:pt idx="37">
                        <c:v>42.652054116999999</c:v>
                      </c:pt>
                      <c:pt idx="38">
                        <c:v>49.363988519999999</c:v>
                      </c:pt>
                      <c:pt idx="39">
                        <c:v>45.950505126000003</c:v>
                      </c:pt>
                      <c:pt idx="40">
                        <c:v>40.616554287</c:v>
                      </c:pt>
                      <c:pt idx="41">
                        <c:v>40.223604940000001</c:v>
                      </c:pt>
                      <c:pt idx="42">
                        <c:v>39.302534141000002</c:v>
                      </c:pt>
                      <c:pt idx="43">
                        <c:v>45.629075168</c:v>
                      </c:pt>
                      <c:pt idx="44">
                        <c:v>50.614011380000001</c:v>
                      </c:pt>
                      <c:pt idx="45">
                        <c:v>56.906698400000003</c:v>
                      </c:pt>
                      <c:pt idx="46">
                        <c:v>56.241100572000001</c:v>
                      </c:pt>
                      <c:pt idx="47">
                        <c:v>49.329630872999999</c:v>
                      </c:pt>
                      <c:pt idx="48">
                        <c:v>37.505162065</c:v>
                      </c:pt>
                      <c:pt idx="49">
                        <c:v>24.896130963000001</c:v>
                      </c:pt>
                      <c:pt idx="50">
                        <c:v>15.070255013000001</c:v>
                      </c:pt>
                      <c:pt idx="51">
                        <c:v>9.3672479719999995</c:v>
                      </c:pt>
                      <c:pt idx="52">
                        <c:v>6.9256905309999999</c:v>
                      </c:pt>
                      <c:pt idx="53">
                        <c:v>8.4083310450000006</c:v>
                      </c:pt>
                      <c:pt idx="54">
                        <c:v>16.017077332</c:v>
                      </c:pt>
                      <c:pt idx="55">
                        <c:v>22.343406081000001</c:v>
                      </c:pt>
                      <c:pt idx="56">
                        <c:v>27.665819591999998</c:v>
                      </c:pt>
                      <c:pt idx="57">
                        <c:v>31.056911981999999</c:v>
                      </c:pt>
                      <c:pt idx="58">
                        <c:v>34.478706932999998</c:v>
                      </c:pt>
                      <c:pt idx="59">
                        <c:v>37.794882684999997</c:v>
                      </c:pt>
                      <c:pt idx="60">
                        <c:v>39.888489471</c:v>
                      </c:pt>
                      <c:pt idx="61">
                        <c:v>44.716144188999998</c:v>
                      </c:pt>
                      <c:pt idx="62">
                        <c:v>46.326041422999999</c:v>
                      </c:pt>
                      <c:pt idx="63">
                        <c:v>43.903615821999999</c:v>
                      </c:pt>
                      <c:pt idx="64">
                        <c:v>39.484175864000001</c:v>
                      </c:pt>
                      <c:pt idx="65">
                        <c:v>39.369882574999998</c:v>
                      </c:pt>
                      <c:pt idx="66">
                        <c:v>37.860983941999997</c:v>
                      </c:pt>
                      <c:pt idx="67">
                        <c:v>43.949117551999997</c:v>
                      </c:pt>
                      <c:pt idx="68">
                        <c:v>48.988015681999997</c:v>
                      </c:pt>
                      <c:pt idx="69">
                        <c:v>54.854925796000003</c:v>
                      </c:pt>
                      <c:pt idx="70">
                        <c:v>54.129109511999999</c:v>
                      </c:pt>
                      <c:pt idx="71">
                        <c:v>46.221311448999998</c:v>
                      </c:pt>
                      <c:pt idx="72">
                        <c:v>33.329512479000002</c:v>
                      </c:pt>
                      <c:pt idx="73">
                        <c:v>20.591893111000001</c:v>
                      </c:pt>
                      <c:pt idx="74">
                        <c:v>12.169199865</c:v>
                      </c:pt>
                      <c:pt idx="75">
                        <c:v>7.7543809469999996</c:v>
                      </c:pt>
                      <c:pt idx="76">
                        <c:v>6.1796389349999998</c:v>
                      </c:pt>
                      <c:pt idx="77">
                        <c:v>8.1480531240000005</c:v>
                      </c:pt>
                      <c:pt idx="78">
                        <c:v>16.394256072000001</c:v>
                      </c:pt>
                      <c:pt idx="79">
                        <c:v>22.535007197999999</c:v>
                      </c:pt>
                      <c:pt idx="80">
                        <c:v>26.834922494000001</c:v>
                      </c:pt>
                      <c:pt idx="81">
                        <c:v>29.313939123000001</c:v>
                      </c:pt>
                      <c:pt idx="82">
                        <c:v>32.228373927</c:v>
                      </c:pt>
                      <c:pt idx="83">
                        <c:v>35.740692611999997</c:v>
                      </c:pt>
                      <c:pt idx="84">
                        <c:v>38.322971553000002</c:v>
                      </c:pt>
                      <c:pt idx="85">
                        <c:v>42.586282386999997</c:v>
                      </c:pt>
                      <c:pt idx="86">
                        <c:v>42.612796435</c:v>
                      </c:pt>
                      <c:pt idx="87">
                        <c:v>40.319745685999997</c:v>
                      </c:pt>
                      <c:pt idx="88">
                        <c:v>37.801854904999999</c:v>
                      </c:pt>
                      <c:pt idx="89">
                        <c:v>38.313001886999999</c:v>
                      </c:pt>
                      <c:pt idx="90">
                        <c:v>37.504139512000002</c:v>
                      </c:pt>
                      <c:pt idx="91">
                        <c:v>43.608712144000002</c:v>
                      </c:pt>
                      <c:pt idx="92">
                        <c:v>48.850359066999999</c:v>
                      </c:pt>
                      <c:pt idx="93">
                        <c:v>54.717023963999999</c:v>
                      </c:pt>
                      <c:pt idx="94">
                        <c:v>53.505034242999997</c:v>
                      </c:pt>
                      <c:pt idx="95">
                        <c:v>44.591171711000001</c:v>
                      </c:pt>
                      <c:pt idx="96">
                        <c:v>31.286260087999999</c:v>
                      </c:pt>
                      <c:pt idx="97">
                        <c:v>19.295407211000001</c:v>
                      </c:pt>
                      <c:pt idx="98">
                        <c:v>11.434801829</c:v>
                      </c:pt>
                      <c:pt idx="99">
                        <c:v>7.4211887010000002</c:v>
                      </c:pt>
                      <c:pt idx="100">
                        <c:v>6.0850765569999998</c:v>
                      </c:pt>
                      <c:pt idx="101">
                        <c:v>8.0370526279999996</c:v>
                      </c:pt>
                      <c:pt idx="102">
                        <c:v>16.608296471999999</c:v>
                      </c:pt>
                      <c:pt idx="103">
                        <c:v>22.842055962</c:v>
                      </c:pt>
                      <c:pt idx="104">
                        <c:v>27.086887016999999</c:v>
                      </c:pt>
                      <c:pt idx="105">
                        <c:v>29.570966382999998</c:v>
                      </c:pt>
                      <c:pt idx="106">
                        <c:v>32.271662775000003</c:v>
                      </c:pt>
                      <c:pt idx="107">
                        <c:v>36.078276737000003</c:v>
                      </c:pt>
                      <c:pt idx="108">
                        <c:v>38.582708150999999</c:v>
                      </c:pt>
                      <c:pt idx="109">
                        <c:v>42.820687827</c:v>
                      </c:pt>
                      <c:pt idx="110">
                        <c:v>42.632157268</c:v>
                      </c:pt>
                      <c:pt idx="111">
                        <c:v>40.227491784000001</c:v>
                      </c:pt>
                      <c:pt idx="112">
                        <c:v>37.715484173</c:v>
                      </c:pt>
                      <c:pt idx="113">
                        <c:v>38.438918606999998</c:v>
                      </c:pt>
                      <c:pt idx="114">
                        <c:v>37.670221183999999</c:v>
                      </c:pt>
                      <c:pt idx="115">
                        <c:v>44.008051125000001</c:v>
                      </c:pt>
                      <c:pt idx="116">
                        <c:v>49.300843753999999</c:v>
                      </c:pt>
                      <c:pt idx="117">
                        <c:v>55.72110387</c:v>
                      </c:pt>
                      <c:pt idx="118">
                        <c:v>54.024362932999999</c:v>
                      </c:pt>
                      <c:pt idx="119">
                        <c:v>45.267751253999997</c:v>
                      </c:pt>
                      <c:pt idx="120">
                        <c:v>31.835000551</c:v>
                      </c:pt>
                      <c:pt idx="121">
                        <c:v>19.475900331999998</c:v>
                      </c:pt>
                      <c:pt idx="122">
                        <c:v>11.506385327</c:v>
                      </c:pt>
                      <c:pt idx="123">
                        <c:v>7.3794109389999996</c:v>
                      </c:pt>
                      <c:pt idx="124">
                        <c:v>6.0033605699999999</c:v>
                      </c:pt>
                      <c:pt idx="125">
                        <c:v>8.0432359200000008</c:v>
                      </c:pt>
                      <c:pt idx="126">
                        <c:v>16.763598180999999</c:v>
                      </c:pt>
                      <c:pt idx="127">
                        <c:v>23.14716065</c:v>
                      </c:pt>
                      <c:pt idx="128">
                        <c:v>27.449773151999999</c:v>
                      </c:pt>
                      <c:pt idx="129">
                        <c:v>29.894102424</c:v>
                      </c:pt>
                      <c:pt idx="130">
                        <c:v>32.834167985000001</c:v>
                      </c:pt>
                      <c:pt idx="131">
                        <c:v>36.109470743000003</c:v>
                      </c:pt>
                      <c:pt idx="132">
                        <c:v>39.455454488999997</c:v>
                      </c:pt>
                      <c:pt idx="133">
                        <c:v>44.654337122999998</c:v>
                      </c:pt>
                      <c:pt idx="134">
                        <c:v>44.838833995999998</c:v>
                      </c:pt>
                      <c:pt idx="135">
                        <c:v>42.343303972999998</c:v>
                      </c:pt>
                      <c:pt idx="136">
                        <c:v>38.090656043999999</c:v>
                      </c:pt>
                      <c:pt idx="137">
                        <c:v>38.486037564999997</c:v>
                      </c:pt>
                      <c:pt idx="138">
                        <c:v>40.995255919999998</c:v>
                      </c:pt>
                      <c:pt idx="139">
                        <c:v>47.295621261000001</c:v>
                      </c:pt>
                      <c:pt idx="140">
                        <c:v>49.999201573000001</c:v>
                      </c:pt>
                      <c:pt idx="141">
                        <c:v>55.688270089</c:v>
                      </c:pt>
                      <c:pt idx="142">
                        <c:v>54.269989885999998</c:v>
                      </c:pt>
                      <c:pt idx="143">
                        <c:v>45.363287118999999</c:v>
                      </c:pt>
                      <c:pt idx="144">
                        <c:v>33.022659097000002</c:v>
                      </c:pt>
                      <c:pt idx="145">
                        <c:v>20.754308378000001</c:v>
                      </c:pt>
                      <c:pt idx="146">
                        <c:v>12.476424796</c:v>
                      </c:pt>
                      <c:pt idx="147">
                        <c:v>7.7289848609999998</c:v>
                      </c:pt>
                      <c:pt idx="148">
                        <c:v>6.144949306</c:v>
                      </c:pt>
                      <c:pt idx="149">
                        <c:v>8.1028353030000009</c:v>
                      </c:pt>
                      <c:pt idx="150">
                        <c:v>17.232680657</c:v>
                      </c:pt>
                      <c:pt idx="151">
                        <c:v>23.501254177</c:v>
                      </c:pt>
                      <c:pt idx="152">
                        <c:v>27.619163027999999</c:v>
                      </c:pt>
                      <c:pt idx="153">
                        <c:v>30.022565458999999</c:v>
                      </c:pt>
                      <c:pt idx="154">
                        <c:v>32.808023267000003</c:v>
                      </c:pt>
                      <c:pt idx="155">
                        <c:v>36.462438822000003</c:v>
                      </c:pt>
                      <c:pt idx="156">
                        <c:v>38.914644776000003</c:v>
                      </c:pt>
                      <c:pt idx="157">
                        <c:v>43.027398382000001</c:v>
                      </c:pt>
                      <c:pt idx="158">
                        <c:v>42.954540797999996</c:v>
                      </c:pt>
                      <c:pt idx="159">
                        <c:v>41.097703723000002</c:v>
                      </c:pt>
                      <c:pt idx="160">
                        <c:v>38.785395354000002</c:v>
                      </c:pt>
                      <c:pt idx="161">
                        <c:v>39.219626714999997</c:v>
                      </c:pt>
                      <c:pt idx="162">
                        <c:v>38.285728792999997</c:v>
                      </c:pt>
                      <c:pt idx="163">
                        <c:v>44.126147537000001</c:v>
                      </c:pt>
                      <c:pt idx="164">
                        <c:v>48.974976058000003</c:v>
                      </c:pt>
                      <c:pt idx="165">
                        <c:v>54.744572169999998</c:v>
                      </c:pt>
                      <c:pt idx="166">
                        <c:v>53.831127414000001</c:v>
                      </c:pt>
                      <c:pt idx="167">
                        <c:v>45.238843232999997</c:v>
                      </c:pt>
                      <c:pt idx="168">
                        <c:v>32.021890775000003</c:v>
                      </c:pt>
                      <c:pt idx="169">
                        <c:v>19.848481502999999</c:v>
                      </c:pt>
                      <c:pt idx="170">
                        <c:v>11.980638265</c:v>
                      </c:pt>
                      <c:pt idx="171">
                        <c:v>7.7999502679999999</c:v>
                      </c:pt>
                      <c:pt idx="172">
                        <c:v>6.353277522</c:v>
                      </c:pt>
                      <c:pt idx="173">
                        <c:v>8.252935184</c:v>
                      </c:pt>
                      <c:pt idx="174">
                        <c:v>17.479175069</c:v>
                      </c:pt>
                      <c:pt idx="175">
                        <c:v>24.655049087999998</c:v>
                      </c:pt>
                      <c:pt idx="176">
                        <c:v>29.88199217</c:v>
                      </c:pt>
                      <c:pt idx="177">
                        <c:v>33.321580206999997</c:v>
                      </c:pt>
                      <c:pt idx="178">
                        <c:v>34.956905069999998</c:v>
                      </c:pt>
                      <c:pt idx="179">
                        <c:v>37.515407809000003</c:v>
                      </c:pt>
                      <c:pt idx="180">
                        <c:v>40.245628683</c:v>
                      </c:pt>
                      <c:pt idx="181">
                        <c:v>44.567583186999997</c:v>
                      </c:pt>
                      <c:pt idx="182">
                        <c:v>44.279263950000001</c:v>
                      </c:pt>
                      <c:pt idx="183">
                        <c:v>41.789168509</c:v>
                      </c:pt>
                      <c:pt idx="184">
                        <c:v>39.386999379999999</c:v>
                      </c:pt>
                      <c:pt idx="185">
                        <c:v>39.434150008000003</c:v>
                      </c:pt>
                      <c:pt idx="186">
                        <c:v>39.302498501999999</c:v>
                      </c:pt>
                      <c:pt idx="187">
                        <c:v>45.719176949000001</c:v>
                      </c:pt>
                      <c:pt idx="188">
                        <c:v>50.018904227</c:v>
                      </c:pt>
                      <c:pt idx="189">
                        <c:v>55.371516323000002</c:v>
                      </c:pt>
                      <c:pt idx="190">
                        <c:v>55.150255829999999</c:v>
                      </c:pt>
                      <c:pt idx="191">
                        <c:v>48.259836667999998</c:v>
                      </c:pt>
                      <c:pt idx="192">
                        <c:v>36.376299252999999</c:v>
                      </c:pt>
                      <c:pt idx="193">
                        <c:v>23.946469599</c:v>
                      </c:pt>
                      <c:pt idx="194">
                        <c:v>14.592016204</c:v>
                      </c:pt>
                      <c:pt idx="195">
                        <c:v>9.4703500730000005</c:v>
                      </c:pt>
                      <c:pt idx="196">
                        <c:v>7.110763918</c:v>
                      </c:pt>
                      <c:pt idx="197">
                        <c:v>8.1581428650000003</c:v>
                      </c:pt>
                      <c:pt idx="198">
                        <c:v>15.7411254</c:v>
                      </c:pt>
                      <c:pt idx="199">
                        <c:v>21.824975988999999</c:v>
                      </c:pt>
                      <c:pt idx="200">
                        <c:v>27.586037313999999</c:v>
                      </c:pt>
                      <c:pt idx="201">
                        <c:v>32.220900338</c:v>
                      </c:pt>
                      <c:pt idx="202">
                        <c:v>36.666068347</c:v>
                      </c:pt>
                      <c:pt idx="203">
                        <c:v>40.701963391</c:v>
                      </c:pt>
                      <c:pt idx="204">
                        <c:v>41.334062901999999</c:v>
                      </c:pt>
                      <c:pt idx="205">
                        <c:v>42.813759312000002</c:v>
                      </c:pt>
                      <c:pt idx="206">
                        <c:v>49.515180460000003</c:v>
                      </c:pt>
                      <c:pt idx="207">
                        <c:v>45.751547629999997</c:v>
                      </c:pt>
                      <c:pt idx="208">
                        <c:v>41.118633422000002</c:v>
                      </c:pt>
                      <c:pt idx="209">
                        <c:v>40.928933909999998</c:v>
                      </c:pt>
                      <c:pt idx="210">
                        <c:v>40.170733226000003</c:v>
                      </c:pt>
                      <c:pt idx="211">
                        <c:v>46.591807934999999</c:v>
                      </c:pt>
                      <c:pt idx="212">
                        <c:v>51.659736334999998</c:v>
                      </c:pt>
                      <c:pt idx="213">
                        <c:v>57.004225271000003</c:v>
                      </c:pt>
                      <c:pt idx="214">
                        <c:v>56.860011553</c:v>
                      </c:pt>
                      <c:pt idx="215">
                        <c:v>49.253609547000003</c:v>
                      </c:pt>
                      <c:pt idx="216">
                        <c:v>36.750608995999997</c:v>
                      </c:pt>
                      <c:pt idx="217">
                        <c:v>23.918916274000001</c:v>
                      </c:pt>
                      <c:pt idx="218">
                        <c:v>14.811875405</c:v>
                      </c:pt>
                      <c:pt idx="219">
                        <c:v>9.3003123589999994</c:v>
                      </c:pt>
                      <c:pt idx="220">
                        <c:v>6.9872251270000003</c:v>
                      </c:pt>
                      <c:pt idx="221">
                        <c:v>8.1927975279999998</c:v>
                      </c:pt>
                      <c:pt idx="222">
                        <c:v>16.445840818000001</c:v>
                      </c:pt>
                      <c:pt idx="223">
                        <c:v>23.070324228</c:v>
                      </c:pt>
                      <c:pt idx="224">
                        <c:v>28.257719413</c:v>
                      </c:pt>
                      <c:pt idx="225">
                        <c:v>31.696701274999999</c:v>
                      </c:pt>
                      <c:pt idx="226">
                        <c:v>34.786316571</c:v>
                      </c:pt>
                      <c:pt idx="227">
                        <c:v>38.165924873000002</c:v>
                      </c:pt>
                      <c:pt idx="228">
                        <c:v>40.286243974999998</c:v>
                      </c:pt>
                      <c:pt idx="229">
                        <c:v>44.949086311999999</c:v>
                      </c:pt>
                      <c:pt idx="230">
                        <c:v>46.301170632999998</c:v>
                      </c:pt>
                      <c:pt idx="231">
                        <c:v>43.513592367999998</c:v>
                      </c:pt>
                      <c:pt idx="232">
                        <c:v>39.739565360999997</c:v>
                      </c:pt>
                      <c:pt idx="233">
                        <c:v>40.037342719999998</c:v>
                      </c:pt>
                      <c:pt idx="234">
                        <c:v>39.855920265000002</c:v>
                      </c:pt>
                      <c:pt idx="235">
                        <c:v>45.654837266999998</c:v>
                      </c:pt>
                      <c:pt idx="236">
                        <c:v>51.433351129999998</c:v>
                      </c:pt>
                      <c:pt idx="237">
                        <c:v>57.048879135999996</c:v>
                      </c:pt>
                      <c:pt idx="238">
                        <c:v>54.855106024999998</c:v>
                      </c:pt>
                      <c:pt idx="239">
                        <c:v>45.722869807000002</c:v>
                      </c:pt>
                      <c:pt idx="240">
                        <c:v>32.312465068000002</c:v>
                      </c:pt>
                      <c:pt idx="241">
                        <c:v>20.042634248999999</c:v>
                      </c:pt>
                      <c:pt idx="242">
                        <c:v>12.098063288000001</c:v>
                      </c:pt>
                      <c:pt idx="243">
                        <c:v>7.9199248579999999</c:v>
                      </c:pt>
                      <c:pt idx="244">
                        <c:v>6.4221386870000003</c:v>
                      </c:pt>
                      <c:pt idx="245">
                        <c:v>8.0487305429999996</c:v>
                      </c:pt>
                      <c:pt idx="246">
                        <c:v>16.612281558999999</c:v>
                      </c:pt>
                      <c:pt idx="247">
                        <c:v>23.023436234999998</c:v>
                      </c:pt>
                      <c:pt idx="248">
                        <c:v>27.898862469000001</c:v>
                      </c:pt>
                      <c:pt idx="249">
                        <c:v>29.848641442000002</c:v>
                      </c:pt>
                      <c:pt idx="250">
                        <c:v>32.182262582</c:v>
                      </c:pt>
                      <c:pt idx="251">
                        <c:v>35.647978254999998</c:v>
                      </c:pt>
                      <c:pt idx="252">
                        <c:v>38.279579071000001</c:v>
                      </c:pt>
                      <c:pt idx="253">
                        <c:v>42.654104367000002</c:v>
                      </c:pt>
                      <c:pt idx="254">
                        <c:v>42.532672042000002</c:v>
                      </c:pt>
                      <c:pt idx="255">
                        <c:v>40.481969913</c:v>
                      </c:pt>
                      <c:pt idx="256">
                        <c:v>38.820726037</c:v>
                      </c:pt>
                      <c:pt idx="257">
                        <c:v>40.583612825000003</c:v>
                      </c:pt>
                      <c:pt idx="258">
                        <c:v>40.398389342999998</c:v>
                      </c:pt>
                      <c:pt idx="259">
                        <c:v>45.662923923000001</c:v>
                      </c:pt>
                      <c:pt idx="260">
                        <c:v>50.626818855000003</c:v>
                      </c:pt>
                      <c:pt idx="261">
                        <c:v>55.500778650000001</c:v>
                      </c:pt>
                      <c:pt idx="262">
                        <c:v>53.843312218000001</c:v>
                      </c:pt>
                      <c:pt idx="263">
                        <c:v>43.956750982000003</c:v>
                      </c:pt>
                      <c:pt idx="264">
                        <c:v>31.688611164000001</c:v>
                      </c:pt>
                      <c:pt idx="265">
                        <c:v>19.493210526999999</c:v>
                      </c:pt>
                      <c:pt idx="266">
                        <c:v>11.649647469</c:v>
                      </c:pt>
                      <c:pt idx="267">
                        <c:v>7.6777867249999998</c:v>
                      </c:pt>
                      <c:pt idx="268">
                        <c:v>6.1239973350000003</c:v>
                      </c:pt>
                      <c:pt idx="269">
                        <c:v>8.0287309209999993</c:v>
                      </c:pt>
                      <c:pt idx="270">
                        <c:v>17.332383702000001</c:v>
                      </c:pt>
                      <c:pt idx="271">
                        <c:v>23.8263113</c:v>
                      </c:pt>
                      <c:pt idx="272">
                        <c:v>28.143956264</c:v>
                      </c:pt>
                      <c:pt idx="273">
                        <c:v>30.267325450000001</c:v>
                      </c:pt>
                      <c:pt idx="274">
                        <c:v>32.831738598000001</c:v>
                      </c:pt>
                      <c:pt idx="275">
                        <c:v>36.44493164</c:v>
                      </c:pt>
                      <c:pt idx="276">
                        <c:v>38.948723993999998</c:v>
                      </c:pt>
                      <c:pt idx="277">
                        <c:v>43.249362503</c:v>
                      </c:pt>
                      <c:pt idx="278">
                        <c:v>42.646101541999997</c:v>
                      </c:pt>
                      <c:pt idx="279">
                        <c:v>40.620444622999997</c:v>
                      </c:pt>
                      <c:pt idx="280">
                        <c:v>39.127483617000003</c:v>
                      </c:pt>
                      <c:pt idx="281">
                        <c:v>40.017491372999999</c:v>
                      </c:pt>
                      <c:pt idx="282">
                        <c:v>39.759148373999999</c:v>
                      </c:pt>
                      <c:pt idx="283">
                        <c:v>46.160166426000004</c:v>
                      </c:pt>
                      <c:pt idx="284">
                        <c:v>51.378359834000001</c:v>
                      </c:pt>
                      <c:pt idx="285">
                        <c:v>56.132177384000002</c:v>
                      </c:pt>
                      <c:pt idx="286">
                        <c:v>53.400791224999999</c:v>
                      </c:pt>
                      <c:pt idx="287">
                        <c:v>43.872449259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5-BF3F-49BE-B4BE-2314BCBEA28B}"/>
                  </c:ext>
                </c:extLst>
              </c15:ser>
            </c15:filteredLineSeries>
            <c15:filteredLineSeries>
              <c15:ser>
                <c:idx val="18"/>
                <c:order val="1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12-10-2026'!$T$1</c15:sqref>
                        </c15:formulaRef>
                      </c:ext>
                    </c:extLst>
                    <c:strCache>
                      <c:ptCount val="1"/>
                      <c:pt idx="0">
                        <c:v>OUG-DGW2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12-10-2026'!$T$2:$T$289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2.889785732</c:v>
                      </c:pt>
                      <c:pt idx="1">
                        <c:v>1.824343641</c:v>
                      </c:pt>
                      <c:pt idx="2">
                        <c:v>1.172772049</c:v>
                      </c:pt>
                      <c:pt idx="3">
                        <c:v>0.83633789000000003</c:v>
                      </c:pt>
                      <c:pt idx="4">
                        <c:v>0.72436003800000004</c:v>
                      </c:pt>
                      <c:pt idx="5">
                        <c:v>1.0513302579999999</c:v>
                      </c:pt>
                      <c:pt idx="6">
                        <c:v>2.039321352</c:v>
                      </c:pt>
                      <c:pt idx="7">
                        <c:v>2.6320144480000001</c:v>
                      </c:pt>
                      <c:pt idx="8">
                        <c:v>2.7101147409999999</c:v>
                      </c:pt>
                      <c:pt idx="9">
                        <c:v>2.5725324070000002</c:v>
                      </c:pt>
                      <c:pt idx="10">
                        <c:v>2.5831187550000001</c:v>
                      </c:pt>
                      <c:pt idx="11">
                        <c:v>2.7699988630000001</c:v>
                      </c:pt>
                      <c:pt idx="12">
                        <c:v>3.1242633130000002</c:v>
                      </c:pt>
                      <c:pt idx="13">
                        <c:v>3.5846841380000001</c:v>
                      </c:pt>
                      <c:pt idx="14">
                        <c:v>3.7791789900000001</c:v>
                      </c:pt>
                      <c:pt idx="15">
                        <c:v>3.6840171320000001</c:v>
                      </c:pt>
                      <c:pt idx="16">
                        <c:v>3.1940335480000002</c:v>
                      </c:pt>
                      <c:pt idx="17">
                        <c:v>2.8507023440000001</c:v>
                      </c:pt>
                      <c:pt idx="18">
                        <c:v>2.8664076359999999</c:v>
                      </c:pt>
                      <c:pt idx="19">
                        <c:v>3.2049175999999999</c:v>
                      </c:pt>
                      <c:pt idx="20">
                        <c:v>3.487451745</c:v>
                      </c:pt>
                      <c:pt idx="21">
                        <c:v>4.007992765</c:v>
                      </c:pt>
                      <c:pt idx="22">
                        <c:v>4.3075517889999997</c:v>
                      </c:pt>
                      <c:pt idx="23">
                        <c:v>4.0044971709999997</c:v>
                      </c:pt>
                      <c:pt idx="24">
                        <c:v>3.1364754860000001</c:v>
                      </c:pt>
                      <c:pt idx="25">
                        <c:v>2.1540320940000002</c:v>
                      </c:pt>
                      <c:pt idx="26">
                        <c:v>1.371845298</c:v>
                      </c:pt>
                      <c:pt idx="27">
                        <c:v>0.94299759900000002</c:v>
                      </c:pt>
                      <c:pt idx="28">
                        <c:v>0.76479446799999995</c:v>
                      </c:pt>
                      <c:pt idx="29">
                        <c:v>0.99409276599999996</c:v>
                      </c:pt>
                      <c:pt idx="30">
                        <c:v>1.8633718939999999</c:v>
                      </c:pt>
                      <c:pt idx="31">
                        <c:v>2.5052615660000002</c:v>
                      </c:pt>
                      <c:pt idx="32">
                        <c:v>2.8336730339999998</c:v>
                      </c:pt>
                      <c:pt idx="33">
                        <c:v>2.935275904</c:v>
                      </c:pt>
                      <c:pt idx="34">
                        <c:v>2.9526826920000002</c:v>
                      </c:pt>
                      <c:pt idx="35">
                        <c:v>3.2425214000000002</c:v>
                      </c:pt>
                      <c:pt idx="36">
                        <c:v>3.5805210289999998</c:v>
                      </c:pt>
                      <c:pt idx="37">
                        <c:v>3.8437904459999999</c:v>
                      </c:pt>
                      <c:pt idx="38">
                        <c:v>4.2070946400000002</c:v>
                      </c:pt>
                      <c:pt idx="39">
                        <c:v>4.0255463420000002</c:v>
                      </c:pt>
                      <c:pt idx="40">
                        <c:v>3.4052057850000002</c:v>
                      </c:pt>
                      <c:pt idx="41">
                        <c:v>3.0291581509999999</c:v>
                      </c:pt>
                      <c:pt idx="42">
                        <c:v>3.0006363610000002</c:v>
                      </c:pt>
                      <c:pt idx="43">
                        <c:v>3.3436933780000002</c:v>
                      </c:pt>
                      <c:pt idx="44">
                        <c:v>3.6515492140000001</c:v>
                      </c:pt>
                      <c:pt idx="45">
                        <c:v>4.1221095529999996</c:v>
                      </c:pt>
                      <c:pt idx="46">
                        <c:v>4.3989226610000003</c:v>
                      </c:pt>
                      <c:pt idx="47">
                        <c:v>4.1025809940000002</c:v>
                      </c:pt>
                      <c:pt idx="48">
                        <c:v>3.1808679130000002</c:v>
                      </c:pt>
                      <c:pt idx="49">
                        <c:v>2.1532016500000002</c:v>
                      </c:pt>
                      <c:pt idx="50">
                        <c:v>1.3709468920000001</c:v>
                      </c:pt>
                      <c:pt idx="51">
                        <c:v>0.96418411500000001</c:v>
                      </c:pt>
                      <c:pt idx="52">
                        <c:v>0.80926084799999998</c:v>
                      </c:pt>
                      <c:pt idx="53">
                        <c:v>1.0781969410000001</c:v>
                      </c:pt>
                      <c:pt idx="54">
                        <c:v>1.9885110079999999</c:v>
                      </c:pt>
                      <c:pt idx="55">
                        <c:v>2.5915944089999998</c:v>
                      </c:pt>
                      <c:pt idx="56">
                        <c:v>2.8729581469999999</c:v>
                      </c:pt>
                      <c:pt idx="57">
                        <c:v>2.76935888</c:v>
                      </c:pt>
                      <c:pt idx="58">
                        <c:v>2.7550602409999998</c:v>
                      </c:pt>
                      <c:pt idx="59">
                        <c:v>2.9564463910000001</c:v>
                      </c:pt>
                      <c:pt idx="60">
                        <c:v>3.248911348</c:v>
                      </c:pt>
                      <c:pt idx="61">
                        <c:v>3.7517218630000002</c:v>
                      </c:pt>
                      <c:pt idx="62">
                        <c:v>4.0197938530000004</c:v>
                      </c:pt>
                      <c:pt idx="63">
                        <c:v>3.8685610129999999</c:v>
                      </c:pt>
                      <c:pt idx="64">
                        <c:v>3.2809860780000002</c:v>
                      </c:pt>
                      <c:pt idx="65">
                        <c:v>2.9095962970000002</c:v>
                      </c:pt>
                      <c:pt idx="66">
                        <c:v>2.8282532589999998</c:v>
                      </c:pt>
                      <c:pt idx="67">
                        <c:v>3.1550878060000001</c:v>
                      </c:pt>
                      <c:pt idx="68">
                        <c:v>3.5132141379999999</c:v>
                      </c:pt>
                      <c:pt idx="69">
                        <c:v>4.0195017789999996</c:v>
                      </c:pt>
                      <c:pt idx="70">
                        <c:v>4.2575972889999996</c:v>
                      </c:pt>
                      <c:pt idx="71">
                        <c:v>3.8892588749999999</c:v>
                      </c:pt>
                      <c:pt idx="72">
                        <c:v>2.9099916540000001</c:v>
                      </c:pt>
                      <c:pt idx="73">
                        <c:v>1.86922799</c:v>
                      </c:pt>
                      <c:pt idx="74">
                        <c:v>1.1836487760000001</c:v>
                      </c:pt>
                      <c:pt idx="75">
                        <c:v>0.80740307499999997</c:v>
                      </c:pt>
                      <c:pt idx="76">
                        <c:v>0.71140174</c:v>
                      </c:pt>
                      <c:pt idx="77">
                        <c:v>1.017499183</c:v>
                      </c:pt>
                      <c:pt idx="78">
                        <c:v>1.9875968040000001</c:v>
                      </c:pt>
                      <c:pt idx="79">
                        <c:v>2.5181994759999999</c:v>
                      </c:pt>
                      <c:pt idx="80">
                        <c:v>2.6235793950000001</c:v>
                      </c:pt>
                      <c:pt idx="81">
                        <c:v>2.508437485</c:v>
                      </c:pt>
                      <c:pt idx="82">
                        <c:v>2.4880060469999998</c:v>
                      </c:pt>
                      <c:pt idx="83">
                        <c:v>2.6527054159999999</c:v>
                      </c:pt>
                      <c:pt idx="84">
                        <c:v>3.0439339830000001</c:v>
                      </c:pt>
                      <c:pt idx="85">
                        <c:v>3.4312425059999998</c:v>
                      </c:pt>
                      <c:pt idx="86">
                        <c:v>3.5792326590000001</c:v>
                      </c:pt>
                      <c:pt idx="87">
                        <c:v>3.4839110350000002</c:v>
                      </c:pt>
                      <c:pt idx="88">
                        <c:v>3.0817812130000002</c:v>
                      </c:pt>
                      <c:pt idx="89">
                        <c:v>2.775934881</c:v>
                      </c:pt>
                      <c:pt idx="90">
                        <c:v>2.7738344069999998</c:v>
                      </c:pt>
                      <c:pt idx="91">
                        <c:v>3.112084335</c:v>
                      </c:pt>
                      <c:pt idx="92">
                        <c:v>3.475686074</c:v>
                      </c:pt>
                      <c:pt idx="93">
                        <c:v>4.0354583320000001</c:v>
                      </c:pt>
                      <c:pt idx="94">
                        <c:v>4.2517374620000004</c:v>
                      </c:pt>
                      <c:pt idx="95">
                        <c:v>3.7670961630000002</c:v>
                      </c:pt>
                      <c:pt idx="96">
                        <c:v>2.702455702</c:v>
                      </c:pt>
                      <c:pt idx="97">
                        <c:v>1.7184574109999999</c:v>
                      </c:pt>
                      <c:pt idx="98">
                        <c:v>1.073917053</c:v>
                      </c:pt>
                      <c:pt idx="99">
                        <c:v>0.7540173</c:v>
                      </c:pt>
                      <c:pt idx="100">
                        <c:v>0.66834277200000003</c:v>
                      </c:pt>
                      <c:pt idx="101">
                        <c:v>0.99925687500000004</c:v>
                      </c:pt>
                      <c:pt idx="102">
                        <c:v>1.9787596009999999</c:v>
                      </c:pt>
                      <c:pt idx="103">
                        <c:v>2.5130806880000001</c:v>
                      </c:pt>
                      <c:pt idx="104">
                        <c:v>2.6065749249999999</c:v>
                      </c:pt>
                      <c:pt idx="105">
                        <c:v>2.4690321659999999</c:v>
                      </c:pt>
                      <c:pt idx="106">
                        <c:v>2.4576127269999999</c:v>
                      </c:pt>
                      <c:pt idx="107">
                        <c:v>2.6889888279999998</c:v>
                      </c:pt>
                      <c:pt idx="108">
                        <c:v>3.065727243</c:v>
                      </c:pt>
                      <c:pt idx="109">
                        <c:v>3.474647649</c:v>
                      </c:pt>
                      <c:pt idx="110">
                        <c:v>3.6261832169999999</c:v>
                      </c:pt>
                      <c:pt idx="111">
                        <c:v>3.4352203399999999</c:v>
                      </c:pt>
                      <c:pt idx="112">
                        <c:v>3.0445484380000001</c:v>
                      </c:pt>
                      <c:pt idx="113">
                        <c:v>2.757249807</c:v>
                      </c:pt>
                      <c:pt idx="114">
                        <c:v>2.7863250439999998</c:v>
                      </c:pt>
                      <c:pt idx="115">
                        <c:v>3.1090240910000002</c:v>
                      </c:pt>
                      <c:pt idx="116">
                        <c:v>3.5075616159999998</c:v>
                      </c:pt>
                      <c:pt idx="117">
                        <c:v>4.0151643760000004</c:v>
                      </c:pt>
                      <c:pt idx="118">
                        <c:v>4.2759529570000003</c:v>
                      </c:pt>
                      <c:pt idx="119">
                        <c:v>3.7896964409999998</c:v>
                      </c:pt>
                      <c:pt idx="120">
                        <c:v>2.7028578269999999</c:v>
                      </c:pt>
                      <c:pt idx="121">
                        <c:v>1.726904376</c:v>
                      </c:pt>
                      <c:pt idx="122">
                        <c:v>1.0674281299999999</c:v>
                      </c:pt>
                      <c:pt idx="123">
                        <c:v>0.74881027300000003</c:v>
                      </c:pt>
                      <c:pt idx="124">
                        <c:v>0.66663640899999999</c:v>
                      </c:pt>
                      <c:pt idx="125">
                        <c:v>0.96788434899999998</c:v>
                      </c:pt>
                      <c:pt idx="126">
                        <c:v>1.973989488</c:v>
                      </c:pt>
                      <c:pt idx="127">
                        <c:v>2.5414218079999999</c:v>
                      </c:pt>
                      <c:pt idx="128">
                        <c:v>2.6162221670000001</c:v>
                      </c:pt>
                      <c:pt idx="129">
                        <c:v>2.4908276960000002</c:v>
                      </c:pt>
                      <c:pt idx="130">
                        <c:v>2.4995871589999998</c:v>
                      </c:pt>
                      <c:pt idx="131">
                        <c:v>2.6995258390000001</c:v>
                      </c:pt>
                      <c:pt idx="132">
                        <c:v>3.106163027</c:v>
                      </c:pt>
                      <c:pt idx="133">
                        <c:v>3.629893332</c:v>
                      </c:pt>
                      <c:pt idx="134">
                        <c:v>3.8049343549999999</c:v>
                      </c:pt>
                      <c:pt idx="135">
                        <c:v>3.6410363860000001</c:v>
                      </c:pt>
                      <c:pt idx="136">
                        <c:v>3.1081967810000002</c:v>
                      </c:pt>
                      <c:pt idx="137">
                        <c:v>2.7881860299999999</c:v>
                      </c:pt>
                      <c:pt idx="138">
                        <c:v>2.9037361900000001</c:v>
                      </c:pt>
                      <c:pt idx="139">
                        <c:v>3.2830606069999999</c:v>
                      </c:pt>
                      <c:pt idx="140">
                        <c:v>3.5006076269999999</c:v>
                      </c:pt>
                      <c:pt idx="141">
                        <c:v>4.0220045850000004</c:v>
                      </c:pt>
                      <c:pt idx="142">
                        <c:v>4.2541379319999999</c:v>
                      </c:pt>
                      <c:pt idx="143">
                        <c:v>3.7761683079999999</c:v>
                      </c:pt>
                      <c:pt idx="144">
                        <c:v>2.7596546879999999</c:v>
                      </c:pt>
                      <c:pt idx="145">
                        <c:v>1.74710633</c:v>
                      </c:pt>
                      <c:pt idx="146">
                        <c:v>1.142966406</c:v>
                      </c:pt>
                      <c:pt idx="147">
                        <c:v>0.79025713600000003</c:v>
                      </c:pt>
                      <c:pt idx="148">
                        <c:v>0.67938404900000005</c:v>
                      </c:pt>
                      <c:pt idx="149">
                        <c:v>0.99406378799999995</c:v>
                      </c:pt>
                      <c:pt idx="150">
                        <c:v>2.003885855</c:v>
                      </c:pt>
                      <c:pt idx="151">
                        <c:v>2.5452181789999999</c:v>
                      </c:pt>
                      <c:pt idx="152">
                        <c:v>2.6254011450000001</c:v>
                      </c:pt>
                      <c:pt idx="153">
                        <c:v>2.534626668</c:v>
                      </c:pt>
                      <c:pt idx="154">
                        <c:v>2.4957092730000001</c:v>
                      </c:pt>
                      <c:pt idx="155">
                        <c:v>2.7023663139999998</c:v>
                      </c:pt>
                      <c:pt idx="156">
                        <c:v>3.070312629</c:v>
                      </c:pt>
                      <c:pt idx="157">
                        <c:v>3.484414702</c:v>
                      </c:pt>
                      <c:pt idx="158">
                        <c:v>3.6426114979999999</c:v>
                      </c:pt>
                      <c:pt idx="159">
                        <c:v>3.49197815</c:v>
                      </c:pt>
                      <c:pt idx="160">
                        <c:v>3.1306767400000002</c:v>
                      </c:pt>
                      <c:pt idx="161">
                        <c:v>2.8172599539999998</c:v>
                      </c:pt>
                      <c:pt idx="162">
                        <c:v>2.8171623320000001</c:v>
                      </c:pt>
                      <c:pt idx="163">
                        <c:v>3.1002464340000002</c:v>
                      </c:pt>
                      <c:pt idx="164">
                        <c:v>3.4958562030000002</c:v>
                      </c:pt>
                      <c:pt idx="165">
                        <c:v>4.0093274149999996</c:v>
                      </c:pt>
                      <c:pt idx="166">
                        <c:v>4.256625197</c:v>
                      </c:pt>
                      <c:pt idx="167">
                        <c:v>3.7299952119999999</c:v>
                      </c:pt>
                      <c:pt idx="168">
                        <c:v>2.6986185420000002</c:v>
                      </c:pt>
                      <c:pt idx="169">
                        <c:v>1.734772725</c:v>
                      </c:pt>
                      <c:pt idx="170">
                        <c:v>1.1379422669999999</c:v>
                      </c:pt>
                      <c:pt idx="171">
                        <c:v>0.77934586100000003</c:v>
                      </c:pt>
                      <c:pt idx="172">
                        <c:v>0.69842409299999997</c:v>
                      </c:pt>
                      <c:pt idx="173">
                        <c:v>1.018801125</c:v>
                      </c:pt>
                      <c:pt idx="174">
                        <c:v>2.0921192139999998</c:v>
                      </c:pt>
                      <c:pt idx="175">
                        <c:v>2.680118738</c:v>
                      </c:pt>
                      <c:pt idx="176">
                        <c:v>2.8066197239999999</c:v>
                      </c:pt>
                      <c:pt idx="177">
                        <c:v>2.6821899380000001</c:v>
                      </c:pt>
                      <c:pt idx="178">
                        <c:v>2.5732054309999999</c:v>
                      </c:pt>
                      <c:pt idx="179">
                        <c:v>2.736821365</c:v>
                      </c:pt>
                      <c:pt idx="180">
                        <c:v>3.15885887</c:v>
                      </c:pt>
                      <c:pt idx="181">
                        <c:v>3.6240875030000002</c:v>
                      </c:pt>
                      <c:pt idx="182">
                        <c:v>3.7613756729999999</c:v>
                      </c:pt>
                      <c:pt idx="183">
                        <c:v>3.5961738369999998</c:v>
                      </c:pt>
                      <c:pt idx="184">
                        <c:v>3.1282592930000002</c:v>
                      </c:pt>
                      <c:pt idx="185">
                        <c:v>2.833009267</c:v>
                      </c:pt>
                      <c:pt idx="186">
                        <c:v>2.88413516</c:v>
                      </c:pt>
                      <c:pt idx="187">
                        <c:v>3.24059081</c:v>
                      </c:pt>
                      <c:pt idx="188">
                        <c:v>3.5839101339999999</c:v>
                      </c:pt>
                      <c:pt idx="189">
                        <c:v>4.0676559770000003</c:v>
                      </c:pt>
                      <c:pt idx="190">
                        <c:v>4.3351930449999996</c:v>
                      </c:pt>
                      <c:pt idx="191">
                        <c:v>3.968650893</c:v>
                      </c:pt>
                      <c:pt idx="192">
                        <c:v>3.0504538700000001</c:v>
                      </c:pt>
                      <c:pt idx="193">
                        <c:v>2.0273915050000002</c:v>
                      </c:pt>
                      <c:pt idx="194">
                        <c:v>1.28906616</c:v>
                      </c:pt>
                      <c:pt idx="195">
                        <c:v>0.90794350599999996</c:v>
                      </c:pt>
                      <c:pt idx="196">
                        <c:v>0.72676142499999996</c:v>
                      </c:pt>
                      <c:pt idx="197">
                        <c:v>0.97104020400000002</c:v>
                      </c:pt>
                      <c:pt idx="198">
                        <c:v>1.8563816950000001</c:v>
                      </c:pt>
                      <c:pt idx="199">
                        <c:v>2.467291914</c:v>
                      </c:pt>
                      <c:pt idx="200">
                        <c:v>2.8567446950000002</c:v>
                      </c:pt>
                      <c:pt idx="201">
                        <c:v>2.9068274330000001</c:v>
                      </c:pt>
                      <c:pt idx="202">
                        <c:v>2.9646492929999999</c:v>
                      </c:pt>
                      <c:pt idx="203">
                        <c:v>3.2344216970000002</c:v>
                      </c:pt>
                      <c:pt idx="204">
                        <c:v>3.546390449</c:v>
                      </c:pt>
                      <c:pt idx="205">
                        <c:v>3.8228457809999998</c:v>
                      </c:pt>
                      <c:pt idx="206">
                        <c:v>4.187675016</c:v>
                      </c:pt>
                      <c:pt idx="207">
                        <c:v>3.9502181890000001</c:v>
                      </c:pt>
                      <c:pt idx="208">
                        <c:v>3.3799643480000001</c:v>
                      </c:pt>
                      <c:pt idx="209">
                        <c:v>3.0131768139999999</c:v>
                      </c:pt>
                      <c:pt idx="210">
                        <c:v>3.0211769180000001</c:v>
                      </c:pt>
                      <c:pt idx="211">
                        <c:v>3.361862312</c:v>
                      </c:pt>
                      <c:pt idx="212">
                        <c:v>3.7203192779999998</c:v>
                      </c:pt>
                      <c:pt idx="213">
                        <c:v>4.1804838950000001</c:v>
                      </c:pt>
                      <c:pt idx="214">
                        <c:v>4.4108302049999999</c:v>
                      </c:pt>
                      <c:pt idx="215">
                        <c:v>4.0111124079999998</c:v>
                      </c:pt>
                      <c:pt idx="216">
                        <c:v>3.082031508</c:v>
                      </c:pt>
                      <c:pt idx="217">
                        <c:v>2.0234165530000001</c:v>
                      </c:pt>
                      <c:pt idx="218">
                        <c:v>1.3001534830000001</c:v>
                      </c:pt>
                      <c:pt idx="219">
                        <c:v>0.90021833699999998</c:v>
                      </c:pt>
                      <c:pt idx="220">
                        <c:v>0.74302083600000002</c:v>
                      </c:pt>
                      <c:pt idx="221">
                        <c:v>0.98915609400000004</c:v>
                      </c:pt>
                      <c:pt idx="222">
                        <c:v>1.9443148690000001</c:v>
                      </c:pt>
                      <c:pt idx="223">
                        <c:v>2.587551494</c:v>
                      </c:pt>
                      <c:pt idx="224">
                        <c:v>2.8183578539999998</c:v>
                      </c:pt>
                      <c:pt idx="225">
                        <c:v>2.803848758</c:v>
                      </c:pt>
                      <c:pt idx="226">
                        <c:v>2.7566288390000002</c:v>
                      </c:pt>
                      <c:pt idx="227">
                        <c:v>2.8759518759999998</c:v>
                      </c:pt>
                      <c:pt idx="228">
                        <c:v>3.2253909329999999</c:v>
                      </c:pt>
                      <c:pt idx="229">
                        <c:v>3.6849046809999999</c:v>
                      </c:pt>
                      <c:pt idx="230">
                        <c:v>3.8924495979999998</c:v>
                      </c:pt>
                      <c:pt idx="231">
                        <c:v>3.782772161</c:v>
                      </c:pt>
                      <c:pt idx="232">
                        <c:v>3.2050428659999999</c:v>
                      </c:pt>
                      <c:pt idx="233">
                        <c:v>2.8906557419999999</c:v>
                      </c:pt>
                      <c:pt idx="234">
                        <c:v>2.9220950829999999</c:v>
                      </c:pt>
                      <c:pt idx="235">
                        <c:v>3.2657280659999999</c:v>
                      </c:pt>
                      <c:pt idx="236">
                        <c:v>3.646622743</c:v>
                      </c:pt>
                      <c:pt idx="237">
                        <c:v>4.1238408590000004</c:v>
                      </c:pt>
                      <c:pt idx="238">
                        <c:v>4.3586670349999999</c:v>
                      </c:pt>
                      <c:pt idx="239">
                        <c:v>3.7803568049999998</c:v>
                      </c:pt>
                      <c:pt idx="240">
                        <c:v>2.6919199009999999</c:v>
                      </c:pt>
                      <c:pt idx="241">
                        <c:v>1.703353882</c:v>
                      </c:pt>
                      <c:pt idx="242">
                        <c:v>1.102387486</c:v>
                      </c:pt>
                      <c:pt idx="243">
                        <c:v>0.777415089</c:v>
                      </c:pt>
                      <c:pt idx="244">
                        <c:v>0.69079619599999997</c:v>
                      </c:pt>
                      <c:pt idx="245">
                        <c:v>0.98078108200000003</c:v>
                      </c:pt>
                      <c:pt idx="246">
                        <c:v>1.9885753319999999</c:v>
                      </c:pt>
                      <c:pt idx="247">
                        <c:v>2.5285744600000002</c:v>
                      </c:pt>
                      <c:pt idx="248">
                        <c:v>2.6615805620000001</c:v>
                      </c:pt>
                      <c:pt idx="249">
                        <c:v>2.522761757</c:v>
                      </c:pt>
                      <c:pt idx="250">
                        <c:v>2.4558178919999998</c:v>
                      </c:pt>
                      <c:pt idx="251">
                        <c:v>2.6224035049999999</c:v>
                      </c:pt>
                      <c:pt idx="252">
                        <c:v>3.0095832570000001</c:v>
                      </c:pt>
                      <c:pt idx="253">
                        <c:v>3.4078933149999999</c:v>
                      </c:pt>
                      <c:pt idx="254">
                        <c:v>3.5227456259999999</c:v>
                      </c:pt>
                      <c:pt idx="255">
                        <c:v>3.4151005190000001</c:v>
                      </c:pt>
                      <c:pt idx="256">
                        <c:v>3.03349555</c:v>
                      </c:pt>
                      <c:pt idx="257">
                        <c:v>2.8189312559999999</c:v>
                      </c:pt>
                      <c:pt idx="258">
                        <c:v>2.921493076</c:v>
                      </c:pt>
                      <c:pt idx="259">
                        <c:v>3.2333102600000001</c:v>
                      </c:pt>
                      <c:pt idx="260">
                        <c:v>3.5991113870000002</c:v>
                      </c:pt>
                      <c:pt idx="261">
                        <c:v>4.1111254319999997</c:v>
                      </c:pt>
                      <c:pt idx="262">
                        <c:v>4.2666807310000001</c:v>
                      </c:pt>
                      <c:pt idx="263">
                        <c:v>3.615934046</c:v>
                      </c:pt>
                      <c:pt idx="264">
                        <c:v>2.6755475620000002</c:v>
                      </c:pt>
                      <c:pt idx="265">
                        <c:v>1.7123172849999999</c:v>
                      </c:pt>
                      <c:pt idx="266">
                        <c:v>1.0799041979999999</c:v>
                      </c:pt>
                      <c:pt idx="267">
                        <c:v>0.77878400699999994</c:v>
                      </c:pt>
                      <c:pt idx="268">
                        <c:v>0.70811538699999999</c:v>
                      </c:pt>
                      <c:pt idx="269">
                        <c:v>1.0254266540000001</c:v>
                      </c:pt>
                      <c:pt idx="270">
                        <c:v>2.0318042429999998</c:v>
                      </c:pt>
                      <c:pt idx="271">
                        <c:v>2.6224738969999999</c:v>
                      </c:pt>
                      <c:pt idx="272">
                        <c:v>2.6715839109999999</c:v>
                      </c:pt>
                      <c:pt idx="273">
                        <c:v>2.5004678679999999</c:v>
                      </c:pt>
                      <c:pt idx="274">
                        <c:v>2.4539464030000002</c:v>
                      </c:pt>
                      <c:pt idx="275">
                        <c:v>2.6881444409999999</c:v>
                      </c:pt>
                      <c:pt idx="276">
                        <c:v>3.0895344410000001</c:v>
                      </c:pt>
                      <c:pt idx="277">
                        <c:v>3.498025911</c:v>
                      </c:pt>
                      <c:pt idx="278">
                        <c:v>3.6160203129999999</c:v>
                      </c:pt>
                      <c:pt idx="279">
                        <c:v>3.4665244070000001</c:v>
                      </c:pt>
                      <c:pt idx="280">
                        <c:v>3.0884976370000001</c:v>
                      </c:pt>
                      <c:pt idx="281">
                        <c:v>2.875118101</c:v>
                      </c:pt>
                      <c:pt idx="282">
                        <c:v>2.9437607959999998</c:v>
                      </c:pt>
                      <c:pt idx="283">
                        <c:v>3.2649107609999999</c:v>
                      </c:pt>
                      <c:pt idx="284">
                        <c:v>3.6643178490000001</c:v>
                      </c:pt>
                      <c:pt idx="285">
                        <c:v>4.2001733569999997</c:v>
                      </c:pt>
                      <c:pt idx="286">
                        <c:v>4.3391760670000004</c:v>
                      </c:pt>
                      <c:pt idx="287">
                        <c:v>3.6980460819999998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6-BF3F-49BE-B4BE-2314BCBEA28B}"/>
                  </c:ext>
                </c:extLst>
              </c15:ser>
            </c15:filteredLineSeries>
            <c15:filteredLineSeries>
              <c15:ser>
                <c:idx val="19"/>
                <c:order val="1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12-10-2026'!$U$1</c15:sqref>
                        </c15:formulaRef>
                      </c:ext>
                    </c:extLst>
                    <c:strCache>
                      <c:ptCount val="1"/>
                      <c:pt idx="0">
                        <c:v>OUG-DGW2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12-10-2026'!$U$2:$U$289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36.369667534000001</c:v>
                      </c:pt>
                      <c:pt idx="1">
                        <c:v>22.965219582</c:v>
                      </c:pt>
                      <c:pt idx="2">
                        <c:v>13.682827036000001</c:v>
                      </c:pt>
                      <c:pt idx="3">
                        <c:v>8.8487309229999997</c:v>
                      </c:pt>
                      <c:pt idx="4">
                        <c:v>7.0555048930000002</c:v>
                      </c:pt>
                      <c:pt idx="5">
                        <c:v>9.4231318450000003</c:v>
                      </c:pt>
                      <c:pt idx="6">
                        <c:v>19.061182126999999</c:v>
                      </c:pt>
                      <c:pt idx="7">
                        <c:v>26.096491886999999</c:v>
                      </c:pt>
                      <c:pt idx="8">
                        <c:v>30.745863017000001</c:v>
                      </c:pt>
                      <c:pt idx="9">
                        <c:v>32.959502280999999</c:v>
                      </c:pt>
                      <c:pt idx="10">
                        <c:v>36.066116551</c:v>
                      </c:pt>
                      <c:pt idx="11">
                        <c:v>39.709527639999997</c:v>
                      </c:pt>
                      <c:pt idx="12">
                        <c:v>42.948819041999997</c:v>
                      </c:pt>
                      <c:pt idx="13">
                        <c:v>47.711482193999998</c:v>
                      </c:pt>
                      <c:pt idx="14">
                        <c:v>48.282721829000003</c:v>
                      </c:pt>
                      <c:pt idx="15">
                        <c:v>46.130852937999997</c:v>
                      </c:pt>
                      <c:pt idx="16">
                        <c:v>42.186595844999999</c:v>
                      </c:pt>
                      <c:pt idx="17">
                        <c:v>42.431990229999997</c:v>
                      </c:pt>
                      <c:pt idx="18">
                        <c:v>41.469754756999997</c:v>
                      </c:pt>
                      <c:pt idx="19">
                        <c:v>47.587376612</c:v>
                      </c:pt>
                      <c:pt idx="20">
                        <c:v>52.189388692999998</c:v>
                      </c:pt>
                      <c:pt idx="21">
                        <c:v>58.636648819000001</c:v>
                      </c:pt>
                      <c:pt idx="22">
                        <c:v>59.121440509999999</c:v>
                      </c:pt>
                      <c:pt idx="23">
                        <c:v>52.243033584000003</c:v>
                      </c:pt>
                      <c:pt idx="24">
                        <c:v>39.805474695999997</c:v>
                      </c:pt>
                      <c:pt idx="25">
                        <c:v>26.538931897000001</c:v>
                      </c:pt>
                      <c:pt idx="26">
                        <c:v>16.616839697</c:v>
                      </c:pt>
                      <c:pt idx="27">
                        <c:v>10.565565529000001</c:v>
                      </c:pt>
                      <c:pt idx="28">
                        <c:v>7.7006695860000001</c:v>
                      </c:pt>
                      <c:pt idx="29">
                        <c:v>9.2183805729999992</c:v>
                      </c:pt>
                      <c:pt idx="30">
                        <c:v>17.357812060000001</c:v>
                      </c:pt>
                      <c:pt idx="31">
                        <c:v>23.918577844000001</c:v>
                      </c:pt>
                      <c:pt idx="32">
                        <c:v>30.017253787000001</c:v>
                      </c:pt>
                      <c:pt idx="33">
                        <c:v>35.099564805999997</c:v>
                      </c:pt>
                      <c:pt idx="34">
                        <c:v>39.516527101000001</c:v>
                      </c:pt>
                      <c:pt idx="35">
                        <c:v>43.889459608000003</c:v>
                      </c:pt>
                      <c:pt idx="36">
                        <c:v>44.875620716999997</c:v>
                      </c:pt>
                      <c:pt idx="37">
                        <c:v>46.495844562999999</c:v>
                      </c:pt>
                      <c:pt idx="38">
                        <c:v>53.571083160000001</c:v>
                      </c:pt>
                      <c:pt idx="39">
                        <c:v>49.976051468000001</c:v>
                      </c:pt>
                      <c:pt idx="40">
                        <c:v>44.021760071999999</c:v>
                      </c:pt>
                      <c:pt idx="41">
                        <c:v>43.252763090999998</c:v>
                      </c:pt>
                      <c:pt idx="42">
                        <c:v>42.303170502</c:v>
                      </c:pt>
                      <c:pt idx="43">
                        <c:v>48.972768545999998</c:v>
                      </c:pt>
                      <c:pt idx="44">
                        <c:v>54.265560594</c:v>
                      </c:pt>
                      <c:pt idx="45">
                        <c:v>61.028807952999998</c:v>
                      </c:pt>
                      <c:pt idx="46">
                        <c:v>60.640023233000001</c:v>
                      </c:pt>
                      <c:pt idx="47">
                        <c:v>53.432211866999999</c:v>
                      </c:pt>
                      <c:pt idx="48">
                        <c:v>40.686029978000001</c:v>
                      </c:pt>
                      <c:pt idx="49">
                        <c:v>27.049332613000001</c:v>
                      </c:pt>
                      <c:pt idx="50">
                        <c:v>16.441201905</c:v>
                      </c:pt>
                      <c:pt idx="51">
                        <c:v>10.331432087</c:v>
                      </c:pt>
                      <c:pt idx="52">
                        <c:v>7.734951379</c:v>
                      </c:pt>
                      <c:pt idx="53">
                        <c:v>9.4865279860000005</c:v>
                      </c:pt>
                      <c:pt idx="54">
                        <c:v>18.005588339999999</c:v>
                      </c:pt>
                      <c:pt idx="55">
                        <c:v>24.93500049</c:v>
                      </c:pt>
                      <c:pt idx="56">
                        <c:v>30.538777739</c:v>
                      </c:pt>
                      <c:pt idx="57">
                        <c:v>33.826270862000001</c:v>
                      </c:pt>
                      <c:pt idx="58">
                        <c:v>37.233767174</c:v>
                      </c:pt>
                      <c:pt idx="59">
                        <c:v>40.751329075999998</c:v>
                      </c:pt>
                      <c:pt idx="60">
                        <c:v>43.137400819</c:v>
                      </c:pt>
                      <c:pt idx="61">
                        <c:v>48.467866051999998</c:v>
                      </c:pt>
                      <c:pt idx="62">
                        <c:v>50.345835276000003</c:v>
                      </c:pt>
                      <c:pt idx="63">
                        <c:v>47.772176835000003</c:v>
                      </c:pt>
                      <c:pt idx="64">
                        <c:v>42.765161941999999</c:v>
                      </c:pt>
                      <c:pt idx="65">
                        <c:v>42.279478871999999</c:v>
                      </c:pt>
                      <c:pt idx="66">
                        <c:v>40.689237200999997</c:v>
                      </c:pt>
                      <c:pt idx="67">
                        <c:v>47.104205358000002</c:v>
                      </c:pt>
                      <c:pt idx="68">
                        <c:v>52.501229819999999</c:v>
                      </c:pt>
                      <c:pt idx="69">
                        <c:v>58.874427574999999</c:v>
                      </c:pt>
                      <c:pt idx="70">
                        <c:v>58.386706801000003</c:v>
                      </c:pt>
                      <c:pt idx="71">
                        <c:v>50.110570324000001</c:v>
                      </c:pt>
                      <c:pt idx="72">
                        <c:v>36.239504132999997</c:v>
                      </c:pt>
                      <c:pt idx="73">
                        <c:v>22.461121101</c:v>
                      </c:pt>
                      <c:pt idx="74">
                        <c:v>13.352848641</c:v>
                      </c:pt>
                      <c:pt idx="75">
                        <c:v>8.5617840219999994</c:v>
                      </c:pt>
                      <c:pt idx="76">
                        <c:v>6.8910406750000002</c:v>
                      </c:pt>
                      <c:pt idx="77">
                        <c:v>9.1655523070000005</c:v>
                      </c:pt>
                      <c:pt idx="78">
                        <c:v>18.381852876</c:v>
                      </c:pt>
                      <c:pt idx="79">
                        <c:v>25.053206673999998</c:v>
                      </c:pt>
                      <c:pt idx="80">
                        <c:v>29.458501889000001</c:v>
                      </c:pt>
                      <c:pt idx="81">
                        <c:v>31.822376607999999</c:v>
                      </c:pt>
                      <c:pt idx="82">
                        <c:v>34.716379973999999</c:v>
                      </c:pt>
                      <c:pt idx="83">
                        <c:v>38.393398028</c:v>
                      </c:pt>
                      <c:pt idx="84">
                        <c:v>41.366905535999997</c:v>
                      </c:pt>
                      <c:pt idx="85">
                        <c:v>46.017524893000001</c:v>
                      </c:pt>
                      <c:pt idx="86">
                        <c:v>46.192029093999999</c:v>
                      </c:pt>
                      <c:pt idx="87">
                        <c:v>43.803656721000003</c:v>
                      </c:pt>
                      <c:pt idx="88">
                        <c:v>40.883636117999998</c:v>
                      </c:pt>
                      <c:pt idx="89">
                        <c:v>41.088936768000003</c:v>
                      </c:pt>
                      <c:pt idx="90">
                        <c:v>40.277973918999997</c:v>
                      </c:pt>
                      <c:pt idx="91">
                        <c:v>46.720796479000001</c:v>
                      </c:pt>
                      <c:pt idx="92">
                        <c:v>52.326045141000002</c:v>
                      </c:pt>
                      <c:pt idx="93">
                        <c:v>58.752482295999997</c:v>
                      </c:pt>
                      <c:pt idx="94">
                        <c:v>57.756771704999998</c:v>
                      </c:pt>
                      <c:pt idx="95">
                        <c:v>48.358267873999999</c:v>
                      </c:pt>
                      <c:pt idx="96">
                        <c:v>33.988715790000001</c:v>
                      </c:pt>
                      <c:pt idx="97">
                        <c:v>21.013864622</c:v>
                      </c:pt>
                      <c:pt idx="98">
                        <c:v>12.508718882</c:v>
                      </c:pt>
                      <c:pt idx="99">
                        <c:v>8.1752060009999994</c:v>
                      </c:pt>
                      <c:pt idx="100">
                        <c:v>6.7534193289999997</c:v>
                      </c:pt>
                      <c:pt idx="101">
                        <c:v>9.036309503</c:v>
                      </c:pt>
                      <c:pt idx="102">
                        <c:v>18.587056072999999</c:v>
                      </c:pt>
                      <c:pt idx="103">
                        <c:v>25.355136649999999</c:v>
                      </c:pt>
                      <c:pt idx="104">
                        <c:v>29.693461941999999</c:v>
                      </c:pt>
                      <c:pt idx="105">
                        <c:v>32.039998549000003</c:v>
                      </c:pt>
                      <c:pt idx="106">
                        <c:v>34.729275502</c:v>
                      </c:pt>
                      <c:pt idx="107">
                        <c:v>38.767265565000002</c:v>
                      </c:pt>
                      <c:pt idx="108">
                        <c:v>41.648435394000003</c:v>
                      </c:pt>
                      <c:pt idx="109">
                        <c:v>46.295335475999998</c:v>
                      </c:pt>
                      <c:pt idx="110">
                        <c:v>46.258340484999998</c:v>
                      </c:pt>
                      <c:pt idx="111">
                        <c:v>43.662712124000002</c:v>
                      </c:pt>
                      <c:pt idx="112">
                        <c:v>40.760032611</c:v>
                      </c:pt>
                      <c:pt idx="113">
                        <c:v>41.196168413999999</c:v>
                      </c:pt>
                      <c:pt idx="114">
                        <c:v>40.456546228000001</c:v>
                      </c:pt>
                      <c:pt idx="115">
                        <c:v>47.117075216000003</c:v>
                      </c:pt>
                      <c:pt idx="116">
                        <c:v>52.808405370000003</c:v>
                      </c:pt>
                      <c:pt idx="117">
                        <c:v>59.736268246000002</c:v>
                      </c:pt>
                      <c:pt idx="118">
                        <c:v>58.30031589</c:v>
                      </c:pt>
                      <c:pt idx="119">
                        <c:v>49.057447695</c:v>
                      </c:pt>
                      <c:pt idx="120">
                        <c:v>34.537858378000003</c:v>
                      </c:pt>
                      <c:pt idx="121">
                        <c:v>21.202804707999999</c:v>
                      </c:pt>
                      <c:pt idx="122">
                        <c:v>12.573813457</c:v>
                      </c:pt>
                      <c:pt idx="123">
                        <c:v>8.1282212119999997</c:v>
                      </c:pt>
                      <c:pt idx="124">
                        <c:v>6.6699969790000004</c:v>
                      </c:pt>
                      <c:pt idx="125">
                        <c:v>9.0111202689999992</c:v>
                      </c:pt>
                      <c:pt idx="126">
                        <c:v>18.737587669</c:v>
                      </c:pt>
                      <c:pt idx="127">
                        <c:v>25.688582457999999</c:v>
                      </c:pt>
                      <c:pt idx="128">
                        <c:v>30.065995318999999</c:v>
                      </c:pt>
                      <c:pt idx="129">
                        <c:v>32.38493012</c:v>
                      </c:pt>
                      <c:pt idx="130">
                        <c:v>35.333755144000001</c:v>
                      </c:pt>
                      <c:pt idx="131">
                        <c:v>38.808996581999999</c:v>
                      </c:pt>
                      <c:pt idx="132">
                        <c:v>42.561617515999998</c:v>
                      </c:pt>
                      <c:pt idx="133">
                        <c:v>48.284230454999999</c:v>
                      </c:pt>
                      <c:pt idx="134">
                        <c:v>48.643768350999999</c:v>
                      </c:pt>
                      <c:pt idx="135">
                        <c:v>45.984340359000001</c:v>
                      </c:pt>
                      <c:pt idx="136">
                        <c:v>41.198852825000003</c:v>
                      </c:pt>
                      <c:pt idx="137">
                        <c:v>41.274223595000002</c:v>
                      </c:pt>
                      <c:pt idx="138">
                        <c:v>43.898992110000002</c:v>
                      </c:pt>
                      <c:pt idx="139">
                        <c:v>50.578681867999997</c:v>
                      </c:pt>
                      <c:pt idx="140">
                        <c:v>53.499809200000001</c:v>
                      </c:pt>
                      <c:pt idx="141">
                        <c:v>59.710274673999997</c:v>
                      </c:pt>
                      <c:pt idx="142">
                        <c:v>58.524127817999997</c:v>
                      </c:pt>
                      <c:pt idx="143">
                        <c:v>49.139455427000001</c:v>
                      </c:pt>
                      <c:pt idx="144">
                        <c:v>35.782313784999999</c:v>
                      </c:pt>
                      <c:pt idx="145">
                        <c:v>22.501414707999999</c:v>
                      </c:pt>
                      <c:pt idx="146">
                        <c:v>13.619391201999999</c:v>
                      </c:pt>
                      <c:pt idx="147">
                        <c:v>8.519241997</c:v>
                      </c:pt>
                      <c:pt idx="148">
                        <c:v>6.8243333550000003</c:v>
                      </c:pt>
                      <c:pt idx="149">
                        <c:v>9.0968990909999992</c:v>
                      </c:pt>
                      <c:pt idx="150">
                        <c:v>19.236566512</c:v>
                      </c:pt>
                      <c:pt idx="151">
                        <c:v>26.046472355999999</c:v>
                      </c:pt>
                      <c:pt idx="152">
                        <c:v>30.244564173000001</c:v>
                      </c:pt>
                      <c:pt idx="153">
                        <c:v>32.557192127</c:v>
                      </c:pt>
                      <c:pt idx="154">
                        <c:v>35.303732539999999</c:v>
                      </c:pt>
                      <c:pt idx="155">
                        <c:v>39.164805135999998</c:v>
                      </c:pt>
                      <c:pt idx="156">
                        <c:v>41.984957405000003</c:v>
                      </c:pt>
                      <c:pt idx="157">
                        <c:v>46.511813084000003</c:v>
                      </c:pt>
                      <c:pt idx="158">
                        <c:v>46.597152295999997</c:v>
                      </c:pt>
                      <c:pt idx="159">
                        <c:v>44.589681873000004</c:v>
                      </c:pt>
                      <c:pt idx="160">
                        <c:v>41.916072094</c:v>
                      </c:pt>
                      <c:pt idx="161">
                        <c:v>42.036886668999998</c:v>
                      </c:pt>
                      <c:pt idx="162">
                        <c:v>41.102891124999999</c:v>
                      </c:pt>
                      <c:pt idx="163">
                        <c:v>47.226393971</c:v>
                      </c:pt>
                      <c:pt idx="164">
                        <c:v>52.470832260999998</c:v>
                      </c:pt>
                      <c:pt idx="165">
                        <c:v>58.753899584999999</c:v>
                      </c:pt>
                      <c:pt idx="166">
                        <c:v>58.087752610999999</c:v>
                      </c:pt>
                      <c:pt idx="167">
                        <c:v>48.968838445000003</c:v>
                      </c:pt>
                      <c:pt idx="168">
                        <c:v>34.720509317000001</c:v>
                      </c:pt>
                      <c:pt idx="169">
                        <c:v>21.583254228000001</c:v>
                      </c:pt>
                      <c:pt idx="170">
                        <c:v>13.118580531999999</c:v>
                      </c:pt>
                      <c:pt idx="171">
                        <c:v>8.5792961289999994</c:v>
                      </c:pt>
                      <c:pt idx="172">
                        <c:v>7.0517016149999998</c:v>
                      </c:pt>
                      <c:pt idx="173">
                        <c:v>9.2717363089999996</c:v>
                      </c:pt>
                      <c:pt idx="174">
                        <c:v>19.571294283</c:v>
                      </c:pt>
                      <c:pt idx="175">
                        <c:v>27.335167825999999</c:v>
                      </c:pt>
                      <c:pt idx="176">
                        <c:v>32.688611893999997</c:v>
                      </c:pt>
                      <c:pt idx="177">
                        <c:v>36.003770144999997</c:v>
                      </c:pt>
                      <c:pt idx="178">
                        <c:v>37.530110501000003</c:v>
                      </c:pt>
                      <c:pt idx="179">
                        <c:v>40.252229174</c:v>
                      </c:pt>
                      <c:pt idx="180">
                        <c:v>43.404487553000003</c:v>
                      </c:pt>
                      <c:pt idx="181">
                        <c:v>48.191670690000002</c:v>
                      </c:pt>
                      <c:pt idx="182">
                        <c:v>48.040639622999997</c:v>
                      </c:pt>
                      <c:pt idx="183">
                        <c:v>45.385342346000002</c:v>
                      </c:pt>
                      <c:pt idx="184">
                        <c:v>42.515258672999998</c:v>
                      </c:pt>
                      <c:pt idx="185">
                        <c:v>42.267159274999997</c:v>
                      </c:pt>
                      <c:pt idx="186">
                        <c:v>42.186633661999998</c:v>
                      </c:pt>
                      <c:pt idx="187">
                        <c:v>48.959767759000002</c:v>
                      </c:pt>
                      <c:pt idx="188">
                        <c:v>53.602814361</c:v>
                      </c:pt>
                      <c:pt idx="189">
                        <c:v>59.439172300000003</c:v>
                      </c:pt>
                      <c:pt idx="190">
                        <c:v>59.485448875000003</c:v>
                      </c:pt>
                      <c:pt idx="191">
                        <c:v>52.228487561000001</c:v>
                      </c:pt>
                      <c:pt idx="192">
                        <c:v>39.426753122999997</c:v>
                      </c:pt>
                      <c:pt idx="193">
                        <c:v>25.973861104000001</c:v>
                      </c:pt>
                      <c:pt idx="194">
                        <c:v>15.881082363999999</c:v>
                      </c:pt>
                      <c:pt idx="195">
                        <c:v>10.378293578999999</c:v>
                      </c:pt>
                      <c:pt idx="196">
                        <c:v>7.8375253430000003</c:v>
                      </c:pt>
                      <c:pt idx="197">
                        <c:v>9.1291830689999998</c:v>
                      </c:pt>
                      <c:pt idx="198">
                        <c:v>17.597507095000001</c:v>
                      </c:pt>
                      <c:pt idx="199">
                        <c:v>24.292267902999999</c:v>
                      </c:pt>
                      <c:pt idx="200">
                        <c:v>30.442782008999998</c:v>
                      </c:pt>
                      <c:pt idx="201">
                        <c:v>35.127727771000004</c:v>
                      </c:pt>
                      <c:pt idx="202">
                        <c:v>39.63071764</c:v>
                      </c:pt>
                      <c:pt idx="203">
                        <c:v>43.936385088000002</c:v>
                      </c:pt>
                      <c:pt idx="204">
                        <c:v>44.880453351</c:v>
                      </c:pt>
                      <c:pt idx="205">
                        <c:v>46.636605093</c:v>
                      </c:pt>
                      <c:pt idx="206">
                        <c:v>53.702855476000003</c:v>
                      </c:pt>
                      <c:pt idx="207">
                        <c:v>49.701765819000002</c:v>
                      </c:pt>
                      <c:pt idx="208">
                        <c:v>44.498597770000003</c:v>
                      </c:pt>
                      <c:pt idx="209">
                        <c:v>43.942110724000003</c:v>
                      </c:pt>
                      <c:pt idx="210">
                        <c:v>43.191910143999998</c:v>
                      </c:pt>
                      <c:pt idx="211">
                        <c:v>49.953670246999998</c:v>
                      </c:pt>
                      <c:pt idx="212">
                        <c:v>55.380055613000003</c:v>
                      </c:pt>
                      <c:pt idx="213">
                        <c:v>61.184709165999998</c:v>
                      </c:pt>
                      <c:pt idx="214">
                        <c:v>61.270841758000003</c:v>
                      </c:pt>
                      <c:pt idx="215">
                        <c:v>53.264721954999999</c:v>
                      </c:pt>
                      <c:pt idx="216">
                        <c:v>39.832640503999997</c:v>
                      </c:pt>
                      <c:pt idx="217">
                        <c:v>25.942332827000001</c:v>
                      </c:pt>
                      <c:pt idx="218">
                        <c:v>16.112028888000001</c:v>
                      </c:pt>
                      <c:pt idx="219">
                        <c:v>10.200530696</c:v>
                      </c:pt>
                      <c:pt idx="220">
                        <c:v>7.7302459629999998</c:v>
                      </c:pt>
                      <c:pt idx="221">
                        <c:v>9.181953622</c:v>
                      </c:pt>
                      <c:pt idx="222">
                        <c:v>18.390155687</c:v>
                      </c:pt>
                      <c:pt idx="223">
                        <c:v>25.657875722</c:v>
                      </c:pt>
                      <c:pt idx="224">
                        <c:v>31.076077266999999</c:v>
                      </c:pt>
                      <c:pt idx="225">
                        <c:v>34.500550033000003</c:v>
                      </c:pt>
                      <c:pt idx="226">
                        <c:v>37.542945410000002</c:v>
                      </c:pt>
                      <c:pt idx="227">
                        <c:v>41.041876748999996</c:v>
                      </c:pt>
                      <c:pt idx="228">
                        <c:v>43.511634907999998</c:v>
                      </c:pt>
                      <c:pt idx="229">
                        <c:v>48.633990992999998</c:v>
                      </c:pt>
                      <c:pt idx="230">
                        <c:v>50.193620230999997</c:v>
                      </c:pt>
                      <c:pt idx="231">
                        <c:v>47.296364529000002</c:v>
                      </c:pt>
                      <c:pt idx="232">
                        <c:v>42.944608227000003</c:v>
                      </c:pt>
                      <c:pt idx="233">
                        <c:v>42.927998461999998</c:v>
                      </c:pt>
                      <c:pt idx="234">
                        <c:v>42.778015347999997</c:v>
                      </c:pt>
                      <c:pt idx="235">
                        <c:v>48.920565332999999</c:v>
                      </c:pt>
                      <c:pt idx="236">
                        <c:v>55.079973873</c:v>
                      </c:pt>
                      <c:pt idx="237">
                        <c:v>61.172719995000001</c:v>
                      </c:pt>
                      <c:pt idx="238">
                        <c:v>59.213773060000001</c:v>
                      </c:pt>
                      <c:pt idx="239">
                        <c:v>49.503226611999999</c:v>
                      </c:pt>
                      <c:pt idx="240">
                        <c:v>35.004384969</c:v>
                      </c:pt>
                      <c:pt idx="241">
                        <c:v>21.745988131000001</c:v>
                      </c:pt>
                      <c:pt idx="242">
                        <c:v>13.200450774</c:v>
                      </c:pt>
                      <c:pt idx="243">
                        <c:v>8.6973399469999997</c:v>
                      </c:pt>
                      <c:pt idx="244">
                        <c:v>7.1129348830000003</c:v>
                      </c:pt>
                      <c:pt idx="245">
                        <c:v>9.0295116249999996</c:v>
                      </c:pt>
                      <c:pt idx="246">
                        <c:v>18.600856890999999</c:v>
                      </c:pt>
                      <c:pt idx="247">
                        <c:v>25.552010695</c:v>
                      </c:pt>
                      <c:pt idx="248">
                        <c:v>30.560443030999998</c:v>
                      </c:pt>
                      <c:pt idx="249">
                        <c:v>32.371403199</c:v>
                      </c:pt>
                      <c:pt idx="250">
                        <c:v>34.638080473999999</c:v>
                      </c:pt>
                      <c:pt idx="251">
                        <c:v>38.270381759999999</c:v>
                      </c:pt>
                      <c:pt idx="252">
                        <c:v>41.289162328000003</c:v>
                      </c:pt>
                      <c:pt idx="253">
                        <c:v>46.061997681999998</c:v>
                      </c:pt>
                      <c:pt idx="254">
                        <c:v>46.055417667999997</c:v>
                      </c:pt>
                      <c:pt idx="255">
                        <c:v>43.897070432</c:v>
                      </c:pt>
                      <c:pt idx="256">
                        <c:v>41.854221586999998</c:v>
                      </c:pt>
                      <c:pt idx="257">
                        <c:v>43.402544081000002</c:v>
                      </c:pt>
                      <c:pt idx="258">
                        <c:v>43.319882419000002</c:v>
                      </c:pt>
                      <c:pt idx="259">
                        <c:v>48.896234182999997</c:v>
                      </c:pt>
                      <c:pt idx="260">
                        <c:v>54.225930241999997</c:v>
                      </c:pt>
                      <c:pt idx="261">
                        <c:v>59.611904082000002</c:v>
                      </c:pt>
                      <c:pt idx="262">
                        <c:v>58.109992949000002</c:v>
                      </c:pt>
                      <c:pt idx="263">
                        <c:v>47.572685028000002</c:v>
                      </c:pt>
                      <c:pt idx="264">
                        <c:v>34.364158725999999</c:v>
                      </c:pt>
                      <c:pt idx="265">
                        <c:v>21.205527812</c:v>
                      </c:pt>
                      <c:pt idx="266">
                        <c:v>12.729551667000001</c:v>
                      </c:pt>
                      <c:pt idx="267">
                        <c:v>8.4565707319999994</c:v>
                      </c:pt>
                      <c:pt idx="268">
                        <c:v>6.8321127219999997</c:v>
                      </c:pt>
                      <c:pt idx="269">
                        <c:v>9.0541575749999996</c:v>
                      </c:pt>
                      <c:pt idx="270">
                        <c:v>19.364187945000001</c:v>
                      </c:pt>
                      <c:pt idx="271">
                        <c:v>26.448785196999999</c:v>
                      </c:pt>
                      <c:pt idx="272">
                        <c:v>30.815540174999999</c:v>
                      </c:pt>
                      <c:pt idx="273">
                        <c:v>32.767793318000003</c:v>
                      </c:pt>
                      <c:pt idx="274">
                        <c:v>35.285685000999997</c:v>
                      </c:pt>
                      <c:pt idx="275">
                        <c:v>39.133076080999999</c:v>
                      </c:pt>
                      <c:pt idx="276">
                        <c:v>42.038258435000003</c:v>
                      </c:pt>
                      <c:pt idx="277">
                        <c:v>46.747388414</c:v>
                      </c:pt>
                      <c:pt idx="278">
                        <c:v>46.262121854999997</c:v>
                      </c:pt>
                      <c:pt idx="279">
                        <c:v>44.086969029999999</c:v>
                      </c:pt>
                      <c:pt idx="280">
                        <c:v>42.215981253999999</c:v>
                      </c:pt>
                      <c:pt idx="281">
                        <c:v>42.892609473999997</c:v>
                      </c:pt>
                      <c:pt idx="282">
                        <c:v>42.702909169999998</c:v>
                      </c:pt>
                      <c:pt idx="283">
                        <c:v>49.425077186999999</c:v>
                      </c:pt>
                      <c:pt idx="284">
                        <c:v>55.042677683000001</c:v>
                      </c:pt>
                      <c:pt idx="285">
                        <c:v>60.332350740999999</c:v>
                      </c:pt>
                      <c:pt idx="286">
                        <c:v>57.739967292000003</c:v>
                      </c:pt>
                      <c:pt idx="287">
                        <c:v>47.570495340999997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7-BF3F-49BE-B4BE-2314BCBEA28B}"/>
                  </c:ext>
                </c:extLst>
              </c15:ser>
            </c15:filteredLineSeries>
            <c15:filteredLineSeries>
              <c15:ser>
                <c:idx val="20"/>
                <c:order val="2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12-10-2026'!$V$1</c15:sqref>
                        </c15:formulaRef>
                      </c:ext>
                    </c:extLst>
                    <c:strCache>
                      <c:ptCount val="1"/>
                      <c:pt idx="0">
                        <c:v>OUG-DGW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12-10-2026'!$V$2:$V$289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72.539952962000001</c:v>
                      </c:pt>
                      <c:pt idx="1">
                        <c:v>45.675281264999995</c:v>
                      </c:pt>
                      <c:pt idx="2">
                        <c:v>27.368515071000001</c:v>
                      </c:pt>
                      <c:pt idx="3">
                        <c:v>17.747512254</c:v>
                      </c:pt>
                      <c:pt idx="4">
                        <c:v>14.175988493</c:v>
                      </c:pt>
                      <c:pt idx="5">
                        <c:v>18.880061484000002</c:v>
                      </c:pt>
                      <c:pt idx="6">
                        <c:v>38.081789361999995</c:v>
                      </c:pt>
                      <c:pt idx="7">
                        <c:v>52.236527936999998</c:v>
                      </c:pt>
                      <c:pt idx="8">
                        <c:v>61.400601847000004</c:v>
                      </c:pt>
                      <c:pt idx="9">
                        <c:v>65.669385761000001</c:v>
                      </c:pt>
                      <c:pt idx="10">
                        <c:v>71.86750613000001</c:v>
                      </c:pt>
                      <c:pt idx="11">
                        <c:v>79.672429690999991</c:v>
                      </c:pt>
                      <c:pt idx="12">
                        <c:v>85.771635068999998</c:v>
                      </c:pt>
                      <c:pt idx="13">
                        <c:v>95.308773727000002</c:v>
                      </c:pt>
                      <c:pt idx="14">
                        <c:v>96.420852453000009</c:v>
                      </c:pt>
                      <c:pt idx="15">
                        <c:v>92.129452478999994</c:v>
                      </c:pt>
                      <c:pt idx="16">
                        <c:v>84.214714981</c:v>
                      </c:pt>
                      <c:pt idx="17">
                        <c:v>84.725434404999987</c:v>
                      </c:pt>
                      <c:pt idx="18">
                        <c:v>82.802269965999997</c:v>
                      </c:pt>
                      <c:pt idx="19">
                        <c:v>95.022282095999998</c:v>
                      </c:pt>
                      <c:pt idx="20">
                        <c:v>104.47083276699999</c:v>
                      </c:pt>
                      <c:pt idx="21">
                        <c:v>117.18738738600001</c:v>
                      </c:pt>
                      <c:pt idx="22">
                        <c:v>118.059491377</c:v>
                      </c:pt>
                      <c:pt idx="23">
                        <c:v>104.416210574</c:v>
                      </c:pt>
                      <c:pt idx="24">
                        <c:v>79.533112410999991</c:v>
                      </c:pt>
                      <c:pt idx="25">
                        <c:v>53.164136674000005</c:v>
                      </c:pt>
                      <c:pt idx="26">
                        <c:v>32.993353845000001</c:v>
                      </c:pt>
                      <c:pt idx="27">
                        <c:v>20.958150948</c:v>
                      </c:pt>
                      <c:pt idx="28">
                        <c:v>15.504205751000001</c:v>
                      </c:pt>
                      <c:pt idx="29">
                        <c:v>18.553822648000001</c:v>
                      </c:pt>
                      <c:pt idx="30">
                        <c:v>34.697744229000001</c:v>
                      </c:pt>
                      <c:pt idx="31">
                        <c:v>47.842964027999997</c:v>
                      </c:pt>
                      <c:pt idx="32">
                        <c:v>59.885421231000002</c:v>
                      </c:pt>
                      <c:pt idx="33">
                        <c:v>69.782908556999999</c:v>
                      </c:pt>
                      <c:pt idx="34">
                        <c:v>78.936632830999997</c:v>
                      </c:pt>
                      <c:pt idx="35">
                        <c:v>87.631123615000007</c:v>
                      </c:pt>
                      <c:pt idx="36">
                        <c:v>89.578747574000005</c:v>
                      </c:pt>
                      <c:pt idx="37">
                        <c:v>92.721727646000005</c:v>
                      </c:pt>
                      <c:pt idx="38">
                        <c:v>106.941763111</c:v>
                      </c:pt>
                      <c:pt idx="39">
                        <c:v>99.874767609999992</c:v>
                      </c:pt>
                      <c:pt idx="40">
                        <c:v>87.769189967000003</c:v>
                      </c:pt>
                      <c:pt idx="41">
                        <c:v>86.071208118000001</c:v>
                      </c:pt>
                      <c:pt idx="42">
                        <c:v>84.391994374999996</c:v>
                      </c:pt>
                      <c:pt idx="43">
                        <c:v>97.879116190999994</c:v>
                      </c:pt>
                      <c:pt idx="44">
                        <c:v>108.586539757</c:v>
                      </c:pt>
                      <c:pt idx="45">
                        <c:v>122.02202257899999</c:v>
                      </c:pt>
                      <c:pt idx="46">
                        <c:v>121.26839618299999</c:v>
                      </c:pt>
                      <c:pt idx="47">
                        <c:v>106.918500522</c:v>
                      </c:pt>
                      <c:pt idx="48">
                        <c:v>81.330710245000006</c:v>
                      </c:pt>
                      <c:pt idx="49">
                        <c:v>54.038463426</c:v>
                      </c:pt>
                      <c:pt idx="50">
                        <c:v>32.881974834000005</c:v>
                      </c:pt>
                      <c:pt idx="51">
                        <c:v>20.806227315000001</c:v>
                      </c:pt>
                      <c:pt idx="52">
                        <c:v>15.590930676999999</c:v>
                      </c:pt>
                      <c:pt idx="53">
                        <c:v>19.107604475999999</c:v>
                      </c:pt>
                      <c:pt idx="54">
                        <c:v>36.416951021999999</c:v>
                      </c:pt>
                      <c:pt idx="55">
                        <c:v>49.927545203999998</c:v>
                      </c:pt>
                      <c:pt idx="56">
                        <c:v>60.685809500000005</c:v>
                      </c:pt>
                      <c:pt idx="57">
                        <c:v>67.762081109000007</c:v>
                      </c:pt>
                      <c:pt idx="58">
                        <c:v>73.999736317</c:v>
                      </c:pt>
                      <c:pt idx="59">
                        <c:v>81.087698345000007</c:v>
                      </c:pt>
                      <c:pt idx="60">
                        <c:v>85.887388568000006</c:v>
                      </c:pt>
                      <c:pt idx="61">
                        <c:v>96.563900423999996</c:v>
                      </c:pt>
                      <c:pt idx="62">
                        <c:v>100.26061488900001</c:v>
                      </c:pt>
                      <c:pt idx="63">
                        <c:v>95.178333231000011</c:v>
                      </c:pt>
                      <c:pt idx="64">
                        <c:v>85.383537996000001</c:v>
                      </c:pt>
                      <c:pt idx="65">
                        <c:v>84.364262271999991</c:v>
                      </c:pt>
                      <c:pt idx="66">
                        <c:v>81.142539763000002</c:v>
                      </c:pt>
                      <c:pt idx="67">
                        <c:v>94.100526967000008</c:v>
                      </c:pt>
                      <c:pt idx="68">
                        <c:v>105.171653307</c:v>
                      </c:pt>
                      <c:pt idx="69">
                        <c:v>117.77673408199999</c:v>
                      </c:pt>
                      <c:pt idx="70">
                        <c:v>116.727043522</c:v>
                      </c:pt>
                      <c:pt idx="71">
                        <c:v>100.12271317</c:v>
                      </c:pt>
                      <c:pt idx="72">
                        <c:v>72.020541183999995</c:v>
                      </c:pt>
                      <c:pt idx="73">
                        <c:v>44.908105988000003</c:v>
                      </c:pt>
                      <c:pt idx="74">
                        <c:v>26.886555317999999</c:v>
                      </c:pt>
                      <c:pt idx="75">
                        <c:v>17.263440189000001</c:v>
                      </c:pt>
                      <c:pt idx="76">
                        <c:v>13.904880161000001</c:v>
                      </c:pt>
                      <c:pt idx="77">
                        <c:v>18.311060158</c:v>
                      </c:pt>
                      <c:pt idx="78">
                        <c:v>36.645882650000004</c:v>
                      </c:pt>
                      <c:pt idx="79">
                        <c:v>49.970048032999998</c:v>
                      </c:pt>
                      <c:pt idx="80">
                        <c:v>58.884010083</c:v>
                      </c:pt>
                      <c:pt idx="81">
                        <c:v>63.642578587999999</c:v>
                      </c:pt>
                      <c:pt idx="82">
                        <c:v>69.246168519000008</c:v>
                      </c:pt>
                      <c:pt idx="83">
                        <c:v>76.723334703000006</c:v>
                      </c:pt>
                      <c:pt idx="84">
                        <c:v>82.786886929999994</c:v>
                      </c:pt>
                      <c:pt idx="85">
                        <c:v>92.075421231000007</c:v>
                      </c:pt>
                      <c:pt idx="86">
                        <c:v>92.46080169199999</c:v>
                      </c:pt>
                      <c:pt idx="87">
                        <c:v>87.736759413000001</c:v>
                      </c:pt>
                      <c:pt idx="88">
                        <c:v>81.830922921999999</c:v>
                      </c:pt>
                      <c:pt idx="89">
                        <c:v>82.313237049000008</c:v>
                      </c:pt>
                      <c:pt idx="90">
                        <c:v>80.372176623999991</c:v>
                      </c:pt>
                      <c:pt idx="91">
                        <c:v>93.529116079000005</c:v>
                      </c:pt>
                      <c:pt idx="92">
                        <c:v>104.73062067399999</c:v>
                      </c:pt>
                      <c:pt idx="93">
                        <c:v>117.61354795099999</c:v>
                      </c:pt>
                      <c:pt idx="94">
                        <c:v>115.773074091</c:v>
                      </c:pt>
                      <c:pt idx="95">
                        <c:v>97.080736459999997</c:v>
                      </c:pt>
                      <c:pt idx="96">
                        <c:v>68.332479519000003</c:v>
                      </c:pt>
                      <c:pt idx="97">
                        <c:v>42.229681267000004</c:v>
                      </c:pt>
                      <c:pt idx="98">
                        <c:v>25.198055523000001</c:v>
                      </c:pt>
                      <c:pt idx="99">
                        <c:v>16.648493053999999</c:v>
                      </c:pt>
                      <c:pt idx="100">
                        <c:v>13.629485916</c:v>
                      </c:pt>
                      <c:pt idx="101">
                        <c:v>18.038687959000001</c:v>
                      </c:pt>
                      <c:pt idx="102">
                        <c:v>37.177607468999994</c:v>
                      </c:pt>
                      <c:pt idx="103">
                        <c:v>50.706215744999994</c:v>
                      </c:pt>
                      <c:pt idx="104">
                        <c:v>59.392723427</c:v>
                      </c:pt>
                      <c:pt idx="105">
                        <c:v>64.067579183000007</c:v>
                      </c:pt>
                      <c:pt idx="106">
                        <c:v>69.655965477999999</c:v>
                      </c:pt>
                      <c:pt idx="107">
                        <c:v>77.791446132999994</c:v>
                      </c:pt>
                      <c:pt idx="108">
                        <c:v>83.248022563000006</c:v>
                      </c:pt>
                      <c:pt idx="109">
                        <c:v>92.611217218999997</c:v>
                      </c:pt>
                      <c:pt idx="110">
                        <c:v>92.654966322999996</c:v>
                      </c:pt>
                      <c:pt idx="111">
                        <c:v>87.676009719000007</c:v>
                      </c:pt>
                      <c:pt idx="112">
                        <c:v>81.793777551999995</c:v>
                      </c:pt>
                      <c:pt idx="113">
                        <c:v>82.549694383000002</c:v>
                      </c:pt>
                      <c:pt idx="114">
                        <c:v>80.86660121700001</c:v>
                      </c:pt>
                      <c:pt idx="115">
                        <c:v>94.283625313000002</c:v>
                      </c:pt>
                      <c:pt idx="116">
                        <c:v>105.790212474</c:v>
                      </c:pt>
                      <c:pt idx="117">
                        <c:v>119.30042732699999</c:v>
                      </c:pt>
                      <c:pt idx="118">
                        <c:v>116.768138296</c:v>
                      </c:pt>
                      <c:pt idx="119">
                        <c:v>97.97489964799999</c:v>
                      </c:pt>
                      <c:pt idx="120">
                        <c:v>69.011573598000012</c:v>
                      </c:pt>
                      <c:pt idx="121">
                        <c:v>42.402661307999999</c:v>
                      </c:pt>
                      <c:pt idx="122">
                        <c:v>25.224441179999999</c:v>
                      </c:pt>
                      <c:pt idx="123">
                        <c:v>16.357025943</c:v>
                      </c:pt>
                      <c:pt idx="124">
                        <c:v>13.446786992</c:v>
                      </c:pt>
                      <c:pt idx="125">
                        <c:v>18.061496423999998</c:v>
                      </c:pt>
                      <c:pt idx="126">
                        <c:v>37.460360616000003</c:v>
                      </c:pt>
                      <c:pt idx="127">
                        <c:v>51.383549391999999</c:v>
                      </c:pt>
                      <c:pt idx="128">
                        <c:v>60.01660236</c:v>
                      </c:pt>
                      <c:pt idx="129">
                        <c:v>64.923460179000003</c:v>
                      </c:pt>
                      <c:pt idx="130">
                        <c:v>70.812271995000003</c:v>
                      </c:pt>
                      <c:pt idx="131">
                        <c:v>77.900510862999994</c:v>
                      </c:pt>
                      <c:pt idx="132">
                        <c:v>85.022997787999998</c:v>
                      </c:pt>
                      <c:pt idx="133">
                        <c:v>96.465204127999996</c:v>
                      </c:pt>
                      <c:pt idx="134">
                        <c:v>97.158725650999997</c:v>
                      </c:pt>
                      <c:pt idx="135">
                        <c:v>91.64796656</c:v>
                      </c:pt>
                      <c:pt idx="136">
                        <c:v>82.136053812</c:v>
                      </c:pt>
                      <c:pt idx="137">
                        <c:v>82.133167640000011</c:v>
                      </c:pt>
                      <c:pt idx="138">
                        <c:v>87.390534578</c:v>
                      </c:pt>
                      <c:pt idx="139">
                        <c:v>101.09574505099999</c:v>
                      </c:pt>
                      <c:pt idx="140">
                        <c:v>106.69019116300001</c:v>
                      </c:pt>
                      <c:pt idx="141">
                        <c:v>119.069932216</c:v>
                      </c:pt>
                      <c:pt idx="142">
                        <c:v>116.725440617</c:v>
                      </c:pt>
                      <c:pt idx="143">
                        <c:v>97.993721090000008</c:v>
                      </c:pt>
                      <c:pt idx="144">
                        <c:v>71.506903084000001</c:v>
                      </c:pt>
                      <c:pt idx="145">
                        <c:v>44.939687343000003</c:v>
                      </c:pt>
                      <c:pt idx="146">
                        <c:v>27.211010610999999</c:v>
                      </c:pt>
                      <c:pt idx="147">
                        <c:v>16.939036718000001</c:v>
                      </c:pt>
                      <c:pt idx="148">
                        <c:v>13.631481371</c:v>
                      </c:pt>
                      <c:pt idx="149">
                        <c:v>18.234045448</c:v>
                      </c:pt>
                      <c:pt idx="150">
                        <c:v>38.226744695999997</c:v>
                      </c:pt>
                      <c:pt idx="151">
                        <c:v>52.010732073</c:v>
                      </c:pt>
                      <c:pt idx="152">
                        <c:v>60.388710691</c:v>
                      </c:pt>
                      <c:pt idx="153">
                        <c:v>65.142442469000002</c:v>
                      </c:pt>
                      <c:pt idx="154">
                        <c:v>70.541751957999992</c:v>
                      </c:pt>
                      <c:pt idx="155">
                        <c:v>78.054855587999995</c:v>
                      </c:pt>
                      <c:pt idx="156">
                        <c:v>83.567141351999993</c:v>
                      </c:pt>
                      <c:pt idx="157">
                        <c:v>92.831458843999997</c:v>
                      </c:pt>
                      <c:pt idx="158">
                        <c:v>92.946736187999988</c:v>
                      </c:pt>
                      <c:pt idx="159">
                        <c:v>88.856043572999994</c:v>
                      </c:pt>
                      <c:pt idx="160">
                        <c:v>83.42446389700001</c:v>
                      </c:pt>
                      <c:pt idx="161">
                        <c:v>83.960007947999998</c:v>
                      </c:pt>
                      <c:pt idx="162">
                        <c:v>82.31606949799999</c:v>
                      </c:pt>
                      <c:pt idx="163">
                        <c:v>94.594423479</c:v>
                      </c:pt>
                      <c:pt idx="164">
                        <c:v>104.979310535</c:v>
                      </c:pt>
                      <c:pt idx="165">
                        <c:v>117.55824963399999</c:v>
                      </c:pt>
                      <c:pt idx="166">
                        <c:v>116.19500750399999</c:v>
                      </c:pt>
                      <c:pt idx="167">
                        <c:v>97.640533336000004</c:v>
                      </c:pt>
                      <c:pt idx="168">
                        <c:v>69.204230389000003</c:v>
                      </c:pt>
                      <c:pt idx="169">
                        <c:v>43.140622694000001</c:v>
                      </c:pt>
                      <c:pt idx="170">
                        <c:v>26.153695143</c:v>
                      </c:pt>
                      <c:pt idx="171">
                        <c:v>17.148380631000002</c:v>
                      </c:pt>
                      <c:pt idx="172">
                        <c:v>14.139610702999999</c:v>
                      </c:pt>
                      <c:pt idx="173">
                        <c:v>18.753148934000002</c:v>
                      </c:pt>
                      <c:pt idx="174">
                        <c:v>39.005991136999995</c:v>
                      </c:pt>
                      <c:pt idx="175">
                        <c:v>54.408602330999997</c:v>
                      </c:pt>
                      <c:pt idx="176">
                        <c:v>65.327043347999989</c:v>
                      </c:pt>
                      <c:pt idx="177">
                        <c:v>71.871627605</c:v>
                      </c:pt>
                      <c:pt idx="178">
                        <c:v>74.791561222000013</c:v>
                      </c:pt>
                      <c:pt idx="179">
                        <c:v>80.248520143000007</c:v>
                      </c:pt>
                      <c:pt idx="180">
                        <c:v>86.462894491</c:v>
                      </c:pt>
                      <c:pt idx="181">
                        <c:v>96.125094805999993</c:v>
                      </c:pt>
                      <c:pt idx="182">
                        <c:v>95.719999185000006</c:v>
                      </c:pt>
                      <c:pt idx="183">
                        <c:v>90.395635419000001</c:v>
                      </c:pt>
                      <c:pt idx="184">
                        <c:v>84.502703341</c:v>
                      </c:pt>
                      <c:pt idx="185">
                        <c:v>84.115743549000001</c:v>
                      </c:pt>
                      <c:pt idx="186">
                        <c:v>83.864196265000004</c:v>
                      </c:pt>
                      <c:pt idx="187">
                        <c:v>97.273226069000003</c:v>
                      </c:pt>
                      <c:pt idx="188">
                        <c:v>106.678047792</c:v>
                      </c:pt>
                      <c:pt idx="189">
                        <c:v>118.43500257300001</c:v>
                      </c:pt>
                      <c:pt idx="190">
                        <c:v>118.78838588799999</c:v>
                      </c:pt>
                      <c:pt idx="191">
                        <c:v>104.40249408700001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8-BF3F-49BE-B4BE-2314BCBEA28B}"/>
                  </c:ext>
                </c:extLst>
              </c15:ser>
            </c15:filteredLineSeries>
            <c15:filteredLineSeries>
              <c15:ser>
                <c:idx val="21"/>
                <c:order val="2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12-10-2026'!$W$1</c15:sqref>
                        </c15:formulaRef>
                      </c:ext>
                    </c:extLst>
                    <c:strCache>
                      <c:ptCount val="1"/>
                      <c:pt idx="0">
                        <c:v>MUS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12-10-2026'!$W$2:$W$289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46.522478674097997</c:v>
                      </c:pt>
                      <c:pt idx="1">
                        <c:v>30.132050497771001</c:v>
                      </c:pt>
                      <c:pt idx="2">
                        <c:v>18.568861231773997</c:v>
                      </c:pt>
                      <c:pt idx="3">
                        <c:v>12.381899541968</c:v>
                      </c:pt>
                      <c:pt idx="4">
                        <c:v>9.4653650505939986</c:v>
                      </c:pt>
                      <c:pt idx="5">
                        <c:v>10.726177467659001</c:v>
                      </c:pt>
                      <c:pt idx="6">
                        <c:v>20.356989523700999</c:v>
                      </c:pt>
                      <c:pt idx="7">
                        <c:v>31.434066600884002</c:v>
                      </c:pt>
                      <c:pt idx="8">
                        <c:v>38.122384969057997</c:v>
                      </c:pt>
                      <c:pt idx="9">
                        <c:v>41.232810828082002</c:v>
                      </c:pt>
                      <c:pt idx="10">
                        <c:v>45.531558493223002</c:v>
                      </c:pt>
                      <c:pt idx="11">
                        <c:v>49.944370486002995</c:v>
                      </c:pt>
                      <c:pt idx="12">
                        <c:v>52.556368355826997</c:v>
                      </c:pt>
                      <c:pt idx="13">
                        <c:v>58.000162473616001</c:v>
                      </c:pt>
                      <c:pt idx="14">
                        <c:v>60.505970870462995</c:v>
                      </c:pt>
                      <c:pt idx="15">
                        <c:v>60.435788773665003</c:v>
                      </c:pt>
                      <c:pt idx="16">
                        <c:v>55.190896387781997</c:v>
                      </c:pt>
                      <c:pt idx="17">
                        <c:v>59.198720327353001</c:v>
                      </c:pt>
                      <c:pt idx="18">
                        <c:v>58.097561565281005</c:v>
                      </c:pt>
                      <c:pt idx="19">
                        <c:v>64.775615222446007</c:v>
                      </c:pt>
                      <c:pt idx="20">
                        <c:v>69.982245832517989</c:v>
                      </c:pt>
                      <c:pt idx="21">
                        <c:v>80.461581261414011</c:v>
                      </c:pt>
                      <c:pt idx="22">
                        <c:v>79.487930081648997</c:v>
                      </c:pt>
                      <c:pt idx="23">
                        <c:v>68.482866987359998</c:v>
                      </c:pt>
                      <c:pt idx="24">
                        <c:v>52.350237828243003</c:v>
                      </c:pt>
                      <c:pt idx="25">
                        <c:v>36.215961187474996</c:v>
                      </c:pt>
                      <c:pt idx="26">
                        <c:v>23.048643840935998</c:v>
                      </c:pt>
                      <c:pt idx="27">
                        <c:v>14.940629794955001</c:v>
                      </c:pt>
                      <c:pt idx="28">
                        <c:v>10.567110898774001</c:v>
                      </c:pt>
                      <c:pt idx="29">
                        <c:v>10.37612447671</c:v>
                      </c:pt>
                      <c:pt idx="30">
                        <c:v>16.475327447550001</c:v>
                      </c:pt>
                      <c:pt idx="31">
                        <c:v>23.048515506392999</c:v>
                      </c:pt>
                      <c:pt idx="32">
                        <c:v>32.119816039191001</c:v>
                      </c:pt>
                      <c:pt idx="33">
                        <c:v>40.166833666250007</c:v>
                      </c:pt>
                      <c:pt idx="34">
                        <c:v>47.359812867761001</c:v>
                      </c:pt>
                      <c:pt idx="35">
                        <c:v>53.538023315032</c:v>
                      </c:pt>
                      <c:pt idx="36">
                        <c:v>53.284614979291</c:v>
                      </c:pt>
                      <c:pt idx="37">
                        <c:v>55.820171824907</c:v>
                      </c:pt>
                      <c:pt idx="38">
                        <c:v>70.446710034575005</c:v>
                      </c:pt>
                      <c:pt idx="39">
                        <c:v>68.046153764403002</c:v>
                      </c:pt>
                      <c:pt idx="40">
                        <c:v>58.565658872789001</c:v>
                      </c:pt>
                      <c:pt idx="41">
                        <c:v>60.920676234303002</c:v>
                      </c:pt>
                      <c:pt idx="42">
                        <c:v>59.019747374305005</c:v>
                      </c:pt>
                      <c:pt idx="43">
                        <c:v>67.402712249006996</c:v>
                      </c:pt>
                      <c:pt idx="44">
                        <c:v>73.334282671668987</c:v>
                      </c:pt>
                      <c:pt idx="45">
                        <c:v>84.693512190979007</c:v>
                      </c:pt>
                      <c:pt idx="46">
                        <c:v>83.117433869689009</c:v>
                      </c:pt>
                      <c:pt idx="47">
                        <c:v>72.636512240163</c:v>
                      </c:pt>
                      <c:pt idx="48">
                        <c:v>55.427064431984</c:v>
                      </c:pt>
                      <c:pt idx="49">
                        <c:v>37.602384944731</c:v>
                      </c:pt>
                      <c:pt idx="50">
                        <c:v>23.587998593640997</c:v>
                      </c:pt>
                      <c:pt idx="51">
                        <c:v>14.794400721558</c:v>
                      </c:pt>
                      <c:pt idx="52">
                        <c:v>10.430508455611999</c:v>
                      </c:pt>
                      <c:pt idx="53">
                        <c:v>10.389300610693999</c:v>
                      </c:pt>
                      <c:pt idx="54">
                        <c:v>17.232172453680001</c:v>
                      </c:pt>
                      <c:pt idx="55">
                        <c:v>25.299683181984001</c:v>
                      </c:pt>
                      <c:pt idx="56">
                        <c:v>34.193302815091997</c:v>
                      </c:pt>
                      <c:pt idx="57">
                        <c:v>41.363645333225996</c:v>
                      </c:pt>
                      <c:pt idx="58">
                        <c:v>46.681084391368003</c:v>
                      </c:pt>
                      <c:pt idx="59">
                        <c:v>51.301215081132</c:v>
                      </c:pt>
                      <c:pt idx="60">
                        <c:v>53.274482249776995</c:v>
                      </c:pt>
                      <c:pt idx="61">
                        <c:v>60.48332068397</c:v>
                      </c:pt>
                      <c:pt idx="62">
                        <c:v>64.304765411041004</c:v>
                      </c:pt>
                      <c:pt idx="63">
                        <c:v>63.316424756815003</c:v>
                      </c:pt>
                      <c:pt idx="64">
                        <c:v>56.793410900144991</c:v>
                      </c:pt>
                      <c:pt idx="65">
                        <c:v>60.472340193476995</c:v>
                      </c:pt>
                      <c:pt idx="66">
                        <c:v>58.973133894996003</c:v>
                      </c:pt>
                      <c:pt idx="67">
                        <c:v>64.967089396010991</c:v>
                      </c:pt>
                      <c:pt idx="68">
                        <c:v>70.488738704774008</c:v>
                      </c:pt>
                      <c:pt idx="69">
                        <c:v>81.451219303638993</c:v>
                      </c:pt>
                      <c:pt idx="70">
                        <c:v>79.481855001719993</c:v>
                      </c:pt>
                      <c:pt idx="71">
                        <c:v>66.169552747693999</c:v>
                      </c:pt>
                      <c:pt idx="72">
                        <c:v>46.961030722679993</c:v>
                      </c:pt>
                      <c:pt idx="73">
                        <c:v>30.06542610887</c:v>
                      </c:pt>
                      <c:pt idx="74">
                        <c:v>18.615180465350999</c:v>
                      </c:pt>
                      <c:pt idx="75">
                        <c:v>12.153878076077</c:v>
                      </c:pt>
                      <c:pt idx="76">
                        <c:v>9.299859958123001</c:v>
                      </c:pt>
                      <c:pt idx="77">
                        <c:v>10.155706139674999</c:v>
                      </c:pt>
                      <c:pt idx="78">
                        <c:v>19.247773038746999</c:v>
                      </c:pt>
                      <c:pt idx="79">
                        <c:v>30.148543626137997</c:v>
                      </c:pt>
                      <c:pt idx="80">
                        <c:v>37.066029086386003</c:v>
                      </c:pt>
                      <c:pt idx="81">
                        <c:v>40.687532261442996</c:v>
                      </c:pt>
                      <c:pt idx="82">
                        <c:v>44.822743062309996</c:v>
                      </c:pt>
                      <c:pt idx="83">
                        <c:v>49.395587029325</c:v>
                      </c:pt>
                      <c:pt idx="84">
                        <c:v>51.531331612705998</c:v>
                      </c:pt>
                      <c:pt idx="85">
                        <c:v>56.499905607670001</c:v>
                      </c:pt>
                      <c:pt idx="86">
                        <c:v>58.526463883985997</c:v>
                      </c:pt>
                      <c:pt idx="87">
                        <c:v>57.940516895584004</c:v>
                      </c:pt>
                      <c:pt idx="88">
                        <c:v>54.803442963761</c:v>
                      </c:pt>
                      <c:pt idx="89">
                        <c:v>59.833050257726001</c:v>
                      </c:pt>
                      <c:pt idx="90">
                        <c:v>58.109973283297002</c:v>
                      </c:pt>
                      <c:pt idx="91">
                        <c:v>65.252840822000991</c:v>
                      </c:pt>
                      <c:pt idx="92">
                        <c:v>71.483832609735003</c:v>
                      </c:pt>
                      <c:pt idx="93">
                        <c:v>82.415992546526994</c:v>
                      </c:pt>
                      <c:pt idx="94">
                        <c:v>79.178549630934</c:v>
                      </c:pt>
                      <c:pt idx="95">
                        <c:v>64.912863420213</c:v>
                      </c:pt>
                      <c:pt idx="96">
                        <c:v>45.395419543839999</c:v>
                      </c:pt>
                      <c:pt idx="97">
                        <c:v>28.751103712712002</c:v>
                      </c:pt>
                      <c:pt idx="98">
                        <c:v>17.575206378573</c:v>
                      </c:pt>
                      <c:pt idx="99">
                        <c:v>11.626451256088</c:v>
                      </c:pt>
                      <c:pt idx="100">
                        <c:v>8.9880534015349998</c:v>
                      </c:pt>
                      <c:pt idx="101">
                        <c:v>9.9669961285640003</c:v>
                      </c:pt>
                      <c:pt idx="102">
                        <c:v>19.659632344194002</c:v>
                      </c:pt>
                      <c:pt idx="103">
                        <c:v>31.202091807522002</c:v>
                      </c:pt>
                      <c:pt idx="104">
                        <c:v>37.974241145180997</c:v>
                      </c:pt>
                      <c:pt idx="105">
                        <c:v>41.091353368052005</c:v>
                      </c:pt>
                      <c:pt idx="106">
                        <c:v>45.236314484448997</c:v>
                      </c:pt>
                      <c:pt idx="107">
                        <c:v>50.350999574565002</c:v>
                      </c:pt>
                      <c:pt idx="108">
                        <c:v>52.714468501784992</c:v>
                      </c:pt>
                      <c:pt idx="109">
                        <c:v>57.241730587489002</c:v>
                      </c:pt>
                      <c:pt idx="110">
                        <c:v>59.280651263377003</c:v>
                      </c:pt>
                      <c:pt idx="111">
                        <c:v>58.694146261097998</c:v>
                      </c:pt>
                      <c:pt idx="112">
                        <c:v>55.578521802144998</c:v>
                      </c:pt>
                      <c:pt idx="113">
                        <c:v>60.169575360793004</c:v>
                      </c:pt>
                      <c:pt idx="114">
                        <c:v>58.602356185129999</c:v>
                      </c:pt>
                      <c:pt idx="115">
                        <c:v>65.68704120630801</c:v>
                      </c:pt>
                      <c:pt idx="116">
                        <c:v>72.452811626279001</c:v>
                      </c:pt>
                      <c:pt idx="117">
                        <c:v>84.001257183883993</c:v>
                      </c:pt>
                      <c:pt idx="118">
                        <c:v>80.197408810992002</c:v>
                      </c:pt>
                      <c:pt idx="119">
                        <c:v>65.502743931792992</c:v>
                      </c:pt>
                      <c:pt idx="120">
                        <c:v>45.417487226777006</c:v>
                      </c:pt>
                      <c:pt idx="121">
                        <c:v>28.648090786330997</c:v>
                      </c:pt>
                      <c:pt idx="122">
                        <c:v>17.624782199607001</c:v>
                      </c:pt>
                      <c:pt idx="123">
                        <c:v>11.506081543606999</c:v>
                      </c:pt>
                      <c:pt idx="124">
                        <c:v>8.8576629686819999</c:v>
                      </c:pt>
                      <c:pt idx="125">
                        <c:v>10.006419586948001</c:v>
                      </c:pt>
                      <c:pt idx="126">
                        <c:v>20.254328970982002</c:v>
                      </c:pt>
                      <c:pt idx="127">
                        <c:v>32.038164733711</c:v>
                      </c:pt>
                      <c:pt idx="128">
                        <c:v>38.503339056184998</c:v>
                      </c:pt>
                      <c:pt idx="129">
                        <c:v>41.621399574227993</c:v>
                      </c:pt>
                      <c:pt idx="130">
                        <c:v>45.734205174046004</c:v>
                      </c:pt>
                      <c:pt idx="131">
                        <c:v>50.140823702063003</c:v>
                      </c:pt>
                      <c:pt idx="132">
                        <c:v>53.657411154812003</c:v>
                      </c:pt>
                      <c:pt idx="133">
                        <c:v>61.337436084724999</c:v>
                      </c:pt>
                      <c:pt idx="134">
                        <c:v>63.170808348003</c:v>
                      </c:pt>
                      <c:pt idx="135">
                        <c:v>61.923825905386003</c:v>
                      </c:pt>
                      <c:pt idx="136">
                        <c:v>56.675866265299</c:v>
                      </c:pt>
                      <c:pt idx="137">
                        <c:v>61.240029420131997</c:v>
                      </c:pt>
                      <c:pt idx="138">
                        <c:v>65.438258077130001</c:v>
                      </c:pt>
                      <c:pt idx="139">
                        <c:v>72.899967230160001</c:v>
                      </c:pt>
                      <c:pt idx="140">
                        <c:v>74.427071432863002</c:v>
                      </c:pt>
                      <c:pt idx="141">
                        <c:v>84.948131453460007</c:v>
                      </c:pt>
                      <c:pt idx="142">
                        <c:v>80.137255459214998</c:v>
                      </c:pt>
                      <c:pt idx="143">
                        <c:v>64.997290520793996</c:v>
                      </c:pt>
                      <c:pt idx="144">
                        <c:v>47.522926784863998</c:v>
                      </c:pt>
                      <c:pt idx="145">
                        <c:v>30.370978510682999</c:v>
                      </c:pt>
                      <c:pt idx="146">
                        <c:v>19.280674563317998</c:v>
                      </c:pt>
                      <c:pt idx="147">
                        <c:v>11.828632097945</c:v>
                      </c:pt>
                      <c:pt idx="148">
                        <c:v>9.1719532326189999</c:v>
                      </c:pt>
                      <c:pt idx="149">
                        <c:v>10.380852902740999</c:v>
                      </c:pt>
                      <c:pt idx="150">
                        <c:v>20.621946590665999</c:v>
                      </c:pt>
                      <c:pt idx="151">
                        <c:v>32.479593675352</c:v>
                      </c:pt>
                      <c:pt idx="152">
                        <c:v>39.477602230008998</c:v>
                      </c:pt>
                      <c:pt idx="153">
                        <c:v>42.136210792124999</c:v>
                      </c:pt>
                      <c:pt idx="154">
                        <c:v>45.961521788566998</c:v>
                      </c:pt>
                      <c:pt idx="155">
                        <c:v>50.260896352141003</c:v>
                      </c:pt>
                      <c:pt idx="156">
                        <c:v>52.190196609521998</c:v>
                      </c:pt>
                      <c:pt idx="157">
                        <c:v>57.001849320759</c:v>
                      </c:pt>
                      <c:pt idx="158">
                        <c:v>59.077432890890002</c:v>
                      </c:pt>
                      <c:pt idx="159">
                        <c:v>58.424606731632998</c:v>
                      </c:pt>
                      <c:pt idx="160">
                        <c:v>56.246131432489001</c:v>
                      </c:pt>
                      <c:pt idx="161">
                        <c:v>62.248777275724002</c:v>
                      </c:pt>
                      <c:pt idx="162">
                        <c:v>60.444726061057999</c:v>
                      </c:pt>
                      <c:pt idx="163">
                        <c:v>67.182939851390998</c:v>
                      </c:pt>
                      <c:pt idx="164">
                        <c:v>73.238957146806001</c:v>
                      </c:pt>
                      <c:pt idx="165">
                        <c:v>83.068316030042013</c:v>
                      </c:pt>
                      <c:pt idx="166">
                        <c:v>79.770525601155995</c:v>
                      </c:pt>
                      <c:pt idx="167">
                        <c:v>64.266526946494992</c:v>
                      </c:pt>
                      <c:pt idx="168">
                        <c:v>44.999947981981002</c:v>
                      </c:pt>
                      <c:pt idx="169">
                        <c:v>28.533702311816</c:v>
                      </c:pt>
                      <c:pt idx="170">
                        <c:v>17.747262948917999</c:v>
                      </c:pt>
                      <c:pt idx="171">
                        <c:v>11.788138204839001</c:v>
                      </c:pt>
                      <c:pt idx="172">
                        <c:v>9.2367209603910005</c:v>
                      </c:pt>
                      <c:pt idx="173">
                        <c:v>10.697575744849001</c:v>
                      </c:pt>
                      <c:pt idx="174">
                        <c:v>21.287404960634998</c:v>
                      </c:pt>
                      <c:pt idx="175">
                        <c:v>34.594861691233</c:v>
                      </c:pt>
                      <c:pt idx="176">
                        <c:v>43.432433864814996</c:v>
                      </c:pt>
                      <c:pt idx="177">
                        <c:v>46.976885613406004</c:v>
                      </c:pt>
                      <c:pt idx="178">
                        <c:v>50.008513443939002</c:v>
                      </c:pt>
                      <c:pt idx="179">
                        <c:v>53.106783944898005</c:v>
                      </c:pt>
                      <c:pt idx="180">
                        <c:v>54.923284769479999</c:v>
                      </c:pt>
                      <c:pt idx="181">
                        <c:v>59.692623223577002</c:v>
                      </c:pt>
                      <c:pt idx="182">
                        <c:v>61.438811934284999</c:v>
                      </c:pt>
                      <c:pt idx="183">
                        <c:v>60.761419257889003</c:v>
                      </c:pt>
                      <c:pt idx="184">
                        <c:v>57.043897342789997</c:v>
                      </c:pt>
                      <c:pt idx="185">
                        <c:v>61.659348858187002</c:v>
                      </c:pt>
                      <c:pt idx="186">
                        <c:v>61.342354492115994</c:v>
                      </c:pt>
                      <c:pt idx="187">
                        <c:v>68.975432050375005</c:v>
                      </c:pt>
                      <c:pt idx="188">
                        <c:v>73.479760686044997</c:v>
                      </c:pt>
                      <c:pt idx="189">
                        <c:v>82.544722025097002</c:v>
                      </c:pt>
                      <c:pt idx="190">
                        <c:v>80.903133630962998</c:v>
                      </c:pt>
                      <c:pt idx="191">
                        <c:v>68.733667406949991</c:v>
                      </c:pt>
                      <c:pt idx="192">
                        <c:v>51.886770872134001</c:v>
                      </c:pt>
                      <c:pt idx="193">
                        <c:v>35.692184343488002</c:v>
                      </c:pt>
                      <c:pt idx="194">
                        <c:v>22.965050362420001</c:v>
                      </c:pt>
                      <c:pt idx="195">
                        <c:v>15.095235469809001</c:v>
                      </c:pt>
                      <c:pt idx="196">
                        <c:v>10.628477384836001</c:v>
                      </c:pt>
                      <c:pt idx="197">
                        <c:v>9.9251136348459994</c:v>
                      </c:pt>
                      <c:pt idx="198">
                        <c:v>16.652751601841</c:v>
                      </c:pt>
                      <c:pt idx="199">
                        <c:v>24.044982469482001</c:v>
                      </c:pt>
                      <c:pt idx="200">
                        <c:v>33.989549802309</c:v>
                      </c:pt>
                      <c:pt idx="201">
                        <c:v>42.816005241100996</c:v>
                      </c:pt>
                      <c:pt idx="202">
                        <c:v>49.480387417178001</c:v>
                      </c:pt>
                      <c:pt idx="203">
                        <c:v>54.801983811045005</c:v>
                      </c:pt>
                      <c:pt idx="204">
                        <c:v>54.074873959469997</c:v>
                      </c:pt>
                      <c:pt idx="205">
                        <c:v>56.938026089845003</c:v>
                      </c:pt>
                      <c:pt idx="206">
                        <c:v>70.552938636764011</c:v>
                      </c:pt>
                      <c:pt idx="207">
                        <c:v>67.268709288786994</c:v>
                      </c:pt>
                      <c:pt idx="208">
                        <c:v>60.239718703357994</c:v>
                      </c:pt>
                      <c:pt idx="209">
                        <c:v>63.120853733857004</c:v>
                      </c:pt>
                      <c:pt idx="210">
                        <c:v>61.260842467193996</c:v>
                      </c:pt>
                      <c:pt idx="211">
                        <c:v>69.367001978694987</c:v>
                      </c:pt>
                      <c:pt idx="212">
                        <c:v>75.241219080299004</c:v>
                      </c:pt>
                      <c:pt idx="213">
                        <c:v>84.829667843419003</c:v>
                      </c:pt>
                      <c:pt idx="214">
                        <c:v>84.408701524755998</c:v>
                      </c:pt>
                      <c:pt idx="215">
                        <c:v>71.159337631385</c:v>
                      </c:pt>
                      <c:pt idx="216">
                        <c:v>52.434363966128998</c:v>
                      </c:pt>
                      <c:pt idx="217">
                        <c:v>34.630359026836999</c:v>
                      </c:pt>
                      <c:pt idx="218">
                        <c:v>21.627314256032001</c:v>
                      </c:pt>
                      <c:pt idx="219">
                        <c:v>13.762001323608001</c:v>
                      </c:pt>
                      <c:pt idx="220">
                        <c:v>9.9347577904530002</c:v>
                      </c:pt>
                      <c:pt idx="221">
                        <c:v>9.7877787753819998</c:v>
                      </c:pt>
                      <c:pt idx="222">
                        <c:v>17.169121078164</c:v>
                      </c:pt>
                      <c:pt idx="223">
                        <c:v>25.967513924399</c:v>
                      </c:pt>
                      <c:pt idx="224">
                        <c:v>35.067120730810998</c:v>
                      </c:pt>
                      <c:pt idx="225">
                        <c:v>41.802475533105998</c:v>
                      </c:pt>
                      <c:pt idx="226">
                        <c:v>47.024540989266001</c:v>
                      </c:pt>
                      <c:pt idx="227">
                        <c:v>51.873999244516</c:v>
                      </c:pt>
                      <c:pt idx="228">
                        <c:v>53.408607475554007</c:v>
                      </c:pt>
                      <c:pt idx="229">
                        <c:v>60.445711635214998</c:v>
                      </c:pt>
                      <c:pt idx="230">
                        <c:v>64.407515058573992</c:v>
                      </c:pt>
                      <c:pt idx="231">
                        <c:v>62.603927382731008</c:v>
                      </c:pt>
                      <c:pt idx="232">
                        <c:v>57.659987249646001</c:v>
                      </c:pt>
                      <c:pt idx="233">
                        <c:v>62.235450207924004</c:v>
                      </c:pt>
                      <c:pt idx="234">
                        <c:v>60.931694855611994</c:v>
                      </c:pt>
                      <c:pt idx="235">
                        <c:v>67.576121808200995</c:v>
                      </c:pt>
                      <c:pt idx="236">
                        <c:v>74.722655910350994</c:v>
                      </c:pt>
                      <c:pt idx="237">
                        <c:v>84.99850963251501</c:v>
                      </c:pt>
                      <c:pt idx="238">
                        <c:v>79.781478469128004</c:v>
                      </c:pt>
                      <c:pt idx="239">
                        <c:v>64.467322327465993</c:v>
                      </c:pt>
                      <c:pt idx="240">
                        <c:v>44.804307427104</c:v>
                      </c:pt>
                      <c:pt idx="241">
                        <c:v>28.303097429432999</c:v>
                      </c:pt>
                      <c:pt idx="242">
                        <c:v>17.214701145323001</c:v>
                      </c:pt>
                      <c:pt idx="243">
                        <c:v>11.37392501399</c:v>
                      </c:pt>
                      <c:pt idx="244">
                        <c:v>8.9623090488510009</c:v>
                      </c:pt>
                      <c:pt idx="245">
                        <c:v>9.8899917443969994</c:v>
                      </c:pt>
                      <c:pt idx="246">
                        <c:v>19.690480823935999</c:v>
                      </c:pt>
                      <c:pt idx="247">
                        <c:v>31.346388704481001</c:v>
                      </c:pt>
                      <c:pt idx="248">
                        <c:v>37.843449823923002</c:v>
                      </c:pt>
                      <c:pt idx="249">
                        <c:v>40.814291675735994</c:v>
                      </c:pt>
                      <c:pt idx="250">
                        <c:v>45.007345459802004</c:v>
                      </c:pt>
                      <c:pt idx="251">
                        <c:v>49.797949145696997</c:v>
                      </c:pt>
                      <c:pt idx="252">
                        <c:v>52.187727874230006</c:v>
                      </c:pt>
                      <c:pt idx="253">
                        <c:v>57.387896591844999</c:v>
                      </c:pt>
                      <c:pt idx="254">
                        <c:v>59.543480830705001</c:v>
                      </c:pt>
                      <c:pt idx="255">
                        <c:v>58.699997333881008</c:v>
                      </c:pt>
                      <c:pt idx="256">
                        <c:v>58.036999459518</c:v>
                      </c:pt>
                      <c:pt idx="257">
                        <c:v>63.641885393853002</c:v>
                      </c:pt>
                      <c:pt idx="258">
                        <c:v>61.253191068141</c:v>
                      </c:pt>
                      <c:pt idx="259">
                        <c:v>67.738017977046994</c:v>
                      </c:pt>
                      <c:pt idx="260">
                        <c:v>74.679779311266998</c:v>
                      </c:pt>
                      <c:pt idx="261">
                        <c:v>83.841841237843013</c:v>
                      </c:pt>
                      <c:pt idx="262">
                        <c:v>79.171036485409985</c:v>
                      </c:pt>
                      <c:pt idx="263">
                        <c:v>62.969030568013999</c:v>
                      </c:pt>
                      <c:pt idx="264">
                        <c:v>43.106366213121994</c:v>
                      </c:pt>
                      <c:pt idx="265">
                        <c:v>26.616268704815997</c:v>
                      </c:pt>
                      <c:pt idx="266">
                        <c:v>16.224249384954</c:v>
                      </c:pt>
                      <c:pt idx="267">
                        <c:v>10.940569713539</c:v>
                      </c:pt>
                      <c:pt idx="268">
                        <c:v>8.7670234177489998</c:v>
                      </c:pt>
                      <c:pt idx="269">
                        <c:v>9.7658342004120016</c:v>
                      </c:pt>
                      <c:pt idx="270">
                        <c:v>20.034765060925</c:v>
                      </c:pt>
                      <c:pt idx="271">
                        <c:v>32.452027090420998</c:v>
                      </c:pt>
                      <c:pt idx="272">
                        <c:v>38.618993671342004</c:v>
                      </c:pt>
                      <c:pt idx="273">
                        <c:v>41.881255961872995</c:v>
                      </c:pt>
                      <c:pt idx="274">
                        <c:v>46.048564527097</c:v>
                      </c:pt>
                      <c:pt idx="275">
                        <c:v>50.663203562564</c:v>
                      </c:pt>
                      <c:pt idx="276">
                        <c:v>52.836774189277996</c:v>
                      </c:pt>
                      <c:pt idx="277">
                        <c:v>57.484786967424</c:v>
                      </c:pt>
                      <c:pt idx="278">
                        <c:v>59.628383056145999</c:v>
                      </c:pt>
                      <c:pt idx="279">
                        <c:v>58.877846351319995</c:v>
                      </c:pt>
                      <c:pt idx="280">
                        <c:v>58.235760117524002</c:v>
                      </c:pt>
                      <c:pt idx="281">
                        <c:v>62.875770647262001</c:v>
                      </c:pt>
                      <c:pt idx="282">
                        <c:v>61.006134394459004</c:v>
                      </c:pt>
                      <c:pt idx="283">
                        <c:v>68.781160256836003</c:v>
                      </c:pt>
                      <c:pt idx="284">
                        <c:v>76.375892405529001</c:v>
                      </c:pt>
                      <c:pt idx="285">
                        <c:v>85.993476807785001</c:v>
                      </c:pt>
                      <c:pt idx="286">
                        <c:v>80.453615286101993</c:v>
                      </c:pt>
                      <c:pt idx="287">
                        <c:v>63.495029898316993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9-BF3F-49BE-B4BE-2314BCBEA28B}"/>
                  </c:ext>
                </c:extLst>
              </c15:ser>
            </c15:filteredLineSeries>
            <c15:filteredLineSeries>
              <c15:ser>
                <c:idx val="22"/>
                <c:order val="2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12-10-2026'!$X$1</c15:sqref>
                        </c15:formulaRef>
                      </c:ext>
                    </c:extLst>
                    <c:strCache>
                      <c:ptCount val="1"/>
                      <c:pt idx="0">
                        <c:v>MUS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12-10-2026'!$X$2:$X$289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4.1621216249749997</c:v>
                      </c:pt>
                      <c:pt idx="1">
                        <c:v>2.5959724756400004</c:v>
                      </c:pt>
                      <c:pt idx="2">
                        <c:v>1.6528979054899999</c:v>
                      </c:pt>
                      <c:pt idx="3">
                        <c:v>1.165557864473</c:v>
                      </c:pt>
                      <c:pt idx="4">
                        <c:v>0.90568651434000202</c:v>
                      </c:pt>
                      <c:pt idx="5">
                        <c:v>1.2070974132780001</c:v>
                      </c:pt>
                      <c:pt idx="6">
                        <c:v>2.4417279225690001</c:v>
                      </c:pt>
                      <c:pt idx="7">
                        <c:v>3.530221343624</c:v>
                      </c:pt>
                      <c:pt idx="8">
                        <c:v>4.0529777372140003</c:v>
                      </c:pt>
                      <c:pt idx="9">
                        <c:v>4.2173406613570004</c:v>
                      </c:pt>
                      <c:pt idx="10">
                        <c:v>4.5502622475870007</c:v>
                      </c:pt>
                      <c:pt idx="11">
                        <c:v>5.0548047901129989</c:v>
                      </c:pt>
                      <c:pt idx="12">
                        <c:v>5.5918484606009997</c:v>
                      </c:pt>
                      <c:pt idx="13">
                        <c:v>6.1087861886769996</c:v>
                      </c:pt>
                      <c:pt idx="14">
                        <c:v>6.3353656368819999</c:v>
                      </c:pt>
                      <c:pt idx="15">
                        <c:v>6.3131810586659993</c:v>
                      </c:pt>
                      <c:pt idx="16">
                        <c:v>5.7336983543739999</c:v>
                      </c:pt>
                      <c:pt idx="17">
                        <c:v>5.9938396263250002</c:v>
                      </c:pt>
                      <c:pt idx="18">
                        <c:v>5.9330153829680006</c:v>
                      </c:pt>
                      <c:pt idx="19">
                        <c:v>6.58754125957699</c:v>
                      </c:pt>
                      <c:pt idx="20">
                        <c:v>6.9807372493509998</c:v>
                      </c:pt>
                      <c:pt idx="21">
                        <c:v>7.8444257598269989</c:v>
                      </c:pt>
                      <c:pt idx="22">
                        <c:v>7.6573118696920002</c:v>
                      </c:pt>
                      <c:pt idx="23">
                        <c:v>6.28981015999</c:v>
                      </c:pt>
                      <c:pt idx="24">
                        <c:v>4.5800803947140007</c:v>
                      </c:pt>
                      <c:pt idx="25">
                        <c:v>3.097517214797</c:v>
                      </c:pt>
                      <c:pt idx="26">
                        <c:v>1.9048389993950001</c:v>
                      </c:pt>
                      <c:pt idx="27">
                        <c:v>1.2988869297069998</c:v>
                      </c:pt>
                      <c:pt idx="28">
                        <c:v>0.98839252794300103</c:v>
                      </c:pt>
                      <c:pt idx="29">
                        <c:v>1.1574104630450002</c:v>
                      </c:pt>
                      <c:pt idx="30">
                        <c:v>2.0302141576100001</c:v>
                      </c:pt>
                      <c:pt idx="31">
                        <c:v>2.9149073363250002</c:v>
                      </c:pt>
                      <c:pt idx="32">
                        <c:v>3.9442918531799998</c:v>
                      </c:pt>
                      <c:pt idx="33">
                        <c:v>4.5546340656610003</c:v>
                      </c:pt>
                      <c:pt idx="34">
                        <c:v>5.0736918092330008</c:v>
                      </c:pt>
                      <c:pt idx="35">
                        <c:v>5.5329224443560001</c:v>
                      </c:pt>
                      <c:pt idx="36">
                        <c:v>5.5888944590640097</c:v>
                      </c:pt>
                      <c:pt idx="37">
                        <c:v>5.9728455511309999</c:v>
                      </c:pt>
                      <c:pt idx="38">
                        <c:v>7.0171800500610004</c:v>
                      </c:pt>
                      <c:pt idx="39">
                        <c:v>6.832170878004999</c:v>
                      </c:pt>
                      <c:pt idx="40">
                        <c:v>5.8246926906669998</c:v>
                      </c:pt>
                      <c:pt idx="41">
                        <c:v>5.9037889035829902</c:v>
                      </c:pt>
                      <c:pt idx="42">
                        <c:v>5.8323075524180004</c:v>
                      </c:pt>
                      <c:pt idx="43">
                        <c:v>6.6016757827769998</c:v>
                      </c:pt>
                      <c:pt idx="44">
                        <c:v>7.0168643278010006</c:v>
                      </c:pt>
                      <c:pt idx="45">
                        <c:v>7.9794551783189993</c:v>
                      </c:pt>
                      <c:pt idx="46">
                        <c:v>7.8647320319620002</c:v>
                      </c:pt>
                      <c:pt idx="47">
                        <c:v>6.7023793891080006</c:v>
                      </c:pt>
                      <c:pt idx="48">
                        <c:v>4.8913855447189993</c:v>
                      </c:pt>
                      <c:pt idx="49">
                        <c:v>3.2313602058780102</c:v>
                      </c:pt>
                      <c:pt idx="50">
                        <c:v>1.9881727814820001</c:v>
                      </c:pt>
                      <c:pt idx="51">
                        <c:v>1.3338036622959999</c:v>
                      </c:pt>
                      <c:pt idx="52">
                        <c:v>1.0081410814259999</c:v>
                      </c:pt>
                      <c:pt idx="53">
                        <c:v>1.1761765677500002</c:v>
                      </c:pt>
                      <c:pt idx="54">
                        <c:v>2.094914309525</c:v>
                      </c:pt>
                      <c:pt idx="55">
                        <c:v>2.9743258884329999</c:v>
                      </c:pt>
                      <c:pt idx="56">
                        <c:v>3.9040573574240001</c:v>
                      </c:pt>
                      <c:pt idx="57">
                        <c:v>4.4578731302700003</c:v>
                      </c:pt>
                      <c:pt idx="58">
                        <c:v>4.8240207252419998</c:v>
                      </c:pt>
                      <c:pt idx="59">
                        <c:v>5.2797768677540011</c:v>
                      </c:pt>
                      <c:pt idx="60">
                        <c:v>5.6130599243209991</c:v>
                      </c:pt>
                      <c:pt idx="61">
                        <c:v>6.1778902558370001</c:v>
                      </c:pt>
                      <c:pt idx="62">
                        <c:v>6.4919887130090004</c:v>
                      </c:pt>
                      <c:pt idx="63">
                        <c:v>6.3002429028830003</c:v>
                      </c:pt>
                      <c:pt idx="64">
                        <c:v>5.6127380763290002</c:v>
                      </c:pt>
                      <c:pt idx="65">
                        <c:v>5.7708719618230093</c:v>
                      </c:pt>
                      <c:pt idx="66">
                        <c:v>5.6045577899939998</c:v>
                      </c:pt>
                      <c:pt idx="67">
                        <c:v>6.1800822192120108</c:v>
                      </c:pt>
                      <c:pt idx="68">
                        <c:v>6.5556602878299994</c:v>
                      </c:pt>
                      <c:pt idx="69">
                        <c:v>7.4683710070389999</c:v>
                      </c:pt>
                      <c:pt idx="70">
                        <c:v>7.3575346293329993</c:v>
                      </c:pt>
                      <c:pt idx="71">
                        <c:v>5.9132524456020104</c:v>
                      </c:pt>
                      <c:pt idx="72">
                        <c:v>3.9202791544750002</c:v>
                      </c:pt>
                      <c:pt idx="73">
                        <c:v>2.4032219369680003</c:v>
                      </c:pt>
                      <c:pt idx="74">
                        <c:v>1.5088110849310001</c:v>
                      </c:pt>
                      <c:pt idx="75">
                        <c:v>1.049210647062</c:v>
                      </c:pt>
                      <c:pt idx="76">
                        <c:v>0.85910038185899995</c:v>
                      </c:pt>
                      <c:pt idx="77">
                        <c:v>1.0996352847040001</c:v>
                      </c:pt>
                      <c:pt idx="78">
                        <c:v>2.236580217233</c:v>
                      </c:pt>
                      <c:pt idx="79">
                        <c:v>3.1556643114939997</c:v>
                      </c:pt>
                      <c:pt idx="80">
                        <c:v>3.6996985526850001</c:v>
                      </c:pt>
                      <c:pt idx="81">
                        <c:v>3.84719121418</c:v>
                      </c:pt>
                      <c:pt idx="82">
                        <c:v>4.2068480103899981</c:v>
                      </c:pt>
                      <c:pt idx="83">
                        <c:v>4.7245749236509997</c:v>
                      </c:pt>
                      <c:pt idx="84">
                        <c:v>5.1846938398039999</c:v>
                      </c:pt>
                      <c:pt idx="85">
                        <c:v>5.6461263730560001</c:v>
                      </c:pt>
                      <c:pt idx="86">
                        <c:v>5.8278976870439996</c:v>
                      </c:pt>
                      <c:pt idx="87">
                        <c:v>5.7435639548950004</c:v>
                      </c:pt>
                      <c:pt idx="88">
                        <c:v>5.4006019338719993</c:v>
                      </c:pt>
                      <c:pt idx="89">
                        <c:v>5.6875410469790006</c:v>
                      </c:pt>
                      <c:pt idx="90">
                        <c:v>5.562975260741001</c:v>
                      </c:pt>
                      <c:pt idx="91">
                        <c:v>6.2571834588900002</c:v>
                      </c:pt>
                      <c:pt idx="92">
                        <c:v>6.7056564018069995</c:v>
                      </c:pt>
                      <c:pt idx="93">
                        <c:v>7.6147725060379896</c:v>
                      </c:pt>
                      <c:pt idx="94">
                        <c:v>7.2664373460239906</c:v>
                      </c:pt>
                      <c:pt idx="95">
                        <c:v>5.7933818335870111</c:v>
                      </c:pt>
                      <c:pt idx="96">
                        <c:v>3.8918678995590001</c:v>
                      </c:pt>
                      <c:pt idx="97">
                        <c:v>2.4097245201800002</c:v>
                      </c:pt>
                      <c:pt idx="98">
                        <c:v>1.4761583409750001</c:v>
                      </c:pt>
                      <c:pt idx="99">
                        <c:v>1.011729071726001</c:v>
                      </c:pt>
                      <c:pt idx="100">
                        <c:v>0.84391911308800094</c:v>
                      </c:pt>
                      <c:pt idx="101">
                        <c:v>1.1331748256940002</c:v>
                      </c:pt>
                      <c:pt idx="102">
                        <c:v>2.3149987300570003</c:v>
                      </c:pt>
                      <c:pt idx="103">
                        <c:v>3.3714921122519996</c:v>
                      </c:pt>
                      <c:pt idx="104">
                        <c:v>3.9252899462369997</c:v>
                      </c:pt>
                      <c:pt idx="105">
                        <c:v>4.049372463179</c:v>
                      </c:pt>
                      <c:pt idx="106">
                        <c:v>4.3773055539740007</c:v>
                      </c:pt>
                      <c:pt idx="107">
                        <c:v>4.936434607462</c:v>
                      </c:pt>
                      <c:pt idx="108">
                        <c:v>5.3861850529049997</c:v>
                      </c:pt>
                      <c:pt idx="109">
                        <c:v>5.875551303735989</c:v>
                      </c:pt>
                      <c:pt idx="110">
                        <c:v>5.9686108273369998</c:v>
                      </c:pt>
                      <c:pt idx="111">
                        <c:v>5.8589538826489997</c:v>
                      </c:pt>
                      <c:pt idx="112">
                        <c:v>5.4506894313950003</c:v>
                      </c:pt>
                      <c:pt idx="113">
                        <c:v>5.7082798672850004</c:v>
                      </c:pt>
                      <c:pt idx="114">
                        <c:v>5.6733146157079997</c:v>
                      </c:pt>
                      <c:pt idx="115">
                        <c:v>6.3432434080299904</c:v>
                      </c:pt>
                      <c:pt idx="116">
                        <c:v>6.8647451152339896</c:v>
                      </c:pt>
                      <c:pt idx="117">
                        <c:v>7.7903129479830007</c:v>
                      </c:pt>
                      <c:pt idx="118">
                        <c:v>7.3748139402789992</c:v>
                      </c:pt>
                      <c:pt idx="119">
                        <c:v>5.8856596998619999</c:v>
                      </c:pt>
                      <c:pt idx="120">
                        <c:v>3.8770782585100001</c:v>
                      </c:pt>
                      <c:pt idx="121">
                        <c:v>2.3964346580510001</c:v>
                      </c:pt>
                      <c:pt idx="122">
                        <c:v>1.436016121387</c:v>
                      </c:pt>
                      <c:pt idx="123">
                        <c:v>0.996360095858001</c:v>
                      </c:pt>
                      <c:pt idx="124">
                        <c:v>0.83919607700300103</c:v>
                      </c:pt>
                      <c:pt idx="125">
                        <c:v>1.1073730615070001</c:v>
                      </c:pt>
                      <c:pt idx="126">
                        <c:v>2.326955576889</c:v>
                      </c:pt>
                      <c:pt idx="127">
                        <c:v>3.3825914397200001</c:v>
                      </c:pt>
                      <c:pt idx="128">
                        <c:v>4.0159085164140098</c:v>
                      </c:pt>
                      <c:pt idx="129">
                        <c:v>4.0769754142979995</c:v>
                      </c:pt>
                      <c:pt idx="130">
                        <c:v>4.4580633892019987</c:v>
                      </c:pt>
                      <c:pt idx="131">
                        <c:v>4.8457472904860008</c:v>
                      </c:pt>
                      <c:pt idx="132">
                        <c:v>5.457333963987999</c:v>
                      </c:pt>
                      <c:pt idx="133">
                        <c:v>6.3131757585489998</c:v>
                      </c:pt>
                      <c:pt idx="134">
                        <c:v>6.46246996382901</c:v>
                      </c:pt>
                      <c:pt idx="135">
                        <c:v>6.2788980027320003</c:v>
                      </c:pt>
                      <c:pt idx="136">
                        <c:v>5.6115172897020091</c:v>
                      </c:pt>
                      <c:pt idx="137">
                        <c:v>5.8192230183279996</c:v>
                      </c:pt>
                      <c:pt idx="138">
                        <c:v>5.8819962155710002</c:v>
                      </c:pt>
                      <c:pt idx="139">
                        <c:v>6.5284803094090007</c:v>
                      </c:pt>
                      <c:pt idx="140">
                        <c:v>6.9750859853909901</c:v>
                      </c:pt>
                      <c:pt idx="141">
                        <c:v>7.8350936394590001</c:v>
                      </c:pt>
                      <c:pt idx="142">
                        <c:v>7.4572406778250091</c:v>
                      </c:pt>
                      <c:pt idx="143">
                        <c:v>5.8527422387950105</c:v>
                      </c:pt>
                      <c:pt idx="144">
                        <c:v>3.9657434459099901</c:v>
                      </c:pt>
                      <c:pt idx="145">
                        <c:v>2.4454461940970003</c:v>
                      </c:pt>
                      <c:pt idx="146">
                        <c:v>1.5241335941180001</c:v>
                      </c:pt>
                      <c:pt idx="147">
                        <c:v>1.047383179004</c:v>
                      </c:pt>
                      <c:pt idx="148">
                        <c:v>0.86606985148300097</c:v>
                      </c:pt>
                      <c:pt idx="149">
                        <c:v>1.1605469240639998</c:v>
                      </c:pt>
                      <c:pt idx="150">
                        <c:v>2.4595058576020001</c:v>
                      </c:pt>
                      <c:pt idx="151">
                        <c:v>3.5549826489289997</c:v>
                      </c:pt>
                      <c:pt idx="152">
                        <c:v>4.0967276701430002</c:v>
                      </c:pt>
                      <c:pt idx="153">
                        <c:v>4.1709941403720006</c:v>
                      </c:pt>
                      <c:pt idx="154">
                        <c:v>4.5063470618960002</c:v>
                      </c:pt>
                      <c:pt idx="155">
                        <c:v>5.0161519337040001</c:v>
                      </c:pt>
                      <c:pt idx="156">
                        <c:v>5.3997138051509994</c:v>
                      </c:pt>
                      <c:pt idx="157">
                        <c:v>5.8534034409319995</c:v>
                      </c:pt>
                      <c:pt idx="158">
                        <c:v>6.0343743029880006</c:v>
                      </c:pt>
                      <c:pt idx="159">
                        <c:v>5.8626692144440007</c:v>
                      </c:pt>
                      <c:pt idx="160">
                        <c:v>5.5770372919010001</c:v>
                      </c:pt>
                      <c:pt idx="161">
                        <c:v>6.0118533460560002</c:v>
                      </c:pt>
                      <c:pt idx="162">
                        <c:v>5.9344812732420005</c:v>
                      </c:pt>
                      <c:pt idx="163">
                        <c:v>6.6052430010080005</c:v>
                      </c:pt>
                      <c:pt idx="164">
                        <c:v>7.0467664105259997</c:v>
                      </c:pt>
                      <c:pt idx="165">
                        <c:v>7.8379767181750006</c:v>
                      </c:pt>
                      <c:pt idx="166">
                        <c:v>7.421390298235</c:v>
                      </c:pt>
                      <c:pt idx="167">
                        <c:v>5.8506515046610001</c:v>
                      </c:pt>
                      <c:pt idx="168">
                        <c:v>3.8929171709879999</c:v>
                      </c:pt>
                      <c:pt idx="169">
                        <c:v>2.3990102597500003</c:v>
                      </c:pt>
                      <c:pt idx="170">
                        <c:v>1.5051435880020001</c:v>
                      </c:pt>
                      <c:pt idx="171">
                        <c:v>1.0639199577519998</c:v>
                      </c:pt>
                      <c:pt idx="172">
                        <c:v>0.88737257326499897</c:v>
                      </c:pt>
                      <c:pt idx="173">
                        <c:v>1.1918263016280002</c:v>
                      </c:pt>
                      <c:pt idx="174">
                        <c:v>2.5109212756479997</c:v>
                      </c:pt>
                      <c:pt idx="175">
                        <c:v>3.7720364346149995</c:v>
                      </c:pt>
                      <c:pt idx="176">
                        <c:v>4.56825596297901</c:v>
                      </c:pt>
                      <c:pt idx="177">
                        <c:v>4.4308775526979991</c:v>
                      </c:pt>
                      <c:pt idx="178">
                        <c:v>4.626437421126</c:v>
                      </c:pt>
                      <c:pt idx="179">
                        <c:v>5.035847987556</c:v>
                      </c:pt>
                      <c:pt idx="180">
                        <c:v>5.5021140555560102</c:v>
                      </c:pt>
                      <c:pt idx="181">
                        <c:v>5.9961832389799996</c:v>
                      </c:pt>
                      <c:pt idx="182">
                        <c:v>6.1230358190749996</c:v>
                      </c:pt>
                      <c:pt idx="183">
                        <c:v>6.0830402149149885</c:v>
                      </c:pt>
                      <c:pt idx="184">
                        <c:v>5.6805778935329991</c:v>
                      </c:pt>
                      <c:pt idx="185">
                        <c:v>6.0075840047629994</c:v>
                      </c:pt>
                      <c:pt idx="186">
                        <c:v>6.0519845036040003</c:v>
                      </c:pt>
                      <c:pt idx="187">
                        <c:v>6.7028782314160003</c:v>
                      </c:pt>
                      <c:pt idx="188">
                        <c:v>7.085228882</c:v>
                      </c:pt>
                      <c:pt idx="189">
                        <c:v>7.915265626219</c:v>
                      </c:pt>
                      <c:pt idx="190">
                        <c:v>7.5243691516890001</c:v>
                      </c:pt>
                      <c:pt idx="191">
                        <c:v>6.2064349909530003</c:v>
                      </c:pt>
                      <c:pt idx="192">
                        <c:v>4.53150625473</c:v>
                      </c:pt>
                      <c:pt idx="193">
                        <c:v>3.0344109977959999</c:v>
                      </c:pt>
                      <c:pt idx="194">
                        <c:v>1.959600416747</c:v>
                      </c:pt>
                      <c:pt idx="195">
                        <c:v>1.33042314273</c:v>
                      </c:pt>
                      <c:pt idx="196">
                        <c:v>1.0417507854570001</c:v>
                      </c:pt>
                      <c:pt idx="197">
                        <c:v>1.1357608675550002</c:v>
                      </c:pt>
                      <c:pt idx="198">
                        <c:v>2.0765679011369995</c:v>
                      </c:pt>
                      <c:pt idx="199">
                        <c:v>3.0013599858510003</c:v>
                      </c:pt>
                      <c:pt idx="200">
                        <c:v>4.1162497093530002</c:v>
                      </c:pt>
                      <c:pt idx="201">
                        <c:v>4.8086017112050001</c:v>
                      </c:pt>
                      <c:pt idx="202">
                        <c:v>5.1970704964210004</c:v>
                      </c:pt>
                      <c:pt idx="203">
                        <c:v>5.5583365687199908</c:v>
                      </c:pt>
                      <c:pt idx="204">
                        <c:v>5.4726027081330013</c:v>
                      </c:pt>
                      <c:pt idx="205">
                        <c:v>5.8515591384019983</c:v>
                      </c:pt>
                      <c:pt idx="206">
                        <c:v>6.8521263775519987</c:v>
                      </c:pt>
                      <c:pt idx="207">
                        <c:v>6.5941991923080003</c:v>
                      </c:pt>
                      <c:pt idx="208">
                        <c:v>5.9323456932530005</c:v>
                      </c:pt>
                      <c:pt idx="209">
                        <c:v>6.1566499703010003</c:v>
                      </c:pt>
                      <c:pt idx="210">
                        <c:v>6.0271671648109999</c:v>
                      </c:pt>
                      <c:pt idx="211">
                        <c:v>6.7843100605240103</c:v>
                      </c:pt>
                      <c:pt idx="212">
                        <c:v>7.2519244923649895</c:v>
                      </c:pt>
                      <c:pt idx="213">
                        <c:v>8.0368825505549992</c:v>
                      </c:pt>
                      <c:pt idx="214">
                        <c:v>7.6136504656089894</c:v>
                      </c:pt>
                      <c:pt idx="215">
                        <c:v>6.2636059034420093</c:v>
                      </c:pt>
                      <c:pt idx="216">
                        <c:v>4.5476343027909998</c:v>
                      </c:pt>
                      <c:pt idx="217">
                        <c:v>2.8930911899239997</c:v>
                      </c:pt>
                      <c:pt idx="218">
                        <c:v>1.8262821902990001</c:v>
                      </c:pt>
                      <c:pt idx="219">
                        <c:v>1.2088406936050002</c:v>
                      </c:pt>
                      <c:pt idx="220">
                        <c:v>0.96239146472499992</c:v>
                      </c:pt>
                      <c:pt idx="221">
                        <c:v>1.1074556841210002</c:v>
                      </c:pt>
                      <c:pt idx="222">
                        <c:v>2.1522647484099999</c:v>
                      </c:pt>
                      <c:pt idx="223">
                        <c:v>3.0297989531429996</c:v>
                      </c:pt>
                      <c:pt idx="224">
                        <c:v>3.9346193028009999</c:v>
                      </c:pt>
                      <c:pt idx="225">
                        <c:v>4.4726139643660003</c:v>
                      </c:pt>
                      <c:pt idx="226">
                        <c:v>4.7683845839990004</c:v>
                      </c:pt>
                      <c:pt idx="227">
                        <c:v>5.0745576191790001</c:v>
                      </c:pt>
                      <c:pt idx="228">
                        <c:v>5.301617418765999</c:v>
                      </c:pt>
                      <c:pt idx="229">
                        <c:v>5.9655872730969994</c:v>
                      </c:pt>
                      <c:pt idx="230">
                        <c:v>6.2065230824009987</c:v>
                      </c:pt>
                      <c:pt idx="231">
                        <c:v>5.9526164230439997</c:v>
                      </c:pt>
                      <c:pt idx="232">
                        <c:v>5.3863130641519996</c:v>
                      </c:pt>
                      <c:pt idx="233">
                        <c:v>5.6074132454689991</c:v>
                      </c:pt>
                      <c:pt idx="234">
                        <c:v>5.5599043489149995</c:v>
                      </c:pt>
                      <c:pt idx="235">
                        <c:v>6.2385644652209997</c:v>
                      </c:pt>
                      <c:pt idx="236">
                        <c:v>6.8091637732720001</c:v>
                      </c:pt>
                      <c:pt idx="237">
                        <c:v>7.5736119250399998</c:v>
                      </c:pt>
                      <c:pt idx="238">
                        <c:v>7.0702785374330004</c:v>
                      </c:pt>
                      <c:pt idx="239">
                        <c:v>5.4730559573590005</c:v>
                      </c:pt>
                      <c:pt idx="240">
                        <c:v>3.5936285106279997</c:v>
                      </c:pt>
                      <c:pt idx="241">
                        <c:v>2.1560084255980003</c:v>
                      </c:pt>
                      <c:pt idx="242">
                        <c:v>1.33252901224</c:v>
                      </c:pt>
                      <c:pt idx="243">
                        <c:v>0.94925043932399999</c:v>
                      </c:pt>
                      <c:pt idx="244">
                        <c:v>0.79181411843599891</c:v>
                      </c:pt>
                      <c:pt idx="245">
                        <c:v>0.99518455920600002</c:v>
                      </c:pt>
                      <c:pt idx="246">
                        <c:v>2.1827095982499998</c:v>
                      </c:pt>
                      <c:pt idx="247">
                        <c:v>3.1080796612719999</c:v>
                      </c:pt>
                      <c:pt idx="248">
                        <c:v>3.6908335906450001</c:v>
                      </c:pt>
                      <c:pt idx="249">
                        <c:v>3.7627045548870002</c:v>
                      </c:pt>
                      <c:pt idx="250">
                        <c:v>4.0498497521950005</c:v>
                      </c:pt>
                      <c:pt idx="251">
                        <c:v>4.5847351925830004</c:v>
                      </c:pt>
                      <c:pt idx="252">
                        <c:v>5.0351540705009894</c:v>
                      </c:pt>
                      <c:pt idx="253">
                        <c:v>5.4578685624589998</c:v>
                      </c:pt>
                      <c:pt idx="254">
                        <c:v>5.6852381843510003</c:v>
                      </c:pt>
                      <c:pt idx="255">
                        <c:v>5.5702972568349907</c:v>
                      </c:pt>
                      <c:pt idx="256">
                        <c:v>5.4257182143000007</c:v>
                      </c:pt>
                      <c:pt idx="257">
                        <c:v>5.7719828082060003</c:v>
                      </c:pt>
                      <c:pt idx="258">
                        <c:v>5.7482980248210005</c:v>
                      </c:pt>
                      <c:pt idx="259">
                        <c:v>6.4125399783540002</c:v>
                      </c:pt>
                      <c:pt idx="260">
                        <c:v>7.0170799005779907</c:v>
                      </c:pt>
                      <c:pt idx="261">
                        <c:v>7.7324332900589887</c:v>
                      </c:pt>
                      <c:pt idx="262">
                        <c:v>7.1400930911640001</c:v>
                      </c:pt>
                      <c:pt idx="263">
                        <c:v>5.4892186001850005</c:v>
                      </c:pt>
                      <c:pt idx="264">
                        <c:v>3.5592379657420006</c:v>
                      </c:pt>
                      <c:pt idx="265">
                        <c:v>2.1800362331460001</c:v>
                      </c:pt>
                      <c:pt idx="266">
                        <c:v>1.3273597606409999</c:v>
                      </c:pt>
                      <c:pt idx="267">
                        <c:v>0.96127558109799904</c:v>
                      </c:pt>
                      <c:pt idx="268">
                        <c:v>0.81755770296200003</c:v>
                      </c:pt>
                      <c:pt idx="269">
                        <c:v>1.0903604153169999</c:v>
                      </c:pt>
                      <c:pt idx="270">
                        <c:v>2.3958269557380003</c:v>
                      </c:pt>
                      <c:pt idx="271">
                        <c:v>3.4924837201630003</c:v>
                      </c:pt>
                      <c:pt idx="272">
                        <c:v>3.9632306789760001</c:v>
                      </c:pt>
                      <c:pt idx="273">
                        <c:v>4.0300370574120095</c:v>
                      </c:pt>
                      <c:pt idx="274">
                        <c:v>4.340497256861001</c:v>
                      </c:pt>
                      <c:pt idx="275">
                        <c:v>4.8634599062729977</c:v>
                      </c:pt>
                      <c:pt idx="276">
                        <c:v>5.2778760960849995</c:v>
                      </c:pt>
                      <c:pt idx="277">
                        <c:v>5.8077367032109999</c:v>
                      </c:pt>
                      <c:pt idx="278">
                        <c:v>5.8857590931860004</c:v>
                      </c:pt>
                      <c:pt idx="279">
                        <c:v>5.7249360398249998</c:v>
                      </c:pt>
                      <c:pt idx="280">
                        <c:v>5.6028647140810008</c:v>
                      </c:pt>
                      <c:pt idx="281">
                        <c:v>5.9200050409770002</c:v>
                      </c:pt>
                      <c:pt idx="282">
                        <c:v>5.8612705565539995</c:v>
                      </c:pt>
                      <c:pt idx="283">
                        <c:v>6.6252358280050094</c:v>
                      </c:pt>
                      <c:pt idx="284">
                        <c:v>7.2595951125189986</c:v>
                      </c:pt>
                      <c:pt idx="285">
                        <c:v>7.9533852168520012</c:v>
                      </c:pt>
                      <c:pt idx="286">
                        <c:v>7.3749446605940001</c:v>
                      </c:pt>
                      <c:pt idx="287">
                        <c:v>5.6835516544019997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A-BF3F-49BE-B4BE-2314BCBEA28B}"/>
                  </c:ext>
                </c:extLst>
              </c15:ser>
            </c15:filteredLineSeries>
            <c15:filteredLineSeries>
              <c15:ser>
                <c:idx val="23"/>
                <c:order val="2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12-10-2026'!$Y$1</c15:sqref>
                        </c15:formulaRef>
                      </c:ext>
                    </c:extLst>
                    <c:strCache>
                      <c:ptCount val="1"/>
                      <c:pt idx="0">
                        <c:v>MUS Traffic in TB 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12-10-2026'!$Y$2:$Y$289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50.684600299073004</c:v>
                      </c:pt>
                      <c:pt idx="1">
                        <c:v>32.728022973411001</c:v>
                      </c:pt>
                      <c:pt idx="2">
                        <c:v>20.221759137264002</c:v>
                      </c:pt>
                      <c:pt idx="3">
                        <c:v>13.547457406441001</c:v>
                      </c:pt>
                      <c:pt idx="4">
                        <c:v>10.371051564934</c:v>
                      </c:pt>
                      <c:pt idx="5">
                        <c:v>11.933274880936999</c:v>
                      </c:pt>
                      <c:pt idx="6">
                        <c:v>22.798717446269997</c:v>
                      </c:pt>
                      <c:pt idx="7">
                        <c:v>34.964287944508001</c:v>
                      </c:pt>
                      <c:pt idx="8">
                        <c:v>42.175362706272004</c:v>
                      </c:pt>
                      <c:pt idx="9">
                        <c:v>45.450151489439001</c:v>
                      </c:pt>
                      <c:pt idx="10">
                        <c:v>50.081820740809995</c:v>
                      </c:pt>
                      <c:pt idx="11">
                        <c:v>54.999175276115999</c:v>
                      </c:pt>
                      <c:pt idx="12">
                        <c:v>58.148216816428004</c:v>
                      </c:pt>
                      <c:pt idx="13">
                        <c:v>64.108948662293002</c:v>
                      </c:pt>
                      <c:pt idx="14">
                        <c:v>66.841336507344991</c:v>
                      </c:pt>
                      <c:pt idx="15">
                        <c:v>66.748969832330999</c:v>
                      </c:pt>
                      <c:pt idx="16">
                        <c:v>60.924594742155996</c:v>
                      </c:pt>
                      <c:pt idx="17">
                        <c:v>65.192559953678</c:v>
                      </c:pt>
                      <c:pt idx="18">
                        <c:v>64.030576948249006</c:v>
                      </c:pt>
                      <c:pt idx="19">
                        <c:v>71.363156482023001</c:v>
                      </c:pt>
                      <c:pt idx="20">
                        <c:v>76.962983081868998</c:v>
                      </c:pt>
                      <c:pt idx="21">
                        <c:v>88.306007021241001</c:v>
                      </c:pt>
                      <c:pt idx="22">
                        <c:v>87.145241951341006</c:v>
                      </c:pt>
                      <c:pt idx="23">
                        <c:v>74.772677147349995</c:v>
                      </c:pt>
                      <c:pt idx="24">
                        <c:v>56.930318222957006</c:v>
                      </c:pt>
                      <c:pt idx="25">
                        <c:v>39.313478402272004</c:v>
                      </c:pt>
                      <c:pt idx="26">
                        <c:v>24.953482840330999</c:v>
                      </c:pt>
                      <c:pt idx="27">
                        <c:v>16.239516724662</c:v>
                      </c:pt>
                      <c:pt idx="28">
                        <c:v>11.555503426716999</c:v>
                      </c:pt>
                      <c:pt idx="29">
                        <c:v>11.533534939755</c:v>
                      </c:pt>
                      <c:pt idx="30">
                        <c:v>18.505541605160001</c:v>
                      </c:pt>
                      <c:pt idx="31">
                        <c:v>25.963422842718</c:v>
                      </c:pt>
                      <c:pt idx="32">
                        <c:v>36.064107892370998</c:v>
                      </c:pt>
                      <c:pt idx="33">
                        <c:v>44.721467731911005</c:v>
                      </c:pt>
                      <c:pt idx="34">
                        <c:v>52.433504676994005</c:v>
                      </c:pt>
                      <c:pt idx="35">
                        <c:v>59.070945759387996</c:v>
                      </c:pt>
                      <c:pt idx="36">
                        <c:v>58.873509438355001</c:v>
                      </c:pt>
                      <c:pt idx="37">
                        <c:v>61.793017376037994</c:v>
                      </c:pt>
                      <c:pt idx="38">
                        <c:v>77.463890084635992</c:v>
                      </c:pt>
                      <c:pt idx="39">
                        <c:v>74.878324642408003</c:v>
                      </c:pt>
                      <c:pt idx="40">
                        <c:v>64.390351563455994</c:v>
                      </c:pt>
                      <c:pt idx="41">
                        <c:v>66.824465137886008</c:v>
                      </c:pt>
                      <c:pt idx="42">
                        <c:v>64.852054926723</c:v>
                      </c:pt>
                      <c:pt idx="43">
                        <c:v>74.004388031784003</c:v>
                      </c:pt>
                      <c:pt idx="44">
                        <c:v>80.351146999470004</c:v>
                      </c:pt>
                      <c:pt idx="45">
                        <c:v>92.672967369298007</c:v>
                      </c:pt>
                      <c:pt idx="46">
                        <c:v>90.982165901651001</c:v>
                      </c:pt>
                      <c:pt idx="47">
                        <c:v>79.338891629271004</c:v>
                      </c:pt>
                      <c:pt idx="48">
                        <c:v>60.318449976703</c:v>
                      </c:pt>
                      <c:pt idx="49">
                        <c:v>40.833745150608998</c:v>
                      </c:pt>
                      <c:pt idx="50">
                        <c:v>25.576171375123</c:v>
                      </c:pt>
                      <c:pt idx="51">
                        <c:v>16.128204383854001</c:v>
                      </c:pt>
                      <c:pt idx="52">
                        <c:v>11.438649537038001</c:v>
                      </c:pt>
                      <c:pt idx="53">
                        <c:v>11.565477178444</c:v>
                      </c:pt>
                      <c:pt idx="54">
                        <c:v>19.327086763205003</c:v>
                      </c:pt>
                      <c:pt idx="55">
                        <c:v>28.274009070417002</c:v>
                      </c:pt>
                      <c:pt idx="56">
                        <c:v>38.097360172515998</c:v>
                      </c:pt>
                      <c:pt idx="57">
                        <c:v>45.821518463496005</c:v>
                      </c:pt>
                      <c:pt idx="58">
                        <c:v>51.505105116609997</c:v>
                      </c:pt>
                      <c:pt idx="59">
                        <c:v>56.580991948886002</c:v>
                      </c:pt>
                      <c:pt idx="60">
                        <c:v>58.887542174098002</c:v>
                      </c:pt>
                      <c:pt idx="61">
                        <c:v>66.661210939806992</c:v>
                      </c:pt>
                      <c:pt idx="62">
                        <c:v>70.796754124049997</c:v>
                      </c:pt>
                      <c:pt idx="63">
                        <c:v>69.616667659697995</c:v>
                      </c:pt>
                      <c:pt idx="64">
                        <c:v>62.406148976474</c:v>
                      </c:pt>
                      <c:pt idx="65">
                        <c:v>66.2432121553</c:v>
                      </c:pt>
                      <c:pt idx="66">
                        <c:v>64.57769168499</c:v>
                      </c:pt>
                      <c:pt idx="67">
                        <c:v>71.147171615223002</c:v>
                      </c:pt>
                      <c:pt idx="68">
                        <c:v>77.044398992603988</c:v>
                      </c:pt>
                      <c:pt idx="69">
                        <c:v>88.919590310677989</c:v>
                      </c:pt>
                      <c:pt idx="70">
                        <c:v>86.83938963105301</c:v>
                      </c:pt>
                      <c:pt idx="71">
                        <c:v>72.082805193296011</c:v>
                      </c:pt>
                      <c:pt idx="72">
                        <c:v>50.881309877154997</c:v>
                      </c:pt>
                      <c:pt idx="73">
                        <c:v>32.468648045838002</c:v>
                      </c:pt>
                      <c:pt idx="74">
                        <c:v>20.123991550282</c:v>
                      </c:pt>
                      <c:pt idx="75">
                        <c:v>13.203088723139</c:v>
                      </c:pt>
                      <c:pt idx="76">
                        <c:v>10.158960339982</c:v>
                      </c:pt>
                      <c:pt idx="77">
                        <c:v>11.255341424378999</c:v>
                      </c:pt>
                      <c:pt idx="78">
                        <c:v>21.484353255979997</c:v>
                      </c:pt>
                      <c:pt idx="79">
                        <c:v>33.304207937632</c:v>
                      </c:pt>
                      <c:pt idx="80">
                        <c:v>40.765727639071002</c:v>
                      </c:pt>
                      <c:pt idx="81">
                        <c:v>44.534723475622997</c:v>
                      </c:pt>
                      <c:pt idx="82">
                        <c:v>49.029591072700001</c:v>
                      </c:pt>
                      <c:pt idx="83">
                        <c:v>54.120161952975998</c:v>
                      </c:pt>
                      <c:pt idx="84">
                        <c:v>56.716025452509996</c:v>
                      </c:pt>
                      <c:pt idx="85">
                        <c:v>62.146031980725994</c:v>
                      </c:pt>
                      <c:pt idx="86">
                        <c:v>64.354361571029997</c:v>
                      </c:pt>
                      <c:pt idx="87">
                        <c:v>63.684080850478999</c:v>
                      </c:pt>
                      <c:pt idx="88">
                        <c:v>60.204044897632997</c:v>
                      </c:pt>
                      <c:pt idx="89">
                        <c:v>65.520591304704993</c:v>
                      </c:pt>
                      <c:pt idx="90">
                        <c:v>63.672948544038</c:v>
                      </c:pt>
                      <c:pt idx="91">
                        <c:v>71.510024280891002</c:v>
                      </c:pt>
                      <c:pt idx="92">
                        <c:v>78.189489011542008</c:v>
                      </c:pt>
                      <c:pt idx="93">
                        <c:v>90.030765052565002</c:v>
                      </c:pt>
                      <c:pt idx="94">
                        <c:v>86.444986976958006</c:v>
                      </c:pt>
                      <c:pt idx="95">
                        <c:v>70.706245253800006</c:v>
                      </c:pt>
                      <c:pt idx="96">
                        <c:v>49.287287443398995</c:v>
                      </c:pt>
                      <c:pt idx="97">
                        <c:v>31.160828232892001</c:v>
                      </c:pt>
                      <c:pt idx="98">
                        <c:v>19.051364719548001</c:v>
                      </c:pt>
                      <c:pt idx="99">
                        <c:v>12.638180327814</c:v>
                      </c:pt>
                      <c:pt idx="100">
                        <c:v>9.8319725146230006</c:v>
                      </c:pt>
                      <c:pt idx="101">
                        <c:v>11.100170954258001</c:v>
                      </c:pt>
                      <c:pt idx="102">
                        <c:v>21.974631074251</c:v>
                      </c:pt>
                      <c:pt idx="103">
                        <c:v>34.573583919774002</c:v>
                      </c:pt>
                      <c:pt idx="104">
                        <c:v>41.899531091417998</c:v>
                      </c:pt>
                      <c:pt idx="105">
                        <c:v>45.140725831230995</c:v>
                      </c:pt>
                      <c:pt idx="106">
                        <c:v>49.613620038422994</c:v>
                      </c:pt>
                      <c:pt idx="107">
                        <c:v>55.287434182026999</c:v>
                      </c:pt>
                      <c:pt idx="108">
                        <c:v>58.100653554689998</c:v>
                      </c:pt>
                      <c:pt idx="109">
                        <c:v>63.117281891224998</c:v>
                      </c:pt>
                      <c:pt idx="110">
                        <c:v>65.249262090713998</c:v>
                      </c:pt>
                      <c:pt idx="111">
                        <c:v>64.553100143747002</c:v>
                      </c:pt>
                      <c:pt idx="112">
                        <c:v>61.029211233539996</c:v>
                      </c:pt>
                      <c:pt idx="113">
                        <c:v>65.877855228077991</c:v>
                      </c:pt>
                      <c:pt idx="114">
                        <c:v>64.275670800838</c:v>
                      </c:pt>
                      <c:pt idx="115">
                        <c:v>72.030284614338001</c:v>
                      </c:pt>
                      <c:pt idx="116">
                        <c:v>79.317556741513002</c:v>
                      </c:pt>
                      <c:pt idx="117">
                        <c:v>91.791570131867005</c:v>
                      </c:pt>
                      <c:pt idx="118">
                        <c:v>87.572222751270999</c:v>
                      </c:pt>
                      <c:pt idx="119">
                        <c:v>71.388403631654995</c:v>
                      </c:pt>
                      <c:pt idx="120">
                        <c:v>49.294565485287002</c:v>
                      </c:pt>
                      <c:pt idx="121">
                        <c:v>31.044525444382</c:v>
                      </c:pt>
                      <c:pt idx="122">
                        <c:v>19.060798320994003</c:v>
                      </c:pt>
                      <c:pt idx="123">
                        <c:v>12.502441639464999</c:v>
                      </c:pt>
                      <c:pt idx="124">
                        <c:v>9.6968590456850006</c:v>
                      </c:pt>
                      <c:pt idx="125">
                        <c:v>11.113792648455</c:v>
                      </c:pt>
                      <c:pt idx="126">
                        <c:v>22.581284547871</c:v>
                      </c:pt>
                      <c:pt idx="127">
                        <c:v>35.420756173431002</c:v>
                      </c:pt>
                      <c:pt idx="128">
                        <c:v>42.519247572598999</c:v>
                      </c:pt>
                      <c:pt idx="129">
                        <c:v>45.698374988525998</c:v>
                      </c:pt>
                      <c:pt idx="130">
                        <c:v>50.192268563248</c:v>
                      </c:pt>
                      <c:pt idx="131">
                        <c:v>54.986570992548998</c:v>
                      </c:pt>
                      <c:pt idx="132">
                        <c:v>59.114745118800002</c:v>
                      </c:pt>
                      <c:pt idx="133">
                        <c:v>67.650611843274007</c:v>
                      </c:pt>
                      <c:pt idx="134">
                        <c:v>69.633278311832001</c:v>
                      </c:pt>
                      <c:pt idx="135">
                        <c:v>68.202723908118003</c:v>
                      </c:pt>
                      <c:pt idx="136">
                        <c:v>62.287383555001</c:v>
                      </c:pt>
                      <c:pt idx="137">
                        <c:v>67.059252438460007</c:v>
                      </c:pt>
                      <c:pt idx="138">
                        <c:v>71.320254292700994</c:v>
                      </c:pt>
                      <c:pt idx="139">
                        <c:v>79.428447539568992</c:v>
                      </c:pt>
                      <c:pt idx="140">
                        <c:v>81.402157418254006</c:v>
                      </c:pt>
                      <c:pt idx="141">
                        <c:v>92.783225092918997</c:v>
                      </c:pt>
                      <c:pt idx="142">
                        <c:v>87.594496137039997</c:v>
                      </c:pt>
                      <c:pt idx="143">
                        <c:v>70.850032759588998</c:v>
                      </c:pt>
                      <c:pt idx="144">
                        <c:v>51.488670230773998</c:v>
                      </c:pt>
                      <c:pt idx="145">
                        <c:v>32.816424704779998</c:v>
                      </c:pt>
                      <c:pt idx="146">
                        <c:v>20.804808157436</c:v>
                      </c:pt>
                      <c:pt idx="147">
                        <c:v>12.876015276948999</c:v>
                      </c:pt>
                      <c:pt idx="148">
                        <c:v>10.038023084102001</c:v>
                      </c:pt>
                      <c:pt idx="149">
                        <c:v>11.541399826805002</c:v>
                      </c:pt>
                      <c:pt idx="150">
                        <c:v>23.081452448267999</c:v>
                      </c:pt>
                      <c:pt idx="151">
                        <c:v>36.034576324280998</c:v>
                      </c:pt>
                      <c:pt idx="152">
                        <c:v>43.574329900152001</c:v>
                      </c:pt>
                      <c:pt idx="153">
                        <c:v>46.307204932497001</c:v>
                      </c:pt>
                      <c:pt idx="154">
                        <c:v>50.467868850462999</c:v>
                      </c:pt>
                      <c:pt idx="155">
                        <c:v>55.277048285844998</c:v>
                      </c:pt>
                      <c:pt idx="156">
                        <c:v>57.589910414673</c:v>
                      </c:pt>
                      <c:pt idx="157">
                        <c:v>62.855252761690998</c:v>
                      </c:pt>
                      <c:pt idx="158">
                        <c:v>65.111807193878008</c:v>
                      </c:pt>
                      <c:pt idx="159">
                        <c:v>64.287275946077003</c:v>
                      </c:pt>
                      <c:pt idx="160">
                        <c:v>61.823168724390001</c:v>
                      </c:pt>
                      <c:pt idx="161">
                        <c:v>68.260630621779995</c:v>
                      </c:pt>
                      <c:pt idx="162">
                        <c:v>66.379207334300006</c:v>
                      </c:pt>
                      <c:pt idx="163">
                        <c:v>73.788182852399004</c:v>
                      </c:pt>
                      <c:pt idx="164">
                        <c:v>80.285723557332005</c:v>
                      </c:pt>
                      <c:pt idx="165">
                        <c:v>90.906292748216998</c:v>
                      </c:pt>
                      <c:pt idx="166">
                        <c:v>87.191915899390992</c:v>
                      </c:pt>
                      <c:pt idx="167">
                        <c:v>70.117178451156008</c:v>
                      </c:pt>
                      <c:pt idx="168">
                        <c:v>48.892865152968994</c:v>
                      </c:pt>
                      <c:pt idx="169">
                        <c:v>30.932712571566</c:v>
                      </c:pt>
                      <c:pt idx="170">
                        <c:v>19.252406536920002</c:v>
                      </c:pt>
                      <c:pt idx="171">
                        <c:v>12.852058162591002</c:v>
                      </c:pt>
                      <c:pt idx="172">
                        <c:v>10.124093533656001</c:v>
                      </c:pt>
                      <c:pt idx="173">
                        <c:v>11.889402046476999</c:v>
                      </c:pt>
                      <c:pt idx="174">
                        <c:v>23.798326236283</c:v>
                      </c:pt>
                      <c:pt idx="175">
                        <c:v>38.366898125848003</c:v>
                      </c:pt>
                      <c:pt idx="176">
                        <c:v>48.000689827793998</c:v>
                      </c:pt>
                      <c:pt idx="177">
                        <c:v>51.407763166103997</c:v>
                      </c:pt>
                      <c:pt idx="178">
                        <c:v>54.634950865065001</c:v>
                      </c:pt>
                      <c:pt idx="179">
                        <c:v>58.142631932454002</c:v>
                      </c:pt>
                      <c:pt idx="180">
                        <c:v>60.425398825035998</c:v>
                      </c:pt>
                      <c:pt idx="181">
                        <c:v>65.688806462556997</c:v>
                      </c:pt>
                      <c:pt idx="182">
                        <c:v>67.561847753359999</c:v>
                      </c:pt>
                      <c:pt idx="183">
                        <c:v>66.844459472804004</c:v>
                      </c:pt>
                      <c:pt idx="184">
                        <c:v>62.724475236322995</c:v>
                      </c:pt>
                      <c:pt idx="185">
                        <c:v>67.666932862950006</c:v>
                      </c:pt>
                      <c:pt idx="186">
                        <c:v>67.394338995720005</c:v>
                      </c:pt>
                      <c:pt idx="187">
                        <c:v>75.678310281790999</c:v>
                      </c:pt>
                      <c:pt idx="188">
                        <c:v>80.564989568045007</c:v>
                      </c:pt>
                      <c:pt idx="189">
                        <c:v>90.459987651315998</c:v>
                      </c:pt>
                      <c:pt idx="190">
                        <c:v>88.427502782652013</c:v>
                      </c:pt>
                      <c:pt idx="191">
                        <c:v>74.940102397903004</c:v>
                      </c:pt>
                      <c:pt idx="192">
                        <c:v>56.418277126863998</c:v>
                      </c:pt>
                      <c:pt idx="193">
                        <c:v>38.726595341284003</c:v>
                      </c:pt>
                      <c:pt idx="194">
                        <c:v>24.924650779166999</c:v>
                      </c:pt>
                      <c:pt idx="195">
                        <c:v>16.425658612538999</c:v>
                      </c:pt>
                      <c:pt idx="196">
                        <c:v>11.670228170292999</c:v>
                      </c:pt>
                      <c:pt idx="197">
                        <c:v>11.060874502400999</c:v>
                      </c:pt>
                      <c:pt idx="198">
                        <c:v>18.729319502978001</c:v>
                      </c:pt>
                      <c:pt idx="199">
                        <c:v>27.046342455333001</c:v>
                      </c:pt>
                      <c:pt idx="200">
                        <c:v>38.105799511662006</c:v>
                      </c:pt>
                      <c:pt idx="201">
                        <c:v>47.624606952305996</c:v>
                      </c:pt>
                      <c:pt idx="202">
                        <c:v>54.677457913599</c:v>
                      </c:pt>
                      <c:pt idx="203">
                        <c:v>60.360320379765</c:v>
                      </c:pt>
                      <c:pt idx="204">
                        <c:v>59.547476667603</c:v>
                      </c:pt>
                      <c:pt idx="205">
                        <c:v>62.789585228246999</c:v>
                      </c:pt>
                      <c:pt idx="206">
                        <c:v>77.405065014315994</c:v>
                      </c:pt>
                      <c:pt idx="207">
                        <c:v>73.862908481094991</c:v>
                      </c:pt>
                      <c:pt idx="208">
                        <c:v>66.172064396610992</c:v>
                      </c:pt>
                      <c:pt idx="209">
                        <c:v>69.277503704158008</c:v>
                      </c:pt>
                      <c:pt idx="210">
                        <c:v>67.288009632005</c:v>
                      </c:pt>
                      <c:pt idx="211">
                        <c:v>76.151312039218993</c:v>
                      </c:pt>
                      <c:pt idx="212">
                        <c:v>82.49314357266401</c:v>
                      </c:pt>
                      <c:pt idx="213">
                        <c:v>92.866550393973995</c:v>
                      </c:pt>
                      <c:pt idx="214">
                        <c:v>92.022351990364996</c:v>
                      </c:pt>
                      <c:pt idx="215">
                        <c:v>77.422943534826999</c:v>
                      </c:pt>
                      <c:pt idx="216">
                        <c:v>56.981998268919995</c:v>
                      </c:pt>
                      <c:pt idx="217">
                        <c:v>37.523450216760999</c:v>
                      </c:pt>
                      <c:pt idx="218">
                        <c:v>23.453596446331002</c:v>
                      </c:pt>
                      <c:pt idx="219">
                        <c:v>14.970842017213</c:v>
                      </c:pt>
                      <c:pt idx="220">
                        <c:v>10.897149255178</c:v>
                      </c:pt>
                      <c:pt idx="221">
                        <c:v>10.895234459503</c:v>
                      </c:pt>
                      <c:pt idx="222">
                        <c:v>19.321385826574001</c:v>
                      </c:pt>
                      <c:pt idx="223">
                        <c:v>28.997312877542001</c:v>
                      </c:pt>
                      <c:pt idx="224">
                        <c:v>39.001740033612002</c:v>
                      </c:pt>
                      <c:pt idx="225">
                        <c:v>46.275089497472003</c:v>
                      </c:pt>
                      <c:pt idx="226">
                        <c:v>51.792925573265002</c:v>
                      </c:pt>
                      <c:pt idx="227">
                        <c:v>56.948556863695003</c:v>
                      </c:pt>
                      <c:pt idx="228">
                        <c:v>58.71022489432</c:v>
                      </c:pt>
                      <c:pt idx="229">
                        <c:v>66.411298908312006</c:v>
                      </c:pt>
                      <c:pt idx="230">
                        <c:v>70.614038140974998</c:v>
                      </c:pt>
                      <c:pt idx="231">
                        <c:v>68.556543805775007</c:v>
                      </c:pt>
                      <c:pt idx="232">
                        <c:v>63.046300313798</c:v>
                      </c:pt>
                      <c:pt idx="233">
                        <c:v>67.842863453392994</c:v>
                      </c:pt>
                      <c:pt idx="234">
                        <c:v>66.491599204527006</c:v>
                      </c:pt>
                      <c:pt idx="235">
                        <c:v>73.814686273421998</c:v>
                      </c:pt>
                      <c:pt idx="236">
                        <c:v>81.531819683623013</c:v>
                      </c:pt>
                      <c:pt idx="237">
                        <c:v>92.572121557554993</c:v>
                      </c:pt>
                      <c:pt idx="238">
                        <c:v>86.851757006561002</c:v>
                      </c:pt>
                      <c:pt idx="239">
                        <c:v>69.940378284825002</c:v>
                      </c:pt>
                      <c:pt idx="240">
                        <c:v>48.397935937732001</c:v>
                      </c:pt>
                      <c:pt idx="241">
                        <c:v>30.459105855031002</c:v>
                      </c:pt>
                      <c:pt idx="242">
                        <c:v>18.547230157563</c:v>
                      </c:pt>
                      <c:pt idx="243">
                        <c:v>12.323175453313999</c:v>
                      </c:pt>
                      <c:pt idx="244">
                        <c:v>9.7541231672870001</c:v>
                      </c:pt>
                      <c:pt idx="245">
                        <c:v>10.885176303603</c:v>
                      </c:pt>
                      <c:pt idx="246">
                        <c:v>21.873190422185999</c:v>
                      </c:pt>
                      <c:pt idx="247">
                        <c:v>34.454468365753002</c:v>
                      </c:pt>
                      <c:pt idx="248">
                        <c:v>41.534283414568002</c:v>
                      </c:pt>
                      <c:pt idx="249">
                        <c:v>44.576996230622996</c:v>
                      </c:pt>
                      <c:pt idx="250">
                        <c:v>49.057195211996998</c:v>
                      </c:pt>
                      <c:pt idx="251">
                        <c:v>54.382684338280001</c:v>
                      </c:pt>
                      <c:pt idx="252">
                        <c:v>57.222881944731</c:v>
                      </c:pt>
                      <c:pt idx="253">
                        <c:v>62.845765154303997</c:v>
                      </c:pt>
                      <c:pt idx="254">
                        <c:v>65.228719015056001</c:v>
                      </c:pt>
                      <c:pt idx="255">
                        <c:v>64.270294590715991</c:v>
                      </c:pt>
                      <c:pt idx="256">
                        <c:v>63.462717673817998</c:v>
                      </c:pt>
                      <c:pt idx="257">
                        <c:v>69.413868202059007</c:v>
                      </c:pt>
                      <c:pt idx="258">
                        <c:v>67.001489092962004</c:v>
                      </c:pt>
                      <c:pt idx="259">
                        <c:v>74.150557955400998</c:v>
                      </c:pt>
                      <c:pt idx="260">
                        <c:v>81.696859211845009</c:v>
                      </c:pt>
                      <c:pt idx="261">
                        <c:v>91.574274527901991</c:v>
                      </c:pt>
                      <c:pt idx="262">
                        <c:v>86.311129576574004</c:v>
                      </c:pt>
                      <c:pt idx="263">
                        <c:v>68.458249168199004</c:v>
                      </c:pt>
                      <c:pt idx="264">
                        <c:v>46.665604178864001</c:v>
                      </c:pt>
                      <c:pt idx="265">
                        <c:v>28.796304937961999</c:v>
                      </c:pt>
                      <c:pt idx="266">
                        <c:v>17.551609145595002</c:v>
                      </c:pt>
                      <c:pt idx="267">
                        <c:v>11.901845294636999</c:v>
                      </c:pt>
                      <c:pt idx="268">
                        <c:v>9.5845811207110003</c:v>
                      </c:pt>
                      <c:pt idx="269">
                        <c:v>10.856194615728999</c:v>
                      </c:pt>
                      <c:pt idx="270">
                        <c:v>22.430592016662999</c:v>
                      </c:pt>
                      <c:pt idx="271">
                        <c:v>35.944510810583999</c:v>
                      </c:pt>
                      <c:pt idx="272">
                        <c:v>42.582224350318</c:v>
                      </c:pt>
                      <c:pt idx="273">
                        <c:v>45.911293019285004</c:v>
                      </c:pt>
                      <c:pt idx="274">
                        <c:v>50.389061783957999</c:v>
                      </c:pt>
                      <c:pt idx="275">
                        <c:v>55.526663468837</c:v>
                      </c:pt>
                      <c:pt idx="276">
                        <c:v>58.114650285362998</c:v>
                      </c:pt>
                      <c:pt idx="277">
                        <c:v>63.292523670634999</c:v>
                      </c:pt>
                      <c:pt idx="278">
                        <c:v>65.514142149332002</c:v>
                      </c:pt>
                      <c:pt idx="279">
                        <c:v>64.602782391144999</c:v>
                      </c:pt>
                      <c:pt idx="280">
                        <c:v>63.838624831605003</c:v>
                      </c:pt>
                      <c:pt idx="281">
                        <c:v>68.79577568823899</c:v>
                      </c:pt>
                      <c:pt idx="282">
                        <c:v>66.867404951013</c:v>
                      </c:pt>
                      <c:pt idx="283">
                        <c:v>75.406396084841006</c:v>
                      </c:pt>
                      <c:pt idx="284">
                        <c:v>83.635487518047995</c:v>
                      </c:pt>
                      <c:pt idx="285">
                        <c:v>93.946862024636999</c:v>
                      </c:pt>
                      <c:pt idx="286">
                        <c:v>87.828559946696004</c:v>
                      </c:pt>
                      <c:pt idx="287">
                        <c:v>69.178581552718995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B-BF3F-49BE-B4BE-2314BCBEA28B}"/>
                  </c:ext>
                </c:extLst>
              </c15:ser>
            </c15:filteredLineSeries>
            <c15:filteredLineSeries>
              <c15:ser>
                <c:idx val="24"/>
                <c:order val="2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12-10-2026'!$Z$1</c15:sqref>
                        </c15:formulaRef>
                      </c:ext>
                    </c:extLst>
                    <c:strCache>
                      <c:ptCount val="1"/>
                      <c:pt idx="0">
                        <c:v>ORN SGI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12-10-2026'!$Z$2:$Z$289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61.266098153018</c:v>
                      </c:pt>
                      <c:pt idx="1">
                        <c:v>38.698238819773998</c:v>
                      </c:pt>
                      <c:pt idx="2">
                        <c:v>23.241049806286</c:v>
                      </c:pt>
                      <c:pt idx="3">
                        <c:v>14.055518336284001</c:v>
                      </c:pt>
                      <c:pt idx="4">
                        <c:v>10.017113655539001</c:v>
                      </c:pt>
                      <c:pt idx="5">
                        <c:v>9.6036123441539996</c:v>
                      </c:pt>
                      <c:pt idx="6">
                        <c:v>18.67757304022</c:v>
                      </c:pt>
                      <c:pt idx="7">
                        <c:v>29.488229620442997</c:v>
                      </c:pt>
                      <c:pt idx="8">
                        <c:v>38.405768696440994</c:v>
                      </c:pt>
                      <c:pt idx="9">
                        <c:v>42.646511422354997</c:v>
                      </c:pt>
                      <c:pt idx="10">
                        <c:v>48.506280829224998</c:v>
                      </c:pt>
                      <c:pt idx="11">
                        <c:v>55.882749771211003</c:v>
                      </c:pt>
                      <c:pt idx="12">
                        <c:v>61.894311417525003</c:v>
                      </c:pt>
                      <c:pt idx="13">
                        <c:v>68.11136028205199</c:v>
                      </c:pt>
                      <c:pt idx="14">
                        <c:v>72.939155822171998</c:v>
                      </c:pt>
                      <c:pt idx="15">
                        <c:v>72.243590092521003</c:v>
                      </c:pt>
                      <c:pt idx="16">
                        <c:v>64.586638355274999</c:v>
                      </c:pt>
                      <c:pt idx="17">
                        <c:v>66.684178487776009</c:v>
                      </c:pt>
                      <c:pt idx="18">
                        <c:v>67.363828116739001</c:v>
                      </c:pt>
                      <c:pt idx="19">
                        <c:v>73.932838764392997</c:v>
                      </c:pt>
                      <c:pt idx="20">
                        <c:v>81.038865027433005</c:v>
                      </c:pt>
                      <c:pt idx="21">
                        <c:v>100.80875943507101</c:v>
                      </c:pt>
                      <c:pt idx="22">
                        <c:v>105.92307054069899</c:v>
                      </c:pt>
                      <c:pt idx="23">
                        <c:v>92.845669462210992</c:v>
                      </c:pt>
                      <c:pt idx="24">
                        <c:v>69.246101866860997</c:v>
                      </c:pt>
                      <c:pt idx="25">
                        <c:v>43.407000727232003</c:v>
                      </c:pt>
                      <c:pt idx="26">
                        <c:v>25.636594115177001</c:v>
                      </c:pt>
                      <c:pt idx="27">
                        <c:v>17.237461325609999</c:v>
                      </c:pt>
                      <c:pt idx="28">
                        <c:v>11.749798040954001</c:v>
                      </c:pt>
                      <c:pt idx="29">
                        <c:v>10.125494392159</c:v>
                      </c:pt>
                      <c:pt idx="30">
                        <c:v>16.495863670927001</c:v>
                      </c:pt>
                      <c:pt idx="31">
                        <c:v>23.269094337264999</c:v>
                      </c:pt>
                      <c:pt idx="32">
                        <c:v>34.614789898143997</c:v>
                      </c:pt>
                      <c:pt idx="33">
                        <c:v>45.092186572230005</c:v>
                      </c:pt>
                      <c:pt idx="34">
                        <c:v>54.040571640848995</c:v>
                      </c:pt>
                      <c:pt idx="35">
                        <c:v>61.071051691031997</c:v>
                      </c:pt>
                      <c:pt idx="36">
                        <c:v>66.672299520189</c:v>
                      </c:pt>
                      <c:pt idx="37">
                        <c:v>69.504236229096989</c:v>
                      </c:pt>
                      <c:pt idx="38">
                        <c:v>86.888764448081005</c:v>
                      </c:pt>
                      <c:pt idx="39">
                        <c:v>82.760958631676004</c:v>
                      </c:pt>
                      <c:pt idx="40">
                        <c:v>68.914367299261997</c:v>
                      </c:pt>
                      <c:pt idx="41">
                        <c:v>69.518310082466996</c:v>
                      </c:pt>
                      <c:pt idx="42">
                        <c:v>70.144876766786993</c:v>
                      </c:pt>
                      <c:pt idx="43">
                        <c:v>76.417507175980006</c:v>
                      </c:pt>
                      <c:pt idx="44">
                        <c:v>84.106303199707</c:v>
                      </c:pt>
                      <c:pt idx="45">
                        <c:v>105.446022324617</c:v>
                      </c:pt>
                      <c:pt idx="46">
                        <c:v>108.77370694887</c:v>
                      </c:pt>
                      <c:pt idx="47">
                        <c:v>96.058052832515003</c:v>
                      </c:pt>
                      <c:pt idx="48">
                        <c:v>71.947777538983004</c:v>
                      </c:pt>
                      <c:pt idx="49">
                        <c:v>47.385056379449999</c:v>
                      </c:pt>
                      <c:pt idx="50">
                        <c:v>28.290193757239997</c:v>
                      </c:pt>
                      <c:pt idx="51">
                        <c:v>17.027621166021998</c:v>
                      </c:pt>
                      <c:pt idx="52">
                        <c:v>11.227601417928001</c:v>
                      </c:pt>
                      <c:pt idx="53">
                        <c:v>9.6679883399560005</c:v>
                      </c:pt>
                      <c:pt idx="54">
                        <c:v>16.708332585095999</c:v>
                      </c:pt>
                      <c:pt idx="55">
                        <c:v>24.767005913611001</c:v>
                      </c:pt>
                      <c:pt idx="56">
                        <c:v>35.885433253301002</c:v>
                      </c:pt>
                      <c:pt idx="57">
                        <c:v>44.709534488791007</c:v>
                      </c:pt>
                      <c:pt idx="58">
                        <c:v>51.390163653214998</c:v>
                      </c:pt>
                      <c:pt idx="59">
                        <c:v>59.411371318088001</c:v>
                      </c:pt>
                      <c:pt idx="60">
                        <c:v>64.781991144244998</c:v>
                      </c:pt>
                      <c:pt idx="61">
                        <c:v>72.747418414723001</c:v>
                      </c:pt>
                      <c:pt idx="62">
                        <c:v>79.582343135210991</c:v>
                      </c:pt>
                      <c:pt idx="63">
                        <c:v>76.662598420967996</c:v>
                      </c:pt>
                      <c:pt idx="64">
                        <c:v>66.874051139372995</c:v>
                      </c:pt>
                      <c:pt idx="65">
                        <c:v>68.244903979838</c:v>
                      </c:pt>
                      <c:pt idx="66">
                        <c:v>68.977087072933003</c:v>
                      </c:pt>
                      <c:pt idx="67">
                        <c:v>75.251200137303002</c:v>
                      </c:pt>
                      <c:pt idx="68">
                        <c:v>81.912827681124</c:v>
                      </c:pt>
                      <c:pt idx="69">
                        <c:v>102.32111772125599</c:v>
                      </c:pt>
                      <c:pt idx="70">
                        <c:v>104.68381267556499</c:v>
                      </c:pt>
                      <c:pt idx="71">
                        <c:v>87.929749615587994</c:v>
                      </c:pt>
                      <c:pt idx="72">
                        <c:v>61.291552984879004</c:v>
                      </c:pt>
                      <c:pt idx="73">
                        <c:v>37.698005042394001</c:v>
                      </c:pt>
                      <c:pt idx="74">
                        <c:v>22.206025526850997</c:v>
                      </c:pt>
                      <c:pt idx="75">
                        <c:v>13.622765365983</c:v>
                      </c:pt>
                      <c:pt idx="76">
                        <c:v>9.5313461560610016</c:v>
                      </c:pt>
                      <c:pt idx="77">
                        <c:v>9.1850617064200009</c:v>
                      </c:pt>
                      <c:pt idx="78">
                        <c:v>17.942025188083999</c:v>
                      </c:pt>
                      <c:pt idx="79">
                        <c:v>28.631466348007002</c:v>
                      </c:pt>
                      <c:pt idx="80">
                        <c:v>37.789456821563007</c:v>
                      </c:pt>
                      <c:pt idx="81">
                        <c:v>42.309825012593002</c:v>
                      </c:pt>
                      <c:pt idx="82">
                        <c:v>47.875560167171997</c:v>
                      </c:pt>
                      <c:pt idx="83">
                        <c:v>55.119184639727997</c:v>
                      </c:pt>
                      <c:pt idx="84">
                        <c:v>60.594008856299006</c:v>
                      </c:pt>
                      <c:pt idx="85">
                        <c:v>65.691656190882</c:v>
                      </c:pt>
                      <c:pt idx="86">
                        <c:v>69.048350141539004</c:v>
                      </c:pt>
                      <c:pt idx="87">
                        <c:v>67.609311532366988</c:v>
                      </c:pt>
                      <c:pt idx="88">
                        <c:v>62.556650635480004</c:v>
                      </c:pt>
                      <c:pt idx="89">
                        <c:v>66.279100705345996</c:v>
                      </c:pt>
                      <c:pt idx="90">
                        <c:v>66.692738624105999</c:v>
                      </c:pt>
                      <c:pt idx="91">
                        <c:v>74.961028649178999</c:v>
                      </c:pt>
                      <c:pt idx="92">
                        <c:v>81.684948939923004</c:v>
                      </c:pt>
                      <c:pt idx="93">
                        <c:v>102.574365857545</c:v>
                      </c:pt>
                      <c:pt idx="94">
                        <c:v>104.029245369636</c:v>
                      </c:pt>
                      <c:pt idx="95">
                        <c:v>85.203816994679002</c:v>
                      </c:pt>
                      <c:pt idx="96">
                        <c:v>58.707703194867001</c:v>
                      </c:pt>
                      <c:pt idx="97">
                        <c:v>36.098631462535998</c:v>
                      </c:pt>
                      <c:pt idx="98">
                        <c:v>21.141834921060997</c:v>
                      </c:pt>
                      <c:pt idx="99">
                        <c:v>13.088856303331999</c:v>
                      </c:pt>
                      <c:pt idx="100">
                        <c:v>9.3590134903400006</c:v>
                      </c:pt>
                      <c:pt idx="101">
                        <c:v>9.0165505921189997</c:v>
                      </c:pt>
                      <c:pt idx="102">
                        <c:v>18.180596124120001</c:v>
                      </c:pt>
                      <c:pt idx="103">
                        <c:v>29.193041062048003</c:v>
                      </c:pt>
                      <c:pt idx="104">
                        <c:v>37.927831889718007</c:v>
                      </c:pt>
                      <c:pt idx="105">
                        <c:v>42.342866910833997</c:v>
                      </c:pt>
                      <c:pt idx="106">
                        <c:v>48.082559116121999</c:v>
                      </c:pt>
                      <c:pt idx="107">
                        <c:v>55.849806344616006</c:v>
                      </c:pt>
                      <c:pt idx="108">
                        <c:v>61.401967298235</c:v>
                      </c:pt>
                      <c:pt idx="109">
                        <c:v>66.687945469723999</c:v>
                      </c:pt>
                      <c:pt idx="110">
                        <c:v>69.701029559605004</c:v>
                      </c:pt>
                      <c:pt idx="111">
                        <c:v>68.460369156217993</c:v>
                      </c:pt>
                      <c:pt idx="112">
                        <c:v>62.564478487669994</c:v>
                      </c:pt>
                      <c:pt idx="113">
                        <c:v>66.570483326506007</c:v>
                      </c:pt>
                      <c:pt idx="114">
                        <c:v>67.367633576792997</c:v>
                      </c:pt>
                      <c:pt idx="115">
                        <c:v>75.389713830259993</c:v>
                      </c:pt>
                      <c:pt idx="116">
                        <c:v>82.043686751740992</c:v>
                      </c:pt>
                      <c:pt idx="117">
                        <c:v>103.92571046469601</c:v>
                      </c:pt>
                      <c:pt idx="118">
                        <c:v>104.229887591096</c:v>
                      </c:pt>
                      <c:pt idx="119">
                        <c:v>85.857311492946991</c:v>
                      </c:pt>
                      <c:pt idx="120">
                        <c:v>58.780885817202005</c:v>
                      </c:pt>
                      <c:pt idx="121">
                        <c:v>36.128455450589001</c:v>
                      </c:pt>
                      <c:pt idx="122">
                        <c:v>20.961586711446998</c:v>
                      </c:pt>
                      <c:pt idx="123">
                        <c:v>12.96860428429</c:v>
                      </c:pt>
                      <c:pt idx="124">
                        <c:v>9.3104470338439995</c:v>
                      </c:pt>
                      <c:pt idx="125">
                        <c:v>9.0878022499219995</c:v>
                      </c:pt>
                      <c:pt idx="126">
                        <c:v>18.565650668647002</c:v>
                      </c:pt>
                      <c:pt idx="127">
                        <c:v>29.841916125965</c:v>
                      </c:pt>
                      <c:pt idx="128">
                        <c:v>39.141122533040999</c:v>
                      </c:pt>
                      <c:pt idx="129">
                        <c:v>43.678403812265003</c:v>
                      </c:pt>
                      <c:pt idx="130">
                        <c:v>49.382545170810999</c:v>
                      </c:pt>
                      <c:pt idx="131">
                        <c:v>56.487852594463995</c:v>
                      </c:pt>
                      <c:pt idx="132">
                        <c:v>63.674030527367997</c:v>
                      </c:pt>
                      <c:pt idx="133">
                        <c:v>72.875013564414999</c:v>
                      </c:pt>
                      <c:pt idx="134">
                        <c:v>76.179385900929987</c:v>
                      </c:pt>
                      <c:pt idx="135">
                        <c:v>72.861486139041006</c:v>
                      </c:pt>
                      <c:pt idx="136">
                        <c:v>63.792101440470006</c:v>
                      </c:pt>
                      <c:pt idx="137">
                        <c:v>67.438450103348003</c:v>
                      </c:pt>
                      <c:pt idx="138">
                        <c:v>74.634787329763</c:v>
                      </c:pt>
                      <c:pt idx="139">
                        <c:v>83.981651484981001</c:v>
                      </c:pt>
                      <c:pt idx="140">
                        <c:v>85.157293190874995</c:v>
                      </c:pt>
                      <c:pt idx="141">
                        <c:v>106.08559615150601</c:v>
                      </c:pt>
                      <c:pt idx="142">
                        <c:v>105.32985858169401</c:v>
                      </c:pt>
                      <c:pt idx="143">
                        <c:v>86.090384258969991</c:v>
                      </c:pt>
                      <c:pt idx="144">
                        <c:v>61.100606357891998</c:v>
                      </c:pt>
                      <c:pt idx="145">
                        <c:v>37.629127666585006</c:v>
                      </c:pt>
                      <c:pt idx="146">
                        <c:v>22.784437359812003</c:v>
                      </c:pt>
                      <c:pt idx="147">
                        <c:v>13.550728173366998</c:v>
                      </c:pt>
                      <c:pt idx="148">
                        <c:v>9.8394482423810015</c:v>
                      </c:pt>
                      <c:pt idx="149">
                        <c:v>9.6538173269220007</c:v>
                      </c:pt>
                      <c:pt idx="150">
                        <c:v>18.607449517207002</c:v>
                      </c:pt>
                      <c:pt idx="151">
                        <c:v>29.977613458153002</c:v>
                      </c:pt>
                      <c:pt idx="152">
                        <c:v>39.704177336293</c:v>
                      </c:pt>
                      <c:pt idx="153">
                        <c:v>43.967836501059999</c:v>
                      </c:pt>
                      <c:pt idx="154">
                        <c:v>49.478594924722003</c:v>
                      </c:pt>
                      <c:pt idx="155">
                        <c:v>55.464360468568998</c:v>
                      </c:pt>
                      <c:pt idx="156">
                        <c:v>61.672597359224994</c:v>
                      </c:pt>
                      <c:pt idx="157">
                        <c:v>66.708106863189002</c:v>
                      </c:pt>
                      <c:pt idx="158">
                        <c:v>70.900025406786</c:v>
                      </c:pt>
                      <c:pt idx="159">
                        <c:v>69.616284962988999</c:v>
                      </c:pt>
                      <c:pt idx="160">
                        <c:v>64.249519545216003</c:v>
                      </c:pt>
                      <c:pt idx="161">
                        <c:v>68.762481236946002</c:v>
                      </c:pt>
                      <c:pt idx="162">
                        <c:v>69.195221452487004</c:v>
                      </c:pt>
                      <c:pt idx="163">
                        <c:v>78.305063694501996</c:v>
                      </c:pt>
                      <c:pt idx="164">
                        <c:v>83.46537426771701</c:v>
                      </c:pt>
                      <c:pt idx="165">
                        <c:v>104.74054295785</c:v>
                      </c:pt>
                      <c:pt idx="166">
                        <c:v>104.576474349823</c:v>
                      </c:pt>
                      <c:pt idx="167">
                        <c:v>83.417731234024004</c:v>
                      </c:pt>
                      <c:pt idx="168">
                        <c:v>56.677146397631006</c:v>
                      </c:pt>
                      <c:pt idx="169">
                        <c:v>33.793573077620003</c:v>
                      </c:pt>
                      <c:pt idx="170">
                        <c:v>20.687149569456999</c:v>
                      </c:pt>
                      <c:pt idx="171">
                        <c:v>13.149029097472999</c:v>
                      </c:pt>
                      <c:pt idx="172">
                        <c:v>9.5767456675969989</c:v>
                      </c:pt>
                      <c:pt idx="173">
                        <c:v>9.5771109238059982</c:v>
                      </c:pt>
                      <c:pt idx="174">
                        <c:v>19.407832291557998</c:v>
                      </c:pt>
                      <c:pt idx="175">
                        <c:v>32.452331961344996</c:v>
                      </c:pt>
                      <c:pt idx="176">
                        <c:v>42.785795549493002</c:v>
                      </c:pt>
                      <c:pt idx="177">
                        <c:v>48.311181724808996</c:v>
                      </c:pt>
                      <c:pt idx="178">
                        <c:v>52.884217376130998</c:v>
                      </c:pt>
                      <c:pt idx="179">
                        <c:v>58.739045520510999</c:v>
                      </c:pt>
                      <c:pt idx="180">
                        <c:v>63.932260883707002</c:v>
                      </c:pt>
                      <c:pt idx="181">
                        <c:v>69.508694810539012</c:v>
                      </c:pt>
                      <c:pt idx="182">
                        <c:v>73.288607638379986</c:v>
                      </c:pt>
                      <c:pt idx="183">
                        <c:v>71.940482502959</c:v>
                      </c:pt>
                      <c:pt idx="184">
                        <c:v>64.842600252378006</c:v>
                      </c:pt>
                      <c:pt idx="185">
                        <c:v>67.83484170908099</c:v>
                      </c:pt>
                      <c:pt idx="186">
                        <c:v>67.631188548933991</c:v>
                      </c:pt>
                      <c:pt idx="187">
                        <c:v>78.414416673114005</c:v>
                      </c:pt>
                      <c:pt idx="188">
                        <c:v>83.997053261597998</c:v>
                      </c:pt>
                      <c:pt idx="189">
                        <c:v>103.670858677525</c:v>
                      </c:pt>
                      <c:pt idx="190">
                        <c:v>106.03573439327199</c:v>
                      </c:pt>
                      <c:pt idx="191">
                        <c:v>90.320112292575004</c:v>
                      </c:pt>
                      <c:pt idx="192">
                        <c:v>65.881955755354994</c:v>
                      </c:pt>
                      <c:pt idx="193">
                        <c:v>42.912104752296003</c:v>
                      </c:pt>
                      <c:pt idx="194">
                        <c:v>26.759240650580001</c:v>
                      </c:pt>
                      <c:pt idx="195">
                        <c:v>17.209915752606001</c:v>
                      </c:pt>
                      <c:pt idx="196">
                        <c:v>11.776754316401</c:v>
                      </c:pt>
                      <c:pt idx="197">
                        <c:v>10.164543924892001</c:v>
                      </c:pt>
                      <c:pt idx="198">
                        <c:v>16.850390190563001</c:v>
                      </c:pt>
                      <c:pt idx="199">
                        <c:v>25.205685605031004</c:v>
                      </c:pt>
                      <c:pt idx="200">
                        <c:v>36.722045090398005</c:v>
                      </c:pt>
                      <c:pt idx="201">
                        <c:v>46.607007251505003</c:v>
                      </c:pt>
                      <c:pt idx="202">
                        <c:v>55.282702136180994</c:v>
                      </c:pt>
                      <c:pt idx="203">
                        <c:v>64.570466007849006</c:v>
                      </c:pt>
                      <c:pt idx="204">
                        <c:v>67.856152159729007</c:v>
                      </c:pt>
                      <c:pt idx="205">
                        <c:v>70.447188486035998</c:v>
                      </c:pt>
                      <c:pt idx="206">
                        <c:v>87.806256976742006</c:v>
                      </c:pt>
                      <c:pt idx="207">
                        <c:v>82.909122156736998</c:v>
                      </c:pt>
                      <c:pt idx="208">
                        <c:v>69.109919227395991</c:v>
                      </c:pt>
                      <c:pt idx="209">
                        <c:v>70.714006447340992</c:v>
                      </c:pt>
                      <c:pt idx="210">
                        <c:v>69.495723909337997</c:v>
                      </c:pt>
                      <c:pt idx="211">
                        <c:v>80.48156446109499</c:v>
                      </c:pt>
                      <c:pt idx="212">
                        <c:v>85.823062530988011</c:v>
                      </c:pt>
                      <c:pt idx="213">
                        <c:v>106.67685594403899</c:v>
                      </c:pt>
                      <c:pt idx="214">
                        <c:v>110.09512013337</c:v>
                      </c:pt>
                      <c:pt idx="215">
                        <c:v>93.946450290044993</c:v>
                      </c:pt>
                      <c:pt idx="216">
                        <c:v>68.012673198055992</c:v>
                      </c:pt>
                      <c:pt idx="217">
                        <c:v>43.151377391483003</c:v>
                      </c:pt>
                      <c:pt idx="218">
                        <c:v>25.638953178244002</c:v>
                      </c:pt>
                      <c:pt idx="219">
                        <c:v>15.403129935757001</c:v>
                      </c:pt>
                      <c:pt idx="220">
                        <c:v>10.498022469035</c:v>
                      </c:pt>
                      <c:pt idx="221">
                        <c:v>9.4240339033640002</c:v>
                      </c:pt>
                      <c:pt idx="222">
                        <c:v>16.790818205600001</c:v>
                      </c:pt>
                      <c:pt idx="223">
                        <c:v>25.986739819651</c:v>
                      </c:pt>
                      <c:pt idx="224">
                        <c:v>37.056678645017996</c:v>
                      </c:pt>
                      <c:pt idx="225">
                        <c:v>45.503427137173993</c:v>
                      </c:pt>
                      <c:pt idx="226">
                        <c:v>52.065849276583997</c:v>
                      </c:pt>
                      <c:pt idx="227">
                        <c:v>59.369286920905004</c:v>
                      </c:pt>
                      <c:pt idx="228">
                        <c:v>63.991046393299001</c:v>
                      </c:pt>
                      <c:pt idx="229">
                        <c:v>73.459388029761001</c:v>
                      </c:pt>
                      <c:pt idx="230">
                        <c:v>79.876506037477</c:v>
                      </c:pt>
                      <c:pt idx="231">
                        <c:v>77.370316541724989</c:v>
                      </c:pt>
                      <c:pt idx="232">
                        <c:v>66.418439447308003</c:v>
                      </c:pt>
                      <c:pt idx="233">
                        <c:v>69.110788244305994</c:v>
                      </c:pt>
                      <c:pt idx="234">
                        <c:v>68.614276400690997</c:v>
                      </c:pt>
                      <c:pt idx="235">
                        <c:v>78.259274287818002</c:v>
                      </c:pt>
                      <c:pt idx="236">
                        <c:v>85.772090185524007</c:v>
                      </c:pt>
                      <c:pt idx="237">
                        <c:v>107.76415819143301</c:v>
                      </c:pt>
                      <c:pt idx="238">
                        <c:v>105.061789126527</c:v>
                      </c:pt>
                      <c:pt idx="239">
                        <c:v>84.607456030324016</c:v>
                      </c:pt>
                      <c:pt idx="240">
                        <c:v>57.351133377128008</c:v>
                      </c:pt>
                      <c:pt idx="241">
                        <c:v>35.079208619612004</c:v>
                      </c:pt>
                      <c:pt idx="242">
                        <c:v>20.504260968571</c:v>
                      </c:pt>
                      <c:pt idx="243">
                        <c:v>12.579687534771999</c:v>
                      </c:pt>
                      <c:pt idx="244">
                        <c:v>9.0945847208719997</c:v>
                      </c:pt>
                      <c:pt idx="245">
                        <c:v>9.0348049777820005</c:v>
                      </c:pt>
                      <c:pt idx="246">
                        <c:v>18.300133470970998</c:v>
                      </c:pt>
                      <c:pt idx="247">
                        <c:v>29.806389727499997</c:v>
                      </c:pt>
                      <c:pt idx="248">
                        <c:v>38.223420473167998</c:v>
                      </c:pt>
                      <c:pt idx="249">
                        <c:v>41.996722950158997</c:v>
                      </c:pt>
                      <c:pt idx="250">
                        <c:v>47.520724057631</c:v>
                      </c:pt>
                      <c:pt idx="251">
                        <c:v>55.211683879527001</c:v>
                      </c:pt>
                      <c:pt idx="252">
                        <c:v>60.422110298222997</c:v>
                      </c:pt>
                      <c:pt idx="253">
                        <c:v>66.065634365931004</c:v>
                      </c:pt>
                      <c:pt idx="254">
                        <c:v>69.588275632268989</c:v>
                      </c:pt>
                      <c:pt idx="255">
                        <c:v>68.867580505492</c:v>
                      </c:pt>
                      <c:pt idx="256">
                        <c:v>63.832907418946995</c:v>
                      </c:pt>
                      <c:pt idx="257">
                        <c:v>70.231722715269996</c:v>
                      </c:pt>
                      <c:pt idx="258">
                        <c:v>69.128686171653001</c:v>
                      </c:pt>
                      <c:pt idx="259">
                        <c:v>78.249392367536998</c:v>
                      </c:pt>
                      <c:pt idx="260">
                        <c:v>84.515568096793004</c:v>
                      </c:pt>
                      <c:pt idx="261">
                        <c:v>104.961191749365</c:v>
                      </c:pt>
                      <c:pt idx="262">
                        <c:v>103.227837018049</c:v>
                      </c:pt>
                      <c:pt idx="263">
                        <c:v>80.753522191536007</c:v>
                      </c:pt>
                      <c:pt idx="264">
                        <c:v>53.501939921009004</c:v>
                      </c:pt>
                      <c:pt idx="265">
                        <c:v>32.034556604130998</c:v>
                      </c:pt>
                      <c:pt idx="266">
                        <c:v>18.720216106841001</c:v>
                      </c:pt>
                      <c:pt idx="267">
                        <c:v>11.928431464898001</c:v>
                      </c:pt>
                      <c:pt idx="268">
                        <c:v>8.8056097535699998</c:v>
                      </c:pt>
                      <c:pt idx="269">
                        <c:v>8.9668604062119996</c:v>
                      </c:pt>
                      <c:pt idx="270">
                        <c:v>18.448645559318003</c:v>
                      </c:pt>
                      <c:pt idx="271">
                        <c:v>30.573187688160001</c:v>
                      </c:pt>
                      <c:pt idx="272">
                        <c:v>39.535894558201001</c:v>
                      </c:pt>
                      <c:pt idx="273">
                        <c:v>43.180026865772</c:v>
                      </c:pt>
                      <c:pt idx="274">
                        <c:v>48.636586615060999</c:v>
                      </c:pt>
                      <c:pt idx="275">
                        <c:v>56.068569860171998</c:v>
                      </c:pt>
                      <c:pt idx="276">
                        <c:v>61.313443275474008</c:v>
                      </c:pt>
                      <c:pt idx="277">
                        <c:v>66.966444170672005</c:v>
                      </c:pt>
                      <c:pt idx="278">
                        <c:v>70.520818017356007</c:v>
                      </c:pt>
                      <c:pt idx="279">
                        <c:v>69.436215637019004</c:v>
                      </c:pt>
                      <c:pt idx="280">
                        <c:v>64.008153349289003</c:v>
                      </c:pt>
                      <c:pt idx="281">
                        <c:v>68.857973167466</c:v>
                      </c:pt>
                      <c:pt idx="282">
                        <c:v>67.550481125863001</c:v>
                      </c:pt>
                      <c:pt idx="283">
                        <c:v>78.219101470587006</c:v>
                      </c:pt>
                      <c:pt idx="284">
                        <c:v>85.816259747040007</c:v>
                      </c:pt>
                      <c:pt idx="285">
                        <c:v>107.407168380877</c:v>
                      </c:pt>
                      <c:pt idx="286">
                        <c:v>104.37602743414099</c:v>
                      </c:pt>
                      <c:pt idx="287">
                        <c:v>81.543676374476007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C-BF3F-49BE-B4BE-2314BCBEA28B}"/>
                  </c:ext>
                </c:extLst>
              </c15:ser>
            </c15:filteredLineSeries>
            <c15:filteredLineSeries>
              <c15:ser>
                <c:idx val="25"/>
                <c:order val="2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12-10-2026'!$AA$1</c15:sqref>
                        </c15:formulaRef>
                      </c:ext>
                    </c:extLst>
                    <c:strCache>
                      <c:ptCount val="1"/>
                      <c:pt idx="0">
                        <c:v>ORN 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12-10-2026'!$AA$2:$AA$289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5.3700024496390002</c:v>
                      </c:pt>
                      <c:pt idx="1">
                        <c:v>3.3204166611470098</c:v>
                      </c:pt>
                      <c:pt idx="2">
                        <c:v>1.947396249106</c:v>
                      </c:pt>
                      <c:pt idx="3">
                        <c:v>1.208627035024</c:v>
                      </c:pt>
                      <c:pt idx="4">
                        <c:v>0.94922370243200005</c:v>
                      </c:pt>
                      <c:pt idx="5">
                        <c:v>1.0993234711750002</c:v>
                      </c:pt>
                      <c:pt idx="6">
                        <c:v>2.3850600892220002</c:v>
                      </c:pt>
                      <c:pt idx="7">
                        <c:v>3.6074741025630002</c:v>
                      </c:pt>
                      <c:pt idx="8">
                        <c:v>4.4133613855510001</c:v>
                      </c:pt>
                      <c:pt idx="9">
                        <c:v>4.5231162741570001</c:v>
                      </c:pt>
                      <c:pt idx="10">
                        <c:v>4.8774782143550004</c:v>
                      </c:pt>
                      <c:pt idx="11">
                        <c:v>5.4683979383079899</c:v>
                      </c:pt>
                      <c:pt idx="12">
                        <c:v>6.3279793871029995</c:v>
                      </c:pt>
                      <c:pt idx="13">
                        <c:v>6.9447072115430002</c:v>
                      </c:pt>
                      <c:pt idx="14">
                        <c:v>7.3722136021150009</c:v>
                      </c:pt>
                      <c:pt idx="15">
                        <c:v>7.3326364215730004</c:v>
                      </c:pt>
                      <c:pt idx="16">
                        <c:v>6.4764395298829998</c:v>
                      </c:pt>
                      <c:pt idx="17">
                        <c:v>6.3775488954539892</c:v>
                      </c:pt>
                      <c:pt idx="18">
                        <c:v>6.2718756548290004</c:v>
                      </c:pt>
                      <c:pt idx="19">
                        <c:v>6.8391671588909997</c:v>
                      </c:pt>
                      <c:pt idx="20">
                        <c:v>7.4913469810179993</c:v>
                      </c:pt>
                      <c:pt idx="21">
                        <c:v>9.0201329043309979</c:v>
                      </c:pt>
                      <c:pt idx="22">
                        <c:v>9.5387652574789996</c:v>
                      </c:pt>
                      <c:pt idx="23">
                        <c:v>8.3391690736320001</c:v>
                      </c:pt>
                      <c:pt idx="24">
                        <c:v>6.1081579867190108</c:v>
                      </c:pt>
                      <c:pt idx="25">
                        <c:v>3.8277789833430003</c:v>
                      </c:pt>
                      <c:pt idx="26">
                        <c:v>2.2537897292140001</c:v>
                      </c:pt>
                      <c:pt idx="27">
                        <c:v>1.5456048447709998</c:v>
                      </c:pt>
                      <c:pt idx="28">
                        <c:v>1.0958707956559999</c:v>
                      </c:pt>
                      <c:pt idx="29">
                        <c:v>1.119695412207</c:v>
                      </c:pt>
                      <c:pt idx="30">
                        <c:v>2.0509422606959999</c:v>
                      </c:pt>
                      <c:pt idx="31">
                        <c:v>2.9476291496810001</c:v>
                      </c:pt>
                      <c:pt idx="32">
                        <c:v>4.213123475562</c:v>
                      </c:pt>
                      <c:pt idx="33">
                        <c:v>5.0483790342109991</c:v>
                      </c:pt>
                      <c:pt idx="34">
                        <c:v>5.6232207264270002</c:v>
                      </c:pt>
                      <c:pt idx="35">
                        <c:v>6.9332996631310007</c:v>
                      </c:pt>
                      <c:pt idx="36">
                        <c:v>7.020865771845</c:v>
                      </c:pt>
                      <c:pt idx="37">
                        <c:v>7.1902021127419999</c:v>
                      </c:pt>
                      <c:pt idx="38">
                        <c:v>8.4325140896900006</c:v>
                      </c:pt>
                      <c:pt idx="39">
                        <c:v>8.0337595603340013</c:v>
                      </c:pt>
                      <c:pt idx="40">
                        <c:v>6.7742026632080004</c:v>
                      </c:pt>
                      <c:pt idx="41">
                        <c:v>6.5684594063400006</c:v>
                      </c:pt>
                      <c:pt idx="42">
                        <c:v>6.4596234945100095</c:v>
                      </c:pt>
                      <c:pt idx="43">
                        <c:v>6.9528861959390102</c:v>
                      </c:pt>
                      <c:pt idx="44">
                        <c:v>7.604591693824001</c:v>
                      </c:pt>
                      <c:pt idx="45">
                        <c:v>9.3116175597460096</c:v>
                      </c:pt>
                      <c:pt idx="46">
                        <c:v>9.7491117131489986</c:v>
                      </c:pt>
                      <c:pt idx="47">
                        <c:v>8.6527967209910077</c:v>
                      </c:pt>
                      <c:pt idx="48">
                        <c:v>6.3820550856170009</c:v>
                      </c:pt>
                      <c:pt idx="49">
                        <c:v>4.0967295671199997</c:v>
                      </c:pt>
                      <c:pt idx="50">
                        <c:v>2.3912534340729996</c:v>
                      </c:pt>
                      <c:pt idx="51">
                        <c:v>1.4631187732710003</c:v>
                      </c:pt>
                      <c:pt idx="52">
                        <c:v>1.0292045378250001</c:v>
                      </c:pt>
                      <c:pt idx="53">
                        <c:v>1.094626990646</c:v>
                      </c:pt>
                      <c:pt idx="54">
                        <c:v>2.1167507958949998</c:v>
                      </c:pt>
                      <c:pt idx="55">
                        <c:v>3.1283196225579997</c:v>
                      </c:pt>
                      <c:pt idx="56">
                        <c:v>4.3211158832469998</c:v>
                      </c:pt>
                      <c:pt idx="57">
                        <c:v>4.9985177429770005</c:v>
                      </c:pt>
                      <c:pt idx="58">
                        <c:v>5.3357573475779994</c:v>
                      </c:pt>
                      <c:pt idx="59">
                        <c:v>5.9386230563410001</c:v>
                      </c:pt>
                      <c:pt idx="60">
                        <c:v>6.5893656699720005</c:v>
                      </c:pt>
                      <c:pt idx="61">
                        <c:v>7.3269808198430013</c:v>
                      </c:pt>
                      <c:pt idx="62">
                        <c:v>7.8433905244190107</c:v>
                      </c:pt>
                      <c:pt idx="63">
                        <c:v>7.6029789516490105</c:v>
                      </c:pt>
                      <c:pt idx="64">
                        <c:v>6.5631977998240005</c:v>
                      </c:pt>
                      <c:pt idx="65">
                        <c:v>6.3457605690559999</c:v>
                      </c:pt>
                      <c:pt idx="66">
                        <c:v>6.3270275285200004</c:v>
                      </c:pt>
                      <c:pt idx="67">
                        <c:v>6.8364058618610102</c:v>
                      </c:pt>
                      <c:pt idx="68">
                        <c:v>7.4621297766549999</c:v>
                      </c:pt>
                      <c:pt idx="69">
                        <c:v>9.1356407527119998</c:v>
                      </c:pt>
                      <c:pt idx="70">
                        <c:v>9.4753824022620012</c:v>
                      </c:pt>
                      <c:pt idx="71">
                        <c:v>7.9162251245439998</c:v>
                      </c:pt>
                      <c:pt idx="72">
                        <c:v>5.4387009169459999</c:v>
                      </c:pt>
                      <c:pt idx="73">
                        <c:v>3.2913073519789999</c:v>
                      </c:pt>
                      <c:pt idx="74">
                        <c:v>1.9107417235690001</c:v>
                      </c:pt>
                      <c:pt idx="75">
                        <c:v>1.1992403842020001</c:v>
                      </c:pt>
                      <c:pt idx="76">
                        <c:v>0.93144436578500001</c:v>
                      </c:pt>
                      <c:pt idx="77">
                        <c:v>1.0779554025139999</c:v>
                      </c:pt>
                      <c:pt idx="78">
                        <c:v>2.2795942875319999</c:v>
                      </c:pt>
                      <c:pt idx="79">
                        <c:v>3.4576706249980003</c:v>
                      </c:pt>
                      <c:pt idx="80">
                        <c:v>4.1818478036169902</c:v>
                      </c:pt>
                      <c:pt idx="81">
                        <c:v>4.3173849143169996</c:v>
                      </c:pt>
                      <c:pt idx="82">
                        <c:v>4.6309410418500008</c:v>
                      </c:pt>
                      <c:pt idx="83">
                        <c:v>5.3725263345860101</c:v>
                      </c:pt>
                      <c:pt idx="84">
                        <c:v>6.1528919104329916</c:v>
                      </c:pt>
                      <c:pt idx="85">
                        <c:v>6.5562733077590014</c:v>
                      </c:pt>
                      <c:pt idx="86">
                        <c:v>6.9396467438569998</c:v>
                      </c:pt>
                      <c:pt idx="87">
                        <c:v>6.8192855851070098</c:v>
                      </c:pt>
                      <c:pt idx="88">
                        <c:v>6.2443113490590001</c:v>
                      </c:pt>
                      <c:pt idx="89">
                        <c:v>6.263271033713</c:v>
                      </c:pt>
                      <c:pt idx="90">
                        <c:v>6.0645436609679999</c:v>
                      </c:pt>
                      <c:pt idx="91">
                        <c:v>6.7281848157809998</c:v>
                      </c:pt>
                      <c:pt idx="92">
                        <c:v>7.3721302231259997</c:v>
                      </c:pt>
                      <c:pt idx="93">
                        <c:v>9.0214857908230019</c:v>
                      </c:pt>
                      <c:pt idx="94">
                        <c:v>9.2372759189369997</c:v>
                      </c:pt>
                      <c:pt idx="95">
                        <c:v>7.5380202881499994</c:v>
                      </c:pt>
                      <c:pt idx="96">
                        <c:v>5.025917537382</c:v>
                      </c:pt>
                      <c:pt idx="97">
                        <c:v>3.0361120316569994</c:v>
                      </c:pt>
                      <c:pt idx="98">
                        <c:v>1.762631508778</c:v>
                      </c:pt>
                      <c:pt idx="99">
                        <c:v>1.1401197301110002</c:v>
                      </c:pt>
                      <c:pt idx="100">
                        <c:v>0.88891387553000001</c:v>
                      </c:pt>
                      <c:pt idx="101">
                        <c:v>1.0201218332990001</c:v>
                      </c:pt>
                      <c:pt idx="102">
                        <c:v>2.2988967248820003</c:v>
                      </c:pt>
                      <c:pt idx="103">
                        <c:v>3.5079599140629996</c:v>
                      </c:pt>
                      <c:pt idx="104">
                        <c:v>4.2456612902070008</c:v>
                      </c:pt>
                      <c:pt idx="105">
                        <c:v>4.3429090983279997</c:v>
                      </c:pt>
                      <c:pt idx="106">
                        <c:v>4.6600172916589999</c:v>
                      </c:pt>
                      <c:pt idx="107">
                        <c:v>5.351095142028</c:v>
                      </c:pt>
                      <c:pt idx="108">
                        <c:v>6.096563017507</c:v>
                      </c:pt>
                      <c:pt idx="109">
                        <c:v>6.5618016729469995</c:v>
                      </c:pt>
                      <c:pt idx="110">
                        <c:v>6.8641269277739996</c:v>
                      </c:pt>
                      <c:pt idx="111">
                        <c:v>6.7574642222299985</c:v>
                      </c:pt>
                      <c:pt idx="112">
                        <c:v>6.1787862216340006</c:v>
                      </c:pt>
                      <c:pt idx="113">
                        <c:v>6.1899456929289993</c:v>
                      </c:pt>
                      <c:pt idx="114">
                        <c:v>6.0857966094430003</c:v>
                      </c:pt>
                      <c:pt idx="115">
                        <c:v>6.7093695756740006</c:v>
                      </c:pt>
                      <c:pt idx="116">
                        <c:v>7.3098854823000092</c:v>
                      </c:pt>
                      <c:pt idx="117">
                        <c:v>9.0177149208579905</c:v>
                      </c:pt>
                      <c:pt idx="118">
                        <c:v>9.2290372661569897</c:v>
                      </c:pt>
                      <c:pt idx="119">
                        <c:v>7.5727830579350099</c:v>
                      </c:pt>
                      <c:pt idx="120">
                        <c:v>5.0832848299390001</c:v>
                      </c:pt>
                      <c:pt idx="121">
                        <c:v>3.05232898066</c:v>
                      </c:pt>
                      <c:pt idx="122">
                        <c:v>1.775537693285</c:v>
                      </c:pt>
                      <c:pt idx="123">
                        <c:v>1.1589412897279998</c:v>
                      </c:pt>
                      <c:pt idx="124">
                        <c:v>0.87482671439500093</c:v>
                      </c:pt>
                      <c:pt idx="125">
                        <c:v>1.006777131880001</c:v>
                      </c:pt>
                      <c:pt idx="126">
                        <c:v>2.3231199019819999</c:v>
                      </c:pt>
                      <c:pt idx="127">
                        <c:v>3.6207720117889997</c:v>
                      </c:pt>
                      <c:pt idx="128">
                        <c:v>4.2758505537669995</c:v>
                      </c:pt>
                      <c:pt idx="129">
                        <c:v>4.420821658635</c:v>
                      </c:pt>
                      <c:pt idx="130">
                        <c:v>4.7774571911960004</c:v>
                      </c:pt>
                      <c:pt idx="131">
                        <c:v>5.3740064340649996</c:v>
                      </c:pt>
                      <c:pt idx="132">
                        <c:v>6.2912639654079996</c:v>
                      </c:pt>
                      <c:pt idx="133">
                        <c:v>7.2429048469300001</c:v>
                      </c:pt>
                      <c:pt idx="134">
                        <c:v>7.5553441805889996</c:v>
                      </c:pt>
                      <c:pt idx="135">
                        <c:v>7.2051327267490013</c:v>
                      </c:pt>
                      <c:pt idx="136">
                        <c:v>6.2613875579489999</c:v>
                      </c:pt>
                      <c:pt idx="137">
                        <c:v>6.2815809741599997</c:v>
                      </c:pt>
                      <c:pt idx="138">
                        <c:v>6.4285898988500003</c:v>
                      </c:pt>
                      <c:pt idx="139">
                        <c:v>7.1724317964080102</c:v>
                      </c:pt>
                      <c:pt idx="140">
                        <c:v>7.5764756925750101</c:v>
                      </c:pt>
                      <c:pt idx="141">
                        <c:v>9.2747488597760004</c:v>
                      </c:pt>
                      <c:pt idx="142">
                        <c:v>9.3920409385439907</c:v>
                      </c:pt>
                      <c:pt idx="143">
                        <c:v>7.6908772083459995</c:v>
                      </c:pt>
                      <c:pt idx="144">
                        <c:v>5.219567184502</c:v>
                      </c:pt>
                      <c:pt idx="145">
                        <c:v>3.137233116235</c:v>
                      </c:pt>
                      <c:pt idx="146">
                        <c:v>1.9136709202700002</c:v>
                      </c:pt>
                      <c:pt idx="147">
                        <c:v>1.2761336082879999</c:v>
                      </c:pt>
                      <c:pt idx="148">
                        <c:v>0.98572354200099987</c:v>
                      </c:pt>
                      <c:pt idx="149">
                        <c:v>1.104028853165</c:v>
                      </c:pt>
                      <c:pt idx="150">
                        <c:v>2.3787602590220001</c:v>
                      </c:pt>
                      <c:pt idx="151">
                        <c:v>3.6429372049439999</c:v>
                      </c:pt>
                      <c:pt idx="152">
                        <c:v>4.4046596564899998</c:v>
                      </c:pt>
                      <c:pt idx="153">
                        <c:v>4.4620719603119996</c:v>
                      </c:pt>
                      <c:pt idx="154">
                        <c:v>4.7773379452169991</c:v>
                      </c:pt>
                      <c:pt idx="155">
                        <c:v>5.3453745082199999</c:v>
                      </c:pt>
                      <c:pt idx="156">
                        <c:v>6.1227031856240002</c:v>
                      </c:pt>
                      <c:pt idx="157">
                        <c:v>6.5924060181089992</c:v>
                      </c:pt>
                      <c:pt idx="158">
                        <c:v>7.0454770596280003</c:v>
                      </c:pt>
                      <c:pt idx="159">
                        <c:v>6.9337538778050005</c:v>
                      </c:pt>
                      <c:pt idx="160">
                        <c:v>6.3882334420979898</c:v>
                      </c:pt>
                      <c:pt idx="161">
                        <c:v>6.4301128637760003</c:v>
                      </c:pt>
                      <c:pt idx="162">
                        <c:v>6.3201004875919997</c:v>
                      </c:pt>
                      <c:pt idx="163">
                        <c:v>7.0647744815109998</c:v>
                      </c:pt>
                      <c:pt idx="164">
                        <c:v>7.6549562111449996</c:v>
                      </c:pt>
                      <c:pt idx="165">
                        <c:v>9.2884209905820008</c:v>
                      </c:pt>
                      <c:pt idx="166">
                        <c:v>9.3691134763949986</c:v>
                      </c:pt>
                      <c:pt idx="167">
                        <c:v>7.4783668991249996</c:v>
                      </c:pt>
                      <c:pt idx="168">
                        <c:v>4.8908030714769906</c:v>
                      </c:pt>
                      <c:pt idx="169">
                        <c:v>2.8603983953390002</c:v>
                      </c:pt>
                      <c:pt idx="170">
                        <c:v>1.7692323340640002</c:v>
                      </c:pt>
                      <c:pt idx="171">
                        <c:v>1.1744482745660001</c:v>
                      </c:pt>
                      <c:pt idx="172">
                        <c:v>0.95002162571100002</c:v>
                      </c:pt>
                      <c:pt idx="173">
                        <c:v>1.102701142925</c:v>
                      </c:pt>
                      <c:pt idx="174">
                        <c:v>2.474470214199</c:v>
                      </c:pt>
                      <c:pt idx="175">
                        <c:v>3.9230036540659996</c:v>
                      </c:pt>
                      <c:pt idx="176">
                        <c:v>4.6968867282689999</c:v>
                      </c:pt>
                      <c:pt idx="177">
                        <c:v>4.685648279732999</c:v>
                      </c:pt>
                      <c:pt idx="178">
                        <c:v>4.9290050055059993</c:v>
                      </c:pt>
                      <c:pt idx="179">
                        <c:v>5.4946050821489907</c:v>
                      </c:pt>
                      <c:pt idx="180">
                        <c:v>6.289965207219999</c:v>
                      </c:pt>
                      <c:pt idx="181">
                        <c:v>6.8514699186129908</c:v>
                      </c:pt>
                      <c:pt idx="182">
                        <c:v>7.2280212330159994</c:v>
                      </c:pt>
                      <c:pt idx="183">
                        <c:v>7.1045133123539994</c:v>
                      </c:pt>
                      <c:pt idx="184">
                        <c:v>6.3633279164660008</c:v>
                      </c:pt>
                      <c:pt idx="185">
                        <c:v>6.4106157833519894</c:v>
                      </c:pt>
                      <c:pt idx="186">
                        <c:v>6.2648560495939982</c:v>
                      </c:pt>
                      <c:pt idx="187">
                        <c:v>7.1664408427569999</c:v>
                      </c:pt>
                      <c:pt idx="188">
                        <c:v>7.6722315374190098</c:v>
                      </c:pt>
                      <c:pt idx="189">
                        <c:v>9.2347313667830093</c:v>
                      </c:pt>
                      <c:pt idx="190">
                        <c:v>9.4524214377350102</c:v>
                      </c:pt>
                      <c:pt idx="191">
                        <c:v>8.1042630602990098</c:v>
                      </c:pt>
                      <c:pt idx="192">
                        <c:v>5.753626580843</c:v>
                      </c:pt>
                      <c:pt idx="193">
                        <c:v>3.6639194259520003</c:v>
                      </c:pt>
                      <c:pt idx="194">
                        <c:v>2.2293268255159999</c:v>
                      </c:pt>
                      <c:pt idx="195">
                        <c:v>1.4409846987370001</c:v>
                      </c:pt>
                      <c:pt idx="196">
                        <c:v>1.0704690837989999</c:v>
                      </c:pt>
                      <c:pt idx="197">
                        <c:v>1.0689246301290001</c:v>
                      </c:pt>
                      <c:pt idx="198">
                        <c:v>2.0826165659510001</c:v>
                      </c:pt>
                      <c:pt idx="199">
                        <c:v>3.1274374876059996</c:v>
                      </c:pt>
                      <c:pt idx="200">
                        <c:v>4.3386079428129998</c:v>
                      </c:pt>
                      <c:pt idx="201">
                        <c:v>5.082461233728</c:v>
                      </c:pt>
                      <c:pt idx="202">
                        <c:v>5.525318473854</c:v>
                      </c:pt>
                      <c:pt idx="203">
                        <c:v>6.2564051474499989</c:v>
                      </c:pt>
                      <c:pt idx="204">
                        <c:v>6.6770471244779905</c:v>
                      </c:pt>
                      <c:pt idx="205">
                        <c:v>7.0995308577599907</c:v>
                      </c:pt>
                      <c:pt idx="206">
                        <c:v>8.2688336529940099</c:v>
                      </c:pt>
                      <c:pt idx="207">
                        <c:v>7.8940195808589904</c:v>
                      </c:pt>
                      <c:pt idx="208">
                        <c:v>6.5515539749249898</c:v>
                      </c:pt>
                      <c:pt idx="209">
                        <c:v>6.3969765768390001</c:v>
                      </c:pt>
                      <c:pt idx="210">
                        <c:v>6.089701114213999</c:v>
                      </c:pt>
                      <c:pt idx="211">
                        <c:v>7.0361892659050005</c:v>
                      </c:pt>
                      <c:pt idx="212">
                        <c:v>7.7212249906519999</c:v>
                      </c:pt>
                      <c:pt idx="213">
                        <c:v>9.3526013058030006</c:v>
                      </c:pt>
                      <c:pt idx="214">
                        <c:v>9.7618825900429993</c:v>
                      </c:pt>
                      <c:pt idx="215">
                        <c:v>8.4338041499570107</c:v>
                      </c:pt>
                      <c:pt idx="216">
                        <c:v>6.0010027258020004</c:v>
                      </c:pt>
                      <c:pt idx="217">
                        <c:v>3.7574520294690004</c:v>
                      </c:pt>
                      <c:pt idx="218">
                        <c:v>2.2448672220189998</c:v>
                      </c:pt>
                      <c:pt idx="219">
                        <c:v>1.3516338009539999</c:v>
                      </c:pt>
                      <c:pt idx="220">
                        <c:v>0.96636537782799903</c:v>
                      </c:pt>
                      <c:pt idx="221">
                        <c:v>1.0308992411719999</c:v>
                      </c:pt>
                      <c:pt idx="222">
                        <c:v>2.1138053318909997</c:v>
                      </c:pt>
                      <c:pt idx="223">
                        <c:v>3.2055958883330002</c:v>
                      </c:pt>
                      <c:pt idx="224">
                        <c:v>4.3921700002359998</c:v>
                      </c:pt>
                      <c:pt idx="225">
                        <c:v>4.9262266663079997</c:v>
                      </c:pt>
                      <c:pt idx="226">
                        <c:v>5.2438884689880005</c:v>
                      </c:pt>
                      <c:pt idx="227">
                        <c:v>5.8020537476429999</c:v>
                      </c:pt>
                      <c:pt idx="228">
                        <c:v>6.3470693760030104</c:v>
                      </c:pt>
                      <c:pt idx="229">
                        <c:v>7.1997378349840009</c:v>
                      </c:pt>
                      <c:pt idx="230">
                        <c:v>7.8185450131330096</c:v>
                      </c:pt>
                      <c:pt idx="231">
                        <c:v>7.5291702249240107</c:v>
                      </c:pt>
                      <c:pt idx="232">
                        <c:v>6.4191553396100005</c:v>
                      </c:pt>
                      <c:pt idx="233">
                        <c:v>6.3161071148959902</c:v>
                      </c:pt>
                      <c:pt idx="234">
                        <c:v>6.1730030643949902</c:v>
                      </c:pt>
                      <c:pt idx="235">
                        <c:v>7.0304676896899903</c:v>
                      </c:pt>
                      <c:pt idx="236">
                        <c:v>7.6435251478539907</c:v>
                      </c:pt>
                      <c:pt idx="237">
                        <c:v>9.3877603487309997</c:v>
                      </c:pt>
                      <c:pt idx="238">
                        <c:v>9.4325209884000003</c:v>
                      </c:pt>
                      <c:pt idx="239">
                        <c:v>7.6100760161759897</c:v>
                      </c:pt>
                      <c:pt idx="240">
                        <c:v>4.9720319068970005</c:v>
                      </c:pt>
                      <c:pt idx="241">
                        <c:v>2.9609599178199999</c:v>
                      </c:pt>
                      <c:pt idx="242">
                        <c:v>1.7355443608750001</c:v>
                      </c:pt>
                      <c:pt idx="243">
                        <c:v>1.1298341877039999</c:v>
                      </c:pt>
                      <c:pt idx="244">
                        <c:v>0.85769691496000011</c:v>
                      </c:pt>
                      <c:pt idx="245">
                        <c:v>1.0081892188240009</c:v>
                      </c:pt>
                      <c:pt idx="246">
                        <c:v>2.3032077739429999</c:v>
                      </c:pt>
                      <c:pt idx="247">
                        <c:v>3.5135966654509998</c:v>
                      </c:pt>
                      <c:pt idx="248">
                        <c:v>4.2280475996240003</c:v>
                      </c:pt>
                      <c:pt idx="249">
                        <c:v>4.2216279456010009</c:v>
                      </c:pt>
                      <c:pt idx="250">
                        <c:v>4.5801877025589999</c:v>
                      </c:pt>
                      <c:pt idx="251">
                        <c:v>5.2515646035200003</c:v>
                      </c:pt>
                      <c:pt idx="252">
                        <c:v>5.9203192402720104</c:v>
                      </c:pt>
                      <c:pt idx="253">
                        <c:v>6.4540423820700106</c:v>
                      </c:pt>
                      <c:pt idx="254">
                        <c:v>6.8366353392939994</c:v>
                      </c:pt>
                      <c:pt idx="255">
                        <c:v>6.8422824469400005</c:v>
                      </c:pt>
                      <c:pt idx="256">
                        <c:v>6.2145600519919997</c:v>
                      </c:pt>
                      <c:pt idx="257">
                        <c:v>6.4032897349149902</c:v>
                      </c:pt>
                      <c:pt idx="258">
                        <c:v>6.2403520706329898</c:v>
                      </c:pt>
                      <c:pt idx="259">
                        <c:v>7.1110345453410115</c:v>
                      </c:pt>
                      <c:pt idx="260">
                        <c:v>7.6876722856369897</c:v>
                      </c:pt>
                      <c:pt idx="261">
                        <c:v>9.3097383539830005</c:v>
                      </c:pt>
                      <c:pt idx="262">
                        <c:v>9.2040790647640005</c:v>
                      </c:pt>
                      <c:pt idx="263">
                        <c:v>7.2101978340889907</c:v>
                      </c:pt>
                      <c:pt idx="264">
                        <c:v>4.6050342904179988</c:v>
                      </c:pt>
                      <c:pt idx="265">
                        <c:v>2.7213711691259999</c:v>
                      </c:pt>
                      <c:pt idx="266">
                        <c:v>1.616332120467</c:v>
                      </c:pt>
                      <c:pt idx="267">
                        <c:v>1.074367508476</c:v>
                      </c:pt>
                      <c:pt idx="268">
                        <c:v>0.900281703371</c:v>
                      </c:pt>
                      <c:pt idx="269">
                        <c:v>1.0365815100340001</c:v>
                      </c:pt>
                      <c:pt idx="270">
                        <c:v>2.3442438637</c:v>
                      </c:pt>
                      <c:pt idx="271">
                        <c:v>3.7036874060610003</c:v>
                      </c:pt>
                      <c:pt idx="272">
                        <c:v>4.3280338403150003</c:v>
                      </c:pt>
                      <c:pt idx="273">
                        <c:v>4.3694747146970006</c:v>
                      </c:pt>
                      <c:pt idx="274">
                        <c:v>4.6587387622950098</c:v>
                      </c:pt>
                      <c:pt idx="275">
                        <c:v>5.294076924783</c:v>
                      </c:pt>
                      <c:pt idx="276">
                        <c:v>6.0378583655469997</c:v>
                      </c:pt>
                      <c:pt idx="277">
                        <c:v>6.5911608535710098</c:v>
                      </c:pt>
                      <c:pt idx="278">
                        <c:v>6.9289023732300095</c:v>
                      </c:pt>
                      <c:pt idx="279">
                        <c:v>6.8538972545400005</c:v>
                      </c:pt>
                      <c:pt idx="280">
                        <c:v>6.2395525344000005</c:v>
                      </c:pt>
                      <c:pt idx="281">
                        <c:v>6.3659238519539896</c:v>
                      </c:pt>
                      <c:pt idx="282">
                        <c:v>6.104642605544</c:v>
                      </c:pt>
                      <c:pt idx="283">
                        <c:v>7.0488650077620001</c:v>
                      </c:pt>
                      <c:pt idx="284">
                        <c:v>7.7404567725229994</c:v>
                      </c:pt>
                      <c:pt idx="285">
                        <c:v>9.4893712143700011</c:v>
                      </c:pt>
                      <c:pt idx="286">
                        <c:v>9.3181702189400006</c:v>
                      </c:pt>
                      <c:pt idx="287">
                        <c:v>7.2066345743119999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D-BF3F-49BE-B4BE-2314BCBEA28B}"/>
                  </c:ext>
                </c:extLst>
              </c15:ser>
            </c15:filteredLineSeries>
            <c15:filteredLineSeries>
              <c15:ser>
                <c:idx val="26"/>
                <c:order val="2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12-10-2026'!$AB$1</c15:sqref>
                        </c15:formulaRef>
                      </c:ext>
                    </c:extLst>
                    <c:strCache>
                      <c:ptCount val="1"/>
                      <c:pt idx="0">
                        <c:v>ORN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12-10-2026'!$AB$2:$AB$289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66.636100602656995</c:v>
                      </c:pt>
                      <c:pt idx="1">
                        <c:v>42.018655480921005</c:v>
                      </c:pt>
                      <c:pt idx="2">
                        <c:v>25.188446055391999</c:v>
                      </c:pt>
                      <c:pt idx="3">
                        <c:v>15.264145371308</c:v>
                      </c:pt>
                      <c:pt idx="4">
                        <c:v>10.966337357971002</c:v>
                      </c:pt>
                      <c:pt idx="5">
                        <c:v>10.702935815328999</c:v>
                      </c:pt>
                      <c:pt idx="6">
                        <c:v>21.062633129441998</c:v>
                      </c:pt>
                      <c:pt idx="7">
                        <c:v>33.095703723006004</c:v>
                      </c:pt>
                      <c:pt idx="8">
                        <c:v>42.819130081992</c:v>
                      </c:pt>
                      <c:pt idx="9">
                        <c:v>47.169627696512002</c:v>
                      </c:pt>
                      <c:pt idx="10">
                        <c:v>53.38375904358</c:v>
                      </c:pt>
                      <c:pt idx="11">
                        <c:v>61.351147709518997</c:v>
                      </c:pt>
                      <c:pt idx="12">
                        <c:v>68.222290804628003</c:v>
                      </c:pt>
                      <c:pt idx="13">
                        <c:v>75.056067493594995</c:v>
                      </c:pt>
                      <c:pt idx="14">
                        <c:v>80.311369424286994</c:v>
                      </c:pt>
                      <c:pt idx="15">
                        <c:v>79.576226514093989</c:v>
                      </c:pt>
                      <c:pt idx="16">
                        <c:v>71.063077885158009</c:v>
                      </c:pt>
                      <c:pt idx="17">
                        <c:v>73.061727383230007</c:v>
                      </c:pt>
                      <c:pt idx="18">
                        <c:v>73.635703771568004</c:v>
                      </c:pt>
                      <c:pt idx="19">
                        <c:v>80.772005923284013</c:v>
                      </c:pt>
                      <c:pt idx="20">
                        <c:v>88.530212008451002</c:v>
                      </c:pt>
                      <c:pt idx="21">
                        <c:v>109.828892339402</c:v>
                      </c:pt>
                      <c:pt idx="22">
                        <c:v>115.461835798178</c:v>
                      </c:pt>
                      <c:pt idx="23">
                        <c:v>101.184838535843</c:v>
                      </c:pt>
                      <c:pt idx="24">
                        <c:v>75.354259853580004</c:v>
                      </c:pt>
                      <c:pt idx="25">
                        <c:v>47.234779710574998</c:v>
                      </c:pt>
                      <c:pt idx="26">
                        <c:v>27.890383844391</c:v>
                      </c:pt>
                      <c:pt idx="27">
                        <c:v>18.783066170380998</c:v>
                      </c:pt>
                      <c:pt idx="28">
                        <c:v>12.845668836609999</c:v>
                      </c:pt>
                      <c:pt idx="29">
                        <c:v>11.245189804365999</c:v>
                      </c:pt>
                      <c:pt idx="30">
                        <c:v>18.546805931623002</c:v>
                      </c:pt>
                      <c:pt idx="31">
                        <c:v>26.216723486946002</c:v>
                      </c:pt>
                      <c:pt idx="32">
                        <c:v>38.827913373706004</c:v>
                      </c:pt>
                      <c:pt idx="33">
                        <c:v>50.140565606441001</c:v>
                      </c:pt>
                      <c:pt idx="34">
                        <c:v>59.663792367275995</c:v>
                      </c:pt>
                      <c:pt idx="35">
                        <c:v>68.004351354162992</c:v>
                      </c:pt>
                      <c:pt idx="36">
                        <c:v>73.693165292033996</c:v>
                      </c:pt>
                      <c:pt idx="37">
                        <c:v>76.694438341839003</c:v>
                      </c:pt>
                      <c:pt idx="38">
                        <c:v>95.321278537771008</c:v>
                      </c:pt>
                      <c:pt idx="39">
                        <c:v>90.794718192009995</c:v>
                      </c:pt>
                      <c:pt idx="40">
                        <c:v>75.688569962469998</c:v>
                      </c:pt>
                      <c:pt idx="41">
                        <c:v>76.086769488807008</c:v>
                      </c:pt>
                      <c:pt idx="42">
                        <c:v>76.604500261297005</c:v>
                      </c:pt>
                      <c:pt idx="43">
                        <c:v>83.370393371918993</c:v>
                      </c:pt>
                      <c:pt idx="44">
                        <c:v>91.710894893531005</c:v>
                      </c:pt>
                      <c:pt idx="45">
                        <c:v>114.757639884363</c:v>
                      </c:pt>
                      <c:pt idx="46">
                        <c:v>118.52281866201899</c:v>
                      </c:pt>
                      <c:pt idx="47">
                        <c:v>104.71084955350599</c:v>
                      </c:pt>
                      <c:pt idx="48">
                        <c:v>78.329832624600002</c:v>
                      </c:pt>
                      <c:pt idx="49">
                        <c:v>51.48178594657</c:v>
                      </c:pt>
                      <c:pt idx="50">
                        <c:v>30.681447191312998</c:v>
                      </c:pt>
                      <c:pt idx="51">
                        <c:v>18.490739939293</c:v>
                      </c:pt>
                      <c:pt idx="52">
                        <c:v>12.256805955753</c:v>
                      </c:pt>
                      <c:pt idx="53">
                        <c:v>10.762615330601999</c:v>
                      </c:pt>
                      <c:pt idx="54">
                        <c:v>18.825083380991</c:v>
                      </c:pt>
                      <c:pt idx="55">
                        <c:v>27.895325536168997</c:v>
                      </c:pt>
                      <c:pt idx="56">
                        <c:v>40.206549136547999</c:v>
                      </c:pt>
                      <c:pt idx="57">
                        <c:v>49.708052231768001</c:v>
                      </c:pt>
                      <c:pt idx="58">
                        <c:v>56.725921000793001</c:v>
                      </c:pt>
                      <c:pt idx="59">
                        <c:v>65.349994374429002</c:v>
                      </c:pt>
                      <c:pt idx="60">
                        <c:v>71.371356814217009</c:v>
                      </c:pt>
                      <c:pt idx="61">
                        <c:v>80.074399234566002</c:v>
                      </c:pt>
                      <c:pt idx="62">
                        <c:v>87.425733659629998</c:v>
                      </c:pt>
                      <c:pt idx="63">
                        <c:v>84.265577372617003</c:v>
                      </c:pt>
                      <c:pt idx="64">
                        <c:v>73.437248939196991</c:v>
                      </c:pt>
                      <c:pt idx="65">
                        <c:v>74.590664548893997</c:v>
                      </c:pt>
                      <c:pt idx="66">
                        <c:v>75.304114601453009</c:v>
                      </c:pt>
                      <c:pt idx="67">
                        <c:v>82.087605999163998</c:v>
                      </c:pt>
                      <c:pt idx="68">
                        <c:v>89.374957457779004</c:v>
                      </c:pt>
                      <c:pt idx="69">
                        <c:v>111.45675847396799</c:v>
                      </c:pt>
                      <c:pt idx="70">
                        <c:v>114.15919507782699</c:v>
                      </c:pt>
                      <c:pt idx="71">
                        <c:v>95.845974740131993</c:v>
                      </c:pt>
                      <c:pt idx="72">
                        <c:v>66.730253901825009</c:v>
                      </c:pt>
                      <c:pt idx="73">
                        <c:v>40.989312394373002</c:v>
                      </c:pt>
                      <c:pt idx="74">
                        <c:v>24.116767250420001</c:v>
                      </c:pt>
                      <c:pt idx="75">
                        <c:v>14.822005750184999</c:v>
                      </c:pt>
                      <c:pt idx="76">
                        <c:v>10.462790521846001</c:v>
                      </c:pt>
                      <c:pt idx="77">
                        <c:v>10.263017108934001</c:v>
                      </c:pt>
                      <c:pt idx="78">
                        <c:v>20.221619475616002</c:v>
                      </c:pt>
                      <c:pt idx="79">
                        <c:v>32.089136973004997</c:v>
                      </c:pt>
                      <c:pt idx="80">
                        <c:v>41.971304625179997</c:v>
                      </c:pt>
                      <c:pt idx="81">
                        <c:v>46.627209926909998</c:v>
                      </c:pt>
                      <c:pt idx="82">
                        <c:v>52.506501209022005</c:v>
                      </c:pt>
                      <c:pt idx="83">
                        <c:v>60.491710974314003</c:v>
                      </c:pt>
                      <c:pt idx="84">
                        <c:v>66.746900766731997</c:v>
                      </c:pt>
                      <c:pt idx="85">
                        <c:v>72.247929498641014</c:v>
                      </c:pt>
                      <c:pt idx="86">
                        <c:v>75.987996885396001</c:v>
                      </c:pt>
                      <c:pt idx="87">
                        <c:v>74.428597117473998</c:v>
                      </c:pt>
                      <c:pt idx="88">
                        <c:v>68.800961984539001</c:v>
                      </c:pt>
                      <c:pt idx="89">
                        <c:v>72.542371739059007</c:v>
                      </c:pt>
                      <c:pt idx="90">
                        <c:v>72.757282285073998</c:v>
                      </c:pt>
                      <c:pt idx="91">
                        <c:v>81.689213464959991</c:v>
                      </c:pt>
                      <c:pt idx="92">
                        <c:v>89.057079163049011</c:v>
                      </c:pt>
                      <c:pt idx="93">
                        <c:v>111.595851648368</c:v>
                      </c:pt>
                      <c:pt idx="94">
                        <c:v>113.26652128857299</c:v>
                      </c:pt>
                      <c:pt idx="95">
                        <c:v>92.741837282828996</c:v>
                      </c:pt>
                      <c:pt idx="96">
                        <c:v>63.733620732249001</c:v>
                      </c:pt>
                      <c:pt idx="97">
                        <c:v>39.134743494193003</c:v>
                      </c:pt>
                      <c:pt idx="98">
                        <c:v>22.904466429839001</c:v>
                      </c:pt>
                      <c:pt idx="99">
                        <c:v>14.228976033442999</c:v>
                      </c:pt>
                      <c:pt idx="100">
                        <c:v>10.24792736587</c:v>
                      </c:pt>
                      <c:pt idx="101">
                        <c:v>10.036672425418001</c:v>
                      </c:pt>
                      <c:pt idx="102">
                        <c:v>20.479492849002</c:v>
                      </c:pt>
                      <c:pt idx="103">
                        <c:v>32.701000976110997</c:v>
                      </c:pt>
                      <c:pt idx="104">
                        <c:v>42.173493179925003</c:v>
                      </c:pt>
                      <c:pt idx="105">
                        <c:v>46.685776009161998</c:v>
                      </c:pt>
                      <c:pt idx="106">
                        <c:v>52.742576407781002</c:v>
                      </c:pt>
                      <c:pt idx="107">
                        <c:v>61.200901486644</c:v>
                      </c:pt>
                      <c:pt idx="108">
                        <c:v>67.498530315742002</c:v>
                      </c:pt>
                      <c:pt idx="109">
                        <c:v>73.249747142670998</c:v>
                      </c:pt>
                      <c:pt idx="110">
                        <c:v>76.565156487378999</c:v>
                      </c:pt>
                      <c:pt idx="111">
                        <c:v>75.217833378448006</c:v>
                      </c:pt>
                      <c:pt idx="112">
                        <c:v>68.743264709304</c:v>
                      </c:pt>
                      <c:pt idx="113">
                        <c:v>72.760429019434994</c:v>
                      </c:pt>
                      <c:pt idx="114">
                        <c:v>73.453430186236005</c:v>
                      </c:pt>
                      <c:pt idx="115">
                        <c:v>82.099083405933996</c:v>
                      </c:pt>
                      <c:pt idx="116">
                        <c:v>89.35357223404101</c:v>
                      </c:pt>
                      <c:pt idx="117">
                        <c:v>112.94342538555399</c:v>
                      </c:pt>
                      <c:pt idx="118">
                        <c:v>113.458924857253</c:v>
                      </c:pt>
                      <c:pt idx="119">
                        <c:v>93.430094550882004</c:v>
                      </c:pt>
                      <c:pt idx="120">
                        <c:v>63.864170647141002</c:v>
                      </c:pt>
                      <c:pt idx="121">
                        <c:v>39.180784431249002</c:v>
                      </c:pt>
                      <c:pt idx="122">
                        <c:v>22.737124404732</c:v>
                      </c:pt>
                      <c:pt idx="123">
                        <c:v>14.127545574017999</c:v>
                      </c:pt>
                      <c:pt idx="124">
                        <c:v>10.185273748239</c:v>
                      </c:pt>
                      <c:pt idx="125">
                        <c:v>10.094579381801999</c:v>
                      </c:pt>
                      <c:pt idx="126">
                        <c:v>20.888770570628999</c:v>
                      </c:pt>
                      <c:pt idx="127">
                        <c:v>33.462688137754</c:v>
                      </c:pt>
                      <c:pt idx="128">
                        <c:v>43.416973086807999</c:v>
                      </c:pt>
                      <c:pt idx="129">
                        <c:v>48.099225470900002</c:v>
                      </c:pt>
                      <c:pt idx="130">
                        <c:v>54.160002362007006</c:v>
                      </c:pt>
                      <c:pt idx="131">
                        <c:v>61.861859028528997</c:v>
                      </c:pt>
                      <c:pt idx="132">
                        <c:v>69.965294492775996</c:v>
                      </c:pt>
                      <c:pt idx="133">
                        <c:v>80.117918411345002</c:v>
                      </c:pt>
                      <c:pt idx="134">
                        <c:v>83.73473008151899</c:v>
                      </c:pt>
                      <c:pt idx="135">
                        <c:v>80.066618865790005</c:v>
                      </c:pt>
                      <c:pt idx="136">
                        <c:v>70.053488998418999</c:v>
                      </c:pt>
                      <c:pt idx="137">
                        <c:v>73.720031077508011</c:v>
                      </c:pt>
                      <c:pt idx="138">
                        <c:v>81.063377228612993</c:v>
                      </c:pt>
                      <c:pt idx="139">
                        <c:v>91.154083281389006</c:v>
                      </c:pt>
                      <c:pt idx="140">
                        <c:v>92.733768883449997</c:v>
                      </c:pt>
                      <c:pt idx="141">
                        <c:v>115.36034501128199</c:v>
                      </c:pt>
                      <c:pt idx="142">
                        <c:v>114.721899520238</c:v>
                      </c:pt>
                      <c:pt idx="143">
                        <c:v>93.781261467316</c:v>
                      </c:pt>
                      <c:pt idx="144">
                        <c:v>66.320173542394002</c:v>
                      </c:pt>
                      <c:pt idx="145">
                        <c:v>40.766360782820001</c:v>
                      </c:pt>
                      <c:pt idx="146">
                        <c:v>24.698108280082</c:v>
                      </c:pt>
                      <c:pt idx="147">
                        <c:v>14.826861781654999</c:v>
                      </c:pt>
                      <c:pt idx="148">
                        <c:v>10.825171784381999</c:v>
                      </c:pt>
                      <c:pt idx="149">
                        <c:v>10.757846180087</c:v>
                      </c:pt>
                      <c:pt idx="150">
                        <c:v>20.986209776229</c:v>
                      </c:pt>
                      <c:pt idx="151">
                        <c:v>33.620550663096999</c:v>
                      </c:pt>
                      <c:pt idx="152">
                        <c:v>44.108836992782997</c:v>
                      </c:pt>
                      <c:pt idx="153">
                        <c:v>48.429908461372001</c:v>
                      </c:pt>
                      <c:pt idx="154">
                        <c:v>54.255932869939002</c:v>
                      </c:pt>
                      <c:pt idx="155">
                        <c:v>60.809734976788995</c:v>
                      </c:pt>
                      <c:pt idx="156">
                        <c:v>67.795300544848999</c:v>
                      </c:pt>
                      <c:pt idx="157">
                        <c:v>73.300512881298005</c:v>
                      </c:pt>
                      <c:pt idx="158">
                        <c:v>77.945502466413998</c:v>
                      </c:pt>
                      <c:pt idx="159">
                        <c:v>76.550038840794002</c:v>
                      </c:pt>
                      <c:pt idx="160">
                        <c:v>70.637752987314002</c:v>
                      </c:pt>
                      <c:pt idx="161">
                        <c:v>75.192594100722005</c:v>
                      </c:pt>
                      <c:pt idx="162">
                        <c:v>75.515321940079005</c:v>
                      </c:pt>
                      <c:pt idx="163">
                        <c:v>85.369838176013005</c:v>
                      </c:pt>
                      <c:pt idx="164">
                        <c:v>91.120330478862002</c:v>
                      </c:pt>
                      <c:pt idx="165">
                        <c:v>114.02896394843199</c:v>
                      </c:pt>
                      <c:pt idx="166">
                        <c:v>113.945587826218</c:v>
                      </c:pt>
                      <c:pt idx="167">
                        <c:v>90.896098133148996</c:v>
                      </c:pt>
                      <c:pt idx="168">
                        <c:v>61.567949469108001</c:v>
                      </c:pt>
                      <c:pt idx="169">
                        <c:v>36.653971472959</c:v>
                      </c:pt>
                      <c:pt idx="170">
                        <c:v>22.456381903521002</c:v>
                      </c:pt>
                      <c:pt idx="171">
                        <c:v>14.323477372038999</c:v>
                      </c:pt>
                      <c:pt idx="172">
                        <c:v>10.526767293308</c:v>
                      </c:pt>
                      <c:pt idx="173">
                        <c:v>10.679812066730999</c:v>
                      </c:pt>
                      <c:pt idx="174">
                        <c:v>21.882302505757</c:v>
                      </c:pt>
                      <c:pt idx="175">
                        <c:v>36.375335615411004</c:v>
                      </c:pt>
                      <c:pt idx="176">
                        <c:v>47.482682277762002</c:v>
                      </c:pt>
                      <c:pt idx="177">
                        <c:v>52.996830004541998</c:v>
                      </c:pt>
                      <c:pt idx="178">
                        <c:v>57.813222381637004</c:v>
                      </c:pt>
                      <c:pt idx="179">
                        <c:v>64.233650602659992</c:v>
                      </c:pt>
                      <c:pt idx="180">
                        <c:v>70.222226090926995</c:v>
                      </c:pt>
                      <c:pt idx="181">
                        <c:v>76.36016472915199</c:v>
                      </c:pt>
                      <c:pt idx="182">
                        <c:v>80.516628871395994</c:v>
                      </c:pt>
                      <c:pt idx="183">
                        <c:v>79.044995815313001</c:v>
                      </c:pt>
                      <c:pt idx="184">
                        <c:v>71.205928168843997</c:v>
                      </c:pt>
                      <c:pt idx="185">
                        <c:v>74.245457492433005</c:v>
                      </c:pt>
                      <c:pt idx="186">
                        <c:v>73.896044598527993</c:v>
                      </c:pt>
                      <c:pt idx="187">
                        <c:v>85.580857515871003</c:v>
                      </c:pt>
                      <c:pt idx="188">
                        <c:v>91.669284799016992</c:v>
                      </c:pt>
                      <c:pt idx="189">
                        <c:v>112.905590044308</c:v>
                      </c:pt>
                      <c:pt idx="190">
                        <c:v>115.48815583100701</c:v>
                      </c:pt>
                      <c:pt idx="191">
                        <c:v>98.424375352873994</c:v>
                      </c:pt>
                      <c:pt idx="192">
                        <c:v>71.635582336197999</c:v>
                      </c:pt>
                      <c:pt idx="193">
                        <c:v>46.576024178247998</c:v>
                      </c:pt>
                      <c:pt idx="194">
                        <c:v>28.988567476095998</c:v>
                      </c:pt>
                      <c:pt idx="195">
                        <c:v>18.650900451342999</c:v>
                      </c:pt>
                      <c:pt idx="196">
                        <c:v>12.847223400200001</c:v>
                      </c:pt>
                      <c:pt idx="197">
                        <c:v>11.233468555021</c:v>
                      </c:pt>
                      <c:pt idx="198">
                        <c:v>18.933006756514001</c:v>
                      </c:pt>
                      <c:pt idx="199">
                        <c:v>28.333123092636999</c:v>
                      </c:pt>
                      <c:pt idx="200">
                        <c:v>41.060653033210997</c:v>
                      </c:pt>
                      <c:pt idx="201">
                        <c:v>51.689468485233</c:v>
                      </c:pt>
                      <c:pt idx="202">
                        <c:v>60.808020610035001</c:v>
                      </c:pt>
                      <c:pt idx="203">
                        <c:v>70.826871155299003</c:v>
                      </c:pt>
                      <c:pt idx="204">
                        <c:v>74.533199284207001</c:v>
                      </c:pt>
                      <c:pt idx="205">
                        <c:v>77.546719343795999</c:v>
                      </c:pt>
                      <c:pt idx="206">
                        <c:v>96.075090629735996</c:v>
                      </c:pt>
                      <c:pt idx="207">
                        <c:v>90.803141737596007</c:v>
                      </c:pt>
                      <c:pt idx="208">
                        <c:v>75.661473202321005</c:v>
                      </c:pt>
                      <c:pt idx="209">
                        <c:v>77.110983024180001</c:v>
                      </c:pt>
                      <c:pt idx="210">
                        <c:v>75.585425023551991</c:v>
                      </c:pt>
                      <c:pt idx="211">
                        <c:v>87.517753726999999</c:v>
                      </c:pt>
                      <c:pt idx="212">
                        <c:v>93.544287521640001</c:v>
                      </c:pt>
                      <c:pt idx="213">
                        <c:v>116.029457249842</c:v>
                      </c:pt>
                      <c:pt idx="214">
                        <c:v>119.857002723413</c:v>
                      </c:pt>
                      <c:pt idx="215">
                        <c:v>102.38025444000201</c:v>
                      </c:pt>
                      <c:pt idx="216">
                        <c:v>74.013675923857988</c:v>
                      </c:pt>
                      <c:pt idx="217">
                        <c:v>46.908829420952003</c:v>
                      </c:pt>
                      <c:pt idx="218">
                        <c:v>27.883820400263001</c:v>
                      </c:pt>
                      <c:pt idx="219">
                        <c:v>16.754763736710999</c:v>
                      </c:pt>
                      <c:pt idx="220">
                        <c:v>11.464387846863</c:v>
                      </c:pt>
                      <c:pt idx="221">
                        <c:v>10.454933144536001</c:v>
                      </c:pt>
                      <c:pt idx="222">
                        <c:v>18.904623537491002</c:v>
                      </c:pt>
                      <c:pt idx="223">
                        <c:v>29.192335707984</c:v>
                      </c:pt>
                      <c:pt idx="224">
                        <c:v>41.448848645254003</c:v>
                      </c:pt>
                      <c:pt idx="225">
                        <c:v>50.429653803481997</c:v>
                      </c:pt>
                      <c:pt idx="226">
                        <c:v>57.309737745571994</c:v>
                      </c:pt>
                      <c:pt idx="227">
                        <c:v>65.171340668547998</c:v>
                      </c:pt>
                      <c:pt idx="228">
                        <c:v>70.338115769301993</c:v>
                      </c:pt>
                      <c:pt idx="229">
                        <c:v>80.659125864745008</c:v>
                      </c:pt>
                      <c:pt idx="230">
                        <c:v>87.69505105060999</c:v>
                      </c:pt>
                      <c:pt idx="231">
                        <c:v>84.899486766649005</c:v>
                      </c:pt>
                      <c:pt idx="232">
                        <c:v>72.837594786918004</c:v>
                      </c:pt>
                      <c:pt idx="233">
                        <c:v>75.426895359202007</c:v>
                      </c:pt>
                      <c:pt idx="234">
                        <c:v>74.787279465086002</c:v>
                      </c:pt>
                      <c:pt idx="235">
                        <c:v>85.289741977508001</c:v>
                      </c:pt>
                      <c:pt idx="236">
                        <c:v>93.415615333378</c:v>
                      </c:pt>
                      <c:pt idx="237">
                        <c:v>117.15191854016399</c:v>
                      </c:pt>
                      <c:pt idx="238">
                        <c:v>114.494310114927</c:v>
                      </c:pt>
                      <c:pt idx="239">
                        <c:v>92.217532046500011</c:v>
                      </c:pt>
                      <c:pt idx="240">
                        <c:v>62.323165284025002</c:v>
                      </c:pt>
                      <c:pt idx="241">
                        <c:v>38.040168537432002</c:v>
                      </c:pt>
                      <c:pt idx="242">
                        <c:v>22.239805329446</c:v>
                      </c:pt>
                      <c:pt idx="243">
                        <c:v>13.709521722476</c:v>
                      </c:pt>
                      <c:pt idx="244">
                        <c:v>9.9522816358319997</c:v>
                      </c:pt>
                      <c:pt idx="245">
                        <c:v>10.042994196606001</c:v>
                      </c:pt>
                      <c:pt idx="246">
                        <c:v>20.603341244914002</c:v>
                      </c:pt>
                      <c:pt idx="247">
                        <c:v>33.319986392951002</c:v>
                      </c:pt>
                      <c:pt idx="248">
                        <c:v>42.451468072791997</c:v>
                      </c:pt>
                      <c:pt idx="249">
                        <c:v>46.218350895759997</c:v>
                      </c:pt>
                      <c:pt idx="250">
                        <c:v>52.100911760190002</c:v>
                      </c:pt>
                      <c:pt idx="251">
                        <c:v>60.463248483046996</c:v>
                      </c:pt>
                      <c:pt idx="252">
                        <c:v>66.342429538494997</c:v>
                      </c:pt>
                      <c:pt idx="253">
                        <c:v>72.519676748001004</c:v>
                      </c:pt>
                      <c:pt idx="254">
                        <c:v>76.424910971563008</c:v>
                      </c:pt>
                      <c:pt idx="255">
                        <c:v>75.709862952432005</c:v>
                      </c:pt>
                      <c:pt idx="256">
                        <c:v>70.047467470938997</c:v>
                      </c:pt>
                      <c:pt idx="257">
                        <c:v>76.635012450185002</c:v>
                      </c:pt>
                      <c:pt idx="258">
                        <c:v>75.369038242285995</c:v>
                      </c:pt>
                      <c:pt idx="259">
                        <c:v>85.360426912877998</c:v>
                      </c:pt>
                      <c:pt idx="260">
                        <c:v>92.203240382429996</c:v>
                      </c:pt>
                      <c:pt idx="261">
                        <c:v>114.27093010334801</c:v>
                      </c:pt>
                      <c:pt idx="262">
                        <c:v>112.43191608281299</c:v>
                      </c:pt>
                      <c:pt idx="263">
                        <c:v>87.963720025624994</c:v>
                      </c:pt>
                      <c:pt idx="264">
                        <c:v>58.106974211427001</c:v>
                      </c:pt>
                      <c:pt idx="265">
                        <c:v>34.755927773257</c:v>
                      </c:pt>
                      <c:pt idx="266">
                        <c:v>20.336548227308</c:v>
                      </c:pt>
                      <c:pt idx="267">
                        <c:v>13.002798973373999</c:v>
                      </c:pt>
                      <c:pt idx="268">
                        <c:v>9.705891456941</c:v>
                      </c:pt>
                      <c:pt idx="269">
                        <c:v>10.003441916245999</c:v>
                      </c:pt>
                      <c:pt idx="270">
                        <c:v>20.792889423018</c:v>
                      </c:pt>
                      <c:pt idx="271">
                        <c:v>34.276875094220998</c:v>
                      </c:pt>
                      <c:pt idx="272">
                        <c:v>43.863928398516002</c:v>
                      </c:pt>
                      <c:pt idx="273">
                        <c:v>47.549501580468998</c:v>
                      </c:pt>
                      <c:pt idx="274">
                        <c:v>53.295325377356001</c:v>
                      </c:pt>
                      <c:pt idx="275">
                        <c:v>61.362646784954997</c:v>
                      </c:pt>
                      <c:pt idx="276">
                        <c:v>67.351301641020996</c:v>
                      </c:pt>
                      <c:pt idx="277">
                        <c:v>73.557605024243003</c:v>
                      </c:pt>
                      <c:pt idx="278">
                        <c:v>77.449720390586009</c:v>
                      </c:pt>
                      <c:pt idx="279">
                        <c:v>76.290112891558991</c:v>
                      </c:pt>
                      <c:pt idx="280">
                        <c:v>70.247705883688994</c:v>
                      </c:pt>
                      <c:pt idx="281">
                        <c:v>75.223897019419994</c:v>
                      </c:pt>
                      <c:pt idx="282">
                        <c:v>73.655123731407002</c:v>
                      </c:pt>
                      <c:pt idx="283">
                        <c:v>85.267966478348995</c:v>
                      </c:pt>
                      <c:pt idx="284">
                        <c:v>93.556716519562997</c:v>
                      </c:pt>
                      <c:pt idx="285">
                        <c:v>116.89653959524699</c:v>
                      </c:pt>
                      <c:pt idx="286">
                        <c:v>113.69419765308101</c:v>
                      </c:pt>
                      <c:pt idx="287">
                        <c:v>88.750310948787998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E-BF3F-49BE-B4BE-2314BCBEA28B}"/>
                  </c:ext>
                </c:extLst>
              </c15:ser>
            </c15:filteredLineSeries>
            <c15:filteredLineSeries>
              <c15:ser>
                <c:idx val="27"/>
                <c:order val="2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12-10-2026'!$AC$1</c15:sqref>
                        </c15:formulaRef>
                      </c:ext>
                    </c:extLst>
                    <c:strCache>
                      <c:ptCount val="1"/>
                      <c:pt idx="0">
                        <c:v>vORN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12-10-2026'!$AC$2:$AC$289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16.509283759894</c:v>
                      </c:pt>
                      <c:pt idx="1">
                        <c:v>9.7276781965009995</c:v>
                      </c:pt>
                      <c:pt idx="2">
                        <c:v>5.6990225730749993</c:v>
                      </c:pt>
                      <c:pt idx="3">
                        <c:v>3.5935307455649999</c:v>
                      </c:pt>
                      <c:pt idx="4">
                        <c:v>2.5778216172609998</c:v>
                      </c:pt>
                      <c:pt idx="5">
                        <c:v>2.9801220932179997</c:v>
                      </c:pt>
                      <c:pt idx="6">
                        <c:v>6.3567450156889995</c:v>
                      </c:pt>
                      <c:pt idx="7">
                        <c:v>9.7088012208289989</c:v>
                      </c:pt>
                      <c:pt idx="8">
                        <c:v>12.136527336010001</c:v>
                      </c:pt>
                      <c:pt idx="9">
                        <c:v>13.310483776009001</c:v>
                      </c:pt>
                      <c:pt idx="10">
                        <c:v>14.954248780054002</c:v>
                      </c:pt>
                      <c:pt idx="11">
                        <c:v>17.134464862447999</c:v>
                      </c:pt>
                      <c:pt idx="12">
                        <c:v>19.025754576444001</c:v>
                      </c:pt>
                      <c:pt idx="13">
                        <c:v>21.590939312744997</c:v>
                      </c:pt>
                      <c:pt idx="14">
                        <c:v>22.50787334172</c:v>
                      </c:pt>
                      <c:pt idx="15">
                        <c:v>22.058109913855002</c:v>
                      </c:pt>
                      <c:pt idx="16">
                        <c:v>19.259074093944996</c:v>
                      </c:pt>
                      <c:pt idx="17">
                        <c:v>20.384719642392003</c:v>
                      </c:pt>
                      <c:pt idx="18">
                        <c:v>20.267110652654001</c:v>
                      </c:pt>
                      <c:pt idx="19">
                        <c:v>23.637684440178003</c:v>
                      </c:pt>
                      <c:pt idx="20">
                        <c:v>26.111860641529002</c:v>
                      </c:pt>
                      <c:pt idx="21">
                        <c:v>32.093347848945001</c:v>
                      </c:pt>
                      <c:pt idx="22">
                        <c:v>31.679286006131001</c:v>
                      </c:pt>
                      <c:pt idx="23">
                        <c:v>26.401212142592001</c:v>
                      </c:pt>
                      <c:pt idx="24">
                        <c:v>18.823865292859001</c:v>
                      </c:pt>
                      <c:pt idx="25">
                        <c:v>11.842587765397999</c:v>
                      </c:pt>
                      <c:pt idx="26">
                        <c:v>7.0391451682050006</c:v>
                      </c:pt>
                      <c:pt idx="27">
                        <c:v>4.3047309500859994</c:v>
                      </c:pt>
                      <c:pt idx="28">
                        <c:v>2.8930024243510002</c:v>
                      </c:pt>
                      <c:pt idx="29">
                        <c:v>2.8354048479060001</c:v>
                      </c:pt>
                      <c:pt idx="30">
                        <c:v>5.5570252197550003</c:v>
                      </c:pt>
                      <c:pt idx="31">
                        <c:v>8.4428582070929998</c:v>
                      </c:pt>
                      <c:pt idx="32">
                        <c:v>12.370865492116998</c:v>
                      </c:pt>
                      <c:pt idx="33">
                        <c:v>15.252369423610002</c:v>
                      </c:pt>
                      <c:pt idx="34">
                        <c:v>17.85300367424</c:v>
                      </c:pt>
                      <c:pt idx="35">
                        <c:v>20.709703076070998</c:v>
                      </c:pt>
                      <c:pt idx="36">
                        <c:v>20.967574127523999</c:v>
                      </c:pt>
                      <c:pt idx="37">
                        <c:v>22.066224123091999</c:v>
                      </c:pt>
                      <c:pt idx="38">
                        <c:v>27.338465166989</c:v>
                      </c:pt>
                      <c:pt idx="39">
                        <c:v>25.176778123709997</c:v>
                      </c:pt>
                      <c:pt idx="40">
                        <c:v>20.612776055272999</c:v>
                      </c:pt>
                      <c:pt idx="41">
                        <c:v>20.865672665824</c:v>
                      </c:pt>
                      <c:pt idx="42">
                        <c:v>20.636438234846</c:v>
                      </c:pt>
                      <c:pt idx="43">
                        <c:v>24.652603315737</c:v>
                      </c:pt>
                      <c:pt idx="44">
                        <c:v>27.178585576793999</c:v>
                      </c:pt>
                      <c:pt idx="45">
                        <c:v>33.543797024351001</c:v>
                      </c:pt>
                      <c:pt idx="46">
                        <c:v>32.668504788191996</c:v>
                      </c:pt>
                      <c:pt idx="47">
                        <c:v>27.486712434505002</c:v>
                      </c:pt>
                      <c:pt idx="48">
                        <c:v>19.775016404064001</c:v>
                      </c:pt>
                      <c:pt idx="49">
                        <c:v>12.367886139028002</c:v>
                      </c:pt>
                      <c:pt idx="50">
                        <c:v>7.2443674217709999</c:v>
                      </c:pt>
                      <c:pt idx="51">
                        <c:v>4.2599505849989994</c:v>
                      </c:pt>
                      <c:pt idx="52">
                        <c:v>2.8167998911219998</c:v>
                      </c:pt>
                      <c:pt idx="53">
                        <c:v>2.8974191323010001</c:v>
                      </c:pt>
                      <c:pt idx="54">
                        <c:v>5.8365094560850004</c:v>
                      </c:pt>
                      <c:pt idx="55">
                        <c:v>8.8139221087620001</c:v>
                      </c:pt>
                      <c:pt idx="56">
                        <c:v>12.354085177991001</c:v>
                      </c:pt>
                      <c:pt idx="57">
                        <c:v>14.67935733707</c:v>
                      </c:pt>
                      <c:pt idx="58">
                        <c:v>16.403490994605999</c:v>
                      </c:pt>
                      <c:pt idx="59">
                        <c:v>18.856768808391003</c:v>
                      </c:pt>
                      <c:pt idx="60">
                        <c:v>20.317635992876998</c:v>
                      </c:pt>
                      <c:pt idx="61">
                        <c:v>23.649649954985001</c:v>
                      </c:pt>
                      <c:pt idx="62">
                        <c:v>24.904460944756998</c:v>
                      </c:pt>
                      <c:pt idx="63">
                        <c:v>23.900937868742002</c:v>
                      </c:pt>
                      <c:pt idx="64">
                        <c:v>19.979109469874995</c:v>
                      </c:pt>
                      <c:pt idx="65">
                        <c:v>20.486372559234002</c:v>
                      </c:pt>
                      <c:pt idx="66">
                        <c:v>20.710534902886</c:v>
                      </c:pt>
                      <c:pt idx="67">
                        <c:v>23.982727072792002</c:v>
                      </c:pt>
                      <c:pt idx="68">
                        <c:v>26.547877808515999</c:v>
                      </c:pt>
                      <c:pt idx="69">
                        <c:v>32.178113118334998</c:v>
                      </c:pt>
                      <c:pt idx="70">
                        <c:v>30.793144672023001</c:v>
                      </c:pt>
                      <c:pt idx="71">
                        <c:v>24.391543103769997</c:v>
                      </c:pt>
                      <c:pt idx="72">
                        <c:v>16.063542880246999</c:v>
                      </c:pt>
                      <c:pt idx="73">
                        <c:v>9.5211820638680003</c:v>
                      </c:pt>
                      <c:pt idx="74">
                        <c:v>5.5478641404899998</c:v>
                      </c:pt>
                      <c:pt idx="75">
                        <c:v>3.473592981006</c:v>
                      </c:pt>
                      <c:pt idx="76">
                        <c:v>2.5643299255070002</c:v>
                      </c:pt>
                      <c:pt idx="77">
                        <c:v>2.8463554427240001</c:v>
                      </c:pt>
                      <c:pt idx="78">
                        <c:v>6.1317622139459997</c:v>
                      </c:pt>
                      <c:pt idx="79">
                        <c:v>9.023914501458</c:v>
                      </c:pt>
                      <c:pt idx="80">
                        <c:v>11.399831023595002</c:v>
                      </c:pt>
                      <c:pt idx="81">
                        <c:v>12.938126840560001</c:v>
                      </c:pt>
                      <c:pt idx="82">
                        <c:v>14.589418355641</c:v>
                      </c:pt>
                      <c:pt idx="83">
                        <c:v>16.804808113099998</c:v>
                      </c:pt>
                      <c:pt idx="84">
                        <c:v>18.252768265859999</c:v>
                      </c:pt>
                      <c:pt idx="85">
                        <c:v>20.449512115352999</c:v>
                      </c:pt>
                      <c:pt idx="86">
                        <c:v>21.017269415892002</c:v>
                      </c:pt>
                      <c:pt idx="87">
                        <c:v>20.589371999152998</c:v>
                      </c:pt>
                      <c:pt idx="88">
                        <c:v>18.758501945463003</c:v>
                      </c:pt>
                      <c:pt idx="89">
                        <c:v>20.162529586184</c:v>
                      </c:pt>
                      <c:pt idx="90">
                        <c:v>19.419959020192998</c:v>
                      </c:pt>
                      <c:pt idx="91">
                        <c:v>22.94736211395</c:v>
                      </c:pt>
                      <c:pt idx="92">
                        <c:v>25.602140989885999</c:v>
                      </c:pt>
                      <c:pt idx="93">
                        <c:v>31.459303390538004</c:v>
                      </c:pt>
                      <c:pt idx="94">
                        <c:v>30.039210535993004</c:v>
                      </c:pt>
                      <c:pt idx="95">
                        <c:v>23.420549501396998</c:v>
                      </c:pt>
                      <c:pt idx="96">
                        <c:v>15.491822631065</c:v>
                      </c:pt>
                      <c:pt idx="97">
                        <c:v>9.1530437101509996</c:v>
                      </c:pt>
                      <c:pt idx="98">
                        <c:v>5.2576581262060005</c:v>
                      </c:pt>
                      <c:pt idx="99">
                        <c:v>3.2815506048900001</c:v>
                      </c:pt>
                      <c:pt idx="100">
                        <c:v>2.468454738118</c:v>
                      </c:pt>
                      <c:pt idx="101">
                        <c:v>2.7441789130120005</c:v>
                      </c:pt>
                      <c:pt idx="102">
                        <c:v>6.2038819207269995</c:v>
                      </c:pt>
                      <c:pt idx="103">
                        <c:v>9.3274814093119982</c:v>
                      </c:pt>
                      <c:pt idx="104">
                        <c:v>11.826054808548001</c:v>
                      </c:pt>
                      <c:pt idx="105">
                        <c:v>13.136286177959999</c:v>
                      </c:pt>
                      <c:pt idx="106">
                        <c:v>14.71518530114</c:v>
                      </c:pt>
                      <c:pt idx="107">
                        <c:v>16.957195078106999</c:v>
                      </c:pt>
                      <c:pt idx="108">
                        <c:v>18.48562275438</c:v>
                      </c:pt>
                      <c:pt idx="109">
                        <c:v>20.609951065419001</c:v>
                      </c:pt>
                      <c:pt idx="110">
                        <c:v>21.152712979274</c:v>
                      </c:pt>
                      <c:pt idx="111">
                        <c:v>20.648804589983001</c:v>
                      </c:pt>
                      <c:pt idx="112">
                        <c:v>18.752795084403001</c:v>
                      </c:pt>
                      <c:pt idx="113">
                        <c:v>20.048051053344999</c:v>
                      </c:pt>
                      <c:pt idx="114">
                        <c:v>19.461262415347999</c:v>
                      </c:pt>
                      <c:pt idx="115">
                        <c:v>23.099180828890997</c:v>
                      </c:pt>
                      <c:pt idx="116">
                        <c:v>25.880646884556</c:v>
                      </c:pt>
                      <c:pt idx="117">
                        <c:v>31.935175113101</c:v>
                      </c:pt>
                      <c:pt idx="118">
                        <c:v>30.199451797299002</c:v>
                      </c:pt>
                      <c:pt idx="119">
                        <c:v>23.550708237326997</c:v>
                      </c:pt>
                      <c:pt idx="120">
                        <c:v>15.518115182486001</c:v>
                      </c:pt>
                      <c:pt idx="121">
                        <c:v>9.1825886901710021</c:v>
                      </c:pt>
                      <c:pt idx="122">
                        <c:v>5.1905289551410005</c:v>
                      </c:pt>
                      <c:pt idx="123">
                        <c:v>3.198684374175</c:v>
                      </c:pt>
                      <c:pt idx="124">
                        <c:v>2.4103639758739996</c:v>
                      </c:pt>
                      <c:pt idx="125">
                        <c:v>2.8254735338299999</c:v>
                      </c:pt>
                      <c:pt idx="126">
                        <c:v>6.3105742818360007</c:v>
                      </c:pt>
                      <c:pt idx="127">
                        <c:v>9.6606593767030002</c:v>
                      </c:pt>
                      <c:pt idx="128">
                        <c:v>12.119234393996001</c:v>
                      </c:pt>
                      <c:pt idx="129">
                        <c:v>13.396493878258001</c:v>
                      </c:pt>
                      <c:pt idx="130">
                        <c:v>15.137316822097</c:v>
                      </c:pt>
                      <c:pt idx="131">
                        <c:v>17.097871532217997</c:v>
                      </c:pt>
                      <c:pt idx="132">
                        <c:v>18.831515782195002</c:v>
                      </c:pt>
                      <c:pt idx="133">
                        <c:v>22.343998998844999</c:v>
                      </c:pt>
                      <c:pt idx="134">
                        <c:v>23.072916330075</c:v>
                      </c:pt>
                      <c:pt idx="135">
                        <c:v>22.045695624891003</c:v>
                      </c:pt>
                      <c:pt idx="136">
                        <c:v>18.962780158365</c:v>
                      </c:pt>
                      <c:pt idx="137">
                        <c:v>20.183848395632996</c:v>
                      </c:pt>
                      <c:pt idx="138">
                        <c:v>21.540644635477001</c:v>
                      </c:pt>
                      <c:pt idx="139">
                        <c:v>25.007486816898997</c:v>
                      </c:pt>
                      <c:pt idx="140">
                        <c:v>26.263980499612</c:v>
                      </c:pt>
                      <c:pt idx="141">
                        <c:v>32.033805458090001</c:v>
                      </c:pt>
                      <c:pt idx="142">
                        <c:v>30.439524638123</c:v>
                      </c:pt>
                      <c:pt idx="143">
                        <c:v>24.143231951718001</c:v>
                      </c:pt>
                      <c:pt idx="144">
                        <c:v>16.361651437086</c:v>
                      </c:pt>
                      <c:pt idx="145">
                        <c:v>9.7426468559269992</c:v>
                      </c:pt>
                      <c:pt idx="146">
                        <c:v>6.0314129798340002</c:v>
                      </c:pt>
                      <c:pt idx="147">
                        <c:v>3.4063131515919998</c:v>
                      </c:pt>
                      <c:pt idx="148">
                        <c:v>2.5258721416179997</c:v>
                      </c:pt>
                      <c:pt idx="149">
                        <c:v>2.8445031321599998</c:v>
                      </c:pt>
                      <c:pt idx="150">
                        <c:v>6.5028203040110002</c:v>
                      </c:pt>
                      <c:pt idx="151">
                        <c:v>9.9292545012110001</c:v>
                      </c:pt>
                      <c:pt idx="152">
                        <c:v>12.338066411641</c:v>
                      </c:pt>
                      <c:pt idx="153">
                        <c:v>13.510254538295001</c:v>
                      </c:pt>
                      <c:pt idx="154">
                        <c:v>14.992471854755999</c:v>
                      </c:pt>
                      <c:pt idx="155">
                        <c:v>16.862709304312002</c:v>
                      </c:pt>
                      <c:pt idx="156">
                        <c:v>18.255497838614001</c:v>
                      </c:pt>
                      <c:pt idx="157">
                        <c:v>20.607048365875002</c:v>
                      </c:pt>
                      <c:pt idx="158">
                        <c:v>21.191388067964002</c:v>
                      </c:pt>
                      <c:pt idx="159">
                        <c:v>20.870806421199003</c:v>
                      </c:pt>
                      <c:pt idx="160">
                        <c:v>19.270492291478998</c:v>
                      </c:pt>
                      <c:pt idx="161">
                        <c:v>20.633332377875</c:v>
                      </c:pt>
                      <c:pt idx="162">
                        <c:v>20.288153534463</c:v>
                      </c:pt>
                      <c:pt idx="163">
                        <c:v>24.081577192192999</c:v>
                      </c:pt>
                      <c:pt idx="164">
                        <c:v>26.890545639771997</c:v>
                      </c:pt>
                      <c:pt idx="165">
                        <c:v>32.365889678011996</c:v>
                      </c:pt>
                      <c:pt idx="166">
                        <c:v>30.532753550495997</c:v>
                      </c:pt>
                      <c:pt idx="167">
                        <c:v>23.008843503102</c:v>
                      </c:pt>
                      <c:pt idx="168">
                        <c:v>14.951149133345998</c:v>
                      </c:pt>
                      <c:pt idx="169">
                        <c:v>8.8572439896950002</c:v>
                      </c:pt>
                      <c:pt idx="170">
                        <c:v>5.1776959961650002</c:v>
                      </c:pt>
                      <c:pt idx="171">
                        <c:v>3.264440952573</c:v>
                      </c:pt>
                      <c:pt idx="172">
                        <c:v>2.4918732304000004</c:v>
                      </c:pt>
                      <c:pt idx="173">
                        <c:v>2.8161557161560005</c:v>
                      </c:pt>
                      <c:pt idx="174">
                        <c:v>6.5593612892289999</c:v>
                      </c:pt>
                      <c:pt idx="175">
                        <c:v>10.502708141621001</c:v>
                      </c:pt>
                      <c:pt idx="176">
                        <c:v>13.435416700746</c:v>
                      </c:pt>
                      <c:pt idx="177">
                        <c:v>15.139335833928</c:v>
                      </c:pt>
                      <c:pt idx="178">
                        <c:v>16.321718206532001</c:v>
                      </c:pt>
                      <c:pt idx="179">
                        <c:v>17.823601904957002</c:v>
                      </c:pt>
                      <c:pt idx="180">
                        <c:v>19.431785287692996</c:v>
                      </c:pt>
                      <c:pt idx="181">
                        <c:v>21.829340304726998</c:v>
                      </c:pt>
                      <c:pt idx="182">
                        <c:v>22.480021662288998</c:v>
                      </c:pt>
                      <c:pt idx="183">
                        <c:v>21.927639484559002</c:v>
                      </c:pt>
                      <c:pt idx="184">
                        <c:v>19.318368232436001</c:v>
                      </c:pt>
                      <c:pt idx="185">
                        <c:v>20.597494625722</c:v>
                      </c:pt>
                      <c:pt idx="186">
                        <c:v>20.463423930817999</c:v>
                      </c:pt>
                      <c:pt idx="187">
                        <c:v>24.644137851656001</c:v>
                      </c:pt>
                      <c:pt idx="188">
                        <c:v>27.297793698911999</c:v>
                      </c:pt>
                      <c:pt idx="189">
                        <c:v>32.413728962133</c:v>
                      </c:pt>
                      <c:pt idx="190">
                        <c:v>31.467379865628999</c:v>
                      </c:pt>
                      <c:pt idx="191">
                        <c:v>25.508474284588999</c:v>
                      </c:pt>
                      <c:pt idx="192">
                        <c:v>17.843016080353998</c:v>
                      </c:pt>
                      <c:pt idx="193">
                        <c:v>11.224418856090001</c:v>
                      </c:pt>
                      <c:pt idx="194">
                        <c:v>6.6110753005910006</c:v>
                      </c:pt>
                      <c:pt idx="195">
                        <c:v>4.189122989466</c:v>
                      </c:pt>
                      <c:pt idx="196">
                        <c:v>2.9065742992060004</c:v>
                      </c:pt>
                      <c:pt idx="197">
                        <c:v>2.8145865201219999</c:v>
                      </c:pt>
                      <c:pt idx="198">
                        <c:v>5.7819658586719997</c:v>
                      </c:pt>
                      <c:pt idx="199">
                        <c:v>8.9675407651279997</c:v>
                      </c:pt>
                      <c:pt idx="200">
                        <c:v>12.713428274388001</c:v>
                      </c:pt>
                      <c:pt idx="201">
                        <c:v>15.396870692635</c:v>
                      </c:pt>
                      <c:pt idx="202">
                        <c:v>17.845417382611</c:v>
                      </c:pt>
                      <c:pt idx="203">
                        <c:v>20.625950375746001</c:v>
                      </c:pt>
                      <c:pt idx="204">
                        <c:v>20.704767478280999</c:v>
                      </c:pt>
                      <c:pt idx="205">
                        <c:v>22.178567543561002</c:v>
                      </c:pt>
                      <c:pt idx="206">
                        <c:v>27.500555267032002</c:v>
                      </c:pt>
                      <c:pt idx="207">
                        <c:v>25.019838543760002</c:v>
                      </c:pt>
                      <c:pt idx="208">
                        <c:v>20.657490828381999</c:v>
                      </c:pt>
                      <c:pt idx="209">
                        <c:v>21.336162717979999</c:v>
                      </c:pt>
                      <c:pt idx="210">
                        <c:v>20.406992630710999</c:v>
                      </c:pt>
                      <c:pt idx="211">
                        <c:v>24.69478116813</c:v>
                      </c:pt>
                      <c:pt idx="212">
                        <c:v>27.550250514188001</c:v>
                      </c:pt>
                      <c:pt idx="213">
                        <c:v>33.091180724830998</c:v>
                      </c:pt>
                      <c:pt idx="214">
                        <c:v>32.571512595710004</c:v>
                      </c:pt>
                      <c:pt idx="215">
                        <c:v>26.267294312781999</c:v>
                      </c:pt>
                      <c:pt idx="216">
                        <c:v>18.033680852897</c:v>
                      </c:pt>
                      <c:pt idx="217">
                        <c:v>10.87890707709</c:v>
                      </c:pt>
                      <c:pt idx="218">
                        <c:v>6.2393693402469994</c:v>
                      </c:pt>
                      <c:pt idx="219">
                        <c:v>3.735410180558</c:v>
                      </c:pt>
                      <c:pt idx="220">
                        <c:v>2.6236794835980004</c:v>
                      </c:pt>
                      <c:pt idx="221">
                        <c:v>2.7416669262079996</c:v>
                      </c:pt>
                      <c:pt idx="222">
                        <c:v>5.8818157168659999</c:v>
                      </c:pt>
                      <c:pt idx="223">
                        <c:v>9.0302889813970015</c:v>
                      </c:pt>
                      <c:pt idx="224">
                        <c:v>12.514810787848999</c:v>
                      </c:pt>
                      <c:pt idx="225">
                        <c:v>14.703225201682999</c:v>
                      </c:pt>
                      <c:pt idx="226">
                        <c:v>16.31466441577</c:v>
                      </c:pt>
                      <c:pt idx="227">
                        <c:v>18.534368679177998</c:v>
                      </c:pt>
                      <c:pt idx="228">
                        <c:v>19.604526652110998</c:v>
                      </c:pt>
                      <c:pt idx="229">
                        <c:v>23.231836691601</c:v>
                      </c:pt>
                      <c:pt idx="230">
                        <c:v>24.680236875898999</c:v>
                      </c:pt>
                      <c:pt idx="231">
                        <c:v>23.510805445700001</c:v>
                      </c:pt>
                      <c:pt idx="232">
                        <c:v>19.953737958996999</c:v>
                      </c:pt>
                      <c:pt idx="233">
                        <c:v>20.856449705836003</c:v>
                      </c:pt>
                      <c:pt idx="234">
                        <c:v>20.334142246664999</c:v>
                      </c:pt>
                      <c:pt idx="235">
                        <c:v>23.989051746860998</c:v>
                      </c:pt>
                      <c:pt idx="236">
                        <c:v>27.343142726653003</c:v>
                      </c:pt>
                      <c:pt idx="237">
                        <c:v>32.768298922401002</c:v>
                      </c:pt>
                      <c:pt idx="238">
                        <c:v>30.312669167260996</c:v>
                      </c:pt>
                      <c:pt idx="239">
                        <c:v>23.143329477758996</c:v>
                      </c:pt>
                      <c:pt idx="240">
                        <c:v>14.838664093965999</c:v>
                      </c:pt>
                      <c:pt idx="241">
                        <c:v>8.7079999685820013</c:v>
                      </c:pt>
                      <c:pt idx="242">
                        <c:v>4.9878920413949999</c:v>
                      </c:pt>
                      <c:pt idx="243">
                        <c:v>3.1643618297860003</c:v>
                      </c:pt>
                      <c:pt idx="244">
                        <c:v>2.474351143062</c:v>
                      </c:pt>
                      <c:pt idx="245">
                        <c:v>2.7503058363620001</c:v>
                      </c:pt>
                      <c:pt idx="246">
                        <c:v>6.1920763494909998</c:v>
                      </c:pt>
                      <c:pt idx="247">
                        <c:v>9.3391831980950002</c:v>
                      </c:pt>
                      <c:pt idx="248">
                        <c:v>11.730349850713001</c:v>
                      </c:pt>
                      <c:pt idx="249">
                        <c:v>12.816490798918</c:v>
                      </c:pt>
                      <c:pt idx="250">
                        <c:v>14.503220055511001</c:v>
                      </c:pt>
                      <c:pt idx="251">
                        <c:v>16.717050548549</c:v>
                      </c:pt>
                      <c:pt idx="252">
                        <c:v>18.513125488584002</c:v>
                      </c:pt>
                      <c:pt idx="253">
                        <c:v>21.368651704131</c:v>
                      </c:pt>
                      <c:pt idx="254">
                        <c:v>22.113011465493003</c:v>
                      </c:pt>
                      <c:pt idx="255">
                        <c:v>21.463493586676002</c:v>
                      </c:pt>
                      <c:pt idx="256">
                        <c:v>19.747928314707</c:v>
                      </c:pt>
                      <c:pt idx="257">
                        <c:v>21.714528932635002</c:v>
                      </c:pt>
                      <c:pt idx="258">
                        <c:v>20.767702617464998</c:v>
                      </c:pt>
                      <c:pt idx="259">
                        <c:v>24.268530904136004</c:v>
                      </c:pt>
                      <c:pt idx="260">
                        <c:v>27.515270854437002</c:v>
                      </c:pt>
                      <c:pt idx="261">
                        <c:v>32.285926854758003</c:v>
                      </c:pt>
                      <c:pt idx="262">
                        <c:v>29.935990925906999</c:v>
                      </c:pt>
                      <c:pt idx="263">
                        <c:v>22.527311911751003</c:v>
                      </c:pt>
                      <c:pt idx="264">
                        <c:v>14.292065324393</c:v>
                      </c:pt>
                      <c:pt idx="265">
                        <c:v>8.1629423803750001</c:v>
                      </c:pt>
                      <c:pt idx="266">
                        <c:v>4.7506919048169998</c:v>
                      </c:pt>
                      <c:pt idx="267">
                        <c:v>3.0485526687819999</c:v>
                      </c:pt>
                      <c:pt idx="268">
                        <c:v>2.4280891083319998</c:v>
                      </c:pt>
                      <c:pt idx="269">
                        <c:v>2.645215956011</c:v>
                      </c:pt>
                      <c:pt idx="270">
                        <c:v>6.3083648960250001</c:v>
                      </c:pt>
                      <c:pt idx="271">
                        <c:v>9.7929009184600009</c:v>
                      </c:pt>
                      <c:pt idx="272">
                        <c:v>12.000327334151001</c:v>
                      </c:pt>
                      <c:pt idx="273">
                        <c:v>13.261882395998999</c:v>
                      </c:pt>
                      <c:pt idx="274">
                        <c:v>14.772164961484</c:v>
                      </c:pt>
                      <c:pt idx="275">
                        <c:v>17.066090244130997</c:v>
                      </c:pt>
                      <c:pt idx="276">
                        <c:v>18.407707064921002</c:v>
                      </c:pt>
                      <c:pt idx="277">
                        <c:v>20.826682980441998</c:v>
                      </c:pt>
                      <c:pt idx="278">
                        <c:v>21.234213177282001</c:v>
                      </c:pt>
                      <c:pt idx="279">
                        <c:v>20.577510544399001</c:v>
                      </c:pt>
                      <c:pt idx="280">
                        <c:v>19.040793784950001</c:v>
                      </c:pt>
                      <c:pt idx="281">
                        <c:v>20.772882147854002</c:v>
                      </c:pt>
                      <c:pt idx="282">
                        <c:v>20.013094163531001</c:v>
                      </c:pt>
                      <c:pt idx="283">
                        <c:v>23.940045367405002</c:v>
                      </c:pt>
                      <c:pt idx="284">
                        <c:v>27.448487981969997</c:v>
                      </c:pt>
                      <c:pt idx="285">
                        <c:v>32.597400886720003</c:v>
                      </c:pt>
                      <c:pt idx="286">
                        <c:v>30.06456041629</c:v>
                      </c:pt>
                      <c:pt idx="287">
                        <c:v>22.236879962161002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F-BF3F-49BE-B4BE-2314BCBEA28B}"/>
                  </c:ext>
                </c:extLst>
              </c15:ser>
            </c15:filteredLineSeries>
            <c15:filteredLineSeries>
              <c15:ser>
                <c:idx val="28"/>
                <c:order val="2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12-10-2026'!$AD$1</c15:sqref>
                        </c15:formulaRef>
                      </c:ext>
                    </c:extLst>
                    <c:strCache>
                      <c:ptCount val="1"/>
                      <c:pt idx="0">
                        <c:v>vORN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12-10-2026'!$AD$2:$AD$289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2.205958415914</c:v>
                      </c:pt>
                      <c:pt idx="1">
                        <c:v>1.336205761282</c:v>
                      </c:pt>
                      <c:pt idx="2">
                        <c:v>0.77305298462299998</c:v>
                      </c:pt>
                      <c:pt idx="3">
                        <c:v>0.50511633059399996</c:v>
                      </c:pt>
                      <c:pt idx="4">
                        <c:v>0.42206764958499998</c:v>
                      </c:pt>
                      <c:pt idx="5">
                        <c:v>0.60401851721400002</c:v>
                      </c:pt>
                      <c:pt idx="6">
                        <c:v>1.3719785958140001</c:v>
                      </c:pt>
                      <c:pt idx="7">
                        <c:v>1.990544602498</c:v>
                      </c:pt>
                      <c:pt idx="8">
                        <c:v>2.2477397307620004</c:v>
                      </c:pt>
                      <c:pt idx="9">
                        <c:v>2.2733073840369999</c:v>
                      </c:pt>
                      <c:pt idx="10">
                        <c:v>2.3978128025479997</c:v>
                      </c:pt>
                      <c:pt idx="11">
                        <c:v>2.6746790552079998</c:v>
                      </c:pt>
                      <c:pt idx="12">
                        <c:v>3.0399401540509996</c:v>
                      </c:pt>
                      <c:pt idx="13">
                        <c:v>3.4038052244810002</c:v>
                      </c:pt>
                      <c:pt idx="14">
                        <c:v>3.4950104959829997</c:v>
                      </c:pt>
                      <c:pt idx="15">
                        <c:v>3.3977350628029996</c:v>
                      </c:pt>
                      <c:pt idx="16">
                        <c:v>2.9716017529809999</c:v>
                      </c:pt>
                      <c:pt idx="17">
                        <c:v>2.9614963013379998</c:v>
                      </c:pt>
                      <c:pt idx="18">
                        <c:v>2.9357326101150001</c:v>
                      </c:pt>
                      <c:pt idx="19">
                        <c:v>3.3392102062960003</c:v>
                      </c:pt>
                      <c:pt idx="20">
                        <c:v>3.6415901602910004</c:v>
                      </c:pt>
                      <c:pt idx="21">
                        <c:v>4.1995025003920006</c:v>
                      </c:pt>
                      <c:pt idx="22">
                        <c:v>4.2642275332640001</c:v>
                      </c:pt>
                      <c:pt idx="23">
                        <c:v>3.5979817202980002</c:v>
                      </c:pt>
                      <c:pt idx="24">
                        <c:v>2.5081631410959999</c:v>
                      </c:pt>
                      <c:pt idx="25">
                        <c:v>1.5504800115819999</c:v>
                      </c:pt>
                      <c:pt idx="26">
                        <c:v>0.96606653492500005</c:v>
                      </c:pt>
                      <c:pt idx="27">
                        <c:v>0.59685945245800009</c:v>
                      </c:pt>
                      <c:pt idx="28">
                        <c:v>0.45374390218699995</c:v>
                      </c:pt>
                      <c:pt idx="29">
                        <c:v>0.58312482758599993</c:v>
                      </c:pt>
                      <c:pt idx="30">
                        <c:v>1.224685661721</c:v>
                      </c:pt>
                      <c:pt idx="31">
                        <c:v>1.7934412874060002</c:v>
                      </c:pt>
                      <c:pt idx="32">
                        <c:v>2.3788608106210001</c:v>
                      </c:pt>
                      <c:pt idx="33">
                        <c:v>2.6156003264979999</c:v>
                      </c:pt>
                      <c:pt idx="34">
                        <c:v>2.8588461992640002</c:v>
                      </c:pt>
                      <c:pt idx="35">
                        <c:v>3.1439655863589997</c:v>
                      </c:pt>
                      <c:pt idx="36">
                        <c:v>3.2348789863160001</c:v>
                      </c:pt>
                      <c:pt idx="37">
                        <c:v>3.41966389229</c:v>
                      </c:pt>
                      <c:pt idx="38">
                        <c:v>3.9589044989720001</c:v>
                      </c:pt>
                      <c:pt idx="39">
                        <c:v>3.7662001965690002</c:v>
                      </c:pt>
                      <c:pt idx="40">
                        <c:v>3.1627750584569996</c:v>
                      </c:pt>
                      <c:pt idx="41">
                        <c:v>3.0374794315739999</c:v>
                      </c:pt>
                      <c:pt idx="42">
                        <c:v>2.9500708298209997</c:v>
                      </c:pt>
                      <c:pt idx="43">
                        <c:v>3.4964722061370002</c:v>
                      </c:pt>
                      <c:pt idx="44">
                        <c:v>3.7323918794590001</c:v>
                      </c:pt>
                      <c:pt idx="45">
                        <c:v>4.3003696811840006</c:v>
                      </c:pt>
                      <c:pt idx="46">
                        <c:v>4.3315703895229998</c:v>
                      </c:pt>
                      <c:pt idx="47">
                        <c:v>3.7021626765170002</c:v>
                      </c:pt>
                      <c:pt idx="48">
                        <c:v>2.6427080020570002</c:v>
                      </c:pt>
                      <c:pt idx="49">
                        <c:v>1.6646500329710001</c:v>
                      </c:pt>
                      <c:pt idx="50">
                        <c:v>0.97107595312099992</c:v>
                      </c:pt>
                      <c:pt idx="51">
                        <c:v>0.60042147751600006</c:v>
                      </c:pt>
                      <c:pt idx="52">
                        <c:v>0.46559353075999999</c:v>
                      </c:pt>
                      <c:pt idx="53">
                        <c:v>0.59367727884900001</c:v>
                      </c:pt>
                      <c:pt idx="54">
                        <c:v>1.2967807139990002</c:v>
                      </c:pt>
                      <c:pt idx="55">
                        <c:v>1.9217135967289998</c:v>
                      </c:pt>
                      <c:pt idx="56">
                        <c:v>2.3867031582019997</c:v>
                      </c:pt>
                      <c:pt idx="57">
                        <c:v>2.5379721100170003</c:v>
                      </c:pt>
                      <c:pt idx="58">
                        <c:v>2.7048348687550003</c:v>
                      </c:pt>
                      <c:pt idx="59">
                        <c:v>2.9843784566469997</c:v>
                      </c:pt>
                      <c:pt idx="60">
                        <c:v>3.2570033227100001</c:v>
                      </c:pt>
                      <c:pt idx="61">
                        <c:v>3.6844815335909997</c:v>
                      </c:pt>
                      <c:pt idx="62">
                        <c:v>3.8228270902209998</c:v>
                      </c:pt>
                      <c:pt idx="63">
                        <c:v>3.6356993350029998</c:v>
                      </c:pt>
                      <c:pt idx="64">
                        <c:v>3.0780049464550001</c:v>
                      </c:pt>
                      <c:pt idx="65">
                        <c:v>2.9526960734839998</c:v>
                      </c:pt>
                      <c:pt idx="66">
                        <c:v>2.9671522006169999</c:v>
                      </c:pt>
                      <c:pt idx="67">
                        <c:v>3.4080544391350003</c:v>
                      </c:pt>
                      <c:pt idx="68">
                        <c:v>3.6824486662310005</c:v>
                      </c:pt>
                      <c:pt idx="69">
                        <c:v>4.281277163203999</c:v>
                      </c:pt>
                      <c:pt idx="70">
                        <c:v>4.2375643121279998</c:v>
                      </c:pt>
                      <c:pt idx="71">
                        <c:v>3.4341284793819997</c:v>
                      </c:pt>
                      <c:pt idx="72">
                        <c:v>2.2803819937240002</c:v>
                      </c:pt>
                      <c:pt idx="73">
                        <c:v>1.3426048041429999</c:v>
                      </c:pt>
                      <c:pt idx="74">
                        <c:v>0.77817290729900002</c:v>
                      </c:pt>
                      <c:pt idx="75">
                        <c:v>0.50988587825199994</c:v>
                      </c:pt>
                      <c:pt idx="76">
                        <c:v>0.44823686536899998</c:v>
                      </c:pt>
                      <c:pt idx="77">
                        <c:v>0.63100590728700012</c:v>
                      </c:pt>
                      <c:pt idx="78">
                        <c:v>1.4292710151050003</c:v>
                      </c:pt>
                      <c:pt idx="79">
                        <c:v>1.9504615627870001</c:v>
                      </c:pt>
                      <c:pt idx="80">
                        <c:v>2.2070922869639999</c:v>
                      </c:pt>
                      <c:pt idx="81">
                        <c:v>2.2106309636670001</c:v>
                      </c:pt>
                      <c:pt idx="82">
                        <c:v>2.343881924328</c:v>
                      </c:pt>
                      <c:pt idx="83">
                        <c:v>2.6539209064959999</c:v>
                      </c:pt>
                      <c:pt idx="84">
                        <c:v>2.9979005544170003</c:v>
                      </c:pt>
                      <c:pt idx="85">
                        <c:v>3.2472968936429996</c:v>
                      </c:pt>
                      <c:pt idx="86">
                        <c:v>3.3624427046869996</c:v>
                      </c:pt>
                      <c:pt idx="87">
                        <c:v>3.303631643728</c:v>
                      </c:pt>
                      <c:pt idx="88">
                        <c:v>3.0021726088979999</c:v>
                      </c:pt>
                      <c:pt idx="89">
                        <c:v>2.9813589207410001</c:v>
                      </c:pt>
                      <c:pt idx="90">
                        <c:v>2.842665704646</c:v>
                      </c:pt>
                      <c:pt idx="91">
                        <c:v>3.3048411399140001</c:v>
                      </c:pt>
                      <c:pt idx="92">
                        <c:v>3.5942700595699999</c:v>
                      </c:pt>
                      <c:pt idx="93">
                        <c:v>4.1577025199669997</c:v>
                      </c:pt>
                      <c:pt idx="94">
                        <c:v>4.0687275986870004</c:v>
                      </c:pt>
                      <c:pt idx="95">
                        <c:v>3.2372543071990001</c:v>
                      </c:pt>
                      <c:pt idx="96">
                        <c:v>2.1303519651830003</c:v>
                      </c:pt>
                      <c:pt idx="97">
                        <c:v>1.2350914808299998</c:v>
                      </c:pt>
                      <c:pt idx="98">
                        <c:v>0.72939405920400002</c:v>
                      </c:pt>
                      <c:pt idx="99">
                        <c:v>0.48325111742899995</c:v>
                      </c:pt>
                      <c:pt idx="100">
                        <c:v>0.408809990826</c:v>
                      </c:pt>
                      <c:pt idx="101">
                        <c:v>0.58490127844199991</c:v>
                      </c:pt>
                      <c:pt idx="102">
                        <c:v>1.3860796323410001</c:v>
                      </c:pt>
                      <c:pt idx="103">
                        <c:v>1.938412921074</c:v>
                      </c:pt>
                      <c:pt idx="104">
                        <c:v>2.2096990202729998</c:v>
                      </c:pt>
                      <c:pt idx="105">
                        <c:v>2.20956835939</c:v>
                      </c:pt>
                      <c:pt idx="106">
                        <c:v>2.315811696266</c:v>
                      </c:pt>
                      <c:pt idx="107">
                        <c:v>2.6403804799780004</c:v>
                      </c:pt>
                      <c:pt idx="108">
                        <c:v>2.9643068913440001</c:v>
                      </c:pt>
                      <c:pt idx="109">
                        <c:v>3.3141059986850001</c:v>
                      </c:pt>
                      <c:pt idx="110">
                        <c:v>3.3647992695409998</c:v>
                      </c:pt>
                      <c:pt idx="111">
                        <c:v>3.2737679411060001</c:v>
                      </c:pt>
                      <c:pt idx="112">
                        <c:v>2.9259079900939997</c:v>
                      </c:pt>
                      <c:pt idx="113">
                        <c:v>2.9235792859800003</c:v>
                      </c:pt>
                      <c:pt idx="114">
                        <c:v>2.8635382281240003</c:v>
                      </c:pt>
                      <c:pt idx="115">
                        <c:v>3.3062621364930003</c:v>
                      </c:pt>
                      <c:pt idx="116">
                        <c:v>3.6088431786909996</c:v>
                      </c:pt>
                      <c:pt idx="117">
                        <c:v>4.1738588648199997</c:v>
                      </c:pt>
                      <c:pt idx="118">
                        <c:v>4.0841656318249999</c:v>
                      </c:pt>
                      <c:pt idx="119">
                        <c:v>3.2153232996000001</c:v>
                      </c:pt>
                      <c:pt idx="120">
                        <c:v>2.0712881934949996</c:v>
                      </c:pt>
                      <c:pt idx="121">
                        <c:v>1.1818304517780001</c:v>
                      </c:pt>
                      <c:pt idx="122">
                        <c:v>0.70798857225</c:v>
                      </c:pt>
                      <c:pt idx="123">
                        <c:v>0.46544826335899997</c:v>
                      </c:pt>
                      <c:pt idx="124">
                        <c:v>0.39995477632299997</c:v>
                      </c:pt>
                      <c:pt idx="125">
                        <c:v>0.57219714658999998</c:v>
                      </c:pt>
                      <c:pt idx="126">
                        <c:v>1.376552401661</c:v>
                      </c:pt>
                      <c:pt idx="127">
                        <c:v>1.9264604849</c:v>
                      </c:pt>
                      <c:pt idx="128">
                        <c:v>2.1951405482179998</c:v>
                      </c:pt>
                      <c:pt idx="129">
                        <c:v>2.2092994932700001</c:v>
                      </c:pt>
                      <c:pt idx="130">
                        <c:v>2.3765888830340001</c:v>
                      </c:pt>
                      <c:pt idx="131">
                        <c:v>2.635774196271</c:v>
                      </c:pt>
                      <c:pt idx="132">
                        <c:v>3.0228447798840001</c:v>
                      </c:pt>
                      <c:pt idx="133">
                        <c:v>3.4862216539099999</c:v>
                      </c:pt>
                      <c:pt idx="134">
                        <c:v>3.5717431405399998</c:v>
                      </c:pt>
                      <c:pt idx="135">
                        <c:v>3.4233773839010002</c:v>
                      </c:pt>
                      <c:pt idx="136">
                        <c:v>2.89357265149</c:v>
                      </c:pt>
                      <c:pt idx="137">
                        <c:v>2.8854573156980003</c:v>
                      </c:pt>
                      <c:pt idx="138">
                        <c:v>2.8971905914909999</c:v>
                      </c:pt>
                      <c:pt idx="139">
                        <c:v>3.3787701792930003</c:v>
                      </c:pt>
                      <c:pt idx="140">
                        <c:v>3.6049432299299999</c:v>
                      </c:pt>
                      <c:pt idx="141">
                        <c:v>4.1844743496019996</c:v>
                      </c:pt>
                      <c:pt idx="142">
                        <c:v>4.1091260459400001</c:v>
                      </c:pt>
                      <c:pt idx="143">
                        <c:v>3.2922529270839997</c:v>
                      </c:pt>
                      <c:pt idx="144">
                        <c:v>2.1400700815880001</c:v>
                      </c:pt>
                      <c:pt idx="145">
                        <c:v>1.2493341889469998</c:v>
                      </c:pt>
                      <c:pt idx="146">
                        <c:v>0.7630233633889999</c:v>
                      </c:pt>
                      <c:pt idx="147">
                        <c:v>0.49033354793999995</c:v>
                      </c:pt>
                      <c:pt idx="148">
                        <c:v>0.435876325457</c:v>
                      </c:pt>
                      <c:pt idx="149">
                        <c:v>0.60369231900300002</c:v>
                      </c:pt>
                      <c:pt idx="150">
                        <c:v>1.4761050823170001</c:v>
                      </c:pt>
                      <c:pt idx="151">
                        <c:v>1.998245860703</c:v>
                      </c:pt>
                      <c:pt idx="152">
                        <c:v>2.2832247053260004</c:v>
                      </c:pt>
                      <c:pt idx="153">
                        <c:v>2.246264200263</c:v>
                      </c:pt>
                      <c:pt idx="154">
                        <c:v>2.3470217983469999</c:v>
                      </c:pt>
                      <c:pt idx="155">
                        <c:v>2.5919818005770003</c:v>
                      </c:pt>
                      <c:pt idx="156">
                        <c:v>2.8972777093619997</c:v>
                      </c:pt>
                      <c:pt idx="157">
                        <c:v>3.1894951513950001</c:v>
                      </c:pt>
                      <c:pt idx="158">
                        <c:v>3.2550571744999997</c:v>
                      </c:pt>
                      <c:pt idx="159">
                        <c:v>3.245478367214</c:v>
                      </c:pt>
                      <c:pt idx="160">
                        <c:v>2.9682543317450003</c:v>
                      </c:pt>
                      <c:pt idx="161">
                        <c:v>2.9765211314800002</c:v>
                      </c:pt>
                      <c:pt idx="162">
                        <c:v>2.9254579372470002</c:v>
                      </c:pt>
                      <c:pt idx="163">
                        <c:v>3.3736047597059997</c:v>
                      </c:pt>
                      <c:pt idx="164">
                        <c:v>3.6252882148720005</c:v>
                      </c:pt>
                      <c:pt idx="165">
                        <c:v>4.202437188907</c:v>
                      </c:pt>
                      <c:pt idx="166">
                        <c:v>4.0647424529919993</c:v>
                      </c:pt>
                      <c:pt idx="167">
                        <c:v>3.139245600767</c:v>
                      </c:pt>
                      <c:pt idx="168">
                        <c:v>2.051973398241</c:v>
                      </c:pt>
                      <c:pt idx="169">
                        <c:v>1.1570272841110001</c:v>
                      </c:pt>
                      <c:pt idx="170">
                        <c:v>0.67027230789100001</c:v>
                      </c:pt>
                      <c:pt idx="171">
                        <c:v>0.449087700471</c:v>
                      </c:pt>
                      <c:pt idx="172">
                        <c:v>0.38197361445900002</c:v>
                      </c:pt>
                      <c:pt idx="173">
                        <c:v>0.58637449082500004</c:v>
                      </c:pt>
                      <c:pt idx="174">
                        <c:v>1.440535386261</c:v>
                      </c:pt>
                      <c:pt idx="175">
                        <c:v>2.132486495093</c:v>
                      </c:pt>
                      <c:pt idx="176">
                        <c:v>2.4277628311430002</c:v>
                      </c:pt>
                      <c:pt idx="177">
                        <c:v>2.3861956691619999</c:v>
                      </c:pt>
                      <c:pt idx="178">
                        <c:v>2.4252204080150004</c:v>
                      </c:pt>
                      <c:pt idx="179">
                        <c:v>2.6526793076250001</c:v>
                      </c:pt>
                      <c:pt idx="180">
                        <c:v>2.9974727652669997</c:v>
                      </c:pt>
                      <c:pt idx="181">
                        <c:v>3.3359331310210001</c:v>
                      </c:pt>
                      <c:pt idx="182">
                        <c:v>3.3848496497209997</c:v>
                      </c:pt>
                      <c:pt idx="183">
                        <c:v>3.3291126192199996</c:v>
                      </c:pt>
                      <c:pt idx="184">
                        <c:v>2.9194830878839997</c:v>
                      </c:pt>
                      <c:pt idx="185">
                        <c:v>2.903294175359</c:v>
                      </c:pt>
                      <c:pt idx="186">
                        <c:v>2.8373170238179997</c:v>
                      </c:pt>
                      <c:pt idx="187">
                        <c:v>3.4054978141279997</c:v>
                      </c:pt>
                      <c:pt idx="188">
                        <c:v>3.7020161851350002</c:v>
                      </c:pt>
                      <c:pt idx="189">
                        <c:v>4.240663256325</c:v>
                      </c:pt>
                      <c:pt idx="190">
                        <c:v>4.2251035013760001</c:v>
                      </c:pt>
                      <c:pt idx="191">
                        <c:v>3.4667980962749998</c:v>
                      </c:pt>
                      <c:pt idx="192">
                        <c:v>2.4070819543809998</c:v>
                      </c:pt>
                      <c:pt idx="193">
                        <c:v>1.4484426506249999</c:v>
                      </c:pt>
                      <c:pt idx="194">
                        <c:v>0.86453544931000004</c:v>
                      </c:pt>
                      <c:pt idx="195">
                        <c:v>0.57049022524900006</c:v>
                      </c:pt>
                      <c:pt idx="196">
                        <c:v>0.46421806794999998</c:v>
                      </c:pt>
                      <c:pt idx="197">
                        <c:v>0.56427132471399999</c:v>
                      </c:pt>
                      <c:pt idx="198">
                        <c:v>1.2735917180230001</c:v>
                      </c:pt>
                      <c:pt idx="199">
                        <c:v>1.8899422802079999</c:v>
                      </c:pt>
                      <c:pt idx="200">
                        <c:v>2.4262756624829995</c:v>
                      </c:pt>
                      <c:pt idx="201">
                        <c:v>2.582624304161</c:v>
                      </c:pt>
                      <c:pt idx="202">
                        <c:v>2.754765216285</c:v>
                      </c:pt>
                      <c:pt idx="203">
                        <c:v>3.1097585795130001</c:v>
                      </c:pt>
                      <c:pt idx="204">
                        <c:v>3.2287309440229999</c:v>
                      </c:pt>
                      <c:pt idx="205">
                        <c:v>3.3985480852879997</c:v>
                      </c:pt>
                      <c:pt idx="206">
                        <c:v>3.9535770213559998</c:v>
                      </c:pt>
                      <c:pt idx="207">
                        <c:v>3.6862248373490001</c:v>
                      </c:pt>
                      <c:pt idx="208">
                        <c:v>3.1521087246319999</c:v>
                      </c:pt>
                      <c:pt idx="209">
                        <c:v>3.0686319142470002</c:v>
                      </c:pt>
                      <c:pt idx="210">
                        <c:v>2.9669949862019998</c:v>
                      </c:pt>
                      <c:pt idx="211">
                        <c:v>3.5158598218870001</c:v>
                      </c:pt>
                      <c:pt idx="212">
                        <c:v>3.8202755206519998</c:v>
                      </c:pt>
                      <c:pt idx="213">
                        <c:v>4.3673743304599997</c:v>
                      </c:pt>
                      <c:pt idx="214">
                        <c:v>4.3045450105729994</c:v>
                      </c:pt>
                      <c:pt idx="215">
                        <c:v>3.5601759360639997</c:v>
                      </c:pt>
                      <c:pt idx="216">
                        <c:v>2.4400054550259997</c:v>
                      </c:pt>
                      <c:pt idx="217">
                        <c:v>1.43332775106</c:v>
                      </c:pt>
                      <c:pt idx="218">
                        <c:v>0.83710135905299998</c:v>
                      </c:pt>
                      <c:pt idx="219">
                        <c:v>0.54205832323500003</c:v>
                      </c:pt>
                      <c:pt idx="220">
                        <c:v>0.44992751979600004</c:v>
                      </c:pt>
                      <c:pt idx="221">
                        <c:v>0.55281251724199998</c:v>
                      </c:pt>
                      <c:pt idx="222">
                        <c:v>1.280184253426</c:v>
                      </c:pt>
                      <c:pt idx="223">
                        <c:v>1.900148654029</c:v>
                      </c:pt>
                      <c:pt idx="224">
                        <c:v>2.3898053642520001</c:v>
                      </c:pt>
                      <c:pt idx="225">
                        <c:v>2.504628147384</c:v>
                      </c:pt>
                      <c:pt idx="226">
                        <c:v>2.5797465069030001</c:v>
                      </c:pt>
                      <c:pt idx="227">
                        <c:v>2.8776978130109998</c:v>
                      </c:pt>
                      <c:pt idx="228">
                        <c:v>3.1138213473470002</c:v>
                      </c:pt>
                      <c:pt idx="229">
                        <c:v>3.5766940975420001</c:v>
                      </c:pt>
                      <c:pt idx="230">
                        <c:v>3.7672455528920001</c:v>
                      </c:pt>
                      <c:pt idx="231">
                        <c:v>3.5657806633020002</c:v>
                      </c:pt>
                      <c:pt idx="232">
                        <c:v>3.0407921504910003</c:v>
                      </c:pt>
                      <c:pt idx="233">
                        <c:v>2.946456151424</c:v>
                      </c:pt>
                      <c:pt idx="234">
                        <c:v>2.890425279814</c:v>
                      </c:pt>
                      <c:pt idx="235">
                        <c:v>3.3715011795340004</c:v>
                      </c:pt>
                      <c:pt idx="236">
                        <c:v>3.7436444597009997</c:v>
                      </c:pt>
                      <c:pt idx="237">
                        <c:v>4.2690046413510006</c:v>
                      </c:pt>
                      <c:pt idx="238">
                        <c:v>4.1167622247229998</c:v>
                      </c:pt>
                      <c:pt idx="239">
                        <c:v>3.2695485252049998</c:v>
                      </c:pt>
                      <c:pt idx="240">
                        <c:v>2.1077805833330001</c:v>
                      </c:pt>
                      <c:pt idx="241">
                        <c:v>1.2021173731129999</c:v>
                      </c:pt>
                      <c:pt idx="242">
                        <c:v>0.69784194818800005</c:v>
                      </c:pt>
                      <c:pt idx="243">
                        <c:v>0.47694587376800002</c:v>
                      </c:pt>
                      <c:pt idx="244">
                        <c:v>0.43653919697100002</c:v>
                      </c:pt>
                      <c:pt idx="245">
                        <c:v>0.57847803281400001</c:v>
                      </c:pt>
                      <c:pt idx="246">
                        <c:v>1.364687104817</c:v>
                      </c:pt>
                      <c:pt idx="247">
                        <c:v>1.9719339147270001</c:v>
                      </c:pt>
                      <c:pt idx="248">
                        <c:v>2.227484725968</c:v>
                      </c:pt>
                      <c:pt idx="249">
                        <c:v>2.2076184556789999</c:v>
                      </c:pt>
                      <c:pt idx="250">
                        <c:v>2.3055660057080001</c:v>
                      </c:pt>
                      <c:pt idx="251">
                        <c:v>2.5865614180569998</c:v>
                      </c:pt>
                      <c:pt idx="252">
                        <c:v>2.9363989375870001</c:v>
                      </c:pt>
                      <c:pt idx="253">
                        <c:v>3.2817467792400001</c:v>
                      </c:pt>
                      <c:pt idx="254">
                        <c:v>3.4053794926430001</c:v>
                      </c:pt>
                      <c:pt idx="255">
                        <c:v>3.2946817124650005</c:v>
                      </c:pt>
                      <c:pt idx="256">
                        <c:v>3.0404308979730001</c:v>
                      </c:pt>
                      <c:pt idx="257">
                        <c:v>3.0917667586779998</c:v>
                      </c:pt>
                      <c:pt idx="258">
                        <c:v>2.9634608314610005</c:v>
                      </c:pt>
                      <c:pt idx="259">
                        <c:v>3.4217332062580001</c:v>
                      </c:pt>
                      <c:pt idx="260">
                        <c:v>3.7844698654410003</c:v>
                      </c:pt>
                      <c:pt idx="261">
                        <c:v>4.298568308638</c:v>
                      </c:pt>
                      <c:pt idx="262">
                        <c:v>4.0530722450210002</c:v>
                      </c:pt>
                      <c:pt idx="263">
                        <c:v>3.1035970252910001</c:v>
                      </c:pt>
                      <c:pt idx="264">
                        <c:v>1.966136610705</c:v>
                      </c:pt>
                      <c:pt idx="265">
                        <c:v>1.1119297133749999</c:v>
                      </c:pt>
                      <c:pt idx="266">
                        <c:v>0.66386835685599987</c:v>
                      </c:pt>
                      <c:pt idx="267">
                        <c:v>0.474928473312</c:v>
                      </c:pt>
                      <c:pt idx="268">
                        <c:v>0.41434910429900002</c:v>
                      </c:pt>
                      <c:pt idx="269">
                        <c:v>0.57465303046599991</c:v>
                      </c:pt>
                      <c:pt idx="270">
                        <c:v>1.402800513126</c:v>
                      </c:pt>
                      <c:pt idx="271">
                        <c:v>2.0049303567820003</c:v>
                      </c:pt>
                      <c:pt idx="272">
                        <c:v>2.2239632483139999</c:v>
                      </c:pt>
                      <c:pt idx="273">
                        <c:v>2.1689921173259998</c:v>
                      </c:pt>
                      <c:pt idx="274">
                        <c:v>2.308019078119</c:v>
                      </c:pt>
                      <c:pt idx="275">
                        <c:v>2.64610073437</c:v>
                      </c:pt>
                      <c:pt idx="276">
                        <c:v>2.9158638840559998</c:v>
                      </c:pt>
                      <c:pt idx="277">
                        <c:v>3.1990563755709998</c:v>
                      </c:pt>
                      <c:pt idx="278">
                        <c:v>3.2552470578400001</c:v>
                      </c:pt>
                      <c:pt idx="279">
                        <c:v>3.227581674774</c:v>
                      </c:pt>
                      <c:pt idx="280">
                        <c:v>2.8648114003309999</c:v>
                      </c:pt>
                      <c:pt idx="281">
                        <c:v>2.944050292684</c:v>
                      </c:pt>
                      <c:pt idx="282">
                        <c:v>2.8670966436899996</c:v>
                      </c:pt>
                      <c:pt idx="283">
                        <c:v>3.376773454496</c:v>
                      </c:pt>
                      <c:pt idx="284">
                        <c:v>3.7405831060510004</c:v>
                      </c:pt>
                      <c:pt idx="285">
                        <c:v>4.2769563114269999</c:v>
                      </c:pt>
                      <c:pt idx="286">
                        <c:v>4.0541503254010003</c:v>
                      </c:pt>
                      <c:pt idx="287">
                        <c:v>3.0547750467250001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0-BF3F-49BE-B4BE-2314BCBEA28B}"/>
                  </c:ext>
                </c:extLst>
              </c15:ser>
            </c15:filteredLineSeries>
            <c15:filteredLineSeries>
              <c15:ser>
                <c:idx val="29"/>
                <c:order val="2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12-10-2026'!$AE$1</c15:sqref>
                        </c15:formulaRef>
                      </c:ext>
                    </c:extLst>
                    <c:strCache>
                      <c:ptCount val="1"/>
                      <c:pt idx="0">
                        <c:v>vORN Traffic in TB 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12-10-2026'!$AE$2:$AE$289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18.715242175808001</c:v>
                      </c:pt>
                      <c:pt idx="1">
                        <c:v>11.063883957783</c:v>
                      </c:pt>
                      <c:pt idx="2">
                        <c:v>6.472075557698</c:v>
                      </c:pt>
                      <c:pt idx="3">
                        <c:v>4.0986470761590006</c:v>
                      </c:pt>
                      <c:pt idx="4">
                        <c:v>2.999889266846</c:v>
                      </c:pt>
                      <c:pt idx="5">
                        <c:v>3.5841406104320002</c:v>
                      </c:pt>
                      <c:pt idx="6">
                        <c:v>7.7287236115030007</c:v>
                      </c:pt>
                      <c:pt idx="7">
                        <c:v>11.699345823327</c:v>
                      </c:pt>
                      <c:pt idx="8">
                        <c:v>14.384267066772001</c:v>
                      </c:pt>
                      <c:pt idx="9">
                        <c:v>15.583791160045999</c:v>
                      </c:pt>
                      <c:pt idx="10">
                        <c:v>17.352061582602001</c:v>
                      </c:pt>
                      <c:pt idx="11">
                        <c:v>19.809143917655998</c:v>
                      </c:pt>
                      <c:pt idx="12">
                        <c:v>22.065694730495</c:v>
                      </c:pt>
                      <c:pt idx="13">
                        <c:v>24.994744537226001</c:v>
                      </c:pt>
                      <c:pt idx="14">
                        <c:v>26.002883837703003</c:v>
                      </c:pt>
                      <c:pt idx="15">
                        <c:v>25.455844976658</c:v>
                      </c:pt>
                      <c:pt idx="16">
                        <c:v>22.230675846926001</c:v>
                      </c:pt>
                      <c:pt idx="17">
                        <c:v>23.346215943729998</c:v>
                      </c:pt>
                      <c:pt idx="18">
                        <c:v>23.202843262769001</c:v>
                      </c:pt>
                      <c:pt idx="19">
                        <c:v>26.976894646474001</c:v>
                      </c:pt>
                      <c:pt idx="20">
                        <c:v>29.753450801820001</c:v>
                      </c:pt>
                      <c:pt idx="21">
                        <c:v>36.292850349336994</c:v>
                      </c:pt>
                      <c:pt idx="22">
                        <c:v>35.943513539394999</c:v>
                      </c:pt>
                      <c:pt idx="23">
                        <c:v>29.999193862889999</c:v>
                      </c:pt>
                      <c:pt idx="24">
                        <c:v>21.332028433954999</c:v>
                      </c:pt>
                      <c:pt idx="25">
                        <c:v>13.393067776980001</c:v>
                      </c:pt>
                      <c:pt idx="26">
                        <c:v>8.0052117031299996</c:v>
                      </c:pt>
                      <c:pt idx="27">
                        <c:v>4.9015904025439996</c:v>
                      </c:pt>
                      <c:pt idx="28">
                        <c:v>3.3467463265379997</c:v>
                      </c:pt>
                      <c:pt idx="29">
                        <c:v>3.418529675492</c:v>
                      </c:pt>
                      <c:pt idx="30">
                        <c:v>6.7817108814760001</c:v>
                      </c:pt>
                      <c:pt idx="31">
                        <c:v>10.236299494499001</c:v>
                      </c:pt>
                      <c:pt idx="32">
                        <c:v>14.749726302737999</c:v>
                      </c:pt>
                      <c:pt idx="33">
                        <c:v>17.867969750107999</c:v>
                      </c:pt>
                      <c:pt idx="34">
                        <c:v>20.711849873504001</c:v>
                      </c:pt>
                      <c:pt idx="35">
                        <c:v>23.853668662430003</c:v>
                      </c:pt>
                      <c:pt idx="36">
                        <c:v>24.202453113840001</c:v>
                      </c:pt>
                      <c:pt idx="37">
                        <c:v>25.485888015381999</c:v>
                      </c:pt>
                      <c:pt idx="38">
                        <c:v>31.297369665961</c:v>
                      </c:pt>
                      <c:pt idx="39">
                        <c:v>28.942978320279</c:v>
                      </c:pt>
                      <c:pt idx="40">
                        <c:v>23.77555111373</c:v>
                      </c:pt>
                      <c:pt idx="41">
                        <c:v>23.903152097397999</c:v>
                      </c:pt>
                      <c:pt idx="42">
                        <c:v>23.586509064667002</c:v>
                      </c:pt>
                      <c:pt idx="43">
                        <c:v>28.149075521874</c:v>
                      </c:pt>
                      <c:pt idx="44">
                        <c:v>30.910977456252997</c:v>
                      </c:pt>
                      <c:pt idx="45">
                        <c:v>37.844166705535002</c:v>
                      </c:pt>
                      <c:pt idx="46">
                        <c:v>37.000075177715004</c:v>
                      </c:pt>
                      <c:pt idx="47">
                        <c:v>31.188875111022</c:v>
                      </c:pt>
                      <c:pt idx="48">
                        <c:v>22.417724406121</c:v>
                      </c:pt>
                      <c:pt idx="49">
                        <c:v>14.032536171999</c:v>
                      </c:pt>
                      <c:pt idx="50">
                        <c:v>8.2154433748919988</c:v>
                      </c:pt>
                      <c:pt idx="51">
                        <c:v>4.8603720625150002</c:v>
                      </c:pt>
                      <c:pt idx="52">
                        <c:v>3.2823934218819999</c:v>
                      </c:pt>
                      <c:pt idx="53">
                        <c:v>3.49109641115</c:v>
                      </c:pt>
                      <c:pt idx="54">
                        <c:v>7.1332901700839999</c:v>
                      </c:pt>
                      <c:pt idx="55">
                        <c:v>10.735635705491001</c:v>
                      </c:pt>
                      <c:pt idx="56">
                        <c:v>14.740788336192999</c:v>
                      </c:pt>
                      <c:pt idx="57">
                        <c:v>17.217329447087</c:v>
                      </c:pt>
                      <c:pt idx="58">
                        <c:v>19.108325863360999</c:v>
                      </c:pt>
                      <c:pt idx="59">
                        <c:v>21.841147265038</c:v>
                      </c:pt>
                      <c:pt idx="60">
                        <c:v>23.574639315587</c:v>
                      </c:pt>
                      <c:pt idx="61">
                        <c:v>27.334131488576002</c:v>
                      </c:pt>
                      <c:pt idx="62">
                        <c:v>28.727288034977999</c:v>
                      </c:pt>
                      <c:pt idx="63">
                        <c:v>27.536637203744998</c:v>
                      </c:pt>
                      <c:pt idx="64">
                        <c:v>23.057114416329998</c:v>
                      </c:pt>
                      <c:pt idx="65">
                        <c:v>23.439068632717998</c:v>
                      </c:pt>
                      <c:pt idx="66">
                        <c:v>23.677687103503001</c:v>
                      </c:pt>
                      <c:pt idx="67">
                        <c:v>27.390781511926999</c:v>
                      </c:pt>
                      <c:pt idx="68">
                        <c:v>30.230326474746999</c:v>
                      </c:pt>
                      <c:pt idx="69">
                        <c:v>36.459390281539001</c:v>
                      </c:pt>
                      <c:pt idx="70">
                        <c:v>35.030708984151005</c:v>
                      </c:pt>
                      <c:pt idx="71">
                        <c:v>27.825671583152001</c:v>
                      </c:pt>
                      <c:pt idx="72">
                        <c:v>18.343924873971002</c:v>
                      </c:pt>
                      <c:pt idx="73">
                        <c:v>10.863786868011001</c:v>
                      </c:pt>
                      <c:pt idx="74">
                        <c:v>6.3260370477890007</c:v>
                      </c:pt>
                      <c:pt idx="75">
                        <c:v>3.9834788592579997</c:v>
                      </c:pt>
                      <c:pt idx="76">
                        <c:v>3.0125667908759999</c:v>
                      </c:pt>
                      <c:pt idx="77">
                        <c:v>3.4773613500109999</c:v>
                      </c:pt>
                      <c:pt idx="78">
                        <c:v>7.5610332290509996</c:v>
                      </c:pt>
                      <c:pt idx="79">
                        <c:v>10.974376064245</c:v>
                      </c:pt>
                      <c:pt idx="80">
                        <c:v>13.606923310558999</c:v>
                      </c:pt>
                      <c:pt idx="81">
                        <c:v>15.148757804226999</c:v>
                      </c:pt>
                      <c:pt idx="82">
                        <c:v>16.933300279969</c:v>
                      </c:pt>
                      <c:pt idx="83">
                        <c:v>19.458729019595999</c:v>
                      </c:pt>
                      <c:pt idx="84">
                        <c:v>21.250668820276999</c:v>
                      </c:pt>
                      <c:pt idx="85">
                        <c:v>23.696809008996002</c:v>
                      </c:pt>
                      <c:pt idx="86">
                        <c:v>24.379712120579001</c:v>
                      </c:pt>
                      <c:pt idx="87">
                        <c:v>23.893003642880998</c:v>
                      </c:pt>
                      <c:pt idx="88">
                        <c:v>21.760674554361003</c:v>
                      </c:pt>
                      <c:pt idx="89">
                        <c:v>23.143888506925002</c:v>
                      </c:pt>
                      <c:pt idx="90">
                        <c:v>22.262624724839</c:v>
                      </c:pt>
                      <c:pt idx="91">
                        <c:v>26.252203253864</c:v>
                      </c:pt>
                      <c:pt idx="92">
                        <c:v>29.196411049456</c:v>
                      </c:pt>
                      <c:pt idx="93">
                        <c:v>35.617005910505</c:v>
                      </c:pt>
                      <c:pt idx="94">
                        <c:v>34.107938134679998</c:v>
                      </c:pt>
                      <c:pt idx="95">
                        <c:v>26.657803808596</c:v>
                      </c:pt>
                      <c:pt idx="96">
                        <c:v>17.622174596248001</c:v>
                      </c:pt>
                      <c:pt idx="97">
                        <c:v>10.388135190981</c:v>
                      </c:pt>
                      <c:pt idx="98">
                        <c:v>5.9870521854100005</c:v>
                      </c:pt>
                      <c:pt idx="99">
                        <c:v>3.764801722319</c:v>
                      </c:pt>
                      <c:pt idx="100">
                        <c:v>2.8772647289440001</c:v>
                      </c:pt>
                      <c:pt idx="101">
                        <c:v>3.329080191454</c:v>
                      </c:pt>
                      <c:pt idx="102">
                        <c:v>7.589961553068</c:v>
                      </c:pt>
                      <c:pt idx="103">
                        <c:v>11.265894330386001</c:v>
                      </c:pt>
                      <c:pt idx="104">
                        <c:v>14.035753828821001</c:v>
                      </c:pt>
                      <c:pt idx="105">
                        <c:v>15.34585453735</c:v>
                      </c:pt>
                      <c:pt idx="106">
                        <c:v>17.030996997406</c:v>
                      </c:pt>
                      <c:pt idx="107">
                        <c:v>19.597575558085001</c:v>
                      </c:pt>
                      <c:pt idx="108">
                        <c:v>21.449929645724001</c:v>
                      </c:pt>
                      <c:pt idx="109">
                        <c:v>23.924057064103998</c:v>
                      </c:pt>
                      <c:pt idx="110">
                        <c:v>24.517512248814999</c:v>
                      </c:pt>
                      <c:pt idx="111">
                        <c:v>23.922572531088999</c:v>
                      </c:pt>
                      <c:pt idx="112">
                        <c:v>21.678703074497001</c:v>
                      </c:pt>
                      <c:pt idx="113">
                        <c:v>22.971630339324999</c:v>
                      </c:pt>
                      <c:pt idx="114">
                        <c:v>22.324800643471999</c:v>
                      </c:pt>
                      <c:pt idx="115">
                        <c:v>26.405442965383997</c:v>
                      </c:pt>
                      <c:pt idx="116">
                        <c:v>29.489490063247001</c:v>
                      </c:pt>
                      <c:pt idx="117">
                        <c:v>36.109033977920994</c:v>
                      </c:pt>
                      <c:pt idx="118">
                        <c:v>34.283617429124</c:v>
                      </c:pt>
                      <c:pt idx="119">
                        <c:v>26.766031536926999</c:v>
                      </c:pt>
                      <c:pt idx="120">
                        <c:v>17.589403375981</c:v>
                      </c:pt>
                      <c:pt idx="121">
                        <c:v>10.364419141949</c:v>
                      </c:pt>
                      <c:pt idx="122">
                        <c:v>5.8985175273910002</c:v>
                      </c:pt>
                      <c:pt idx="123">
                        <c:v>3.6641326375340002</c:v>
                      </c:pt>
                      <c:pt idx="124">
                        <c:v>2.8103187521969999</c:v>
                      </c:pt>
                      <c:pt idx="125">
                        <c:v>3.3976706804200001</c:v>
                      </c:pt>
                      <c:pt idx="126">
                        <c:v>7.6871266834970005</c:v>
                      </c:pt>
                      <c:pt idx="127">
                        <c:v>11.587119861603</c:v>
                      </c:pt>
                      <c:pt idx="128">
                        <c:v>14.314374942214</c:v>
                      </c:pt>
                      <c:pt idx="129">
                        <c:v>15.605793371528002</c:v>
                      </c:pt>
                      <c:pt idx="130">
                        <c:v>17.513905705131002</c:v>
                      </c:pt>
                      <c:pt idx="131">
                        <c:v>19.733645728489002</c:v>
                      </c:pt>
                      <c:pt idx="132">
                        <c:v>21.854360562079002</c:v>
                      </c:pt>
                      <c:pt idx="133">
                        <c:v>25.830220652754999</c:v>
                      </c:pt>
                      <c:pt idx="134">
                        <c:v>26.644659470615</c:v>
                      </c:pt>
                      <c:pt idx="135">
                        <c:v>25.469073008791998</c:v>
                      </c:pt>
                      <c:pt idx="136">
                        <c:v>21.856352809855</c:v>
                      </c:pt>
                      <c:pt idx="137">
                        <c:v>23.069305711331001</c:v>
                      </c:pt>
                      <c:pt idx="138">
                        <c:v>24.437835226968001</c:v>
                      </c:pt>
                      <c:pt idx="139">
                        <c:v>28.386256996191999</c:v>
                      </c:pt>
                      <c:pt idx="140">
                        <c:v>29.868923729541997</c:v>
                      </c:pt>
                      <c:pt idx="141">
                        <c:v>36.218279807691999</c:v>
                      </c:pt>
                      <c:pt idx="142">
                        <c:v>34.548650684062999</c:v>
                      </c:pt>
                      <c:pt idx="143">
                        <c:v>27.435484878802001</c:v>
                      </c:pt>
                      <c:pt idx="144">
                        <c:v>18.501721518674</c:v>
                      </c:pt>
                      <c:pt idx="145">
                        <c:v>10.991981044873999</c:v>
                      </c:pt>
                      <c:pt idx="146">
                        <c:v>6.7944363432230004</c:v>
                      </c:pt>
                      <c:pt idx="147">
                        <c:v>3.8966466995319999</c:v>
                      </c:pt>
                      <c:pt idx="148">
                        <c:v>2.9617484670750001</c:v>
                      </c:pt>
                      <c:pt idx="149">
                        <c:v>3.448195451163</c:v>
                      </c:pt>
                      <c:pt idx="150">
                        <c:v>7.9789253863280001</c:v>
                      </c:pt>
                      <c:pt idx="151">
                        <c:v>11.927500361913999</c:v>
                      </c:pt>
                      <c:pt idx="152">
                        <c:v>14.621291116967001</c:v>
                      </c:pt>
                      <c:pt idx="153">
                        <c:v>15.756518738558</c:v>
                      </c:pt>
                      <c:pt idx="154">
                        <c:v>17.339493653102998</c:v>
                      </c:pt>
                      <c:pt idx="155">
                        <c:v>19.454691104889001</c:v>
                      </c:pt>
                      <c:pt idx="156">
                        <c:v>21.152775547976002</c:v>
                      </c:pt>
                      <c:pt idx="157">
                        <c:v>23.796543517269999</c:v>
                      </c:pt>
                      <c:pt idx="158">
                        <c:v>24.446445242464002</c:v>
                      </c:pt>
                      <c:pt idx="159">
                        <c:v>24.116284788412997</c:v>
                      </c:pt>
                      <c:pt idx="160">
                        <c:v>22.238746623223999</c:v>
                      </c:pt>
                      <c:pt idx="161">
                        <c:v>23.609853509354998</c:v>
                      </c:pt>
                      <c:pt idx="162">
                        <c:v>23.213611471710003</c:v>
                      </c:pt>
                      <c:pt idx="163">
                        <c:v>27.455181951899</c:v>
                      </c:pt>
                      <c:pt idx="164">
                        <c:v>30.515833854644001</c:v>
                      </c:pt>
                      <c:pt idx="165">
                        <c:v>36.568326866919001</c:v>
                      </c:pt>
                      <c:pt idx="166">
                        <c:v>34.597496003487997</c:v>
                      </c:pt>
                      <c:pt idx="167">
                        <c:v>26.148089103869001</c:v>
                      </c:pt>
                      <c:pt idx="168">
                        <c:v>17.003122531587</c:v>
                      </c:pt>
                      <c:pt idx="169">
                        <c:v>10.014271273805999</c:v>
                      </c:pt>
                      <c:pt idx="170">
                        <c:v>5.8479683040559998</c:v>
                      </c:pt>
                      <c:pt idx="171">
                        <c:v>3.7135286530439999</c:v>
                      </c:pt>
                      <c:pt idx="172">
                        <c:v>2.873846844859</c:v>
                      </c:pt>
                      <c:pt idx="173">
                        <c:v>3.4025302069809999</c:v>
                      </c:pt>
                      <c:pt idx="174">
                        <c:v>7.9998966754899996</c:v>
                      </c:pt>
                      <c:pt idx="175">
                        <c:v>12.635194636714001</c:v>
                      </c:pt>
                      <c:pt idx="176">
                        <c:v>15.863179531888999</c:v>
                      </c:pt>
                      <c:pt idx="177">
                        <c:v>17.525531503090001</c:v>
                      </c:pt>
                      <c:pt idx="178">
                        <c:v>18.746938614547002</c:v>
                      </c:pt>
                      <c:pt idx="179">
                        <c:v>20.476281212581998</c:v>
                      </c:pt>
                      <c:pt idx="180">
                        <c:v>22.429258052960002</c:v>
                      </c:pt>
                      <c:pt idx="181">
                        <c:v>25.165273435747999</c:v>
                      </c:pt>
                      <c:pt idx="182">
                        <c:v>25.864871312009999</c:v>
                      </c:pt>
                      <c:pt idx="183">
                        <c:v>25.256752103779</c:v>
                      </c:pt>
                      <c:pt idx="184">
                        <c:v>22.237851320320001</c:v>
                      </c:pt>
                      <c:pt idx="185">
                        <c:v>23.500788801081001</c:v>
                      </c:pt>
                      <c:pt idx="186">
                        <c:v>23.300740954635998</c:v>
                      </c:pt>
                      <c:pt idx="187">
                        <c:v>28.049635665783999</c:v>
                      </c:pt>
                      <c:pt idx="188">
                        <c:v>30.999809884047</c:v>
                      </c:pt>
                      <c:pt idx="189">
                        <c:v>36.654392218458</c:v>
                      </c:pt>
                      <c:pt idx="190">
                        <c:v>35.692483367004996</c:v>
                      </c:pt>
                      <c:pt idx="191">
                        <c:v>28.975272380864002</c:v>
                      </c:pt>
                      <c:pt idx="192">
                        <c:v>20.250098034735</c:v>
                      </c:pt>
                      <c:pt idx="193">
                        <c:v>12.672861506715</c:v>
                      </c:pt>
                      <c:pt idx="194">
                        <c:v>7.4756107499009996</c:v>
                      </c:pt>
                      <c:pt idx="195">
                        <c:v>4.7596132147149994</c:v>
                      </c:pt>
                      <c:pt idx="196">
                        <c:v>3.3707923671560001</c:v>
                      </c:pt>
                      <c:pt idx="197">
                        <c:v>3.3788578448359998</c:v>
                      </c:pt>
                      <c:pt idx="198">
                        <c:v>7.0555575766949996</c:v>
                      </c:pt>
                      <c:pt idx="199">
                        <c:v>10.857483045336</c:v>
                      </c:pt>
                      <c:pt idx="200">
                        <c:v>15.139703936871001</c:v>
                      </c:pt>
                      <c:pt idx="201">
                        <c:v>17.979494996795999</c:v>
                      </c:pt>
                      <c:pt idx="202">
                        <c:v>20.600182598896001</c:v>
                      </c:pt>
                      <c:pt idx="203">
                        <c:v>23.735708955259</c:v>
                      </c:pt>
                      <c:pt idx="204">
                        <c:v>23.933498422304002</c:v>
                      </c:pt>
                      <c:pt idx="205">
                        <c:v>25.577115628849</c:v>
                      </c:pt>
                      <c:pt idx="206">
                        <c:v>31.454132288388003</c:v>
                      </c:pt>
                      <c:pt idx="207">
                        <c:v>28.706063381109001</c:v>
                      </c:pt>
                      <c:pt idx="208">
                        <c:v>23.809599553013999</c:v>
                      </c:pt>
                      <c:pt idx="209">
                        <c:v>24.404794632226999</c:v>
                      </c:pt>
                      <c:pt idx="210">
                        <c:v>23.373987616913002</c:v>
                      </c:pt>
                      <c:pt idx="211">
                        <c:v>28.210640990016998</c:v>
                      </c:pt>
                      <c:pt idx="212">
                        <c:v>31.370526034840001</c:v>
                      </c:pt>
                      <c:pt idx="213">
                        <c:v>37.458555055291001</c:v>
                      </c:pt>
                      <c:pt idx="214">
                        <c:v>36.876057606283005</c:v>
                      </c:pt>
                      <c:pt idx="215">
                        <c:v>29.827470248846002</c:v>
                      </c:pt>
                      <c:pt idx="216">
                        <c:v>20.473686307923</c:v>
                      </c:pt>
                      <c:pt idx="217">
                        <c:v>12.31223482815</c:v>
                      </c:pt>
                      <c:pt idx="218">
                        <c:v>7.0764706992999997</c:v>
                      </c:pt>
                      <c:pt idx="219">
                        <c:v>4.277468503793</c:v>
                      </c:pt>
                      <c:pt idx="220">
                        <c:v>3.0736070033940002</c:v>
                      </c:pt>
                      <c:pt idx="221">
                        <c:v>3.2944794434499998</c:v>
                      </c:pt>
                      <c:pt idx="222">
                        <c:v>7.1619999702919994</c:v>
                      </c:pt>
                      <c:pt idx="223">
                        <c:v>10.930437635426001</c:v>
                      </c:pt>
                      <c:pt idx="224">
                        <c:v>14.904616152101001</c:v>
                      </c:pt>
                      <c:pt idx="225">
                        <c:v>17.207853349067001</c:v>
                      </c:pt>
                      <c:pt idx="226">
                        <c:v>18.894410922673</c:v>
                      </c:pt>
                      <c:pt idx="227">
                        <c:v>21.412066492188998</c:v>
                      </c:pt>
                      <c:pt idx="228">
                        <c:v>22.718347999458</c:v>
                      </c:pt>
                      <c:pt idx="229">
                        <c:v>26.808530789142999</c:v>
                      </c:pt>
                      <c:pt idx="230">
                        <c:v>28.447482428790998</c:v>
                      </c:pt>
                      <c:pt idx="231">
                        <c:v>27.076586109002001</c:v>
                      </c:pt>
                      <c:pt idx="232">
                        <c:v>22.994530109488</c:v>
                      </c:pt>
                      <c:pt idx="233">
                        <c:v>23.802905857259997</c:v>
                      </c:pt>
                      <c:pt idx="234">
                        <c:v>23.224567526478999</c:v>
                      </c:pt>
                      <c:pt idx="235">
                        <c:v>27.360552926395002</c:v>
                      </c:pt>
                      <c:pt idx="236">
                        <c:v>31.086787186353998</c:v>
                      </c:pt>
                      <c:pt idx="237">
                        <c:v>37.037303563751998</c:v>
                      </c:pt>
                      <c:pt idx="238">
                        <c:v>34.429431391984004</c:v>
                      </c:pt>
                      <c:pt idx="239">
                        <c:v>26.412878002964</c:v>
                      </c:pt>
                      <c:pt idx="240">
                        <c:v>16.946444677298999</c:v>
                      </c:pt>
                      <c:pt idx="241">
                        <c:v>9.9101173416950008</c:v>
                      </c:pt>
                      <c:pt idx="242">
                        <c:v>5.6857339895829995</c:v>
                      </c:pt>
                      <c:pt idx="243">
                        <c:v>3.6413077035539998</c:v>
                      </c:pt>
                      <c:pt idx="244">
                        <c:v>2.9108903400330002</c:v>
                      </c:pt>
                      <c:pt idx="245">
                        <c:v>3.3287838691760001</c:v>
                      </c:pt>
                      <c:pt idx="246">
                        <c:v>7.5567634543080002</c:v>
                      </c:pt>
                      <c:pt idx="247">
                        <c:v>11.311117112822</c:v>
                      </c:pt>
                      <c:pt idx="248">
                        <c:v>13.957834576681</c:v>
                      </c:pt>
                      <c:pt idx="249">
                        <c:v>15.024109254596999</c:v>
                      </c:pt>
                      <c:pt idx="250">
                        <c:v>16.808786061218999</c:v>
                      </c:pt>
                      <c:pt idx="251">
                        <c:v>19.303611966605999</c:v>
                      </c:pt>
                      <c:pt idx="252">
                        <c:v>21.449524426171003</c:v>
                      </c:pt>
                      <c:pt idx="253">
                        <c:v>24.650398483370999</c:v>
                      </c:pt>
                      <c:pt idx="254">
                        <c:v>25.518390958135999</c:v>
                      </c:pt>
                      <c:pt idx="255">
                        <c:v>24.758175299140998</c:v>
                      </c:pt>
                      <c:pt idx="256">
                        <c:v>22.78835921268</c:v>
                      </c:pt>
                      <c:pt idx="257">
                        <c:v>24.806295691313</c:v>
                      </c:pt>
                      <c:pt idx="258">
                        <c:v>23.731163448926001</c:v>
                      </c:pt>
                      <c:pt idx="259">
                        <c:v>27.690264110394001</c:v>
                      </c:pt>
                      <c:pt idx="260">
                        <c:v>31.299740719877999</c:v>
                      </c:pt>
                      <c:pt idx="261">
                        <c:v>36.584495163396006</c:v>
                      </c:pt>
                      <c:pt idx="262">
                        <c:v>33.989063170927999</c:v>
                      </c:pt>
                      <c:pt idx="263">
                        <c:v>25.630908937042001</c:v>
                      </c:pt>
                      <c:pt idx="264">
                        <c:v>16.258201935098</c:v>
                      </c:pt>
                      <c:pt idx="265">
                        <c:v>9.27487209375</c:v>
                      </c:pt>
                      <c:pt idx="266">
                        <c:v>5.4145602616729995</c:v>
                      </c:pt>
                      <c:pt idx="267">
                        <c:v>3.523481142094</c:v>
                      </c:pt>
                      <c:pt idx="268">
                        <c:v>2.8424382126310004</c:v>
                      </c:pt>
                      <c:pt idx="269">
                        <c:v>3.219868986477</c:v>
                      </c:pt>
                      <c:pt idx="270">
                        <c:v>7.7111654091509996</c:v>
                      </c:pt>
                      <c:pt idx="271">
                        <c:v>11.797831275242</c:v>
                      </c:pt>
                      <c:pt idx="272">
                        <c:v>14.224290582465001</c:v>
                      </c:pt>
                      <c:pt idx="273">
                        <c:v>15.430874513325</c:v>
                      </c:pt>
                      <c:pt idx="274">
                        <c:v>17.080184039603001</c:v>
                      </c:pt>
                      <c:pt idx="275">
                        <c:v>19.712190978500999</c:v>
                      </c:pt>
                      <c:pt idx="276">
                        <c:v>21.323570948976997</c:v>
                      </c:pt>
                      <c:pt idx="277">
                        <c:v>24.025739356012998</c:v>
                      </c:pt>
                      <c:pt idx="278">
                        <c:v>24.489460235121999</c:v>
                      </c:pt>
                      <c:pt idx="279">
                        <c:v>23.805092219172998</c:v>
                      </c:pt>
                      <c:pt idx="280">
                        <c:v>21.905605185281001</c:v>
                      </c:pt>
                      <c:pt idx="281">
                        <c:v>23.716932440537999</c:v>
                      </c:pt>
                      <c:pt idx="282">
                        <c:v>22.880190807220998</c:v>
                      </c:pt>
                      <c:pt idx="283">
                        <c:v>27.316818821901002</c:v>
                      </c:pt>
                      <c:pt idx="284">
                        <c:v>31.189071088020999</c:v>
                      </c:pt>
                      <c:pt idx="285">
                        <c:v>36.874357198146996</c:v>
                      </c:pt>
                      <c:pt idx="286">
                        <c:v>34.118710741691004</c:v>
                      </c:pt>
                      <c:pt idx="287">
                        <c:v>25.291655008886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1-BF3F-49BE-B4BE-2314BCBEA28B}"/>
                  </c:ext>
                </c:extLst>
              </c15:ser>
            </c15:filteredLineSeries>
            <c15:filteredLineSeries>
              <c15:ser>
                <c:idx val="30"/>
                <c:order val="3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12-10-2026'!$AF$1</c15:sqref>
                        </c15:formulaRef>
                      </c:ext>
                    </c:extLst>
                    <c:strCache>
                      <c:ptCount val="1"/>
                      <c:pt idx="0">
                        <c:v>vEPG BMR SGI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12-10-2026'!$AF$2:$AF$289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35.268068821259</c:v>
                      </c:pt>
                      <c:pt idx="1">
                        <c:v>22.830992262492</c:v>
                      </c:pt>
                      <c:pt idx="2">
                        <c:v>13.424201069827999</c:v>
                      </c:pt>
                      <c:pt idx="3">
                        <c:v>7.5684715241599996</c:v>
                      </c:pt>
                      <c:pt idx="4">
                        <c:v>5.1487305936859995</c:v>
                      </c:pt>
                      <c:pt idx="5">
                        <c:v>4.9372278413369992</c:v>
                      </c:pt>
                      <c:pt idx="6">
                        <c:v>9.3427840658020003</c:v>
                      </c:pt>
                      <c:pt idx="7">
                        <c:v>15.520386032018001</c:v>
                      </c:pt>
                      <c:pt idx="8">
                        <c:v>20.440937379056997</c:v>
                      </c:pt>
                      <c:pt idx="9">
                        <c:v>23.172670158974999</c:v>
                      </c:pt>
                      <c:pt idx="10">
                        <c:v>26.157755955818001</c:v>
                      </c:pt>
                      <c:pt idx="11">
                        <c:v>29.683490203031997</c:v>
                      </c:pt>
                      <c:pt idx="12">
                        <c:v>31.956704370206996</c:v>
                      </c:pt>
                      <c:pt idx="13">
                        <c:v>35.035926731551001</c:v>
                      </c:pt>
                      <c:pt idx="14">
                        <c:v>37.727219024277005</c:v>
                      </c:pt>
                      <c:pt idx="15">
                        <c:v>35.824794850842999</c:v>
                      </c:pt>
                      <c:pt idx="16">
                        <c:v>32.034277347023</c:v>
                      </c:pt>
                      <c:pt idx="17">
                        <c:v>31.999339422447001</c:v>
                      </c:pt>
                      <c:pt idx="18">
                        <c:v>31.360710276220999</c:v>
                      </c:pt>
                      <c:pt idx="19">
                        <c:v>32.615007660774999</c:v>
                      </c:pt>
                      <c:pt idx="20">
                        <c:v>38.097974961004006</c:v>
                      </c:pt>
                      <c:pt idx="21">
                        <c:v>43.915733929190999</c:v>
                      </c:pt>
                      <c:pt idx="22">
                        <c:v>47.960701619387997</c:v>
                      </c:pt>
                      <c:pt idx="23">
                        <c:v>46.912602066513003</c:v>
                      </c:pt>
                      <c:pt idx="24">
                        <c:v>37.988729233026</c:v>
                      </c:pt>
                      <c:pt idx="25">
                        <c:v>24.933170131403998</c:v>
                      </c:pt>
                      <c:pt idx="26">
                        <c:v>13.685534681784</c:v>
                      </c:pt>
                      <c:pt idx="27">
                        <c:v>8.9250124674939997</c:v>
                      </c:pt>
                      <c:pt idx="28">
                        <c:v>5.7534540451389997</c:v>
                      </c:pt>
                      <c:pt idx="29">
                        <c:v>4.7788059287660003</c:v>
                      </c:pt>
                      <c:pt idx="30">
                        <c:v>8.3632857488799992</c:v>
                      </c:pt>
                      <c:pt idx="31">
                        <c:v>13.445404344509001</c:v>
                      </c:pt>
                      <c:pt idx="32">
                        <c:v>18.772180751451998</c:v>
                      </c:pt>
                      <c:pt idx="33">
                        <c:v>23.662504718009</c:v>
                      </c:pt>
                      <c:pt idx="34">
                        <c:v>27.793596955807001</c:v>
                      </c:pt>
                      <c:pt idx="35">
                        <c:v>32.781888497360001</c:v>
                      </c:pt>
                      <c:pt idx="36">
                        <c:v>34.555329718568998</c:v>
                      </c:pt>
                      <c:pt idx="37">
                        <c:v>33.316122678294001</c:v>
                      </c:pt>
                      <c:pt idx="38">
                        <c:v>41.247585382011998</c:v>
                      </c:pt>
                      <c:pt idx="39">
                        <c:v>39.679667378792999</c:v>
                      </c:pt>
                      <c:pt idx="40">
                        <c:v>33.738067692945002</c:v>
                      </c:pt>
                      <c:pt idx="41">
                        <c:v>32.448321121795999</c:v>
                      </c:pt>
                      <c:pt idx="42">
                        <c:v>31.599733118935998</c:v>
                      </c:pt>
                      <c:pt idx="43">
                        <c:v>34.122536056244996</c:v>
                      </c:pt>
                      <c:pt idx="44">
                        <c:v>40.039432707998003</c:v>
                      </c:pt>
                      <c:pt idx="45">
                        <c:v>46.272545608850997</c:v>
                      </c:pt>
                      <c:pt idx="46">
                        <c:v>49.633141847133004</c:v>
                      </c:pt>
                      <c:pt idx="47">
                        <c:v>48.417921949088999</c:v>
                      </c:pt>
                      <c:pt idx="48">
                        <c:v>39.788991039074006</c:v>
                      </c:pt>
                      <c:pt idx="49">
                        <c:v>27.533638952813</c:v>
                      </c:pt>
                      <c:pt idx="50">
                        <c:v>16.619867095867999</c:v>
                      </c:pt>
                      <c:pt idx="51">
                        <c:v>9.6954057529110003</c:v>
                      </c:pt>
                      <c:pt idx="52">
                        <c:v>5.8737711287560002</c:v>
                      </c:pt>
                      <c:pt idx="53">
                        <c:v>4.7328542466480004</c:v>
                      </c:pt>
                      <c:pt idx="54">
                        <c:v>8.4437532069050008</c:v>
                      </c:pt>
                      <c:pt idx="55">
                        <c:v>13.939527140015</c:v>
                      </c:pt>
                      <c:pt idx="56">
                        <c:v>18.779196020276</c:v>
                      </c:pt>
                      <c:pt idx="57">
                        <c:v>23.117415822905997</c:v>
                      </c:pt>
                      <c:pt idx="58">
                        <c:v>26.618716907289997</c:v>
                      </c:pt>
                      <c:pt idx="59">
                        <c:v>30.871783364353</c:v>
                      </c:pt>
                      <c:pt idx="60">
                        <c:v>32.988312487163995</c:v>
                      </c:pt>
                      <c:pt idx="61">
                        <c:v>36.537616952219004</c:v>
                      </c:pt>
                      <c:pt idx="62">
                        <c:v>40.213838189150998</c:v>
                      </c:pt>
                      <c:pt idx="63">
                        <c:v>38.301533593373001</c:v>
                      </c:pt>
                      <c:pt idx="64">
                        <c:v>33.728562764892999</c:v>
                      </c:pt>
                      <c:pt idx="65">
                        <c:v>32.899886152203997</c:v>
                      </c:pt>
                      <c:pt idx="66">
                        <c:v>31.455637673510001</c:v>
                      </c:pt>
                      <c:pt idx="67">
                        <c:v>33.547626805969003</c:v>
                      </c:pt>
                      <c:pt idx="68">
                        <c:v>38.634567534791998</c:v>
                      </c:pt>
                      <c:pt idx="69">
                        <c:v>44.101075827631995</c:v>
                      </c:pt>
                      <c:pt idx="70">
                        <c:v>47.747537631048999</c:v>
                      </c:pt>
                      <c:pt idx="71">
                        <c:v>45.455921585394002</c:v>
                      </c:pt>
                      <c:pt idx="72">
                        <c:v>35.244322180208002</c:v>
                      </c:pt>
                      <c:pt idx="73">
                        <c:v>22.343367821264</c:v>
                      </c:pt>
                      <c:pt idx="74">
                        <c:v>12.772023636649999</c:v>
                      </c:pt>
                      <c:pt idx="75">
                        <c:v>7.4029047329700006</c:v>
                      </c:pt>
                      <c:pt idx="76">
                        <c:v>4.9314244924850001</c:v>
                      </c:pt>
                      <c:pt idx="77">
                        <c:v>4.560000786961</c:v>
                      </c:pt>
                      <c:pt idx="78">
                        <c:v>8.8680916374829994</c:v>
                      </c:pt>
                      <c:pt idx="79">
                        <c:v>14.489856034246001</c:v>
                      </c:pt>
                      <c:pt idx="80">
                        <c:v>19.243366746692999</c:v>
                      </c:pt>
                      <c:pt idx="81">
                        <c:v>22.5918648275</c:v>
                      </c:pt>
                      <c:pt idx="82">
                        <c:v>25.637284615485999</c:v>
                      </c:pt>
                      <c:pt idx="83">
                        <c:v>28.788063879353999</c:v>
                      </c:pt>
                      <c:pt idx="84">
                        <c:v>30.916512355483</c:v>
                      </c:pt>
                      <c:pt idx="85">
                        <c:v>33.692420681117</c:v>
                      </c:pt>
                      <c:pt idx="86">
                        <c:v>35.985356683498999</c:v>
                      </c:pt>
                      <c:pt idx="87">
                        <c:v>34.148199218358002</c:v>
                      </c:pt>
                      <c:pt idx="88">
                        <c:v>30.968117248338</c:v>
                      </c:pt>
                      <c:pt idx="89">
                        <c:v>31.335696640652998</c:v>
                      </c:pt>
                      <c:pt idx="90">
                        <c:v>30.815261404994001</c:v>
                      </c:pt>
                      <c:pt idx="91">
                        <c:v>32.909142269636</c:v>
                      </c:pt>
                      <c:pt idx="92">
                        <c:v>38.540694674632995</c:v>
                      </c:pt>
                      <c:pt idx="93">
                        <c:v>44.546415330643001</c:v>
                      </c:pt>
                      <c:pt idx="94">
                        <c:v>47.954523709290001</c:v>
                      </c:pt>
                      <c:pt idx="95">
                        <c:v>44.720076679432005</c:v>
                      </c:pt>
                      <c:pt idx="96">
                        <c:v>34.025395740243006</c:v>
                      </c:pt>
                      <c:pt idx="97">
                        <c:v>21.413800242872</c:v>
                      </c:pt>
                      <c:pt idx="98">
                        <c:v>12.107671220871</c:v>
                      </c:pt>
                      <c:pt idx="99">
                        <c:v>6.9212952778919998</c:v>
                      </c:pt>
                      <c:pt idx="100">
                        <c:v>4.7977755740099992</c:v>
                      </c:pt>
                      <c:pt idx="101">
                        <c:v>4.3645321318720001</c:v>
                      </c:pt>
                      <c:pt idx="102">
                        <c:v>8.5314650724340009</c:v>
                      </c:pt>
                      <c:pt idx="103">
                        <c:v>14.725211969461002</c:v>
                      </c:pt>
                      <c:pt idx="104">
                        <c:v>19.402091464028</c:v>
                      </c:pt>
                      <c:pt idx="105">
                        <c:v>22.536462324160002</c:v>
                      </c:pt>
                      <c:pt idx="106">
                        <c:v>25.651318221434</c:v>
                      </c:pt>
                      <c:pt idx="107">
                        <c:v>29.196709815487001</c:v>
                      </c:pt>
                      <c:pt idx="108">
                        <c:v>31.256429647815001</c:v>
                      </c:pt>
                      <c:pt idx="109">
                        <c:v>34.175487442651999</c:v>
                      </c:pt>
                      <c:pt idx="110">
                        <c:v>36.23459131013</c:v>
                      </c:pt>
                      <c:pt idx="111">
                        <c:v>34.486200415170998</c:v>
                      </c:pt>
                      <c:pt idx="112">
                        <c:v>31.402385334542998</c:v>
                      </c:pt>
                      <c:pt idx="113">
                        <c:v>31.632127238806003</c:v>
                      </c:pt>
                      <c:pt idx="114">
                        <c:v>31.057526301068002</c:v>
                      </c:pt>
                      <c:pt idx="115">
                        <c:v>33.272349456396</c:v>
                      </c:pt>
                      <c:pt idx="116">
                        <c:v>38.655552845657006</c:v>
                      </c:pt>
                      <c:pt idx="117">
                        <c:v>45.431226550582998</c:v>
                      </c:pt>
                      <c:pt idx="118">
                        <c:v>48.489782798832998</c:v>
                      </c:pt>
                      <c:pt idx="119">
                        <c:v>45.270428286688997</c:v>
                      </c:pt>
                      <c:pt idx="120">
                        <c:v>34.006367009435998</c:v>
                      </c:pt>
                      <c:pt idx="121">
                        <c:v>21.169988754444002</c:v>
                      </c:pt>
                      <c:pt idx="122">
                        <c:v>11.921054908294</c:v>
                      </c:pt>
                      <c:pt idx="123">
                        <c:v>6.8867025422469998</c:v>
                      </c:pt>
                      <c:pt idx="124">
                        <c:v>4.9180922237870002</c:v>
                      </c:pt>
                      <c:pt idx="125">
                        <c:v>4.6554456657729997</c:v>
                      </c:pt>
                      <c:pt idx="126">
                        <c:v>9.0245797451249992</c:v>
                      </c:pt>
                      <c:pt idx="127">
                        <c:v>15.374257845414</c:v>
                      </c:pt>
                      <c:pt idx="128">
                        <c:v>20.245161959413998</c:v>
                      </c:pt>
                      <c:pt idx="129">
                        <c:v>23.605369018709002</c:v>
                      </c:pt>
                      <c:pt idx="130">
                        <c:v>26.064242285921001</c:v>
                      </c:pt>
                      <c:pt idx="131">
                        <c:v>29.278604089583002</c:v>
                      </c:pt>
                      <c:pt idx="132">
                        <c:v>31.812646400710001</c:v>
                      </c:pt>
                      <c:pt idx="133">
                        <c:v>35.693508531824001</c:v>
                      </c:pt>
                      <c:pt idx="134">
                        <c:v>37.574861576479002</c:v>
                      </c:pt>
                      <c:pt idx="135">
                        <c:v>35.365454531208002</c:v>
                      </c:pt>
                      <c:pt idx="136">
                        <c:v>31.498882825450998</c:v>
                      </c:pt>
                      <c:pt idx="137">
                        <c:v>31.718356800742001</c:v>
                      </c:pt>
                      <c:pt idx="138">
                        <c:v>35.647929143219997</c:v>
                      </c:pt>
                      <c:pt idx="139">
                        <c:v>38.837237020159996</c:v>
                      </c:pt>
                      <c:pt idx="140">
                        <c:v>40.219637485356003</c:v>
                      </c:pt>
                      <c:pt idx="141">
                        <c:v>46.268430305080997</c:v>
                      </c:pt>
                      <c:pt idx="142">
                        <c:v>48.909448644954992</c:v>
                      </c:pt>
                      <c:pt idx="143">
                        <c:v>45.313469474146004</c:v>
                      </c:pt>
                      <c:pt idx="144">
                        <c:v>35.264967410979004</c:v>
                      </c:pt>
                      <c:pt idx="145">
                        <c:v>22.012981057184</c:v>
                      </c:pt>
                      <c:pt idx="146">
                        <c:v>13.033693932348999</c:v>
                      </c:pt>
                      <c:pt idx="147">
                        <c:v>7.1905388847570002</c:v>
                      </c:pt>
                      <c:pt idx="148">
                        <c:v>4.663604497943</c:v>
                      </c:pt>
                      <c:pt idx="149">
                        <c:v>4.4299446973319991</c:v>
                      </c:pt>
                      <c:pt idx="150">
                        <c:v>9.0517944279759988</c:v>
                      </c:pt>
                      <c:pt idx="151">
                        <c:v>15.657323425687</c:v>
                      </c:pt>
                      <c:pt idx="152">
                        <c:v>20.712460601634</c:v>
                      </c:pt>
                      <c:pt idx="153">
                        <c:v>23.605328844902999</c:v>
                      </c:pt>
                      <c:pt idx="154">
                        <c:v>26.401906995519003</c:v>
                      </c:pt>
                      <c:pt idx="155">
                        <c:v>29.676033249899998</c:v>
                      </c:pt>
                      <c:pt idx="156">
                        <c:v>31.569832301706999</c:v>
                      </c:pt>
                      <c:pt idx="157">
                        <c:v>34.420151318938998</c:v>
                      </c:pt>
                      <c:pt idx="158">
                        <c:v>36.531677562229</c:v>
                      </c:pt>
                      <c:pt idx="159">
                        <c:v>35.453910651445</c:v>
                      </c:pt>
                      <c:pt idx="160">
                        <c:v>32.207751837303</c:v>
                      </c:pt>
                      <c:pt idx="161">
                        <c:v>32.394898529956997</c:v>
                      </c:pt>
                      <c:pt idx="162">
                        <c:v>31.856984525064998</c:v>
                      </c:pt>
                      <c:pt idx="163">
                        <c:v>34.29076597025</c:v>
                      </c:pt>
                      <c:pt idx="164">
                        <c:v>38.695155351523006</c:v>
                      </c:pt>
                      <c:pt idx="165">
                        <c:v>44.855496228218001</c:v>
                      </c:pt>
                      <c:pt idx="166">
                        <c:v>48.933222569862998</c:v>
                      </c:pt>
                      <c:pt idx="167">
                        <c:v>45.013804159515999</c:v>
                      </c:pt>
                      <c:pt idx="168">
                        <c:v>33.779670730591995</c:v>
                      </c:pt>
                      <c:pt idx="169">
                        <c:v>21.202690501920998</c:v>
                      </c:pt>
                      <c:pt idx="170">
                        <c:v>11.96849879947</c:v>
                      </c:pt>
                      <c:pt idx="171">
                        <c:v>6.9939245110589994</c:v>
                      </c:pt>
                      <c:pt idx="172">
                        <c:v>4.8285940872029993</c:v>
                      </c:pt>
                      <c:pt idx="173">
                        <c:v>4.5817135235339999</c:v>
                      </c:pt>
                      <c:pt idx="174">
                        <c:v>9.4344209385150002</c:v>
                      </c:pt>
                      <c:pt idx="175">
                        <c:v>16.646780261606999</c:v>
                      </c:pt>
                      <c:pt idx="176">
                        <c:v>21.880490462436999</c:v>
                      </c:pt>
                      <c:pt idx="177">
                        <c:v>26.610939886188998</c:v>
                      </c:pt>
                      <c:pt idx="178">
                        <c:v>29.431971191669998</c:v>
                      </c:pt>
                      <c:pt idx="179">
                        <c:v>32.124969460516994</c:v>
                      </c:pt>
                      <c:pt idx="180">
                        <c:v>33.714919217308996</c:v>
                      </c:pt>
                      <c:pt idx="181">
                        <c:v>36.375581801193</c:v>
                      </c:pt>
                      <c:pt idx="182">
                        <c:v>38.311422791041004</c:v>
                      </c:pt>
                      <c:pt idx="183">
                        <c:v>36.841584012358005</c:v>
                      </c:pt>
                      <c:pt idx="184">
                        <c:v>33.019070284652997</c:v>
                      </c:pt>
                      <c:pt idx="185">
                        <c:v>32.849802213265001</c:v>
                      </c:pt>
                      <c:pt idx="186">
                        <c:v>32.074936069505</c:v>
                      </c:pt>
                      <c:pt idx="187">
                        <c:v>35.680954868604999</c:v>
                      </c:pt>
                      <c:pt idx="188">
                        <c:v>39.615460383833998</c:v>
                      </c:pt>
                      <c:pt idx="189">
                        <c:v>45.864005604551004</c:v>
                      </c:pt>
                      <c:pt idx="190">
                        <c:v>49.618437203360003</c:v>
                      </c:pt>
                      <c:pt idx="191">
                        <c:v>46.961835483636008</c:v>
                      </c:pt>
                      <c:pt idx="192">
                        <c:v>37.382645098036001</c:v>
                      </c:pt>
                      <c:pt idx="193">
                        <c:v>24.764629636502001</c:v>
                      </c:pt>
                      <c:pt idx="194">
                        <c:v>14.976490834803</c:v>
                      </c:pt>
                      <c:pt idx="195">
                        <c:v>8.9661566218619999</c:v>
                      </c:pt>
                      <c:pt idx="196">
                        <c:v>5.7798118345330005</c:v>
                      </c:pt>
                      <c:pt idx="197">
                        <c:v>4.7502565490690003</c:v>
                      </c:pt>
                      <c:pt idx="198">
                        <c:v>8.7470718054580008</c:v>
                      </c:pt>
                      <c:pt idx="199">
                        <c:v>14.362753486862998</c:v>
                      </c:pt>
                      <c:pt idx="200">
                        <c:v>19.599408167461</c:v>
                      </c:pt>
                      <c:pt idx="201">
                        <c:v>24.173424254637002</c:v>
                      </c:pt>
                      <c:pt idx="202">
                        <c:v>28.323853833891999</c:v>
                      </c:pt>
                      <c:pt idx="203">
                        <c:v>33.179034585339998</c:v>
                      </c:pt>
                      <c:pt idx="204">
                        <c:v>34.371097568513996</c:v>
                      </c:pt>
                      <c:pt idx="205">
                        <c:v>33.762090896865999</c:v>
                      </c:pt>
                      <c:pt idx="206">
                        <c:v>41.571600757536004</c:v>
                      </c:pt>
                      <c:pt idx="207">
                        <c:v>39.864531205070001</c:v>
                      </c:pt>
                      <c:pt idx="208">
                        <c:v>33.991593590480001</c:v>
                      </c:pt>
                      <c:pt idx="209">
                        <c:v>33.032869743573002</c:v>
                      </c:pt>
                      <c:pt idx="210">
                        <c:v>32.351252430133997</c:v>
                      </c:pt>
                      <c:pt idx="211">
                        <c:v>36.805818879942002</c:v>
                      </c:pt>
                      <c:pt idx="212">
                        <c:v>40.996837108088997</c:v>
                      </c:pt>
                      <c:pt idx="213">
                        <c:v>47.046175054259997</c:v>
                      </c:pt>
                      <c:pt idx="214">
                        <c:v>51.316312158755998</c:v>
                      </c:pt>
                      <c:pt idx="215">
                        <c:v>48.070064290955003</c:v>
                      </c:pt>
                      <c:pt idx="216">
                        <c:v>38.046740455482009</c:v>
                      </c:pt>
                      <c:pt idx="217">
                        <c:v>25.305848827574</c:v>
                      </c:pt>
                      <c:pt idx="218">
                        <c:v>15.05850939576</c:v>
                      </c:pt>
                      <c:pt idx="219">
                        <c:v>8.7433547432090002</c:v>
                      </c:pt>
                      <c:pt idx="220">
                        <c:v>5.5065427109240002</c:v>
                      </c:pt>
                      <c:pt idx="221">
                        <c:v>4.6343449956960008</c:v>
                      </c:pt>
                      <c:pt idx="222">
                        <c:v>8.6803798837860011</c:v>
                      </c:pt>
                      <c:pt idx="223">
                        <c:v>14.834961056071</c:v>
                      </c:pt>
                      <c:pt idx="224">
                        <c:v>20.204374548625001</c:v>
                      </c:pt>
                      <c:pt idx="225">
                        <c:v>24.302940232417999</c:v>
                      </c:pt>
                      <c:pt idx="226">
                        <c:v>27.534002594302002</c:v>
                      </c:pt>
                      <c:pt idx="227">
                        <c:v>31.079254987009001</c:v>
                      </c:pt>
                      <c:pt idx="228">
                        <c:v>33.121143726726004</c:v>
                      </c:pt>
                      <c:pt idx="229">
                        <c:v>36.634058648541</c:v>
                      </c:pt>
                      <c:pt idx="230">
                        <c:v>40.054854741862997</c:v>
                      </c:pt>
                      <c:pt idx="231">
                        <c:v>38.403001827977</c:v>
                      </c:pt>
                      <c:pt idx="232">
                        <c:v>33.934731584653008</c:v>
                      </c:pt>
                      <c:pt idx="233">
                        <c:v>33.716899038465996</c:v>
                      </c:pt>
                      <c:pt idx="234">
                        <c:v>33.552426467662997</c:v>
                      </c:pt>
                      <c:pt idx="235">
                        <c:v>36.736486145557997</c:v>
                      </c:pt>
                      <c:pt idx="236">
                        <c:v>41.106964313589998</c:v>
                      </c:pt>
                      <c:pt idx="237">
                        <c:v>47.559170939851001</c:v>
                      </c:pt>
                      <c:pt idx="238">
                        <c:v>48.956582106871998</c:v>
                      </c:pt>
                      <c:pt idx="239">
                        <c:v>45.115819829225991</c:v>
                      </c:pt>
                      <c:pt idx="240">
                        <c:v>33.516940698108996</c:v>
                      </c:pt>
                      <c:pt idx="241">
                        <c:v>21.385118149905001</c:v>
                      </c:pt>
                      <c:pt idx="242">
                        <c:v>12.235112891234001</c:v>
                      </c:pt>
                      <c:pt idx="243">
                        <c:v>7.2109753033489996</c:v>
                      </c:pt>
                      <c:pt idx="244">
                        <c:v>4.7925263748460001</c:v>
                      </c:pt>
                      <c:pt idx="245">
                        <c:v>4.3884539860359997</c:v>
                      </c:pt>
                      <c:pt idx="246">
                        <c:v>9.0125783605049996</c:v>
                      </c:pt>
                      <c:pt idx="247">
                        <c:v>15.361118199878</c:v>
                      </c:pt>
                      <c:pt idx="248">
                        <c:v>20.394456552466998</c:v>
                      </c:pt>
                      <c:pt idx="249">
                        <c:v>23.696181921150004</c:v>
                      </c:pt>
                      <c:pt idx="250">
                        <c:v>26.982715538438001</c:v>
                      </c:pt>
                      <c:pt idx="251">
                        <c:v>30.497987541291</c:v>
                      </c:pt>
                      <c:pt idx="252">
                        <c:v>32.404287704942</c:v>
                      </c:pt>
                      <c:pt idx="253">
                        <c:v>35.202866951559997</c:v>
                      </c:pt>
                      <c:pt idx="254">
                        <c:v>37.520528974165998</c:v>
                      </c:pt>
                      <c:pt idx="255">
                        <c:v>36.242097826319998</c:v>
                      </c:pt>
                      <c:pt idx="256">
                        <c:v>32.802516832335002</c:v>
                      </c:pt>
                      <c:pt idx="257">
                        <c:v>35.090685576803999</c:v>
                      </c:pt>
                      <c:pt idx="258">
                        <c:v>34.539823715675006</c:v>
                      </c:pt>
                      <c:pt idx="259">
                        <c:v>37.012773540886997</c:v>
                      </c:pt>
                      <c:pt idx="260">
                        <c:v>40.115727813219003</c:v>
                      </c:pt>
                      <c:pt idx="261">
                        <c:v>46.154163921523008</c:v>
                      </c:pt>
                      <c:pt idx="262">
                        <c:v>48.776562467014003</c:v>
                      </c:pt>
                      <c:pt idx="263">
                        <c:v>43.595859716759996</c:v>
                      </c:pt>
                      <c:pt idx="264">
                        <c:v>31.654879446205999</c:v>
                      </c:pt>
                      <c:pt idx="265">
                        <c:v>19.120816342891001</c:v>
                      </c:pt>
                      <c:pt idx="266">
                        <c:v>10.727254575626999</c:v>
                      </c:pt>
                      <c:pt idx="267">
                        <c:v>6.4409849969950006</c:v>
                      </c:pt>
                      <c:pt idx="268">
                        <c:v>4.4397130629969999</c:v>
                      </c:pt>
                      <c:pt idx="269">
                        <c:v>4.2631305531289998</c:v>
                      </c:pt>
                      <c:pt idx="270">
                        <c:v>8.7696122987420004</c:v>
                      </c:pt>
                      <c:pt idx="271">
                        <c:v>15.357959630884999</c:v>
                      </c:pt>
                      <c:pt idx="272">
                        <c:v>20.068516151871997</c:v>
                      </c:pt>
                      <c:pt idx="273">
                        <c:v>23.02107147772</c:v>
                      </c:pt>
                      <c:pt idx="274">
                        <c:v>25.756441298283001</c:v>
                      </c:pt>
                      <c:pt idx="275">
                        <c:v>29.351906152742</c:v>
                      </c:pt>
                      <c:pt idx="276">
                        <c:v>31.157363169944002</c:v>
                      </c:pt>
                      <c:pt idx="277">
                        <c:v>33.822479073784002</c:v>
                      </c:pt>
                      <c:pt idx="278">
                        <c:v>35.625285654002994</c:v>
                      </c:pt>
                      <c:pt idx="279">
                        <c:v>34.861640365858001</c:v>
                      </c:pt>
                      <c:pt idx="280">
                        <c:v>31.592334374806001</c:v>
                      </c:pt>
                      <c:pt idx="281">
                        <c:v>32.773890952887001</c:v>
                      </c:pt>
                      <c:pt idx="282">
                        <c:v>32.032166468997005</c:v>
                      </c:pt>
                      <c:pt idx="283">
                        <c:v>35.948373945981999</c:v>
                      </c:pt>
                      <c:pt idx="284">
                        <c:v>39.791967020191997</c:v>
                      </c:pt>
                      <c:pt idx="285">
                        <c:v>46.510408642040005</c:v>
                      </c:pt>
                      <c:pt idx="286">
                        <c:v>49.686154524340004</c:v>
                      </c:pt>
                      <c:pt idx="287">
                        <c:v>44.571224539848998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2-BF3F-49BE-B4BE-2314BCBEA28B}"/>
                  </c:ext>
                </c:extLst>
              </c15:ser>
            </c15:filteredLineSeries>
            <c15:filteredLineSeries>
              <c15:ser>
                <c:idx val="31"/>
                <c:order val="3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12-10-2026'!$AG$1</c15:sqref>
                        </c15:formulaRef>
                      </c:ext>
                    </c:extLst>
                    <c:strCache>
                      <c:ptCount val="1"/>
                      <c:pt idx="0">
                        <c:v>vEPG BMR 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12-10-2026'!$AG$2:$AG$289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2.6675656410500004</c:v>
                      </c:pt>
                      <c:pt idx="1">
                        <c:v>1.6810283420600001</c:v>
                      </c:pt>
                      <c:pt idx="2">
                        <c:v>0.94091765930599902</c:v>
                      </c:pt>
                      <c:pt idx="3">
                        <c:v>0.5636175177449998</c:v>
                      </c:pt>
                      <c:pt idx="4">
                        <c:v>0.43089378545100004</c:v>
                      </c:pt>
                      <c:pt idx="5">
                        <c:v>0.45906662178899998</c:v>
                      </c:pt>
                      <c:pt idx="6">
                        <c:v>1.0371546830839999</c:v>
                      </c:pt>
                      <c:pt idx="7">
                        <c:v>1.6975124117930001</c:v>
                      </c:pt>
                      <c:pt idx="8">
                        <c:v>2.002390915031</c:v>
                      </c:pt>
                      <c:pt idx="9">
                        <c:v>2.076889555328</c:v>
                      </c:pt>
                      <c:pt idx="10">
                        <c:v>2.1936326566300002</c:v>
                      </c:pt>
                      <c:pt idx="11">
                        <c:v>2.4434328460229997</c:v>
                      </c:pt>
                      <c:pt idx="12">
                        <c:v>2.7584481883250001</c:v>
                      </c:pt>
                      <c:pt idx="13">
                        <c:v>3.0552028039070005</c:v>
                      </c:pt>
                      <c:pt idx="14">
                        <c:v>3.302855688098</c:v>
                      </c:pt>
                      <c:pt idx="15">
                        <c:v>3.1966203977849994</c:v>
                      </c:pt>
                      <c:pt idx="16">
                        <c:v>2.9119120779349998</c:v>
                      </c:pt>
                      <c:pt idx="17">
                        <c:v>2.7644603421210001</c:v>
                      </c:pt>
                      <c:pt idx="18">
                        <c:v>2.5687917609969997</c:v>
                      </c:pt>
                      <c:pt idx="19">
                        <c:v>2.641191202021</c:v>
                      </c:pt>
                      <c:pt idx="20">
                        <c:v>3.0785691144209899</c:v>
                      </c:pt>
                      <c:pt idx="21">
                        <c:v>3.5429076369880002</c:v>
                      </c:pt>
                      <c:pt idx="22">
                        <c:v>3.862361710965001</c:v>
                      </c:pt>
                      <c:pt idx="23">
                        <c:v>3.7306567534250012</c:v>
                      </c:pt>
                      <c:pt idx="24">
                        <c:v>2.8977700171279999</c:v>
                      </c:pt>
                      <c:pt idx="25">
                        <c:v>1.8545470970089999</c:v>
                      </c:pt>
                      <c:pt idx="26">
                        <c:v>1.0285724075480001</c:v>
                      </c:pt>
                      <c:pt idx="27">
                        <c:v>0.66697434496000108</c:v>
                      </c:pt>
                      <c:pt idx="28">
                        <c:v>0.44602912127199995</c:v>
                      </c:pt>
                      <c:pt idx="29">
                        <c:v>0.442840316841</c:v>
                      </c:pt>
                      <c:pt idx="30">
                        <c:v>0.90915895174299999</c:v>
                      </c:pt>
                      <c:pt idx="31">
                        <c:v>1.5236912585940001</c:v>
                      </c:pt>
                      <c:pt idx="32">
                        <c:v>2.022714478917</c:v>
                      </c:pt>
                      <c:pt idx="33">
                        <c:v>2.3514742015330001</c:v>
                      </c:pt>
                      <c:pt idx="34">
                        <c:v>2.5388732788839996</c:v>
                      </c:pt>
                      <c:pt idx="35">
                        <c:v>2.8381875222280004</c:v>
                      </c:pt>
                      <c:pt idx="36">
                        <c:v>3.0554671764040005</c:v>
                      </c:pt>
                      <c:pt idx="37">
                        <c:v>3.0714186601160001</c:v>
                      </c:pt>
                      <c:pt idx="38">
                        <c:v>3.566011456524</c:v>
                      </c:pt>
                      <c:pt idx="39">
                        <c:v>3.5141812564089996</c:v>
                      </c:pt>
                      <c:pt idx="40">
                        <c:v>3.0407489235999998</c:v>
                      </c:pt>
                      <c:pt idx="41">
                        <c:v>2.7863473672310004</c:v>
                      </c:pt>
                      <c:pt idx="42">
                        <c:v>2.566891132956</c:v>
                      </c:pt>
                      <c:pt idx="43">
                        <c:v>2.7478728704290001</c:v>
                      </c:pt>
                      <c:pt idx="44">
                        <c:v>3.1667625501729999</c:v>
                      </c:pt>
                      <c:pt idx="45">
                        <c:v>3.6292880649680099</c:v>
                      </c:pt>
                      <c:pt idx="46">
                        <c:v>3.8979413836559909</c:v>
                      </c:pt>
                      <c:pt idx="47">
                        <c:v>3.743940274654999</c:v>
                      </c:pt>
                      <c:pt idx="48">
                        <c:v>2.9957994488490001</c:v>
                      </c:pt>
                      <c:pt idx="49">
                        <c:v>1.993129896638</c:v>
                      </c:pt>
                      <c:pt idx="50">
                        <c:v>1.169149600625</c:v>
                      </c:pt>
                      <c:pt idx="51">
                        <c:v>0.65903066468200111</c:v>
                      </c:pt>
                      <c:pt idx="52">
                        <c:v>0.44061587048</c:v>
                      </c:pt>
                      <c:pt idx="53">
                        <c:v>0.44005454939999999</c:v>
                      </c:pt>
                      <c:pt idx="54">
                        <c:v>0.93922586585099899</c:v>
                      </c:pt>
                      <c:pt idx="55">
                        <c:v>1.549518304447</c:v>
                      </c:pt>
                      <c:pt idx="56">
                        <c:v>1.9933015944520001</c:v>
                      </c:pt>
                      <c:pt idx="57">
                        <c:v>2.218856875567</c:v>
                      </c:pt>
                      <c:pt idx="58">
                        <c:v>2.3466796292860002</c:v>
                      </c:pt>
                      <c:pt idx="59">
                        <c:v>2.5960597104379999</c:v>
                      </c:pt>
                      <c:pt idx="60">
                        <c:v>2.8188991694609999</c:v>
                      </c:pt>
                      <c:pt idx="61">
                        <c:v>3.1587962039299997</c:v>
                      </c:pt>
                      <c:pt idx="62">
                        <c:v>3.4560755102229996</c:v>
                      </c:pt>
                      <c:pt idx="63">
                        <c:v>3.2945643362610002</c:v>
                      </c:pt>
                      <c:pt idx="64">
                        <c:v>2.9332495413149999</c:v>
                      </c:pt>
                      <c:pt idx="65">
                        <c:v>2.7057033364369998</c:v>
                      </c:pt>
                      <c:pt idx="66">
                        <c:v>2.5342668550490002</c:v>
                      </c:pt>
                      <c:pt idx="67">
                        <c:v>2.6631996525239998</c:v>
                      </c:pt>
                      <c:pt idx="68">
                        <c:v>3.0413408894950003</c:v>
                      </c:pt>
                      <c:pt idx="69">
                        <c:v>3.4662018098130001</c:v>
                      </c:pt>
                      <c:pt idx="70">
                        <c:v>3.7397611300119906</c:v>
                      </c:pt>
                      <c:pt idx="71">
                        <c:v>3.5554320449480001</c:v>
                      </c:pt>
                      <c:pt idx="72">
                        <c:v>2.6561623990030001</c:v>
                      </c:pt>
                      <c:pt idx="73">
                        <c:v>1.637653206272</c:v>
                      </c:pt>
                      <c:pt idx="74">
                        <c:v>0.88981851710400106</c:v>
                      </c:pt>
                      <c:pt idx="75">
                        <c:v>0.53202538518600007</c:v>
                      </c:pt>
                      <c:pt idx="76">
                        <c:v>0.40206228436800001</c:v>
                      </c:pt>
                      <c:pt idx="77">
                        <c:v>0.4207692339089999</c:v>
                      </c:pt>
                      <c:pt idx="78">
                        <c:v>0.96775504738400098</c:v>
                      </c:pt>
                      <c:pt idx="79">
                        <c:v>1.6172894492000001</c:v>
                      </c:pt>
                      <c:pt idx="80">
                        <c:v>1.9034590006850001</c:v>
                      </c:pt>
                      <c:pt idx="81">
                        <c:v>2.0026432449709999</c:v>
                      </c:pt>
                      <c:pt idx="82">
                        <c:v>2.1116269214510002</c:v>
                      </c:pt>
                      <c:pt idx="83">
                        <c:v>2.3534584144700004</c:v>
                      </c:pt>
                      <c:pt idx="84">
                        <c:v>2.6782138111989999</c:v>
                      </c:pt>
                      <c:pt idx="85">
                        <c:v>2.919580497563</c:v>
                      </c:pt>
                      <c:pt idx="86">
                        <c:v>3.1365237499380001</c:v>
                      </c:pt>
                      <c:pt idx="87">
                        <c:v>3.047171725438</c:v>
                      </c:pt>
                      <c:pt idx="88">
                        <c:v>2.7585376492540004</c:v>
                      </c:pt>
                      <c:pt idx="89">
                        <c:v>2.6407366866530002</c:v>
                      </c:pt>
                      <c:pt idx="90">
                        <c:v>2.4568093953259997</c:v>
                      </c:pt>
                      <c:pt idx="91">
                        <c:v>2.6013951829599997</c:v>
                      </c:pt>
                      <c:pt idx="92">
                        <c:v>3.003043114504</c:v>
                      </c:pt>
                      <c:pt idx="93">
                        <c:v>3.4913804945920099</c:v>
                      </c:pt>
                      <c:pt idx="94">
                        <c:v>3.782810697142001</c:v>
                      </c:pt>
                      <c:pt idx="95">
                        <c:v>3.51525156197</c:v>
                      </c:pt>
                      <c:pt idx="96">
                        <c:v>2.5220090144</c:v>
                      </c:pt>
                      <c:pt idx="97">
                        <c:v>1.5390901222890001</c:v>
                      </c:pt>
                      <c:pt idx="98">
                        <c:v>0.84489688350299896</c:v>
                      </c:pt>
                      <c:pt idx="99">
                        <c:v>0.51349698812199995</c:v>
                      </c:pt>
                      <c:pt idx="100">
                        <c:v>0.380718257946</c:v>
                      </c:pt>
                      <c:pt idx="101">
                        <c:v>0.406016021831</c:v>
                      </c:pt>
                      <c:pt idx="102">
                        <c:v>0.95705885041600003</c:v>
                      </c:pt>
                      <c:pt idx="103">
                        <c:v>1.6129621439400001</c:v>
                      </c:pt>
                      <c:pt idx="104">
                        <c:v>1.91767756014</c:v>
                      </c:pt>
                      <c:pt idx="105">
                        <c:v>2.0164524023820003</c:v>
                      </c:pt>
                      <c:pt idx="106">
                        <c:v>2.1260930012100001</c:v>
                      </c:pt>
                      <c:pt idx="107">
                        <c:v>2.356486897855</c:v>
                      </c:pt>
                      <c:pt idx="108">
                        <c:v>2.6580309161989994</c:v>
                      </c:pt>
                      <c:pt idx="109">
                        <c:v>2.8999588863449999</c:v>
                      </c:pt>
                      <c:pt idx="110">
                        <c:v>3.1088448946799998</c:v>
                      </c:pt>
                      <c:pt idx="111">
                        <c:v>3.0330741385410001</c:v>
                      </c:pt>
                      <c:pt idx="112">
                        <c:v>2.7365622517420003</c:v>
                      </c:pt>
                      <c:pt idx="113">
                        <c:v>2.6203631518670001</c:v>
                      </c:pt>
                      <c:pt idx="114">
                        <c:v>2.4508691309500001</c:v>
                      </c:pt>
                      <c:pt idx="115">
                        <c:v>2.5898608750179997</c:v>
                      </c:pt>
                      <c:pt idx="116">
                        <c:v>3.014751758209</c:v>
                      </c:pt>
                      <c:pt idx="117">
                        <c:v>3.4935648378010002</c:v>
                      </c:pt>
                      <c:pt idx="118">
                        <c:v>3.7656739466140001</c:v>
                      </c:pt>
                      <c:pt idx="119">
                        <c:v>3.4835860453280003</c:v>
                      </c:pt>
                      <c:pt idx="120">
                        <c:v>2.5074937180160002</c:v>
                      </c:pt>
                      <c:pt idx="121">
                        <c:v>1.4949398403029999</c:v>
                      </c:pt>
                      <c:pt idx="122">
                        <c:v>0.83612458589700001</c:v>
                      </c:pt>
                      <c:pt idx="123">
                        <c:v>0.50486757324199993</c:v>
                      </c:pt>
                      <c:pt idx="124">
                        <c:v>0.37544087233200002</c:v>
                      </c:pt>
                      <c:pt idx="125">
                        <c:v>0.41997980347500002</c:v>
                      </c:pt>
                      <c:pt idx="126">
                        <c:v>0.97253915185500084</c:v>
                      </c:pt>
                      <c:pt idx="127">
                        <c:v>1.6437604339599998</c:v>
                      </c:pt>
                      <c:pt idx="128">
                        <c:v>1.9401637163530001</c:v>
                      </c:pt>
                      <c:pt idx="129">
                        <c:v>2.0259602233839997</c:v>
                      </c:pt>
                      <c:pt idx="130">
                        <c:v>2.1306051617590001</c:v>
                      </c:pt>
                      <c:pt idx="131">
                        <c:v>2.3377024979909997</c:v>
                      </c:pt>
                      <c:pt idx="132">
                        <c:v>2.699512677475</c:v>
                      </c:pt>
                      <c:pt idx="133">
                        <c:v>3.0864318527629999</c:v>
                      </c:pt>
                      <c:pt idx="134">
                        <c:v>3.2558657092420002</c:v>
                      </c:pt>
                      <c:pt idx="135">
                        <c:v>3.1236064775100001</c:v>
                      </c:pt>
                      <c:pt idx="136">
                        <c:v>2.7800357470229997</c:v>
                      </c:pt>
                      <c:pt idx="137">
                        <c:v>2.6355542610999998</c:v>
                      </c:pt>
                      <c:pt idx="138">
                        <c:v>2.5860774352100004</c:v>
                      </c:pt>
                      <c:pt idx="139">
                        <c:v>2.802887254546</c:v>
                      </c:pt>
                      <c:pt idx="140">
                        <c:v>3.0830724020420002</c:v>
                      </c:pt>
                      <c:pt idx="141">
                        <c:v>3.5367596187170012</c:v>
                      </c:pt>
                      <c:pt idx="142">
                        <c:v>3.774498368737</c:v>
                      </c:pt>
                      <c:pt idx="143">
                        <c:v>3.4751501923439996</c:v>
                      </c:pt>
                      <c:pt idx="144">
                        <c:v>2.5302994338400002</c:v>
                      </c:pt>
                      <c:pt idx="145">
                        <c:v>1.5381635448989999</c:v>
                      </c:pt>
                      <c:pt idx="146">
                        <c:v>0.878887238622999</c:v>
                      </c:pt>
                      <c:pt idx="147">
                        <c:v>0.51740359526200008</c:v>
                      </c:pt>
                      <c:pt idx="148">
                        <c:v>0.37218829226299999</c:v>
                      </c:pt>
                      <c:pt idx="149">
                        <c:v>0.42545876381999997</c:v>
                      </c:pt>
                      <c:pt idx="150">
                        <c:v>1.000464971268</c:v>
                      </c:pt>
                      <c:pt idx="151">
                        <c:v>1.6810996880470002</c:v>
                      </c:pt>
                      <c:pt idx="152">
                        <c:v>1.9881850446130001</c:v>
                      </c:pt>
                      <c:pt idx="153">
                        <c:v>2.042007341468</c:v>
                      </c:pt>
                      <c:pt idx="154">
                        <c:v>2.128205255068</c:v>
                      </c:pt>
                      <c:pt idx="155">
                        <c:v>2.3578846194919998</c:v>
                      </c:pt>
                      <c:pt idx="156">
                        <c:v>2.6234049693700001</c:v>
                      </c:pt>
                      <c:pt idx="157">
                        <c:v>2.8991926493759999</c:v>
                      </c:pt>
                      <c:pt idx="158">
                        <c:v>3.0988604775500006</c:v>
                      </c:pt>
                      <c:pt idx="159">
                        <c:v>3.0761360196210004</c:v>
                      </c:pt>
                      <c:pt idx="160">
                        <c:v>2.7980187175930005</c:v>
                      </c:pt>
                      <c:pt idx="161">
                        <c:v>2.6961649190750001</c:v>
                      </c:pt>
                      <c:pt idx="162">
                        <c:v>2.5374803964420001</c:v>
                      </c:pt>
                      <c:pt idx="163">
                        <c:v>2.74195928971</c:v>
                      </c:pt>
                      <c:pt idx="164">
                        <c:v>3.090366324298</c:v>
                      </c:pt>
                      <c:pt idx="165">
                        <c:v>3.5264397001229999</c:v>
                      </c:pt>
                      <c:pt idx="166">
                        <c:v>3.8321858825950001</c:v>
                      </c:pt>
                      <c:pt idx="167">
                        <c:v>3.4728758503330002</c:v>
                      </c:pt>
                      <c:pt idx="168">
                        <c:v>2.5008375690150002</c:v>
                      </c:pt>
                      <c:pt idx="169">
                        <c:v>1.5478316268840002</c:v>
                      </c:pt>
                      <c:pt idx="170">
                        <c:v>0.86630569404199997</c:v>
                      </c:pt>
                      <c:pt idx="171">
                        <c:v>0.51972121505400093</c:v>
                      </c:pt>
                      <c:pt idx="172">
                        <c:v>0.39061812524200101</c:v>
                      </c:pt>
                      <c:pt idx="173">
                        <c:v>0.44658730797300106</c:v>
                      </c:pt>
                      <c:pt idx="174">
                        <c:v>1.039026757321001</c:v>
                      </c:pt>
                      <c:pt idx="175">
                        <c:v>1.7801766255039999</c:v>
                      </c:pt>
                      <c:pt idx="176">
                        <c:v>2.0863222718839998</c:v>
                      </c:pt>
                      <c:pt idx="177">
                        <c:v>2.173570282754</c:v>
                      </c:pt>
                      <c:pt idx="178">
                        <c:v>2.2483979979819999</c:v>
                      </c:pt>
                      <c:pt idx="179">
                        <c:v>2.4399567480429996</c:v>
                      </c:pt>
                      <c:pt idx="180">
                        <c:v>2.7569038856130001</c:v>
                      </c:pt>
                      <c:pt idx="181">
                        <c:v>3.038792021536</c:v>
                      </c:pt>
                      <c:pt idx="182">
                        <c:v>3.2419285396519997</c:v>
                      </c:pt>
                      <c:pt idx="183">
                        <c:v>3.1809875819779996</c:v>
                      </c:pt>
                      <c:pt idx="184">
                        <c:v>2.8805362372430001</c:v>
                      </c:pt>
                      <c:pt idx="185">
                        <c:v>2.6816240585959994</c:v>
                      </c:pt>
                      <c:pt idx="186">
                        <c:v>2.5454667940640001</c:v>
                      </c:pt>
                      <c:pt idx="187">
                        <c:v>2.8010176113209999</c:v>
                      </c:pt>
                      <c:pt idx="188">
                        <c:v>3.1182807908980004</c:v>
                      </c:pt>
                      <c:pt idx="189">
                        <c:v>3.597189805413</c:v>
                      </c:pt>
                      <c:pt idx="190">
                        <c:v>3.8841666527779899</c:v>
                      </c:pt>
                      <c:pt idx="191">
                        <c:v>3.63601954599</c:v>
                      </c:pt>
                      <c:pt idx="192">
                        <c:v>2.8096690773860002</c:v>
                      </c:pt>
                      <c:pt idx="193">
                        <c:v>1.8111144468790001</c:v>
                      </c:pt>
                      <c:pt idx="194">
                        <c:v>1.0865935475900002</c:v>
                      </c:pt>
                      <c:pt idx="195">
                        <c:v>0.66044117844299899</c:v>
                      </c:pt>
                      <c:pt idx="196">
                        <c:v>0.44458140844800004</c:v>
                      </c:pt>
                      <c:pt idx="197">
                        <c:v>0.44371318796499998</c:v>
                      </c:pt>
                      <c:pt idx="198">
                        <c:v>0.9549163402780001</c:v>
                      </c:pt>
                      <c:pt idx="199">
                        <c:v>1.5984673581610001</c:v>
                      </c:pt>
                      <c:pt idx="200">
                        <c:v>2.0555068289210001</c:v>
                      </c:pt>
                      <c:pt idx="201">
                        <c:v>2.3240410451070002</c:v>
                      </c:pt>
                      <c:pt idx="202">
                        <c:v>2.4746223977390001</c:v>
                      </c:pt>
                      <c:pt idx="203">
                        <c:v>2.7649618870310002</c:v>
                      </c:pt>
                      <c:pt idx="204">
                        <c:v>2.9881934284020097</c:v>
                      </c:pt>
                      <c:pt idx="205">
                        <c:v>3.0461839100339998</c:v>
                      </c:pt>
                      <c:pt idx="206">
                        <c:v>3.5538924863829999</c:v>
                      </c:pt>
                      <c:pt idx="207">
                        <c:v>3.5203636860370002</c:v>
                      </c:pt>
                      <c:pt idx="208">
                        <c:v>3.0179273615119997</c:v>
                      </c:pt>
                      <c:pt idx="209">
                        <c:v>2.8073595113090004</c:v>
                      </c:pt>
                      <c:pt idx="210">
                        <c:v>2.6436325182270002</c:v>
                      </c:pt>
                      <c:pt idx="211">
                        <c:v>2.9601565957160099</c:v>
                      </c:pt>
                      <c:pt idx="212">
                        <c:v>3.26318178475</c:v>
                      </c:pt>
                      <c:pt idx="213">
                        <c:v>3.6916003533310002</c:v>
                      </c:pt>
                      <c:pt idx="214">
                        <c:v>4.0075488480140011</c:v>
                      </c:pt>
                      <c:pt idx="215">
                        <c:v>3.7351238052460003</c:v>
                      </c:pt>
                      <c:pt idx="216">
                        <c:v>2.8571912699349999</c:v>
                      </c:pt>
                      <c:pt idx="217">
                        <c:v>1.814696189188</c:v>
                      </c:pt>
                      <c:pt idx="218">
                        <c:v>1.0901333069820001</c:v>
                      </c:pt>
                      <c:pt idx="219">
                        <c:v>0.63463178771899997</c:v>
                      </c:pt>
                      <c:pt idx="220">
                        <c:v>0.426308995641</c:v>
                      </c:pt>
                      <c:pt idx="221">
                        <c:v>0.44689130853799897</c:v>
                      </c:pt>
                      <c:pt idx="222">
                        <c:v>0.94706418128100001</c:v>
                      </c:pt>
                      <c:pt idx="223">
                        <c:v>1.6376921139239999</c:v>
                      </c:pt>
                      <c:pt idx="224">
                        <c:v>2.0544408529560001</c:v>
                      </c:pt>
                      <c:pt idx="225">
                        <c:v>2.2581742958970001</c:v>
                      </c:pt>
                      <c:pt idx="226">
                        <c:v>2.3370356446850002</c:v>
                      </c:pt>
                      <c:pt idx="227">
                        <c:v>2.574789723286</c:v>
                      </c:pt>
                      <c:pt idx="228">
                        <c:v>2.7939085978860003</c:v>
                      </c:pt>
                      <c:pt idx="229">
                        <c:v>3.128762427277</c:v>
                      </c:pt>
                      <c:pt idx="230">
                        <c:v>3.433277345764</c:v>
                      </c:pt>
                      <c:pt idx="231">
                        <c:v>3.3172407995720001</c:v>
                      </c:pt>
                      <c:pt idx="232">
                        <c:v>2.9037312812399998</c:v>
                      </c:pt>
                      <c:pt idx="233">
                        <c:v>2.6894546185060002</c:v>
                      </c:pt>
                      <c:pt idx="234">
                        <c:v>2.5953878741810001</c:v>
                      </c:pt>
                      <c:pt idx="235">
                        <c:v>2.8876777391840003</c:v>
                      </c:pt>
                      <c:pt idx="236">
                        <c:v>3.2168371195560002</c:v>
                      </c:pt>
                      <c:pt idx="237">
                        <c:v>3.6540919627259898</c:v>
                      </c:pt>
                      <c:pt idx="238">
                        <c:v>3.8447261331120006</c:v>
                      </c:pt>
                      <c:pt idx="239">
                        <c:v>3.5142752934709995</c:v>
                      </c:pt>
                      <c:pt idx="240">
                        <c:v>2.5126301275280003</c:v>
                      </c:pt>
                      <c:pt idx="241">
                        <c:v>1.5434187925300002</c:v>
                      </c:pt>
                      <c:pt idx="242">
                        <c:v>0.89951234030899996</c:v>
                      </c:pt>
                      <c:pt idx="243">
                        <c:v>0.55034001945500099</c:v>
                      </c:pt>
                      <c:pt idx="244">
                        <c:v>0.40797059415799902</c:v>
                      </c:pt>
                      <c:pt idx="245">
                        <c:v>0.45073382608499901</c:v>
                      </c:pt>
                      <c:pt idx="246">
                        <c:v>1.0182511211370011</c:v>
                      </c:pt>
                      <c:pt idx="247">
                        <c:v>1.734879542521</c:v>
                      </c:pt>
                      <c:pt idx="248">
                        <c:v>2.0490883847919998</c:v>
                      </c:pt>
                      <c:pt idx="249">
                        <c:v>2.1390387409689997</c:v>
                      </c:pt>
                      <c:pt idx="250">
                        <c:v>2.2378912985500001</c:v>
                      </c:pt>
                      <c:pt idx="251">
                        <c:v>2.4148481124720003</c:v>
                      </c:pt>
                      <c:pt idx="252">
                        <c:v>2.683320989921</c:v>
                      </c:pt>
                      <c:pt idx="253">
                        <c:v>2.9546603443199997</c:v>
                      </c:pt>
                      <c:pt idx="254">
                        <c:v>3.1926350133690002</c:v>
                      </c:pt>
                      <c:pt idx="255">
                        <c:v>3.1679025287220002</c:v>
                      </c:pt>
                      <c:pt idx="256">
                        <c:v>2.883841708476</c:v>
                      </c:pt>
                      <c:pt idx="257">
                        <c:v>2.8346719474850004</c:v>
                      </c:pt>
                      <c:pt idx="258">
                        <c:v>2.693208400924</c:v>
                      </c:pt>
                      <c:pt idx="259">
                        <c:v>2.9328621123979999</c:v>
                      </c:pt>
                      <c:pt idx="260">
                        <c:v>3.2385046088189999</c:v>
                      </c:pt>
                      <c:pt idx="261">
                        <c:v>3.6796575217239993</c:v>
                      </c:pt>
                      <c:pt idx="262">
                        <c:v>3.8886514809710113</c:v>
                      </c:pt>
                      <c:pt idx="263">
                        <c:v>3.4452045131069999</c:v>
                      </c:pt>
                      <c:pt idx="264">
                        <c:v>2.4253701452059997</c:v>
                      </c:pt>
                      <c:pt idx="265">
                        <c:v>1.4311759431340001</c:v>
                      </c:pt>
                      <c:pt idx="266">
                        <c:v>0.82532273290500102</c:v>
                      </c:pt>
                      <c:pt idx="267">
                        <c:v>0.53241157537700001</c:v>
                      </c:pt>
                      <c:pt idx="268">
                        <c:v>0.40182573560599999</c:v>
                      </c:pt>
                      <c:pt idx="269">
                        <c:v>0.45422776656899905</c:v>
                      </c:pt>
                      <c:pt idx="270">
                        <c:v>1.030240533832</c:v>
                      </c:pt>
                      <c:pt idx="271">
                        <c:v>1.736232954678</c:v>
                      </c:pt>
                      <c:pt idx="272">
                        <c:v>2.0363753654809997</c:v>
                      </c:pt>
                      <c:pt idx="273">
                        <c:v>2.0594367656370003</c:v>
                      </c:pt>
                      <c:pt idx="274">
                        <c:v>2.1360842018390001</c:v>
                      </c:pt>
                      <c:pt idx="275">
                        <c:v>2.348721878109</c:v>
                      </c:pt>
                      <c:pt idx="276">
                        <c:v>2.5997484242109996</c:v>
                      </c:pt>
                      <c:pt idx="277">
                        <c:v>2.9279514043049999</c:v>
                      </c:pt>
                      <c:pt idx="278">
                        <c:v>3.1280993622630002</c:v>
                      </c:pt>
                      <c:pt idx="279">
                        <c:v>3.0847802463940002</c:v>
                      </c:pt>
                      <c:pt idx="280">
                        <c:v>2.81921999932</c:v>
                      </c:pt>
                      <c:pt idx="281">
                        <c:v>2.6902833911370001</c:v>
                      </c:pt>
                      <c:pt idx="282">
                        <c:v>2.5355946703800001</c:v>
                      </c:pt>
                      <c:pt idx="283">
                        <c:v>2.80787646623501</c:v>
                      </c:pt>
                      <c:pt idx="284">
                        <c:v>3.199396224035</c:v>
                      </c:pt>
                      <c:pt idx="285">
                        <c:v>3.623364942764999</c:v>
                      </c:pt>
                      <c:pt idx="286">
                        <c:v>3.8613664042580003</c:v>
                      </c:pt>
                      <c:pt idx="287">
                        <c:v>3.4667840146060001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3-BF3F-49BE-B4BE-2314BCBEA28B}"/>
                  </c:ext>
                </c:extLst>
              </c15:ser>
            </c15:filteredLineSeries>
            <c15:filteredLineSeries>
              <c15:ser>
                <c:idx val="32"/>
                <c:order val="3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12-10-2026'!$AH$1</c15:sqref>
                        </c15:formulaRef>
                      </c:ext>
                    </c:extLst>
                    <c:strCache>
                      <c:ptCount val="1"/>
                      <c:pt idx="0">
                        <c:v>vEPG BMR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12-10-2026'!$AH$2:$AH$289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37.935634462308997</c:v>
                      </c:pt>
                      <c:pt idx="1">
                        <c:v>24.512020604551999</c:v>
                      </c:pt>
                      <c:pt idx="2">
                        <c:v>14.365118729134</c:v>
                      </c:pt>
                      <c:pt idx="3">
                        <c:v>8.1320890419049991</c:v>
                      </c:pt>
                      <c:pt idx="4">
                        <c:v>5.5796243791369999</c:v>
                      </c:pt>
                      <c:pt idx="5">
                        <c:v>5.3962944631259999</c:v>
                      </c:pt>
                      <c:pt idx="6">
                        <c:v>10.379938748886</c:v>
                      </c:pt>
                      <c:pt idx="7">
                        <c:v>17.217898443810999</c:v>
                      </c:pt>
                      <c:pt idx="8">
                        <c:v>22.443328294088001</c:v>
                      </c:pt>
                      <c:pt idx="9">
                        <c:v>25.249559714303</c:v>
                      </c:pt>
                      <c:pt idx="10">
                        <c:v>28.351388612448002</c:v>
                      </c:pt>
                      <c:pt idx="11">
                        <c:v>32.126923049055002</c:v>
                      </c:pt>
                      <c:pt idx="12">
                        <c:v>34.715152558531997</c:v>
                      </c:pt>
                      <c:pt idx="13">
                        <c:v>38.091129535458002</c:v>
                      </c:pt>
                      <c:pt idx="14">
                        <c:v>41.030074712374997</c:v>
                      </c:pt>
                      <c:pt idx="15">
                        <c:v>39.021415248628003</c:v>
                      </c:pt>
                      <c:pt idx="16">
                        <c:v>34.946189424958</c:v>
                      </c:pt>
                      <c:pt idx="17">
                        <c:v>34.763799764567999</c:v>
                      </c:pt>
                      <c:pt idx="18">
                        <c:v>33.929502037218001</c:v>
                      </c:pt>
                      <c:pt idx="19">
                        <c:v>35.256198862795998</c:v>
                      </c:pt>
                      <c:pt idx="20">
                        <c:v>41.176544075424999</c:v>
                      </c:pt>
                      <c:pt idx="21">
                        <c:v>47.458641566178997</c:v>
                      </c:pt>
                      <c:pt idx="22">
                        <c:v>51.823063330353001</c:v>
                      </c:pt>
                      <c:pt idx="23">
                        <c:v>50.643258819937998</c:v>
                      </c:pt>
                      <c:pt idx="24">
                        <c:v>40.886499250153996</c:v>
                      </c:pt>
                      <c:pt idx="25">
                        <c:v>26.787717228413001</c:v>
                      </c:pt>
                      <c:pt idx="26">
                        <c:v>14.714107089332</c:v>
                      </c:pt>
                      <c:pt idx="27">
                        <c:v>9.5919868124539995</c:v>
                      </c:pt>
                      <c:pt idx="28">
                        <c:v>6.1994831664110004</c:v>
                      </c:pt>
                      <c:pt idx="29">
                        <c:v>5.2216462456070003</c:v>
                      </c:pt>
                      <c:pt idx="30">
                        <c:v>9.2724447006229997</c:v>
                      </c:pt>
                      <c:pt idx="31">
                        <c:v>14.969095603103</c:v>
                      </c:pt>
                      <c:pt idx="32">
                        <c:v>20.794895230369001</c:v>
                      </c:pt>
                      <c:pt idx="33">
                        <c:v>26.013978919542001</c:v>
                      </c:pt>
                      <c:pt idx="34">
                        <c:v>30.332470234690998</c:v>
                      </c:pt>
                      <c:pt idx="35">
                        <c:v>35.620076019588005</c:v>
                      </c:pt>
                      <c:pt idx="36">
                        <c:v>37.610796894972999</c:v>
                      </c:pt>
                      <c:pt idx="37">
                        <c:v>36.387541338410003</c:v>
                      </c:pt>
                      <c:pt idx="38">
                        <c:v>44.813596838536</c:v>
                      </c:pt>
                      <c:pt idx="39">
                        <c:v>43.193848635202002</c:v>
                      </c:pt>
                      <c:pt idx="40">
                        <c:v>36.778816616545001</c:v>
                      </c:pt>
                      <c:pt idx="41">
                        <c:v>35.234668489027001</c:v>
                      </c:pt>
                      <c:pt idx="42">
                        <c:v>34.166624251892003</c:v>
                      </c:pt>
                      <c:pt idx="43">
                        <c:v>36.870408926674003</c:v>
                      </c:pt>
                      <c:pt idx="44">
                        <c:v>43.206195258171</c:v>
                      </c:pt>
                      <c:pt idx="45">
                        <c:v>49.901833673818999</c:v>
                      </c:pt>
                      <c:pt idx="46">
                        <c:v>53.531083230789001</c:v>
                      </c:pt>
                      <c:pt idx="47">
                        <c:v>52.161862223744002</c:v>
                      </c:pt>
                      <c:pt idx="48">
                        <c:v>42.784790487922997</c:v>
                      </c:pt>
                      <c:pt idx="49">
                        <c:v>29.526768849450999</c:v>
                      </c:pt>
                      <c:pt idx="50">
                        <c:v>17.789016696493</c:v>
                      </c:pt>
                      <c:pt idx="51">
                        <c:v>10.354436417593</c:v>
                      </c:pt>
                      <c:pt idx="52">
                        <c:v>6.3143869992359996</c:v>
                      </c:pt>
                      <c:pt idx="53">
                        <c:v>5.1729087960479996</c:v>
                      </c:pt>
                      <c:pt idx="54">
                        <c:v>9.3829790727559992</c:v>
                      </c:pt>
                      <c:pt idx="55">
                        <c:v>15.489045444462</c:v>
                      </c:pt>
                      <c:pt idx="56">
                        <c:v>20.772497614728003</c:v>
                      </c:pt>
                      <c:pt idx="57">
                        <c:v>25.336272698473</c:v>
                      </c:pt>
                      <c:pt idx="58">
                        <c:v>28.965396536576002</c:v>
                      </c:pt>
                      <c:pt idx="59">
                        <c:v>33.467843074790999</c:v>
                      </c:pt>
                      <c:pt idx="60">
                        <c:v>35.807211656625</c:v>
                      </c:pt>
                      <c:pt idx="61">
                        <c:v>39.696413156148999</c:v>
                      </c:pt>
                      <c:pt idx="62">
                        <c:v>43.669913699374</c:v>
                      </c:pt>
                      <c:pt idx="63">
                        <c:v>41.596097929633999</c:v>
                      </c:pt>
                      <c:pt idx="64">
                        <c:v>36.661812306207999</c:v>
                      </c:pt>
                      <c:pt idx="65">
                        <c:v>35.605589488641002</c:v>
                      </c:pt>
                      <c:pt idx="66">
                        <c:v>33.989904528559002</c:v>
                      </c:pt>
                      <c:pt idx="67">
                        <c:v>36.210826458492996</c:v>
                      </c:pt>
                      <c:pt idx="68">
                        <c:v>41.675908424287002</c:v>
                      </c:pt>
                      <c:pt idx="69">
                        <c:v>47.567277637445002</c:v>
                      </c:pt>
                      <c:pt idx="70">
                        <c:v>51.487298761060998</c:v>
                      </c:pt>
                      <c:pt idx="71">
                        <c:v>49.011353630342001</c:v>
                      </c:pt>
                      <c:pt idx="72">
                        <c:v>37.900484579211003</c:v>
                      </c:pt>
                      <c:pt idx="73">
                        <c:v>23.981021027535999</c:v>
                      </c:pt>
                      <c:pt idx="74">
                        <c:v>13.661842153754</c:v>
                      </c:pt>
                      <c:pt idx="75">
                        <c:v>7.9349301181560001</c:v>
                      </c:pt>
                      <c:pt idx="76">
                        <c:v>5.3334867768530003</c:v>
                      </c:pt>
                      <c:pt idx="77">
                        <c:v>4.9807700208699996</c:v>
                      </c:pt>
                      <c:pt idx="78">
                        <c:v>9.8358466848670005</c:v>
                      </c:pt>
                      <c:pt idx="79">
                        <c:v>16.107145483446001</c:v>
                      </c:pt>
                      <c:pt idx="80">
                        <c:v>21.146825747377999</c:v>
                      </c:pt>
                      <c:pt idx="81">
                        <c:v>24.594508072470997</c:v>
                      </c:pt>
                      <c:pt idx="82">
                        <c:v>27.748911536936998</c:v>
                      </c:pt>
                      <c:pt idx="83">
                        <c:v>31.141522293824</c:v>
                      </c:pt>
                      <c:pt idx="84">
                        <c:v>33.594726166682001</c:v>
                      </c:pt>
                      <c:pt idx="85">
                        <c:v>36.612001178680003</c:v>
                      </c:pt>
                      <c:pt idx="86">
                        <c:v>39.121880433436999</c:v>
                      </c:pt>
                      <c:pt idx="87">
                        <c:v>37.195370943796</c:v>
                      </c:pt>
                      <c:pt idx="88">
                        <c:v>33.726654897591999</c:v>
                      </c:pt>
                      <c:pt idx="89">
                        <c:v>33.976433327305998</c:v>
                      </c:pt>
                      <c:pt idx="90">
                        <c:v>33.272070800320002</c:v>
                      </c:pt>
                      <c:pt idx="91">
                        <c:v>35.510537452595997</c:v>
                      </c:pt>
                      <c:pt idx="92">
                        <c:v>41.543737789136998</c:v>
                      </c:pt>
                      <c:pt idx="93">
                        <c:v>48.037795825235001</c:v>
                      </c:pt>
                      <c:pt idx="94">
                        <c:v>51.737334406432005</c:v>
                      </c:pt>
                      <c:pt idx="95">
                        <c:v>48.235328241402001</c:v>
                      </c:pt>
                      <c:pt idx="96">
                        <c:v>36.547404754642997</c:v>
                      </c:pt>
                      <c:pt idx="97">
                        <c:v>22.952890365161</c:v>
                      </c:pt>
                      <c:pt idx="98">
                        <c:v>12.952568104373999</c:v>
                      </c:pt>
                      <c:pt idx="99">
                        <c:v>7.434792266014</c:v>
                      </c:pt>
                      <c:pt idx="100">
                        <c:v>5.1784938319560005</c:v>
                      </c:pt>
                      <c:pt idx="101">
                        <c:v>4.7705481537029994</c:v>
                      </c:pt>
                      <c:pt idx="102">
                        <c:v>9.4885239228499998</c:v>
                      </c:pt>
                      <c:pt idx="103">
                        <c:v>16.338174113400999</c:v>
                      </c:pt>
                      <c:pt idx="104">
                        <c:v>21.319769024168</c:v>
                      </c:pt>
                      <c:pt idx="105">
                        <c:v>24.552914726541999</c:v>
                      </c:pt>
                      <c:pt idx="106">
                        <c:v>27.777411222644002</c:v>
                      </c:pt>
                      <c:pt idx="107">
                        <c:v>31.553196713342</c:v>
                      </c:pt>
                      <c:pt idx="108">
                        <c:v>33.914460564014</c:v>
                      </c:pt>
                      <c:pt idx="109">
                        <c:v>37.075446328996996</c:v>
                      </c:pt>
                      <c:pt idx="110">
                        <c:v>39.343436204809997</c:v>
                      </c:pt>
                      <c:pt idx="111">
                        <c:v>37.519274553712002</c:v>
                      </c:pt>
                      <c:pt idx="112">
                        <c:v>34.138947586284999</c:v>
                      </c:pt>
                      <c:pt idx="113">
                        <c:v>34.252490390673003</c:v>
                      </c:pt>
                      <c:pt idx="114">
                        <c:v>33.508395432017998</c:v>
                      </c:pt>
                      <c:pt idx="115">
                        <c:v>35.862210331413998</c:v>
                      </c:pt>
                      <c:pt idx="116">
                        <c:v>41.670304603866001</c:v>
                      </c:pt>
                      <c:pt idx="117">
                        <c:v>48.924791388384001</c:v>
                      </c:pt>
                      <c:pt idx="118">
                        <c:v>52.255456745446999</c:v>
                      </c:pt>
                      <c:pt idx="119">
                        <c:v>48.754014332016993</c:v>
                      </c:pt>
                      <c:pt idx="120">
                        <c:v>36.513860727452006</c:v>
                      </c:pt>
                      <c:pt idx="121">
                        <c:v>22.664928594747003</c:v>
                      </c:pt>
                      <c:pt idx="122">
                        <c:v>12.757179494191</c:v>
                      </c:pt>
                      <c:pt idx="123">
                        <c:v>7.3915701154890003</c:v>
                      </c:pt>
                      <c:pt idx="124">
                        <c:v>5.2935330961189999</c:v>
                      </c:pt>
                      <c:pt idx="125">
                        <c:v>5.0754254692479996</c:v>
                      </c:pt>
                      <c:pt idx="126">
                        <c:v>9.99711889698</c:v>
                      </c:pt>
                      <c:pt idx="127">
                        <c:v>17.018018279374001</c:v>
                      </c:pt>
                      <c:pt idx="128">
                        <c:v>22.185325675767</c:v>
                      </c:pt>
                      <c:pt idx="129">
                        <c:v>25.631329242093003</c:v>
                      </c:pt>
                      <c:pt idx="130">
                        <c:v>28.194847447680001</c:v>
                      </c:pt>
                      <c:pt idx="131">
                        <c:v>31.616306587574002</c:v>
                      </c:pt>
                      <c:pt idx="132">
                        <c:v>34.512159078185</c:v>
                      </c:pt>
                      <c:pt idx="133">
                        <c:v>38.779940384587</c:v>
                      </c:pt>
                      <c:pt idx="134">
                        <c:v>40.830727285720997</c:v>
                      </c:pt>
                      <c:pt idx="135">
                        <c:v>38.489061008717997</c:v>
                      </c:pt>
                      <c:pt idx="136">
                        <c:v>34.278918572473998</c:v>
                      </c:pt>
                      <c:pt idx="137">
                        <c:v>34.353911061841998</c:v>
                      </c:pt>
                      <c:pt idx="138">
                        <c:v>38.234006578429998</c:v>
                      </c:pt>
                      <c:pt idx="139">
                        <c:v>41.640124274705997</c:v>
                      </c:pt>
                      <c:pt idx="140">
                        <c:v>43.302709887397995</c:v>
                      </c:pt>
                      <c:pt idx="141">
                        <c:v>49.805189923798004</c:v>
                      </c:pt>
                      <c:pt idx="142">
                        <c:v>52.683947013692006</c:v>
                      </c:pt>
                      <c:pt idx="143">
                        <c:v>48.78861966649</c:v>
                      </c:pt>
                      <c:pt idx="144">
                        <c:v>37.795266844819004</c:v>
                      </c:pt>
                      <c:pt idx="145">
                        <c:v>23.551144602082999</c:v>
                      </c:pt>
                      <c:pt idx="146">
                        <c:v>13.912581170972</c:v>
                      </c:pt>
                      <c:pt idx="147">
                        <c:v>7.7079424800190006</c:v>
                      </c:pt>
                      <c:pt idx="148">
                        <c:v>5.035792790206</c:v>
                      </c:pt>
                      <c:pt idx="149">
                        <c:v>4.8554034611520001</c:v>
                      </c:pt>
                      <c:pt idx="150">
                        <c:v>10.052259399244001</c:v>
                      </c:pt>
                      <c:pt idx="151">
                        <c:v>17.338423113733999</c:v>
                      </c:pt>
                      <c:pt idx="152">
                        <c:v>22.700645646247001</c:v>
                      </c:pt>
                      <c:pt idx="153">
                        <c:v>25.647336186371</c:v>
                      </c:pt>
                      <c:pt idx="154">
                        <c:v>28.530112250586999</c:v>
                      </c:pt>
                      <c:pt idx="155">
                        <c:v>32.033917869391999</c:v>
                      </c:pt>
                      <c:pt idx="156">
                        <c:v>34.193237271077003</c:v>
                      </c:pt>
                      <c:pt idx="157">
                        <c:v>37.319343968314996</c:v>
                      </c:pt>
                      <c:pt idx="158">
                        <c:v>39.630538039779005</c:v>
                      </c:pt>
                      <c:pt idx="159">
                        <c:v>38.530046671066003</c:v>
                      </c:pt>
                      <c:pt idx="160">
                        <c:v>35.005770554896003</c:v>
                      </c:pt>
                      <c:pt idx="161">
                        <c:v>35.091063449032006</c:v>
                      </c:pt>
                      <c:pt idx="162">
                        <c:v>34.394464921507002</c:v>
                      </c:pt>
                      <c:pt idx="163">
                        <c:v>37.032725259960003</c:v>
                      </c:pt>
                      <c:pt idx="164">
                        <c:v>41.785521675821002</c:v>
                      </c:pt>
                      <c:pt idx="165">
                        <c:v>48.381935928341001</c:v>
                      </c:pt>
                      <c:pt idx="166">
                        <c:v>52.765408452457997</c:v>
                      </c:pt>
                      <c:pt idx="167">
                        <c:v>48.486680009849003</c:v>
                      </c:pt>
                      <c:pt idx="168">
                        <c:v>36.280508299607</c:v>
                      </c:pt>
                      <c:pt idx="169">
                        <c:v>22.750522128805002</c:v>
                      </c:pt>
                      <c:pt idx="170">
                        <c:v>12.834804493511999</c:v>
                      </c:pt>
                      <c:pt idx="171">
                        <c:v>7.5136457261130003</c:v>
                      </c:pt>
                      <c:pt idx="172">
                        <c:v>5.219212212445</c:v>
                      </c:pt>
                      <c:pt idx="173">
                        <c:v>5.0283008315069999</c:v>
                      </c:pt>
                      <c:pt idx="174">
                        <c:v>10.473447695836001</c:v>
                      </c:pt>
                      <c:pt idx="175">
                        <c:v>18.426956887111</c:v>
                      </c:pt>
                      <c:pt idx="176">
                        <c:v>23.966812734321</c:v>
                      </c:pt>
                      <c:pt idx="177">
                        <c:v>28.784510168943001</c:v>
                      </c:pt>
                      <c:pt idx="178">
                        <c:v>31.680369189651998</c:v>
                      </c:pt>
                      <c:pt idx="179">
                        <c:v>34.564926208559996</c:v>
                      </c:pt>
                      <c:pt idx="180">
                        <c:v>36.471823102921995</c:v>
                      </c:pt>
                      <c:pt idx="181">
                        <c:v>39.414373822728997</c:v>
                      </c:pt>
                      <c:pt idx="182">
                        <c:v>41.553351330692998</c:v>
                      </c:pt>
                      <c:pt idx="183">
                        <c:v>40.022571594336</c:v>
                      </c:pt>
                      <c:pt idx="184">
                        <c:v>35.899606521895997</c:v>
                      </c:pt>
                      <c:pt idx="185">
                        <c:v>35.531426271860994</c:v>
                      </c:pt>
                      <c:pt idx="186">
                        <c:v>34.620402863568998</c:v>
                      </c:pt>
                      <c:pt idx="187">
                        <c:v>38.481972479926</c:v>
                      </c:pt>
                      <c:pt idx="188">
                        <c:v>42.733741174732003</c:v>
                      </c:pt>
                      <c:pt idx="189">
                        <c:v>49.461195409963999</c:v>
                      </c:pt>
                      <c:pt idx="190">
                        <c:v>53.502603856137995</c:v>
                      </c:pt>
                      <c:pt idx="191">
                        <c:v>50.597855029625997</c:v>
                      </c:pt>
                      <c:pt idx="192">
                        <c:v>40.192314175421998</c:v>
                      </c:pt>
                      <c:pt idx="193">
                        <c:v>26.575744083380997</c:v>
                      </c:pt>
                      <c:pt idx="194">
                        <c:v>16.063084382393001</c:v>
                      </c:pt>
                      <c:pt idx="195">
                        <c:v>9.6265978003049995</c:v>
                      </c:pt>
                      <c:pt idx="196">
                        <c:v>6.2243932429810007</c:v>
                      </c:pt>
                      <c:pt idx="197">
                        <c:v>5.1939697370340001</c:v>
                      </c:pt>
                      <c:pt idx="198">
                        <c:v>9.7019881457359993</c:v>
                      </c:pt>
                      <c:pt idx="199">
                        <c:v>15.961220845024</c:v>
                      </c:pt>
                      <c:pt idx="200">
                        <c:v>21.654914996382001</c:v>
                      </c:pt>
                      <c:pt idx="201">
                        <c:v>26.497465299744</c:v>
                      </c:pt>
                      <c:pt idx="202">
                        <c:v>30.798476231631</c:v>
                      </c:pt>
                      <c:pt idx="203">
                        <c:v>35.943996472370998</c:v>
                      </c:pt>
                      <c:pt idx="204">
                        <c:v>37.359290996915995</c:v>
                      </c:pt>
                      <c:pt idx="205">
                        <c:v>36.808274806900002</c:v>
                      </c:pt>
                      <c:pt idx="206">
                        <c:v>45.125493243918996</c:v>
                      </c:pt>
                      <c:pt idx="207">
                        <c:v>43.384894891106995</c:v>
                      </c:pt>
                      <c:pt idx="208">
                        <c:v>37.009520951992002</c:v>
                      </c:pt>
                      <c:pt idx="209">
                        <c:v>35.840229254881997</c:v>
                      </c:pt>
                      <c:pt idx="210">
                        <c:v>34.994884948360998</c:v>
                      </c:pt>
                      <c:pt idx="211">
                        <c:v>39.765975475658003</c:v>
                      </c:pt>
                      <c:pt idx="212">
                        <c:v>44.260018892839</c:v>
                      </c:pt>
                      <c:pt idx="213">
                        <c:v>50.737775407591002</c:v>
                      </c:pt>
                      <c:pt idx="214">
                        <c:v>55.323861006769995</c:v>
                      </c:pt>
                      <c:pt idx="215">
                        <c:v>51.805188096201</c:v>
                      </c:pt>
                      <c:pt idx="216">
                        <c:v>40.903931725417003</c:v>
                      </c:pt>
                      <c:pt idx="217">
                        <c:v>27.120545016761998</c:v>
                      </c:pt>
                      <c:pt idx="218">
                        <c:v>16.148642702741999</c:v>
                      </c:pt>
                      <c:pt idx="219">
                        <c:v>9.3779865309280002</c:v>
                      </c:pt>
                      <c:pt idx="220">
                        <c:v>5.9328517065650006</c:v>
                      </c:pt>
                      <c:pt idx="221">
                        <c:v>5.0812363042339994</c:v>
                      </c:pt>
                      <c:pt idx="222">
                        <c:v>9.6274440650670012</c:v>
                      </c:pt>
                      <c:pt idx="223">
                        <c:v>16.472653169995002</c:v>
                      </c:pt>
                      <c:pt idx="224">
                        <c:v>22.258815401581</c:v>
                      </c:pt>
                      <c:pt idx="225">
                        <c:v>26.561114528315002</c:v>
                      </c:pt>
                      <c:pt idx="226">
                        <c:v>29.871038238987001</c:v>
                      </c:pt>
                      <c:pt idx="227">
                        <c:v>33.654044710294997</c:v>
                      </c:pt>
                      <c:pt idx="228">
                        <c:v>35.915052324611999</c:v>
                      </c:pt>
                      <c:pt idx="229">
                        <c:v>39.762821075817996</c:v>
                      </c:pt>
                      <c:pt idx="230">
                        <c:v>43.488132087627001</c:v>
                      </c:pt>
                      <c:pt idx="231">
                        <c:v>41.720242627549005</c:v>
                      </c:pt>
                      <c:pt idx="232">
                        <c:v>36.838462865893</c:v>
                      </c:pt>
                      <c:pt idx="233">
                        <c:v>36.406353656972001</c:v>
                      </c:pt>
                      <c:pt idx="234">
                        <c:v>36.147814341844004</c:v>
                      </c:pt>
                      <c:pt idx="235">
                        <c:v>39.624163884742003</c:v>
                      </c:pt>
                      <c:pt idx="236">
                        <c:v>44.323801433145995</c:v>
                      </c:pt>
                      <c:pt idx="237">
                        <c:v>51.213262902577</c:v>
                      </c:pt>
                      <c:pt idx="238">
                        <c:v>52.801308239984003</c:v>
                      </c:pt>
                      <c:pt idx="239">
                        <c:v>48.630095122697</c:v>
                      </c:pt>
                      <c:pt idx="240">
                        <c:v>36.029570825637002</c:v>
                      </c:pt>
                      <c:pt idx="241">
                        <c:v>22.928536942435002</c:v>
                      </c:pt>
                      <c:pt idx="242">
                        <c:v>13.134625231543</c:v>
                      </c:pt>
                      <c:pt idx="243">
                        <c:v>7.7613153228040002</c:v>
                      </c:pt>
                      <c:pt idx="244">
                        <c:v>5.2004969690039999</c:v>
                      </c:pt>
                      <c:pt idx="245">
                        <c:v>4.8391878121210006</c:v>
                      </c:pt>
                      <c:pt idx="246">
                        <c:v>10.030829481642</c:v>
                      </c:pt>
                      <c:pt idx="247">
                        <c:v>17.095997742399</c:v>
                      </c:pt>
                      <c:pt idx="248">
                        <c:v>22.443544937258999</c:v>
                      </c:pt>
                      <c:pt idx="249">
                        <c:v>25.835220662118999</c:v>
                      </c:pt>
                      <c:pt idx="250">
                        <c:v>29.220606836988001</c:v>
                      </c:pt>
                      <c:pt idx="251">
                        <c:v>32.912835653763004</c:v>
                      </c:pt>
                      <c:pt idx="252">
                        <c:v>35.087608694863</c:v>
                      </c:pt>
                      <c:pt idx="253">
                        <c:v>38.157527295879994</c:v>
                      </c:pt>
                      <c:pt idx="254">
                        <c:v>40.713163987534998</c:v>
                      </c:pt>
                      <c:pt idx="255">
                        <c:v>39.410000355042001</c:v>
                      </c:pt>
                      <c:pt idx="256">
                        <c:v>35.686358540811</c:v>
                      </c:pt>
                      <c:pt idx="257">
                        <c:v>37.925357524288998</c:v>
                      </c:pt>
                      <c:pt idx="258">
                        <c:v>37.233032116598999</c:v>
                      </c:pt>
                      <c:pt idx="259">
                        <c:v>39.945635653284995</c:v>
                      </c:pt>
                      <c:pt idx="260">
                        <c:v>43.354232422037995</c:v>
                      </c:pt>
                      <c:pt idx="261">
                        <c:v>49.833821443246997</c:v>
                      </c:pt>
                      <c:pt idx="262">
                        <c:v>52.665213947984995</c:v>
                      </c:pt>
                      <c:pt idx="263">
                        <c:v>47.041064229867004</c:v>
                      </c:pt>
                      <c:pt idx="264">
                        <c:v>34.080249591411999</c:v>
                      </c:pt>
                      <c:pt idx="265">
                        <c:v>20.551992286024998</c:v>
                      </c:pt>
                      <c:pt idx="266">
                        <c:v>11.552577308532001</c:v>
                      </c:pt>
                      <c:pt idx="267">
                        <c:v>6.9733965723719997</c:v>
                      </c:pt>
                      <c:pt idx="268">
                        <c:v>4.8415387986029996</c:v>
                      </c:pt>
                      <c:pt idx="269">
                        <c:v>4.7173583196979996</c:v>
                      </c:pt>
                      <c:pt idx="270">
                        <c:v>9.7998528325740004</c:v>
                      </c:pt>
                      <c:pt idx="271">
                        <c:v>17.094192585563</c:v>
                      </c:pt>
                      <c:pt idx="272">
                        <c:v>22.104891517353</c:v>
                      </c:pt>
                      <c:pt idx="273">
                        <c:v>25.080508243356999</c:v>
                      </c:pt>
                      <c:pt idx="274">
                        <c:v>27.892525500122002</c:v>
                      </c:pt>
                      <c:pt idx="275">
                        <c:v>31.700628030851</c:v>
                      </c:pt>
                      <c:pt idx="276">
                        <c:v>33.757111594154999</c:v>
                      </c:pt>
                      <c:pt idx="277">
                        <c:v>36.750430478089001</c:v>
                      </c:pt>
                      <c:pt idx="278">
                        <c:v>38.753385016266002</c:v>
                      </c:pt>
                      <c:pt idx="279">
                        <c:v>37.946420612251998</c:v>
                      </c:pt>
                      <c:pt idx="280">
                        <c:v>34.411554374125998</c:v>
                      </c:pt>
                      <c:pt idx="281">
                        <c:v>35.464174344023995</c:v>
                      </c:pt>
                      <c:pt idx="282">
                        <c:v>34.567761139376998</c:v>
                      </c:pt>
                      <c:pt idx="283">
                        <c:v>38.756250412217</c:v>
                      </c:pt>
                      <c:pt idx="284">
                        <c:v>42.991363244227003</c:v>
                      </c:pt>
                      <c:pt idx="285">
                        <c:v>50.133773584804999</c:v>
                      </c:pt>
                      <c:pt idx="286">
                        <c:v>53.547520928598004</c:v>
                      </c:pt>
                      <c:pt idx="287">
                        <c:v>48.038008554455004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4-BF3F-49BE-B4BE-2314BCBEA28B}"/>
                  </c:ext>
                </c:extLst>
              </c15:ser>
            </c15:filteredLineSeries>
            <c15:filteredLineSeries>
              <c15:ser>
                <c:idx val="33"/>
                <c:order val="3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12-10-2026'!$AI$1</c15:sqref>
                        </c15:formulaRef>
                      </c:ext>
                    </c:extLst>
                    <c:strCache>
                      <c:ptCount val="1"/>
                      <c:pt idx="0">
                        <c:v>Huawei SGI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12-10-2026'!$AI$2:$AI$289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187.46696135899998</c:v>
                      </c:pt>
                      <c:pt idx="1">
                        <c:v>117.88921813900001</c:v>
                      </c:pt>
                      <c:pt idx="2">
                        <c:v>70.069284902999996</c:v>
                      </c:pt>
                      <c:pt idx="3">
                        <c:v>45.122984993999999</c:v>
                      </c:pt>
                      <c:pt idx="4">
                        <c:v>35.536835783000001</c:v>
                      </c:pt>
                      <c:pt idx="5">
                        <c:v>45.990574733000003</c:v>
                      </c:pt>
                      <c:pt idx="6">
                        <c:v>87.481406819999989</c:v>
                      </c:pt>
                      <c:pt idx="7">
                        <c:v>126.83241651200001</c:v>
                      </c:pt>
                      <c:pt idx="8">
                        <c:v>153.65663006899999</c:v>
                      </c:pt>
                      <c:pt idx="9">
                        <c:v>167.476497408</c:v>
                      </c:pt>
                      <c:pt idx="10">
                        <c:v>184.87874734500002</c:v>
                      </c:pt>
                      <c:pt idx="11">
                        <c:v>206.67004559699998</c:v>
                      </c:pt>
                      <c:pt idx="12">
                        <c:v>222.136038652</c:v>
                      </c:pt>
                      <c:pt idx="13">
                        <c:v>250.12867172800003</c:v>
                      </c:pt>
                      <c:pt idx="14">
                        <c:v>254.38137182200001</c:v>
                      </c:pt>
                      <c:pt idx="15">
                        <c:v>243.20892254899996</c:v>
                      </c:pt>
                      <c:pt idx="16">
                        <c:v>221.942388053</c:v>
                      </c:pt>
                      <c:pt idx="17">
                        <c:v>228.53969704599996</c:v>
                      </c:pt>
                      <c:pt idx="18">
                        <c:v>226.80739363499998</c:v>
                      </c:pt>
                      <c:pt idx="19">
                        <c:v>264.27036843100001</c:v>
                      </c:pt>
                      <c:pt idx="20">
                        <c:v>294.330474783</c:v>
                      </c:pt>
                      <c:pt idx="21">
                        <c:v>328.77870370599999</c:v>
                      </c:pt>
                      <c:pt idx="22">
                        <c:v>323.72101672900004</c:v>
                      </c:pt>
                      <c:pt idx="23">
                        <c:v>278.53602867000001</c:v>
                      </c:pt>
                      <c:pt idx="24">
                        <c:v>207.20621600600001</c:v>
                      </c:pt>
                      <c:pt idx="25">
                        <c:v>136.516466597</c:v>
                      </c:pt>
                      <c:pt idx="26">
                        <c:v>83.595327795000003</c:v>
                      </c:pt>
                      <c:pt idx="27">
                        <c:v>52.802198273000002</c:v>
                      </c:pt>
                      <c:pt idx="28">
                        <c:v>38.524861772999998</c:v>
                      </c:pt>
                      <c:pt idx="29">
                        <c:v>44.905577053000002</c:v>
                      </c:pt>
                      <c:pt idx="30">
                        <c:v>77.726337791999995</c:v>
                      </c:pt>
                      <c:pt idx="31">
                        <c:v>113.22272106299999</c:v>
                      </c:pt>
                      <c:pt idx="32">
                        <c:v>152.005826681</c:v>
                      </c:pt>
                      <c:pt idx="33">
                        <c:v>181.31334270800002</c:v>
                      </c:pt>
                      <c:pt idx="34">
                        <c:v>206.19456412900001</c:v>
                      </c:pt>
                      <c:pt idx="35">
                        <c:v>231.55612114599998</c:v>
                      </c:pt>
                      <c:pt idx="36">
                        <c:v>233.87848296099997</c:v>
                      </c:pt>
                      <c:pt idx="37">
                        <c:v>250.07212709000001</c:v>
                      </c:pt>
                      <c:pt idx="38">
                        <c:v>289.90738547500001</c:v>
                      </c:pt>
                      <c:pt idx="39">
                        <c:v>268.873378554</c:v>
                      </c:pt>
                      <c:pt idx="40">
                        <c:v>235.20339866799998</c:v>
                      </c:pt>
                      <c:pt idx="41">
                        <c:v>236.87292185899997</c:v>
                      </c:pt>
                      <c:pt idx="42">
                        <c:v>232.68300412900001</c:v>
                      </c:pt>
                      <c:pt idx="43">
                        <c:v>270.927435237</c:v>
                      </c:pt>
                      <c:pt idx="44">
                        <c:v>303.902306549</c:v>
                      </c:pt>
                      <c:pt idx="45">
                        <c:v>341.66835393399998</c:v>
                      </c:pt>
                      <c:pt idx="46">
                        <c:v>333.887491426</c:v>
                      </c:pt>
                      <c:pt idx="47">
                        <c:v>287.24974278899998</c:v>
                      </c:pt>
                      <c:pt idx="48">
                        <c:v>213.79887115400001</c:v>
                      </c:pt>
                      <c:pt idx="49">
                        <c:v>139.85029455699998</c:v>
                      </c:pt>
                      <c:pt idx="50">
                        <c:v>83.675179463000006</c:v>
                      </c:pt>
                      <c:pt idx="51">
                        <c:v>52.235300704000004</c:v>
                      </c:pt>
                      <c:pt idx="52">
                        <c:v>38.351828197000003</c:v>
                      </c:pt>
                      <c:pt idx="53">
                        <c:v>45.752794899999998</c:v>
                      </c:pt>
                      <c:pt idx="54">
                        <c:v>81.460540234999996</c:v>
                      </c:pt>
                      <c:pt idx="55">
                        <c:v>118.64329198899999</c:v>
                      </c:pt>
                      <c:pt idx="56">
                        <c:v>154.10970263199999</c:v>
                      </c:pt>
                      <c:pt idx="57">
                        <c:v>176.783049433</c:v>
                      </c:pt>
                      <c:pt idx="58">
                        <c:v>194.20709566400001</c:v>
                      </c:pt>
                      <c:pt idx="59">
                        <c:v>214.91698045300001</c:v>
                      </c:pt>
                      <c:pt idx="60">
                        <c:v>225.68477263800003</c:v>
                      </c:pt>
                      <c:pt idx="61">
                        <c:v>258.54502250500002</c:v>
                      </c:pt>
                      <c:pt idx="62">
                        <c:v>267.34538523700002</c:v>
                      </c:pt>
                      <c:pt idx="63">
                        <c:v>252.44247678800002</c:v>
                      </c:pt>
                      <c:pt idx="64">
                        <c:v>226.80959674900004</c:v>
                      </c:pt>
                      <c:pt idx="65">
                        <c:v>231.45012808599998</c:v>
                      </c:pt>
                      <c:pt idx="66">
                        <c:v>226.83392049199998</c:v>
                      </c:pt>
                      <c:pt idx="67">
                        <c:v>262.70820185600002</c:v>
                      </c:pt>
                      <c:pt idx="68">
                        <c:v>295.522619255</c:v>
                      </c:pt>
                      <c:pt idx="69">
                        <c:v>329.75184657099999</c:v>
                      </c:pt>
                      <c:pt idx="70">
                        <c:v>318.49775707399999</c:v>
                      </c:pt>
                      <c:pt idx="71">
                        <c:v>264.138124576</c:v>
                      </c:pt>
                      <c:pt idx="72">
                        <c:v>185.44364313099999</c:v>
                      </c:pt>
                      <c:pt idx="73">
                        <c:v>114.12190770400001</c:v>
                      </c:pt>
                      <c:pt idx="74">
                        <c:v>67.865369649000002</c:v>
                      </c:pt>
                      <c:pt idx="75">
                        <c:v>43.682311757000008</c:v>
                      </c:pt>
                      <c:pt idx="76">
                        <c:v>34.655273184000002</c:v>
                      </c:pt>
                      <c:pt idx="77">
                        <c:v>44.225631087000004</c:v>
                      </c:pt>
                      <c:pt idx="78">
                        <c:v>84.230668198000004</c:v>
                      </c:pt>
                      <c:pt idx="79">
                        <c:v>120.3748149</c:v>
                      </c:pt>
                      <c:pt idx="80">
                        <c:v>147.79801191000001</c:v>
                      </c:pt>
                      <c:pt idx="81">
                        <c:v>162.15290402300002</c:v>
                      </c:pt>
                      <c:pt idx="82">
                        <c:v>178.10262338000001</c:v>
                      </c:pt>
                      <c:pt idx="83">
                        <c:v>199.85552438599998</c:v>
                      </c:pt>
                      <c:pt idx="84">
                        <c:v>212.659007583</c:v>
                      </c:pt>
                      <c:pt idx="85">
                        <c:v>238.36886941099999</c:v>
                      </c:pt>
                      <c:pt idx="86">
                        <c:v>241.87795501700003</c:v>
                      </c:pt>
                      <c:pt idx="87">
                        <c:v>229.511550524</c:v>
                      </c:pt>
                      <c:pt idx="88">
                        <c:v>217.93525535899997</c:v>
                      </c:pt>
                      <c:pt idx="89">
                        <c:v>227.13321222299999</c:v>
                      </c:pt>
                      <c:pt idx="90">
                        <c:v>224.42159662499998</c:v>
                      </c:pt>
                      <c:pt idx="91">
                        <c:v>261.15045181699998</c:v>
                      </c:pt>
                      <c:pt idx="92">
                        <c:v>295.91793926100001</c:v>
                      </c:pt>
                      <c:pt idx="93">
                        <c:v>328.92297720900007</c:v>
                      </c:pt>
                      <c:pt idx="94">
                        <c:v>313.90061367000004</c:v>
                      </c:pt>
                      <c:pt idx="95">
                        <c:v>254.55765629800004</c:v>
                      </c:pt>
                      <c:pt idx="96">
                        <c:v>174.734946519</c:v>
                      </c:pt>
                      <c:pt idx="97">
                        <c:v>106.66667902</c:v>
                      </c:pt>
                      <c:pt idx="98">
                        <c:v>63.655751055999993</c:v>
                      </c:pt>
                      <c:pt idx="99">
                        <c:v>42.006200444999998</c:v>
                      </c:pt>
                      <c:pt idx="100">
                        <c:v>33.929428942999998</c:v>
                      </c:pt>
                      <c:pt idx="101">
                        <c:v>43.919723200999996</c:v>
                      </c:pt>
                      <c:pt idx="102">
                        <c:v>86.022834982999996</c:v>
                      </c:pt>
                      <c:pt idx="103">
                        <c:v>123.78884334200001</c:v>
                      </c:pt>
                      <c:pt idx="104">
                        <c:v>149.26835171499999</c:v>
                      </c:pt>
                      <c:pt idx="105">
                        <c:v>162.97621594899999</c:v>
                      </c:pt>
                      <c:pt idx="106">
                        <c:v>178.54064482200002</c:v>
                      </c:pt>
                      <c:pt idx="107">
                        <c:v>201.57608627900001</c:v>
                      </c:pt>
                      <c:pt idx="108">
                        <c:v>214.236229022</c:v>
                      </c:pt>
                      <c:pt idx="109">
                        <c:v>240.134683177</c:v>
                      </c:pt>
                      <c:pt idx="110">
                        <c:v>241.282188937</c:v>
                      </c:pt>
                      <c:pt idx="111">
                        <c:v>229.453483858</c:v>
                      </c:pt>
                      <c:pt idx="112">
                        <c:v>217.19825167900001</c:v>
                      </c:pt>
                      <c:pt idx="113">
                        <c:v>224.61672832100001</c:v>
                      </c:pt>
                      <c:pt idx="114">
                        <c:v>222.94729423799998</c:v>
                      </c:pt>
                      <c:pt idx="115">
                        <c:v>260.66472477399998</c:v>
                      </c:pt>
                      <c:pt idx="116">
                        <c:v>296.52507194899999</c:v>
                      </c:pt>
                      <c:pt idx="117">
                        <c:v>332.12090223000001</c:v>
                      </c:pt>
                      <c:pt idx="118">
                        <c:v>316.35848857200006</c:v>
                      </c:pt>
                      <c:pt idx="119">
                        <c:v>257.74125643600001</c:v>
                      </c:pt>
                      <c:pt idx="120">
                        <c:v>177.40802804700002</c:v>
                      </c:pt>
                      <c:pt idx="121">
                        <c:v>108.09880977799999</c:v>
                      </c:pt>
                      <c:pt idx="122">
                        <c:v>63.822781469000006</c:v>
                      </c:pt>
                      <c:pt idx="123">
                        <c:v>41.729720912999994</c:v>
                      </c:pt>
                      <c:pt idx="124">
                        <c:v>33.585241961000001</c:v>
                      </c:pt>
                      <c:pt idx="125">
                        <c:v>43.757949985000003</c:v>
                      </c:pt>
                      <c:pt idx="126">
                        <c:v>86.507182556999993</c:v>
                      </c:pt>
                      <c:pt idx="127">
                        <c:v>125.08205572</c:v>
                      </c:pt>
                      <c:pt idx="128">
                        <c:v>150.77876050500001</c:v>
                      </c:pt>
                      <c:pt idx="129">
                        <c:v>165.11111727700001</c:v>
                      </c:pt>
                      <c:pt idx="130">
                        <c:v>182.42757955899998</c:v>
                      </c:pt>
                      <c:pt idx="131">
                        <c:v>202.767352558</c:v>
                      </c:pt>
                      <c:pt idx="132">
                        <c:v>220.39204464299999</c:v>
                      </c:pt>
                      <c:pt idx="133">
                        <c:v>256.41052153200002</c:v>
                      </c:pt>
                      <c:pt idx="134">
                        <c:v>258.503693242</c:v>
                      </c:pt>
                      <c:pt idx="135">
                        <c:v>241.88796231399999</c:v>
                      </c:pt>
                      <c:pt idx="136">
                        <c:v>220.29396321500002</c:v>
                      </c:pt>
                      <c:pt idx="137">
                        <c:v>226.20606187800001</c:v>
                      </c:pt>
                      <c:pt idx="138">
                        <c:v>241.80356955900001</c:v>
                      </c:pt>
                      <c:pt idx="139">
                        <c:v>277.59297253800003</c:v>
                      </c:pt>
                      <c:pt idx="140">
                        <c:v>299.972481421</c:v>
                      </c:pt>
                      <c:pt idx="141">
                        <c:v>332.86449789699998</c:v>
                      </c:pt>
                      <c:pt idx="142">
                        <c:v>316.84499662099995</c:v>
                      </c:pt>
                      <c:pt idx="143">
                        <c:v>258.32375102199995</c:v>
                      </c:pt>
                      <c:pt idx="144">
                        <c:v>183.77054994900001</c:v>
                      </c:pt>
                      <c:pt idx="145">
                        <c:v>113.85403834500001</c:v>
                      </c:pt>
                      <c:pt idx="146">
                        <c:v>69.360402833999999</c:v>
                      </c:pt>
                      <c:pt idx="147">
                        <c:v>43.24307374</c:v>
                      </c:pt>
                      <c:pt idx="148">
                        <c:v>34.142928732999998</c:v>
                      </c:pt>
                      <c:pt idx="149">
                        <c:v>44.679418843999997</c:v>
                      </c:pt>
                      <c:pt idx="150">
                        <c:v>88.930274842000017</c:v>
                      </c:pt>
                      <c:pt idx="151">
                        <c:v>127.023884474</c:v>
                      </c:pt>
                      <c:pt idx="152">
                        <c:v>153.04071489799998</c:v>
                      </c:pt>
                      <c:pt idx="153">
                        <c:v>166.56542839700001</c:v>
                      </c:pt>
                      <c:pt idx="154">
                        <c:v>181.863910422</c:v>
                      </c:pt>
                      <c:pt idx="155">
                        <c:v>202.89436547499997</c:v>
                      </c:pt>
                      <c:pt idx="156">
                        <c:v>215.27852330400003</c:v>
                      </c:pt>
                      <c:pt idx="157">
                        <c:v>240.82265977500003</c:v>
                      </c:pt>
                      <c:pt idx="158">
                        <c:v>243.460534053</c:v>
                      </c:pt>
                      <c:pt idx="159">
                        <c:v>231.455642926</c:v>
                      </c:pt>
                      <c:pt idx="160">
                        <c:v>222.05262091200001</c:v>
                      </c:pt>
                      <c:pt idx="161">
                        <c:v>230.087785575</c:v>
                      </c:pt>
                      <c:pt idx="162">
                        <c:v>228.39799118799999</c:v>
                      </c:pt>
                      <c:pt idx="163">
                        <c:v>263.50487898299997</c:v>
                      </c:pt>
                      <c:pt idx="164">
                        <c:v>296.31327164599998</c:v>
                      </c:pt>
                      <c:pt idx="165">
                        <c:v>328.35081979300003</c:v>
                      </c:pt>
                      <c:pt idx="166">
                        <c:v>315.39282597699997</c:v>
                      </c:pt>
                      <c:pt idx="167">
                        <c:v>255.85195362899998</c:v>
                      </c:pt>
                      <c:pt idx="168">
                        <c:v>177.43791699499999</c:v>
                      </c:pt>
                      <c:pt idx="169">
                        <c:v>109.03618791199999</c:v>
                      </c:pt>
                      <c:pt idx="170">
                        <c:v>65.423581776999995</c:v>
                      </c:pt>
                      <c:pt idx="171">
                        <c:v>43.020902790000008</c:v>
                      </c:pt>
                      <c:pt idx="172">
                        <c:v>34.851374704000001</c:v>
                      </c:pt>
                      <c:pt idx="173">
                        <c:v>45.511479451</c:v>
                      </c:pt>
                      <c:pt idx="174">
                        <c:v>90.794675807999994</c:v>
                      </c:pt>
                      <c:pt idx="175">
                        <c:v>132.78118974200001</c:v>
                      </c:pt>
                      <c:pt idx="176">
                        <c:v>164.93265427399999</c:v>
                      </c:pt>
                      <c:pt idx="177">
                        <c:v>187.137719167</c:v>
                      </c:pt>
                      <c:pt idx="178">
                        <c:v>195.09651627700001</c:v>
                      </c:pt>
                      <c:pt idx="179">
                        <c:v>210.95150063300002</c:v>
                      </c:pt>
                      <c:pt idx="180">
                        <c:v>226.547820879</c:v>
                      </c:pt>
                      <c:pt idx="181">
                        <c:v>252.71000907499999</c:v>
                      </c:pt>
                      <c:pt idx="182">
                        <c:v>253.59507997899999</c:v>
                      </c:pt>
                      <c:pt idx="183">
                        <c:v>239.83906745199999</c:v>
                      </c:pt>
                      <c:pt idx="184">
                        <c:v>224.44622121499998</c:v>
                      </c:pt>
                      <c:pt idx="185">
                        <c:v>229.92496057900001</c:v>
                      </c:pt>
                      <c:pt idx="186">
                        <c:v>232.39881581999998</c:v>
                      </c:pt>
                      <c:pt idx="187">
                        <c:v>271.47995073200002</c:v>
                      </c:pt>
                      <c:pt idx="188">
                        <c:v>303.35051463999997</c:v>
                      </c:pt>
                      <c:pt idx="189">
                        <c:v>333.60621722999997</c:v>
                      </c:pt>
                      <c:pt idx="190">
                        <c:v>325.30109538199997</c:v>
                      </c:pt>
                      <c:pt idx="191">
                        <c:v>275.06780367499999</c:v>
                      </c:pt>
                      <c:pt idx="192">
                        <c:v>201.94741467800003</c:v>
                      </c:pt>
                      <c:pt idx="193">
                        <c:v>130.55946335500002</c:v>
                      </c:pt>
                      <c:pt idx="194">
                        <c:v>79.673070684999999</c:v>
                      </c:pt>
                      <c:pt idx="195">
                        <c:v>52.264068037999998</c:v>
                      </c:pt>
                      <c:pt idx="196">
                        <c:v>39.28709472700001</c:v>
                      </c:pt>
                      <c:pt idx="197">
                        <c:v>44.149702372</c:v>
                      </c:pt>
                      <c:pt idx="198">
                        <c:v>79.873265703000001</c:v>
                      </c:pt>
                      <c:pt idx="199">
                        <c:v>116.350942518</c:v>
                      </c:pt>
                      <c:pt idx="200">
                        <c:v>156.22013937</c:v>
                      </c:pt>
                      <c:pt idx="201">
                        <c:v>184.39324069900002</c:v>
                      </c:pt>
                      <c:pt idx="202">
                        <c:v>208.64088169099998</c:v>
                      </c:pt>
                      <c:pt idx="203">
                        <c:v>232.50095807399998</c:v>
                      </c:pt>
                      <c:pt idx="204">
                        <c:v>233.28918536999998</c:v>
                      </c:pt>
                      <c:pt idx="205">
                        <c:v>251.14396488200001</c:v>
                      </c:pt>
                      <c:pt idx="206">
                        <c:v>289.87850168699998</c:v>
                      </c:pt>
                      <c:pt idx="207">
                        <c:v>266.70831015699997</c:v>
                      </c:pt>
                      <c:pt idx="208">
                        <c:v>241.98741843900001</c:v>
                      </c:pt>
                      <c:pt idx="209">
                        <c:v>244.57090432500001</c:v>
                      </c:pt>
                      <c:pt idx="210">
                        <c:v>241.40105687700003</c:v>
                      </c:pt>
                      <c:pt idx="211">
                        <c:v>277.83881710100002</c:v>
                      </c:pt>
                      <c:pt idx="212">
                        <c:v>311.20936946099999</c:v>
                      </c:pt>
                      <c:pt idx="213">
                        <c:v>341.760550733</c:v>
                      </c:pt>
                      <c:pt idx="214">
                        <c:v>334.37429565499997</c:v>
                      </c:pt>
                      <c:pt idx="215">
                        <c:v>280.66772010599999</c:v>
                      </c:pt>
                      <c:pt idx="216">
                        <c:v>203.09663789899997</c:v>
                      </c:pt>
                      <c:pt idx="217">
                        <c:v>128.98699106699999</c:v>
                      </c:pt>
                      <c:pt idx="218">
                        <c:v>78.425430173999999</c:v>
                      </c:pt>
                      <c:pt idx="219">
                        <c:v>49.639331087000002</c:v>
                      </c:pt>
                      <c:pt idx="220">
                        <c:v>37.250333189999999</c:v>
                      </c:pt>
                      <c:pt idx="221">
                        <c:v>44.103543264999999</c:v>
                      </c:pt>
                      <c:pt idx="222">
                        <c:v>82.785974390000007</c:v>
                      </c:pt>
                      <c:pt idx="223">
                        <c:v>121.35563635600001</c:v>
                      </c:pt>
                      <c:pt idx="224">
                        <c:v>156.492312005</c:v>
                      </c:pt>
                      <c:pt idx="225">
                        <c:v>176.764971546</c:v>
                      </c:pt>
                      <c:pt idx="226">
                        <c:v>193.45410377000002</c:v>
                      </c:pt>
                      <c:pt idx="227">
                        <c:v>213.198819437</c:v>
                      </c:pt>
                      <c:pt idx="228">
                        <c:v>222.682192628</c:v>
                      </c:pt>
                      <c:pt idx="229">
                        <c:v>256.44645892800003</c:v>
                      </c:pt>
                      <c:pt idx="230">
                        <c:v>265.083143431</c:v>
                      </c:pt>
                      <c:pt idx="231">
                        <c:v>247.844181179</c:v>
                      </c:pt>
                      <c:pt idx="232">
                        <c:v>228.15487695300001</c:v>
                      </c:pt>
                      <c:pt idx="233">
                        <c:v>234.025195078</c:v>
                      </c:pt>
                      <c:pt idx="234">
                        <c:v>235.71161550300002</c:v>
                      </c:pt>
                      <c:pt idx="235">
                        <c:v>269.599517144</c:v>
                      </c:pt>
                      <c:pt idx="236">
                        <c:v>308.162524443</c:v>
                      </c:pt>
                      <c:pt idx="237">
                        <c:v>339.22481165899995</c:v>
                      </c:pt>
                      <c:pt idx="238">
                        <c:v>318.345960676</c:v>
                      </c:pt>
                      <c:pt idx="239">
                        <c:v>256.47872087500002</c:v>
                      </c:pt>
                      <c:pt idx="240">
                        <c:v>176.03389176799999</c:v>
                      </c:pt>
                      <c:pt idx="241">
                        <c:v>108.205781762</c:v>
                      </c:pt>
                      <c:pt idx="242">
                        <c:v>64.899733151000007</c:v>
                      </c:pt>
                      <c:pt idx="243">
                        <c:v>42.915002049999998</c:v>
                      </c:pt>
                      <c:pt idx="244">
                        <c:v>34.588124645999997</c:v>
                      </c:pt>
                      <c:pt idx="245">
                        <c:v>42.90528965899999</c:v>
                      </c:pt>
                      <c:pt idx="246">
                        <c:v>85.447897284999982</c:v>
                      </c:pt>
                      <c:pt idx="247">
                        <c:v>122.41784707900001</c:v>
                      </c:pt>
                      <c:pt idx="248">
                        <c:v>150.59027594200001</c:v>
                      </c:pt>
                      <c:pt idx="249">
                        <c:v>161.71695325900001</c:v>
                      </c:pt>
                      <c:pt idx="250">
                        <c:v>175.68552656599999</c:v>
                      </c:pt>
                      <c:pt idx="251">
                        <c:v>195.880102661</c:v>
                      </c:pt>
                      <c:pt idx="252">
                        <c:v>210.278532082</c:v>
                      </c:pt>
                      <c:pt idx="253">
                        <c:v>236.42173578000001</c:v>
                      </c:pt>
                      <c:pt idx="254">
                        <c:v>239.55970311600004</c:v>
                      </c:pt>
                      <c:pt idx="255">
                        <c:v>227.678434463</c:v>
                      </c:pt>
                      <c:pt idx="256">
                        <c:v>222.349779738</c:v>
                      </c:pt>
                      <c:pt idx="257">
                        <c:v>233.78404357299996</c:v>
                      </c:pt>
                      <c:pt idx="258">
                        <c:v>234.38688153499996</c:v>
                      </c:pt>
                      <c:pt idx="259">
                        <c:v>267.29895006700002</c:v>
                      </c:pt>
                      <c:pt idx="260">
                        <c:v>303.41080034000004</c:v>
                      </c:pt>
                      <c:pt idx="261">
                        <c:v>330.599526019</c:v>
                      </c:pt>
                      <c:pt idx="262">
                        <c:v>313.28545395099997</c:v>
                      </c:pt>
                      <c:pt idx="263">
                        <c:v>248.62760410199996</c:v>
                      </c:pt>
                      <c:pt idx="264">
                        <c:v>171.38814323599999</c:v>
                      </c:pt>
                      <c:pt idx="265">
                        <c:v>103.38155439499999</c:v>
                      </c:pt>
                      <c:pt idx="266">
                        <c:v>61.750631010000006</c:v>
                      </c:pt>
                      <c:pt idx="267">
                        <c:v>41.145618482999993</c:v>
                      </c:pt>
                      <c:pt idx="268">
                        <c:v>33.588993062</c:v>
                      </c:pt>
                      <c:pt idx="269">
                        <c:v>42.841192513000003</c:v>
                      </c:pt>
                      <c:pt idx="270">
                        <c:v>87.846212964000003</c:v>
                      </c:pt>
                      <c:pt idx="271">
                        <c:v>126.712829197</c:v>
                      </c:pt>
                      <c:pt idx="272">
                        <c:v>152.03119952599999</c:v>
                      </c:pt>
                      <c:pt idx="273">
                        <c:v>164.71245664999998</c:v>
                      </c:pt>
                      <c:pt idx="274">
                        <c:v>180.15967297500003</c:v>
                      </c:pt>
                      <c:pt idx="275">
                        <c:v>201.38916662299999</c:v>
                      </c:pt>
                      <c:pt idx="276">
                        <c:v>214.67899741900001</c:v>
                      </c:pt>
                      <c:pt idx="277">
                        <c:v>240.12789334799999</c:v>
                      </c:pt>
                      <c:pt idx="278">
                        <c:v>240.17443131099998</c:v>
                      </c:pt>
                      <c:pt idx="279">
                        <c:v>228.344466842</c:v>
                      </c:pt>
                      <c:pt idx="280">
                        <c:v>223.19664330000001</c:v>
                      </c:pt>
                      <c:pt idx="281">
                        <c:v>231.85614887499997</c:v>
                      </c:pt>
                      <c:pt idx="282">
                        <c:v>233.01782162699999</c:v>
                      </c:pt>
                      <c:pt idx="283">
                        <c:v>270.24346595000003</c:v>
                      </c:pt>
                      <c:pt idx="284">
                        <c:v>307.70573640200001</c:v>
                      </c:pt>
                      <c:pt idx="285">
                        <c:v>335.75872259599998</c:v>
                      </c:pt>
                      <c:pt idx="286">
                        <c:v>313.48510527500002</c:v>
                      </c:pt>
                      <c:pt idx="287">
                        <c:v>248.269448109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5-BF3F-49BE-B4BE-2314BCBEA28B}"/>
                  </c:ext>
                </c:extLst>
              </c15:ser>
            </c15:filteredLineSeries>
            <c15:filteredLineSeries>
              <c15:ser>
                <c:idx val="34"/>
                <c:order val="3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12-10-2026'!$AJ$1</c15:sqref>
                        </c15:formulaRef>
                      </c:ext>
                    </c:extLst>
                    <c:strCache>
                      <c:ptCount val="1"/>
                      <c:pt idx="0">
                        <c:v>Ericsson SGI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12-10-2026'!$AJ$2:$AJ$289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159.565929408269</c:v>
                      </c:pt>
                      <c:pt idx="1">
                        <c:v>101.388959776538</c:v>
                      </c:pt>
                      <c:pt idx="2">
                        <c:v>60.933134680962993</c:v>
                      </c:pt>
                      <c:pt idx="3">
                        <c:v>37.599420147977</c:v>
                      </c:pt>
                      <c:pt idx="4">
                        <c:v>27.209030917080003</c:v>
                      </c:pt>
                      <c:pt idx="5">
                        <c:v>28.247139746367999</c:v>
                      </c:pt>
                      <c:pt idx="6">
                        <c:v>54.734091645412001</c:v>
                      </c:pt>
                      <c:pt idx="7">
                        <c:v>86.151483474174</c:v>
                      </c:pt>
                      <c:pt idx="8">
                        <c:v>109.105618380566</c:v>
                      </c:pt>
                      <c:pt idx="9">
                        <c:v>120.362476185421</c:v>
                      </c:pt>
                      <c:pt idx="10">
                        <c:v>135.14984405832001</c:v>
                      </c:pt>
                      <c:pt idx="11">
                        <c:v>152.645075322694</c:v>
                      </c:pt>
                      <c:pt idx="12">
                        <c:v>165.433138720003</c:v>
                      </c:pt>
                      <c:pt idx="13">
                        <c:v>182.73838879996399</c:v>
                      </c:pt>
                      <c:pt idx="14">
                        <c:v>193.68021905863202</c:v>
                      </c:pt>
                      <c:pt idx="15">
                        <c:v>190.562283630884</c:v>
                      </c:pt>
                      <c:pt idx="16">
                        <c:v>171.070886184025</c:v>
                      </c:pt>
                      <c:pt idx="17">
                        <c:v>178.26695787996803</c:v>
                      </c:pt>
                      <c:pt idx="18">
                        <c:v>177.08921061089501</c:v>
                      </c:pt>
                      <c:pt idx="19">
                        <c:v>194.961146087792</c:v>
                      </c:pt>
                      <c:pt idx="20">
                        <c:v>215.23094646248401</c:v>
                      </c:pt>
                      <c:pt idx="21">
                        <c:v>257.27942247462101</c:v>
                      </c:pt>
                      <c:pt idx="22">
                        <c:v>265.050988247867</c:v>
                      </c:pt>
                      <c:pt idx="23">
                        <c:v>234.64235065867598</c:v>
                      </c:pt>
                      <c:pt idx="24">
                        <c:v>178.40893422098901</c:v>
                      </c:pt>
                      <c:pt idx="25">
                        <c:v>116.39871981150898</c:v>
                      </c:pt>
                      <c:pt idx="26">
                        <c:v>69.409917806102001</c:v>
                      </c:pt>
                      <c:pt idx="27">
                        <c:v>45.407834538144996</c:v>
                      </c:pt>
                      <c:pt idx="28">
                        <c:v>30.963365409218</c:v>
                      </c:pt>
                      <c:pt idx="29">
                        <c:v>28.115829645541002</c:v>
                      </c:pt>
                      <c:pt idx="30">
                        <c:v>46.891502087112002</c:v>
                      </c:pt>
                      <c:pt idx="31">
                        <c:v>68.205872395260002</c:v>
                      </c:pt>
                      <c:pt idx="32">
                        <c:v>97.877652180903993</c:v>
                      </c:pt>
                      <c:pt idx="33">
                        <c:v>124.17389438009903</c:v>
                      </c:pt>
                      <c:pt idx="34">
                        <c:v>147.04698513865699</c:v>
                      </c:pt>
                      <c:pt idx="35">
                        <c:v>168.100666579495</c:v>
                      </c:pt>
                      <c:pt idx="36">
                        <c:v>175.47981834557299</c:v>
                      </c:pt>
                      <c:pt idx="37">
                        <c:v>180.70675485538999</c:v>
                      </c:pt>
                      <c:pt idx="38">
                        <c:v>225.92152503165704</c:v>
                      </c:pt>
                      <c:pt idx="39">
                        <c:v>215.66355789858198</c:v>
                      </c:pt>
                      <c:pt idx="40">
                        <c:v>181.83086992026901</c:v>
                      </c:pt>
                      <c:pt idx="41">
                        <c:v>183.75298010439002</c:v>
                      </c:pt>
                      <c:pt idx="42">
                        <c:v>181.40079549487399</c:v>
                      </c:pt>
                      <c:pt idx="43">
                        <c:v>202.59535879696898</c:v>
                      </c:pt>
                      <c:pt idx="44">
                        <c:v>224.658604156168</c:v>
                      </c:pt>
                      <c:pt idx="45">
                        <c:v>269.95587714879798</c:v>
                      </c:pt>
                      <c:pt idx="46">
                        <c:v>274.19278745388397</c:v>
                      </c:pt>
                      <c:pt idx="47">
                        <c:v>244.599199456272</c:v>
                      </c:pt>
                      <c:pt idx="48">
                        <c:v>186.93884941410499</c:v>
                      </c:pt>
                      <c:pt idx="49">
                        <c:v>124.88896641602199</c:v>
                      </c:pt>
                      <c:pt idx="50">
                        <c:v>75.742426868519999</c:v>
                      </c:pt>
                      <c:pt idx="51">
                        <c:v>45.777378225489997</c:v>
                      </c:pt>
                      <c:pt idx="52">
                        <c:v>30.348680893417999</c:v>
                      </c:pt>
                      <c:pt idx="53">
                        <c:v>27.687562329598997</c:v>
                      </c:pt>
                      <c:pt idx="54">
                        <c:v>48.220767701765993</c:v>
                      </c:pt>
                      <c:pt idx="55">
                        <c:v>72.820138344371998</c:v>
                      </c:pt>
                      <c:pt idx="56">
                        <c:v>101.21201726666</c:v>
                      </c:pt>
                      <c:pt idx="57">
                        <c:v>123.86995298199301</c:v>
                      </c:pt>
                      <c:pt idx="58">
                        <c:v>141.093455946479</c:v>
                      </c:pt>
                      <c:pt idx="59">
                        <c:v>160.44113857196402</c:v>
                      </c:pt>
                      <c:pt idx="60">
                        <c:v>171.36242187406299</c:v>
                      </c:pt>
                      <c:pt idx="61">
                        <c:v>193.41800600589698</c:v>
                      </c:pt>
                      <c:pt idx="62">
                        <c:v>209.00540768016</c:v>
                      </c:pt>
                      <c:pt idx="63">
                        <c:v>202.18149463989801</c:v>
                      </c:pt>
                      <c:pt idx="64">
                        <c:v>177.37513427428598</c:v>
                      </c:pt>
                      <c:pt idx="65">
                        <c:v>182.10350288475303</c:v>
                      </c:pt>
                      <c:pt idx="66">
                        <c:v>180.11639354432501</c:v>
                      </c:pt>
                      <c:pt idx="67">
                        <c:v>197.74864341207501</c:v>
                      </c:pt>
                      <c:pt idx="68">
                        <c:v>217.584011729206</c:v>
                      </c:pt>
                      <c:pt idx="69">
                        <c:v>260.05152597086197</c:v>
                      </c:pt>
                      <c:pt idx="70">
                        <c:v>262.706349980357</c:v>
                      </c:pt>
                      <c:pt idx="71">
                        <c:v>223.94676705244601</c:v>
                      </c:pt>
                      <c:pt idx="72">
                        <c:v>159.560448768014</c:v>
                      </c:pt>
                      <c:pt idx="73">
                        <c:v>99.627981036395994</c:v>
                      </c:pt>
                      <c:pt idx="74">
                        <c:v>59.141093769341992</c:v>
                      </c:pt>
                      <c:pt idx="75">
                        <c:v>36.653141156036</c:v>
                      </c:pt>
                      <c:pt idx="76">
                        <c:v>26.326960532176003</c:v>
                      </c:pt>
                      <c:pt idx="77">
                        <c:v>26.74712407578</c:v>
                      </c:pt>
                      <c:pt idx="78">
                        <c:v>52.189652078259996</c:v>
                      </c:pt>
                      <c:pt idx="79">
                        <c:v>82.293780509849</c:v>
                      </c:pt>
                      <c:pt idx="80">
                        <c:v>105.498683678237</c:v>
                      </c:pt>
                      <c:pt idx="81">
                        <c:v>118.52734894209601</c:v>
                      </c:pt>
                      <c:pt idx="82">
                        <c:v>132.925006200609</c:v>
                      </c:pt>
                      <c:pt idx="83">
                        <c:v>150.10764366150698</c:v>
                      </c:pt>
                      <c:pt idx="84">
                        <c:v>161.29462109034802</c:v>
                      </c:pt>
                      <c:pt idx="85">
                        <c:v>176.33349459502199</c:v>
                      </c:pt>
                      <c:pt idx="86">
                        <c:v>184.577440124916</c:v>
                      </c:pt>
                      <c:pt idx="87">
                        <c:v>180.28739964546199</c:v>
                      </c:pt>
                      <c:pt idx="88">
                        <c:v>167.08671279304198</c:v>
                      </c:pt>
                      <c:pt idx="89">
                        <c:v>177.610377189909</c:v>
                      </c:pt>
                      <c:pt idx="90">
                        <c:v>175.03793233259</c:v>
                      </c:pt>
                      <c:pt idx="91">
                        <c:v>196.07037385476596</c:v>
                      </c:pt>
                      <c:pt idx="92">
                        <c:v>217.31161721417701</c:v>
                      </c:pt>
                      <c:pt idx="93">
                        <c:v>260.99607712525301</c:v>
                      </c:pt>
                      <c:pt idx="94">
                        <c:v>261.20152924585301</c:v>
                      </c:pt>
                      <c:pt idx="95">
                        <c:v>218.25730659572102</c:v>
                      </c:pt>
                      <c:pt idx="96">
                        <c:v>153.620341110015</c:v>
                      </c:pt>
                      <c:pt idx="97">
                        <c:v>95.416579128270996</c:v>
                      </c:pt>
                      <c:pt idx="98">
                        <c:v>56.082370646710999</c:v>
                      </c:pt>
                      <c:pt idx="99">
                        <c:v>34.918153442201998</c:v>
                      </c:pt>
                      <c:pt idx="100">
                        <c:v>25.613297204003</c:v>
                      </c:pt>
                      <c:pt idx="101">
                        <c:v>26.092257765567002</c:v>
                      </c:pt>
                      <c:pt idx="102">
                        <c:v>52.575575461475005</c:v>
                      </c:pt>
                      <c:pt idx="103">
                        <c:v>84.447826248343006</c:v>
                      </c:pt>
                      <c:pt idx="104">
                        <c:v>107.130219307475</c:v>
                      </c:pt>
                      <c:pt idx="105">
                        <c:v>119.106968781006</c:v>
                      </c:pt>
                      <c:pt idx="106">
                        <c:v>133.685377123145</c:v>
                      </c:pt>
                      <c:pt idx="107">
                        <c:v>152.35471081277501</c:v>
                      </c:pt>
                      <c:pt idx="108">
                        <c:v>163.85848820221497</c:v>
                      </c:pt>
                      <c:pt idx="109">
                        <c:v>178.71511456528401</c:v>
                      </c:pt>
                      <c:pt idx="110">
                        <c:v>186.36898511238599</c:v>
                      </c:pt>
                      <c:pt idx="111">
                        <c:v>182.28952042246999</c:v>
                      </c:pt>
                      <c:pt idx="112">
                        <c:v>168.29818070876098</c:v>
                      </c:pt>
                      <c:pt idx="113">
                        <c:v>178.42023697945001</c:v>
                      </c:pt>
                      <c:pt idx="114">
                        <c:v>176.48877847833899</c:v>
                      </c:pt>
                      <c:pt idx="115">
                        <c:v>197.448285321855</c:v>
                      </c:pt>
                      <c:pt idx="116">
                        <c:v>219.03269810823301</c:v>
                      </c:pt>
                      <c:pt idx="117">
                        <c:v>265.29336931226396</c:v>
                      </c:pt>
                      <c:pt idx="118">
                        <c:v>263.11653099822001</c:v>
                      </c:pt>
                      <c:pt idx="119">
                        <c:v>220.18119194875598</c:v>
                      </c:pt>
                      <c:pt idx="120">
                        <c:v>153.72285523590102</c:v>
                      </c:pt>
                      <c:pt idx="121">
                        <c:v>95.129123681535006</c:v>
                      </c:pt>
                      <c:pt idx="122">
                        <c:v>55.697952774488996</c:v>
                      </c:pt>
                      <c:pt idx="123">
                        <c:v>34.560072744318994</c:v>
                      </c:pt>
                      <c:pt idx="124">
                        <c:v>25.496566202186997</c:v>
                      </c:pt>
                      <c:pt idx="125">
                        <c:v>26.575141036472999</c:v>
                      </c:pt>
                      <c:pt idx="126">
                        <c:v>54.155133666590004</c:v>
                      </c:pt>
                      <c:pt idx="127">
                        <c:v>86.914998081792987</c:v>
                      </c:pt>
                      <c:pt idx="128">
                        <c:v>110.00885794263598</c:v>
                      </c:pt>
                      <c:pt idx="129">
                        <c:v>122.30166628345999</c:v>
                      </c:pt>
                      <c:pt idx="130">
                        <c:v>136.31830945287501</c:v>
                      </c:pt>
                      <c:pt idx="131">
                        <c:v>153.00515191832801</c:v>
                      </c:pt>
                      <c:pt idx="132">
                        <c:v>167.97560386508502</c:v>
                      </c:pt>
                      <c:pt idx="133">
                        <c:v>192.249957179809</c:v>
                      </c:pt>
                      <c:pt idx="134">
                        <c:v>199.99797215548699</c:v>
                      </c:pt>
                      <c:pt idx="135">
                        <c:v>192.19646220052601</c:v>
                      </c:pt>
                      <c:pt idx="136">
                        <c:v>170.92963068958503</c:v>
                      </c:pt>
                      <c:pt idx="137">
                        <c:v>180.58068471985501</c:v>
                      </c:pt>
                      <c:pt idx="138">
                        <c:v>197.26161918559001</c:v>
                      </c:pt>
                      <c:pt idx="139">
                        <c:v>220.72634255219998</c:v>
                      </c:pt>
                      <c:pt idx="140">
                        <c:v>226.06798260870599</c:v>
                      </c:pt>
                      <c:pt idx="141">
                        <c:v>269.33596336813702</c:v>
                      </c:pt>
                      <c:pt idx="142">
                        <c:v>264.81608732398701</c:v>
                      </c:pt>
                      <c:pt idx="143">
                        <c:v>220.544376205628</c:v>
                      </c:pt>
                      <c:pt idx="144">
                        <c:v>160.250151990821</c:v>
                      </c:pt>
                      <c:pt idx="145">
                        <c:v>99.755734090379008</c:v>
                      </c:pt>
                      <c:pt idx="146">
                        <c:v>61.130218835313002</c:v>
                      </c:pt>
                      <c:pt idx="147">
                        <c:v>35.976212307661001</c:v>
                      </c:pt>
                      <c:pt idx="148">
                        <c:v>26.200878114561</c:v>
                      </c:pt>
                      <c:pt idx="149">
                        <c:v>27.309118059154997</c:v>
                      </c:pt>
                      <c:pt idx="150">
                        <c:v>54.784010839860002</c:v>
                      </c:pt>
                      <c:pt idx="151">
                        <c:v>88.043785060402996</c:v>
                      </c:pt>
                      <c:pt idx="152">
                        <c:v>112.232306579577</c:v>
                      </c:pt>
                      <c:pt idx="153">
                        <c:v>123.21963067638301</c:v>
                      </c:pt>
                      <c:pt idx="154">
                        <c:v>136.83449556356402</c:v>
                      </c:pt>
                      <c:pt idx="155">
                        <c:v>152.26399937492201</c:v>
                      </c:pt>
                      <c:pt idx="156">
                        <c:v>163.68812410906799</c:v>
                      </c:pt>
                      <c:pt idx="157">
                        <c:v>178.73715586876202</c:v>
                      </c:pt>
                      <c:pt idx="158">
                        <c:v>187.700523927869</c:v>
                      </c:pt>
                      <c:pt idx="159">
                        <c:v>184.365608767266</c:v>
                      </c:pt>
                      <c:pt idx="160">
                        <c:v>171.97389510648699</c:v>
                      </c:pt>
                      <c:pt idx="161">
                        <c:v>184.03948942050201</c:v>
                      </c:pt>
                      <c:pt idx="162">
                        <c:v>181.78508557307299</c:v>
                      </c:pt>
                      <c:pt idx="163">
                        <c:v>203.86034670833598</c:v>
                      </c:pt>
                      <c:pt idx="164">
                        <c:v>222.29003240581801</c:v>
                      </c:pt>
                      <c:pt idx="165">
                        <c:v>265.03024489412201</c:v>
                      </c:pt>
                      <c:pt idx="166">
                        <c:v>263.81297607133803</c:v>
                      </c:pt>
                      <c:pt idx="167">
                        <c:v>215.70690584313701</c:v>
                      </c:pt>
                      <c:pt idx="168">
                        <c:v>150.40791424355001</c:v>
                      </c:pt>
                      <c:pt idx="169">
                        <c:v>92.387209881052001</c:v>
                      </c:pt>
                      <c:pt idx="170">
                        <c:v>55.580607314009995</c:v>
                      </c:pt>
                      <c:pt idx="171">
                        <c:v>35.195532765943994</c:v>
                      </c:pt>
                      <c:pt idx="172">
                        <c:v>26.133933945590996</c:v>
                      </c:pt>
                      <c:pt idx="173">
                        <c:v>27.672555908345</c:v>
                      </c:pt>
                      <c:pt idx="174">
                        <c:v>56.689019479937002</c:v>
                      </c:pt>
                      <c:pt idx="175">
                        <c:v>94.196682055805979</c:v>
                      </c:pt>
                      <c:pt idx="176">
                        <c:v>121.534136577491</c:v>
                      </c:pt>
                      <c:pt idx="177">
                        <c:v>137.038343058332</c:v>
                      </c:pt>
                      <c:pt idx="178">
                        <c:v>148.646420218272</c:v>
                      </c:pt>
                      <c:pt idx="179">
                        <c:v>161.79440083088298</c:v>
                      </c:pt>
                      <c:pt idx="180">
                        <c:v>172.00225015818899</c:v>
                      </c:pt>
                      <c:pt idx="181">
                        <c:v>187.406240140036</c:v>
                      </c:pt>
                      <c:pt idx="182">
                        <c:v>195.51886402599499</c:v>
                      </c:pt>
                      <c:pt idx="183">
                        <c:v>191.47112525776498</c:v>
                      </c:pt>
                      <c:pt idx="184">
                        <c:v>174.22393611225701</c:v>
                      </c:pt>
                      <c:pt idx="185">
                        <c:v>182.94148740625499</c:v>
                      </c:pt>
                      <c:pt idx="186">
                        <c:v>181.51190304137299</c:v>
                      </c:pt>
                      <c:pt idx="187">
                        <c:v>207.71494144375004</c:v>
                      </c:pt>
                      <c:pt idx="188">
                        <c:v>224.39006803038899</c:v>
                      </c:pt>
                      <c:pt idx="189">
                        <c:v>264.49331526930598</c:v>
                      </c:pt>
                      <c:pt idx="190">
                        <c:v>268.02468509322398</c:v>
                      </c:pt>
                      <c:pt idx="191">
                        <c:v>231.52408946775</c:v>
                      </c:pt>
                      <c:pt idx="192">
                        <c:v>172.994387805879</c:v>
                      </c:pt>
                      <c:pt idx="193">
                        <c:v>114.59333758837599</c:v>
                      </c:pt>
                      <c:pt idx="194">
                        <c:v>71.311857148393997</c:v>
                      </c:pt>
                      <c:pt idx="195">
                        <c:v>45.460430833743004</c:v>
                      </c:pt>
                      <c:pt idx="196">
                        <c:v>31.091617834975999</c:v>
                      </c:pt>
                      <c:pt idx="197">
                        <c:v>27.654500628929</c:v>
                      </c:pt>
                      <c:pt idx="198">
                        <c:v>48.032179456534003</c:v>
                      </c:pt>
                      <c:pt idx="199">
                        <c:v>72.580962326503993</c:v>
                      </c:pt>
                      <c:pt idx="200">
                        <c:v>103.02443133455603</c:v>
                      </c:pt>
                      <c:pt idx="201">
                        <c:v>128.99330743987801</c:v>
                      </c:pt>
                      <c:pt idx="202">
                        <c:v>150.93236076986199</c:v>
                      </c:pt>
                      <c:pt idx="203">
                        <c:v>173.17743477997999</c:v>
                      </c:pt>
                      <c:pt idx="204">
                        <c:v>177.00689116599401</c:v>
                      </c:pt>
                      <c:pt idx="205">
                        <c:v>183.32587301630801</c:v>
                      </c:pt>
                      <c:pt idx="206">
                        <c:v>227.43135163807403</c:v>
                      </c:pt>
                      <c:pt idx="207">
                        <c:v>215.062201194354</c:v>
                      </c:pt>
                      <c:pt idx="208">
                        <c:v>183.998722349616</c:v>
                      </c:pt>
                      <c:pt idx="209">
                        <c:v>188.20389264275099</c:v>
                      </c:pt>
                      <c:pt idx="210">
                        <c:v>183.51481143737698</c:v>
                      </c:pt>
                      <c:pt idx="211">
                        <c:v>211.34916648786196</c:v>
                      </c:pt>
                      <c:pt idx="212">
                        <c:v>229.61136923356401</c:v>
                      </c:pt>
                      <c:pt idx="213">
                        <c:v>271.64387956654895</c:v>
                      </c:pt>
                      <c:pt idx="214">
                        <c:v>278.39164641259202</c:v>
                      </c:pt>
                      <c:pt idx="215">
                        <c:v>239.44314652516701</c:v>
                      </c:pt>
                      <c:pt idx="216">
                        <c:v>176.52745847256398</c:v>
                      </c:pt>
                      <c:pt idx="217">
                        <c:v>113.96649232298401</c:v>
                      </c:pt>
                      <c:pt idx="218">
                        <c:v>68.56414617028301</c:v>
                      </c:pt>
                      <c:pt idx="219">
                        <c:v>41.643896183132</c:v>
                      </c:pt>
                      <c:pt idx="220">
                        <c:v>28.563002454009997</c:v>
                      </c:pt>
                      <c:pt idx="221">
                        <c:v>26.587824600649999</c:v>
                      </c:pt>
                      <c:pt idx="222">
                        <c:v>48.522134884416005</c:v>
                      </c:pt>
                      <c:pt idx="223">
                        <c:v>75.819503781517994</c:v>
                      </c:pt>
                      <c:pt idx="224">
                        <c:v>104.84298471230299</c:v>
                      </c:pt>
                      <c:pt idx="225">
                        <c:v>126.31206810438098</c:v>
                      </c:pt>
                      <c:pt idx="226">
                        <c:v>142.93905727592201</c:v>
                      </c:pt>
                      <c:pt idx="227">
                        <c:v>160.85690983160799</c:v>
                      </c:pt>
                      <c:pt idx="228">
                        <c:v>170.12532424769</c:v>
                      </c:pt>
                      <c:pt idx="229">
                        <c:v>193.77099500511798</c:v>
                      </c:pt>
                      <c:pt idx="230">
                        <c:v>209.019112713813</c:v>
                      </c:pt>
                      <c:pt idx="231">
                        <c:v>201.88805119813298</c:v>
                      </c:pt>
                      <c:pt idx="232">
                        <c:v>177.96689624060403</c:v>
                      </c:pt>
                      <c:pt idx="233">
                        <c:v>185.91958719653201</c:v>
                      </c:pt>
                      <c:pt idx="234">
                        <c:v>183.43253997063101</c:v>
                      </c:pt>
                      <c:pt idx="235">
                        <c:v>206.56093398843799</c:v>
                      </c:pt>
                      <c:pt idx="236">
                        <c:v>228.94485313611801</c:v>
                      </c:pt>
                      <c:pt idx="237">
                        <c:v>273.09013768620002</c:v>
                      </c:pt>
                      <c:pt idx="238">
                        <c:v>264.112518869788</c:v>
                      </c:pt>
                      <c:pt idx="239">
                        <c:v>217.33392766477499</c:v>
                      </c:pt>
                      <c:pt idx="240">
                        <c:v>150.51104559630699</c:v>
                      </c:pt>
                      <c:pt idx="241">
                        <c:v>93.475424167531997</c:v>
                      </c:pt>
                      <c:pt idx="242">
                        <c:v>54.941967046523004</c:v>
                      </c:pt>
                      <c:pt idx="243">
                        <c:v>34.328949681897001</c:v>
                      </c:pt>
                      <c:pt idx="244">
                        <c:v>25.323771287630997</c:v>
                      </c:pt>
                      <c:pt idx="245">
                        <c:v>26.063556544576997</c:v>
                      </c:pt>
                      <c:pt idx="246">
                        <c:v>53.195269004902997</c:v>
                      </c:pt>
                      <c:pt idx="247">
                        <c:v>85.853079829953998</c:v>
                      </c:pt>
                      <c:pt idx="248">
                        <c:v>108.19167670027099</c:v>
                      </c:pt>
                      <c:pt idx="249">
                        <c:v>119.32368734596298</c:v>
                      </c:pt>
                      <c:pt idx="250">
                        <c:v>134.014005111382</c:v>
                      </c:pt>
                      <c:pt idx="251">
                        <c:v>152.22467111506398</c:v>
                      </c:pt>
                      <c:pt idx="252">
                        <c:v>163.527251365979</c:v>
                      </c:pt>
                      <c:pt idx="253">
                        <c:v>180.02504961346699</c:v>
                      </c:pt>
                      <c:pt idx="254">
                        <c:v>188.765296902633</c:v>
                      </c:pt>
                      <c:pt idx="255">
                        <c:v>185.273169252369</c:v>
                      </c:pt>
                      <c:pt idx="256">
                        <c:v>174.42035202550699</c:v>
                      </c:pt>
                      <c:pt idx="257">
                        <c:v>190.67882261856198</c:v>
                      </c:pt>
                      <c:pt idx="258">
                        <c:v>185.689403572934</c:v>
                      </c:pt>
                      <c:pt idx="259">
                        <c:v>207.268714789607</c:v>
                      </c:pt>
                      <c:pt idx="260">
                        <c:v>226.826346075716</c:v>
                      </c:pt>
                      <c:pt idx="261">
                        <c:v>267.24312376348905</c:v>
                      </c:pt>
                      <c:pt idx="262">
                        <c:v>261.11142689637995</c:v>
                      </c:pt>
                      <c:pt idx="263">
                        <c:v>209.84572438806103</c:v>
                      </c:pt>
                      <c:pt idx="264">
                        <c:v>142.55525090473</c:v>
                      </c:pt>
                      <c:pt idx="265">
                        <c:v>85.934584032212996</c:v>
                      </c:pt>
                      <c:pt idx="266">
                        <c:v>50.422411972239004</c:v>
                      </c:pt>
                      <c:pt idx="267">
                        <c:v>32.358538844214003</c:v>
                      </c:pt>
                      <c:pt idx="268">
                        <c:v>24.440435342647998</c:v>
                      </c:pt>
                      <c:pt idx="269">
                        <c:v>25.641041115764001</c:v>
                      </c:pt>
                      <c:pt idx="270">
                        <c:v>53.561387815010008</c:v>
                      </c:pt>
                      <c:pt idx="271">
                        <c:v>88.176075327926014</c:v>
                      </c:pt>
                      <c:pt idx="272">
                        <c:v>110.223731715566</c:v>
                      </c:pt>
                      <c:pt idx="273">
                        <c:v>121.34423670136398</c:v>
                      </c:pt>
                      <c:pt idx="274">
                        <c:v>135.21375740192499</c:v>
                      </c:pt>
                      <c:pt idx="275">
                        <c:v>153.14976981960899</c:v>
                      </c:pt>
                      <c:pt idx="276">
                        <c:v>163.71528769961702</c:v>
                      </c:pt>
                      <c:pt idx="277">
                        <c:v>179.100393192322</c:v>
                      </c:pt>
                      <c:pt idx="278">
                        <c:v>187.00869990478702</c:v>
                      </c:pt>
                      <c:pt idx="279">
                        <c:v>183.75321289859599</c:v>
                      </c:pt>
                      <c:pt idx="280">
                        <c:v>172.87704162656902</c:v>
                      </c:pt>
                      <c:pt idx="281">
                        <c:v>185.28051691546901</c:v>
                      </c:pt>
                      <c:pt idx="282">
                        <c:v>180.60187615285002</c:v>
                      </c:pt>
                      <c:pt idx="283">
                        <c:v>206.88868104081001</c:v>
                      </c:pt>
                      <c:pt idx="284">
                        <c:v>229.43260715473102</c:v>
                      </c:pt>
                      <c:pt idx="285">
                        <c:v>272.50845471742201</c:v>
                      </c:pt>
                      <c:pt idx="286">
                        <c:v>264.58035766087301</c:v>
                      </c:pt>
                      <c:pt idx="287">
                        <c:v>211.846810774803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6-BF3F-49BE-B4BE-2314BCBEA28B}"/>
                  </c:ext>
                </c:extLst>
              </c15:ser>
            </c15:filteredLineSeries>
            <c15:filteredLineSeries>
              <c15:ser>
                <c:idx val="35"/>
                <c:order val="3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12-10-2026'!$AK$1</c15:sqref>
                        </c15:formulaRef>
                      </c:ext>
                    </c:extLst>
                    <c:strCache>
                      <c:ptCount val="1"/>
                      <c:pt idx="0">
                        <c:v>SGI Traffic 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12-10-2026'!$AK$2:$AK$289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347.03289076726901</c:v>
                      </c:pt>
                      <c:pt idx="1">
                        <c:v>219.27817791553801</c:v>
                      </c:pt>
                      <c:pt idx="2">
                        <c:v>131.00241958396299</c:v>
                      </c:pt>
                      <c:pt idx="3">
                        <c:v>82.722405141976992</c:v>
                      </c:pt>
                      <c:pt idx="4">
                        <c:v>62.745866700080001</c:v>
                      </c:pt>
                      <c:pt idx="5">
                        <c:v>74.237714479368009</c:v>
                      </c:pt>
                      <c:pt idx="6">
                        <c:v>142.215498465412</c:v>
                      </c:pt>
                      <c:pt idx="7">
                        <c:v>212.98389998617401</c:v>
                      </c:pt>
                      <c:pt idx="8">
                        <c:v>262.76224844956596</c:v>
                      </c:pt>
                      <c:pt idx="9">
                        <c:v>287.83897359342097</c:v>
                      </c:pt>
                      <c:pt idx="10">
                        <c:v>320.02859140332004</c:v>
                      </c:pt>
                      <c:pt idx="11">
                        <c:v>359.31512091969398</c:v>
                      </c:pt>
                      <c:pt idx="12">
                        <c:v>387.56917737200297</c:v>
                      </c:pt>
                      <c:pt idx="13">
                        <c:v>432.86706052796399</c:v>
                      </c:pt>
                      <c:pt idx="14">
                        <c:v>448.06159088063202</c:v>
                      </c:pt>
                      <c:pt idx="15">
                        <c:v>433.77120617988396</c:v>
                      </c:pt>
                      <c:pt idx="16">
                        <c:v>393.01327423702503</c:v>
                      </c:pt>
                      <c:pt idx="17">
                        <c:v>406.80665492596802</c:v>
                      </c:pt>
                      <c:pt idx="18">
                        <c:v>403.89660424589499</c:v>
                      </c:pt>
                      <c:pt idx="19">
                        <c:v>459.23151451879198</c:v>
                      </c:pt>
                      <c:pt idx="20">
                        <c:v>509.56142124548398</c:v>
                      </c:pt>
                      <c:pt idx="21">
                        <c:v>586.058126180621</c:v>
                      </c:pt>
                      <c:pt idx="22">
                        <c:v>588.77200497686704</c:v>
                      </c:pt>
                      <c:pt idx="23">
                        <c:v>513.17837932867599</c:v>
                      </c:pt>
                      <c:pt idx="24">
                        <c:v>385.61515022698904</c:v>
                      </c:pt>
                      <c:pt idx="25">
                        <c:v>252.91518640850899</c:v>
                      </c:pt>
                      <c:pt idx="26">
                        <c:v>153.00524560110199</c:v>
                      </c:pt>
                      <c:pt idx="27">
                        <c:v>98.210032811144998</c:v>
                      </c:pt>
                      <c:pt idx="28">
                        <c:v>69.488227182217997</c:v>
                      </c:pt>
                      <c:pt idx="29">
                        <c:v>73.021406698541</c:v>
                      </c:pt>
                      <c:pt idx="30">
                        <c:v>124.617839879112</c:v>
                      </c:pt>
                      <c:pt idx="31">
                        <c:v>181.42859345826</c:v>
                      </c:pt>
                      <c:pt idx="32">
                        <c:v>249.883478861904</c:v>
                      </c:pt>
                      <c:pt idx="33">
                        <c:v>305.48723708809905</c:v>
                      </c:pt>
                      <c:pt idx="34">
                        <c:v>353.24154926765698</c:v>
                      </c:pt>
                      <c:pt idx="35">
                        <c:v>399.65678772549495</c:v>
                      </c:pt>
                      <c:pt idx="36">
                        <c:v>409.35830130657297</c:v>
                      </c:pt>
                      <c:pt idx="37">
                        <c:v>430.77888194539003</c:v>
                      </c:pt>
                      <c:pt idx="38">
                        <c:v>515.82891050665705</c:v>
                      </c:pt>
                      <c:pt idx="39">
                        <c:v>484.53693645258198</c:v>
                      </c:pt>
                      <c:pt idx="40">
                        <c:v>417.03426858826901</c:v>
                      </c:pt>
                      <c:pt idx="41">
                        <c:v>420.62590196338999</c:v>
                      </c:pt>
                      <c:pt idx="42">
                        <c:v>414.08379962387403</c:v>
                      </c:pt>
                      <c:pt idx="43">
                        <c:v>473.52279403396898</c:v>
                      </c:pt>
                      <c:pt idx="44">
                        <c:v>528.560910705168</c:v>
                      </c:pt>
                      <c:pt idx="45">
                        <c:v>611.62423108279791</c:v>
                      </c:pt>
                      <c:pt idx="46">
                        <c:v>608.08027887988396</c:v>
                      </c:pt>
                      <c:pt idx="47">
                        <c:v>531.84894224527193</c:v>
                      </c:pt>
                      <c:pt idx="48">
                        <c:v>400.73772056810503</c:v>
                      </c:pt>
                      <c:pt idx="49">
                        <c:v>264.73926097302194</c:v>
                      </c:pt>
                      <c:pt idx="50">
                        <c:v>159.41760633152001</c:v>
                      </c:pt>
                      <c:pt idx="51">
                        <c:v>98.012678929489994</c:v>
                      </c:pt>
                      <c:pt idx="52">
                        <c:v>68.700509090417995</c:v>
                      </c:pt>
                      <c:pt idx="53">
                        <c:v>73.440357229598987</c:v>
                      </c:pt>
                      <c:pt idx="54">
                        <c:v>129.68130793676599</c:v>
                      </c:pt>
                      <c:pt idx="55">
                        <c:v>191.463430333372</c:v>
                      </c:pt>
                      <c:pt idx="56">
                        <c:v>255.32171989865998</c:v>
                      </c:pt>
                      <c:pt idx="57">
                        <c:v>300.65300241499301</c:v>
                      </c:pt>
                      <c:pt idx="58">
                        <c:v>335.30055161047903</c:v>
                      </c:pt>
                      <c:pt idx="59">
                        <c:v>375.35811902496403</c:v>
                      </c:pt>
                      <c:pt idx="60">
                        <c:v>397.04719451206302</c:v>
                      </c:pt>
                      <c:pt idx="61">
                        <c:v>451.963028510897</c:v>
                      </c:pt>
                      <c:pt idx="62">
                        <c:v>476.35079291715999</c:v>
                      </c:pt>
                      <c:pt idx="63">
                        <c:v>454.62397142789803</c:v>
                      </c:pt>
                      <c:pt idx="64">
                        <c:v>404.18473102328602</c:v>
                      </c:pt>
                      <c:pt idx="65">
                        <c:v>413.55363097075303</c:v>
                      </c:pt>
                      <c:pt idx="66">
                        <c:v>406.95031403632498</c:v>
                      </c:pt>
                      <c:pt idx="67">
                        <c:v>460.45684526807503</c:v>
                      </c:pt>
                      <c:pt idx="68">
                        <c:v>513.10663098420605</c:v>
                      </c:pt>
                      <c:pt idx="69">
                        <c:v>589.80337254186202</c:v>
                      </c:pt>
                      <c:pt idx="70">
                        <c:v>581.204107054357</c:v>
                      </c:pt>
                      <c:pt idx="71">
                        <c:v>488.08489162844603</c:v>
                      </c:pt>
                      <c:pt idx="72">
                        <c:v>345.00409189901399</c:v>
                      </c:pt>
                      <c:pt idx="73">
                        <c:v>213.74988874039599</c:v>
                      </c:pt>
                      <c:pt idx="74">
                        <c:v>127.00646341834199</c:v>
                      </c:pt>
                      <c:pt idx="75">
                        <c:v>80.335452913036008</c:v>
                      </c:pt>
                      <c:pt idx="76">
                        <c:v>60.982233716176005</c:v>
                      </c:pt>
                      <c:pt idx="77">
                        <c:v>70.972755162780004</c:v>
                      </c:pt>
                      <c:pt idx="78">
                        <c:v>136.42032027625999</c:v>
                      </c:pt>
                      <c:pt idx="79">
                        <c:v>202.66859540984899</c:v>
                      </c:pt>
                      <c:pt idx="80">
                        <c:v>253.29669558823701</c:v>
                      </c:pt>
                      <c:pt idx="81">
                        <c:v>280.68025296509603</c:v>
                      </c:pt>
                      <c:pt idx="82">
                        <c:v>311.02762958060902</c:v>
                      </c:pt>
                      <c:pt idx="83">
                        <c:v>349.963168047507</c:v>
                      </c:pt>
                      <c:pt idx="84">
                        <c:v>373.95362867334802</c:v>
                      </c:pt>
                      <c:pt idx="85">
                        <c:v>414.70236400602198</c:v>
                      </c:pt>
                      <c:pt idx="86">
                        <c:v>426.45539514191603</c:v>
                      </c:pt>
                      <c:pt idx="87">
                        <c:v>409.79895016946199</c:v>
                      </c:pt>
                      <c:pt idx="88">
                        <c:v>385.02196815204195</c:v>
                      </c:pt>
                      <c:pt idx="89">
                        <c:v>404.74358941290899</c:v>
                      </c:pt>
                      <c:pt idx="90">
                        <c:v>399.45952895759001</c:v>
                      </c:pt>
                      <c:pt idx="91">
                        <c:v>457.22082567176597</c:v>
                      </c:pt>
                      <c:pt idx="92">
                        <c:v>513.22955647517699</c:v>
                      </c:pt>
                      <c:pt idx="93">
                        <c:v>589.91905433425313</c:v>
                      </c:pt>
                      <c:pt idx="94">
                        <c:v>575.10214291585305</c:v>
                      </c:pt>
                      <c:pt idx="95">
                        <c:v>472.81496289372103</c:v>
                      </c:pt>
                      <c:pt idx="96">
                        <c:v>328.35528762901504</c:v>
                      </c:pt>
                      <c:pt idx="97">
                        <c:v>202.083258148271</c:v>
                      </c:pt>
                      <c:pt idx="98">
                        <c:v>119.738121702711</c:v>
                      </c:pt>
                      <c:pt idx="99">
                        <c:v>76.924353887201988</c:v>
                      </c:pt>
                      <c:pt idx="100">
                        <c:v>59.542726147002995</c:v>
                      </c:pt>
                      <c:pt idx="101">
                        <c:v>70.011980966566995</c:v>
                      </c:pt>
                      <c:pt idx="102">
                        <c:v>138.59841044447501</c:v>
                      </c:pt>
                      <c:pt idx="103">
                        <c:v>208.23666959034301</c:v>
                      </c:pt>
                      <c:pt idx="104">
                        <c:v>256.39857102247498</c:v>
                      </c:pt>
                      <c:pt idx="105">
                        <c:v>282.083184730006</c:v>
                      </c:pt>
                      <c:pt idx="106">
                        <c:v>312.22602194514502</c:v>
                      </c:pt>
                      <c:pt idx="107">
                        <c:v>353.93079709177505</c:v>
                      </c:pt>
                      <c:pt idx="108">
                        <c:v>378.09471722421495</c:v>
                      </c:pt>
                      <c:pt idx="109">
                        <c:v>418.84979774228401</c:v>
                      </c:pt>
                      <c:pt idx="110">
                        <c:v>427.65117404938599</c:v>
                      </c:pt>
                      <c:pt idx="111">
                        <c:v>411.74300428047002</c:v>
                      </c:pt>
                      <c:pt idx="112">
                        <c:v>385.49643238776099</c:v>
                      </c:pt>
                      <c:pt idx="113">
                        <c:v>403.03696530044999</c:v>
                      </c:pt>
                      <c:pt idx="114">
                        <c:v>399.43607271633897</c:v>
                      </c:pt>
                      <c:pt idx="115">
                        <c:v>458.11301009585497</c:v>
                      </c:pt>
                      <c:pt idx="116">
                        <c:v>515.55777005723303</c:v>
                      </c:pt>
                      <c:pt idx="117">
                        <c:v>597.41427154226403</c:v>
                      </c:pt>
                      <c:pt idx="118">
                        <c:v>579.47501957022007</c:v>
                      </c:pt>
                      <c:pt idx="119">
                        <c:v>477.92244838475597</c:v>
                      </c:pt>
                      <c:pt idx="120">
                        <c:v>331.13088328290104</c:v>
                      </c:pt>
                      <c:pt idx="121">
                        <c:v>203.227933459535</c:v>
                      </c:pt>
                      <c:pt idx="122">
                        <c:v>119.520734243489</c:v>
                      </c:pt>
                      <c:pt idx="123">
                        <c:v>76.289793657318995</c:v>
                      </c:pt>
                      <c:pt idx="124">
                        <c:v>59.081808163186999</c:v>
                      </c:pt>
                      <c:pt idx="125">
                        <c:v>70.333091021472995</c:v>
                      </c:pt>
                      <c:pt idx="126">
                        <c:v>140.66231622358998</c:v>
                      </c:pt>
                      <c:pt idx="127">
                        <c:v>211.99705380179299</c:v>
                      </c:pt>
                      <c:pt idx="128">
                        <c:v>260.78761844763596</c:v>
                      </c:pt>
                      <c:pt idx="129">
                        <c:v>287.41278356046001</c:v>
                      </c:pt>
                      <c:pt idx="130">
                        <c:v>318.74588901187497</c:v>
                      </c:pt>
                      <c:pt idx="131">
                        <c:v>355.77250447632798</c:v>
                      </c:pt>
                      <c:pt idx="132">
                        <c:v>388.36764850808504</c:v>
                      </c:pt>
                      <c:pt idx="133">
                        <c:v>448.66047871180899</c:v>
                      </c:pt>
                      <c:pt idx="134">
                        <c:v>458.50166539748699</c:v>
                      </c:pt>
                      <c:pt idx="135">
                        <c:v>434.08442451452601</c:v>
                      </c:pt>
                      <c:pt idx="136">
                        <c:v>391.22359390458507</c:v>
                      </c:pt>
                      <c:pt idx="137">
                        <c:v>406.78674659785503</c:v>
                      </c:pt>
                      <c:pt idx="138">
                        <c:v>439.06518874459005</c:v>
                      </c:pt>
                      <c:pt idx="139">
                        <c:v>498.31931509020001</c:v>
                      </c:pt>
                      <c:pt idx="140">
                        <c:v>526.04046402970596</c:v>
                      </c:pt>
                      <c:pt idx="141">
                        <c:v>602.20046126513694</c:v>
                      </c:pt>
                      <c:pt idx="142">
                        <c:v>581.66108394498701</c:v>
                      </c:pt>
                      <c:pt idx="143">
                        <c:v>478.86812722762795</c:v>
                      </c:pt>
                      <c:pt idx="144">
                        <c:v>344.02070193982104</c:v>
                      </c:pt>
                      <c:pt idx="145">
                        <c:v>213.609772435379</c:v>
                      </c:pt>
                      <c:pt idx="146">
                        <c:v>130.49062166931299</c:v>
                      </c:pt>
                      <c:pt idx="147">
                        <c:v>79.219286047661001</c:v>
                      </c:pt>
                      <c:pt idx="148">
                        <c:v>60.343806847560998</c:v>
                      </c:pt>
                      <c:pt idx="149">
                        <c:v>71.988536903154994</c:v>
                      </c:pt>
                      <c:pt idx="150">
                        <c:v>143.71428568186002</c:v>
                      </c:pt>
                      <c:pt idx="151">
                        <c:v>215.067669534403</c:v>
                      </c:pt>
                      <c:pt idx="152">
                        <c:v>265.273021477577</c:v>
                      </c:pt>
                      <c:pt idx="153">
                        <c:v>289.78505907338302</c:v>
                      </c:pt>
                      <c:pt idx="154">
                        <c:v>318.69840598556402</c:v>
                      </c:pt>
                      <c:pt idx="155">
                        <c:v>355.15836484992201</c:v>
                      </c:pt>
                      <c:pt idx="156">
                        <c:v>378.96664741306802</c:v>
                      </c:pt>
                      <c:pt idx="157">
                        <c:v>419.55981564376202</c:v>
                      </c:pt>
                      <c:pt idx="158">
                        <c:v>431.16105798086903</c:v>
                      </c:pt>
                      <c:pt idx="159">
                        <c:v>415.82125169326599</c:v>
                      </c:pt>
                      <c:pt idx="160">
                        <c:v>394.02651601848697</c:v>
                      </c:pt>
                      <c:pt idx="161">
                        <c:v>414.12727499550203</c:v>
                      </c:pt>
                      <c:pt idx="162">
                        <c:v>410.18307676107298</c:v>
                      </c:pt>
                      <c:pt idx="163">
                        <c:v>467.36522569133592</c:v>
                      </c:pt>
                      <c:pt idx="164">
                        <c:v>518.60330405181799</c:v>
                      </c:pt>
                      <c:pt idx="165">
                        <c:v>593.38106468712203</c:v>
                      </c:pt>
                      <c:pt idx="166">
                        <c:v>579.205802048338</c:v>
                      </c:pt>
                      <c:pt idx="167">
                        <c:v>471.55885947213699</c:v>
                      </c:pt>
                      <c:pt idx="168">
                        <c:v>327.84583123854998</c:v>
                      </c:pt>
                      <c:pt idx="169">
                        <c:v>201.423397793052</c:v>
                      </c:pt>
                      <c:pt idx="170">
                        <c:v>121.00418909100999</c:v>
                      </c:pt>
                      <c:pt idx="171">
                        <c:v>78.216435555944003</c:v>
                      </c:pt>
                      <c:pt idx="172">
                        <c:v>60.985308649590998</c:v>
                      </c:pt>
                      <c:pt idx="173">
                        <c:v>73.184035359345003</c:v>
                      </c:pt>
                      <c:pt idx="174">
                        <c:v>147.483695287937</c:v>
                      </c:pt>
                      <c:pt idx="175">
                        <c:v>226.97787179780599</c:v>
                      </c:pt>
                      <c:pt idx="176">
                        <c:v>286.466790851491</c:v>
                      </c:pt>
                      <c:pt idx="177">
                        <c:v>324.17606222533198</c:v>
                      </c:pt>
                      <c:pt idx="178">
                        <c:v>343.74293649527203</c:v>
                      </c:pt>
                      <c:pt idx="179">
                        <c:v>372.745901463883</c:v>
                      </c:pt>
                      <c:pt idx="180">
                        <c:v>398.55007103718901</c:v>
                      </c:pt>
                      <c:pt idx="181">
                        <c:v>440.11624921503596</c:v>
                      </c:pt>
                      <c:pt idx="182">
                        <c:v>449.11394400499501</c:v>
                      </c:pt>
                      <c:pt idx="183">
                        <c:v>431.31019270976498</c:v>
                      </c:pt>
                      <c:pt idx="184">
                        <c:v>398.67015732725702</c:v>
                      </c:pt>
                      <c:pt idx="185">
                        <c:v>412.86644798525504</c:v>
                      </c:pt>
                      <c:pt idx="186">
                        <c:v>413.91071886137297</c:v>
                      </c:pt>
                      <c:pt idx="187">
                        <c:v>479.19489217575006</c:v>
                      </c:pt>
                      <c:pt idx="188">
                        <c:v>527.7405826703889</c:v>
                      </c:pt>
                      <c:pt idx="189">
                        <c:v>598.09953249930595</c:v>
                      </c:pt>
                      <c:pt idx="190">
                        <c:v>593.32578047522395</c:v>
                      </c:pt>
                      <c:pt idx="191">
                        <c:v>506.59189314275</c:v>
                      </c:pt>
                      <c:pt idx="192">
                        <c:v>374.94180248387903</c:v>
                      </c:pt>
                      <c:pt idx="193">
                        <c:v>245.15280094337601</c:v>
                      </c:pt>
                      <c:pt idx="194">
                        <c:v>150.98492783339401</c:v>
                      </c:pt>
                      <c:pt idx="195">
                        <c:v>97.724498871743009</c:v>
                      </c:pt>
                      <c:pt idx="196">
                        <c:v>70.378712561976016</c:v>
                      </c:pt>
                      <c:pt idx="197">
                        <c:v>71.804203000928993</c:v>
                      </c:pt>
                      <c:pt idx="198">
                        <c:v>127.905445159534</c:v>
                      </c:pt>
                      <c:pt idx="199">
                        <c:v>188.931904844504</c:v>
                      </c:pt>
                      <c:pt idx="200">
                        <c:v>259.24457070455605</c:v>
                      </c:pt>
                      <c:pt idx="201">
                        <c:v>313.38654813887803</c:v>
                      </c:pt>
                      <c:pt idx="202">
                        <c:v>359.57324246086193</c:v>
                      </c:pt>
                      <c:pt idx="203">
                        <c:v>405.67839285397997</c:v>
                      </c:pt>
                      <c:pt idx="204">
                        <c:v>410.29607653599396</c:v>
                      </c:pt>
                      <c:pt idx="205">
                        <c:v>434.46983789830801</c:v>
                      </c:pt>
                      <c:pt idx="206">
                        <c:v>517.30985332507407</c:v>
                      </c:pt>
                      <c:pt idx="207">
                        <c:v>481.770511351354</c:v>
                      </c:pt>
                      <c:pt idx="208">
                        <c:v>425.98614078861601</c:v>
                      </c:pt>
                      <c:pt idx="209">
                        <c:v>432.774796967751</c:v>
                      </c:pt>
                      <c:pt idx="210">
                        <c:v>424.91586831437701</c:v>
                      </c:pt>
                      <c:pt idx="211">
                        <c:v>489.18798358886198</c:v>
                      </c:pt>
                      <c:pt idx="212">
                        <c:v>540.82073869456394</c:v>
                      </c:pt>
                      <c:pt idx="213">
                        <c:v>613.40443029954895</c:v>
                      </c:pt>
                      <c:pt idx="214">
                        <c:v>612.76594206759205</c:v>
                      </c:pt>
                      <c:pt idx="215">
                        <c:v>520.11086663116703</c:v>
                      </c:pt>
                      <c:pt idx="216">
                        <c:v>379.62409637156395</c:v>
                      </c:pt>
                      <c:pt idx="217">
                        <c:v>242.953483389984</c:v>
                      </c:pt>
                      <c:pt idx="218">
                        <c:v>146.98957634428302</c:v>
                      </c:pt>
                      <c:pt idx="219">
                        <c:v>91.283227270132002</c:v>
                      </c:pt>
                      <c:pt idx="220">
                        <c:v>65.813335644009996</c:v>
                      </c:pt>
                      <c:pt idx="221">
                        <c:v>70.691367865649994</c:v>
                      </c:pt>
                      <c:pt idx="222">
                        <c:v>131.30810927441601</c:v>
                      </c:pt>
                      <c:pt idx="223">
                        <c:v>197.17514013751799</c:v>
                      </c:pt>
                      <c:pt idx="224">
                        <c:v>261.33529671730298</c:v>
                      </c:pt>
                      <c:pt idx="225">
                        <c:v>303.07703965038098</c:v>
                      </c:pt>
                      <c:pt idx="226">
                        <c:v>336.39316104592206</c:v>
                      </c:pt>
                      <c:pt idx="227">
                        <c:v>374.05572926860799</c:v>
                      </c:pt>
                      <c:pt idx="228">
                        <c:v>392.80751687569</c:v>
                      </c:pt>
                      <c:pt idx="229">
                        <c:v>450.21745393311801</c:v>
                      </c:pt>
                      <c:pt idx="230">
                        <c:v>474.102256144813</c:v>
                      </c:pt>
                      <c:pt idx="231">
                        <c:v>449.73223237713296</c:v>
                      </c:pt>
                      <c:pt idx="232">
                        <c:v>406.12177319360404</c:v>
                      </c:pt>
                      <c:pt idx="233">
                        <c:v>419.94478227453203</c:v>
                      </c:pt>
                      <c:pt idx="234">
                        <c:v>419.14415547363103</c:v>
                      </c:pt>
                      <c:pt idx="235">
                        <c:v>476.16045113243797</c:v>
                      </c:pt>
                      <c:pt idx="236">
                        <c:v>537.10737757911807</c:v>
                      </c:pt>
                      <c:pt idx="237">
                        <c:v>612.31494934519992</c:v>
                      </c:pt>
                      <c:pt idx="238">
                        <c:v>582.45847954578801</c:v>
                      </c:pt>
                      <c:pt idx="239">
                        <c:v>473.81264853977501</c:v>
                      </c:pt>
                      <c:pt idx="240">
                        <c:v>326.54493736430697</c:v>
                      </c:pt>
                      <c:pt idx="241">
                        <c:v>201.68120592953198</c:v>
                      </c:pt>
                      <c:pt idx="242">
                        <c:v>119.84170019752301</c:v>
                      </c:pt>
                      <c:pt idx="243">
                        <c:v>77.243951731896999</c:v>
                      </c:pt>
                      <c:pt idx="244">
                        <c:v>59.911895933630994</c:v>
                      </c:pt>
                      <c:pt idx="245">
                        <c:v>68.968846203576987</c:v>
                      </c:pt>
                      <c:pt idx="246">
                        <c:v>138.64316628990298</c:v>
                      </c:pt>
                      <c:pt idx="247">
                        <c:v>208.27092690895401</c:v>
                      </c:pt>
                      <c:pt idx="248">
                        <c:v>258.78195264227099</c:v>
                      </c:pt>
                      <c:pt idx="249">
                        <c:v>281.04064060496296</c:v>
                      </c:pt>
                      <c:pt idx="250">
                        <c:v>309.69953167738197</c:v>
                      </c:pt>
                      <c:pt idx="251">
                        <c:v>348.10477377606401</c:v>
                      </c:pt>
                      <c:pt idx="252">
                        <c:v>373.80578344797902</c:v>
                      </c:pt>
                      <c:pt idx="253">
                        <c:v>416.446785393467</c:v>
                      </c:pt>
                      <c:pt idx="254">
                        <c:v>428.32500001863303</c:v>
                      </c:pt>
                      <c:pt idx="255">
                        <c:v>412.951603715369</c:v>
                      </c:pt>
                      <c:pt idx="256">
                        <c:v>396.77013176350698</c:v>
                      </c:pt>
                      <c:pt idx="257">
                        <c:v>424.46286619156194</c:v>
                      </c:pt>
                      <c:pt idx="258">
                        <c:v>420.07628510793393</c:v>
                      </c:pt>
                      <c:pt idx="259">
                        <c:v>474.56766485660705</c:v>
                      </c:pt>
                      <c:pt idx="260">
                        <c:v>530.2371464157161</c:v>
                      </c:pt>
                      <c:pt idx="261">
                        <c:v>597.84264978248905</c:v>
                      </c:pt>
                      <c:pt idx="262">
                        <c:v>574.39688084737986</c:v>
                      </c:pt>
                      <c:pt idx="263">
                        <c:v>458.47332849006102</c:v>
                      </c:pt>
                      <c:pt idx="264">
                        <c:v>313.94339414072999</c:v>
                      </c:pt>
                      <c:pt idx="265">
                        <c:v>189.31613842721299</c:v>
                      </c:pt>
                      <c:pt idx="266">
                        <c:v>112.17304298223901</c:v>
                      </c:pt>
                      <c:pt idx="267">
                        <c:v>73.504157327213989</c:v>
                      </c:pt>
                      <c:pt idx="268">
                        <c:v>58.029428404648002</c:v>
                      </c:pt>
                      <c:pt idx="269">
                        <c:v>68.482233628764007</c:v>
                      </c:pt>
                      <c:pt idx="270">
                        <c:v>141.40760077901001</c:v>
                      </c:pt>
                      <c:pt idx="271">
                        <c:v>214.88890452492603</c:v>
                      </c:pt>
                      <c:pt idx="272">
                        <c:v>262.254931241566</c:v>
                      </c:pt>
                      <c:pt idx="273">
                        <c:v>286.05669335136395</c:v>
                      </c:pt>
                      <c:pt idx="274">
                        <c:v>315.37343037692506</c:v>
                      </c:pt>
                      <c:pt idx="275">
                        <c:v>354.53893644260899</c:v>
                      </c:pt>
                      <c:pt idx="276">
                        <c:v>378.39428511861706</c:v>
                      </c:pt>
                      <c:pt idx="277">
                        <c:v>419.22828654032196</c:v>
                      </c:pt>
                      <c:pt idx="278">
                        <c:v>427.183131215787</c:v>
                      </c:pt>
                      <c:pt idx="279">
                        <c:v>412.09767974059599</c:v>
                      </c:pt>
                      <c:pt idx="280">
                        <c:v>396.07368492656906</c:v>
                      </c:pt>
                      <c:pt idx="281">
                        <c:v>417.13666579046901</c:v>
                      </c:pt>
                      <c:pt idx="282">
                        <c:v>413.61969777985001</c:v>
                      </c:pt>
                      <c:pt idx="283">
                        <c:v>477.13214699081004</c:v>
                      </c:pt>
                      <c:pt idx="284">
                        <c:v>537.138343556731</c:v>
                      </c:pt>
                      <c:pt idx="285">
                        <c:v>608.26717731342205</c:v>
                      </c:pt>
                      <c:pt idx="286">
                        <c:v>578.06546293587303</c:v>
                      </c:pt>
                      <c:pt idx="287">
                        <c:v>460.11625888380297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7-BF3F-49BE-B4BE-2314BCBEA28B}"/>
                  </c:ext>
                </c:extLst>
              </c15:ser>
            </c15:filteredLineSeries>
            <c15:filteredLineSeries>
              <c15:ser>
                <c:idx val="36"/>
                <c:order val="3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12-10-2026'!$AL$1</c15:sqref>
                        </c15:formulaRef>
                      </c:ext>
                    </c:extLst>
                    <c:strCache>
                      <c:ptCount val="1"/>
                      <c:pt idx="0">
                        <c:v>Huawei GI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3"/>
                    <c:layout>
                      <c:manualLayout>
                        <c:x val="-3.072222222222212E-2"/>
                        <c:y val="-3.0057961504811919E-2"/>
                      </c:manualLayout>
                    </c:layout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lIns="38100" tIns="19050" rIns="38100" bIns="19050" anchor="ctr" anchorCtr="1">
                        <a:spAutoFit/>
                      </a:bodyPr>
                      <a:lstStyle/>
                      <a:p>
                        <a:pPr>
                          <a:defRPr sz="900" b="0" i="0" u="none" strike="noStrike" kern="1200" baseline="0">
                            <a:solidFill>
                              <a:schemeClr val="accen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endParaRPr lang="fr-FR"/>
                      </a:p>
                    </c:txPr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28-BF3F-49BE-B4BE-2314BCBEA28B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dLblPos val="t"/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12-10-2026'!$AL$2:$AL$289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53.961048048999999</c:v>
                      </c:pt>
                      <c:pt idx="1">
                        <c:v>33.934879475999999</c:v>
                      </c:pt>
                      <c:pt idx="2">
                        <c:v>20.458453175000002</c:v>
                      </c:pt>
                      <c:pt idx="3">
                        <c:v>13.515246553000001</c:v>
                      </c:pt>
                      <c:pt idx="4">
                        <c:v>11.199342841</c:v>
                      </c:pt>
                      <c:pt idx="5">
                        <c:v>15.633548565000002</c:v>
                      </c:pt>
                      <c:pt idx="6">
                        <c:v>30.516773288</c:v>
                      </c:pt>
                      <c:pt idx="7">
                        <c:v>41.913903500999993</c:v>
                      </c:pt>
                      <c:pt idx="8">
                        <c:v>47.909843838</c:v>
                      </c:pt>
                      <c:pt idx="9">
                        <c:v>49.803241591999999</c:v>
                      </c:pt>
                      <c:pt idx="10">
                        <c:v>53.218076741000004</c:v>
                      </c:pt>
                      <c:pt idx="11">
                        <c:v>58.440214566999998</c:v>
                      </c:pt>
                      <c:pt idx="12">
                        <c:v>64.013387005999988</c:v>
                      </c:pt>
                      <c:pt idx="13">
                        <c:v>71.479161863999991</c:v>
                      </c:pt>
                      <c:pt idx="14">
                        <c:v>72.786498520000009</c:v>
                      </c:pt>
                      <c:pt idx="15">
                        <c:v>69.656784191999989</c:v>
                      </c:pt>
                      <c:pt idx="16">
                        <c:v>62.692507108000001</c:v>
                      </c:pt>
                      <c:pt idx="17">
                        <c:v>61.981945622999994</c:v>
                      </c:pt>
                      <c:pt idx="18">
                        <c:v>61.651109806999997</c:v>
                      </c:pt>
                      <c:pt idx="19">
                        <c:v>70.968180586000003</c:v>
                      </c:pt>
                      <c:pt idx="20">
                        <c:v>77.712025797999999</c:v>
                      </c:pt>
                      <c:pt idx="21">
                        <c:v>87.105576611000004</c:v>
                      </c:pt>
                      <c:pt idx="22">
                        <c:v>88.433498696000001</c:v>
                      </c:pt>
                      <c:pt idx="23">
                        <c:v>78.035758367</c:v>
                      </c:pt>
                      <c:pt idx="24">
                        <c:v>59.036733967999993</c:v>
                      </c:pt>
                      <c:pt idx="25">
                        <c:v>39.012867626000002</c:v>
                      </c:pt>
                      <c:pt idx="26">
                        <c:v>24.255259156000001</c:v>
                      </c:pt>
                      <c:pt idx="27">
                        <c:v>15.69046878</c:v>
                      </c:pt>
                      <c:pt idx="28">
                        <c:v>11.889327358999999</c:v>
                      </c:pt>
                      <c:pt idx="29">
                        <c:v>15.046525666999997</c:v>
                      </c:pt>
                      <c:pt idx="30">
                        <c:v>27.436517350000003</c:v>
                      </c:pt>
                      <c:pt idx="31">
                        <c:v>38.554395462000002</c:v>
                      </c:pt>
                      <c:pt idx="32">
                        <c:v>48.341318554000004</c:v>
                      </c:pt>
                      <c:pt idx="33">
                        <c:v>54.40400708</c:v>
                      </c:pt>
                      <c:pt idx="34">
                        <c:v>59.497142034999996</c:v>
                      </c:pt>
                      <c:pt idx="35">
                        <c:v>65.787198036000007</c:v>
                      </c:pt>
                      <c:pt idx="36">
                        <c:v>68.003646361999998</c:v>
                      </c:pt>
                      <c:pt idx="37">
                        <c:v>71.600549530999999</c:v>
                      </c:pt>
                      <c:pt idx="38">
                        <c:v>81.237301926000001</c:v>
                      </c:pt>
                      <c:pt idx="39">
                        <c:v>75.830493257000001</c:v>
                      </c:pt>
                      <c:pt idx="40">
                        <c:v>65.977852354999996</c:v>
                      </c:pt>
                      <c:pt idx="41">
                        <c:v>63.916553901999997</c:v>
                      </c:pt>
                      <c:pt idx="42">
                        <c:v>63.231395914000004</c:v>
                      </c:pt>
                      <c:pt idx="43">
                        <c:v>72.970423568000001</c:v>
                      </c:pt>
                      <c:pt idx="44">
                        <c:v>80.418602921000002</c:v>
                      </c:pt>
                      <c:pt idx="45">
                        <c:v>90.314250755000003</c:v>
                      </c:pt>
                      <c:pt idx="46">
                        <c:v>90.573097134999998</c:v>
                      </c:pt>
                      <c:pt idx="47">
                        <c:v>79.915384368000005</c:v>
                      </c:pt>
                      <c:pt idx="48">
                        <c:v>60.432754686999999</c:v>
                      </c:pt>
                      <c:pt idx="49">
                        <c:v>39.877346684999999</c:v>
                      </c:pt>
                      <c:pt idx="50">
                        <c:v>24.240434090000001</c:v>
                      </c:pt>
                      <c:pt idx="51">
                        <c:v>15.559706990999999</c:v>
                      </c:pt>
                      <c:pt idx="52">
                        <c:v>12.119077467</c:v>
                      </c:pt>
                      <c:pt idx="53">
                        <c:v>15.664858150000001</c:v>
                      </c:pt>
                      <c:pt idx="54">
                        <c:v>28.734960816999997</c:v>
                      </c:pt>
                      <c:pt idx="55">
                        <c:v>40.228211696999999</c:v>
                      </c:pt>
                      <c:pt idx="56">
                        <c:v>48.769106445000006</c:v>
                      </c:pt>
                      <c:pt idx="57">
                        <c:v>52.486300454000002</c:v>
                      </c:pt>
                      <c:pt idx="58">
                        <c:v>55.936915390000003</c:v>
                      </c:pt>
                      <c:pt idx="59">
                        <c:v>60.737801238999999</c:v>
                      </c:pt>
                      <c:pt idx="60">
                        <c:v>64.878831730999991</c:v>
                      </c:pt>
                      <c:pt idx="61">
                        <c:v>73.173957373999997</c:v>
                      </c:pt>
                      <c:pt idx="62">
                        <c:v>76.101408052000011</c:v>
                      </c:pt>
                      <c:pt idx="63">
                        <c:v>72.106558010000001</c:v>
                      </c:pt>
                      <c:pt idx="64">
                        <c:v>63.723195673999996</c:v>
                      </c:pt>
                      <c:pt idx="65">
                        <c:v>62.228002205000003</c:v>
                      </c:pt>
                      <c:pt idx="66">
                        <c:v>61.088416026999994</c:v>
                      </c:pt>
                      <c:pt idx="67">
                        <c:v>70.335165823000011</c:v>
                      </c:pt>
                      <c:pt idx="68">
                        <c:v>77.995733586999989</c:v>
                      </c:pt>
                      <c:pt idx="69">
                        <c:v>87.41699289799999</c:v>
                      </c:pt>
                      <c:pt idx="70">
                        <c:v>87.148446499000002</c:v>
                      </c:pt>
                      <c:pt idx="71">
                        <c:v>74.440371499999998</c:v>
                      </c:pt>
                      <c:pt idx="72">
                        <c:v>53.347118545999997</c:v>
                      </c:pt>
                      <c:pt idx="73">
                        <c:v>33.075760187</c:v>
                      </c:pt>
                      <c:pt idx="74">
                        <c:v>19.945756433</c:v>
                      </c:pt>
                      <c:pt idx="75">
                        <c:v>13.16120991</c:v>
                      </c:pt>
                      <c:pt idx="76">
                        <c:v>10.999494760000001</c:v>
                      </c:pt>
                      <c:pt idx="77">
                        <c:v>15.178544813</c:v>
                      </c:pt>
                      <c:pt idx="78">
                        <c:v>29.605555205999998</c:v>
                      </c:pt>
                      <c:pt idx="79">
                        <c:v>40.073107309999997</c:v>
                      </c:pt>
                      <c:pt idx="80">
                        <c:v>46.026290924999998</c:v>
                      </c:pt>
                      <c:pt idx="81">
                        <c:v>48.099671415000003</c:v>
                      </c:pt>
                      <c:pt idx="82">
                        <c:v>51.088508671999996</c:v>
                      </c:pt>
                      <c:pt idx="83">
                        <c:v>56.268320889999998</c:v>
                      </c:pt>
                      <c:pt idx="84">
                        <c:v>61.278391262</c:v>
                      </c:pt>
                      <c:pt idx="85">
                        <c:v>68.200348986999998</c:v>
                      </c:pt>
                      <c:pt idx="86">
                        <c:v>69.178828092000003</c:v>
                      </c:pt>
                      <c:pt idx="87">
                        <c:v>65.755036212000007</c:v>
                      </c:pt>
                      <c:pt idx="88">
                        <c:v>60.645383154000001</c:v>
                      </c:pt>
                      <c:pt idx="89">
                        <c:v>60.228766052000005</c:v>
                      </c:pt>
                      <c:pt idx="90">
                        <c:v>60.015982078999997</c:v>
                      </c:pt>
                      <c:pt idx="91">
                        <c:v>69.553288014999993</c:v>
                      </c:pt>
                      <c:pt idx="92">
                        <c:v>77.482774112000001</c:v>
                      </c:pt>
                      <c:pt idx="93">
                        <c:v>86.964712340999995</c:v>
                      </c:pt>
                      <c:pt idx="94">
                        <c:v>85.993075473999994</c:v>
                      </c:pt>
                      <c:pt idx="95">
                        <c:v>71.717626574999997</c:v>
                      </c:pt>
                      <c:pt idx="96">
                        <c:v>50.022969750999998</c:v>
                      </c:pt>
                      <c:pt idx="97">
                        <c:v>30.859466329999997</c:v>
                      </c:pt>
                      <c:pt idx="98">
                        <c:v>18.660908860999999</c:v>
                      </c:pt>
                      <c:pt idx="99">
                        <c:v>12.520913726</c:v>
                      </c:pt>
                      <c:pt idx="100">
                        <c:v>10.696100568999999</c:v>
                      </c:pt>
                      <c:pt idx="101">
                        <c:v>14.949010214999999</c:v>
                      </c:pt>
                      <c:pt idx="102">
                        <c:v>29.842050498999999</c:v>
                      </c:pt>
                      <c:pt idx="103">
                        <c:v>40.672688884999999</c:v>
                      </c:pt>
                      <c:pt idx="104">
                        <c:v>46.279349811000003</c:v>
                      </c:pt>
                      <c:pt idx="105">
                        <c:v>48.225371628000005</c:v>
                      </c:pt>
                      <c:pt idx="106">
                        <c:v>51.119315350000001</c:v>
                      </c:pt>
                      <c:pt idx="107">
                        <c:v>56.857299053000006</c:v>
                      </c:pt>
                      <c:pt idx="108">
                        <c:v>61.787993780000008</c:v>
                      </c:pt>
                      <c:pt idx="109">
                        <c:v>68.788553239999999</c:v>
                      </c:pt>
                      <c:pt idx="110">
                        <c:v>69.276779156000003</c:v>
                      </c:pt>
                      <c:pt idx="111">
                        <c:v>65.702595790999993</c:v>
                      </c:pt>
                      <c:pt idx="112">
                        <c:v>60.638279718</c:v>
                      </c:pt>
                      <c:pt idx="113">
                        <c:v>60.222301395000002</c:v>
                      </c:pt>
                      <c:pt idx="114">
                        <c:v>60.126781029</c:v>
                      </c:pt>
                      <c:pt idx="115">
                        <c:v>69.875357715999996</c:v>
                      </c:pt>
                      <c:pt idx="116">
                        <c:v>77.801759779000008</c:v>
                      </c:pt>
                      <c:pt idx="117">
                        <c:v>88.013506806999999</c:v>
                      </c:pt>
                      <c:pt idx="118">
                        <c:v>86.656073417000002</c:v>
                      </c:pt>
                      <c:pt idx="119">
                        <c:v>72.745189758999999</c:v>
                      </c:pt>
                      <c:pt idx="120">
                        <c:v>50.85645756000001</c:v>
                      </c:pt>
                      <c:pt idx="121">
                        <c:v>31.237904672999999</c:v>
                      </c:pt>
                      <c:pt idx="122">
                        <c:v>18.809625209</c:v>
                      </c:pt>
                      <c:pt idx="123">
                        <c:v>12.524213945</c:v>
                      </c:pt>
                      <c:pt idx="124">
                        <c:v>10.640888636000001</c:v>
                      </c:pt>
                      <c:pt idx="125">
                        <c:v>14.890802008999998</c:v>
                      </c:pt>
                      <c:pt idx="126">
                        <c:v>30.136199638000001</c:v>
                      </c:pt>
                      <c:pt idx="127">
                        <c:v>41.113212701999998</c:v>
                      </c:pt>
                      <c:pt idx="128">
                        <c:v>46.715320458000001</c:v>
                      </c:pt>
                      <c:pt idx="129">
                        <c:v>48.733542788999998</c:v>
                      </c:pt>
                      <c:pt idx="130">
                        <c:v>52.037374526999997</c:v>
                      </c:pt>
                      <c:pt idx="131">
                        <c:v>57.034030506999997</c:v>
                      </c:pt>
                      <c:pt idx="132">
                        <c:v>63.274832758999999</c:v>
                      </c:pt>
                      <c:pt idx="133">
                        <c:v>72.483670588999999</c:v>
                      </c:pt>
                      <c:pt idx="134">
                        <c:v>73.600434071999999</c:v>
                      </c:pt>
                      <c:pt idx="135">
                        <c:v>69.417002870999994</c:v>
                      </c:pt>
                      <c:pt idx="136">
                        <c:v>61.434704533000001</c:v>
                      </c:pt>
                      <c:pt idx="137">
                        <c:v>60.561656675999998</c:v>
                      </c:pt>
                      <c:pt idx="138">
                        <c:v>64.569228154000001</c:v>
                      </c:pt>
                      <c:pt idx="139">
                        <c:v>74.159598082999992</c:v>
                      </c:pt>
                      <c:pt idx="140">
                        <c:v>78.883173370000009</c:v>
                      </c:pt>
                      <c:pt idx="141">
                        <c:v>88.174549375999987</c:v>
                      </c:pt>
                      <c:pt idx="142">
                        <c:v>87.044337432999995</c:v>
                      </c:pt>
                      <c:pt idx="143">
                        <c:v>72.776419099000009</c:v>
                      </c:pt>
                      <c:pt idx="144">
                        <c:v>52.230181242</c:v>
                      </c:pt>
                      <c:pt idx="145">
                        <c:v>32.778093780999995</c:v>
                      </c:pt>
                      <c:pt idx="146">
                        <c:v>20.109782379999999</c:v>
                      </c:pt>
                      <c:pt idx="147">
                        <c:v>13.023306447</c:v>
                      </c:pt>
                      <c:pt idx="148">
                        <c:v>10.867242294</c:v>
                      </c:pt>
                      <c:pt idx="149">
                        <c:v>15.107818971999999</c:v>
                      </c:pt>
                      <c:pt idx="150">
                        <c:v>30.881430487999999</c:v>
                      </c:pt>
                      <c:pt idx="151">
                        <c:v>41.698238361000001</c:v>
                      </c:pt>
                      <c:pt idx="152">
                        <c:v>47.244425262</c:v>
                      </c:pt>
                      <c:pt idx="153">
                        <c:v>49.021612082000004</c:v>
                      </c:pt>
                      <c:pt idx="154">
                        <c:v>51.802681101999994</c:v>
                      </c:pt>
                      <c:pt idx="155">
                        <c:v>57.250349455999995</c:v>
                      </c:pt>
                      <c:pt idx="156">
                        <c:v>62.106661809000002</c:v>
                      </c:pt>
                      <c:pt idx="157">
                        <c:v>69.014236255</c:v>
                      </c:pt>
                      <c:pt idx="158">
                        <c:v>69.691577112999994</c:v>
                      </c:pt>
                      <c:pt idx="159">
                        <c:v>66.667244814</c:v>
                      </c:pt>
                      <c:pt idx="160">
                        <c:v>62.086576109999996</c:v>
                      </c:pt>
                      <c:pt idx="161">
                        <c:v>61.451874446999994</c:v>
                      </c:pt>
                      <c:pt idx="162">
                        <c:v>61.235998116999994</c:v>
                      </c:pt>
                      <c:pt idx="163">
                        <c:v>70.373820358000003</c:v>
                      </c:pt>
                      <c:pt idx="164">
                        <c:v>77.931515861000008</c:v>
                      </c:pt>
                      <c:pt idx="165">
                        <c:v>87.113978114999995</c:v>
                      </c:pt>
                      <c:pt idx="166">
                        <c:v>86.466176872999995</c:v>
                      </c:pt>
                      <c:pt idx="167">
                        <c:v>72.462759296000002</c:v>
                      </c:pt>
                      <c:pt idx="168">
                        <c:v>50.957414048000004</c:v>
                      </c:pt>
                      <c:pt idx="169">
                        <c:v>31.639815945000002</c:v>
                      </c:pt>
                      <c:pt idx="170">
                        <c:v>19.443210089000001</c:v>
                      </c:pt>
                      <c:pt idx="171">
                        <c:v>13.046458910999998</c:v>
                      </c:pt>
                      <c:pt idx="172">
                        <c:v>11.142256143000001</c:v>
                      </c:pt>
                      <c:pt idx="173">
                        <c:v>15.386462504000001</c:v>
                      </c:pt>
                      <c:pt idx="174">
                        <c:v>31.463996713999997</c:v>
                      </c:pt>
                      <c:pt idx="175">
                        <c:v>43.618279048000005</c:v>
                      </c:pt>
                      <c:pt idx="176">
                        <c:v>50.771207158999999</c:v>
                      </c:pt>
                      <c:pt idx="177">
                        <c:v>53.855534024999997</c:v>
                      </c:pt>
                      <c:pt idx="178">
                        <c:v>54.709601980000002</c:v>
                      </c:pt>
                      <c:pt idx="179">
                        <c:v>58.787482564000001</c:v>
                      </c:pt>
                      <c:pt idx="180">
                        <c:v>64.315471813000002</c:v>
                      </c:pt>
                      <c:pt idx="181">
                        <c:v>71.728417624000002</c:v>
                      </c:pt>
                      <c:pt idx="182">
                        <c:v>72.247846831000004</c:v>
                      </c:pt>
                      <c:pt idx="183">
                        <c:v>68.420820652000003</c:v>
                      </c:pt>
                      <c:pt idx="184">
                        <c:v>62.960864690999998</c:v>
                      </c:pt>
                      <c:pt idx="185">
                        <c:v>61.916546302</c:v>
                      </c:pt>
                      <c:pt idx="186">
                        <c:v>62.986221787999995</c:v>
                      </c:pt>
                      <c:pt idx="187">
                        <c:v>72.891657559000009</c:v>
                      </c:pt>
                      <c:pt idx="188">
                        <c:v>79.653075916000006</c:v>
                      </c:pt>
                      <c:pt idx="189">
                        <c:v>88.193827777999999</c:v>
                      </c:pt>
                      <c:pt idx="190">
                        <c:v>88.660658974</c:v>
                      </c:pt>
                      <c:pt idx="191">
                        <c:v>77.354256334000013</c:v>
                      </c:pt>
                      <c:pt idx="192">
                        <c:v>57.835881156999996</c:v>
                      </c:pt>
                      <c:pt idx="193">
                        <c:v>37.847203388000004</c:v>
                      </c:pt>
                      <c:pt idx="194">
                        <c:v>23.262664893</c:v>
                      </c:pt>
                      <c:pt idx="195">
                        <c:v>15.744015932</c:v>
                      </c:pt>
                      <c:pt idx="196">
                        <c:v>12.365899811</c:v>
                      </c:pt>
                      <c:pt idx="197">
                        <c:v>15.048348609</c:v>
                      </c:pt>
                      <c:pt idx="198">
                        <c:v>28.093946209999999</c:v>
                      </c:pt>
                      <c:pt idx="199">
                        <c:v>39.574851525999996</c:v>
                      </c:pt>
                      <c:pt idx="200">
                        <c:v>49.530406434</c:v>
                      </c:pt>
                      <c:pt idx="201">
                        <c:v>54.956933322000012</c:v>
                      </c:pt>
                      <c:pt idx="202">
                        <c:v>59.814796288000004</c:v>
                      </c:pt>
                      <c:pt idx="203">
                        <c:v>65.782811558000006</c:v>
                      </c:pt>
                      <c:pt idx="204">
                        <c:v>67.768638632000005</c:v>
                      </c:pt>
                      <c:pt idx="205">
                        <c:v>71.382123784000001</c:v>
                      </c:pt>
                      <c:pt idx="206">
                        <c:v>80.876956002</c:v>
                      </c:pt>
                      <c:pt idx="207">
                        <c:v>75.084040458999993</c:v>
                      </c:pt>
                      <c:pt idx="208">
                        <c:v>66.649167904999999</c:v>
                      </c:pt>
                      <c:pt idx="209">
                        <c:v>65.092530640000007</c:v>
                      </c:pt>
                      <c:pt idx="210">
                        <c:v>65.022443664999997</c:v>
                      </c:pt>
                      <c:pt idx="211">
                        <c:v>74.514440329999999</c:v>
                      </c:pt>
                      <c:pt idx="212">
                        <c:v>82.190452125000007</c:v>
                      </c:pt>
                      <c:pt idx="213">
                        <c:v>90.724769041000002</c:v>
                      </c:pt>
                      <c:pt idx="214">
                        <c:v>91.079486118000005</c:v>
                      </c:pt>
                      <c:pt idx="215">
                        <c:v>78.839939904000005</c:v>
                      </c:pt>
                      <c:pt idx="216">
                        <c:v>58.416709417999996</c:v>
                      </c:pt>
                      <c:pt idx="217">
                        <c:v>37.720880640000004</c:v>
                      </c:pt>
                      <c:pt idx="218">
                        <c:v>23.470642804000001</c:v>
                      </c:pt>
                      <c:pt idx="219">
                        <c:v>15.268478323</c:v>
                      </c:pt>
                      <c:pt idx="220">
                        <c:v>12.086890586999999</c:v>
                      </c:pt>
                      <c:pt idx="221">
                        <c:v>15.08354437</c:v>
                      </c:pt>
                      <c:pt idx="222">
                        <c:v>29.260158363999999</c:v>
                      </c:pt>
                      <c:pt idx="223">
                        <c:v>41.110128618999994</c:v>
                      </c:pt>
                      <c:pt idx="224">
                        <c:v>49.434429952000002</c:v>
                      </c:pt>
                      <c:pt idx="225">
                        <c:v>52.979937968000002</c:v>
                      </c:pt>
                      <c:pt idx="226">
                        <c:v>55.873985597000001</c:v>
                      </c:pt>
                      <c:pt idx="227">
                        <c:v>60.555452105000001</c:v>
                      </c:pt>
                      <c:pt idx="228">
                        <c:v>64.588379799999998</c:v>
                      </c:pt>
                      <c:pt idx="229">
                        <c:v>72.749505081999999</c:v>
                      </c:pt>
                      <c:pt idx="230">
                        <c:v>75.297597245999995</c:v>
                      </c:pt>
                      <c:pt idx="231">
                        <c:v>70.913894706999997</c:v>
                      </c:pt>
                      <c:pt idx="232">
                        <c:v>63.649775177000002</c:v>
                      </c:pt>
                      <c:pt idx="233">
                        <c:v>62.818698561999994</c:v>
                      </c:pt>
                      <c:pt idx="234">
                        <c:v>63.660729586999992</c:v>
                      </c:pt>
                      <c:pt idx="235">
                        <c:v>72.556388369000004</c:v>
                      </c:pt>
                      <c:pt idx="236">
                        <c:v>81.273806135000001</c:v>
                      </c:pt>
                      <c:pt idx="237">
                        <c:v>90.183566049999996</c:v>
                      </c:pt>
                      <c:pt idx="238">
                        <c:v>87.825287954999993</c:v>
                      </c:pt>
                      <c:pt idx="239">
                        <c:v>72.898766148999997</c:v>
                      </c:pt>
                      <c:pt idx="240">
                        <c:v>50.985466489000004</c:v>
                      </c:pt>
                      <c:pt idx="241">
                        <c:v>31.556823626</c:v>
                      </c:pt>
                      <c:pt idx="242">
                        <c:v>19.427032836999999</c:v>
                      </c:pt>
                      <c:pt idx="243">
                        <c:v>13.219399372</c:v>
                      </c:pt>
                      <c:pt idx="244">
                        <c:v>11.227820856000001</c:v>
                      </c:pt>
                      <c:pt idx="245">
                        <c:v>14.796910221999999</c:v>
                      </c:pt>
                      <c:pt idx="246">
                        <c:v>29.802194614999998</c:v>
                      </c:pt>
                      <c:pt idx="247">
                        <c:v>40.711574312000003</c:v>
                      </c:pt>
                      <c:pt idx="248">
                        <c:v>47.316381242999995</c:v>
                      </c:pt>
                      <c:pt idx="249">
                        <c:v>48.477315480000001</c:v>
                      </c:pt>
                      <c:pt idx="250">
                        <c:v>50.646084555999998</c:v>
                      </c:pt>
                      <c:pt idx="251">
                        <c:v>55.686987006000003</c:v>
                      </c:pt>
                      <c:pt idx="252">
                        <c:v>60.843181397000002</c:v>
                      </c:pt>
                      <c:pt idx="253">
                        <c:v>67.913741152999989</c:v>
                      </c:pt>
                      <c:pt idx="254">
                        <c:v>68.653797226999998</c:v>
                      </c:pt>
                      <c:pt idx="255">
                        <c:v>65.479847626000009</c:v>
                      </c:pt>
                      <c:pt idx="256">
                        <c:v>61.691605475999999</c:v>
                      </c:pt>
                      <c:pt idx="257">
                        <c:v>62.701276479000001</c:v>
                      </c:pt>
                      <c:pt idx="258">
                        <c:v>63.794898914000001</c:v>
                      </c:pt>
                      <c:pt idx="259">
                        <c:v>72.248412009999996</c:v>
                      </c:pt>
                      <c:pt idx="260">
                        <c:v>80.047630748999993</c:v>
                      </c:pt>
                      <c:pt idx="261">
                        <c:v>88.264824031000003</c:v>
                      </c:pt>
                      <c:pt idx="262">
                        <c:v>86.263728397999998</c:v>
                      </c:pt>
                      <c:pt idx="263">
                        <c:v>70.321677880999999</c:v>
                      </c:pt>
                      <c:pt idx="264">
                        <c:v>49.930848886999996</c:v>
                      </c:pt>
                      <c:pt idx="265">
                        <c:v>30.747398893</c:v>
                      </c:pt>
                      <c:pt idx="266">
                        <c:v>18.781097937000002</c:v>
                      </c:pt>
                      <c:pt idx="267">
                        <c:v>12.837068175999999</c:v>
                      </c:pt>
                      <c:pt idx="268">
                        <c:v>10.826848172</c:v>
                      </c:pt>
                      <c:pt idx="269">
                        <c:v>14.831156523000001</c:v>
                      </c:pt>
                      <c:pt idx="270">
                        <c:v>30.758814026</c:v>
                      </c:pt>
                      <c:pt idx="271">
                        <c:v>41.990556371000004</c:v>
                      </c:pt>
                      <c:pt idx="272">
                        <c:v>47.608450382000001</c:v>
                      </c:pt>
                      <c:pt idx="273">
                        <c:v>48.952831727000003</c:v>
                      </c:pt>
                      <c:pt idx="274">
                        <c:v>51.595999837999997</c:v>
                      </c:pt>
                      <c:pt idx="275">
                        <c:v>56.985140797</c:v>
                      </c:pt>
                      <c:pt idx="276">
                        <c:v>62.017947462999999</c:v>
                      </c:pt>
                      <c:pt idx="277">
                        <c:v>68.891342176999999</c:v>
                      </c:pt>
                      <c:pt idx="278">
                        <c:v>68.983155036999989</c:v>
                      </c:pt>
                      <c:pt idx="279">
                        <c:v>65.743085292000004</c:v>
                      </c:pt>
                      <c:pt idx="280">
                        <c:v>62.166039932000004</c:v>
                      </c:pt>
                      <c:pt idx="281">
                        <c:v>62.345006652999999</c:v>
                      </c:pt>
                      <c:pt idx="282">
                        <c:v>63.411963314999994</c:v>
                      </c:pt>
                      <c:pt idx="283">
                        <c:v>73.031932604999994</c:v>
                      </c:pt>
                      <c:pt idx="284">
                        <c:v>81.198742258999999</c:v>
                      </c:pt>
                      <c:pt idx="285">
                        <c:v>89.447987397999995</c:v>
                      </c:pt>
                      <c:pt idx="286">
                        <c:v>86.115771367000008</c:v>
                      </c:pt>
                      <c:pt idx="287">
                        <c:v>70.366918368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9-BF3F-49BE-B4BE-2314BCBEA28B}"/>
                  </c:ext>
                </c:extLst>
              </c15:ser>
            </c15:filteredLineSeries>
            <c15:filteredLineSeries>
              <c15:ser>
                <c:idx val="37"/>
                <c:order val="3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12-10-2026'!$AM$1</c15:sqref>
                        </c15:formulaRef>
                      </c:ext>
                    </c:extLst>
                    <c:strCache>
                      <c:ptCount val="1"/>
                      <c:pt idx="0">
                        <c:v>Ericsson GI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4"/>
                    <c:layout>
                      <c:manualLayout>
                        <c:x val="-4.1833333333333438E-2"/>
                        <c:y val="-2.5428331875182352E-2"/>
                      </c:manualLayout>
                    </c:layout>
                    <c:tx>
                      <c:rich>
                        <a:bodyPr/>
                        <a:lstStyle/>
                        <a:p>
                          <a:fld id="{2EB1A6EE-EA60-4069-9F05-C50430B735FC}" type="VALUE">
                            <a:rPr lang="en-US">
                              <a:solidFill>
                                <a:schemeClr val="accent2"/>
                              </a:solidFill>
                            </a:rPr>
                            <a:pPr/>
                            <a:t>[VALEUR]</a:t>
                          </a:fld>
                          <a:endParaRPr lang="fr-FR"/>
                        </a:p>
                      </c:rich>
                    </c:tx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>
                        <c15:dlblFieldTable/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2A-BF3F-49BE-B4BE-2314BCBEA28B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dLblPos val="t"/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12-10-2026'!$AM$2:$AM$289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14.405648131578001</c:v>
                      </c:pt>
                      <c:pt idx="1">
                        <c:v>8.9336232401290108</c:v>
                      </c:pt>
                      <c:pt idx="2">
                        <c:v>5.3142647985249987</c:v>
                      </c:pt>
                      <c:pt idx="3">
                        <c:v>3.4429187478359999</c:v>
                      </c:pt>
                      <c:pt idx="4">
                        <c:v>2.7078716518080017</c:v>
                      </c:pt>
                      <c:pt idx="5">
                        <c:v>3.3695060234560001</c:v>
                      </c:pt>
                      <c:pt idx="6">
                        <c:v>7.2359212906890011</c:v>
                      </c:pt>
                      <c:pt idx="7">
                        <c:v>10.825752460478</c:v>
                      </c:pt>
                      <c:pt idx="8">
                        <c:v>12.716469768557999</c:v>
                      </c:pt>
                      <c:pt idx="9">
                        <c:v>13.090653874879001</c:v>
                      </c:pt>
                      <c:pt idx="10">
                        <c:v>14.019185921120002</c:v>
                      </c:pt>
                      <c:pt idx="11">
                        <c:v>15.641314629651987</c:v>
                      </c:pt>
                      <c:pt idx="12">
                        <c:v>17.71821619008</c:v>
                      </c:pt>
                      <c:pt idx="13">
                        <c:v>19.512501428608001</c:v>
                      </c:pt>
                      <c:pt idx="14">
                        <c:v>20.505445423078001</c:v>
                      </c:pt>
                      <c:pt idx="15">
                        <c:v>20.240172940827001</c:v>
                      </c:pt>
                      <c:pt idx="16">
                        <c:v>18.093651715172999</c:v>
                      </c:pt>
                      <c:pt idx="17">
                        <c:v>18.097345165237989</c:v>
                      </c:pt>
                      <c:pt idx="18">
                        <c:v>17.709415408909003</c:v>
                      </c:pt>
                      <c:pt idx="19">
                        <c:v>19.407109826784989</c:v>
                      </c:pt>
                      <c:pt idx="20">
                        <c:v>21.192243505080988</c:v>
                      </c:pt>
                      <c:pt idx="21">
                        <c:v>24.606968801537999</c:v>
                      </c:pt>
                      <c:pt idx="22">
                        <c:v>25.3226663714</c:v>
                      </c:pt>
                      <c:pt idx="23">
                        <c:v>21.957617707345005</c:v>
                      </c:pt>
                      <c:pt idx="24">
                        <c:v>16.094171539657012</c:v>
                      </c:pt>
                      <c:pt idx="25">
                        <c:v>10.330323306731</c:v>
                      </c:pt>
                      <c:pt idx="26">
                        <c:v>6.1532676710820002</c:v>
                      </c:pt>
                      <c:pt idx="27">
                        <c:v>4.1083255718960006</c:v>
                      </c:pt>
                      <c:pt idx="28">
                        <c:v>2.9840363470580007</c:v>
                      </c:pt>
                      <c:pt idx="29">
                        <c:v>3.3030710196790003</c:v>
                      </c:pt>
                      <c:pt idx="30">
                        <c:v>6.2150010317699991</c:v>
                      </c:pt>
                      <c:pt idx="31">
                        <c:v>9.1796690320060002</c:v>
                      </c:pt>
                      <c:pt idx="32">
                        <c:v>12.558990618279999</c:v>
                      </c:pt>
                      <c:pt idx="33">
                        <c:v>14.570087627902998</c:v>
                      </c:pt>
                      <c:pt idx="34">
                        <c:v>16.094632013808003</c:v>
                      </c:pt>
                      <c:pt idx="35">
                        <c:v>18.448375216074002</c:v>
                      </c:pt>
                      <c:pt idx="36">
                        <c:v>18.900106393629009</c:v>
                      </c:pt>
                      <c:pt idx="37">
                        <c:v>19.654130216278997</c:v>
                      </c:pt>
                      <c:pt idx="38">
                        <c:v>22.974610095246998</c:v>
                      </c:pt>
                      <c:pt idx="39">
                        <c:v>22.146311891316998</c:v>
                      </c:pt>
                      <c:pt idx="40">
                        <c:v>18.802419335932001</c:v>
                      </c:pt>
                      <c:pt idx="41">
                        <c:v>18.29607510872799</c:v>
                      </c:pt>
                      <c:pt idx="42">
                        <c:v>17.80889300970501</c:v>
                      </c:pt>
                      <c:pt idx="43">
                        <c:v>19.798907055282008</c:v>
                      </c:pt>
                      <c:pt idx="44">
                        <c:v>21.520610451257003</c:v>
                      </c:pt>
                      <c:pt idx="45">
                        <c:v>25.220730484217018</c:v>
                      </c:pt>
                      <c:pt idx="46">
                        <c:v>25.843355518289989</c:v>
                      </c:pt>
                      <c:pt idx="47">
                        <c:v>22.801279061271007</c:v>
                      </c:pt>
                      <c:pt idx="48">
                        <c:v>16.911948081242002</c:v>
                      </c:pt>
                      <c:pt idx="49">
                        <c:v>10.985869702607008</c:v>
                      </c:pt>
                      <c:pt idx="50">
                        <c:v>6.5196517693009994</c:v>
                      </c:pt>
                      <c:pt idx="51">
                        <c:v>4.0563745777650011</c:v>
                      </c:pt>
                      <c:pt idx="52">
                        <c:v>2.9435550204909999</c:v>
                      </c:pt>
                      <c:pt idx="53">
                        <c:v>3.3045353866450005</c:v>
                      </c:pt>
                      <c:pt idx="54">
                        <c:v>6.4476716852699996</c:v>
                      </c:pt>
                      <c:pt idx="55">
                        <c:v>9.5738774121669987</c:v>
                      </c:pt>
                      <c:pt idx="56">
                        <c:v>12.605177993324999</c:v>
                      </c:pt>
                      <c:pt idx="57">
                        <c:v>14.213219858831</c:v>
                      </c:pt>
                      <c:pt idx="58">
                        <c:v>15.211292570861001</c:v>
                      </c:pt>
                      <c:pt idx="59">
                        <c:v>16.798838091179999</c:v>
                      </c:pt>
                      <c:pt idx="60">
                        <c:v>18.278328086464001</c:v>
                      </c:pt>
                      <c:pt idx="61">
                        <c:v>20.348148813201</c:v>
                      </c:pt>
                      <c:pt idx="62">
                        <c:v>21.61428183787201</c:v>
                      </c:pt>
                      <c:pt idx="63">
                        <c:v>20.833485525796011</c:v>
                      </c:pt>
                      <c:pt idx="64">
                        <c:v>18.187190363923001</c:v>
                      </c:pt>
                      <c:pt idx="65">
                        <c:v>17.775031940800009</c:v>
                      </c:pt>
                      <c:pt idx="66">
                        <c:v>17.433004374180001</c:v>
                      </c:pt>
                      <c:pt idx="67">
                        <c:v>19.087742172732021</c:v>
                      </c:pt>
                      <c:pt idx="68">
                        <c:v>20.741579620210999</c:v>
                      </c:pt>
                      <c:pt idx="69">
                        <c:v>24.351490732767999</c:v>
                      </c:pt>
                      <c:pt idx="70">
                        <c:v>24.810242473734995</c:v>
                      </c:pt>
                      <c:pt idx="71">
                        <c:v>20.81903809447601</c:v>
                      </c:pt>
                      <c:pt idx="72">
                        <c:v>14.295524464148</c:v>
                      </c:pt>
                      <c:pt idx="73">
                        <c:v>8.6747872993620003</c:v>
                      </c:pt>
                      <c:pt idx="74">
                        <c:v>5.0875442329030021</c:v>
                      </c:pt>
                      <c:pt idx="75">
                        <c:v>3.2903622947020001</c:v>
                      </c:pt>
                      <c:pt idx="76">
                        <c:v>2.640843897381</c:v>
                      </c:pt>
                      <c:pt idx="77">
                        <c:v>3.2293658284140001</c:v>
                      </c:pt>
                      <c:pt idx="78">
                        <c:v>6.9132005672540018</c:v>
                      </c:pt>
                      <c:pt idx="79">
                        <c:v>10.181085948479</c:v>
                      </c:pt>
                      <c:pt idx="80">
                        <c:v>11.992097643950991</c:v>
                      </c:pt>
                      <c:pt idx="81">
                        <c:v>12.377850337135001</c:v>
                      </c:pt>
                      <c:pt idx="82">
                        <c:v>13.293297898018999</c:v>
                      </c:pt>
                      <c:pt idx="83">
                        <c:v>15.10448057920301</c:v>
                      </c:pt>
                      <c:pt idx="84">
                        <c:v>17.013700115852991</c:v>
                      </c:pt>
                      <c:pt idx="85">
                        <c:v>18.369277072021003</c:v>
                      </c:pt>
                      <c:pt idx="86">
                        <c:v>19.266510885525999</c:v>
                      </c:pt>
                      <c:pt idx="87">
                        <c:v>18.913652909168007</c:v>
                      </c:pt>
                      <c:pt idx="88">
                        <c:v>17.405623541083003</c:v>
                      </c:pt>
                      <c:pt idx="89">
                        <c:v>17.572907688086001</c:v>
                      </c:pt>
                      <c:pt idx="90">
                        <c:v>16.926994021681001</c:v>
                      </c:pt>
                      <c:pt idx="91">
                        <c:v>18.891604597545001</c:v>
                      </c:pt>
                      <c:pt idx="92">
                        <c:v>20.675099799006997</c:v>
                      </c:pt>
                      <c:pt idx="93">
                        <c:v>24.285341311420002</c:v>
                      </c:pt>
                      <c:pt idx="94">
                        <c:v>24.355251560789991</c:v>
                      </c:pt>
                      <c:pt idx="95">
                        <c:v>20.08390799090601</c:v>
                      </c:pt>
                      <c:pt idx="96">
                        <c:v>13.570146416523999</c:v>
                      </c:pt>
                      <c:pt idx="97">
                        <c:v>8.2200181549559979</c:v>
                      </c:pt>
                      <c:pt idx="98">
                        <c:v>4.8130807924599992</c:v>
                      </c:pt>
                      <c:pt idx="99">
                        <c:v>3.1485969073880016</c:v>
                      </c:pt>
                      <c:pt idx="100">
                        <c:v>2.5223612373900011</c:v>
                      </c:pt>
                      <c:pt idx="101">
                        <c:v>3.1442139592660001</c:v>
                      </c:pt>
                      <c:pt idx="102">
                        <c:v>6.9570339376960009</c:v>
                      </c:pt>
                      <c:pt idx="103">
                        <c:v>10.430827091329</c:v>
                      </c:pt>
                      <c:pt idx="104">
                        <c:v>12.298327816857</c:v>
                      </c:pt>
                      <c:pt idx="105">
                        <c:v>12.618302323279</c:v>
                      </c:pt>
                      <c:pt idx="106">
                        <c:v>13.479227543108999</c:v>
                      </c:pt>
                      <c:pt idx="107">
                        <c:v>15.284397127323</c:v>
                      </c:pt>
                      <c:pt idx="108">
                        <c:v>17.105085877954998</c:v>
                      </c:pt>
                      <c:pt idx="109">
                        <c:v>18.651417861712989</c:v>
                      </c:pt>
                      <c:pt idx="110">
                        <c:v>19.306381919332001</c:v>
                      </c:pt>
                      <c:pt idx="111">
                        <c:v>18.923260184526001</c:v>
                      </c:pt>
                      <c:pt idx="112">
                        <c:v>17.291945894865002</c:v>
                      </c:pt>
                      <c:pt idx="113">
                        <c:v>17.442167998061002</c:v>
                      </c:pt>
                      <c:pt idx="114">
                        <c:v>17.073518584224999</c:v>
                      </c:pt>
                      <c:pt idx="115">
                        <c:v>18.948735995214992</c:v>
                      </c:pt>
                      <c:pt idx="116">
                        <c:v>20.798225534433996</c:v>
                      </c:pt>
                      <c:pt idx="117">
                        <c:v>24.475451571461992</c:v>
                      </c:pt>
                      <c:pt idx="118">
                        <c:v>24.453690784874993</c:v>
                      </c:pt>
                      <c:pt idx="119">
                        <c:v>20.15735210272501</c:v>
                      </c:pt>
                      <c:pt idx="120">
                        <c:v>13.539144999960001</c:v>
                      </c:pt>
                      <c:pt idx="121">
                        <c:v>8.1255339307919989</c:v>
                      </c:pt>
                      <c:pt idx="122">
                        <c:v>4.7556669728190002</c:v>
                      </c:pt>
                      <c:pt idx="123">
                        <c:v>3.1256172221870009</c:v>
                      </c:pt>
                      <c:pt idx="124">
                        <c:v>2.4894184400530022</c:v>
                      </c:pt>
                      <c:pt idx="125">
                        <c:v>3.1063271434520008</c:v>
                      </c:pt>
                      <c:pt idx="126">
                        <c:v>6.9991670323870006</c:v>
                      </c:pt>
                      <c:pt idx="127">
                        <c:v>10.573584370368998</c:v>
                      </c:pt>
                      <c:pt idx="128">
                        <c:v>12.427063334752008</c:v>
                      </c:pt>
                      <c:pt idx="129">
                        <c:v>12.733056789587</c:v>
                      </c:pt>
                      <c:pt idx="130">
                        <c:v>13.742714625190999</c:v>
                      </c:pt>
                      <c:pt idx="131">
                        <c:v>15.193230418813002</c:v>
                      </c:pt>
                      <c:pt idx="132">
                        <c:v>17.470955386754998</c:v>
                      </c:pt>
                      <c:pt idx="133">
                        <c:v>20.128734112151999</c:v>
                      </c:pt>
                      <c:pt idx="134">
                        <c:v>20.845422994200007</c:v>
                      </c:pt>
                      <c:pt idx="135">
                        <c:v>20.031014590892006</c:v>
                      </c:pt>
                      <c:pt idx="136">
                        <c:v>17.546513246164011</c:v>
                      </c:pt>
                      <c:pt idx="137">
                        <c:v>17.621815569285999</c:v>
                      </c:pt>
                      <c:pt idx="138">
                        <c:v>17.793854141122001</c:v>
                      </c:pt>
                      <c:pt idx="139">
                        <c:v>19.882569539656011</c:v>
                      </c:pt>
                      <c:pt idx="140">
                        <c:v>21.239577309937999</c:v>
                      </c:pt>
                      <c:pt idx="141">
                        <c:v>24.831076467553999</c:v>
                      </c:pt>
                      <c:pt idx="142">
                        <c:v>24.732906031045999</c:v>
                      </c:pt>
                      <c:pt idx="143">
                        <c:v>20.311022566569008</c:v>
                      </c:pt>
                      <c:pt idx="144">
                        <c:v>13.85568014583999</c:v>
                      </c:pt>
                      <c:pt idx="145">
                        <c:v>8.3701770441779999</c:v>
                      </c:pt>
                      <c:pt idx="146">
                        <c:v>5.0797151164000001</c:v>
                      </c:pt>
                      <c:pt idx="147">
                        <c:v>3.3312539304939999</c:v>
                      </c:pt>
                      <c:pt idx="148">
                        <c:v>2.6598580112040007</c:v>
                      </c:pt>
                      <c:pt idx="149">
                        <c:v>3.2937268600520002</c:v>
                      </c:pt>
                      <c:pt idx="150">
                        <c:v>7.3148361702090003</c:v>
                      </c:pt>
                      <c:pt idx="151">
                        <c:v>10.877265402622999</c:v>
                      </c:pt>
                      <c:pt idx="152">
                        <c:v>12.772797076572001</c:v>
                      </c:pt>
                      <c:pt idx="153">
                        <c:v>12.921337642415001</c:v>
                      </c:pt>
                      <c:pt idx="154">
                        <c:v>13.758912060528001</c:v>
                      </c:pt>
                      <c:pt idx="155">
                        <c:v>15.311392861992999</c:v>
                      </c:pt>
                      <c:pt idx="156">
                        <c:v>17.043099669507001</c:v>
                      </c:pt>
                      <c:pt idx="157">
                        <c:v>18.534497259811999</c:v>
                      </c:pt>
                      <c:pt idx="158">
                        <c:v>19.433769014666002</c:v>
                      </c:pt>
                      <c:pt idx="159">
                        <c:v>19.118037479083998</c:v>
                      </c:pt>
                      <c:pt idx="160">
                        <c:v>17.731543783336988</c:v>
                      </c:pt>
                      <c:pt idx="161">
                        <c:v>18.114652260387</c:v>
                      </c:pt>
                      <c:pt idx="162">
                        <c:v>17.717520094523</c:v>
                      </c:pt>
                      <c:pt idx="163">
                        <c:v>19.785581531934998</c:v>
                      </c:pt>
                      <c:pt idx="164">
                        <c:v>21.417377160840999</c:v>
                      </c:pt>
                      <c:pt idx="165">
                        <c:v>24.855274597787002</c:v>
                      </c:pt>
                      <c:pt idx="166">
                        <c:v>24.687432110216996</c:v>
                      </c:pt>
                      <c:pt idx="167">
                        <c:v>19.941139854886</c:v>
                      </c:pt>
                      <c:pt idx="168">
                        <c:v>13.336531209720992</c:v>
                      </c:pt>
                      <c:pt idx="169">
                        <c:v>7.9642675660840005</c:v>
                      </c:pt>
                      <c:pt idx="170">
                        <c:v>4.8109539239990005</c:v>
                      </c:pt>
                      <c:pt idx="171">
                        <c:v>3.2071771478430007</c:v>
                      </c:pt>
                      <c:pt idx="172">
                        <c:v>2.6099859386770001</c:v>
                      </c:pt>
                      <c:pt idx="173">
                        <c:v>3.327489243351001</c:v>
                      </c:pt>
                      <c:pt idx="174">
                        <c:v>7.4649536334290012</c:v>
                      </c:pt>
                      <c:pt idx="175">
                        <c:v>11.607703209277998</c:v>
                      </c:pt>
                      <c:pt idx="176">
                        <c:v>13.779227794275009</c:v>
                      </c:pt>
                      <c:pt idx="177">
                        <c:v>13.676291784346997</c:v>
                      </c:pt>
                      <c:pt idx="178">
                        <c:v>14.229060832628999</c:v>
                      </c:pt>
                      <c:pt idx="179">
                        <c:v>15.623089125372989</c:v>
                      </c:pt>
                      <c:pt idx="180">
                        <c:v>17.546455913656011</c:v>
                      </c:pt>
                      <c:pt idx="181">
                        <c:v>19.222378310149992</c:v>
                      </c:pt>
                      <c:pt idx="182">
                        <c:v>19.977835241464</c:v>
                      </c:pt>
                      <c:pt idx="183">
                        <c:v>19.697653728466985</c:v>
                      </c:pt>
                      <c:pt idx="184">
                        <c:v>17.843925135126</c:v>
                      </c:pt>
                      <c:pt idx="185">
                        <c:v>18.003118022069991</c:v>
                      </c:pt>
                      <c:pt idx="186">
                        <c:v>17.699624371079999</c:v>
                      </c:pt>
                      <c:pt idx="187">
                        <c:v>20.075834499622001</c:v>
                      </c:pt>
                      <c:pt idx="188">
                        <c:v>21.577757395452011</c:v>
                      </c:pt>
                      <c:pt idx="189">
                        <c:v>24.987850054740008</c:v>
                      </c:pt>
                      <c:pt idx="190">
                        <c:v>25.086060743577999</c:v>
                      </c:pt>
                      <c:pt idx="191">
                        <c:v>21.413515693517009</c:v>
                      </c:pt>
                      <c:pt idx="192">
                        <c:v>15.501883867340002</c:v>
                      </c:pt>
                      <c:pt idx="193">
                        <c:v>9.9578875212519993</c:v>
                      </c:pt>
                      <c:pt idx="194">
                        <c:v>6.140056239163</c:v>
                      </c:pt>
                      <c:pt idx="195">
                        <c:v>4.002339245158999</c:v>
                      </c:pt>
                      <c:pt idx="196">
                        <c:v>3.0210193456540004</c:v>
                      </c:pt>
                      <c:pt idx="197">
                        <c:v>3.2126700103629999</c:v>
                      </c:pt>
                      <c:pt idx="198">
                        <c:v>6.3876925253890002</c:v>
                      </c:pt>
                      <c:pt idx="199">
                        <c:v>9.6172071118260014</c:v>
                      </c:pt>
                      <c:pt idx="200">
                        <c:v>12.936640143569999</c:v>
                      </c:pt>
                      <c:pt idx="201">
                        <c:v>14.797728294201001</c:v>
                      </c:pt>
                      <c:pt idx="202">
                        <c:v>15.951776584299001</c:v>
                      </c:pt>
                      <c:pt idx="203">
                        <c:v>17.689462182713992</c:v>
                      </c:pt>
                      <c:pt idx="204">
                        <c:v>18.366574205036002</c:v>
                      </c:pt>
                      <c:pt idx="205">
                        <c:v>19.395821991483988</c:v>
                      </c:pt>
                      <c:pt idx="206">
                        <c:v>22.628429538285008</c:v>
                      </c:pt>
                      <c:pt idx="207">
                        <c:v>21.694807296552995</c:v>
                      </c:pt>
                      <c:pt idx="208">
                        <c:v>18.653935754321992</c:v>
                      </c:pt>
                      <c:pt idx="209">
                        <c:v>18.429617972696001</c:v>
                      </c:pt>
                      <c:pt idx="210">
                        <c:v>17.727495783454</c:v>
                      </c:pt>
                      <c:pt idx="211">
                        <c:v>20.296515744032025</c:v>
                      </c:pt>
                      <c:pt idx="212">
                        <c:v>22.056606788418989</c:v>
                      </c:pt>
                      <c:pt idx="213">
                        <c:v>25.448458540148998</c:v>
                      </c:pt>
                      <c:pt idx="214">
                        <c:v>25.687626914238987</c:v>
                      </c:pt>
                      <c:pt idx="215">
                        <c:v>21.992709794709022</c:v>
                      </c:pt>
                      <c:pt idx="216">
                        <c:v>15.845833753554</c:v>
                      </c:pt>
                      <c:pt idx="217">
                        <c:v>9.8985671596410008</c:v>
                      </c:pt>
                      <c:pt idx="218">
                        <c:v>5.9983840783530002</c:v>
                      </c:pt>
                      <c:pt idx="219">
                        <c:v>3.7371646055130001</c:v>
                      </c:pt>
                      <c:pt idx="220">
                        <c:v>2.804993357989999</c:v>
                      </c:pt>
                      <c:pt idx="221">
                        <c:v>3.1380587510729989</c:v>
                      </c:pt>
                      <c:pt idx="222">
                        <c:v>6.4933185150079993</c:v>
                      </c:pt>
                      <c:pt idx="223">
                        <c:v>9.7732356094289994</c:v>
                      </c:pt>
                      <c:pt idx="224">
                        <c:v>12.771035520245</c:v>
                      </c:pt>
                      <c:pt idx="225">
                        <c:v>14.161643073955</c:v>
                      </c:pt>
                      <c:pt idx="226">
                        <c:v>14.929055204575002</c:v>
                      </c:pt>
                      <c:pt idx="227">
                        <c:v>16.329098903119</c:v>
                      </c:pt>
                      <c:pt idx="228">
                        <c:v>17.55641674000201</c:v>
                      </c:pt>
                      <c:pt idx="229">
                        <c:v>19.870781632899998</c:v>
                      </c:pt>
                      <c:pt idx="230">
                        <c:v>21.225590994190011</c:v>
                      </c:pt>
                      <c:pt idx="231">
                        <c:v>20.364808110842013</c:v>
                      </c:pt>
                      <c:pt idx="232">
                        <c:v>17.749991835492999</c:v>
                      </c:pt>
                      <c:pt idx="233">
                        <c:v>17.559431130294989</c:v>
                      </c:pt>
                      <c:pt idx="234">
                        <c:v>17.218720567304992</c:v>
                      </c:pt>
                      <c:pt idx="235">
                        <c:v>19.528211073628988</c:v>
                      </c:pt>
                      <c:pt idx="236">
                        <c:v>21.413170500382989</c:v>
                      </c:pt>
                      <c:pt idx="237">
                        <c:v>24.884468877847986</c:v>
                      </c:pt>
                      <c:pt idx="238">
                        <c:v>24.464287883668003</c:v>
                      </c:pt>
                      <c:pt idx="239">
                        <c:v>19.866955792210987</c:v>
                      </c:pt>
                      <c:pt idx="240">
                        <c:v>13.186071128386001</c:v>
                      </c:pt>
                      <c:pt idx="241">
                        <c:v>7.8625045090609991</c:v>
                      </c:pt>
                      <c:pt idx="242">
                        <c:v>4.6654276616120001</c:v>
                      </c:pt>
                      <c:pt idx="243">
                        <c:v>3.106370520251001</c:v>
                      </c:pt>
                      <c:pt idx="244">
                        <c:v>2.494020824524998</c:v>
                      </c:pt>
                      <c:pt idx="245">
                        <c:v>3.0325856369290003</c:v>
                      </c:pt>
                      <c:pt idx="246">
                        <c:v>6.8688555981470012</c:v>
                      </c:pt>
                      <c:pt idx="247">
                        <c:v>10.328489783970999</c:v>
                      </c:pt>
                      <c:pt idx="248">
                        <c:v>12.195454301029001</c:v>
                      </c:pt>
                      <c:pt idx="249">
                        <c:v>12.330989697136001</c:v>
                      </c:pt>
                      <c:pt idx="250">
                        <c:v>13.173494759012</c:v>
                      </c:pt>
                      <c:pt idx="251">
                        <c:v>14.837709326632002</c:v>
                      </c:pt>
                      <c:pt idx="252">
                        <c:v>16.575193238280999</c:v>
                      </c:pt>
                      <c:pt idx="253">
                        <c:v>18.148318068089011</c:v>
                      </c:pt>
                      <c:pt idx="254">
                        <c:v>19.119888029656998</c:v>
                      </c:pt>
                      <c:pt idx="255">
                        <c:v>18.87516394496199</c:v>
                      </c:pt>
                      <c:pt idx="256">
                        <c:v>17.564550872741002</c:v>
                      </c:pt>
                      <c:pt idx="257">
                        <c:v>18.101711249283991</c:v>
                      </c:pt>
                      <c:pt idx="258">
                        <c:v>17.64531932783899</c:v>
                      </c:pt>
                      <c:pt idx="259">
                        <c:v>19.87816984235101</c:v>
                      </c:pt>
                      <c:pt idx="260">
                        <c:v>21.727726660474978</c:v>
                      </c:pt>
                      <c:pt idx="261">
                        <c:v>25.020397474403989</c:v>
                      </c:pt>
                      <c:pt idx="262">
                        <c:v>24.285895881920009</c:v>
                      </c:pt>
                      <c:pt idx="263">
                        <c:v>19.248217972671991</c:v>
                      </c:pt>
                      <c:pt idx="264">
                        <c:v>12.555779012071</c:v>
                      </c:pt>
                      <c:pt idx="265">
                        <c:v>7.4445130587809993</c:v>
                      </c:pt>
                      <c:pt idx="266">
                        <c:v>4.4328829708690005</c:v>
                      </c:pt>
                      <c:pt idx="267">
                        <c:v>3.0429831382629993</c:v>
                      </c:pt>
                      <c:pt idx="268">
                        <c:v>2.5340142462379998</c:v>
                      </c:pt>
                      <c:pt idx="269">
                        <c:v>3.1558227223859987</c:v>
                      </c:pt>
                      <c:pt idx="270">
                        <c:v>7.1731118663960007</c:v>
                      </c:pt>
                      <c:pt idx="271">
                        <c:v>10.937334437684001</c:v>
                      </c:pt>
                      <c:pt idx="272">
                        <c:v>12.551603133086001</c:v>
                      </c:pt>
                      <c:pt idx="273">
                        <c:v>12.627940655072011</c:v>
                      </c:pt>
                      <c:pt idx="274">
                        <c:v>13.443339299114012</c:v>
                      </c:pt>
                      <c:pt idx="275">
                        <c:v>15.152359443534998</c:v>
                      </c:pt>
                      <c:pt idx="276">
                        <c:v>16.831346769899</c:v>
                      </c:pt>
                      <c:pt idx="277">
                        <c:v>18.52590533665801</c:v>
                      </c:pt>
                      <c:pt idx="278">
                        <c:v>19.198007886519008</c:v>
                      </c:pt>
                      <c:pt idx="279">
                        <c:v>18.891195215533003</c:v>
                      </c:pt>
                      <c:pt idx="280">
                        <c:v>17.526448648132003</c:v>
                      </c:pt>
                      <c:pt idx="281">
                        <c:v>17.920262576751991</c:v>
                      </c:pt>
                      <c:pt idx="282">
                        <c:v>17.368604476167999</c:v>
                      </c:pt>
                      <c:pt idx="283">
                        <c:v>19.858750756498019</c:v>
                      </c:pt>
                      <c:pt idx="284">
                        <c:v>21.940031215127998</c:v>
                      </c:pt>
                      <c:pt idx="285">
                        <c:v>25.343077685414002</c:v>
                      </c:pt>
                      <c:pt idx="286">
                        <c:v>24.608631609193001</c:v>
                      </c:pt>
                      <c:pt idx="287">
                        <c:v>19.411745290045001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B-BF3F-49BE-B4BE-2314BCBEA28B}"/>
                  </c:ext>
                </c:extLst>
              </c15:ser>
            </c15:filteredLineSeries>
            <c15:filteredLineSeries>
              <c15:ser>
                <c:idx val="38"/>
                <c:order val="3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12-10-2026'!$AN$1</c15:sqref>
                        </c15:formulaRef>
                      </c:ext>
                    </c:extLst>
                    <c:strCache>
                      <c:ptCount val="1"/>
                      <c:pt idx="0">
                        <c:v>GI Traffic 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4"/>
                    <c:layout>
                      <c:manualLayout>
                        <c:x val="-4.2611111111111113E-2"/>
                        <c:y val="-4.3946850393700873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2C-BF3F-49BE-B4BE-2314BCBEA28B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dLblPos val="t"/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12-10-2026'!$AN$2:$AN$289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68.366696180578003</c:v>
                      </c:pt>
                      <c:pt idx="1">
                        <c:v>42.868502716129008</c:v>
                      </c:pt>
                      <c:pt idx="2">
                        <c:v>25.772717973525001</c:v>
                      </c:pt>
                      <c:pt idx="3">
                        <c:v>16.958165300836001</c:v>
                      </c:pt>
                      <c:pt idx="4">
                        <c:v>13.907214492808002</c:v>
                      </c:pt>
                      <c:pt idx="5">
                        <c:v>19.003054588456003</c:v>
                      </c:pt>
                      <c:pt idx="6">
                        <c:v>37.752694578689002</c:v>
                      </c:pt>
                      <c:pt idx="7">
                        <c:v>52.739655961477993</c:v>
                      </c:pt>
                      <c:pt idx="8">
                        <c:v>60.626313606558</c:v>
                      </c:pt>
                      <c:pt idx="9">
                        <c:v>62.893895466879002</c:v>
                      </c:pt>
                      <c:pt idx="10">
                        <c:v>67.237262662120003</c:v>
                      </c:pt>
                      <c:pt idx="11">
                        <c:v>74.081529196651985</c:v>
                      </c:pt>
                      <c:pt idx="12">
                        <c:v>81.731603196079988</c:v>
                      </c:pt>
                      <c:pt idx="13">
                        <c:v>90.991663292607996</c:v>
                      </c:pt>
                      <c:pt idx="14">
                        <c:v>93.29194394307801</c:v>
                      </c:pt>
                      <c:pt idx="15">
                        <c:v>89.896957132826998</c:v>
                      </c:pt>
                      <c:pt idx="16">
                        <c:v>80.786158823172997</c:v>
                      </c:pt>
                      <c:pt idx="17">
                        <c:v>80.079290788237984</c:v>
                      </c:pt>
                      <c:pt idx="18">
                        <c:v>79.360525215909007</c:v>
                      </c:pt>
                      <c:pt idx="19">
                        <c:v>90.375290412784992</c:v>
                      </c:pt>
                      <c:pt idx="20">
                        <c:v>98.90426930308098</c:v>
                      </c:pt>
                      <c:pt idx="21">
                        <c:v>111.71254541253801</c:v>
                      </c:pt>
                      <c:pt idx="22">
                        <c:v>113.7561650674</c:v>
                      </c:pt>
                      <c:pt idx="23">
                        <c:v>99.993376074345008</c:v>
                      </c:pt>
                      <c:pt idx="24">
                        <c:v>75.130905507657005</c:v>
                      </c:pt>
                      <c:pt idx="25">
                        <c:v>49.343190932731005</c:v>
                      </c:pt>
                      <c:pt idx="26">
                        <c:v>30.408526827081999</c:v>
                      </c:pt>
                      <c:pt idx="27">
                        <c:v>19.798794351895999</c:v>
                      </c:pt>
                      <c:pt idx="28">
                        <c:v>14.873363706058001</c:v>
                      </c:pt>
                      <c:pt idx="29">
                        <c:v>18.349596686678996</c:v>
                      </c:pt>
                      <c:pt idx="30">
                        <c:v>33.651518381770003</c:v>
                      </c:pt>
                      <c:pt idx="31">
                        <c:v>47.734064494006006</c:v>
                      </c:pt>
                      <c:pt idx="32">
                        <c:v>60.900309172280004</c:v>
                      </c:pt>
                      <c:pt idx="33">
                        <c:v>68.974094707902992</c:v>
                      </c:pt>
                      <c:pt idx="34">
                        <c:v>75.591774048807991</c:v>
                      </c:pt>
                      <c:pt idx="35">
                        <c:v>84.235573252074005</c:v>
                      </c:pt>
                      <c:pt idx="36">
                        <c:v>86.903752755629</c:v>
                      </c:pt>
                      <c:pt idx="37">
                        <c:v>91.254679747278999</c:v>
                      </c:pt>
                      <c:pt idx="38">
                        <c:v>104.211912021247</c:v>
                      </c:pt>
                      <c:pt idx="39">
                        <c:v>97.976805148316998</c:v>
                      </c:pt>
                      <c:pt idx="40">
                        <c:v>84.780271690931997</c:v>
                      </c:pt>
                      <c:pt idx="41">
                        <c:v>82.212629010727994</c:v>
                      </c:pt>
                      <c:pt idx="42">
                        <c:v>81.04028892370502</c:v>
                      </c:pt>
                      <c:pt idx="43">
                        <c:v>92.769330623282002</c:v>
                      </c:pt>
                      <c:pt idx="44">
                        <c:v>101.939213372257</c:v>
                      </c:pt>
                      <c:pt idx="45">
                        <c:v>115.53498123921702</c:v>
                      </c:pt>
                      <c:pt idx="46">
                        <c:v>116.41645265328998</c:v>
                      </c:pt>
                      <c:pt idx="47">
                        <c:v>102.71666342927101</c:v>
                      </c:pt>
                      <c:pt idx="48">
                        <c:v>77.344702768242001</c:v>
                      </c:pt>
                      <c:pt idx="49">
                        <c:v>50.863216387607011</c:v>
                      </c:pt>
                      <c:pt idx="50">
                        <c:v>30.760085859301</c:v>
                      </c:pt>
                      <c:pt idx="51">
                        <c:v>19.616081568765001</c:v>
                      </c:pt>
                      <c:pt idx="52">
                        <c:v>15.062632487491001</c:v>
                      </c:pt>
                      <c:pt idx="53">
                        <c:v>18.969393536645001</c:v>
                      </c:pt>
                      <c:pt idx="54">
                        <c:v>35.182632502269996</c:v>
                      </c:pt>
                      <c:pt idx="55">
                        <c:v>49.802089109166999</c:v>
                      </c:pt>
                      <c:pt idx="56">
                        <c:v>61.374284438325006</c:v>
                      </c:pt>
                      <c:pt idx="57">
                        <c:v>66.699520312830998</c:v>
                      </c:pt>
                      <c:pt idx="58">
                        <c:v>71.148207960861001</c:v>
                      </c:pt>
                      <c:pt idx="59">
                        <c:v>77.536639330179995</c:v>
                      </c:pt>
                      <c:pt idx="60">
                        <c:v>83.157159817463992</c:v>
                      </c:pt>
                      <c:pt idx="61">
                        <c:v>93.52210618720099</c:v>
                      </c:pt>
                      <c:pt idx="62">
                        <c:v>97.715689889872024</c:v>
                      </c:pt>
                      <c:pt idx="63">
                        <c:v>92.940043535796008</c:v>
                      </c:pt>
                      <c:pt idx="64">
                        <c:v>81.91038603792299</c:v>
                      </c:pt>
                      <c:pt idx="65">
                        <c:v>80.003034145800015</c:v>
                      </c:pt>
                      <c:pt idx="66">
                        <c:v>78.521420401179995</c:v>
                      </c:pt>
                      <c:pt idx="67">
                        <c:v>89.422907995732032</c:v>
                      </c:pt>
                      <c:pt idx="68">
                        <c:v>98.737313207210988</c:v>
                      </c:pt>
                      <c:pt idx="69">
                        <c:v>111.76848363076799</c:v>
                      </c:pt>
                      <c:pt idx="70">
                        <c:v>111.95868897273499</c:v>
                      </c:pt>
                      <c:pt idx="71">
                        <c:v>95.259409594476011</c:v>
                      </c:pt>
                      <c:pt idx="72">
                        <c:v>67.642643010147992</c:v>
                      </c:pt>
                      <c:pt idx="73">
                        <c:v>41.750547486362002</c:v>
                      </c:pt>
                      <c:pt idx="74">
                        <c:v>25.033300665903003</c:v>
                      </c:pt>
                      <c:pt idx="75">
                        <c:v>16.451572204702</c:v>
                      </c:pt>
                      <c:pt idx="76">
                        <c:v>13.640338657381001</c:v>
                      </c:pt>
                      <c:pt idx="77">
                        <c:v>18.407910641413999</c:v>
                      </c:pt>
                      <c:pt idx="78">
                        <c:v>36.518755773254</c:v>
                      </c:pt>
                      <c:pt idx="79">
                        <c:v>50.254193258478999</c:v>
                      </c:pt>
                      <c:pt idx="80">
                        <c:v>58.018388568950989</c:v>
                      </c:pt>
                      <c:pt idx="81">
                        <c:v>60.477521752135004</c:v>
                      </c:pt>
                      <c:pt idx="82">
                        <c:v>64.381806570018995</c:v>
                      </c:pt>
                      <c:pt idx="83">
                        <c:v>71.372801469203011</c:v>
                      </c:pt>
                      <c:pt idx="84">
                        <c:v>78.292091377852984</c:v>
                      </c:pt>
                      <c:pt idx="85">
                        <c:v>86.569626059021004</c:v>
                      </c:pt>
                      <c:pt idx="86">
                        <c:v>88.445338977526006</c:v>
                      </c:pt>
                      <c:pt idx="87">
                        <c:v>84.668689121168015</c:v>
                      </c:pt>
                      <c:pt idx="88">
                        <c:v>78.051006695083004</c:v>
                      </c:pt>
                      <c:pt idx="89">
                        <c:v>77.801673740086002</c:v>
                      </c:pt>
                      <c:pt idx="90">
                        <c:v>76.942976100680994</c:v>
                      </c:pt>
                      <c:pt idx="91">
                        <c:v>88.44489261254499</c:v>
                      </c:pt>
                      <c:pt idx="92">
                        <c:v>98.157873911007002</c:v>
                      </c:pt>
                      <c:pt idx="93">
                        <c:v>111.25005365241999</c:v>
                      </c:pt>
                      <c:pt idx="94">
                        <c:v>110.34832703478999</c:v>
                      </c:pt>
                      <c:pt idx="95">
                        <c:v>91.80153456590601</c:v>
                      </c:pt>
                      <c:pt idx="96">
                        <c:v>63.593116167523995</c:v>
                      </c:pt>
                      <c:pt idx="97">
                        <c:v>39.079484484955998</c:v>
                      </c:pt>
                      <c:pt idx="98">
                        <c:v>23.473989653459999</c:v>
                      </c:pt>
                      <c:pt idx="99">
                        <c:v>15.669510633388001</c:v>
                      </c:pt>
                      <c:pt idx="100">
                        <c:v>13.21846180639</c:v>
                      </c:pt>
                      <c:pt idx="101">
                        <c:v>18.093224174265998</c:v>
                      </c:pt>
                      <c:pt idx="102">
                        <c:v>36.799084436695999</c:v>
                      </c:pt>
                      <c:pt idx="103">
                        <c:v>51.103515976329</c:v>
                      </c:pt>
                      <c:pt idx="104">
                        <c:v>58.577677627857</c:v>
                      </c:pt>
                      <c:pt idx="105">
                        <c:v>60.843673951279001</c:v>
                      </c:pt>
                      <c:pt idx="106">
                        <c:v>64.598542893108998</c:v>
                      </c:pt>
                      <c:pt idx="107">
                        <c:v>72.141696180323009</c:v>
                      </c:pt>
                      <c:pt idx="108">
                        <c:v>78.893079657955013</c:v>
                      </c:pt>
                      <c:pt idx="109">
                        <c:v>87.439971101712985</c:v>
                      </c:pt>
                      <c:pt idx="110">
                        <c:v>88.583161075332001</c:v>
                      </c:pt>
                      <c:pt idx="111">
                        <c:v>84.625855975525994</c:v>
                      </c:pt>
                      <c:pt idx="112">
                        <c:v>77.930225612865001</c:v>
                      </c:pt>
                      <c:pt idx="113">
                        <c:v>77.664469393061012</c:v>
                      </c:pt>
                      <c:pt idx="114">
                        <c:v>77.200299613224999</c:v>
                      </c:pt>
                      <c:pt idx="115">
                        <c:v>88.824093711214985</c:v>
                      </c:pt>
                      <c:pt idx="116">
                        <c:v>98.599985313434004</c:v>
                      </c:pt>
                      <c:pt idx="117">
                        <c:v>112.48895837846199</c:v>
                      </c:pt>
                      <c:pt idx="118">
                        <c:v>111.109764201875</c:v>
                      </c:pt>
                      <c:pt idx="119">
                        <c:v>92.902541861725012</c:v>
                      </c:pt>
                      <c:pt idx="120">
                        <c:v>64.395602559960011</c:v>
                      </c:pt>
                      <c:pt idx="121">
                        <c:v>39.363438603791998</c:v>
                      </c:pt>
                      <c:pt idx="122">
                        <c:v>23.565292181819</c:v>
                      </c:pt>
                      <c:pt idx="123">
                        <c:v>15.649831167187001</c:v>
                      </c:pt>
                      <c:pt idx="124">
                        <c:v>13.130307076053004</c:v>
                      </c:pt>
                      <c:pt idx="125">
                        <c:v>17.997129152451997</c:v>
                      </c:pt>
                      <c:pt idx="126">
                        <c:v>37.135366670387</c:v>
                      </c:pt>
                      <c:pt idx="127">
                        <c:v>51.686797072368996</c:v>
                      </c:pt>
                      <c:pt idx="128">
                        <c:v>59.142383792752007</c:v>
                      </c:pt>
                      <c:pt idx="129">
                        <c:v>61.466599578586994</c:v>
                      </c:pt>
                      <c:pt idx="130">
                        <c:v>65.780089152190996</c:v>
                      </c:pt>
                      <c:pt idx="131">
                        <c:v>72.227260925812999</c:v>
                      </c:pt>
                      <c:pt idx="132">
                        <c:v>80.745788145755</c:v>
                      </c:pt>
                      <c:pt idx="133">
                        <c:v>92.612404701152002</c:v>
                      </c:pt>
                      <c:pt idx="134">
                        <c:v>94.445857066200006</c:v>
                      </c:pt>
                      <c:pt idx="135">
                        <c:v>89.448017461891993</c:v>
                      </c:pt>
                      <c:pt idx="136">
                        <c:v>78.981217779164012</c:v>
                      </c:pt>
                      <c:pt idx="137">
                        <c:v>78.183472245285998</c:v>
                      </c:pt>
                      <c:pt idx="138">
                        <c:v>82.363082295121998</c:v>
                      </c:pt>
                      <c:pt idx="139">
                        <c:v>94.042167622655995</c:v>
                      </c:pt>
                      <c:pt idx="140">
                        <c:v>100.12275067993801</c:v>
                      </c:pt>
                      <c:pt idx="141">
                        <c:v>113.00562584355399</c:v>
                      </c:pt>
                      <c:pt idx="142">
                        <c:v>111.77724346404599</c:v>
                      </c:pt>
                      <c:pt idx="143">
                        <c:v>93.087441665569017</c:v>
                      </c:pt>
                      <c:pt idx="144">
                        <c:v>66.085861387839998</c:v>
                      </c:pt>
                      <c:pt idx="145">
                        <c:v>41.148270825177995</c:v>
                      </c:pt>
                      <c:pt idx="146">
                        <c:v>25.189497496399998</c:v>
                      </c:pt>
                      <c:pt idx="147">
                        <c:v>16.354560377494</c:v>
                      </c:pt>
                      <c:pt idx="148">
                        <c:v>13.527100305204002</c:v>
                      </c:pt>
                      <c:pt idx="149">
                        <c:v>18.401545832051998</c:v>
                      </c:pt>
                      <c:pt idx="150">
                        <c:v>38.196266658208998</c:v>
                      </c:pt>
                      <c:pt idx="151">
                        <c:v>52.575503763623004</c:v>
                      </c:pt>
                      <c:pt idx="152">
                        <c:v>60.017222338571997</c:v>
                      </c:pt>
                      <c:pt idx="153">
                        <c:v>61.942949724415001</c:v>
                      </c:pt>
                      <c:pt idx="154">
                        <c:v>65.561593162527998</c:v>
                      </c:pt>
                      <c:pt idx="155">
                        <c:v>72.561742317992994</c:v>
                      </c:pt>
                      <c:pt idx="156">
                        <c:v>79.149761478507003</c:v>
                      </c:pt>
                      <c:pt idx="157">
                        <c:v>87.548733514812</c:v>
                      </c:pt>
                      <c:pt idx="158">
                        <c:v>89.125346127665992</c:v>
                      </c:pt>
                      <c:pt idx="159">
                        <c:v>85.785282293083995</c:v>
                      </c:pt>
                      <c:pt idx="160">
                        <c:v>79.818119893336984</c:v>
                      </c:pt>
                      <c:pt idx="161">
                        <c:v>79.566526707386998</c:v>
                      </c:pt>
                      <c:pt idx="162">
                        <c:v>78.95351821152299</c:v>
                      </c:pt>
                      <c:pt idx="163">
                        <c:v>90.159401889934998</c:v>
                      </c:pt>
                      <c:pt idx="164">
                        <c:v>99.348893021841008</c:v>
                      </c:pt>
                      <c:pt idx="165">
                        <c:v>111.969252712787</c:v>
                      </c:pt>
                      <c:pt idx="166">
                        <c:v>111.153608983217</c:v>
                      </c:pt>
                      <c:pt idx="167">
                        <c:v>92.403899150886005</c:v>
                      </c:pt>
                      <c:pt idx="168">
                        <c:v>64.293945257720992</c:v>
                      </c:pt>
                      <c:pt idx="169">
                        <c:v>39.604083511083999</c:v>
                      </c:pt>
                      <c:pt idx="170">
                        <c:v>24.254164012999002</c:v>
                      </c:pt>
                      <c:pt idx="171">
                        <c:v>16.253636058843</c:v>
                      </c:pt>
                      <c:pt idx="172">
                        <c:v>13.752242081677</c:v>
                      </c:pt>
                      <c:pt idx="173">
                        <c:v>18.713951747351</c:v>
                      </c:pt>
                      <c:pt idx="174">
                        <c:v>38.928950347428994</c:v>
                      </c:pt>
                      <c:pt idx="175">
                        <c:v>55.225982257278005</c:v>
                      </c:pt>
                      <c:pt idx="176">
                        <c:v>64.550434953275015</c:v>
                      </c:pt>
                      <c:pt idx="177">
                        <c:v>67.531825809346998</c:v>
                      </c:pt>
                      <c:pt idx="178">
                        <c:v>68.938662812629005</c:v>
                      </c:pt>
                      <c:pt idx="179">
                        <c:v>74.410571689372986</c:v>
                      </c:pt>
                      <c:pt idx="180">
                        <c:v>81.861927726656006</c:v>
                      </c:pt>
                      <c:pt idx="181">
                        <c:v>90.950795934149994</c:v>
                      </c:pt>
                      <c:pt idx="182">
                        <c:v>92.225682072463997</c:v>
                      </c:pt>
                      <c:pt idx="183">
                        <c:v>88.118474380466992</c:v>
                      </c:pt>
                      <c:pt idx="184">
                        <c:v>80.804789826125997</c:v>
                      </c:pt>
                      <c:pt idx="185">
                        <c:v>79.919664324069998</c:v>
                      </c:pt>
                      <c:pt idx="186">
                        <c:v>80.68584615908</c:v>
                      </c:pt>
                      <c:pt idx="187">
                        <c:v>92.967492058622014</c:v>
                      </c:pt>
                      <c:pt idx="188">
                        <c:v>101.23083331145202</c:v>
                      </c:pt>
                      <c:pt idx="189">
                        <c:v>113.18167783274001</c:v>
                      </c:pt>
                      <c:pt idx="190">
                        <c:v>113.746719717578</c:v>
                      </c:pt>
                      <c:pt idx="191">
                        <c:v>98.767772027517026</c:v>
                      </c:pt>
                      <c:pt idx="192">
                        <c:v>73.337765024340001</c:v>
                      </c:pt>
                      <c:pt idx="193">
                        <c:v>47.805090909252002</c:v>
                      </c:pt>
                      <c:pt idx="194">
                        <c:v>29.402721132163002</c:v>
                      </c:pt>
                      <c:pt idx="195">
                        <c:v>19.746355177159</c:v>
                      </c:pt>
                      <c:pt idx="196">
                        <c:v>15.386919156654001</c:v>
                      </c:pt>
                      <c:pt idx="197">
                        <c:v>18.261018619363</c:v>
                      </c:pt>
                      <c:pt idx="198">
                        <c:v>34.481638735388998</c:v>
                      </c:pt>
                      <c:pt idx="199">
                        <c:v>49.192058637825994</c:v>
                      </c:pt>
                      <c:pt idx="200">
                        <c:v>62.467046577570002</c:v>
                      </c:pt>
                      <c:pt idx="201">
                        <c:v>69.75466161620102</c:v>
                      </c:pt>
                      <c:pt idx="202">
                        <c:v>75.766572872299008</c:v>
                      </c:pt>
                      <c:pt idx="203">
                        <c:v>83.472273740714002</c:v>
                      </c:pt>
                      <c:pt idx="204">
                        <c:v>86.135212837036008</c:v>
                      </c:pt>
                      <c:pt idx="205">
                        <c:v>90.777945775483985</c:v>
                      </c:pt>
                      <c:pt idx="206">
                        <c:v>103.505385540285</c:v>
                      </c:pt>
                      <c:pt idx="207">
                        <c:v>96.778847755552988</c:v>
                      </c:pt>
                      <c:pt idx="208">
                        <c:v>85.303103659321991</c:v>
                      </c:pt>
                      <c:pt idx="209">
                        <c:v>83.522148612696014</c:v>
                      </c:pt>
                      <c:pt idx="210">
                        <c:v>82.749939448454001</c:v>
                      </c:pt>
                      <c:pt idx="211">
                        <c:v>94.810956074032021</c:v>
                      </c:pt>
                      <c:pt idx="212">
                        <c:v>104.247058913419</c:v>
                      </c:pt>
                      <c:pt idx="213">
                        <c:v>116.17322758114901</c:v>
                      </c:pt>
                      <c:pt idx="214">
                        <c:v>116.767113032239</c:v>
                      </c:pt>
                      <c:pt idx="215">
                        <c:v>100.83264969870902</c:v>
                      </c:pt>
                      <c:pt idx="216">
                        <c:v>74.262543171554</c:v>
                      </c:pt>
                      <c:pt idx="217">
                        <c:v>47.619447799641009</c:v>
                      </c:pt>
                      <c:pt idx="218">
                        <c:v>29.469026882352999</c:v>
                      </c:pt>
                      <c:pt idx="219">
                        <c:v>19.005642928513002</c:v>
                      </c:pt>
                      <c:pt idx="220">
                        <c:v>14.891883944989999</c:v>
                      </c:pt>
                      <c:pt idx="221">
                        <c:v>18.221603121072999</c:v>
                      </c:pt>
                      <c:pt idx="222">
                        <c:v>35.753476879007998</c:v>
                      </c:pt>
                      <c:pt idx="223">
                        <c:v>50.883364228428995</c:v>
                      </c:pt>
                      <c:pt idx="224">
                        <c:v>62.205465472245002</c:v>
                      </c:pt>
                      <c:pt idx="225">
                        <c:v>67.141581041955007</c:v>
                      </c:pt>
                      <c:pt idx="226">
                        <c:v>70.803040801575008</c:v>
                      </c:pt>
                      <c:pt idx="227">
                        <c:v>76.884551008119004</c:v>
                      </c:pt>
                      <c:pt idx="228">
                        <c:v>82.144796540002005</c:v>
                      </c:pt>
                      <c:pt idx="229">
                        <c:v>92.620286714900004</c:v>
                      </c:pt>
                      <c:pt idx="230">
                        <c:v>96.523188240190009</c:v>
                      </c:pt>
                      <c:pt idx="231">
                        <c:v>91.278702817842003</c:v>
                      </c:pt>
                      <c:pt idx="232">
                        <c:v>81.399767012493001</c:v>
                      </c:pt>
                      <c:pt idx="233">
                        <c:v>80.378129692294976</c:v>
                      </c:pt>
                      <c:pt idx="234">
                        <c:v>80.879450154304976</c:v>
                      </c:pt>
                      <c:pt idx="235">
                        <c:v>92.084599442628985</c:v>
                      </c:pt>
                      <c:pt idx="236">
                        <c:v>102.68697663538299</c:v>
                      </c:pt>
                      <c:pt idx="237">
                        <c:v>115.06803492784798</c:v>
                      </c:pt>
                      <c:pt idx="238">
                        <c:v>112.289575838668</c:v>
                      </c:pt>
                      <c:pt idx="239">
                        <c:v>92.765721941210984</c:v>
                      </c:pt>
                      <c:pt idx="240">
                        <c:v>64.171537617386008</c:v>
                      </c:pt>
                      <c:pt idx="241">
                        <c:v>39.419328135061001</c:v>
                      </c:pt>
                      <c:pt idx="242">
                        <c:v>24.092460498611999</c:v>
                      </c:pt>
                      <c:pt idx="243">
                        <c:v>16.325769892251</c:v>
                      </c:pt>
                      <c:pt idx="244">
                        <c:v>13.721841680524999</c:v>
                      </c:pt>
                      <c:pt idx="245">
                        <c:v>17.829495858929</c:v>
                      </c:pt>
                      <c:pt idx="246">
                        <c:v>36.671050213146998</c:v>
                      </c:pt>
                      <c:pt idx="247">
                        <c:v>51.040064095971005</c:v>
                      </c:pt>
                      <c:pt idx="248">
                        <c:v>59.511835544028997</c:v>
                      </c:pt>
                      <c:pt idx="249">
                        <c:v>60.808305177136006</c:v>
                      </c:pt>
                      <c:pt idx="250">
                        <c:v>63.819579315012</c:v>
                      </c:pt>
                      <c:pt idx="251">
                        <c:v>70.524696332632004</c:v>
                      </c:pt>
                      <c:pt idx="252">
                        <c:v>77.418374635280998</c:v>
                      </c:pt>
                      <c:pt idx="253">
                        <c:v>86.062059221089001</c:v>
                      </c:pt>
                      <c:pt idx="254">
                        <c:v>87.773685256656989</c:v>
                      </c:pt>
                      <c:pt idx="255">
                        <c:v>84.355011570962006</c:v>
                      </c:pt>
                      <c:pt idx="256">
                        <c:v>79.256156348741001</c:v>
                      </c:pt>
                      <c:pt idx="257">
                        <c:v>80.802987728283995</c:v>
                      </c:pt>
                      <c:pt idx="258">
                        <c:v>81.440218241838991</c:v>
                      </c:pt>
                      <c:pt idx="259">
                        <c:v>92.126581852351009</c:v>
                      </c:pt>
                      <c:pt idx="260">
                        <c:v>101.77535740947496</c:v>
                      </c:pt>
                      <c:pt idx="261">
                        <c:v>113.285221505404</c:v>
                      </c:pt>
                      <c:pt idx="262">
                        <c:v>110.54962427992001</c:v>
                      </c:pt>
                      <c:pt idx="263">
                        <c:v>89.569895853671994</c:v>
                      </c:pt>
                      <c:pt idx="264">
                        <c:v>62.486627899070996</c:v>
                      </c:pt>
                      <c:pt idx="265">
                        <c:v>38.191911951781002</c:v>
                      </c:pt>
                      <c:pt idx="266">
                        <c:v>23.213980907869001</c:v>
                      </c:pt>
                      <c:pt idx="267">
                        <c:v>15.880051314262998</c:v>
                      </c:pt>
                      <c:pt idx="268">
                        <c:v>13.360862418238</c:v>
                      </c:pt>
                      <c:pt idx="269">
                        <c:v>17.986979245385999</c:v>
                      </c:pt>
                      <c:pt idx="270">
                        <c:v>37.931925892396002</c:v>
                      </c:pt>
                      <c:pt idx="271">
                        <c:v>52.927890808684005</c:v>
                      </c:pt>
                      <c:pt idx="272">
                        <c:v>60.160053515086005</c:v>
                      </c:pt>
                      <c:pt idx="273">
                        <c:v>61.580772382072013</c:v>
                      </c:pt>
                      <c:pt idx="274">
                        <c:v>65.039339137114013</c:v>
                      </c:pt>
                      <c:pt idx="275">
                        <c:v>72.13750024053499</c:v>
                      </c:pt>
                      <c:pt idx="276">
                        <c:v>78.849294232898998</c:v>
                      </c:pt>
                      <c:pt idx="277">
                        <c:v>87.417247513658012</c:v>
                      </c:pt>
                      <c:pt idx="278">
                        <c:v>88.181162923518997</c:v>
                      </c:pt>
                      <c:pt idx="279">
                        <c:v>84.634280507533006</c:v>
                      </c:pt>
                      <c:pt idx="280">
                        <c:v>79.692488580132007</c:v>
                      </c:pt>
                      <c:pt idx="281">
                        <c:v>80.265269229751993</c:v>
                      </c:pt>
                      <c:pt idx="282">
                        <c:v>80.780567791167996</c:v>
                      </c:pt>
                      <c:pt idx="283">
                        <c:v>92.89068336149802</c:v>
                      </c:pt>
                      <c:pt idx="284">
                        <c:v>103.138773474128</c:v>
                      </c:pt>
                      <c:pt idx="285">
                        <c:v>114.791065083414</c:v>
                      </c:pt>
                      <c:pt idx="286">
                        <c:v>110.72440297619301</c:v>
                      </c:pt>
                      <c:pt idx="287">
                        <c:v>89.778663658045005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D-BF3F-49BE-B4BE-2314BCBEA28B}"/>
                  </c:ext>
                </c:extLst>
              </c15:ser>
            </c15:filteredLineSeries>
            <c15:filteredLineSeries>
              <c15:ser>
                <c:idx val="41"/>
                <c:order val="4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12-10-2026'!$AQ$1</c15:sqref>
                        </c15:formulaRef>
                      </c:ext>
                    </c:extLst>
                    <c:strCache>
                      <c:ptCount val="1"/>
                      <c:pt idx="0">
                        <c:v>Traffic 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1"/>
                    <c:layout>
                      <c:manualLayout>
                        <c:x val="-1.2055555555555453E-2"/>
                        <c:y val="-5.320610965296009E-2"/>
                      </c:manualLayout>
                    </c:layout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lIns="38100" tIns="19050" rIns="38100" bIns="19050" anchor="ctr" anchorCtr="1">
                        <a:spAutoFit/>
                      </a:bodyPr>
                      <a:lstStyle/>
                      <a:p>
                        <a:pPr>
                          <a:defRPr sz="900" b="0" i="0" u="none" strike="noStrike" kern="1200" baseline="0">
                            <a:solidFill>
                              <a:schemeClr val="accent6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endParaRPr lang="fr-FR"/>
                      </a:p>
                    </c:txPr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2E-BF3F-49BE-B4BE-2314BCBEA28B}"/>
                      </c:ext>
                    </c:extLst>
                  </c:dLbl>
                  <c:dLbl>
                    <c:idx val="214"/>
                    <c:layout>
                      <c:manualLayout>
                        <c:x val="-5.0944444444444445E-2"/>
                        <c:y val="-2.542833187518229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2F-BF3F-49BE-B4BE-2314BCBEA28B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dLblPos val="t"/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12-10-2026'!$AQ$2:$AQ$289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415.39958694784696</c:v>
                      </c:pt>
                      <c:pt idx="1">
                        <c:v>262.14668063166698</c:v>
                      </c:pt>
                      <c:pt idx="2">
                        <c:v>156.77513755748799</c:v>
                      </c:pt>
                      <c:pt idx="3">
                        <c:v>99.680570442813007</c:v>
                      </c:pt>
                      <c:pt idx="4">
                        <c:v>76.65308119288801</c:v>
                      </c:pt>
                      <c:pt idx="5">
                        <c:v>93.240769067824004</c:v>
                      </c:pt>
                      <c:pt idx="6">
                        <c:v>179.96819304410099</c:v>
                      </c:pt>
                      <c:pt idx="7">
                        <c:v>265.72355594765202</c:v>
                      </c:pt>
                      <c:pt idx="8">
                        <c:v>323.38856205612399</c:v>
                      </c:pt>
                      <c:pt idx="9">
                        <c:v>350.7328690603</c:v>
                      </c:pt>
                      <c:pt idx="10">
                        <c:v>387.26585406544007</c:v>
                      </c:pt>
                      <c:pt idx="11">
                        <c:v>433.396650116346</c:v>
                      </c:pt>
                      <c:pt idx="12">
                        <c:v>469.30078056808298</c:v>
                      </c:pt>
                      <c:pt idx="13">
                        <c:v>523.85872382057198</c:v>
                      </c:pt>
                      <c:pt idx="14">
                        <c:v>541.35353482371011</c:v>
                      </c:pt>
                      <c:pt idx="15">
                        <c:v>523.66816331271093</c:v>
                      </c:pt>
                      <c:pt idx="16">
                        <c:v>473.799433060198</c:v>
                      </c:pt>
                      <c:pt idx="17">
                        <c:v>486.88594571420595</c:v>
                      </c:pt>
                      <c:pt idx="18">
                        <c:v>483.25712946180397</c:v>
                      </c:pt>
                      <c:pt idx="19">
                        <c:v>549.60680493157702</c:v>
                      </c:pt>
                      <c:pt idx="20">
                        <c:v>608.46569054856502</c:v>
                      </c:pt>
                      <c:pt idx="21">
                        <c:v>697.77067159315902</c:v>
                      </c:pt>
                      <c:pt idx="22">
                        <c:v>702.52817004426697</c:v>
                      </c:pt>
                      <c:pt idx="23">
                        <c:v>613.17175540302105</c:v>
                      </c:pt>
                      <c:pt idx="24">
                        <c:v>460.74605573464601</c:v>
                      </c:pt>
                      <c:pt idx="25">
                        <c:v>302.25837734124002</c:v>
                      </c:pt>
                      <c:pt idx="26">
                        <c:v>183.41377242818402</c:v>
                      </c:pt>
                      <c:pt idx="27">
                        <c:v>118.008827163041</c:v>
                      </c:pt>
                      <c:pt idx="28">
                        <c:v>84.361590888275998</c:v>
                      </c:pt>
                      <c:pt idx="29">
                        <c:v>91.371003385220007</c:v>
                      </c:pt>
                      <c:pt idx="30">
                        <c:v>158.269358260882</c:v>
                      </c:pt>
                      <c:pt idx="31">
                        <c:v>229.16265795226599</c:v>
                      </c:pt>
                      <c:pt idx="32">
                        <c:v>310.783788034184</c:v>
                      </c:pt>
                      <c:pt idx="33">
                        <c:v>374.46133179600207</c:v>
                      </c:pt>
                      <c:pt idx="34">
                        <c:v>428.833323316465</c:v>
                      </c:pt>
                      <c:pt idx="35">
                        <c:v>483.89236097756896</c:v>
                      </c:pt>
                      <c:pt idx="36">
                        <c:v>496.26205406220197</c:v>
                      </c:pt>
                      <c:pt idx="37">
                        <c:v>522.03356169266897</c:v>
                      </c:pt>
                      <c:pt idx="38">
                        <c:v>620.04082252790408</c:v>
                      </c:pt>
                      <c:pt idx="39">
                        <c:v>582.51374160089904</c:v>
                      </c:pt>
                      <c:pt idx="40">
                        <c:v>501.81454027920097</c:v>
                      </c:pt>
                      <c:pt idx="41">
                        <c:v>502.83853097411793</c:v>
                      </c:pt>
                      <c:pt idx="42">
                        <c:v>495.12408854757899</c:v>
                      </c:pt>
                      <c:pt idx="43">
                        <c:v>566.29212465725095</c:v>
                      </c:pt>
                      <c:pt idx="44">
                        <c:v>630.50012407742497</c:v>
                      </c:pt>
                      <c:pt idx="45">
                        <c:v>727.15921232201504</c:v>
                      </c:pt>
                      <c:pt idx="46">
                        <c:v>724.49673153317394</c:v>
                      </c:pt>
                      <c:pt idx="47">
                        <c:v>634.56560567454301</c:v>
                      </c:pt>
                      <c:pt idx="48">
                        <c:v>478.08242333634701</c:v>
                      </c:pt>
                      <c:pt idx="49">
                        <c:v>315.602477360629</c:v>
                      </c:pt>
                      <c:pt idx="50">
                        <c:v>190.17769219082101</c:v>
                      </c:pt>
                      <c:pt idx="51">
                        <c:v>117.62876049825501</c:v>
                      </c:pt>
                      <c:pt idx="52">
                        <c:v>83.763141577908996</c:v>
                      </c:pt>
                      <c:pt idx="53">
                        <c:v>92.409750766244002</c:v>
                      </c:pt>
                      <c:pt idx="54">
                        <c:v>164.86394043903599</c:v>
                      </c:pt>
                      <c:pt idx="55">
                        <c:v>241.26551944253896</c:v>
                      </c:pt>
                      <c:pt idx="56">
                        <c:v>316.69600433698497</c:v>
                      </c:pt>
                      <c:pt idx="57">
                        <c:v>367.35252272782401</c:v>
                      </c:pt>
                      <c:pt idx="58">
                        <c:v>406.44875957134002</c:v>
                      </c:pt>
                      <c:pt idx="59">
                        <c:v>452.89475835514406</c:v>
                      </c:pt>
                      <c:pt idx="60">
                        <c:v>480.20435432952701</c:v>
                      </c:pt>
                      <c:pt idx="61">
                        <c:v>545.48513469809802</c:v>
                      </c:pt>
                      <c:pt idx="62">
                        <c:v>574.066482807032</c:v>
                      </c:pt>
                      <c:pt idx="63">
                        <c:v>547.56401496369404</c:v>
                      </c:pt>
                      <c:pt idx="64">
                        <c:v>486.09511706120907</c:v>
                      </c:pt>
                      <c:pt idx="65">
                        <c:v>493.55666511655306</c:v>
                      </c:pt>
                      <c:pt idx="66">
                        <c:v>485.47173443750495</c:v>
                      </c:pt>
                      <c:pt idx="67">
                        <c:v>549.87975326380706</c:v>
                      </c:pt>
                      <c:pt idx="68">
                        <c:v>611.84394419141699</c:v>
                      </c:pt>
                      <c:pt idx="69">
                        <c:v>701.57185617262996</c:v>
                      </c:pt>
                      <c:pt idx="70">
                        <c:v>693.16279602709199</c:v>
                      </c:pt>
                      <c:pt idx="71">
                        <c:v>583.34430122292201</c:v>
                      </c:pt>
                      <c:pt idx="72">
                        <c:v>412.64673490916198</c:v>
                      </c:pt>
                      <c:pt idx="73">
                        <c:v>255.50043622675798</c:v>
                      </c:pt>
                      <c:pt idx="74">
                        <c:v>152.03976408424501</c:v>
                      </c:pt>
                      <c:pt idx="75">
                        <c:v>96.787025117738011</c:v>
                      </c:pt>
                      <c:pt idx="76">
                        <c:v>74.622572373557006</c:v>
                      </c:pt>
                      <c:pt idx="77">
                        <c:v>89.38066580419401</c:v>
                      </c:pt>
                      <c:pt idx="78">
                        <c:v>172.939076049514</c:v>
                      </c:pt>
                      <c:pt idx="79">
                        <c:v>252.922788668328</c:v>
                      </c:pt>
                      <c:pt idx="80">
                        <c:v>311.31508415718804</c:v>
                      </c:pt>
                      <c:pt idx="81">
                        <c:v>341.15777471723101</c:v>
                      </c:pt>
                      <c:pt idx="82">
                        <c:v>375.40943615062804</c:v>
                      </c:pt>
                      <c:pt idx="83">
                        <c:v>421.33596951670995</c:v>
                      </c:pt>
                      <c:pt idx="84">
                        <c:v>452.24572005120103</c:v>
                      </c:pt>
                      <c:pt idx="85">
                        <c:v>501.27199006504293</c:v>
                      </c:pt>
                      <c:pt idx="86">
                        <c:v>514.90073411944206</c:v>
                      </c:pt>
                      <c:pt idx="87">
                        <c:v>494.46763929063002</c:v>
                      </c:pt>
                      <c:pt idx="88">
                        <c:v>463.0729748471249</c:v>
                      </c:pt>
                      <c:pt idx="89">
                        <c:v>482.54526315299501</c:v>
                      </c:pt>
                      <c:pt idx="90">
                        <c:v>476.402505058271</c:v>
                      </c:pt>
                      <c:pt idx="91">
                        <c:v>545.66571828431097</c:v>
                      </c:pt>
                      <c:pt idx="92">
                        <c:v>611.38743038618406</c:v>
                      </c:pt>
                      <c:pt idx="93">
                        <c:v>701.169107986673</c:v>
                      </c:pt>
                      <c:pt idx="94">
                        <c:v>685.45046995064308</c:v>
                      </c:pt>
                      <c:pt idx="95">
                        <c:v>564.616497459627</c:v>
                      </c:pt>
                      <c:pt idx="96">
                        <c:v>391.94840379653903</c:v>
                      </c:pt>
                      <c:pt idx="97">
                        <c:v>241.162742633227</c:v>
                      </c:pt>
                      <c:pt idx="98">
                        <c:v>143.21211135617099</c:v>
                      </c:pt>
                      <c:pt idx="99">
                        <c:v>92.593864520589989</c:v>
                      </c:pt>
                      <c:pt idx="100">
                        <c:v>72.761187953393005</c:v>
                      </c:pt>
                      <c:pt idx="101">
                        <c:v>88.105205140832993</c:v>
                      </c:pt>
                      <c:pt idx="102">
                        <c:v>175.39749488117099</c:v>
                      </c:pt>
                      <c:pt idx="103">
                        <c:v>259.34018556667206</c:v>
                      </c:pt>
                      <c:pt idx="104">
                        <c:v>314.97624865033197</c:v>
                      </c:pt>
                      <c:pt idx="105">
                        <c:v>342.92685868128501</c:v>
                      </c:pt>
                      <c:pt idx="106">
                        <c:v>376.82456483825399</c:v>
                      </c:pt>
                      <c:pt idx="107">
                        <c:v>426.07249327209797</c:v>
                      </c:pt>
                      <c:pt idx="108">
                        <c:v>456.98779688216996</c:v>
                      </c:pt>
                      <c:pt idx="109">
                        <c:v>506.28976884399697</c:v>
                      </c:pt>
                      <c:pt idx="110">
                        <c:v>516.23433512471797</c:v>
                      </c:pt>
                      <c:pt idx="111">
                        <c:v>496.36886025599597</c:v>
                      </c:pt>
                      <c:pt idx="112">
                        <c:v>463.42665800062593</c:v>
                      </c:pt>
                      <c:pt idx="113">
                        <c:v>480.70143469351103</c:v>
                      </c:pt>
                      <c:pt idx="114">
                        <c:v>476.63637232956398</c:v>
                      </c:pt>
                      <c:pt idx="115">
                        <c:v>546.93710380707</c:v>
                      </c:pt>
                      <c:pt idx="116">
                        <c:v>614.15775537066702</c:v>
                      </c:pt>
                      <c:pt idx="117">
                        <c:v>709.90322992072595</c:v>
                      </c:pt>
                      <c:pt idx="118">
                        <c:v>690.58478377209508</c:v>
                      </c:pt>
                      <c:pt idx="119">
                        <c:v>570.82499024648098</c:v>
                      </c:pt>
                      <c:pt idx="120">
                        <c:v>395.52648584286106</c:v>
                      </c:pt>
                      <c:pt idx="121">
                        <c:v>242.59137206332699</c:v>
                      </c:pt>
                      <c:pt idx="122">
                        <c:v>143.08602642530801</c:v>
                      </c:pt>
                      <c:pt idx="123">
                        <c:v>91.939624824505984</c:v>
                      </c:pt>
                      <c:pt idx="124">
                        <c:v>72.212115239240006</c:v>
                      </c:pt>
                      <c:pt idx="125">
                        <c:v>88.330220173924999</c:v>
                      </c:pt>
                      <c:pt idx="126">
                        <c:v>177.797682893977</c:v>
                      </c:pt>
                      <c:pt idx="127">
                        <c:v>263.68385087416198</c:v>
                      </c:pt>
                      <c:pt idx="128">
                        <c:v>319.93000224038803</c:v>
                      </c:pt>
                      <c:pt idx="129">
                        <c:v>348.87938313904704</c:v>
                      </c:pt>
                      <c:pt idx="130">
                        <c:v>384.52597816406598</c:v>
                      </c:pt>
                      <c:pt idx="131">
                        <c:v>427.99976540214101</c:v>
                      </c:pt>
                      <c:pt idx="132">
                        <c:v>469.11343665384004</c:v>
                      </c:pt>
                      <c:pt idx="133">
                        <c:v>541.27288341296094</c:v>
                      </c:pt>
                      <c:pt idx="134">
                        <c:v>552.94752246368694</c:v>
                      </c:pt>
                      <c:pt idx="135">
                        <c:v>523.532441976418</c:v>
                      </c:pt>
                      <c:pt idx="136">
                        <c:v>470.20481168374909</c:v>
                      </c:pt>
                      <c:pt idx="137">
                        <c:v>484.97021884314103</c:v>
                      </c:pt>
                      <c:pt idx="138">
                        <c:v>521.42827103971206</c:v>
                      </c:pt>
                      <c:pt idx="139">
                        <c:v>592.36148271285606</c:v>
                      </c:pt>
                      <c:pt idx="140">
                        <c:v>626.16321470964397</c:v>
                      </c:pt>
                      <c:pt idx="141">
                        <c:v>715.20608710869101</c:v>
                      </c:pt>
                      <c:pt idx="142">
                        <c:v>693.43832740903304</c:v>
                      </c:pt>
                      <c:pt idx="143">
                        <c:v>571.95556889319698</c:v>
                      </c:pt>
                      <c:pt idx="144">
                        <c:v>410.10656332766098</c:v>
                      </c:pt>
                      <c:pt idx="145">
                        <c:v>254.758043260557</c:v>
                      </c:pt>
                      <c:pt idx="146">
                        <c:v>155.68011916571299</c:v>
                      </c:pt>
                      <c:pt idx="147">
                        <c:v>95.573846425154997</c:v>
                      </c:pt>
                      <c:pt idx="148">
                        <c:v>73.870907152765</c:v>
                      </c:pt>
                      <c:pt idx="149">
                        <c:v>90.390082735206988</c:v>
                      </c:pt>
                      <c:pt idx="150">
                        <c:v>181.91055234006902</c:v>
                      </c:pt>
                      <c:pt idx="151">
                        <c:v>267.643173298026</c:v>
                      </c:pt>
                      <c:pt idx="152">
                        <c:v>325.29024381614897</c:v>
                      </c:pt>
                      <c:pt idx="153">
                        <c:v>351.728008797798</c:v>
                      </c:pt>
                      <c:pt idx="154">
                        <c:v>384.25999914809199</c:v>
                      </c:pt>
                      <c:pt idx="155">
                        <c:v>427.72010716791499</c:v>
                      </c:pt>
                      <c:pt idx="156">
                        <c:v>458.11640889157502</c:v>
                      </c:pt>
                      <c:pt idx="157">
                        <c:v>507.10854915857408</c:v>
                      </c:pt>
                      <c:pt idx="158">
                        <c:v>520.28640410853495</c:v>
                      </c:pt>
                      <c:pt idx="159">
                        <c:v>501.60653398634997</c:v>
                      </c:pt>
                      <c:pt idx="160">
                        <c:v>473.84463591182401</c:v>
                      </c:pt>
                      <c:pt idx="161">
                        <c:v>493.693801702889</c:v>
                      </c:pt>
                      <c:pt idx="162">
                        <c:v>489.13659497259596</c:v>
                      </c:pt>
                      <c:pt idx="163">
                        <c:v>557.52462758127092</c:v>
                      </c:pt>
                      <c:pt idx="164">
                        <c:v>617.95219707365891</c:v>
                      </c:pt>
                      <c:pt idx="165">
                        <c:v>705.35031739990904</c:v>
                      </c:pt>
                      <c:pt idx="166">
                        <c:v>690.35941103155506</c:v>
                      </c:pt>
                      <c:pt idx="167">
                        <c:v>563.96275862302298</c:v>
                      </c:pt>
                      <c:pt idx="168">
                        <c:v>392.139776496271</c:v>
                      </c:pt>
                      <c:pt idx="169">
                        <c:v>241.02748130413599</c:v>
                      </c:pt>
                      <c:pt idx="170">
                        <c:v>145.25835310400899</c:v>
                      </c:pt>
                      <c:pt idx="171">
                        <c:v>94.470071614787003</c:v>
                      </c:pt>
                      <c:pt idx="172">
                        <c:v>74.737550731268001</c:v>
                      </c:pt>
                      <c:pt idx="173">
                        <c:v>91.897987106696007</c:v>
                      </c:pt>
                      <c:pt idx="174">
                        <c:v>186.412645635366</c:v>
                      </c:pt>
                      <c:pt idx="175">
                        <c:v>282.20385405508398</c:v>
                      </c:pt>
                      <c:pt idx="176">
                        <c:v>351.01722580476599</c:v>
                      </c:pt>
                      <c:pt idx="177">
                        <c:v>391.707888034679</c:v>
                      </c:pt>
                      <c:pt idx="178">
                        <c:v>412.68159930790102</c:v>
                      </c:pt>
                      <c:pt idx="179">
                        <c:v>447.156473153256</c:v>
                      </c:pt>
                      <c:pt idx="180">
                        <c:v>480.41199876384502</c:v>
                      </c:pt>
                      <c:pt idx="181">
                        <c:v>531.06704514918601</c:v>
                      </c:pt>
                      <c:pt idx="182">
                        <c:v>541.339626077459</c:v>
                      </c:pt>
                      <c:pt idx="183">
                        <c:v>519.4286670902319</c:v>
                      </c:pt>
                      <c:pt idx="184">
                        <c:v>479.47494715338297</c:v>
                      </c:pt>
                      <c:pt idx="185">
                        <c:v>492.78611230932495</c:v>
                      </c:pt>
                      <c:pt idx="186">
                        <c:v>494.59656502045294</c:v>
                      </c:pt>
                      <c:pt idx="187">
                        <c:v>572.1623842343721</c:v>
                      </c:pt>
                      <c:pt idx="188">
                        <c:v>628.97141598184089</c:v>
                      </c:pt>
                      <c:pt idx="189">
                        <c:v>711.28121033204593</c:v>
                      </c:pt>
                      <c:pt idx="190">
                        <c:v>707.07250019280195</c:v>
                      </c:pt>
                      <c:pt idx="191">
                        <c:v>605.35966517026702</c:v>
                      </c:pt>
                      <c:pt idx="192">
                        <c:v>448.27956750821909</c:v>
                      </c:pt>
                      <c:pt idx="193">
                        <c:v>292.95789185262799</c:v>
                      </c:pt>
                      <c:pt idx="194">
                        <c:v>180.38764896555699</c:v>
                      </c:pt>
                      <c:pt idx="195">
                        <c:v>117.470854048902</c:v>
                      </c:pt>
                      <c:pt idx="196">
                        <c:v>85.765631718630004</c:v>
                      </c:pt>
                      <c:pt idx="197">
                        <c:v>90.065221620291993</c:v>
                      </c:pt>
                      <c:pt idx="198">
                        <c:v>162.38708389492299</c:v>
                      </c:pt>
                      <c:pt idx="199">
                        <c:v>238.12396348233</c:v>
                      </c:pt>
                      <c:pt idx="200">
                        <c:v>321.71161728212604</c:v>
                      </c:pt>
                      <c:pt idx="201">
                        <c:v>383.14120975507905</c:v>
                      </c:pt>
                      <c:pt idx="202">
                        <c:v>435.33981533316097</c:v>
                      </c:pt>
                      <c:pt idx="203">
                        <c:v>489.15066659469392</c:v>
                      </c:pt>
                      <c:pt idx="204">
                        <c:v>496.43128937302998</c:v>
                      </c:pt>
                      <c:pt idx="205">
                        <c:v>525.24778367379201</c:v>
                      </c:pt>
                      <c:pt idx="206">
                        <c:v>620.81523886535899</c:v>
                      </c:pt>
                      <c:pt idx="207">
                        <c:v>578.54935910690699</c:v>
                      </c:pt>
                      <c:pt idx="208">
                        <c:v>511.28924444793802</c:v>
                      </c:pt>
                      <c:pt idx="209">
                        <c:v>516.29694558044707</c:v>
                      </c:pt>
                      <c:pt idx="210">
                        <c:v>507.66580776283104</c:v>
                      </c:pt>
                      <c:pt idx="211">
                        <c:v>583.99893966289403</c:v>
                      </c:pt>
                      <c:pt idx="212">
                        <c:v>645.06779760798304</c:v>
                      </c:pt>
                      <c:pt idx="213">
                        <c:v>729.57765788069787</c:v>
                      </c:pt>
                      <c:pt idx="214">
                        <c:v>729.53305509983102</c:v>
                      </c:pt>
                      <c:pt idx="215">
                        <c:v>620.94351632987605</c:v>
                      </c:pt>
                      <c:pt idx="216">
                        <c:v>453.88663954311789</c:v>
                      </c:pt>
                      <c:pt idx="217">
                        <c:v>290.57293118962502</c:v>
                      </c:pt>
                      <c:pt idx="218">
                        <c:v>176.458603226636</c:v>
                      </c:pt>
                      <c:pt idx="219">
                        <c:v>110.288870198645</c:v>
                      </c:pt>
                      <c:pt idx="220">
                        <c:v>80.705219588999995</c:v>
                      </c:pt>
                      <c:pt idx="221">
                        <c:v>88.912970986722996</c:v>
                      </c:pt>
                      <c:pt idx="222">
                        <c:v>167.061586153424</c:v>
                      </c:pt>
                      <c:pt idx="223">
                        <c:v>248.05850436594699</c:v>
                      </c:pt>
                      <c:pt idx="224">
                        <c:v>323.54076218954799</c:v>
                      </c:pt>
                      <c:pt idx="225">
                        <c:v>370.218620692336</c:v>
                      </c:pt>
                      <c:pt idx="226">
                        <c:v>407.19620184749704</c:v>
                      </c:pt>
                      <c:pt idx="227">
                        <c:v>450.94028027672698</c:v>
                      </c:pt>
                      <c:pt idx="228">
                        <c:v>474.952313415692</c:v>
                      </c:pt>
                      <c:pt idx="229">
                        <c:v>542.83774064801798</c:v>
                      </c:pt>
                      <c:pt idx="230">
                        <c:v>570.62544438500299</c:v>
                      </c:pt>
                      <c:pt idx="231">
                        <c:v>541.01093519497499</c:v>
                      </c:pt>
                      <c:pt idx="232">
                        <c:v>487.52154020609703</c:v>
                      </c:pt>
                      <c:pt idx="233">
                        <c:v>500.32291196682695</c:v>
                      </c:pt>
                      <c:pt idx="234">
                        <c:v>500.02360562793604</c:v>
                      </c:pt>
                      <c:pt idx="235">
                        <c:v>568.24505057506701</c:v>
                      </c:pt>
                      <c:pt idx="236">
                        <c:v>639.79435421450103</c:v>
                      </c:pt>
                      <c:pt idx="237">
                        <c:v>727.38298427304801</c:v>
                      </c:pt>
                      <c:pt idx="238">
                        <c:v>694.74805538445605</c:v>
                      </c:pt>
                      <c:pt idx="239">
                        <c:v>566.578370480986</c:v>
                      </c:pt>
                      <c:pt idx="240">
                        <c:v>390.71647498169295</c:v>
                      </c:pt>
                      <c:pt idx="241">
                        <c:v>241.10053406459298</c:v>
                      </c:pt>
                      <c:pt idx="242">
                        <c:v>143.934160696135</c:v>
                      </c:pt>
                      <c:pt idx="243">
                        <c:v>93.569721624148002</c:v>
                      </c:pt>
                      <c:pt idx="244">
                        <c:v>73.63373761415599</c:v>
                      </c:pt>
                      <c:pt idx="245">
                        <c:v>86.798342062505981</c:v>
                      </c:pt>
                      <c:pt idx="246">
                        <c:v>175.31421650304998</c:v>
                      </c:pt>
                      <c:pt idx="247">
                        <c:v>259.31099100492503</c:v>
                      </c:pt>
                      <c:pt idx="248">
                        <c:v>318.29378818629999</c:v>
                      </c:pt>
                      <c:pt idx="249">
                        <c:v>341.84894578209901</c:v>
                      </c:pt>
                      <c:pt idx="250">
                        <c:v>373.51911099239396</c:v>
                      </c:pt>
                      <c:pt idx="251">
                        <c:v>418.62947010869595</c:v>
                      </c:pt>
                      <c:pt idx="252">
                        <c:v>451.22415808326002</c:v>
                      </c:pt>
                      <c:pt idx="253">
                        <c:v>502.50884461455598</c:v>
                      </c:pt>
                      <c:pt idx="254">
                        <c:v>516.09868527528999</c:v>
                      </c:pt>
                      <c:pt idx="255">
                        <c:v>497.30661528633101</c:v>
                      </c:pt>
                      <c:pt idx="256">
                        <c:v>476.02628811224798</c:v>
                      </c:pt>
                      <c:pt idx="257">
                        <c:v>505.26585391984594</c:v>
                      </c:pt>
                      <c:pt idx="258">
                        <c:v>501.51650334977296</c:v>
                      </c:pt>
                      <c:pt idx="259">
                        <c:v>566.69424670895796</c:v>
                      </c:pt>
                      <c:pt idx="260">
                        <c:v>632.01250382519106</c:v>
                      </c:pt>
                      <c:pt idx="261">
                        <c:v>711.12787128789296</c:v>
                      </c:pt>
                      <c:pt idx="262">
                        <c:v>684.94650512729993</c:v>
                      </c:pt>
                      <c:pt idx="263">
                        <c:v>548.04322434373307</c:v>
                      </c:pt>
                      <c:pt idx="264">
                        <c:v>376.43002203980097</c:v>
                      </c:pt>
                      <c:pt idx="265">
                        <c:v>227.50805037899397</c:v>
                      </c:pt>
                      <c:pt idx="266">
                        <c:v>135.38702389010803</c:v>
                      </c:pt>
                      <c:pt idx="267">
                        <c:v>89.384208641476988</c:v>
                      </c:pt>
                      <c:pt idx="268">
                        <c:v>71.390290822885987</c:v>
                      </c:pt>
                      <c:pt idx="269">
                        <c:v>86.469212874150003</c:v>
                      </c:pt>
                      <c:pt idx="270">
                        <c:v>179.33952667140602</c:v>
                      </c:pt>
                      <c:pt idx="271">
                        <c:v>267.81679533361</c:v>
                      </c:pt>
                      <c:pt idx="272">
                        <c:v>322.41498475665202</c:v>
                      </c:pt>
                      <c:pt idx="273">
                        <c:v>347.63746573343599</c:v>
                      </c:pt>
                      <c:pt idx="274">
                        <c:v>380.41276951403904</c:v>
                      </c:pt>
                      <c:pt idx="275">
                        <c:v>426.67643668314395</c:v>
                      </c:pt>
                      <c:pt idx="276">
                        <c:v>457.24357935151602</c:v>
                      </c:pt>
                      <c:pt idx="277">
                        <c:v>506.64553405397999</c:v>
                      </c:pt>
                      <c:pt idx="278">
                        <c:v>515.36429413930603</c:v>
                      </c:pt>
                      <c:pt idx="279">
                        <c:v>496.73196024812898</c:v>
                      </c:pt>
                      <c:pt idx="280">
                        <c:v>475.76617350670102</c:v>
                      </c:pt>
                      <c:pt idx="281">
                        <c:v>497.40193502022095</c:v>
                      </c:pt>
                      <c:pt idx="282">
                        <c:v>494.400265571018</c:v>
                      </c:pt>
                      <c:pt idx="283">
                        <c:v>570.02283035230812</c:v>
                      </c:pt>
                      <c:pt idx="284">
                        <c:v>640.27711703085902</c:v>
                      </c:pt>
                      <c:pt idx="285">
                        <c:v>723.05824239683602</c:v>
                      </c:pt>
                      <c:pt idx="286">
                        <c:v>688.78986591206603</c:v>
                      </c:pt>
                      <c:pt idx="287">
                        <c:v>549.89492254184802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30-BF3F-49BE-B4BE-2314BCBEA28B}"/>
                  </c:ext>
                </c:extLst>
              </c15:ser>
            </c15:filteredLineSeries>
          </c:ext>
        </c:extLst>
      </c:lineChart>
      <c:catAx>
        <c:axId val="228096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28096864"/>
        <c:crosses val="autoZero"/>
        <c:auto val="1"/>
        <c:lblAlgn val="ctr"/>
        <c:lblOffset val="100"/>
        <c:noMultiLvlLbl val="0"/>
      </c:catAx>
      <c:valAx>
        <c:axId val="22809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28096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1600">
                <a:solidFill>
                  <a:schemeClr val="accent1"/>
                </a:solidFill>
              </a:rPr>
              <a:t>Network SGi_Gi</a:t>
            </a:r>
            <a:r>
              <a:rPr lang="fr-FR" sz="1600" baseline="0">
                <a:solidFill>
                  <a:schemeClr val="accent1"/>
                </a:solidFill>
              </a:rPr>
              <a:t> Traffic(TB)</a:t>
            </a:r>
            <a:endParaRPr lang="fr-FR" sz="160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35"/>
          <c:order val="35"/>
          <c:tx>
            <c:strRef>
              <c:f>'01-10 12-10-2026'!$AK$1</c:f>
              <c:strCache>
                <c:ptCount val="1"/>
                <c:pt idx="0">
                  <c:v>SGI Traffic 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12-10-2026'!$AK$2:$AK$289</c:f>
              <c:numCache>
                <c:formatCode>0</c:formatCode>
                <c:ptCount val="288"/>
                <c:pt idx="0">
                  <c:v>347.03289076726901</c:v>
                </c:pt>
                <c:pt idx="1">
                  <c:v>219.27817791553801</c:v>
                </c:pt>
                <c:pt idx="2">
                  <c:v>131.00241958396299</c:v>
                </c:pt>
                <c:pt idx="3">
                  <c:v>82.722405141976992</c:v>
                </c:pt>
                <c:pt idx="4">
                  <c:v>62.745866700080001</c:v>
                </c:pt>
                <c:pt idx="5">
                  <c:v>74.237714479368009</c:v>
                </c:pt>
                <c:pt idx="6">
                  <c:v>142.215498465412</c:v>
                </c:pt>
                <c:pt idx="7">
                  <c:v>212.98389998617401</c:v>
                </c:pt>
                <c:pt idx="8">
                  <c:v>262.76224844956596</c:v>
                </c:pt>
                <c:pt idx="9">
                  <c:v>287.83897359342097</c:v>
                </c:pt>
                <c:pt idx="10">
                  <c:v>320.02859140332004</c:v>
                </c:pt>
                <c:pt idx="11">
                  <c:v>359.31512091969398</c:v>
                </c:pt>
                <c:pt idx="12">
                  <c:v>387.56917737200297</c:v>
                </c:pt>
                <c:pt idx="13">
                  <c:v>432.86706052796399</c:v>
                </c:pt>
                <c:pt idx="14">
                  <c:v>448.06159088063202</c:v>
                </c:pt>
                <c:pt idx="15">
                  <c:v>433.77120617988396</c:v>
                </c:pt>
                <c:pt idx="16">
                  <c:v>393.01327423702503</c:v>
                </c:pt>
                <c:pt idx="17">
                  <c:v>406.80665492596802</c:v>
                </c:pt>
                <c:pt idx="18">
                  <c:v>403.89660424589499</c:v>
                </c:pt>
                <c:pt idx="19">
                  <c:v>459.23151451879198</c:v>
                </c:pt>
                <c:pt idx="20">
                  <c:v>509.56142124548398</c:v>
                </c:pt>
                <c:pt idx="21">
                  <c:v>586.058126180621</c:v>
                </c:pt>
                <c:pt idx="22">
                  <c:v>588.77200497686704</c:v>
                </c:pt>
                <c:pt idx="23">
                  <c:v>513.17837932867599</c:v>
                </c:pt>
                <c:pt idx="24">
                  <c:v>385.61515022698904</c:v>
                </c:pt>
                <c:pt idx="25">
                  <c:v>252.91518640850899</c:v>
                </c:pt>
                <c:pt idx="26">
                  <c:v>153.00524560110199</c:v>
                </c:pt>
                <c:pt idx="27">
                  <c:v>98.210032811144998</c:v>
                </c:pt>
                <c:pt idx="28">
                  <c:v>69.488227182217997</c:v>
                </c:pt>
                <c:pt idx="29">
                  <c:v>73.021406698541</c:v>
                </c:pt>
                <c:pt idx="30">
                  <c:v>124.617839879112</c:v>
                </c:pt>
                <c:pt idx="31">
                  <c:v>181.42859345826</c:v>
                </c:pt>
                <c:pt idx="32">
                  <c:v>249.883478861904</c:v>
                </c:pt>
                <c:pt idx="33">
                  <c:v>305.48723708809905</c:v>
                </c:pt>
                <c:pt idx="34">
                  <c:v>353.24154926765698</c:v>
                </c:pt>
                <c:pt idx="35">
                  <c:v>399.65678772549495</c:v>
                </c:pt>
                <c:pt idx="36">
                  <c:v>409.35830130657297</c:v>
                </c:pt>
                <c:pt idx="37">
                  <c:v>430.77888194539003</c:v>
                </c:pt>
                <c:pt idx="38">
                  <c:v>515.82891050665705</c:v>
                </c:pt>
                <c:pt idx="39">
                  <c:v>484.53693645258198</c:v>
                </c:pt>
                <c:pt idx="40">
                  <c:v>417.03426858826901</c:v>
                </c:pt>
                <c:pt idx="41">
                  <c:v>420.62590196338999</c:v>
                </c:pt>
                <c:pt idx="42">
                  <c:v>414.08379962387403</c:v>
                </c:pt>
                <c:pt idx="43">
                  <c:v>473.52279403396898</c:v>
                </c:pt>
                <c:pt idx="44">
                  <c:v>528.560910705168</c:v>
                </c:pt>
                <c:pt idx="45">
                  <c:v>611.62423108279791</c:v>
                </c:pt>
                <c:pt idx="46">
                  <c:v>608.08027887988396</c:v>
                </c:pt>
                <c:pt idx="47">
                  <c:v>531.84894224527193</c:v>
                </c:pt>
                <c:pt idx="48">
                  <c:v>400.73772056810503</c:v>
                </c:pt>
                <c:pt idx="49">
                  <c:v>264.73926097302194</c:v>
                </c:pt>
                <c:pt idx="50">
                  <c:v>159.41760633152001</c:v>
                </c:pt>
                <c:pt idx="51">
                  <c:v>98.012678929489994</c:v>
                </c:pt>
                <c:pt idx="52">
                  <c:v>68.700509090417995</c:v>
                </c:pt>
                <c:pt idx="53">
                  <c:v>73.440357229598987</c:v>
                </c:pt>
                <c:pt idx="54">
                  <c:v>129.68130793676599</c:v>
                </c:pt>
                <c:pt idx="55">
                  <c:v>191.463430333372</c:v>
                </c:pt>
                <c:pt idx="56">
                  <c:v>255.32171989865998</c:v>
                </c:pt>
                <c:pt idx="57">
                  <c:v>300.65300241499301</c:v>
                </c:pt>
                <c:pt idx="58">
                  <c:v>335.30055161047903</c:v>
                </c:pt>
                <c:pt idx="59">
                  <c:v>375.35811902496403</c:v>
                </c:pt>
                <c:pt idx="60">
                  <c:v>397.04719451206302</c:v>
                </c:pt>
                <c:pt idx="61">
                  <c:v>451.963028510897</c:v>
                </c:pt>
                <c:pt idx="62">
                  <c:v>476.35079291715999</c:v>
                </c:pt>
                <c:pt idx="63">
                  <c:v>454.62397142789803</c:v>
                </c:pt>
                <c:pt idx="64">
                  <c:v>404.18473102328602</c:v>
                </c:pt>
                <c:pt idx="65">
                  <c:v>413.55363097075303</c:v>
                </c:pt>
                <c:pt idx="66">
                  <c:v>406.95031403632498</c:v>
                </c:pt>
                <c:pt idx="67">
                  <c:v>460.45684526807503</c:v>
                </c:pt>
                <c:pt idx="68">
                  <c:v>513.10663098420605</c:v>
                </c:pt>
                <c:pt idx="69">
                  <c:v>589.80337254186202</c:v>
                </c:pt>
                <c:pt idx="70">
                  <c:v>581.204107054357</c:v>
                </c:pt>
                <c:pt idx="71">
                  <c:v>488.08489162844603</c:v>
                </c:pt>
                <c:pt idx="72">
                  <c:v>345.00409189901399</c:v>
                </c:pt>
                <c:pt idx="73">
                  <c:v>213.74988874039599</c:v>
                </c:pt>
                <c:pt idx="74">
                  <c:v>127.00646341834199</c:v>
                </c:pt>
                <c:pt idx="75">
                  <c:v>80.335452913036008</c:v>
                </c:pt>
                <c:pt idx="76">
                  <c:v>60.982233716176005</c:v>
                </c:pt>
                <c:pt idx="77">
                  <c:v>70.972755162780004</c:v>
                </c:pt>
                <c:pt idx="78">
                  <c:v>136.42032027625999</c:v>
                </c:pt>
                <c:pt idx="79">
                  <c:v>202.66859540984899</c:v>
                </c:pt>
                <c:pt idx="80">
                  <c:v>253.29669558823701</c:v>
                </c:pt>
                <c:pt idx="81">
                  <c:v>280.68025296509603</c:v>
                </c:pt>
                <c:pt idx="82">
                  <c:v>311.02762958060902</c:v>
                </c:pt>
                <c:pt idx="83">
                  <c:v>349.963168047507</c:v>
                </c:pt>
                <c:pt idx="84">
                  <c:v>373.95362867334802</c:v>
                </c:pt>
                <c:pt idx="85">
                  <c:v>414.70236400602198</c:v>
                </c:pt>
                <c:pt idx="86">
                  <c:v>426.45539514191603</c:v>
                </c:pt>
                <c:pt idx="87">
                  <c:v>409.79895016946199</c:v>
                </c:pt>
                <c:pt idx="88">
                  <c:v>385.02196815204195</c:v>
                </c:pt>
                <c:pt idx="89">
                  <c:v>404.74358941290899</c:v>
                </c:pt>
                <c:pt idx="90">
                  <c:v>399.45952895759001</c:v>
                </c:pt>
                <c:pt idx="91">
                  <c:v>457.22082567176597</c:v>
                </c:pt>
                <c:pt idx="92">
                  <c:v>513.22955647517699</c:v>
                </c:pt>
                <c:pt idx="93">
                  <c:v>589.91905433425313</c:v>
                </c:pt>
                <c:pt idx="94">
                  <c:v>575.10214291585305</c:v>
                </c:pt>
                <c:pt idx="95">
                  <c:v>472.81496289372103</c:v>
                </c:pt>
                <c:pt idx="96">
                  <c:v>328.35528762901504</c:v>
                </c:pt>
                <c:pt idx="97">
                  <c:v>202.083258148271</c:v>
                </c:pt>
                <c:pt idx="98">
                  <c:v>119.738121702711</c:v>
                </c:pt>
                <c:pt idx="99">
                  <c:v>76.924353887201988</c:v>
                </c:pt>
                <c:pt idx="100">
                  <c:v>59.542726147002995</c:v>
                </c:pt>
                <c:pt idx="101">
                  <c:v>70.011980966566995</c:v>
                </c:pt>
                <c:pt idx="102">
                  <c:v>138.59841044447501</c:v>
                </c:pt>
                <c:pt idx="103">
                  <c:v>208.23666959034301</c:v>
                </c:pt>
                <c:pt idx="104">
                  <c:v>256.39857102247498</c:v>
                </c:pt>
                <c:pt idx="105">
                  <c:v>282.083184730006</c:v>
                </c:pt>
                <c:pt idx="106">
                  <c:v>312.22602194514502</c:v>
                </c:pt>
                <c:pt idx="107">
                  <c:v>353.93079709177505</c:v>
                </c:pt>
                <c:pt idx="108">
                  <c:v>378.09471722421495</c:v>
                </c:pt>
                <c:pt idx="109">
                  <c:v>418.84979774228401</c:v>
                </c:pt>
                <c:pt idx="110">
                  <c:v>427.65117404938599</c:v>
                </c:pt>
                <c:pt idx="111">
                  <c:v>411.74300428047002</c:v>
                </c:pt>
                <c:pt idx="112">
                  <c:v>385.49643238776099</c:v>
                </c:pt>
                <c:pt idx="113">
                  <c:v>403.03696530044999</c:v>
                </c:pt>
                <c:pt idx="114">
                  <c:v>399.43607271633897</c:v>
                </c:pt>
                <c:pt idx="115">
                  <c:v>458.11301009585497</c:v>
                </c:pt>
                <c:pt idx="116">
                  <c:v>515.55777005723303</c:v>
                </c:pt>
                <c:pt idx="117">
                  <c:v>597.41427154226403</c:v>
                </c:pt>
                <c:pt idx="118">
                  <c:v>579.47501957022007</c:v>
                </c:pt>
                <c:pt idx="119">
                  <c:v>477.92244838475597</c:v>
                </c:pt>
                <c:pt idx="120">
                  <c:v>331.13088328290104</c:v>
                </c:pt>
                <c:pt idx="121">
                  <c:v>203.227933459535</c:v>
                </c:pt>
                <c:pt idx="122">
                  <c:v>119.520734243489</c:v>
                </c:pt>
                <c:pt idx="123">
                  <c:v>76.289793657318995</c:v>
                </c:pt>
                <c:pt idx="124">
                  <c:v>59.081808163186999</c:v>
                </c:pt>
                <c:pt idx="125">
                  <c:v>70.333091021472995</c:v>
                </c:pt>
                <c:pt idx="126">
                  <c:v>140.66231622358998</c:v>
                </c:pt>
                <c:pt idx="127">
                  <c:v>211.99705380179299</c:v>
                </c:pt>
                <c:pt idx="128">
                  <c:v>260.78761844763596</c:v>
                </c:pt>
                <c:pt idx="129">
                  <c:v>287.41278356046001</c:v>
                </c:pt>
                <c:pt idx="130">
                  <c:v>318.74588901187497</c:v>
                </c:pt>
                <c:pt idx="131">
                  <c:v>355.77250447632798</c:v>
                </c:pt>
                <c:pt idx="132">
                  <c:v>388.36764850808504</c:v>
                </c:pt>
                <c:pt idx="133">
                  <c:v>448.66047871180899</c:v>
                </c:pt>
                <c:pt idx="134">
                  <c:v>458.50166539748699</c:v>
                </c:pt>
                <c:pt idx="135">
                  <c:v>434.08442451452601</c:v>
                </c:pt>
                <c:pt idx="136">
                  <c:v>391.22359390458507</c:v>
                </c:pt>
                <c:pt idx="137">
                  <c:v>406.78674659785503</c:v>
                </c:pt>
                <c:pt idx="138">
                  <c:v>439.06518874459005</c:v>
                </c:pt>
                <c:pt idx="139">
                  <c:v>498.31931509020001</c:v>
                </c:pt>
                <c:pt idx="140">
                  <c:v>526.04046402970596</c:v>
                </c:pt>
                <c:pt idx="141">
                  <c:v>602.20046126513694</c:v>
                </c:pt>
                <c:pt idx="142">
                  <c:v>581.66108394498701</c:v>
                </c:pt>
                <c:pt idx="143">
                  <c:v>478.86812722762795</c:v>
                </c:pt>
                <c:pt idx="144">
                  <c:v>344.02070193982104</c:v>
                </c:pt>
                <c:pt idx="145">
                  <c:v>213.609772435379</c:v>
                </c:pt>
                <c:pt idx="146">
                  <c:v>130.49062166931299</c:v>
                </c:pt>
                <c:pt idx="147">
                  <c:v>79.219286047661001</c:v>
                </c:pt>
                <c:pt idx="148">
                  <c:v>60.343806847560998</c:v>
                </c:pt>
                <c:pt idx="149">
                  <c:v>71.988536903154994</c:v>
                </c:pt>
                <c:pt idx="150">
                  <c:v>143.71428568186002</c:v>
                </c:pt>
                <c:pt idx="151">
                  <c:v>215.067669534403</c:v>
                </c:pt>
                <c:pt idx="152">
                  <c:v>265.273021477577</c:v>
                </c:pt>
                <c:pt idx="153">
                  <c:v>289.78505907338302</c:v>
                </c:pt>
                <c:pt idx="154">
                  <c:v>318.69840598556402</c:v>
                </c:pt>
                <c:pt idx="155">
                  <c:v>355.15836484992201</c:v>
                </c:pt>
                <c:pt idx="156">
                  <c:v>378.96664741306802</c:v>
                </c:pt>
                <c:pt idx="157">
                  <c:v>419.55981564376202</c:v>
                </c:pt>
                <c:pt idx="158">
                  <c:v>431.16105798086903</c:v>
                </c:pt>
                <c:pt idx="159">
                  <c:v>415.82125169326599</c:v>
                </c:pt>
                <c:pt idx="160">
                  <c:v>394.02651601848697</c:v>
                </c:pt>
                <c:pt idx="161">
                  <c:v>414.12727499550203</c:v>
                </c:pt>
                <c:pt idx="162">
                  <c:v>410.18307676107298</c:v>
                </c:pt>
                <c:pt idx="163">
                  <c:v>467.36522569133592</c:v>
                </c:pt>
                <c:pt idx="164">
                  <c:v>518.60330405181799</c:v>
                </c:pt>
                <c:pt idx="165">
                  <c:v>593.38106468712203</c:v>
                </c:pt>
                <c:pt idx="166">
                  <c:v>579.205802048338</c:v>
                </c:pt>
                <c:pt idx="167">
                  <c:v>471.55885947213699</c:v>
                </c:pt>
                <c:pt idx="168">
                  <c:v>327.84583123854998</c:v>
                </c:pt>
                <c:pt idx="169">
                  <c:v>201.423397793052</c:v>
                </c:pt>
                <c:pt idx="170">
                  <c:v>121.00418909100999</c:v>
                </c:pt>
                <c:pt idx="171">
                  <c:v>78.216435555944003</c:v>
                </c:pt>
                <c:pt idx="172">
                  <c:v>60.985308649590998</c:v>
                </c:pt>
                <c:pt idx="173">
                  <c:v>73.184035359345003</c:v>
                </c:pt>
                <c:pt idx="174">
                  <c:v>147.483695287937</c:v>
                </c:pt>
                <c:pt idx="175">
                  <c:v>226.97787179780599</c:v>
                </c:pt>
                <c:pt idx="176">
                  <c:v>286.466790851491</c:v>
                </c:pt>
                <c:pt idx="177">
                  <c:v>324.17606222533198</c:v>
                </c:pt>
                <c:pt idx="178">
                  <c:v>343.74293649527203</c:v>
                </c:pt>
                <c:pt idx="179">
                  <c:v>372.745901463883</c:v>
                </c:pt>
                <c:pt idx="180">
                  <c:v>398.55007103718901</c:v>
                </c:pt>
                <c:pt idx="181">
                  <c:v>440.11624921503596</c:v>
                </c:pt>
                <c:pt idx="182">
                  <c:v>449.11394400499501</c:v>
                </c:pt>
                <c:pt idx="183">
                  <c:v>431.31019270976498</c:v>
                </c:pt>
                <c:pt idx="184">
                  <c:v>398.67015732725702</c:v>
                </c:pt>
                <c:pt idx="185">
                  <c:v>412.86644798525504</c:v>
                </c:pt>
                <c:pt idx="186">
                  <c:v>413.91071886137297</c:v>
                </c:pt>
                <c:pt idx="187">
                  <c:v>479.19489217575006</c:v>
                </c:pt>
                <c:pt idx="188">
                  <c:v>527.7405826703889</c:v>
                </c:pt>
                <c:pt idx="189">
                  <c:v>598.09953249930595</c:v>
                </c:pt>
                <c:pt idx="190">
                  <c:v>593.32578047522395</c:v>
                </c:pt>
                <c:pt idx="191">
                  <c:v>506.59189314275</c:v>
                </c:pt>
                <c:pt idx="192">
                  <c:v>374.94180248387903</c:v>
                </c:pt>
                <c:pt idx="193">
                  <c:v>245.15280094337601</c:v>
                </c:pt>
                <c:pt idx="194">
                  <c:v>150.98492783339401</c:v>
                </c:pt>
                <c:pt idx="195">
                  <c:v>97.724498871743009</c:v>
                </c:pt>
                <c:pt idx="196">
                  <c:v>70.378712561976016</c:v>
                </c:pt>
                <c:pt idx="197">
                  <c:v>71.804203000928993</c:v>
                </c:pt>
                <c:pt idx="198">
                  <c:v>127.905445159534</c:v>
                </c:pt>
                <c:pt idx="199">
                  <c:v>188.931904844504</c:v>
                </c:pt>
                <c:pt idx="200">
                  <c:v>259.24457070455605</c:v>
                </c:pt>
                <c:pt idx="201">
                  <c:v>313.38654813887803</c:v>
                </c:pt>
                <c:pt idx="202">
                  <c:v>359.57324246086193</c:v>
                </c:pt>
                <c:pt idx="203">
                  <c:v>405.67839285397997</c:v>
                </c:pt>
                <c:pt idx="204">
                  <c:v>410.29607653599396</c:v>
                </c:pt>
                <c:pt idx="205">
                  <c:v>434.46983789830801</c:v>
                </c:pt>
                <c:pt idx="206">
                  <c:v>517.30985332507407</c:v>
                </c:pt>
                <c:pt idx="207">
                  <c:v>481.770511351354</c:v>
                </c:pt>
                <c:pt idx="208">
                  <c:v>425.98614078861601</c:v>
                </c:pt>
                <c:pt idx="209">
                  <c:v>432.774796967751</c:v>
                </c:pt>
                <c:pt idx="210">
                  <c:v>424.91586831437701</c:v>
                </c:pt>
                <c:pt idx="211">
                  <c:v>489.18798358886198</c:v>
                </c:pt>
                <c:pt idx="212">
                  <c:v>540.82073869456394</c:v>
                </c:pt>
                <c:pt idx="213">
                  <c:v>613.40443029954895</c:v>
                </c:pt>
                <c:pt idx="214">
                  <c:v>612.76594206759205</c:v>
                </c:pt>
                <c:pt idx="215">
                  <c:v>520.11086663116703</c:v>
                </c:pt>
                <c:pt idx="216">
                  <c:v>379.62409637156395</c:v>
                </c:pt>
                <c:pt idx="217">
                  <c:v>242.953483389984</c:v>
                </c:pt>
                <c:pt idx="218">
                  <c:v>146.98957634428302</c:v>
                </c:pt>
                <c:pt idx="219">
                  <c:v>91.283227270132002</c:v>
                </c:pt>
                <c:pt idx="220">
                  <c:v>65.813335644009996</c:v>
                </c:pt>
                <c:pt idx="221">
                  <c:v>70.691367865649994</c:v>
                </c:pt>
                <c:pt idx="222">
                  <c:v>131.30810927441601</c:v>
                </c:pt>
                <c:pt idx="223">
                  <c:v>197.17514013751799</c:v>
                </c:pt>
                <c:pt idx="224">
                  <c:v>261.33529671730298</c:v>
                </c:pt>
                <c:pt idx="225">
                  <c:v>303.07703965038098</c:v>
                </c:pt>
                <c:pt idx="226">
                  <c:v>336.39316104592206</c:v>
                </c:pt>
                <c:pt idx="227">
                  <c:v>374.05572926860799</c:v>
                </c:pt>
                <c:pt idx="228">
                  <c:v>392.80751687569</c:v>
                </c:pt>
                <c:pt idx="229">
                  <c:v>450.21745393311801</c:v>
                </c:pt>
                <c:pt idx="230">
                  <c:v>474.102256144813</c:v>
                </c:pt>
                <c:pt idx="231">
                  <c:v>449.73223237713296</c:v>
                </c:pt>
                <c:pt idx="232">
                  <c:v>406.12177319360404</c:v>
                </c:pt>
                <c:pt idx="233">
                  <c:v>419.94478227453203</c:v>
                </c:pt>
                <c:pt idx="234">
                  <c:v>419.14415547363103</c:v>
                </c:pt>
                <c:pt idx="235">
                  <c:v>476.16045113243797</c:v>
                </c:pt>
                <c:pt idx="236">
                  <c:v>537.10737757911807</c:v>
                </c:pt>
                <c:pt idx="237">
                  <c:v>612.31494934519992</c:v>
                </c:pt>
                <c:pt idx="238">
                  <c:v>582.45847954578801</c:v>
                </c:pt>
                <c:pt idx="239">
                  <c:v>473.81264853977501</c:v>
                </c:pt>
                <c:pt idx="240">
                  <c:v>326.54493736430697</c:v>
                </c:pt>
                <c:pt idx="241">
                  <c:v>201.68120592953198</c:v>
                </c:pt>
                <c:pt idx="242">
                  <c:v>119.84170019752301</c:v>
                </c:pt>
                <c:pt idx="243">
                  <c:v>77.243951731896999</c:v>
                </c:pt>
                <c:pt idx="244">
                  <c:v>59.911895933630994</c:v>
                </c:pt>
                <c:pt idx="245">
                  <c:v>68.968846203576987</c:v>
                </c:pt>
                <c:pt idx="246">
                  <c:v>138.64316628990298</c:v>
                </c:pt>
                <c:pt idx="247">
                  <c:v>208.27092690895401</c:v>
                </c:pt>
                <c:pt idx="248">
                  <c:v>258.78195264227099</c:v>
                </c:pt>
                <c:pt idx="249">
                  <c:v>281.04064060496296</c:v>
                </c:pt>
                <c:pt idx="250">
                  <c:v>309.69953167738197</c:v>
                </c:pt>
                <c:pt idx="251">
                  <c:v>348.10477377606401</c:v>
                </c:pt>
                <c:pt idx="252">
                  <c:v>373.80578344797902</c:v>
                </c:pt>
                <c:pt idx="253">
                  <c:v>416.446785393467</c:v>
                </c:pt>
                <c:pt idx="254">
                  <c:v>428.32500001863303</c:v>
                </c:pt>
                <c:pt idx="255">
                  <c:v>412.951603715369</c:v>
                </c:pt>
                <c:pt idx="256">
                  <c:v>396.77013176350698</c:v>
                </c:pt>
                <c:pt idx="257">
                  <c:v>424.46286619156194</c:v>
                </c:pt>
                <c:pt idx="258">
                  <c:v>420.07628510793393</c:v>
                </c:pt>
                <c:pt idx="259">
                  <c:v>474.56766485660705</c:v>
                </c:pt>
                <c:pt idx="260">
                  <c:v>530.2371464157161</c:v>
                </c:pt>
                <c:pt idx="261">
                  <c:v>597.84264978248905</c:v>
                </c:pt>
                <c:pt idx="262">
                  <c:v>574.39688084737986</c:v>
                </c:pt>
                <c:pt idx="263">
                  <c:v>458.47332849006102</c:v>
                </c:pt>
                <c:pt idx="264">
                  <c:v>313.94339414072999</c:v>
                </c:pt>
                <c:pt idx="265">
                  <c:v>189.31613842721299</c:v>
                </c:pt>
                <c:pt idx="266">
                  <c:v>112.17304298223901</c:v>
                </c:pt>
                <c:pt idx="267">
                  <c:v>73.504157327213989</c:v>
                </c:pt>
                <c:pt idx="268">
                  <c:v>58.029428404648002</c:v>
                </c:pt>
                <c:pt idx="269">
                  <c:v>68.482233628764007</c:v>
                </c:pt>
                <c:pt idx="270">
                  <c:v>141.40760077901001</c:v>
                </c:pt>
                <c:pt idx="271">
                  <c:v>214.88890452492603</c:v>
                </c:pt>
                <c:pt idx="272">
                  <c:v>262.254931241566</c:v>
                </c:pt>
                <c:pt idx="273">
                  <c:v>286.05669335136395</c:v>
                </c:pt>
                <c:pt idx="274">
                  <c:v>315.37343037692506</c:v>
                </c:pt>
                <c:pt idx="275">
                  <c:v>354.53893644260899</c:v>
                </c:pt>
                <c:pt idx="276">
                  <c:v>378.39428511861706</c:v>
                </c:pt>
                <c:pt idx="277">
                  <c:v>419.22828654032196</c:v>
                </c:pt>
                <c:pt idx="278">
                  <c:v>427.183131215787</c:v>
                </c:pt>
                <c:pt idx="279">
                  <c:v>412.09767974059599</c:v>
                </c:pt>
                <c:pt idx="280">
                  <c:v>396.07368492656906</c:v>
                </c:pt>
                <c:pt idx="281">
                  <c:v>417.13666579046901</c:v>
                </c:pt>
                <c:pt idx="282">
                  <c:v>413.61969777985001</c:v>
                </c:pt>
                <c:pt idx="283">
                  <c:v>477.13214699081004</c:v>
                </c:pt>
                <c:pt idx="284">
                  <c:v>537.138343556731</c:v>
                </c:pt>
                <c:pt idx="285">
                  <c:v>608.26717731342205</c:v>
                </c:pt>
                <c:pt idx="286">
                  <c:v>578.06546293587303</c:v>
                </c:pt>
                <c:pt idx="287">
                  <c:v>460.11625888380297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6F-49E4-8F59-330269BCC199}"/>
            </c:ext>
          </c:extLst>
        </c:ser>
        <c:ser>
          <c:idx val="38"/>
          <c:order val="38"/>
          <c:tx>
            <c:strRef>
              <c:f>'01-10 12-10-2026'!$AN$1</c:f>
              <c:strCache>
                <c:ptCount val="1"/>
                <c:pt idx="0">
                  <c:v>GI Traffic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14"/>
              <c:layout>
                <c:manualLayout>
                  <c:x val="-4.2611111111111113E-2"/>
                  <c:y val="-4.39468503937008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6F-49E4-8F59-330269BCC19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12-10-2026'!$AN$2:$AN$289</c:f>
              <c:numCache>
                <c:formatCode>0</c:formatCode>
                <c:ptCount val="288"/>
                <c:pt idx="0">
                  <c:v>68.366696180578003</c:v>
                </c:pt>
                <c:pt idx="1">
                  <c:v>42.868502716129008</c:v>
                </c:pt>
                <c:pt idx="2">
                  <c:v>25.772717973525001</c:v>
                </c:pt>
                <c:pt idx="3">
                  <c:v>16.958165300836001</c:v>
                </c:pt>
                <c:pt idx="4">
                  <c:v>13.907214492808002</c:v>
                </c:pt>
                <c:pt idx="5">
                  <c:v>19.003054588456003</c:v>
                </c:pt>
                <c:pt idx="6">
                  <c:v>37.752694578689002</c:v>
                </c:pt>
                <c:pt idx="7">
                  <c:v>52.739655961477993</c:v>
                </c:pt>
                <c:pt idx="8">
                  <c:v>60.626313606558</c:v>
                </c:pt>
                <c:pt idx="9">
                  <c:v>62.893895466879002</c:v>
                </c:pt>
                <c:pt idx="10">
                  <c:v>67.237262662120003</c:v>
                </c:pt>
                <c:pt idx="11">
                  <c:v>74.081529196651985</c:v>
                </c:pt>
                <c:pt idx="12">
                  <c:v>81.731603196079988</c:v>
                </c:pt>
                <c:pt idx="13">
                  <c:v>90.991663292607996</c:v>
                </c:pt>
                <c:pt idx="14">
                  <c:v>93.29194394307801</c:v>
                </c:pt>
                <c:pt idx="15">
                  <c:v>89.896957132826998</c:v>
                </c:pt>
                <c:pt idx="16">
                  <c:v>80.786158823172997</c:v>
                </c:pt>
                <c:pt idx="17">
                  <c:v>80.079290788237984</c:v>
                </c:pt>
                <c:pt idx="18">
                  <c:v>79.360525215909007</c:v>
                </c:pt>
                <c:pt idx="19">
                  <c:v>90.375290412784992</c:v>
                </c:pt>
                <c:pt idx="20">
                  <c:v>98.90426930308098</c:v>
                </c:pt>
                <c:pt idx="21">
                  <c:v>111.71254541253801</c:v>
                </c:pt>
                <c:pt idx="22">
                  <c:v>113.7561650674</c:v>
                </c:pt>
                <c:pt idx="23">
                  <c:v>99.993376074345008</c:v>
                </c:pt>
                <c:pt idx="24">
                  <c:v>75.130905507657005</c:v>
                </c:pt>
                <c:pt idx="25">
                  <c:v>49.343190932731005</c:v>
                </c:pt>
                <c:pt idx="26">
                  <c:v>30.408526827081999</c:v>
                </c:pt>
                <c:pt idx="27">
                  <c:v>19.798794351895999</c:v>
                </c:pt>
                <c:pt idx="28">
                  <c:v>14.873363706058001</c:v>
                </c:pt>
                <c:pt idx="29">
                  <c:v>18.349596686678996</c:v>
                </c:pt>
                <c:pt idx="30">
                  <c:v>33.651518381770003</c:v>
                </c:pt>
                <c:pt idx="31">
                  <c:v>47.734064494006006</c:v>
                </c:pt>
                <c:pt idx="32">
                  <c:v>60.900309172280004</c:v>
                </c:pt>
                <c:pt idx="33">
                  <c:v>68.974094707902992</c:v>
                </c:pt>
                <c:pt idx="34">
                  <c:v>75.591774048807991</c:v>
                </c:pt>
                <c:pt idx="35">
                  <c:v>84.235573252074005</c:v>
                </c:pt>
                <c:pt idx="36">
                  <c:v>86.903752755629</c:v>
                </c:pt>
                <c:pt idx="37">
                  <c:v>91.254679747278999</c:v>
                </c:pt>
                <c:pt idx="38">
                  <c:v>104.211912021247</c:v>
                </c:pt>
                <c:pt idx="39">
                  <c:v>97.976805148316998</c:v>
                </c:pt>
                <c:pt idx="40">
                  <c:v>84.780271690931997</c:v>
                </c:pt>
                <c:pt idx="41">
                  <c:v>82.212629010727994</c:v>
                </c:pt>
                <c:pt idx="42">
                  <c:v>81.04028892370502</c:v>
                </c:pt>
                <c:pt idx="43">
                  <c:v>92.769330623282002</c:v>
                </c:pt>
                <c:pt idx="44">
                  <c:v>101.939213372257</c:v>
                </c:pt>
                <c:pt idx="45">
                  <c:v>115.53498123921702</c:v>
                </c:pt>
                <c:pt idx="46">
                  <c:v>116.41645265328998</c:v>
                </c:pt>
                <c:pt idx="47">
                  <c:v>102.71666342927101</c:v>
                </c:pt>
                <c:pt idx="48">
                  <c:v>77.344702768242001</c:v>
                </c:pt>
                <c:pt idx="49">
                  <c:v>50.863216387607011</c:v>
                </c:pt>
                <c:pt idx="50">
                  <c:v>30.760085859301</c:v>
                </c:pt>
                <c:pt idx="51">
                  <c:v>19.616081568765001</c:v>
                </c:pt>
                <c:pt idx="52">
                  <c:v>15.062632487491001</c:v>
                </c:pt>
                <c:pt idx="53">
                  <c:v>18.969393536645001</c:v>
                </c:pt>
                <c:pt idx="54">
                  <c:v>35.182632502269996</c:v>
                </c:pt>
                <c:pt idx="55">
                  <c:v>49.802089109166999</c:v>
                </c:pt>
                <c:pt idx="56">
                  <c:v>61.374284438325006</c:v>
                </c:pt>
                <c:pt idx="57">
                  <c:v>66.699520312830998</c:v>
                </c:pt>
                <c:pt idx="58">
                  <c:v>71.148207960861001</c:v>
                </c:pt>
                <c:pt idx="59">
                  <c:v>77.536639330179995</c:v>
                </c:pt>
                <c:pt idx="60">
                  <c:v>83.157159817463992</c:v>
                </c:pt>
                <c:pt idx="61">
                  <c:v>93.52210618720099</c:v>
                </c:pt>
                <c:pt idx="62">
                  <c:v>97.715689889872024</c:v>
                </c:pt>
                <c:pt idx="63">
                  <c:v>92.940043535796008</c:v>
                </c:pt>
                <c:pt idx="64">
                  <c:v>81.91038603792299</c:v>
                </c:pt>
                <c:pt idx="65">
                  <c:v>80.003034145800015</c:v>
                </c:pt>
                <c:pt idx="66">
                  <c:v>78.521420401179995</c:v>
                </c:pt>
                <c:pt idx="67">
                  <c:v>89.422907995732032</c:v>
                </c:pt>
                <c:pt idx="68">
                  <c:v>98.737313207210988</c:v>
                </c:pt>
                <c:pt idx="69">
                  <c:v>111.76848363076799</c:v>
                </c:pt>
                <c:pt idx="70">
                  <c:v>111.95868897273499</c:v>
                </c:pt>
                <c:pt idx="71">
                  <c:v>95.259409594476011</c:v>
                </c:pt>
                <c:pt idx="72">
                  <c:v>67.642643010147992</c:v>
                </c:pt>
                <c:pt idx="73">
                  <c:v>41.750547486362002</c:v>
                </c:pt>
                <c:pt idx="74">
                  <c:v>25.033300665903003</c:v>
                </c:pt>
                <c:pt idx="75">
                  <c:v>16.451572204702</c:v>
                </c:pt>
                <c:pt idx="76">
                  <c:v>13.640338657381001</c:v>
                </c:pt>
                <c:pt idx="77">
                  <c:v>18.407910641413999</c:v>
                </c:pt>
                <c:pt idx="78">
                  <c:v>36.518755773254</c:v>
                </c:pt>
                <c:pt idx="79">
                  <c:v>50.254193258478999</c:v>
                </c:pt>
                <c:pt idx="80">
                  <c:v>58.018388568950989</c:v>
                </c:pt>
                <c:pt idx="81">
                  <c:v>60.477521752135004</c:v>
                </c:pt>
                <c:pt idx="82">
                  <c:v>64.381806570018995</c:v>
                </c:pt>
                <c:pt idx="83">
                  <c:v>71.372801469203011</c:v>
                </c:pt>
                <c:pt idx="84">
                  <c:v>78.292091377852984</c:v>
                </c:pt>
                <c:pt idx="85">
                  <c:v>86.569626059021004</c:v>
                </c:pt>
                <c:pt idx="86">
                  <c:v>88.445338977526006</c:v>
                </c:pt>
                <c:pt idx="87">
                  <c:v>84.668689121168015</c:v>
                </c:pt>
                <c:pt idx="88">
                  <c:v>78.051006695083004</c:v>
                </c:pt>
                <c:pt idx="89">
                  <c:v>77.801673740086002</c:v>
                </c:pt>
                <c:pt idx="90">
                  <c:v>76.942976100680994</c:v>
                </c:pt>
                <c:pt idx="91">
                  <c:v>88.44489261254499</c:v>
                </c:pt>
                <c:pt idx="92">
                  <c:v>98.157873911007002</c:v>
                </c:pt>
                <c:pt idx="93">
                  <c:v>111.25005365241999</c:v>
                </c:pt>
                <c:pt idx="94">
                  <c:v>110.34832703478999</c:v>
                </c:pt>
                <c:pt idx="95">
                  <c:v>91.80153456590601</c:v>
                </c:pt>
                <c:pt idx="96">
                  <c:v>63.593116167523995</c:v>
                </c:pt>
                <c:pt idx="97">
                  <c:v>39.079484484955998</c:v>
                </c:pt>
                <c:pt idx="98">
                  <c:v>23.473989653459999</c:v>
                </c:pt>
                <c:pt idx="99">
                  <c:v>15.669510633388001</c:v>
                </c:pt>
                <c:pt idx="100">
                  <c:v>13.21846180639</c:v>
                </c:pt>
                <c:pt idx="101">
                  <c:v>18.093224174265998</c:v>
                </c:pt>
                <c:pt idx="102">
                  <c:v>36.799084436695999</c:v>
                </c:pt>
                <c:pt idx="103">
                  <c:v>51.103515976329</c:v>
                </c:pt>
                <c:pt idx="104">
                  <c:v>58.577677627857</c:v>
                </c:pt>
                <c:pt idx="105">
                  <c:v>60.843673951279001</c:v>
                </c:pt>
                <c:pt idx="106">
                  <c:v>64.598542893108998</c:v>
                </c:pt>
                <c:pt idx="107">
                  <c:v>72.141696180323009</c:v>
                </c:pt>
                <c:pt idx="108">
                  <c:v>78.893079657955013</c:v>
                </c:pt>
                <c:pt idx="109">
                  <c:v>87.439971101712985</c:v>
                </c:pt>
                <c:pt idx="110">
                  <c:v>88.583161075332001</c:v>
                </c:pt>
                <c:pt idx="111">
                  <c:v>84.625855975525994</c:v>
                </c:pt>
                <c:pt idx="112">
                  <c:v>77.930225612865001</c:v>
                </c:pt>
                <c:pt idx="113">
                  <c:v>77.664469393061012</c:v>
                </c:pt>
                <c:pt idx="114">
                  <c:v>77.200299613224999</c:v>
                </c:pt>
                <c:pt idx="115">
                  <c:v>88.824093711214985</c:v>
                </c:pt>
                <c:pt idx="116">
                  <c:v>98.599985313434004</c:v>
                </c:pt>
                <c:pt idx="117">
                  <c:v>112.48895837846199</c:v>
                </c:pt>
                <c:pt idx="118">
                  <c:v>111.109764201875</c:v>
                </c:pt>
                <c:pt idx="119">
                  <c:v>92.902541861725012</c:v>
                </c:pt>
                <c:pt idx="120">
                  <c:v>64.395602559960011</c:v>
                </c:pt>
                <c:pt idx="121">
                  <c:v>39.363438603791998</c:v>
                </c:pt>
                <c:pt idx="122">
                  <c:v>23.565292181819</c:v>
                </c:pt>
                <c:pt idx="123">
                  <c:v>15.649831167187001</c:v>
                </c:pt>
                <c:pt idx="124">
                  <c:v>13.130307076053004</c:v>
                </c:pt>
                <c:pt idx="125">
                  <c:v>17.997129152451997</c:v>
                </c:pt>
                <c:pt idx="126">
                  <c:v>37.135366670387</c:v>
                </c:pt>
                <c:pt idx="127">
                  <c:v>51.686797072368996</c:v>
                </c:pt>
                <c:pt idx="128">
                  <c:v>59.142383792752007</c:v>
                </c:pt>
                <c:pt idx="129">
                  <c:v>61.466599578586994</c:v>
                </c:pt>
                <c:pt idx="130">
                  <c:v>65.780089152190996</c:v>
                </c:pt>
                <c:pt idx="131">
                  <c:v>72.227260925812999</c:v>
                </c:pt>
                <c:pt idx="132">
                  <c:v>80.745788145755</c:v>
                </c:pt>
                <c:pt idx="133">
                  <c:v>92.612404701152002</c:v>
                </c:pt>
                <c:pt idx="134">
                  <c:v>94.445857066200006</c:v>
                </c:pt>
                <c:pt idx="135">
                  <c:v>89.448017461891993</c:v>
                </c:pt>
                <c:pt idx="136">
                  <c:v>78.981217779164012</c:v>
                </c:pt>
                <c:pt idx="137">
                  <c:v>78.183472245285998</c:v>
                </c:pt>
                <c:pt idx="138">
                  <c:v>82.363082295121998</c:v>
                </c:pt>
                <c:pt idx="139">
                  <c:v>94.042167622655995</c:v>
                </c:pt>
                <c:pt idx="140">
                  <c:v>100.12275067993801</c:v>
                </c:pt>
                <c:pt idx="141">
                  <c:v>113.00562584355399</c:v>
                </c:pt>
                <c:pt idx="142">
                  <c:v>111.77724346404599</c:v>
                </c:pt>
                <c:pt idx="143">
                  <c:v>93.087441665569017</c:v>
                </c:pt>
                <c:pt idx="144">
                  <c:v>66.085861387839998</c:v>
                </c:pt>
                <c:pt idx="145">
                  <c:v>41.148270825177995</c:v>
                </c:pt>
                <c:pt idx="146">
                  <c:v>25.189497496399998</c:v>
                </c:pt>
                <c:pt idx="147">
                  <c:v>16.354560377494</c:v>
                </c:pt>
                <c:pt idx="148">
                  <c:v>13.527100305204002</c:v>
                </c:pt>
                <c:pt idx="149">
                  <c:v>18.401545832051998</c:v>
                </c:pt>
                <c:pt idx="150">
                  <c:v>38.196266658208998</c:v>
                </c:pt>
                <c:pt idx="151">
                  <c:v>52.575503763623004</c:v>
                </c:pt>
                <c:pt idx="152">
                  <c:v>60.017222338571997</c:v>
                </c:pt>
                <c:pt idx="153">
                  <c:v>61.942949724415001</c:v>
                </c:pt>
                <c:pt idx="154">
                  <c:v>65.561593162527998</c:v>
                </c:pt>
                <c:pt idx="155">
                  <c:v>72.561742317992994</c:v>
                </c:pt>
                <c:pt idx="156">
                  <c:v>79.149761478507003</c:v>
                </c:pt>
                <c:pt idx="157">
                  <c:v>87.548733514812</c:v>
                </c:pt>
                <c:pt idx="158">
                  <c:v>89.125346127665992</c:v>
                </c:pt>
                <c:pt idx="159">
                  <c:v>85.785282293083995</c:v>
                </c:pt>
                <c:pt idx="160">
                  <c:v>79.818119893336984</c:v>
                </c:pt>
                <c:pt idx="161">
                  <c:v>79.566526707386998</c:v>
                </c:pt>
                <c:pt idx="162">
                  <c:v>78.95351821152299</c:v>
                </c:pt>
                <c:pt idx="163">
                  <c:v>90.159401889934998</c:v>
                </c:pt>
                <c:pt idx="164">
                  <c:v>99.348893021841008</c:v>
                </c:pt>
                <c:pt idx="165">
                  <c:v>111.969252712787</c:v>
                </c:pt>
                <c:pt idx="166">
                  <c:v>111.153608983217</c:v>
                </c:pt>
                <c:pt idx="167">
                  <c:v>92.403899150886005</c:v>
                </c:pt>
                <c:pt idx="168">
                  <c:v>64.293945257720992</c:v>
                </c:pt>
                <c:pt idx="169">
                  <c:v>39.604083511083999</c:v>
                </c:pt>
                <c:pt idx="170">
                  <c:v>24.254164012999002</c:v>
                </c:pt>
                <c:pt idx="171">
                  <c:v>16.253636058843</c:v>
                </c:pt>
                <c:pt idx="172">
                  <c:v>13.752242081677</c:v>
                </c:pt>
                <c:pt idx="173">
                  <c:v>18.713951747351</c:v>
                </c:pt>
                <c:pt idx="174">
                  <c:v>38.928950347428994</c:v>
                </c:pt>
                <c:pt idx="175">
                  <c:v>55.225982257278005</c:v>
                </c:pt>
                <c:pt idx="176">
                  <c:v>64.550434953275015</c:v>
                </c:pt>
                <c:pt idx="177">
                  <c:v>67.531825809346998</c:v>
                </c:pt>
                <c:pt idx="178">
                  <c:v>68.938662812629005</c:v>
                </c:pt>
                <c:pt idx="179">
                  <c:v>74.410571689372986</c:v>
                </c:pt>
                <c:pt idx="180">
                  <c:v>81.861927726656006</c:v>
                </c:pt>
                <c:pt idx="181">
                  <c:v>90.950795934149994</c:v>
                </c:pt>
                <c:pt idx="182">
                  <c:v>92.225682072463997</c:v>
                </c:pt>
                <c:pt idx="183">
                  <c:v>88.118474380466992</c:v>
                </c:pt>
                <c:pt idx="184">
                  <c:v>80.804789826125997</c:v>
                </c:pt>
                <c:pt idx="185">
                  <c:v>79.919664324069998</c:v>
                </c:pt>
                <c:pt idx="186">
                  <c:v>80.68584615908</c:v>
                </c:pt>
                <c:pt idx="187">
                  <c:v>92.967492058622014</c:v>
                </c:pt>
                <c:pt idx="188">
                  <c:v>101.23083331145202</c:v>
                </c:pt>
                <c:pt idx="189">
                  <c:v>113.18167783274001</c:v>
                </c:pt>
                <c:pt idx="190">
                  <c:v>113.746719717578</c:v>
                </c:pt>
                <c:pt idx="191">
                  <c:v>98.767772027517026</c:v>
                </c:pt>
                <c:pt idx="192">
                  <c:v>73.337765024340001</c:v>
                </c:pt>
                <c:pt idx="193">
                  <c:v>47.805090909252002</c:v>
                </c:pt>
                <c:pt idx="194">
                  <c:v>29.402721132163002</c:v>
                </c:pt>
                <c:pt idx="195">
                  <c:v>19.746355177159</c:v>
                </c:pt>
                <c:pt idx="196">
                  <c:v>15.386919156654001</c:v>
                </c:pt>
                <c:pt idx="197">
                  <c:v>18.261018619363</c:v>
                </c:pt>
                <c:pt idx="198">
                  <c:v>34.481638735388998</c:v>
                </c:pt>
                <c:pt idx="199">
                  <c:v>49.192058637825994</c:v>
                </c:pt>
                <c:pt idx="200">
                  <c:v>62.467046577570002</c:v>
                </c:pt>
                <c:pt idx="201">
                  <c:v>69.75466161620102</c:v>
                </c:pt>
                <c:pt idx="202">
                  <c:v>75.766572872299008</c:v>
                </c:pt>
                <c:pt idx="203">
                  <c:v>83.472273740714002</c:v>
                </c:pt>
                <c:pt idx="204">
                  <c:v>86.135212837036008</c:v>
                </c:pt>
                <c:pt idx="205">
                  <c:v>90.777945775483985</c:v>
                </c:pt>
                <c:pt idx="206">
                  <c:v>103.505385540285</c:v>
                </c:pt>
                <c:pt idx="207">
                  <c:v>96.778847755552988</c:v>
                </c:pt>
                <c:pt idx="208">
                  <c:v>85.303103659321991</c:v>
                </c:pt>
                <c:pt idx="209">
                  <c:v>83.522148612696014</c:v>
                </c:pt>
                <c:pt idx="210">
                  <c:v>82.749939448454001</c:v>
                </c:pt>
                <c:pt idx="211">
                  <c:v>94.810956074032021</c:v>
                </c:pt>
                <c:pt idx="212">
                  <c:v>104.247058913419</c:v>
                </c:pt>
                <c:pt idx="213">
                  <c:v>116.17322758114901</c:v>
                </c:pt>
                <c:pt idx="214">
                  <c:v>116.767113032239</c:v>
                </c:pt>
                <c:pt idx="215">
                  <c:v>100.83264969870902</c:v>
                </c:pt>
                <c:pt idx="216">
                  <c:v>74.262543171554</c:v>
                </c:pt>
                <c:pt idx="217">
                  <c:v>47.619447799641009</c:v>
                </c:pt>
                <c:pt idx="218">
                  <c:v>29.469026882352999</c:v>
                </c:pt>
                <c:pt idx="219">
                  <c:v>19.005642928513002</c:v>
                </c:pt>
                <c:pt idx="220">
                  <c:v>14.891883944989999</c:v>
                </c:pt>
                <c:pt idx="221">
                  <c:v>18.221603121072999</c:v>
                </c:pt>
                <c:pt idx="222">
                  <c:v>35.753476879007998</c:v>
                </c:pt>
                <c:pt idx="223">
                  <c:v>50.883364228428995</c:v>
                </c:pt>
                <c:pt idx="224">
                  <c:v>62.205465472245002</c:v>
                </c:pt>
                <c:pt idx="225">
                  <c:v>67.141581041955007</c:v>
                </c:pt>
                <c:pt idx="226">
                  <c:v>70.803040801575008</c:v>
                </c:pt>
                <c:pt idx="227">
                  <c:v>76.884551008119004</c:v>
                </c:pt>
                <c:pt idx="228">
                  <c:v>82.144796540002005</c:v>
                </c:pt>
                <c:pt idx="229">
                  <c:v>92.620286714900004</c:v>
                </c:pt>
                <c:pt idx="230">
                  <c:v>96.523188240190009</c:v>
                </c:pt>
                <c:pt idx="231">
                  <c:v>91.278702817842003</c:v>
                </c:pt>
                <c:pt idx="232">
                  <c:v>81.399767012493001</c:v>
                </c:pt>
                <c:pt idx="233">
                  <c:v>80.378129692294976</c:v>
                </c:pt>
                <c:pt idx="234">
                  <c:v>80.879450154304976</c:v>
                </c:pt>
                <c:pt idx="235">
                  <c:v>92.084599442628985</c:v>
                </c:pt>
                <c:pt idx="236">
                  <c:v>102.68697663538299</c:v>
                </c:pt>
                <c:pt idx="237">
                  <c:v>115.06803492784798</c:v>
                </c:pt>
                <c:pt idx="238">
                  <c:v>112.289575838668</c:v>
                </c:pt>
                <c:pt idx="239">
                  <c:v>92.765721941210984</c:v>
                </c:pt>
                <c:pt idx="240">
                  <c:v>64.171537617386008</c:v>
                </c:pt>
                <c:pt idx="241">
                  <c:v>39.419328135061001</c:v>
                </c:pt>
                <c:pt idx="242">
                  <c:v>24.092460498611999</c:v>
                </c:pt>
                <c:pt idx="243">
                  <c:v>16.325769892251</c:v>
                </c:pt>
                <c:pt idx="244">
                  <c:v>13.721841680524999</c:v>
                </c:pt>
                <c:pt idx="245">
                  <c:v>17.829495858929</c:v>
                </c:pt>
                <c:pt idx="246">
                  <c:v>36.671050213146998</c:v>
                </c:pt>
                <c:pt idx="247">
                  <c:v>51.040064095971005</c:v>
                </c:pt>
                <c:pt idx="248">
                  <c:v>59.511835544028997</c:v>
                </c:pt>
                <c:pt idx="249">
                  <c:v>60.808305177136006</c:v>
                </c:pt>
                <c:pt idx="250">
                  <c:v>63.819579315012</c:v>
                </c:pt>
                <c:pt idx="251">
                  <c:v>70.524696332632004</c:v>
                </c:pt>
                <c:pt idx="252">
                  <c:v>77.418374635280998</c:v>
                </c:pt>
                <c:pt idx="253">
                  <c:v>86.062059221089001</c:v>
                </c:pt>
                <c:pt idx="254">
                  <c:v>87.773685256656989</c:v>
                </c:pt>
                <c:pt idx="255">
                  <c:v>84.355011570962006</c:v>
                </c:pt>
                <c:pt idx="256">
                  <c:v>79.256156348741001</c:v>
                </c:pt>
                <c:pt idx="257">
                  <c:v>80.802987728283995</c:v>
                </c:pt>
                <c:pt idx="258">
                  <c:v>81.440218241838991</c:v>
                </c:pt>
                <c:pt idx="259">
                  <c:v>92.126581852351009</c:v>
                </c:pt>
                <c:pt idx="260">
                  <c:v>101.77535740947496</c:v>
                </c:pt>
                <c:pt idx="261">
                  <c:v>113.285221505404</c:v>
                </c:pt>
                <c:pt idx="262">
                  <c:v>110.54962427992001</c:v>
                </c:pt>
                <c:pt idx="263">
                  <c:v>89.569895853671994</c:v>
                </c:pt>
                <c:pt idx="264">
                  <c:v>62.486627899070996</c:v>
                </c:pt>
                <c:pt idx="265">
                  <c:v>38.191911951781002</c:v>
                </c:pt>
                <c:pt idx="266">
                  <c:v>23.213980907869001</c:v>
                </c:pt>
                <c:pt idx="267">
                  <c:v>15.880051314262998</c:v>
                </c:pt>
                <c:pt idx="268">
                  <c:v>13.360862418238</c:v>
                </c:pt>
                <c:pt idx="269">
                  <c:v>17.986979245385999</c:v>
                </c:pt>
                <c:pt idx="270">
                  <c:v>37.931925892396002</c:v>
                </c:pt>
                <c:pt idx="271">
                  <c:v>52.927890808684005</c:v>
                </c:pt>
                <c:pt idx="272">
                  <c:v>60.160053515086005</c:v>
                </c:pt>
                <c:pt idx="273">
                  <c:v>61.580772382072013</c:v>
                </c:pt>
                <c:pt idx="274">
                  <c:v>65.039339137114013</c:v>
                </c:pt>
                <c:pt idx="275">
                  <c:v>72.13750024053499</c:v>
                </c:pt>
                <c:pt idx="276">
                  <c:v>78.849294232898998</c:v>
                </c:pt>
                <c:pt idx="277">
                  <c:v>87.417247513658012</c:v>
                </c:pt>
                <c:pt idx="278">
                  <c:v>88.181162923518997</c:v>
                </c:pt>
                <c:pt idx="279">
                  <c:v>84.634280507533006</c:v>
                </c:pt>
                <c:pt idx="280">
                  <c:v>79.692488580132007</c:v>
                </c:pt>
                <c:pt idx="281">
                  <c:v>80.265269229751993</c:v>
                </c:pt>
                <c:pt idx="282">
                  <c:v>80.780567791167996</c:v>
                </c:pt>
                <c:pt idx="283">
                  <c:v>92.89068336149802</c:v>
                </c:pt>
                <c:pt idx="284">
                  <c:v>103.138773474128</c:v>
                </c:pt>
                <c:pt idx="285">
                  <c:v>114.791065083414</c:v>
                </c:pt>
                <c:pt idx="286">
                  <c:v>110.72440297619301</c:v>
                </c:pt>
                <c:pt idx="287">
                  <c:v>89.778663658045005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6F-49E4-8F59-330269BCC199}"/>
            </c:ext>
          </c:extLst>
        </c:ser>
        <c:ser>
          <c:idx val="41"/>
          <c:order val="41"/>
          <c:tx>
            <c:strRef>
              <c:f>'01-10 12-10-2026'!$AQ$1</c:f>
              <c:strCache>
                <c:ptCount val="1"/>
                <c:pt idx="0">
                  <c:v>Traffic 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211"/>
              <c:layout>
                <c:manualLayout>
                  <c:x val="-1.2055555555555453E-2"/>
                  <c:y val="-5.32061096529600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6F-49E4-8F59-330269BCC199}"/>
                </c:ext>
              </c:extLst>
            </c:dLbl>
            <c:dLbl>
              <c:idx val="214"/>
              <c:layout>
                <c:manualLayout>
                  <c:x val="-5.0944444444444445E-2"/>
                  <c:y val="-2.54283318751822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C6F-49E4-8F59-330269BCC19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12-10-2026'!$AQ$2:$AQ$289</c:f>
              <c:numCache>
                <c:formatCode>0</c:formatCode>
                <c:ptCount val="288"/>
                <c:pt idx="0">
                  <c:v>415.39958694784696</c:v>
                </c:pt>
                <c:pt idx="1">
                  <c:v>262.14668063166698</c:v>
                </c:pt>
                <c:pt idx="2">
                  <c:v>156.77513755748799</c:v>
                </c:pt>
                <c:pt idx="3">
                  <c:v>99.680570442813007</c:v>
                </c:pt>
                <c:pt idx="4">
                  <c:v>76.65308119288801</c:v>
                </c:pt>
                <c:pt idx="5">
                  <c:v>93.240769067824004</c:v>
                </c:pt>
                <c:pt idx="6">
                  <c:v>179.96819304410099</c:v>
                </c:pt>
                <c:pt idx="7">
                  <c:v>265.72355594765202</c:v>
                </c:pt>
                <c:pt idx="8">
                  <c:v>323.38856205612399</c:v>
                </c:pt>
                <c:pt idx="9">
                  <c:v>350.7328690603</c:v>
                </c:pt>
                <c:pt idx="10">
                  <c:v>387.26585406544007</c:v>
                </c:pt>
                <c:pt idx="11">
                  <c:v>433.396650116346</c:v>
                </c:pt>
                <c:pt idx="12">
                  <c:v>469.30078056808298</c:v>
                </c:pt>
                <c:pt idx="13">
                  <c:v>523.85872382057198</c:v>
                </c:pt>
                <c:pt idx="14">
                  <c:v>541.35353482371011</c:v>
                </c:pt>
                <c:pt idx="15">
                  <c:v>523.66816331271093</c:v>
                </c:pt>
                <c:pt idx="16">
                  <c:v>473.799433060198</c:v>
                </c:pt>
                <c:pt idx="17">
                  <c:v>486.88594571420595</c:v>
                </c:pt>
                <c:pt idx="18">
                  <c:v>483.25712946180397</c:v>
                </c:pt>
                <c:pt idx="19">
                  <c:v>549.60680493157702</c:v>
                </c:pt>
                <c:pt idx="20">
                  <c:v>608.46569054856502</c:v>
                </c:pt>
                <c:pt idx="21">
                  <c:v>697.77067159315902</c:v>
                </c:pt>
                <c:pt idx="22">
                  <c:v>702.52817004426697</c:v>
                </c:pt>
                <c:pt idx="23">
                  <c:v>613.17175540302105</c:v>
                </c:pt>
                <c:pt idx="24">
                  <c:v>460.74605573464601</c:v>
                </c:pt>
                <c:pt idx="25">
                  <c:v>302.25837734124002</c:v>
                </c:pt>
                <c:pt idx="26">
                  <c:v>183.41377242818402</c:v>
                </c:pt>
                <c:pt idx="27">
                  <c:v>118.008827163041</c:v>
                </c:pt>
                <c:pt idx="28">
                  <c:v>84.361590888275998</c:v>
                </c:pt>
                <c:pt idx="29">
                  <c:v>91.371003385220007</c:v>
                </c:pt>
                <c:pt idx="30">
                  <c:v>158.269358260882</c:v>
                </c:pt>
                <c:pt idx="31">
                  <c:v>229.16265795226599</c:v>
                </c:pt>
                <c:pt idx="32">
                  <c:v>310.783788034184</c:v>
                </c:pt>
                <c:pt idx="33">
                  <c:v>374.46133179600207</c:v>
                </c:pt>
                <c:pt idx="34">
                  <c:v>428.833323316465</c:v>
                </c:pt>
                <c:pt idx="35">
                  <c:v>483.89236097756896</c:v>
                </c:pt>
                <c:pt idx="36">
                  <c:v>496.26205406220197</c:v>
                </c:pt>
                <c:pt idx="37">
                  <c:v>522.03356169266897</c:v>
                </c:pt>
                <c:pt idx="38">
                  <c:v>620.04082252790408</c:v>
                </c:pt>
                <c:pt idx="39">
                  <c:v>582.51374160089904</c:v>
                </c:pt>
                <c:pt idx="40">
                  <c:v>501.81454027920097</c:v>
                </c:pt>
                <c:pt idx="41">
                  <c:v>502.83853097411793</c:v>
                </c:pt>
                <c:pt idx="42">
                  <c:v>495.12408854757899</c:v>
                </c:pt>
                <c:pt idx="43">
                  <c:v>566.29212465725095</c:v>
                </c:pt>
                <c:pt idx="44">
                  <c:v>630.50012407742497</c:v>
                </c:pt>
                <c:pt idx="45">
                  <c:v>727.15921232201504</c:v>
                </c:pt>
                <c:pt idx="46">
                  <c:v>724.49673153317394</c:v>
                </c:pt>
                <c:pt idx="47">
                  <c:v>634.56560567454301</c:v>
                </c:pt>
                <c:pt idx="48">
                  <c:v>478.08242333634701</c:v>
                </c:pt>
                <c:pt idx="49">
                  <c:v>315.602477360629</c:v>
                </c:pt>
                <c:pt idx="50">
                  <c:v>190.17769219082101</c:v>
                </c:pt>
                <c:pt idx="51">
                  <c:v>117.62876049825501</c:v>
                </c:pt>
                <c:pt idx="52">
                  <c:v>83.763141577908996</c:v>
                </c:pt>
                <c:pt idx="53">
                  <c:v>92.409750766244002</c:v>
                </c:pt>
                <c:pt idx="54">
                  <c:v>164.86394043903599</c:v>
                </c:pt>
                <c:pt idx="55">
                  <c:v>241.26551944253896</c:v>
                </c:pt>
                <c:pt idx="56">
                  <c:v>316.69600433698497</c:v>
                </c:pt>
                <c:pt idx="57">
                  <c:v>367.35252272782401</c:v>
                </c:pt>
                <c:pt idx="58">
                  <c:v>406.44875957134002</c:v>
                </c:pt>
                <c:pt idx="59">
                  <c:v>452.89475835514406</c:v>
                </c:pt>
                <c:pt idx="60">
                  <c:v>480.20435432952701</c:v>
                </c:pt>
                <c:pt idx="61">
                  <c:v>545.48513469809802</c:v>
                </c:pt>
                <c:pt idx="62">
                  <c:v>574.066482807032</c:v>
                </c:pt>
                <c:pt idx="63">
                  <c:v>547.56401496369404</c:v>
                </c:pt>
                <c:pt idx="64">
                  <c:v>486.09511706120907</c:v>
                </c:pt>
                <c:pt idx="65">
                  <c:v>493.55666511655306</c:v>
                </c:pt>
                <c:pt idx="66">
                  <c:v>485.47173443750495</c:v>
                </c:pt>
                <c:pt idx="67">
                  <c:v>549.87975326380706</c:v>
                </c:pt>
                <c:pt idx="68">
                  <c:v>611.84394419141699</c:v>
                </c:pt>
                <c:pt idx="69">
                  <c:v>701.57185617262996</c:v>
                </c:pt>
                <c:pt idx="70">
                  <c:v>693.16279602709199</c:v>
                </c:pt>
                <c:pt idx="71">
                  <c:v>583.34430122292201</c:v>
                </c:pt>
                <c:pt idx="72">
                  <c:v>412.64673490916198</c:v>
                </c:pt>
                <c:pt idx="73">
                  <c:v>255.50043622675798</c:v>
                </c:pt>
                <c:pt idx="74">
                  <c:v>152.03976408424501</c:v>
                </c:pt>
                <c:pt idx="75">
                  <c:v>96.787025117738011</c:v>
                </c:pt>
                <c:pt idx="76">
                  <c:v>74.622572373557006</c:v>
                </c:pt>
                <c:pt idx="77">
                  <c:v>89.38066580419401</c:v>
                </c:pt>
                <c:pt idx="78">
                  <c:v>172.939076049514</c:v>
                </c:pt>
                <c:pt idx="79">
                  <c:v>252.922788668328</c:v>
                </c:pt>
                <c:pt idx="80">
                  <c:v>311.31508415718804</c:v>
                </c:pt>
                <c:pt idx="81">
                  <c:v>341.15777471723101</c:v>
                </c:pt>
                <c:pt idx="82">
                  <c:v>375.40943615062804</c:v>
                </c:pt>
                <c:pt idx="83">
                  <c:v>421.33596951670995</c:v>
                </c:pt>
                <c:pt idx="84">
                  <c:v>452.24572005120103</c:v>
                </c:pt>
                <c:pt idx="85">
                  <c:v>501.27199006504293</c:v>
                </c:pt>
                <c:pt idx="86">
                  <c:v>514.90073411944206</c:v>
                </c:pt>
                <c:pt idx="87">
                  <c:v>494.46763929063002</c:v>
                </c:pt>
                <c:pt idx="88">
                  <c:v>463.0729748471249</c:v>
                </c:pt>
                <c:pt idx="89">
                  <c:v>482.54526315299501</c:v>
                </c:pt>
                <c:pt idx="90">
                  <c:v>476.402505058271</c:v>
                </c:pt>
                <c:pt idx="91">
                  <c:v>545.66571828431097</c:v>
                </c:pt>
                <c:pt idx="92">
                  <c:v>611.38743038618406</c:v>
                </c:pt>
                <c:pt idx="93">
                  <c:v>701.169107986673</c:v>
                </c:pt>
                <c:pt idx="94">
                  <c:v>685.45046995064308</c:v>
                </c:pt>
                <c:pt idx="95">
                  <c:v>564.616497459627</c:v>
                </c:pt>
                <c:pt idx="96">
                  <c:v>391.94840379653903</c:v>
                </c:pt>
                <c:pt idx="97">
                  <c:v>241.162742633227</c:v>
                </c:pt>
                <c:pt idx="98">
                  <c:v>143.21211135617099</c:v>
                </c:pt>
                <c:pt idx="99">
                  <c:v>92.593864520589989</c:v>
                </c:pt>
                <c:pt idx="100">
                  <c:v>72.761187953393005</c:v>
                </c:pt>
                <c:pt idx="101">
                  <c:v>88.105205140832993</c:v>
                </c:pt>
                <c:pt idx="102">
                  <c:v>175.39749488117099</c:v>
                </c:pt>
                <c:pt idx="103">
                  <c:v>259.34018556667206</c:v>
                </c:pt>
                <c:pt idx="104">
                  <c:v>314.97624865033197</c:v>
                </c:pt>
                <c:pt idx="105">
                  <c:v>342.92685868128501</c:v>
                </c:pt>
                <c:pt idx="106">
                  <c:v>376.82456483825399</c:v>
                </c:pt>
                <c:pt idx="107">
                  <c:v>426.07249327209797</c:v>
                </c:pt>
                <c:pt idx="108">
                  <c:v>456.98779688216996</c:v>
                </c:pt>
                <c:pt idx="109">
                  <c:v>506.28976884399697</c:v>
                </c:pt>
                <c:pt idx="110">
                  <c:v>516.23433512471797</c:v>
                </c:pt>
                <c:pt idx="111">
                  <c:v>496.36886025599597</c:v>
                </c:pt>
                <c:pt idx="112">
                  <c:v>463.42665800062593</c:v>
                </c:pt>
                <c:pt idx="113">
                  <c:v>480.70143469351103</c:v>
                </c:pt>
                <c:pt idx="114">
                  <c:v>476.63637232956398</c:v>
                </c:pt>
                <c:pt idx="115">
                  <c:v>546.93710380707</c:v>
                </c:pt>
                <c:pt idx="116">
                  <c:v>614.15775537066702</c:v>
                </c:pt>
                <c:pt idx="117">
                  <c:v>709.90322992072595</c:v>
                </c:pt>
                <c:pt idx="118">
                  <c:v>690.58478377209508</c:v>
                </c:pt>
                <c:pt idx="119">
                  <c:v>570.82499024648098</c:v>
                </c:pt>
                <c:pt idx="120">
                  <c:v>395.52648584286106</c:v>
                </c:pt>
                <c:pt idx="121">
                  <c:v>242.59137206332699</c:v>
                </c:pt>
                <c:pt idx="122">
                  <c:v>143.08602642530801</c:v>
                </c:pt>
                <c:pt idx="123">
                  <c:v>91.939624824505984</c:v>
                </c:pt>
                <c:pt idx="124">
                  <c:v>72.212115239240006</c:v>
                </c:pt>
                <c:pt idx="125">
                  <c:v>88.330220173924999</c:v>
                </c:pt>
                <c:pt idx="126">
                  <c:v>177.797682893977</c:v>
                </c:pt>
                <c:pt idx="127">
                  <c:v>263.68385087416198</c:v>
                </c:pt>
                <c:pt idx="128">
                  <c:v>319.93000224038803</c:v>
                </c:pt>
                <c:pt idx="129">
                  <c:v>348.87938313904704</c:v>
                </c:pt>
                <c:pt idx="130">
                  <c:v>384.52597816406598</c:v>
                </c:pt>
                <c:pt idx="131">
                  <c:v>427.99976540214101</c:v>
                </c:pt>
                <c:pt idx="132">
                  <c:v>469.11343665384004</c:v>
                </c:pt>
                <c:pt idx="133">
                  <c:v>541.27288341296094</c:v>
                </c:pt>
                <c:pt idx="134">
                  <c:v>552.94752246368694</c:v>
                </c:pt>
                <c:pt idx="135">
                  <c:v>523.532441976418</c:v>
                </c:pt>
                <c:pt idx="136">
                  <c:v>470.20481168374909</c:v>
                </c:pt>
                <c:pt idx="137">
                  <c:v>484.97021884314103</c:v>
                </c:pt>
                <c:pt idx="138">
                  <c:v>521.42827103971206</c:v>
                </c:pt>
                <c:pt idx="139">
                  <c:v>592.36148271285606</c:v>
                </c:pt>
                <c:pt idx="140">
                  <c:v>626.16321470964397</c:v>
                </c:pt>
                <c:pt idx="141">
                  <c:v>715.20608710869101</c:v>
                </c:pt>
                <c:pt idx="142">
                  <c:v>693.43832740903304</c:v>
                </c:pt>
                <c:pt idx="143">
                  <c:v>571.95556889319698</c:v>
                </c:pt>
                <c:pt idx="144">
                  <c:v>410.10656332766098</c:v>
                </c:pt>
                <c:pt idx="145">
                  <c:v>254.758043260557</c:v>
                </c:pt>
                <c:pt idx="146">
                  <c:v>155.68011916571299</c:v>
                </c:pt>
                <c:pt idx="147">
                  <c:v>95.573846425154997</c:v>
                </c:pt>
                <c:pt idx="148">
                  <c:v>73.870907152765</c:v>
                </c:pt>
                <c:pt idx="149">
                  <c:v>90.390082735206988</c:v>
                </c:pt>
                <c:pt idx="150">
                  <c:v>181.91055234006902</c:v>
                </c:pt>
                <c:pt idx="151">
                  <c:v>267.643173298026</c:v>
                </c:pt>
                <c:pt idx="152">
                  <c:v>325.29024381614897</c:v>
                </c:pt>
                <c:pt idx="153">
                  <c:v>351.728008797798</c:v>
                </c:pt>
                <c:pt idx="154">
                  <c:v>384.25999914809199</c:v>
                </c:pt>
                <c:pt idx="155">
                  <c:v>427.72010716791499</c:v>
                </c:pt>
                <c:pt idx="156">
                  <c:v>458.11640889157502</c:v>
                </c:pt>
                <c:pt idx="157">
                  <c:v>507.10854915857408</c:v>
                </c:pt>
                <c:pt idx="158">
                  <c:v>520.28640410853495</c:v>
                </c:pt>
                <c:pt idx="159">
                  <c:v>501.60653398634997</c:v>
                </c:pt>
                <c:pt idx="160">
                  <c:v>473.84463591182401</c:v>
                </c:pt>
                <c:pt idx="161">
                  <c:v>493.693801702889</c:v>
                </c:pt>
                <c:pt idx="162">
                  <c:v>489.13659497259596</c:v>
                </c:pt>
                <c:pt idx="163">
                  <c:v>557.52462758127092</c:v>
                </c:pt>
                <c:pt idx="164">
                  <c:v>617.95219707365891</c:v>
                </c:pt>
                <c:pt idx="165">
                  <c:v>705.35031739990904</c:v>
                </c:pt>
                <c:pt idx="166">
                  <c:v>690.35941103155506</c:v>
                </c:pt>
                <c:pt idx="167">
                  <c:v>563.96275862302298</c:v>
                </c:pt>
                <c:pt idx="168">
                  <c:v>392.139776496271</c:v>
                </c:pt>
                <c:pt idx="169">
                  <c:v>241.02748130413599</c:v>
                </c:pt>
                <c:pt idx="170">
                  <c:v>145.25835310400899</c:v>
                </c:pt>
                <c:pt idx="171">
                  <c:v>94.470071614787003</c:v>
                </c:pt>
                <c:pt idx="172">
                  <c:v>74.737550731268001</c:v>
                </c:pt>
                <c:pt idx="173">
                  <c:v>91.897987106696007</c:v>
                </c:pt>
                <c:pt idx="174">
                  <c:v>186.412645635366</c:v>
                </c:pt>
                <c:pt idx="175">
                  <c:v>282.20385405508398</c:v>
                </c:pt>
                <c:pt idx="176">
                  <c:v>351.01722580476599</c:v>
                </c:pt>
                <c:pt idx="177">
                  <c:v>391.707888034679</c:v>
                </c:pt>
                <c:pt idx="178">
                  <c:v>412.68159930790102</c:v>
                </c:pt>
                <c:pt idx="179">
                  <c:v>447.156473153256</c:v>
                </c:pt>
                <c:pt idx="180">
                  <c:v>480.41199876384502</c:v>
                </c:pt>
                <c:pt idx="181">
                  <c:v>531.06704514918601</c:v>
                </c:pt>
                <c:pt idx="182">
                  <c:v>541.339626077459</c:v>
                </c:pt>
                <c:pt idx="183">
                  <c:v>519.4286670902319</c:v>
                </c:pt>
                <c:pt idx="184">
                  <c:v>479.47494715338297</c:v>
                </c:pt>
                <c:pt idx="185">
                  <c:v>492.78611230932495</c:v>
                </c:pt>
                <c:pt idx="186">
                  <c:v>494.59656502045294</c:v>
                </c:pt>
                <c:pt idx="187">
                  <c:v>572.1623842343721</c:v>
                </c:pt>
                <c:pt idx="188">
                  <c:v>628.97141598184089</c:v>
                </c:pt>
                <c:pt idx="189">
                  <c:v>711.28121033204593</c:v>
                </c:pt>
                <c:pt idx="190">
                  <c:v>707.07250019280195</c:v>
                </c:pt>
                <c:pt idx="191">
                  <c:v>605.35966517026702</c:v>
                </c:pt>
                <c:pt idx="192">
                  <c:v>448.27956750821909</c:v>
                </c:pt>
                <c:pt idx="193">
                  <c:v>292.95789185262799</c:v>
                </c:pt>
                <c:pt idx="194">
                  <c:v>180.38764896555699</c:v>
                </c:pt>
                <c:pt idx="195">
                  <c:v>117.470854048902</c:v>
                </c:pt>
                <c:pt idx="196">
                  <c:v>85.765631718630004</c:v>
                </c:pt>
                <c:pt idx="197">
                  <c:v>90.065221620291993</c:v>
                </c:pt>
                <c:pt idx="198">
                  <c:v>162.38708389492299</c:v>
                </c:pt>
                <c:pt idx="199">
                  <c:v>238.12396348233</c:v>
                </c:pt>
                <c:pt idx="200">
                  <c:v>321.71161728212604</c:v>
                </c:pt>
                <c:pt idx="201">
                  <c:v>383.14120975507905</c:v>
                </c:pt>
                <c:pt idx="202">
                  <c:v>435.33981533316097</c:v>
                </c:pt>
                <c:pt idx="203">
                  <c:v>489.15066659469392</c:v>
                </c:pt>
                <c:pt idx="204">
                  <c:v>496.43128937302998</c:v>
                </c:pt>
                <c:pt idx="205">
                  <c:v>525.24778367379201</c:v>
                </c:pt>
                <c:pt idx="206">
                  <c:v>620.81523886535899</c:v>
                </c:pt>
                <c:pt idx="207">
                  <c:v>578.54935910690699</c:v>
                </c:pt>
                <c:pt idx="208">
                  <c:v>511.28924444793802</c:v>
                </c:pt>
                <c:pt idx="209">
                  <c:v>516.29694558044707</c:v>
                </c:pt>
                <c:pt idx="210">
                  <c:v>507.66580776283104</c:v>
                </c:pt>
                <c:pt idx="211">
                  <c:v>583.99893966289403</c:v>
                </c:pt>
                <c:pt idx="212">
                  <c:v>645.06779760798304</c:v>
                </c:pt>
                <c:pt idx="213">
                  <c:v>729.57765788069787</c:v>
                </c:pt>
                <c:pt idx="214">
                  <c:v>729.53305509983102</c:v>
                </c:pt>
                <c:pt idx="215">
                  <c:v>620.94351632987605</c:v>
                </c:pt>
                <c:pt idx="216">
                  <c:v>453.88663954311789</c:v>
                </c:pt>
                <c:pt idx="217">
                  <c:v>290.57293118962502</c:v>
                </c:pt>
                <c:pt idx="218">
                  <c:v>176.458603226636</c:v>
                </c:pt>
                <c:pt idx="219">
                  <c:v>110.288870198645</c:v>
                </c:pt>
                <c:pt idx="220">
                  <c:v>80.705219588999995</c:v>
                </c:pt>
                <c:pt idx="221">
                  <c:v>88.912970986722996</c:v>
                </c:pt>
                <c:pt idx="222">
                  <c:v>167.061586153424</c:v>
                </c:pt>
                <c:pt idx="223">
                  <c:v>248.05850436594699</c:v>
                </c:pt>
                <c:pt idx="224">
                  <c:v>323.54076218954799</c:v>
                </c:pt>
                <c:pt idx="225">
                  <c:v>370.218620692336</c:v>
                </c:pt>
                <c:pt idx="226">
                  <c:v>407.19620184749704</c:v>
                </c:pt>
                <c:pt idx="227">
                  <c:v>450.94028027672698</c:v>
                </c:pt>
                <c:pt idx="228">
                  <c:v>474.952313415692</c:v>
                </c:pt>
                <c:pt idx="229">
                  <c:v>542.83774064801798</c:v>
                </c:pt>
                <c:pt idx="230">
                  <c:v>570.62544438500299</c:v>
                </c:pt>
                <c:pt idx="231">
                  <c:v>541.01093519497499</c:v>
                </c:pt>
                <c:pt idx="232">
                  <c:v>487.52154020609703</c:v>
                </c:pt>
                <c:pt idx="233">
                  <c:v>500.32291196682695</c:v>
                </c:pt>
                <c:pt idx="234">
                  <c:v>500.02360562793604</c:v>
                </c:pt>
                <c:pt idx="235">
                  <c:v>568.24505057506701</c:v>
                </c:pt>
                <c:pt idx="236">
                  <c:v>639.79435421450103</c:v>
                </c:pt>
                <c:pt idx="237">
                  <c:v>727.38298427304801</c:v>
                </c:pt>
                <c:pt idx="238">
                  <c:v>694.74805538445605</c:v>
                </c:pt>
                <c:pt idx="239">
                  <c:v>566.578370480986</c:v>
                </c:pt>
                <c:pt idx="240">
                  <c:v>390.71647498169295</c:v>
                </c:pt>
                <c:pt idx="241">
                  <c:v>241.10053406459298</c:v>
                </c:pt>
                <c:pt idx="242">
                  <c:v>143.934160696135</c:v>
                </c:pt>
                <c:pt idx="243">
                  <c:v>93.569721624148002</c:v>
                </c:pt>
                <c:pt idx="244">
                  <c:v>73.63373761415599</c:v>
                </c:pt>
                <c:pt idx="245">
                  <c:v>86.798342062505981</c:v>
                </c:pt>
                <c:pt idx="246">
                  <c:v>175.31421650304998</c:v>
                </c:pt>
                <c:pt idx="247">
                  <c:v>259.31099100492503</c:v>
                </c:pt>
                <c:pt idx="248">
                  <c:v>318.29378818629999</c:v>
                </c:pt>
                <c:pt idx="249">
                  <c:v>341.84894578209901</c:v>
                </c:pt>
                <c:pt idx="250">
                  <c:v>373.51911099239396</c:v>
                </c:pt>
                <c:pt idx="251">
                  <c:v>418.62947010869595</c:v>
                </c:pt>
                <c:pt idx="252">
                  <c:v>451.22415808326002</c:v>
                </c:pt>
                <c:pt idx="253">
                  <c:v>502.50884461455598</c:v>
                </c:pt>
                <c:pt idx="254">
                  <c:v>516.09868527528999</c:v>
                </c:pt>
                <c:pt idx="255">
                  <c:v>497.30661528633101</c:v>
                </c:pt>
                <c:pt idx="256">
                  <c:v>476.02628811224798</c:v>
                </c:pt>
                <c:pt idx="257">
                  <c:v>505.26585391984594</c:v>
                </c:pt>
                <c:pt idx="258">
                  <c:v>501.51650334977296</c:v>
                </c:pt>
                <c:pt idx="259">
                  <c:v>566.69424670895796</c:v>
                </c:pt>
                <c:pt idx="260">
                  <c:v>632.01250382519106</c:v>
                </c:pt>
                <c:pt idx="261">
                  <c:v>711.12787128789296</c:v>
                </c:pt>
                <c:pt idx="262">
                  <c:v>684.94650512729993</c:v>
                </c:pt>
                <c:pt idx="263">
                  <c:v>548.04322434373307</c:v>
                </c:pt>
                <c:pt idx="264">
                  <c:v>376.43002203980097</c:v>
                </c:pt>
                <c:pt idx="265">
                  <c:v>227.50805037899397</c:v>
                </c:pt>
                <c:pt idx="266">
                  <c:v>135.38702389010803</c:v>
                </c:pt>
                <c:pt idx="267">
                  <c:v>89.384208641476988</c:v>
                </c:pt>
                <c:pt idx="268">
                  <c:v>71.390290822885987</c:v>
                </c:pt>
                <c:pt idx="269">
                  <c:v>86.469212874150003</c:v>
                </c:pt>
                <c:pt idx="270">
                  <c:v>179.33952667140602</c:v>
                </c:pt>
                <c:pt idx="271">
                  <c:v>267.81679533361</c:v>
                </c:pt>
                <c:pt idx="272">
                  <c:v>322.41498475665202</c:v>
                </c:pt>
                <c:pt idx="273">
                  <c:v>347.63746573343599</c:v>
                </c:pt>
                <c:pt idx="274">
                  <c:v>380.41276951403904</c:v>
                </c:pt>
                <c:pt idx="275">
                  <c:v>426.67643668314395</c:v>
                </c:pt>
                <c:pt idx="276">
                  <c:v>457.24357935151602</c:v>
                </c:pt>
                <c:pt idx="277">
                  <c:v>506.64553405397999</c:v>
                </c:pt>
                <c:pt idx="278">
                  <c:v>515.36429413930603</c:v>
                </c:pt>
                <c:pt idx="279">
                  <c:v>496.73196024812898</c:v>
                </c:pt>
                <c:pt idx="280">
                  <c:v>475.76617350670102</c:v>
                </c:pt>
                <c:pt idx="281">
                  <c:v>497.40193502022095</c:v>
                </c:pt>
                <c:pt idx="282">
                  <c:v>494.400265571018</c:v>
                </c:pt>
                <c:pt idx="283">
                  <c:v>570.02283035230812</c:v>
                </c:pt>
                <c:pt idx="284">
                  <c:v>640.27711703085902</c:v>
                </c:pt>
                <c:pt idx="285">
                  <c:v>723.05824239683602</c:v>
                </c:pt>
                <c:pt idx="286">
                  <c:v>688.78986591206603</c:v>
                </c:pt>
                <c:pt idx="287">
                  <c:v>549.89492254184802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C6F-49E4-8F59-330269BCC1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8096536"/>
        <c:axId val="228096864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'01-10 12-10-2026'!$B$1</c15:sqref>
                        </c15:formulaRef>
                      </c:ext>
                    </c:extLst>
                    <c:strCache>
                      <c:ptCount val="1"/>
                      <c:pt idx="0">
                        <c:v>ANB-DGW1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'01-10 12-10-2026'!$B$2:$B$289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37.722343291999998</c:v>
                      </c:pt>
                      <c:pt idx="1">
                        <c:v>24.145887159000001</c:v>
                      </c:pt>
                      <c:pt idx="2">
                        <c:v>14.702230242000001</c:v>
                      </c:pt>
                      <c:pt idx="3">
                        <c:v>9.6597148340000007</c:v>
                      </c:pt>
                      <c:pt idx="4">
                        <c:v>7.6634728330000002</c:v>
                      </c:pt>
                      <c:pt idx="5">
                        <c:v>10.076575760000001</c:v>
                      </c:pt>
                      <c:pt idx="6">
                        <c:v>17.451226182999999</c:v>
                      </c:pt>
                      <c:pt idx="7">
                        <c:v>25.671749238</c:v>
                      </c:pt>
                      <c:pt idx="8">
                        <c:v>31.472451665000001</c:v>
                      </c:pt>
                      <c:pt idx="9">
                        <c:v>34.376243232</c:v>
                      </c:pt>
                      <c:pt idx="10">
                        <c:v>37.647726216000002</c:v>
                      </c:pt>
                      <c:pt idx="11">
                        <c:v>42.167380426999998</c:v>
                      </c:pt>
                      <c:pt idx="12">
                        <c:v>44.896289052</c:v>
                      </c:pt>
                      <c:pt idx="13">
                        <c:v>50.839268376</c:v>
                      </c:pt>
                      <c:pt idx="14">
                        <c:v>51.847091737</c:v>
                      </c:pt>
                      <c:pt idx="15">
                        <c:v>49.419396355000003</c:v>
                      </c:pt>
                      <c:pt idx="16">
                        <c:v>45.806526179000002</c:v>
                      </c:pt>
                      <c:pt idx="17">
                        <c:v>47.674313499999997</c:v>
                      </c:pt>
                      <c:pt idx="18">
                        <c:v>47.877328869999999</c:v>
                      </c:pt>
                      <c:pt idx="19">
                        <c:v>55.927170254000004</c:v>
                      </c:pt>
                      <c:pt idx="20">
                        <c:v>62.857139338000003</c:v>
                      </c:pt>
                      <c:pt idx="21">
                        <c:v>69.079106683999996</c:v>
                      </c:pt>
                      <c:pt idx="22">
                        <c:v>67.044979372</c:v>
                      </c:pt>
                      <c:pt idx="23">
                        <c:v>56.828734179000001</c:v>
                      </c:pt>
                      <c:pt idx="24">
                        <c:v>42.036318153000003</c:v>
                      </c:pt>
                      <c:pt idx="25">
                        <c:v>27.747670681999999</c:v>
                      </c:pt>
                      <c:pt idx="26">
                        <c:v>17.226038311</c:v>
                      </c:pt>
                      <c:pt idx="27">
                        <c:v>11.171151713</c:v>
                      </c:pt>
                      <c:pt idx="28">
                        <c:v>8.2830100009999992</c:v>
                      </c:pt>
                      <c:pt idx="29">
                        <c:v>9.6889501340000006</c:v>
                      </c:pt>
                      <c:pt idx="30">
                        <c:v>15.191034303</c:v>
                      </c:pt>
                      <c:pt idx="31">
                        <c:v>22.921499662999999</c:v>
                      </c:pt>
                      <c:pt idx="32">
                        <c:v>31.575913184000001</c:v>
                      </c:pt>
                      <c:pt idx="33">
                        <c:v>37.537963173000001</c:v>
                      </c:pt>
                      <c:pt idx="34">
                        <c:v>42.343879794999999</c:v>
                      </c:pt>
                      <c:pt idx="35">
                        <c:v>47.478879675000002</c:v>
                      </c:pt>
                      <c:pt idx="36">
                        <c:v>47.599674917999998</c:v>
                      </c:pt>
                      <c:pt idx="37">
                        <c:v>52.246253631000002</c:v>
                      </c:pt>
                      <c:pt idx="38">
                        <c:v>60.106113594</c:v>
                      </c:pt>
                      <c:pt idx="39">
                        <c:v>55.983755817000002</c:v>
                      </c:pt>
                      <c:pt idx="40">
                        <c:v>50.131677961999998</c:v>
                      </c:pt>
                      <c:pt idx="41">
                        <c:v>50.821307756000003</c:v>
                      </c:pt>
                      <c:pt idx="42">
                        <c:v>49.570989482999998</c:v>
                      </c:pt>
                      <c:pt idx="43">
                        <c:v>56.913588347999998</c:v>
                      </c:pt>
                      <c:pt idx="44">
                        <c:v>64.658131225999995</c:v>
                      </c:pt>
                      <c:pt idx="45">
                        <c:v>71.503956576999997</c:v>
                      </c:pt>
                      <c:pt idx="46">
                        <c:v>69.441691141000007</c:v>
                      </c:pt>
                      <c:pt idx="47">
                        <c:v>59.077300125000001</c:v>
                      </c:pt>
                      <c:pt idx="48">
                        <c:v>43.813133442999998</c:v>
                      </c:pt>
                      <c:pt idx="49">
                        <c:v>28.863796873999998</c:v>
                      </c:pt>
                      <c:pt idx="50">
                        <c:v>17.424508671000002</c:v>
                      </c:pt>
                      <c:pt idx="51">
                        <c:v>10.94489709</c:v>
                      </c:pt>
                      <c:pt idx="52">
                        <c:v>8.0351589350000001</c:v>
                      </c:pt>
                      <c:pt idx="53">
                        <c:v>9.8130062789999997</c:v>
                      </c:pt>
                      <c:pt idx="54">
                        <c:v>16.015797810999999</c:v>
                      </c:pt>
                      <c:pt idx="55">
                        <c:v>24.140824597999998</c:v>
                      </c:pt>
                      <c:pt idx="56">
                        <c:v>32.115332590999998</c:v>
                      </c:pt>
                      <c:pt idx="57">
                        <c:v>36.858491434000001</c:v>
                      </c:pt>
                      <c:pt idx="58">
                        <c:v>40.280661811999998</c:v>
                      </c:pt>
                      <c:pt idx="59">
                        <c:v>44.638809191999997</c:v>
                      </c:pt>
                      <c:pt idx="60">
                        <c:v>46.645061595999998</c:v>
                      </c:pt>
                      <c:pt idx="61">
                        <c:v>53.725821420999999</c:v>
                      </c:pt>
                      <c:pt idx="62">
                        <c:v>54.933505279999999</c:v>
                      </c:pt>
                      <c:pt idx="63">
                        <c:v>51.440147506999999</c:v>
                      </c:pt>
                      <c:pt idx="64">
                        <c:v>47.399983470999999</c:v>
                      </c:pt>
                      <c:pt idx="65">
                        <c:v>48.982706035</c:v>
                      </c:pt>
                      <c:pt idx="66">
                        <c:v>48.289765719999998</c:v>
                      </c:pt>
                      <c:pt idx="67">
                        <c:v>55.145497816999999</c:v>
                      </c:pt>
                      <c:pt idx="68">
                        <c:v>62.871486222999998</c:v>
                      </c:pt>
                      <c:pt idx="69">
                        <c:v>68.950817338999997</c:v>
                      </c:pt>
                      <c:pt idx="70">
                        <c:v>65.625586986000002</c:v>
                      </c:pt>
                      <c:pt idx="71">
                        <c:v>53.503328863999997</c:v>
                      </c:pt>
                      <c:pt idx="72">
                        <c:v>37.448278197999997</c:v>
                      </c:pt>
                      <c:pt idx="73">
                        <c:v>23.256622975999999</c:v>
                      </c:pt>
                      <c:pt idx="74">
                        <c:v>14.133039875</c:v>
                      </c:pt>
                      <c:pt idx="75">
                        <c:v>9.3100507869999998</c:v>
                      </c:pt>
                      <c:pt idx="76">
                        <c:v>7.4656021490000004</c:v>
                      </c:pt>
                      <c:pt idx="77">
                        <c:v>9.5878770640000006</c:v>
                      </c:pt>
                      <c:pt idx="78">
                        <c:v>16.789950574999999</c:v>
                      </c:pt>
                      <c:pt idx="79">
                        <c:v>24.292290768000001</c:v>
                      </c:pt>
                      <c:pt idx="80">
                        <c:v>30.323243581</c:v>
                      </c:pt>
                      <c:pt idx="81">
                        <c:v>33.219075767</c:v>
                      </c:pt>
                      <c:pt idx="82">
                        <c:v>36.253629351999997</c:v>
                      </c:pt>
                      <c:pt idx="83">
                        <c:v>40.712463802999999</c:v>
                      </c:pt>
                      <c:pt idx="84">
                        <c:v>42.936865259000001</c:v>
                      </c:pt>
                      <c:pt idx="85">
                        <c:v>48.126910541999997</c:v>
                      </c:pt>
                      <c:pt idx="86">
                        <c:v>49.345605194000001</c:v>
                      </c:pt>
                      <c:pt idx="87">
                        <c:v>46.547518234999998</c:v>
                      </c:pt>
                      <c:pt idx="88">
                        <c:v>45.472715954999998</c:v>
                      </c:pt>
                      <c:pt idx="89">
                        <c:v>48.061011413000003</c:v>
                      </c:pt>
                      <c:pt idx="90">
                        <c:v>47.847150675999998</c:v>
                      </c:pt>
                      <c:pt idx="91">
                        <c:v>54.903252240999997</c:v>
                      </c:pt>
                      <c:pt idx="92">
                        <c:v>62.836585192999998</c:v>
                      </c:pt>
                      <c:pt idx="93">
                        <c:v>68.507259618999996</c:v>
                      </c:pt>
                      <c:pt idx="94">
                        <c:v>64.208953668000007</c:v>
                      </c:pt>
                      <c:pt idx="95">
                        <c:v>51.092314698999999</c:v>
                      </c:pt>
                      <c:pt idx="96">
                        <c:v>34.893297222000001</c:v>
                      </c:pt>
                      <c:pt idx="97">
                        <c:v>21.702265122</c:v>
                      </c:pt>
                      <c:pt idx="98">
                        <c:v>13.407486756999999</c:v>
                      </c:pt>
                      <c:pt idx="99">
                        <c:v>9.0465496699999992</c:v>
                      </c:pt>
                      <c:pt idx="100">
                        <c:v>7.3397419590000004</c:v>
                      </c:pt>
                      <c:pt idx="101">
                        <c:v>9.6883949890000007</c:v>
                      </c:pt>
                      <c:pt idx="102">
                        <c:v>17.411375449000001</c:v>
                      </c:pt>
                      <c:pt idx="103">
                        <c:v>25.275291182</c:v>
                      </c:pt>
                      <c:pt idx="104">
                        <c:v>30.634623374</c:v>
                      </c:pt>
                      <c:pt idx="105">
                        <c:v>33.459265907999999</c:v>
                      </c:pt>
                      <c:pt idx="106">
                        <c:v>36.414304573999999</c:v>
                      </c:pt>
                      <c:pt idx="107">
                        <c:v>41.075267635000003</c:v>
                      </c:pt>
                      <c:pt idx="108">
                        <c:v>43.526272951000003</c:v>
                      </c:pt>
                      <c:pt idx="109">
                        <c:v>48.576973305000003</c:v>
                      </c:pt>
                      <c:pt idx="110">
                        <c:v>49.033419373000001</c:v>
                      </c:pt>
                      <c:pt idx="111">
                        <c:v>46.289395888000001</c:v>
                      </c:pt>
                      <c:pt idx="112">
                        <c:v>45.114741838</c:v>
                      </c:pt>
                      <c:pt idx="113">
                        <c:v>46.997171334999997</c:v>
                      </c:pt>
                      <c:pt idx="114">
                        <c:v>47.079571678000001</c:v>
                      </c:pt>
                      <c:pt idx="115">
                        <c:v>54.564609748999999</c:v>
                      </c:pt>
                      <c:pt idx="116">
                        <c:v>62.807242750999997</c:v>
                      </c:pt>
                      <c:pt idx="117">
                        <c:v>68.878337333000005</c:v>
                      </c:pt>
                      <c:pt idx="118">
                        <c:v>64.688653121000002</c:v>
                      </c:pt>
                      <c:pt idx="119">
                        <c:v>51.904073136000001</c:v>
                      </c:pt>
                      <c:pt idx="120">
                        <c:v>35.631017034999999</c:v>
                      </c:pt>
                      <c:pt idx="121">
                        <c:v>22.127616108000002</c:v>
                      </c:pt>
                      <c:pt idx="122">
                        <c:v>13.276909649</c:v>
                      </c:pt>
                      <c:pt idx="123">
                        <c:v>8.90812618</c:v>
                      </c:pt>
                      <c:pt idx="124">
                        <c:v>7.1906241910000004</c:v>
                      </c:pt>
                      <c:pt idx="125">
                        <c:v>9.4725215330000001</c:v>
                      </c:pt>
                      <c:pt idx="126">
                        <c:v>17.299951762999999</c:v>
                      </c:pt>
                      <c:pt idx="127">
                        <c:v>25.375849272</c:v>
                      </c:pt>
                      <c:pt idx="128">
                        <c:v>30.957367195</c:v>
                      </c:pt>
                      <c:pt idx="129">
                        <c:v>33.87005834</c:v>
                      </c:pt>
                      <c:pt idx="130">
                        <c:v>37.344047304</c:v>
                      </c:pt>
                      <c:pt idx="131">
                        <c:v>41.403031429000002</c:v>
                      </c:pt>
                      <c:pt idx="132">
                        <c:v>44.800148917999998</c:v>
                      </c:pt>
                      <c:pt idx="133">
                        <c:v>52.703264247</c:v>
                      </c:pt>
                      <c:pt idx="134">
                        <c:v>53.150156250000002</c:v>
                      </c:pt>
                      <c:pt idx="135">
                        <c:v>49.557161516999997</c:v>
                      </c:pt>
                      <c:pt idx="136">
                        <c:v>46.176372121</c:v>
                      </c:pt>
                      <c:pt idx="137">
                        <c:v>47.689308551000003</c:v>
                      </c:pt>
                      <c:pt idx="138">
                        <c:v>50.912855129</c:v>
                      </c:pt>
                      <c:pt idx="139">
                        <c:v>57.838020481000001</c:v>
                      </c:pt>
                      <c:pt idx="140">
                        <c:v>63.836449674000001</c:v>
                      </c:pt>
                      <c:pt idx="141">
                        <c:v>69.446834542999994</c:v>
                      </c:pt>
                      <c:pt idx="142">
                        <c:v>64.998225966999996</c:v>
                      </c:pt>
                      <c:pt idx="143">
                        <c:v>51.592158431999998</c:v>
                      </c:pt>
                      <c:pt idx="144">
                        <c:v>36.207478408999997</c:v>
                      </c:pt>
                      <c:pt idx="145">
                        <c:v>22.550102991999999</c:v>
                      </c:pt>
                      <c:pt idx="146">
                        <c:v>14.021489165</c:v>
                      </c:pt>
                      <c:pt idx="147">
                        <c:v>9.0524205480000006</c:v>
                      </c:pt>
                      <c:pt idx="148">
                        <c:v>7.1966161790000003</c:v>
                      </c:pt>
                      <c:pt idx="149">
                        <c:v>9.6324284280000008</c:v>
                      </c:pt>
                      <c:pt idx="150">
                        <c:v>17.851548853000001</c:v>
                      </c:pt>
                      <c:pt idx="151">
                        <c:v>25.80510786</c:v>
                      </c:pt>
                      <c:pt idx="152">
                        <c:v>31.723913738</c:v>
                      </c:pt>
                      <c:pt idx="153">
                        <c:v>34.338394510000001</c:v>
                      </c:pt>
                      <c:pt idx="154">
                        <c:v>37.340533145000002</c:v>
                      </c:pt>
                      <c:pt idx="155">
                        <c:v>41.734957174000002</c:v>
                      </c:pt>
                      <c:pt idx="156">
                        <c:v>43.911618390000001</c:v>
                      </c:pt>
                      <c:pt idx="157">
                        <c:v>49.083155024</c:v>
                      </c:pt>
                      <c:pt idx="158">
                        <c:v>49.718012227999999</c:v>
                      </c:pt>
                      <c:pt idx="159">
                        <c:v>47.089079744000003</c:v>
                      </c:pt>
                      <c:pt idx="160">
                        <c:v>46.333373827000003</c:v>
                      </c:pt>
                      <c:pt idx="161">
                        <c:v>48.266731114999999</c:v>
                      </c:pt>
                      <c:pt idx="162">
                        <c:v>48.148165034999998</c:v>
                      </c:pt>
                      <c:pt idx="163">
                        <c:v>55.310440174999997</c:v>
                      </c:pt>
                      <c:pt idx="164">
                        <c:v>62.927918026</c:v>
                      </c:pt>
                      <c:pt idx="165">
                        <c:v>68.445422612000002</c:v>
                      </c:pt>
                      <c:pt idx="166">
                        <c:v>64.919677367999995</c:v>
                      </c:pt>
                      <c:pt idx="167">
                        <c:v>51.902744671000001</c:v>
                      </c:pt>
                      <c:pt idx="168">
                        <c:v>35.823547806999997</c:v>
                      </c:pt>
                      <c:pt idx="169">
                        <c:v>22.286222989999999</c:v>
                      </c:pt>
                      <c:pt idx="170">
                        <c:v>13.646292528</c:v>
                      </c:pt>
                      <c:pt idx="171">
                        <c:v>9.2133494240000005</c:v>
                      </c:pt>
                      <c:pt idx="172">
                        <c:v>7.54941979</c:v>
                      </c:pt>
                      <c:pt idx="173">
                        <c:v>10.054208888</c:v>
                      </c:pt>
                      <c:pt idx="174">
                        <c:v>18.602127655</c:v>
                      </c:pt>
                      <c:pt idx="175">
                        <c:v>27.339868363000001</c:v>
                      </c:pt>
                      <c:pt idx="176">
                        <c:v>34.696428167000001</c:v>
                      </c:pt>
                      <c:pt idx="177">
                        <c:v>39.767718160999998</c:v>
                      </c:pt>
                      <c:pt idx="178">
                        <c:v>40.985676812000001</c:v>
                      </c:pt>
                      <c:pt idx="179">
                        <c:v>44.592308742</c:v>
                      </c:pt>
                      <c:pt idx="180">
                        <c:v>47.821259296000001</c:v>
                      </c:pt>
                      <c:pt idx="181">
                        <c:v>53.204990965999997</c:v>
                      </c:pt>
                      <c:pt idx="182">
                        <c:v>53.447635488000003</c:v>
                      </c:pt>
                      <c:pt idx="183">
                        <c:v>50.415502914999998</c:v>
                      </c:pt>
                      <c:pt idx="184">
                        <c:v>48.178929312999998</c:v>
                      </c:pt>
                      <c:pt idx="185">
                        <c:v>49.649108650999999</c:v>
                      </c:pt>
                      <c:pt idx="186">
                        <c:v>50.808753613999997</c:v>
                      </c:pt>
                      <c:pt idx="187">
                        <c:v>59.049467473</c:v>
                      </c:pt>
                      <c:pt idx="188">
                        <c:v>67.012162365999998</c:v>
                      </c:pt>
                      <c:pt idx="189">
                        <c:v>72.247792251000007</c:v>
                      </c:pt>
                      <c:pt idx="190">
                        <c:v>69.401367751999999</c:v>
                      </c:pt>
                      <c:pt idx="191">
                        <c:v>57.514088684999997</c:v>
                      </c:pt>
                      <c:pt idx="192">
                        <c:v>41.807986829999997</c:v>
                      </c:pt>
                      <c:pt idx="193">
                        <c:v>26.954218586</c:v>
                      </c:pt>
                      <c:pt idx="194">
                        <c:v>16.720306825000002</c:v>
                      </c:pt>
                      <c:pt idx="195">
                        <c:v>11.361043449</c:v>
                      </c:pt>
                      <c:pt idx="196">
                        <c:v>8.8736187599999994</c:v>
                      </c:pt>
                      <c:pt idx="197">
                        <c:v>9.9345452919999993</c:v>
                      </c:pt>
                      <c:pt idx="198">
                        <c:v>16.254302307</c:v>
                      </c:pt>
                      <c:pt idx="199">
                        <c:v>24.227983131999999</c:v>
                      </c:pt>
                      <c:pt idx="200">
                        <c:v>33.804394737000003</c:v>
                      </c:pt>
                      <c:pt idx="201">
                        <c:v>40.133590769000001</c:v>
                      </c:pt>
                      <c:pt idx="202">
                        <c:v>45.085941024999997</c:v>
                      </c:pt>
                      <c:pt idx="203">
                        <c:v>49.834831502</c:v>
                      </c:pt>
                      <c:pt idx="204">
                        <c:v>49.423343207999999</c:v>
                      </c:pt>
                      <c:pt idx="205">
                        <c:v>54.569770429999998</c:v>
                      </c:pt>
                      <c:pt idx="206">
                        <c:v>62.943547920999997</c:v>
                      </c:pt>
                      <c:pt idx="207">
                        <c:v>57.815242024</c:v>
                      </c:pt>
                      <c:pt idx="208">
                        <c:v>54.120173481999998</c:v>
                      </c:pt>
                      <c:pt idx="209">
                        <c:v>55.274960487999998</c:v>
                      </c:pt>
                      <c:pt idx="210">
                        <c:v>54.778099699999999</c:v>
                      </c:pt>
                      <c:pt idx="211">
                        <c:v>61.318424391999997</c:v>
                      </c:pt>
                      <c:pt idx="212">
                        <c:v>68.962276860000003</c:v>
                      </c:pt>
                      <c:pt idx="213">
                        <c:v>74.302937846000006</c:v>
                      </c:pt>
                      <c:pt idx="214">
                        <c:v>71.544918577999994</c:v>
                      </c:pt>
                      <c:pt idx="215">
                        <c:v>58.979516570000001</c:v>
                      </c:pt>
                      <c:pt idx="216">
                        <c:v>42.052708223000003</c:v>
                      </c:pt>
                      <c:pt idx="217">
                        <c:v>26.686286043999999</c:v>
                      </c:pt>
                      <c:pt idx="218">
                        <c:v>16.433999303</c:v>
                      </c:pt>
                      <c:pt idx="219">
                        <c:v>10.647384135999999</c:v>
                      </c:pt>
                      <c:pt idx="220">
                        <c:v>8.1453342749999997</c:v>
                      </c:pt>
                      <c:pt idx="221">
                        <c:v>9.8258439489999994</c:v>
                      </c:pt>
                      <c:pt idx="222">
                        <c:v>16.929414774000001</c:v>
                      </c:pt>
                      <c:pt idx="223">
                        <c:v>25.295349885</c:v>
                      </c:pt>
                      <c:pt idx="224">
                        <c:v>33.920701780000002</c:v>
                      </c:pt>
                      <c:pt idx="225">
                        <c:v>38.301712342000002</c:v>
                      </c:pt>
                      <c:pt idx="226">
                        <c:v>41.484038902999998</c:v>
                      </c:pt>
                      <c:pt idx="227">
                        <c:v>45.597334572999998</c:v>
                      </c:pt>
                      <c:pt idx="228">
                        <c:v>46.890870661000001</c:v>
                      </c:pt>
                      <c:pt idx="229">
                        <c:v>54.323097543999999</c:v>
                      </c:pt>
                      <c:pt idx="230">
                        <c:v>55.842505369999998</c:v>
                      </c:pt>
                      <c:pt idx="231">
                        <c:v>52.019731495999999</c:v>
                      </c:pt>
                      <c:pt idx="232">
                        <c:v>49.307330491999998</c:v>
                      </c:pt>
                      <c:pt idx="233">
                        <c:v>51.216711205000003</c:v>
                      </c:pt>
                      <c:pt idx="234">
                        <c:v>51.857530640999997</c:v>
                      </c:pt>
                      <c:pt idx="235">
                        <c:v>58.529978018999998</c:v>
                      </c:pt>
                      <c:pt idx="236">
                        <c:v>67.680482565000005</c:v>
                      </c:pt>
                      <c:pt idx="237">
                        <c:v>72.802259000000006</c:v>
                      </c:pt>
                      <c:pt idx="238">
                        <c:v>67.390315860000001</c:v>
                      </c:pt>
                      <c:pt idx="239">
                        <c:v>53.177197538999998</c:v>
                      </c:pt>
                      <c:pt idx="240">
                        <c:v>36.234576799000003</c:v>
                      </c:pt>
                      <c:pt idx="241">
                        <c:v>22.515163090000001</c:v>
                      </c:pt>
                      <c:pt idx="242">
                        <c:v>13.715615155</c:v>
                      </c:pt>
                      <c:pt idx="243">
                        <c:v>9.2463865910000003</c:v>
                      </c:pt>
                      <c:pt idx="244">
                        <c:v>7.5213891400000001</c:v>
                      </c:pt>
                      <c:pt idx="245">
                        <c:v>9.4664726679999998</c:v>
                      </c:pt>
                      <c:pt idx="246">
                        <c:v>17.551289300000001</c:v>
                      </c:pt>
                      <c:pt idx="247">
                        <c:v>25.485121236000001</c:v>
                      </c:pt>
                      <c:pt idx="248">
                        <c:v>31.905024267000002</c:v>
                      </c:pt>
                      <c:pt idx="249">
                        <c:v>34.239586602000003</c:v>
                      </c:pt>
                      <c:pt idx="250">
                        <c:v>37.077797887999999</c:v>
                      </c:pt>
                      <c:pt idx="251">
                        <c:v>41.162320843000003</c:v>
                      </c:pt>
                      <c:pt idx="252">
                        <c:v>43.777259282000003</c:v>
                      </c:pt>
                      <c:pt idx="253">
                        <c:v>49.170232806999998</c:v>
                      </c:pt>
                      <c:pt idx="254">
                        <c:v>50.176420309000001</c:v>
                      </c:pt>
                      <c:pt idx="255">
                        <c:v>47.411942889000002</c:v>
                      </c:pt>
                      <c:pt idx="256">
                        <c:v>48.050136389999999</c:v>
                      </c:pt>
                      <c:pt idx="257">
                        <c:v>50.297599761000001</c:v>
                      </c:pt>
                      <c:pt idx="258">
                        <c:v>50.768183170999997</c:v>
                      </c:pt>
                      <c:pt idx="259">
                        <c:v>57.468381332</c:v>
                      </c:pt>
                      <c:pt idx="260">
                        <c:v>66.314262483999997</c:v>
                      </c:pt>
                      <c:pt idx="261">
                        <c:v>70.928821541000005</c:v>
                      </c:pt>
                      <c:pt idx="262">
                        <c:v>66.375293350000007</c:v>
                      </c:pt>
                      <c:pt idx="263">
                        <c:v>51.791880651</c:v>
                      </c:pt>
                      <c:pt idx="264">
                        <c:v>35.069377998999997</c:v>
                      </c:pt>
                      <c:pt idx="265">
                        <c:v>20.902105103</c:v>
                      </c:pt>
                      <c:pt idx="266">
                        <c:v>12.732903929000001</c:v>
                      </c:pt>
                      <c:pt idx="267">
                        <c:v>8.7397040159999992</c:v>
                      </c:pt>
                      <c:pt idx="268">
                        <c:v>7.2795221010000004</c:v>
                      </c:pt>
                      <c:pt idx="269">
                        <c:v>9.4458385119999999</c:v>
                      </c:pt>
                      <c:pt idx="270">
                        <c:v>17.950254706999999</c:v>
                      </c:pt>
                      <c:pt idx="271">
                        <c:v>26.379751225</c:v>
                      </c:pt>
                      <c:pt idx="272">
                        <c:v>32.169561029999997</c:v>
                      </c:pt>
                      <c:pt idx="273">
                        <c:v>34.879438223000001</c:v>
                      </c:pt>
                      <c:pt idx="274">
                        <c:v>38.320449791999998</c:v>
                      </c:pt>
                      <c:pt idx="275">
                        <c:v>42.843358852000001</c:v>
                      </c:pt>
                      <c:pt idx="276">
                        <c:v>45.104040208000001</c:v>
                      </c:pt>
                      <c:pt idx="277">
                        <c:v>50.216717889999998</c:v>
                      </c:pt>
                      <c:pt idx="278">
                        <c:v>50.876804233999998</c:v>
                      </c:pt>
                      <c:pt idx="279">
                        <c:v>47.918043728000001</c:v>
                      </c:pt>
                      <c:pt idx="280">
                        <c:v>48.120500385</c:v>
                      </c:pt>
                      <c:pt idx="281">
                        <c:v>50.083724300999997</c:v>
                      </c:pt>
                      <c:pt idx="282">
                        <c:v>50.852739302000003</c:v>
                      </c:pt>
                      <c:pt idx="283">
                        <c:v>58.393057249000002</c:v>
                      </c:pt>
                      <c:pt idx="284">
                        <c:v>67.54805125</c:v>
                      </c:pt>
                      <c:pt idx="285">
                        <c:v>72.377026443999995</c:v>
                      </c:pt>
                      <c:pt idx="286">
                        <c:v>66.656498471000006</c:v>
                      </c:pt>
                      <c:pt idx="287">
                        <c:v>51.772946591999997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6-6C6F-49E4-8F59-330269BCC199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12-10-2026'!$C$1</c15:sqref>
                        </c15:formulaRef>
                      </c:ext>
                    </c:extLst>
                    <c:strCache>
                      <c:ptCount val="1"/>
                      <c:pt idx="0">
                        <c:v>ANB-DGW1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12-10-2026'!$C$2:$C$289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4.9972709760000003</c:v>
                      </c:pt>
                      <c:pt idx="1">
                        <c:v>3.1860026079999999</c:v>
                      </c:pt>
                      <c:pt idx="2">
                        <c:v>2.0168194810000002</c:v>
                      </c:pt>
                      <c:pt idx="3">
                        <c:v>1.381702819</c:v>
                      </c:pt>
                      <c:pt idx="4">
                        <c:v>1.2312585199999999</c:v>
                      </c:pt>
                      <c:pt idx="5">
                        <c:v>1.884187101</c:v>
                      </c:pt>
                      <c:pt idx="6">
                        <c:v>3.2790683280000001</c:v>
                      </c:pt>
                      <c:pt idx="7">
                        <c:v>4.5243139159999997</c:v>
                      </c:pt>
                      <c:pt idx="8">
                        <c:v>4.97264383</c:v>
                      </c:pt>
                      <c:pt idx="9">
                        <c:v>4.9160988760000004</c:v>
                      </c:pt>
                      <c:pt idx="10">
                        <c:v>5.0393847200000002</c:v>
                      </c:pt>
                      <c:pt idx="11">
                        <c:v>5.4779176339999998</c:v>
                      </c:pt>
                      <c:pt idx="12">
                        <c:v>6.084455868</c:v>
                      </c:pt>
                      <c:pt idx="13">
                        <c:v>6.8179224530000004</c:v>
                      </c:pt>
                      <c:pt idx="14">
                        <c:v>6.9906920819999998</c:v>
                      </c:pt>
                      <c:pt idx="15">
                        <c:v>6.6899191839999999</c:v>
                      </c:pt>
                      <c:pt idx="16">
                        <c:v>5.9508570919999997</c:v>
                      </c:pt>
                      <c:pt idx="17">
                        <c:v>5.815979617</c:v>
                      </c:pt>
                      <c:pt idx="18">
                        <c:v>6.0128303860000001</c:v>
                      </c:pt>
                      <c:pt idx="19">
                        <c:v>6.9731569679999996</c:v>
                      </c:pt>
                      <c:pt idx="20">
                        <c:v>7.5900051309999998</c:v>
                      </c:pt>
                      <c:pt idx="21">
                        <c:v>8.3747093669999995</c:v>
                      </c:pt>
                      <c:pt idx="22">
                        <c:v>8.4731728870000005</c:v>
                      </c:pt>
                      <c:pt idx="23">
                        <c:v>7.4624718019999996</c:v>
                      </c:pt>
                      <c:pt idx="24">
                        <c:v>5.5049058679999998</c:v>
                      </c:pt>
                      <c:pt idx="25">
                        <c:v>3.5974495270000002</c:v>
                      </c:pt>
                      <c:pt idx="26">
                        <c:v>2.218430466</c:v>
                      </c:pt>
                      <c:pt idx="27">
                        <c:v>1.51844712</c:v>
                      </c:pt>
                      <c:pt idx="28">
                        <c:v>1.265061668</c:v>
                      </c:pt>
                      <c:pt idx="29">
                        <c:v>1.78393913</c:v>
                      </c:pt>
                      <c:pt idx="30">
                        <c:v>2.8497941510000002</c:v>
                      </c:pt>
                      <c:pt idx="31">
                        <c:v>4.1994425419999999</c:v>
                      </c:pt>
                      <c:pt idx="32">
                        <c:v>5.341778047</c:v>
                      </c:pt>
                      <c:pt idx="33">
                        <c:v>5.5816526209999999</c:v>
                      </c:pt>
                      <c:pt idx="34">
                        <c:v>5.773952092</c:v>
                      </c:pt>
                      <c:pt idx="35">
                        <c:v>6.308384577</c:v>
                      </c:pt>
                      <c:pt idx="36">
                        <c:v>6.6393928310000003</c:v>
                      </c:pt>
                      <c:pt idx="37">
                        <c:v>7.2168475230000002</c:v>
                      </c:pt>
                      <c:pt idx="38">
                        <c:v>7.8700260220000002</c:v>
                      </c:pt>
                      <c:pt idx="39">
                        <c:v>7.4317841600000003</c:v>
                      </c:pt>
                      <c:pt idx="40">
                        <c:v>6.4141046250000002</c:v>
                      </c:pt>
                      <c:pt idx="41">
                        <c:v>6.110620709</c:v>
                      </c:pt>
                      <c:pt idx="42">
                        <c:v>6.1881935950000004</c:v>
                      </c:pt>
                      <c:pt idx="43">
                        <c:v>7.077492908</c:v>
                      </c:pt>
                      <c:pt idx="44">
                        <c:v>7.706043362</c:v>
                      </c:pt>
                      <c:pt idx="45">
                        <c:v>8.5648485749999992</c:v>
                      </c:pt>
                      <c:pt idx="46">
                        <c:v>8.621954766</c:v>
                      </c:pt>
                      <c:pt idx="47">
                        <c:v>7.626679427</c:v>
                      </c:pt>
                      <c:pt idx="48">
                        <c:v>5.7142875950000001</c:v>
                      </c:pt>
                      <c:pt idx="49">
                        <c:v>3.7024208440000002</c:v>
                      </c:pt>
                      <c:pt idx="50">
                        <c:v>2.2354624950000002</c:v>
                      </c:pt>
                      <c:pt idx="51">
                        <c:v>1.525635195</c:v>
                      </c:pt>
                      <c:pt idx="52">
                        <c:v>1.2821371610000001</c:v>
                      </c:pt>
                      <c:pt idx="53">
                        <c:v>1.831822305</c:v>
                      </c:pt>
                      <c:pt idx="54">
                        <c:v>3.0310000989999999</c:v>
                      </c:pt>
                      <c:pt idx="55">
                        <c:v>4.377053697</c:v>
                      </c:pt>
                      <c:pt idx="56">
                        <c:v>5.3247240409999996</c:v>
                      </c:pt>
                      <c:pt idx="57">
                        <c:v>5.4576970039999999</c:v>
                      </c:pt>
                      <c:pt idx="58">
                        <c:v>5.4856484270000001</c:v>
                      </c:pt>
                      <c:pt idx="59">
                        <c:v>5.8727213220000003</c:v>
                      </c:pt>
                      <c:pt idx="60">
                        <c:v>6.3076344320000004</c:v>
                      </c:pt>
                      <c:pt idx="61">
                        <c:v>7.1471404449999998</c:v>
                      </c:pt>
                      <c:pt idx="62">
                        <c:v>7.3765252569999999</c:v>
                      </c:pt>
                      <c:pt idx="63">
                        <c:v>6.9387700790000002</c:v>
                      </c:pt>
                      <c:pt idx="64">
                        <c:v>6.0934127509999998</c:v>
                      </c:pt>
                      <c:pt idx="65">
                        <c:v>5.9733927329999998</c:v>
                      </c:pt>
                      <c:pt idx="66">
                        <c:v>6.0957495149999996</c:v>
                      </c:pt>
                      <c:pt idx="67">
                        <c:v>6.8580441580000002</c:v>
                      </c:pt>
                      <c:pt idx="68">
                        <c:v>7.5160994490000004</c:v>
                      </c:pt>
                      <c:pt idx="69">
                        <c:v>8.3778334040000004</c:v>
                      </c:pt>
                      <c:pt idx="70">
                        <c:v>8.3200461669999992</c:v>
                      </c:pt>
                      <c:pt idx="71">
                        <c:v>6.9385074580000001</c:v>
                      </c:pt>
                      <c:pt idx="72">
                        <c:v>4.8282656800000003</c:v>
                      </c:pt>
                      <c:pt idx="73">
                        <c:v>3.0523195849999998</c:v>
                      </c:pt>
                      <c:pt idx="74">
                        <c:v>1.8966320169999999</c:v>
                      </c:pt>
                      <c:pt idx="75">
                        <c:v>1.344256192</c:v>
                      </c:pt>
                      <c:pt idx="76">
                        <c:v>1.2134773670000001</c:v>
                      </c:pt>
                      <c:pt idx="77">
                        <c:v>1.786182103</c:v>
                      </c:pt>
                      <c:pt idx="78">
                        <c:v>3.1458243490000002</c:v>
                      </c:pt>
                      <c:pt idx="79">
                        <c:v>4.2375528889999998</c:v>
                      </c:pt>
                      <c:pt idx="80">
                        <c:v>4.7519298059999997</c:v>
                      </c:pt>
                      <c:pt idx="81">
                        <c:v>4.6916637269999999</c:v>
                      </c:pt>
                      <c:pt idx="82">
                        <c:v>4.7519677419999997</c:v>
                      </c:pt>
                      <c:pt idx="83">
                        <c:v>5.1614510070000001</c:v>
                      </c:pt>
                      <c:pt idx="84">
                        <c:v>5.7487050919999998</c:v>
                      </c:pt>
                      <c:pt idx="85">
                        <c:v>6.3644089580000003</c:v>
                      </c:pt>
                      <c:pt idx="86">
                        <c:v>6.5388240800000004</c:v>
                      </c:pt>
                      <c:pt idx="87">
                        <c:v>6.2070127429999999</c:v>
                      </c:pt>
                      <c:pt idx="88">
                        <c:v>5.7134707450000004</c:v>
                      </c:pt>
                      <c:pt idx="89">
                        <c:v>5.7289571390000003</c:v>
                      </c:pt>
                      <c:pt idx="90">
                        <c:v>5.9215295809999997</c:v>
                      </c:pt>
                      <c:pt idx="91">
                        <c:v>6.76866608</c:v>
                      </c:pt>
                      <c:pt idx="92">
                        <c:v>7.4868506640000003</c:v>
                      </c:pt>
                      <c:pt idx="93">
                        <c:v>8.2511946829999996</c:v>
                      </c:pt>
                      <c:pt idx="94">
                        <c:v>8.1571377839999997</c:v>
                      </c:pt>
                      <c:pt idx="95">
                        <c:v>6.7128785759999996</c:v>
                      </c:pt>
                      <c:pt idx="96">
                        <c:v>4.5974061239999999</c:v>
                      </c:pt>
                      <c:pt idx="97">
                        <c:v>2.8698148610000001</c:v>
                      </c:pt>
                      <c:pt idx="98">
                        <c:v>1.8581322309999999</c:v>
                      </c:pt>
                      <c:pt idx="99">
                        <c:v>1.3199648020000001</c:v>
                      </c:pt>
                      <c:pt idx="100">
                        <c:v>1.171986153</c:v>
                      </c:pt>
                      <c:pt idx="101">
                        <c:v>1.775360689</c:v>
                      </c:pt>
                      <c:pt idx="102">
                        <c:v>3.2184764549999998</c:v>
                      </c:pt>
                      <c:pt idx="103">
                        <c:v>4.346326855</c:v>
                      </c:pt>
                      <c:pt idx="104">
                        <c:v>4.7452671640000004</c:v>
                      </c:pt>
                      <c:pt idx="105">
                        <c:v>4.7301757369999997</c:v>
                      </c:pt>
                      <c:pt idx="106">
                        <c:v>4.7388560999999996</c:v>
                      </c:pt>
                      <c:pt idx="107">
                        <c:v>5.2628126330000002</c:v>
                      </c:pt>
                      <c:pt idx="108">
                        <c:v>5.7782562000000004</c:v>
                      </c:pt>
                      <c:pt idx="109">
                        <c:v>6.3774132479999999</c:v>
                      </c:pt>
                      <c:pt idx="110">
                        <c:v>6.4783920940000002</c:v>
                      </c:pt>
                      <c:pt idx="111">
                        <c:v>6.1916821720000002</c:v>
                      </c:pt>
                      <c:pt idx="112">
                        <c:v>5.7521323239999997</c:v>
                      </c:pt>
                      <c:pt idx="113">
                        <c:v>5.6236330780000001</c:v>
                      </c:pt>
                      <c:pt idx="114">
                        <c:v>5.8370751790000002</c:v>
                      </c:pt>
                      <c:pt idx="115">
                        <c:v>6.7360514350000003</c:v>
                      </c:pt>
                      <c:pt idx="116">
                        <c:v>7.3507265750000004</c:v>
                      </c:pt>
                      <c:pt idx="117">
                        <c:v>8.2594302269999993</c:v>
                      </c:pt>
                      <c:pt idx="118">
                        <c:v>8.118141928</c:v>
                      </c:pt>
                      <c:pt idx="119">
                        <c:v>6.7473800429999997</c:v>
                      </c:pt>
                      <c:pt idx="120">
                        <c:v>4.6351472810000001</c:v>
                      </c:pt>
                      <c:pt idx="121">
                        <c:v>2.8906258629999999</c:v>
                      </c:pt>
                      <c:pt idx="122">
                        <c:v>1.822386195</c:v>
                      </c:pt>
                      <c:pt idx="123">
                        <c:v>1.3223569580000001</c:v>
                      </c:pt>
                      <c:pt idx="124">
                        <c:v>1.162602838</c:v>
                      </c:pt>
                      <c:pt idx="125">
                        <c:v>1.7480212070000001</c:v>
                      </c:pt>
                      <c:pt idx="126">
                        <c:v>3.2381598130000002</c:v>
                      </c:pt>
                      <c:pt idx="127">
                        <c:v>4.4073880660000002</c:v>
                      </c:pt>
                      <c:pt idx="128">
                        <c:v>4.816830478</c:v>
                      </c:pt>
                      <c:pt idx="129">
                        <c:v>4.7379025500000003</c:v>
                      </c:pt>
                      <c:pt idx="130">
                        <c:v>4.8710538620000001</c:v>
                      </c:pt>
                      <c:pt idx="131">
                        <c:v>5.2944334919999996</c:v>
                      </c:pt>
                      <c:pt idx="132">
                        <c:v>6.0021423230000002</c:v>
                      </c:pt>
                      <c:pt idx="133">
                        <c:v>6.9416966569999996</c:v>
                      </c:pt>
                      <c:pt idx="134">
                        <c:v>7.1284040810000002</c:v>
                      </c:pt>
                      <c:pt idx="135">
                        <c:v>6.5993522779999996</c:v>
                      </c:pt>
                      <c:pt idx="136">
                        <c:v>5.8648716050000003</c:v>
                      </c:pt>
                      <c:pt idx="137">
                        <c:v>5.7016358680000003</c:v>
                      </c:pt>
                      <c:pt idx="138">
                        <c:v>6.1523008770000001</c:v>
                      </c:pt>
                      <c:pt idx="139">
                        <c:v>6.9532933760000004</c:v>
                      </c:pt>
                      <c:pt idx="140">
                        <c:v>7.5463083329999998</c:v>
                      </c:pt>
                      <c:pt idx="141">
                        <c:v>8.348930331</c:v>
                      </c:pt>
                      <c:pt idx="142">
                        <c:v>8.2365642030000004</c:v>
                      </c:pt>
                      <c:pt idx="143">
                        <c:v>6.7021592239999999</c:v>
                      </c:pt>
                      <c:pt idx="144">
                        <c:v>4.6943548770000003</c:v>
                      </c:pt>
                      <c:pt idx="145">
                        <c:v>2.9555912630000001</c:v>
                      </c:pt>
                      <c:pt idx="146">
                        <c:v>1.905778559</c:v>
                      </c:pt>
                      <c:pt idx="147">
                        <c:v>1.3054578400000001</c:v>
                      </c:pt>
                      <c:pt idx="148">
                        <c:v>1.1736746199999999</c:v>
                      </c:pt>
                      <c:pt idx="149">
                        <c:v>1.8097503020000001</c:v>
                      </c:pt>
                      <c:pt idx="150">
                        <c:v>3.320471457</c:v>
                      </c:pt>
                      <c:pt idx="151">
                        <c:v>4.4752249229999999</c:v>
                      </c:pt>
                      <c:pt idx="152">
                        <c:v>4.9845294280000001</c:v>
                      </c:pt>
                      <c:pt idx="153">
                        <c:v>4.848357568</c:v>
                      </c:pt>
                      <c:pt idx="154">
                        <c:v>4.8239062810000002</c:v>
                      </c:pt>
                      <c:pt idx="155">
                        <c:v>5.2796013039999998</c:v>
                      </c:pt>
                      <c:pt idx="156">
                        <c:v>5.8030986750000002</c:v>
                      </c:pt>
                      <c:pt idx="157">
                        <c:v>6.4676811650000001</c:v>
                      </c:pt>
                      <c:pt idx="158">
                        <c:v>6.5726196259999998</c:v>
                      </c:pt>
                      <c:pt idx="159">
                        <c:v>6.2098688370000001</c:v>
                      </c:pt>
                      <c:pt idx="160">
                        <c:v>5.8487302139999997</c:v>
                      </c:pt>
                      <c:pt idx="161">
                        <c:v>5.7679636350000001</c:v>
                      </c:pt>
                      <c:pt idx="162">
                        <c:v>5.9795879840000001</c:v>
                      </c:pt>
                      <c:pt idx="163">
                        <c:v>6.8477489650000001</c:v>
                      </c:pt>
                      <c:pt idx="164">
                        <c:v>7.538291622</c:v>
                      </c:pt>
                      <c:pt idx="165">
                        <c:v>8.2823351350000003</c:v>
                      </c:pt>
                      <c:pt idx="166">
                        <c:v>8.2272975810000002</c:v>
                      </c:pt>
                      <c:pt idx="167">
                        <c:v>6.7538775199999996</c:v>
                      </c:pt>
                      <c:pt idx="168">
                        <c:v>4.6714873800000003</c:v>
                      </c:pt>
                      <c:pt idx="169">
                        <c:v>2.933777284</c:v>
                      </c:pt>
                      <c:pt idx="170">
                        <c:v>1.8865688860000001</c:v>
                      </c:pt>
                      <c:pt idx="171">
                        <c:v>1.3469380440000001</c:v>
                      </c:pt>
                      <c:pt idx="172">
                        <c:v>1.234747579</c:v>
                      </c:pt>
                      <c:pt idx="173">
                        <c:v>1.879036677</c:v>
                      </c:pt>
                      <c:pt idx="174">
                        <c:v>3.5031047169999998</c:v>
                      </c:pt>
                      <c:pt idx="175">
                        <c:v>4.7938937590000004</c:v>
                      </c:pt>
                      <c:pt idx="176">
                        <c:v>5.4680290759999997</c:v>
                      </c:pt>
                      <c:pt idx="177">
                        <c:v>5.4255890170000001</c:v>
                      </c:pt>
                      <c:pt idx="178">
                        <c:v>5.1741781959999997</c:v>
                      </c:pt>
                      <c:pt idx="179">
                        <c:v>5.595683964</c:v>
                      </c:pt>
                      <c:pt idx="180">
                        <c:v>6.2888862809999999</c:v>
                      </c:pt>
                      <c:pt idx="181">
                        <c:v>7.0377097119999998</c:v>
                      </c:pt>
                      <c:pt idx="182">
                        <c:v>7.13615522</c:v>
                      </c:pt>
                      <c:pt idx="183">
                        <c:v>6.7551150460000002</c:v>
                      </c:pt>
                      <c:pt idx="184">
                        <c:v>6.0994978309999999</c:v>
                      </c:pt>
                      <c:pt idx="185">
                        <c:v>5.9882308709999998</c:v>
                      </c:pt>
                      <c:pt idx="186">
                        <c:v>6.3632078300000003</c:v>
                      </c:pt>
                      <c:pt idx="187">
                        <c:v>7.3128440010000002</c:v>
                      </c:pt>
                      <c:pt idx="188">
                        <c:v>7.9774482109999996</c:v>
                      </c:pt>
                      <c:pt idx="189">
                        <c:v>8.6421874669999994</c:v>
                      </c:pt>
                      <c:pt idx="190">
                        <c:v>8.6637417810000006</c:v>
                      </c:pt>
                      <c:pt idx="191">
                        <c:v>7.3489634199999996</c:v>
                      </c:pt>
                      <c:pt idx="192">
                        <c:v>5.4049286409999997</c:v>
                      </c:pt>
                      <c:pt idx="193">
                        <c:v>3.5071452980000002</c:v>
                      </c:pt>
                      <c:pt idx="194">
                        <c:v>2.2303674629999999</c:v>
                      </c:pt>
                      <c:pt idx="195">
                        <c:v>1.6602317289999999</c:v>
                      </c:pt>
                      <c:pt idx="196">
                        <c:v>1.3850009169999999</c:v>
                      </c:pt>
                      <c:pt idx="197">
                        <c:v>1.8312883550000001</c:v>
                      </c:pt>
                      <c:pt idx="198">
                        <c:v>3.0966327979999999</c:v>
                      </c:pt>
                      <c:pt idx="199">
                        <c:v>4.5572904909999998</c:v>
                      </c:pt>
                      <c:pt idx="200">
                        <c:v>5.8453159680000004</c:v>
                      </c:pt>
                      <c:pt idx="201">
                        <c:v>6.0369458810000003</c:v>
                      </c:pt>
                      <c:pt idx="202">
                        <c:v>6.092011555</c:v>
                      </c:pt>
                      <c:pt idx="203">
                        <c:v>6.5400174240000002</c:v>
                      </c:pt>
                      <c:pt idx="204">
                        <c:v>6.770628555</c:v>
                      </c:pt>
                      <c:pt idx="205">
                        <c:v>7.3326305380000001</c:v>
                      </c:pt>
                      <c:pt idx="206">
                        <c:v>8.0441628600000001</c:v>
                      </c:pt>
                      <c:pt idx="207">
                        <c:v>7.4974138699999999</c:v>
                      </c:pt>
                      <c:pt idx="208">
                        <c:v>6.6999948079999996</c:v>
                      </c:pt>
                      <c:pt idx="209">
                        <c:v>6.5859721630000001</c:v>
                      </c:pt>
                      <c:pt idx="210">
                        <c:v>6.8417773540000004</c:v>
                      </c:pt>
                      <c:pt idx="211">
                        <c:v>7.587346589</c:v>
                      </c:pt>
                      <c:pt idx="212">
                        <c:v>8.2582984530000001</c:v>
                      </c:pt>
                      <c:pt idx="213">
                        <c:v>8.9439767010000004</c:v>
                      </c:pt>
                      <c:pt idx="214">
                        <c:v>8.9363520570000006</c:v>
                      </c:pt>
                      <c:pt idx="215">
                        <c:v>7.5688166969999999</c:v>
                      </c:pt>
                      <c:pt idx="216">
                        <c:v>5.4873181349999998</c:v>
                      </c:pt>
                      <c:pt idx="217">
                        <c:v>3.5707069169999999</c:v>
                      </c:pt>
                      <c:pt idx="218">
                        <c:v>2.2388646670000001</c:v>
                      </c:pt>
                      <c:pt idx="219">
                        <c:v>1.527910334</c:v>
                      </c:pt>
                      <c:pt idx="220">
                        <c:v>1.3237589729999999</c:v>
                      </c:pt>
                      <c:pt idx="221">
                        <c:v>1.8182212499999999</c:v>
                      </c:pt>
                      <c:pt idx="222">
                        <c:v>3.2068958379999999</c:v>
                      </c:pt>
                      <c:pt idx="223">
                        <c:v>4.5687241370000002</c:v>
                      </c:pt>
                      <c:pt idx="224">
                        <c:v>5.5967454229999998</c:v>
                      </c:pt>
                      <c:pt idx="225">
                        <c:v>5.5873431880000002</c:v>
                      </c:pt>
                      <c:pt idx="226">
                        <c:v>5.5586625190000003</c:v>
                      </c:pt>
                      <c:pt idx="227">
                        <c:v>5.8490520090000002</c:v>
                      </c:pt>
                      <c:pt idx="228">
                        <c:v>6.2502646979999996</c:v>
                      </c:pt>
                      <c:pt idx="229">
                        <c:v>7.1150053829999997</c:v>
                      </c:pt>
                      <c:pt idx="230">
                        <c:v>7.3167563529999997</c:v>
                      </c:pt>
                      <c:pt idx="231">
                        <c:v>6.8488943359999999</c:v>
                      </c:pt>
                      <c:pt idx="232">
                        <c:v>6.2302703069999996</c:v>
                      </c:pt>
                      <c:pt idx="233">
                        <c:v>6.1402290979999998</c:v>
                      </c:pt>
                      <c:pt idx="234">
                        <c:v>6.4631662009999999</c:v>
                      </c:pt>
                      <c:pt idx="235">
                        <c:v>7.1947386880000002</c:v>
                      </c:pt>
                      <c:pt idx="236">
                        <c:v>7.9730750309999996</c:v>
                      </c:pt>
                      <c:pt idx="237">
                        <c:v>8.7295013269999995</c:v>
                      </c:pt>
                      <c:pt idx="238">
                        <c:v>8.5277831810000002</c:v>
                      </c:pt>
                      <c:pt idx="239">
                        <c:v>6.9218359500000002</c:v>
                      </c:pt>
                      <c:pt idx="240">
                        <c:v>4.6989994519999998</c:v>
                      </c:pt>
                      <c:pt idx="241">
                        <c:v>2.941039655</c:v>
                      </c:pt>
                      <c:pt idx="242">
                        <c:v>1.8770380790000001</c:v>
                      </c:pt>
                      <c:pt idx="243">
                        <c:v>1.373280488</c:v>
                      </c:pt>
                      <c:pt idx="244">
                        <c:v>1.2411382280000001</c:v>
                      </c:pt>
                      <c:pt idx="245">
                        <c:v>1.795931693</c:v>
                      </c:pt>
                      <c:pt idx="246">
                        <c:v>3.3109266910000001</c:v>
                      </c:pt>
                      <c:pt idx="247">
                        <c:v>4.4601303620000001</c:v>
                      </c:pt>
                      <c:pt idx="248">
                        <c:v>5.0366755689999998</c:v>
                      </c:pt>
                      <c:pt idx="249">
                        <c:v>4.8901594670000001</c:v>
                      </c:pt>
                      <c:pt idx="250">
                        <c:v>4.8402201900000001</c:v>
                      </c:pt>
                      <c:pt idx="251">
                        <c:v>5.2389985030000004</c:v>
                      </c:pt>
                      <c:pt idx="252">
                        <c:v>5.8027633060000001</c:v>
                      </c:pt>
                      <c:pt idx="253">
                        <c:v>6.442988647</c:v>
                      </c:pt>
                      <c:pt idx="254">
                        <c:v>6.6091307810000002</c:v>
                      </c:pt>
                      <c:pt idx="255">
                        <c:v>6.2907881200000002</c:v>
                      </c:pt>
                      <c:pt idx="256">
                        <c:v>5.9856208180000001</c:v>
                      </c:pt>
                      <c:pt idx="257">
                        <c:v>5.9174018430000004</c:v>
                      </c:pt>
                      <c:pt idx="258">
                        <c:v>6.263807484</c:v>
                      </c:pt>
                      <c:pt idx="259">
                        <c:v>7.1254945799999998</c:v>
                      </c:pt>
                      <c:pt idx="260">
                        <c:v>7.9046549959999997</c:v>
                      </c:pt>
                      <c:pt idx="261">
                        <c:v>8.6181167120000008</c:v>
                      </c:pt>
                      <c:pt idx="262">
                        <c:v>8.352800212</c:v>
                      </c:pt>
                      <c:pt idx="263">
                        <c:v>6.6941138230000004</c:v>
                      </c:pt>
                      <c:pt idx="264">
                        <c:v>4.5263706289999996</c:v>
                      </c:pt>
                      <c:pt idx="265">
                        <c:v>2.8142513349999998</c:v>
                      </c:pt>
                      <c:pt idx="266">
                        <c:v>1.794208069</c:v>
                      </c:pt>
                      <c:pt idx="267">
                        <c:v>1.290508258</c:v>
                      </c:pt>
                      <c:pt idx="268">
                        <c:v>1.181112216</c:v>
                      </c:pt>
                      <c:pt idx="269">
                        <c:v>1.763932018</c:v>
                      </c:pt>
                      <c:pt idx="270">
                        <c:v>3.3444390089999998</c:v>
                      </c:pt>
                      <c:pt idx="271">
                        <c:v>4.5459925710000002</c:v>
                      </c:pt>
                      <c:pt idx="272">
                        <c:v>5.0169041380000001</c:v>
                      </c:pt>
                      <c:pt idx="273">
                        <c:v>4.8389252200000001</c:v>
                      </c:pt>
                      <c:pt idx="274">
                        <c:v>4.8993247330000003</c:v>
                      </c:pt>
                      <c:pt idx="275">
                        <c:v>5.3986876400000003</c:v>
                      </c:pt>
                      <c:pt idx="276">
                        <c:v>5.9823583979999997</c:v>
                      </c:pt>
                      <c:pt idx="277">
                        <c:v>6.5277953809999998</c:v>
                      </c:pt>
                      <c:pt idx="278">
                        <c:v>6.6620075630000004</c:v>
                      </c:pt>
                      <c:pt idx="279">
                        <c:v>6.3203102739999997</c:v>
                      </c:pt>
                      <c:pt idx="280">
                        <c:v>6.0007148289999996</c:v>
                      </c:pt>
                      <c:pt idx="281">
                        <c:v>5.9423646730000002</c:v>
                      </c:pt>
                      <c:pt idx="282">
                        <c:v>6.4116609770000004</c:v>
                      </c:pt>
                      <c:pt idx="283">
                        <c:v>7.18699011</c:v>
                      </c:pt>
                      <c:pt idx="284">
                        <c:v>7.9685325520000001</c:v>
                      </c:pt>
                      <c:pt idx="285">
                        <c:v>8.7778742160000007</c:v>
                      </c:pt>
                      <c:pt idx="286">
                        <c:v>8.4274218990000005</c:v>
                      </c:pt>
                      <c:pt idx="287">
                        <c:v>6.6788377729999997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6C6F-49E4-8F59-330269BCC199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12-10-2026'!$D$1</c15:sqref>
                        </c15:formulaRef>
                      </c:ext>
                    </c:extLst>
                    <c:strCache>
                      <c:ptCount val="1"/>
                      <c:pt idx="0">
                        <c:v>ANB-DGW1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12-10-2026'!$D$2:$D$289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42.719614268000001</c:v>
                      </c:pt>
                      <c:pt idx="1">
                        <c:v>27.331889767</c:v>
                      </c:pt>
                      <c:pt idx="2">
                        <c:v>16.719049723000001</c:v>
                      </c:pt>
                      <c:pt idx="3">
                        <c:v>11.041417653</c:v>
                      </c:pt>
                      <c:pt idx="4">
                        <c:v>8.8947313529999992</c:v>
                      </c:pt>
                      <c:pt idx="5">
                        <c:v>11.960762860999999</c:v>
                      </c:pt>
                      <c:pt idx="6">
                        <c:v>20.730294511</c:v>
                      </c:pt>
                      <c:pt idx="7">
                        <c:v>30.196063154000001</c:v>
                      </c:pt>
                      <c:pt idx="8">
                        <c:v>36.445095494999997</c:v>
                      </c:pt>
                      <c:pt idx="9">
                        <c:v>39.292342108</c:v>
                      </c:pt>
                      <c:pt idx="10">
                        <c:v>42.687110936000003</c:v>
                      </c:pt>
                      <c:pt idx="11">
                        <c:v>47.645298060999998</c:v>
                      </c:pt>
                      <c:pt idx="12">
                        <c:v>50.980744919999999</c:v>
                      </c:pt>
                      <c:pt idx="13">
                        <c:v>57.657190829000001</c:v>
                      </c:pt>
                      <c:pt idx="14">
                        <c:v>58.837783819000002</c:v>
                      </c:pt>
                      <c:pt idx="15">
                        <c:v>56.109315539000001</c:v>
                      </c:pt>
                      <c:pt idx="16">
                        <c:v>51.757383271000002</c:v>
                      </c:pt>
                      <c:pt idx="17">
                        <c:v>53.490293117</c:v>
                      </c:pt>
                      <c:pt idx="18">
                        <c:v>53.890159255999997</c:v>
                      </c:pt>
                      <c:pt idx="19">
                        <c:v>62.900327222000001</c:v>
                      </c:pt>
                      <c:pt idx="20">
                        <c:v>70.447144468999994</c:v>
                      </c:pt>
                      <c:pt idx="21">
                        <c:v>77.453816051000004</c:v>
                      </c:pt>
                      <c:pt idx="22">
                        <c:v>75.518152259000004</c:v>
                      </c:pt>
                      <c:pt idx="23">
                        <c:v>64.291205981000004</c:v>
                      </c:pt>
                      <c:pt idx="24">
                        <c:v>47.541224020999998</c:v>
                      </c:pt>
                      <c:pt idx="25">
                        <c:v>31.345120209000001</c:v>
                      </c:pt>
                      <c:pt idx="26">
                        <c:v>19.444468777000001</c:v>
                      </c:pt>
                      <c:pt idx="27">
                        <c:v>12.689598833</c:v>
                      </c:pt>
                      <c:pt idx="28">
                        <c:v>9.5480716690000005</c:v>
                      </c:pt>
                      <c:pt idx="29">
                        <c:v>11.472889264000001</c:v>
                      </c:pt>
                      <c:pt idx="30">
                        <c:v>18.040828454</c:v>
                      </c:pt>
                      <c:pt idx="31">
                        <c:v>27.120942204999999</c:v>
                      </c:pt>
                      <c:pt idx="32">
                        <c:v>36.917691230999999</c:v>
                      </c:pt>
                      <c:pt idx="33">
                        <c:v>43.119615793999998</c:v>
                      </c:pt>
                      <c:pt idx="34">
                        <c:v>48.117831887000001</c:v>
                      </c:pt>
                      <c:pt idx="35">
                        <c:v>53.787264252</c:v>
                      </c:pt>
                      <c:pt idx="36">
                        <c:v>54.239067749</c:v>
                      </c:pt>
                      <c:pt idx="37">
                        <c:v>59.463101154</c:v>
                      </c:pt>
                      <c:pt idx="38">
                        <c:v>67.976139615999998</c:v>
                      </c:pt>
                      <c:pt idx="39">
                        <c:v>63.415539977000002</c:v>
                      </c:pt>
                      <c:pt idx="40">
                        <c:v>56.545782586999998</c:v>
                      </c:pt>
                      <c:pt idx="41">
                        <c:v>56.931928464999999</c:v>
                      </c:pt>
                      <c:pt idx="42">
                        <c:v>55.759183078</c:v>
                      </c:pt>
                      <c:pt idx="43">
                        <c:v>63.991081256000001</c:v>
                      </c:pt>
                      <c:pt idx="44">
                        <c:v>72.364174587999997</c:v>
                      </c:pt>
                      <c:pt idx="45">
                        <c:v>80.068805151999996</c:v>
                      </c:pt>
                      <c:pt idx="46">
                        <c:v>78.063645906999994</c:v>
                      </c:pt>
                      <c:pt idx="47">
                        <c:v>66.703979552000007</c:v>
                      </c:pt>
                      <c:pt idx="48">
                        <c:v>49.527421038</c:v>
                      </c:pt>
                      <c:pt idx="49">
                        <c:v>32.566217717999997</c:v>
                      </c:pt>
                      <c:pt idx="50">
                        <c:v>19.659971165999998</c:v>
                      </c:pt>
                      <c:pt idx="51">
                        <c:v>12.470532285000001</c:v>
                      </c:pt>
                      <c:pt idx="52">
                        <c:v>9.3172960959999997</c:v>
                      </c:pt>
                      <c:pt idx="53">
                        <c:v>11.644828584000001</c:v>
                      </c:pt>
                      <c:pt idx="54">
                        <c:v>19.046797909999999</c:v>
                      </c:pt>
                      <c:pt idx="55">
                        <c:v>28.517878294999999</c:v>
                      </c:pt>
                      <c:pt idx="56">
                        <c:v>37.440056632000001</c:v>
                      </c:pt>
                      <c:pt idx="57">
                        <c:v>42.316188437999998</c:v>
                      </c:pt>
                      <c:pt idx="58">
                        <c:v>45.766310238999999</c:v>
                      </c:pt>
                      <c:pt idx="59">
                        <c:v>50.511530514</c:v>
                      </c:pt>
                      <c:pt idx="60">
                        <c:v>52.952696027999998</c:v>
                      </c:pt>
                      <c:pt idx="61">
                        <c:v>60.872961865999997</c:v>
                      </c:pt>
                      <c:pt idx="62">
                        <c:v>62.310030537000003</c:v>
                      </c:pt>
                      <c:pt idx="63">
                        <c:v>58.378917586</c:v>
                      </c:pt>
                      <c:pt idx="64">
                        <c:v>53.493396222000001</c:v>
                      </c:pt>
                      <c:pt idx="65">
                        <c:v>54.956098767999997</c:v>
                      </c:pt>
                      <c:pt idx="66">
                        <c:v>54.385515235</c:v>
                      </c:pt>
                      <c:pt idx="67">
                        <c:v>62.003541974999997</c:v>
                      </c:pt>
                      <c:pt idx="68">
                        <c:v>70.387585672</c:v>
                      </c:pt>
                      <c:pt idx="69">
                        <c:v>77.328650742999997</c:v>
                      </c:pt>
                      <c:pt idx="70">
                        <c:v>73.945633153000003</c:v>
                      </c:pt>
                      <c:pt idx="71">
                        <c:v>60.441836322</c:v>
                      </c:pt>
                      <c:pt idx="72">
                        <c:v>42.276543877999998</c:v>
                      </c:pt>
                      <c:pt idx="73">
                        <c:v>26.308942560999999</c:v>
                      </c:pt>
                      <c:pt idx="74">
                        <c:v>16.029671892</c:v>
                      </c:pt>
                      <c:pt idx="75">
                        <c:v>10.654306978999999</c:v>
                      </c:pt>
                      <c:pt idx="76">
                        <c:v>8.6790795159999998</c:v>
                      </c:pt>
                      <c:pt idx="77">
                        <c:v>11.374059167</c:v>
                      </c:pt>
                      <c:pt idx="78">
                        <c:v>19.935774924</c:v>
                      </c:pt>
                      <c:pt idx="79">
                        <c:v>28.529843657000001</c:v>
                      </c:pt>
                      <c:pt idx="80">
                        <c:v>35.075173387</c:v>
                      </c:pt>
                      <c:pt idx="81">
                        <c:v>37.910739493999998</c:v>
                      </c:pt>
                      <c:pt idx="82">
                        <c:v>41.005597094000002</c:v>
                      </c:pt>
                      <c:pt idx="83">
                        <c:v>45.873914810000002</c:v>
                      </c:pt>
                      <c:pt idx="84">
                        <c:v>48.685570351000003</c:v>
                      </c:pt>
                      <c:pt idx="85">
                        <c:v>54.491319500000003</c:v>
                      </c:pt>
                      <c:pt idx="86">
                        <c:v>55.884429273999999</c:v>
                      </c:pt>
                      <c:pt idx="87">
                        <c:v>52.754530977999998</c:v>
                      </c:pt>
                      <c:pt idx="88">
                        <c:v>51.1861867</c:v>
                      </c:pt>
                      <c:pt idx="89">
                        <c:v>53.789968551999998</c:v>
                      </c:pt>
                      <c:pt idx="90">
                        <c:v>53.768680257</c:v>
                      </c:pt>
                      <c:pt idx="91">
                        <c:v>61.671918321</c:v>
                      </c:pt>
                      <c:pt idx="92">
                        <c:v>70.323435857000007</c:v>
                      </c:pt>
                      <c:pt idx="93">
                        <c:v>76.758454302000004</c:v>
                      </c:pt>
                      <c:pt idx="94">
                        <c:v>72.366091452000006</c:v>
                      </c:pt>
                      <c:pt idx="95">
                        <c:v>57.805193275000001</c:v>
                      </c:pt>
                      <c:pt idx="96">
                        <c:v>39.490703345999997</c:v>
                      </c:pt>
                      <c:pt idx="97">
                        <c:v>24.572079982999998</c:v>
                      </c:pt>
                      <c:pt idx="98">
                        <c:v>15.265618988</c:v>
                      </c:pt>
                      <c:pt idx="99">
                        <c:v>10.366514472</c:v>
                      </c:pt>
                      <c:pt idx="100">
                        <c:v>8.5117281120000001</c:v>
                      </c:pt>
                      <c:pt idx="101">
                        <c:v>11.463755678</c:v>
                      </c:pt>
                      <c:pt idx="102">
                        <c:v>20.629851903999999</c:v>
                      </c:pt>
                      <c:pt idx="103">
                        <c:v>29.621618037000001</c:v>
                      </c:pt>
                      <c:pt idx="104">
                        <c:v>35.379890537999998</c:v>
                      </c:pt>
                      <c:pt idx="105">
                        <c:v>38.189441645000002</c:v>
                      </c:pt>
                      <c:pt idx="106">
                        <c:v>41.153160673999999</c:v>
                      </c:pt>
                      <c:pt idx="107">
                        <c:v>46.338080267999999</c:v>
                      </c:pt>
                      <c:pt idx="108">
                        <c:v>49.304529150999997</c:v>
                      </c:pt>
                      <c:pt idx="109">
                        <c:v>54.954386552999999</c:v>
                      </c:pt>
                      <c:pt idx="110">
                        <c:v>55.511811467000001</c:v>
                      </c:pt>
                      <c:pt idx="111">
                        <c:v>52.481078060000002</c:v>
                      </c:pt>
                      <c:pt idx="112">
                        <c:v>50.866874162000002</c:v>
                      </c:pt>
                      <c:pt idx="113">
                        <c:v>52.620804413000002</c:v>
                      </c:pt>
                      <c:pt idx="114">
                        <c:v>52.916646857000003</c:v>
                      </c:pt>
                      <c:pt idx="115">
                        <c:v>61.300661183999999</c:v>
                      </c:pt>
                      <c:pt idx="116">
                        <c:v>70.157969326</c:v>
                      </c:pt>
                      <c:pt idx="117">
                        <c:v>77.13776756</c:v>
                      </c:pt>
                      <c:pt idx="118">
                        <c:v>72.806795049000002</c:v>
                      </c:pt>
                      <c:pt idx="119">
                        <c:v>58.651453179000001</c:v>
                      </c:pt>
                      <c:pt idx="120">
                        <c:v>40.266164316000001</c:v>
                      </c:pt>
                      <c:pt idx="121">
                        <c:v>25.018241970999998</c:v>
                      </c:pt>
                      <c:pt idx="122">
                        <c:v>15.099295844</c:v>
                      </c:pt>
                      <c:pt idx="123">
                        <c:v>10.230483138</c:v>
                      </c:pt>
                      <c:pt idx="124">
                        <c:v>8.3532270289999992</c:v>
                      </c:pt>
                      <c:pt idx="125">
                        <c:v>11.220542740000001</c:v>
                      </c:pt>
                      <c:pt idx="126">
                        <c:v>20.538111575999999</c:v>
                      </c:pt>
                      <c:pt idx="127">
                        <c:v>29.783237337999999</c:v>
                      </c:pt>
                      <c:pt idx="128">
                        <c:v>35.774197673000003</c:v>
                      </c:pt>
                      <c:pt idx="129">
                        <c:v>38.607960890000001</c:v>
                      </c:pt>
                      <c:pt idx="130">
                        <c:v>42.215101165999997</c:v>
                      </c:pt>
                      <c:pt idx="131">
                        <c:v>46.697464920999998</c:v>
                      </c:pt>
                      <c:pt idx="132">
                        <c:v>50.802291240999999</c:v>
                      </c:pt>
                      <c:pt idx="133">
                        <c:v>59.644960904000001</c:v>
                      </c:pt>
                      <c:pt idx="134">
                        <c:v>60.278560331000001</c:v>
                      </c:pt>
                      <c:pt idx="135">
                        <c:v>56.156513795000002</c:v>
                      </c:pt>
                      <c:pt idx="136">
                        <c:v>52.041243725999998</c:v>
                      </c:pt>
                      <c:pt idx="137">
                        <c:v>53.390944419</c:v>
                      </c:pt>
                      <c:pt idx="138">
                        <c:v>57.065156006000002</c:v>
                      </c:pt>
                      <c:pt idx="139">
                        <c:v>64.791313857000006</c:v>
                      </c:pt>
                      <c:pt idx="140">
                        <c:v>71.382758007000007</c:v>
                      </c:pt>
                      <c:pt idx="141">
                        <c:v>77.795764874</c:v>
                      </c:pt>
                      <c:pt idx="142">
                        <c:v>73.234790169999997</c:v>
                      </c:pt>
                      <c:pt idx="143">
                        <c:v>58.294317655999997</c:v>
                      </c:pt>
                      <c:pt idx="144">
                        <c:v>40.901833285999999</c:v>
                      </c:pt>
                      <c:pt idx="145">
                        <c:v>25.505694255000002</c:v>
                      </c:pt>
                      <c:pt idx="146">
                        <c:v>15.927267724</c:v>
                      </c:pt>
                      <c:pt idx="147">
                        <c:v>10.357878388</c:v>
                      </c:pt>
                      <c:pt idx="148">
                        <c:v>8.3702907989999993</c:v>
                      </c:pt>
                      <c:pt idx="149">
                        <c:v>11.44217873</c:v>
                      </c:pt>
                      <c:pt idx="150">
                        <c:v>21.172020310000001</c:v>
                      </c:pt>
                      <c:pt idx="151">
                        <c:v>30.280332782999999</c:v>
                      </c:pt>
                      <c:pt idx="152">
                        <c:v>36.708443166000002</c:v>
                      </c:pt>
                      <c:pt idx="153">
                        <c:v>39.186752077999998</c:v>
                      </c:pt>
                      <c:pt idx="154">
                        <c:v>42.164439426000001</c:v>
                      </c:pt>
                      <c:pt idx="155">
                        <c:v>47.014558477999998</c:v>
                      </c:pt>
                      <c:pt idx="156">
                        <c:v>49.714717065000002</c:v>
                      </c:pt>
                      <c:pt idx="157">
                        <c:v>55.550836189000002</c:v>
                      </c:pt>
                      <c:pt idx="158">
                        <c:v>56.290631853999997</c:v>
                      </c:pt>
                      <c:pt idx="159">
                        <c:v>53.298948580999998</c:v>
                      </c:pt>
                      <c:pt idx="160">
                        <c:v>52.182104041000002</c:v>
                      </c:pt>
                      <c:pt idx="161">
                        <c:v>54.03469475</c:v>
                      </c:pt>
                      <c:pt idx="162">
                        <c:v>54.127753018999996</c:v>
                      </c:pt>
                      <c:pt idx="163">
                        <c:v>62.158189139999998</c:v>
                      </c:pt>
                      <c:pt idx="164">
                        <c:v>70.466209648000003</c:v>
                      </c:pt>
                      <c:pt idx="165">
                        <c:v>76.727757746999998</c:v>
                      </c:pt>
                      <c:pt idx="166">
                        <c:v>73.146974948999997</c:v>
                      </c:pt>
                      <c:pt idx="167">
                        <c:v>58.656622190999997</c:v>
                      </c:pt>
                      <c:pt idx="168">
                        <c:v>40.495035186999999</c:v>
                      </c:pt>
                      <c:pt idx="169">
                        <c:v>25.220000274</c:v>
                      </c:pt>
                      <c:pt idx="170">
                        <c:v>15.532861413999999</c:v>
                      </c:pt>
                      <c:pt idx="171">
                        <c:v>10.560287468</c:v>
                      </c:pt>
                      <c:pt idx="172">
                        <c:v>8.7841673690000004</c:v>
                      </c:pt>
                      <c:pt idx="173">
                        <c:v>11.933245565</c:v>
                      </c:pt>
                      <c:pt idx="174">
                        <c:v>22.105232372</c:v>
                      </c:pt>
                      <c:pt idx="175">
                        <c:v>32.133762122</c:v>
                      </c:pt>
                      <c:pt idx="176">
                        <c:v>40.164457243000001</c:v>
                      </c:pt>
                      <c:pt idx="177">
                        <c:v>45.193307177999998</c:v>
                      </c:pt>
                      <c:pt idx="178">
                        <c:v>46.159855008000001</c:v>
                      </c:pt>
                      <c:pt idx="179">
                        <c:v>50.187992706000003</c:v>
                      </c:pt>
                      <c:pt idx="180">
                        <c:v>54.110145576999997</c:v>
                      </c:pt>
                      <c:pt idx="181">
                        <c:v>60.242700677999999</c:v>
                      </c:pt>
                      <c:pt idx="182">
                        <c:v>60.583790708000002</c:v>
                      </c:pt>
                      <c:pt idx="183">
                        <c:v>57.170617960999998</c:v>
                      </c:pt>
                      <c:pt idx="184">
                        <c:v>54.278427143999998</c:v>
                      </c:pt>
                      <c:pt idx="185">
                        <c:v>55.637339521999998</c:v>
                      </c:pt>
                      <c:pt idx="186">
                        <c:v>57.171961443999997</c:v>
                      </c:pt>
                      <c:pt idx="187">
                        <c:v>66.362311473999995</c:v>
                      </c:pt>
                      <c:pt idx="188">
                        <c:v>74.989610576999993</c:v>
                      </c:pt>
                      <c:pt idx="189">
                        <c:v>80.889979718000006</c:v>
                      </c:pt>
                      <c:pt idx="190">
                        <c:v>78.065109532999998</c:v>
                      </c:pt>
                      <c:pt idx="191">
                        <c:v>64.863052104999994</c:v>
                      </c:pt>
                      <c:pt idx="192">
                        <c:v>47.212915471000002</c:v>
                      </c:pt>
                      <c:pt idx="193">
                        <c:v>30.461363884000001</c:v>
                      </c:pt>
                      <c:pt idx="194">
                        <c:v>18.950674287999998</c:v>
                      </c:pt>
                      <c:pt idx="195">
                        <c:v>13.021275178</c:v>
                      </c:pt>
                      <c:pt idx="196">
                        <c:v>10.258619677</c:v>
                      </c:pt>
                      <c:pt idx="197">
                        <c:v>11.765833646999999</c:v>
                      </c:pt>
                      <c:pt idx="198">
                        <c:v>19.350935105000001</c:v>
                      </c:pt>
                      <c:pt idx="199">
                        <c:v>28.785273622999998</c:v>
                      </c:pt>
                      <c:pt idx="200">
                        <c:v>39.649710704999997</c:v>
                      </c:pt>
                      <c:pt idx="201">
                        <c:v>46.170536650000003</c:v>
                      </c:pt>
                      <c:pt idx="202">
                        <c:v>51.177952580000003</c:v>
                      </c:pt>
                      <c:pt idx="203">
                        <c:v>56.374848925999999</c:v>
                      </c:pt>
                      <c:pt idx="204">
                        <c:v>56.193971763</c:v>
                      </c:pt>
                      <c:pt idx="205">
                        <c:v>61.902400968000002</c:v>
                      </c:pt>
                      <c:pt idx="206">
                        <c:v>70.987710781000004</c:v>
                      </c:pt>
                      <c:pt idx="207">
                        <c:v>65.312655894000002</c:v>
                      </c:pt>
                      <c:pt idx="208">
                        <c:v>60.820168289999998</c:v>
                      </c:pt>
                      <c:pt idx="209">
                        <c:v>61.860932650999999</c:v>
                      </c:pt>
                      <c:pt idx="210">
                        <c:v>61.619877054</c:v>
                      </c:pt>
                      <c:pt idx="211">
                        <c:v>68.905770981000003</c:v>
                      </c:pt>
                      <c:pt idx="212">
                        <c:v>77.220575312999998</c:v>
                      </c:pt>
                      <c:pt idx="213">
                        <c:v>83.246914547000003</c:v>
                      </c:pt>
                      <c:pt idx="214">
                        <c:v>80.481270635000001</c:v>
                      </c:pt>
                      <c:pt idx="215">
                        <c:v>66.548333267000004</c:v>
                      </c:pt>
                      <c:pt idx="216">
                        <c:v>47.540026357999999</c:v>
                      </c:pt>
                      <c:pt idx="217">
                        <c:v>30.256992961000002</c:v>
                      </c:pt>
                      <c:pt idx="218">
                        <c:v>18.672863970000002</c:v>
                      </c:pt>
                      <c:pt idx="219">
                        <c:v>12.175294470000001</c:v>
                      </c:pt>
                      <c:pt idx="220">
                        <c:v>9.4690932480000001</c:v>
                      </c:pt>
                      <c:pt idx="221">
                        <c:v>11.644065199</c:v>
                      </c:pt>
                      <c:pt idx="222">
                        <c:v>20.136310611999999</c:v>
                      </c:pt>
                      <c:pt idx="223">
                        <c:v>29.864074022</c:v>
                      </c:pt>
                      <c:pt idx="224">
                        <c:v>39.517447203000003</c:v>
                      </c:pt>
                      <c:pt idx="225">
                        <c:v>43.88905553</c:v>
                      </c:pt>
                      <c:pt idx="226">
                        <c:v>47.042701422</c:v>
                      </c:pt>
                      <c:pt idx="227">
                        <c:v>51.446386582000002</c:v>
                      </c:pt>
                      <c:pt idx="228">
                        <c:v>53.141135359000003</c:v>
                      </c:pt>
                      <c:pt idx="229">
                        <c:v>61.438102927000003</c:v>
                      </c:pt>
                      <c:pt idx="230">
                        <c:v>63.159261723</c:v>
                      </c:pt>
                      <c:pt idx="231">
                        <c:v>58.868625831999999</c:v>
                      </c:pt>
                      <c:pt idx="232">
                        <c:v>55.537600799000003</c:v>
                      </c:pt>
                      <c:pt idx="233">
                        <c:v>57.356940303000002</c:v>
                      </c:pt>
                      <c:pt idx="234">
                        <c:v>58.320696841999997</c:v>
                      </c:pt>
                      <c:pt idx="235">
                        <c:v>65.724716706999999</c:v>
                      </c:pt>
                      <c:pt idx="236">
                        <c:v>75.653557595999999</c:v>
                      </c:pt>
                      <c:pt idx="237">
                        <c:v>81.531760327000001</c:v>
                      </c:pt>
                      <c:pt idx="238">
                        <c:v>75.918099041000005</c:v>
                      </c:pt>
                      <c:pt idx="239">
                        <c:v>60.099033489</c:v>
                      </c:pt>
                      <c:pt idx="240">
                        <c:v>40.933576250999998</c:v>
                      </c:pt>
                      <c:pt idx="241">
                        <c:v>25.456202744999999</c:v>
                      </c:pt>
                      <c:pt idx="242">
                        <c:v>15.592653234</c:v>
                      </c:pt>
                      <c:pt idx="243">
                        <c:v>10.619667078999999</c:v>
                      </c:pt>
                      <c:pt idx="244">
                        <c:v>8.7625273680000006</c:v>
                      </c:pt>
                      <c:pt idx="245">
                        <c:v>11.262404361</c:v>
                      </c:pt>
                      <c:pt idx="246">
                        <c:v>20.862215990999999</c:v>
                      </c:pt>
                      <c:pt idx="247">
                        <c:v>29.945251597999999</c:v>
                      </c:pt>
                      <c:pt idx="248">
                        <c:v>36.941699835999998</c:v>
                      </c:pt>
                      <c:pt idx="249">
                        <c:v>39.129746068999999</c:v>
                      </c:pt>
                      <c:pt idx="250">
                        <c:v>41.918018078000003</c:v>
                      </c:pt>
                      <c:pt idx="251">
                        <c:v>46.401319346000001</c:v>
                      </c:pt>
                      <c:pt idx="252">
                        <c:v>49.580022587999999</c:v>
                      </c:pt>
                      <c:pt idx="253">
                        <c:v>55.613221453999998</c:v>
                      </c:pt>
                      <c:pt idx="254">
                        <c:v>56.785551089999998</c:v>
                      </c:pt>
                      <c:pt idx="255">
                        <c:v>53.702731008999997</c:v>
                      </c:pt>
                      <c:pt idx="256">
                        <c:v>54.035757208</c:v>
                      </c:pt>
                      <c:pt idx="257">
                        <c:v>56.215001604000001</c:v>
                      </c:pt>
                      <c:pt idx="258">
                        <c:v>57.031990655000001</c:v>
                      </c:pt>
                      <c:pt idx="259">
                        <c:v>64.593875912000001</c:v>
                      </c:pt>
                      <c:pt idx="260">
                        <c:v>74.218917480000002</c:v>
                      </c:pt>
                      <c:pt idx="261">
                        <c:v>79.546938252999993</c:v>
                      </c:pt>
                      <c:pt idx="262">
                        <c:v>74.728093561999998</c:v>
                      </c:pt>
                      <c:pt idx="263">
                        <c:v>58.485994474000002</c:v>
                      </c:pt>
                      <c:pt idx="264">
                        <c:v>39.595748628000003</c:v>
                      </c:pt>
                      <c:pt idx="265">
                        <c:v>23.716356437999998</c:v>
                      </c:pt>
                      <c:pt idx="266">
                        <c:v>14.527111998000001</c:v>
                      </c:pt>
                      <c:pt idx="267">
                        <c:v>10.030212274</c:v>
                      </c:pt>
                      <c:pt idx="268">
                        <c:v>8.4606343170000002</c:v>
                      </c:pt>
                      <c:pt idx="269">
                        <c:v>11.20977053</c:v>
                      </c:pt>
                      <c:pt idx="270">
                        <c:v>21.294693716000001</c:v>
                      </c:pt>
                      <c:pt idx="271">
                        <c:v>30.925743795999999</c:v>
                      </c:pt>
                      <c:pt idx="272">
                        <c:v>37.186465167999998</c:v>
                      </c:pt>
                      <c:pt idx="273">
                        <c:v>39.718363443000001</c:v>
                      </c:pt>
                      <c:pt idx="274">
                        <c:v>43.219774524999998</c:v>
                      </c:pt>
                      <c:pt idx="275">
                        <c:v>48.242046492</c:v>
                      </c:pt>
                      <c:pt idx="276">
                        <c:v>51.086398606000003</c:v>
                      </c:pt>
                      <c:pt idx="277">
                        <c:v>56.744513271000002</c:v>
                      </c:pt>
                      <c:pt idx="278">
                        <c:v>57.538811797000001</c:v>
                      </c:pt>
                      <c:pt idx="279">
                        <c:v>54.238354002000001</c:v>
                      </c:pt>
                      <c:pt idx="280">
                        <c:v>54.121215214000003</c:v>
                      </c:pt>
                      <c:pt idx="281">
                        <c:v>56.026088973999997</c:v>
                      </c:pt>
                      <c:pt idx="282">
                        <c:v>57.264400279</c:v>
                      </c:pt>
                      <c:pt idx="283">
                        <c:v>65.580047359000005</c:v>
                      </c:pt>
                      <c:pt idx="284">
                        <c:v>75.516583802</c:v>
                      </c:pt>
                      <c:pt idx="285">
                        <c:v>81.154900659999996</c:v>
                      </c:pt>
                      <c:pt idx="286">
                        <c:v>75.083920370000001</c:v>
                      </c:pt>
                      <c:pt idx="287">
                        <c:v>58.451784365000002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6C6F-49E4-8F59-330269BCC199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12-10-2026'!$E$1</c15:sqref>
                        </c15:formulaRef>
                      </c:ext>
                    </c:extLst>
                    <c:strCache>
                      <c:ptCount val="1"/>
                      <c:pt idx="0">
                        <c:v>ANB-DGW2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12-10-2026'!$E$2:$E$289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42.085607781</c:v>
                      </c:pt>
                      <c:pt idx="1">
                        <c:v>26.878881093</c:v>
                      </c:pt>
                      <c:pt idx="2">
                        <c:v>16.337048801000002</c:v>
                      </c:pt>
                      <c:pt idx="3">
                        <c:v>10.703480874</c:v>
                      </c:pt>
                      <c:pt idx="4">
                        <c:v>8.6435233629999999</c:v>
                      </c:pt>
                      <c:pt idx="5">
                        <c:v>11.336655056</c:v>
                      </c:pt>
                      <c:pt idx="6">
                        <c:v>20.138315350999999</c:v>
                      </c:pt>
                      <c:pt idx="7">
                        <c:v>29.586789504999999</c:v>
                      </c:pt>
                      <c:pt idx="8">
                        <c:v>36.289029448999997</c:v>
                      </c:pt>
                      <c:pt idx="9">
                        <c:v>39.463796942999998</c:v>
                      </c:pt>
                      <c:pt idx="10">
                        <c:v>43.450479987000001</c:v>
                      </c:pt>
                      <c:pt idx="11">
                        <c:v>48.459683069999997</c:v>
                      </c:pt>
                      <c:pt idx="12">
                        <c:v>51.650936964000003</c:v>
                      </c:pt>
                      <c:pt idx="13">
                        <c:v>58.273893960999999</c:v>
                      </c:pt>
                      <c:pt idx="14">
                        <c:v>59.187575615</c:v>
                      </c:pt>
                      <c:pt idx="15">
                        <c:v>56.406590201999997</c:v>
                      </c:pt>
                      <c:pt idx="16">
                        <c:v>52.471826663999998</c:v>
                      </c:pt>
                      <c:pt idx="17">
                        <c:v>54.785052352000001</c:v>
                      </c:pt>
                      <c:pt idx="18">
                        <c:v>55.036269963000002</c:v>
                      </c:pt>
                      <c:pt idx="19">
                        <c:v>64.158620647000006</c:v>
                      </c:pt>
                      <c:pt idx="20">
                        <c:v>71.991661351999994</c:v>
                      </c:pt>
                      <c:pt idx="21">
                        <c:v>78.778707271000002</c:v>
                      </c:pt>
                      <c:pt idx="22">
                        <c:v>76.252530347000004</c:v>
                      </c:pt>
                      <c:pt idx="23">
                        <c:v>64.231600725000007</c:v>
                      </c:pt>
                      <c:pt idx="24">
                        <c:v>47.099176894999999</c:v>
                      </c:pt>
                      <c:pt idx="25">
                        <c:v>31.257569456999999</c:v>
                      </c:pt>
                      <c:pt idx="26">
                        <c:v>19.170253906999999</c:v>
                      </c:pt>
                      <c:pt idx="27">
                        <c:v>12.302058088000001</c:v>
                      </c:pt>
                      <c:pt idx="28">
                        <c:v>9.2042914390000004</c:v>
                      </c:pt>
                      <c:pt idx="29">
                        <c:v>11.137491455999999</c:v>
                      </c:pt>
                      <c:pt idx="30">
                        <c:v>17.698862416000001</c:v>
                      </c:pt>
                      <c:pt idx="31">
                        <c:v>26.262401365999999</c:v>
                      </c:pt>
                      <c:pt idx="32">
                        <c:v>36.108476414999998</c:v>
                      </c:pt>
                      <c:pt idx="33">
                        <c:v>42.730493408000001</c:v>
                      </c:pt>
                      <c:pt idx="34">
                        <c:v>48.167444615000001</c:v>
                      </c:pt>
                      <c:pt idx="35">
                        <c:v>53.761275443000002</c:v>
                      </c:pt>
                      <c:pt idx="36">
                        <c:v>53.619763863999999</c:v>
                      </c:pt>
                      <c:pt idx="37">
                        <c:v>58.765740520999998</c:v>
                      </c:pt>
                      <c:pt idx="38">
                        <c:v>68.090692587000007</c:v>
                      </c:pt>
                      <c:pt idx="39">
                        <c:v>62.156093081999998</c:v>
                      </c:pt>
                      <c:pt idx="40">
                        <c:v>55.927004879000002</c:v>
                      </c:pt>
                      <c:pt idx="41">
                        <c:v>57.081580719000002</c:v>
                      </c:pt>
                      <c:pt idx="42">
                        <c:v>56.004159100999999</c:v>
                      </c:pt>
                      <c:pt idx="43">
                        <c:v>64.853653464000004</c:v>
                      </c:pt>
                      <c:pt idx="44">
                        <c:v>73.672104106000006</c:v>
                      </c:pt>
                      <c:pt idx="45">
                        <c:v>81.584851369000006</c:v>
                      </c:pt>
                      <c:pt idx="46">
                        <c:v>78.593496557999998</c:v>
                      </c:pt>
                      <c:pt idx="47">
                        <c:v>66.251825319999995</c:v>
                      </c:pt>
                      <c:pt idx="48">
                        <c:v>48.793409421</c:v>
                      </c:pt>
                      <c:pt idx="49">
                        <c:v>32.027334951</c:v>
                      </c:pt>
                      <c:pt idx="50">
                        <c:v>19.187805209</c:v>
                      </c:pt>
                      <c:pt idx="51">
                        <c:v>12.196353361</c:v>
                      </c:pt>
                      <c:pt idx="52">
                        <c:v>9.1347722460000007</c:v>
                      </c:pt>
                      <c:pt idx="53">
                        <c:v>11.092936933000001</c:v>
                      </c:pt>
                      <c:pt idx="54">
                        <c:v>18.392070566000001</c:v>
                      </c:pt>
                      <c:pt idx="55">
                        <c:v>27.600270091999999</c:v>
                      </c:pt>
                      <c:pt idx="56">
                        <c:v>36.548788856000002</c:v>
                      </c:pt>
                      <c:pt idx="57">
                        <c:v>42.033905785999998</c:v>
                      </c:pt>
                      <c:pt idx="58">
                        <c:v>45.916207958999998</c:v>
                      </c:pt>
                      <c:pt idx="59">
                        <c:v>51.020847662999998</c:v>
                      </c:pt>
                      <c:pt idx="60">
                        <c:v>52.819654581000002</c:v>
                      </c:pt>
                      <c:pt idx="61">
                        <c:v>61.340824120999997</c:v>
                      </c:pt>
                      <c:pt idx="62">
                        <c:v>62.861915588000002</c:v>
                      </c:pt>
                      <c:pt idx="63">
                        <c:v>58.613779803</c:v>
                      </c:pt>
                      <c:pt idx="64">
                        <c:v>54.097146608999999</c:v>
                      </c:pt>
                      <c:pt idx="65">
                        <c:v>56.277986650999999</c:v>
                      </c:pt>
                      <c:pt idx="66">
                        <c:v>55.377546330999998</c:v>
                      </c:pt>
                      <c:pt idx="67">
                        <c:v>63.36610546</c:v>
                      </c:pt>
                      <c:pt idx="68">
                        <c:v>71.932890846999996</c:v>
                      </c:pt>
                      <c:pt idx="69">
                        <c:v>78.779015724000004</c:v>
                      </c:pt>
                      <c:pt idx="70">
                        <c:v>74.537905086999999</c:v>
                      </c:pt>
                      <c:pt idx="71">
                        <c:v>60.10621888</c:v>
                      </c:pt>
                      <c:pt idx="72">
                        <c:v>41.635892274</c:v>
                      </c:pt>
                      <c:pt idx="73">
                        <c:v>25.802998889000001</c:v>
                      </c:pt>
                      <c:pt idx="74">
                        <c:v>15.612508063</c:v>
                      </c:pt>
                      <c:pt idx="75">
                        <c:v>10.353370202000001</c:v>
                      </c:pt>
                      <c:pt idx="76">
                        <c:v>8.3446677129999998</c:v>
                      </c:pt>
                      <c:pt idx="77">
                        <c:v>10.840163128</c:v>
                      </c:pt>
                      <c:pt idx="78">
                        <c:v>19.396601455999999</c:v>
                      </c:pt>
                      <c:pt idx="79">
                        <c:v>27.976908101999999</c:v>
                      </c:pt>
                      <c:pt idx="80">
                        <c:v>34.879422558000002</c:v>
                      </c:pt>
                      <c:pt idx="81">
                        <c:v>38.275815620000003</c:v>
                      </c:pt>
                      <c:pt idx="82">
                        <c:v>41.962270136999997</c:v>
                      </c:pt>
                      <c:pt idx="83">
                        <c:v>46.957926665000002</c:v>
                      </c:pt>
                      <c:pt idx="84">
                        <c:v>49.259565369000001</c:v>
                      </c:pt>
                      <c:pt idx="85">
                        <c:v>55.456649853000002</c:v>
                      </c:pt>
                      <c:pt idx="86">
                        <c:v>56.702567182000003</c:v>
                      </c:pt>
                      <c:pt idx="87">
                        <c:v>53.227317049</c:v>
                      </c:pt>
                      <c:pt idx="88">
                        <c:v>52.05306891</c:v>
                      </c:pt>
                      <c:pt idx="89">
                        <c:v>55.135429621</c:v>
                      </c:pt>
                      <c:pt idx="90">
                        <c:v>54.673594141000002</c:v>
                      </c:pt>
                      <c:pt idx="91">
                        <c:v>62.902572333000002</c:v>
                      </c:pt>
                      <c:pt idx="92">
                        <c:v>72.401564473999997</c:v>
                      </c:pt>
                      <c:pt idx="93">
                        <c:v>78.613220146000003</c:v>
                      </c:pt>
                      <c:pt idx="94">
                        <c:v>73.240630198000005</c:v>
                      </c:pt>
                      <c:pt idx="95">
                        <c:v>57.984418253000001</c:v>
                      </c:pt>
                      <c:pt idx="96">
                        <c:v>39.295588537</c:v>
                      </c:pt>
                      <c:pt idx="97">
                        <c:v>24.155239418000001</c:v>
                      </c:pt>
                      <c:pt idx="98">
                        <c:v>14.658112794999999</c:v>
                      </c:pt>
                      <c:pt idx="99">
                        <c:v>9.8791372719999995</c:v>
                      </c:pt>
                      <c:pt idx="100">
                        <c:v>8.1376858950000006</c:v>
                      </c:pt>
                      <c:pt idx="101">
                        <c:v>10.833455345000001</c:v>
                      </c:pt>
                      <c:pt idx="102">
                        <c:v>19.731480166000001</c:v>
                      </c:pt>
                      <c:pt idx="103">
                        <c:v>28.710249017999999</c:v>
                      </c:pt>
                      <c:pt idx="104">
                        <c:v>35.241043050000002</c:v>
                      </c:pt>
                      <c:pt idx="105">
                        <c:v>38.433281547999997</c:v>
                      </c:pt>
                      <c:pt idx="106">
                        <c:v>42.038569985000002</c:v>
                      </c:pt>
                      <c:pt idx="107">
                        <c:v>47.347039244000001</c:v>
                      </c:pt>
                      <c:pt idx="108">
                        <c:v>49.74683632</c:v>
                      </c:pt>
                      <c:pt idx="109">
                        <c:v>55.908135602999998</c:v>
                      </c:pt>
                      <c:pt idx="110">
                        <c:v>56.126960660000002</c:v>
                      </c:pt>
                      <c:pt idx="111">
                        <c:v>53.009849584000001</c:v>
                      </c:pt>
                      <c:pt idx="112">
                        <c:v>51.930994396000003</c:v>
                      </c:pt>
                      <c:pt idx="113">
                        <c:v>53.892173806999999</c:v>
                      </c:pt>
                      <c:pt idx="114">
                        <c:v>53.706312775999997</c:v>
                      </c:pt>
                      <c:pt idx="115">
                        <c:v>62.371338430000002</c:v>
                      </c:pt>
                      <c:pt idx="116">
                        <c:v>72.264502828999994</c:v>
                      </c:pt>
                      <c:pt idx="117">
                        <c:v>79.335786475000006</c:v>
                      </c:pt>
                      <c:pt idx="118">
                        <c:v>73.923176892000001</c:v>
                      </c:pt>
                      <c:pt idx="119">
                        <c:v>58.727528126999999</c:v>
                      </c:pt>
                      <c:pt idx="120">
                        <c:v>39.83519596</c:v>
                      </c:pt>
                      <c:pt idx="121">
                        <c:v>24.444084686</c:v>
                      </c:pt>
                      <c:pt idx="122">
                        <c:v>14.644590515000001</c:v>
                      </c:pt>
                      <c:pt idx="123">
                        <c:v>9.8957323810000002</c:v>
                      </c:pt>
                      <c:pt idx="124">
                        <c:v>8.0803111699999999</c:v>
                      </c:pt>
                      <c:pt idx="125">
                        <c:v>10.819006266000001</c:v>
                      </c:pt>
                      <c:pt idx="126">
                        <c:v>19.922841014999999</c:v>
                      </c:pt>
                      <c:pt idx="127">
                        <c:v>29.165775030999999</c:v>
                      </c:pt>
                      <c:pt idx="128">
                        <c:v>35.805298790000002</c:v>
                      </c:pt>
                      <c:pt idx="129">
                        <c:v>39.062738678000002</c:v>
                      </c:pt>
                      <c:pt idx="130">
                        <c:v>43.004008526</c:v>
                      </c:pt>
                      <c:pt idx="131">
                        <c:v>47.617673146999998</c:v>
                      </c:pt>
                      <c:pt idx="132">
                        <c:v>51.294520016</c:v>
                      </c:pt>
                      <c:pt idx="133">
                        <c:v>60.412515728000002</c:v>
                      </c:pt>
                      <c:pt idx="134">
                        <c:v>60.788319776000002</c:v>
                      </c:pt>
                      <c:pt idx="135">
                        <c:v>56.267979173999997</c:v>
                      </c:pt>
                      <c:pt idx="136">
                        <c:v>53.017194836000002</c:v>
                      </c:pt>
                      <c:pt idx="137">
                        <c:v>54.944659194000003</c:v>
                      </c:pt>
                      <c:pt idx="138">
                        <c:v>58.450209237000003</c:v>
                      </c:pt>
                      <c:pt idx="139">
                        <c:v>66.614435924000006</c:v>
                      </c:pt>
                      <c:pt idx="140">
                        <c:v>73.369046580000003</c:v>
                      </c:pt>
                      <c:pt idx="141">
                        <c:v>79.689449839999995</c:v>
                      </c:pt>
                      <c:pt idx="142">
                        <c:v>74.064878266999997</c:v>
                      </c:pt>
                      <c:pt idx="143">
                        <c:v>58.490594596000001</c:v>
                      </c:pt>
                      <c:pt idx="144">
                        <c:v>40.903543823</c:v>
                      </c:pt>
                      <c:pt idx="145">
                        <c:v>25.49017147</c:v>
                      </c:pt>
                      <c:pt idx="146">
                        <c:v>15.790016044</c:v>
                      </c:pt>
                      <c:pt idx="147">
                        <c:v>10.261141561000001</c:v>
                      </c:pt>
                      <c:pt idx="148">
                        <c:v>8.2072533500000002</c:v>
                      </c:pt>
                      <c:pt idx="149">
                        <c:v>11.110683772</c:v>
                      </c:pt>
                      <c:pt idx="150">
                        <c:v>20.604814191999999</c:v>
                      </c:pt>
                      <c:pt idx="151">
                        <c:v>29.687828486000001</c:v>
                      </c:pt>
                      <c:pt idx="152">
                        <c:v>36.471653711999998</c:v>
                      </c:pt>
                      <c:pt idx="153">
                        <c:v>39.654335185000001</c:v>
                      </c:pt>
                      <c:pt idx="154">
                        <c:v>42.992638822000004</c:v>
                      </c:pt>
                      <c:pt idx="155">
                        <c:v>47.700340255999997</c:v>
                      </c:pt>
                      <c:pt idx="156">
                        <c:v>49.998091447</c:v>
                      </c:pt>
                      <c:pt idx="157">
                        <c:v>55.896613174000002</c:v>
                      </c:pt>
                      <c:pt idx="158">
                        <c:v>57.030179400999998</c:v>
                      </c:pt>
                      <c:pt idx="159">
                        <c:v>53.301323801000002</c:v>
                      </c:pt>
                      <c:pt idx="160">
                        <c:v>52.918891602999999</c:v>
                      </c:pt>
                      <c:pt idx="161">
                        <c:v>55.103492875999997</c:v>
                      </c:pt>
                      <c:pt idx="162">
                        <c:v>54.848548043999998</c:v>
                      </c:pt>
                      <c:pt idx="163">
                        <c:v>63.139657202000002</c:v>
                      </c:pt>
                      <c:pt idx="164">
                        <c:v>72.282955072999997</c:v>
                      </c:pt>
                      <c:pt idx="165">
                        <c:v>78.228811217000001</c:v>
                      </c:pt>
                      <c:pt idx="166">
                        <c:v>73.810649002000005</c:v>
                      </c:pt>
                      <c:pt idx="167">
                        <c:v>58.506791425000003</c:v>
                      </c:pt>
                      <c:pt idx="168">
                        <c:v>40.206695021999998</c:v>
                      </c:pt>
                      <c:pt idx="169">
                        <c:v>24.666846529000001</c:v>
                      </c:pt>
                      <c:pt idx="170">
                        <c:v>14.960883108999999</c:v>
                      </c:pt>
                      <c:pt idx="171">
                        <c:v>10.107379149</c:v>
                      </c:pt>
                      <c:pt idx="172">
                        <c:v>8.2821452420000004</c:v>
                      </c:pt>
                      <c:pt idx="173">
                        <c:v>11.142756069000001</c:v>
                      </c:pt>
                      <c:pt idx="174">
                        <c:v>20.878698030999999</c:v>
                      </c:pt>
                      <c:pt idx="175">
                        <c:v>30.773326861000001</c:v>
                      </c:pt>
                      <c:pt idx="176">
                        <c:v>39.019663848</c:v>
                      </c:pt>
                      <c:pt idx="177">
                        <c:v>44.872189257000002</c:v>
                      </c:pt>
                      <c:pt idx="178">
                        <c:v>45.753904253000002</c:v>
                      </c:pt>
                      <c:pt idx="179">
                        <c:v>49.021210308999997</c:v>
                      </c:pt>
                      <c:pt idx="180">
                        <c:v>52.034675208000003</c:v>
                      </c:pt>
                      <c:pt idx="181">
                        <c:v>58.065187979999997</c:v>
                      </c:pt>
                      <c:pt idx="182">
                        <c:v>58.350768529</c:v>
                      </c:pt>
                      <c:pt idx="183">
                        <c:v>54.860546806999999</c:v>
                      </c:pt>
                      <c:pt idx="184">
                        <c:v>52.155867180000001</c:v>
                      </c:pt>
                      <c:pt idx="185">
                        <c:v>53.956216982000001</c:v>
                      </c:pt>
                      <c:pt idx="186">
                        <c:v>55.081266749000001</c:v>
                      </c:pt>
                      <c:pt idx="187">
                        <c:v>63.934983600000002</c:v>
                      </c:pt>
                      <c:pt idx="188">
                        <c:v>72.519599679999999</c:v>
                      </c:pt>
                      <c:pt idx="189">
                        <c:v>78.196571492999993</c:v>
                      </c:pt>
                      <c:pt idx="190">
                        <c:v>74.877667810999995</c:v>
                      </c:pt>
                      <c:pt idx="191">
                        <c:v>61.756339938000004</c:v>
                      </c:pt>
                      <c:pt idx="192">
                        <c:v>44.821719418000001</c:v>
                      </c:pt>
                      <c:pt idx="193">
                        <c:v>28.842766559000001</c:v>
                      </c:pt>
                      <c:pt idx="194">
                        <c:v>17.928871453999999</c:v>
                      </c:pt>
                      <c:pt idx="195">
                        <c:v>12.166477075</c:v>
                      </c:pt>
                      <c:pt idx="196">
                        <c:v>9.3044154760000009</c:v>
                      </c:pt>
                      <c:pt idx="197">
                        <c:v>10.633367687</c:v>
                      </c:pt>
                      <c:pt idx="198">
                        <c:v>17.796085461000001</c:v>
                      </c:pt>
                      <c:pt idx="199">
                        <c:v>26.490146255999999</c:v>
                      </c:pt>
                      <c:pt idx="200">
                        <c:v>36.661372198999999</c:v>
                      </c:pt>
                      <c:pt idx="201">
                        <c:v>43.012908052999997</c:v>
                      </c:pt>
                      <c:pt idx="202">
                        <c:v>48.093731065999997</c:v>
                      </c:pt>
                      <c:pt idx="203">
                        <c:v>53.222791909999998</c:v>
                      </c:pt>
                      <c:pt idx="204">
                        <c:v>52.316506316000002</c:v>
                      </c:pt>
                      <c:pt idx="205">
                        <c:v>57.814380632000002</c:v>
                      </c:pt>
                      <c:pt idx="206">
                        <c:v>66.892326315000005</c:v>
                      </c:pt>
                      <c:pt idx="207">
                        <c:v>61.50507339</c:v>
                      </c:pt>
                      <c:pt idx="208">
                        <c:v>57.943174145999997</c:v>
                      </c:pt>
                      <c:pt idx="209">
                        <c:v>59.245844232000003</c:v>
                      </c:pt>
                      <c:pt idx="210">
                        <c:v>58.419395408</c:v>
                      </c:pt>
                      <c:pt idx="211">
                        <c:v>65.680010668999998</c:v>
                      </c:pt>
                      <c:pt idx="212">
                        <c:v>74.205796555000006</c:v>
                      </c:pt>
                      <c:pt idx="213">
                        <c:v>79.387733280000006</c:v>
                      </c:pt>
                      <c:pt idx="214">
                        <c:v>76.138824720000002</c:v>
                      </c:pt>
                      <c:pt idx="215">
                        <c:v>62.396072519999997</c:v>
                      </c:pt>
                      <c:pt idx="216">
                        <c:v>44.362445541</c:v>
                      </c:pt>
                      <c:pt idx="217">
                        <c:v>28.193136425999999</c:v>
                      </c:pt>
                      <c:pt idx="218">
                        <c:v>17.365689745000001</c:v>
                      </c:pt>
                      <c:pt idx="219">
                        <c:v>11.189986026</c:v>
                      </c:pt>
                      <c:pt idx="220">
                        <c:v>8.612378562</c:v>
                      </c:pt>
                      <c:pt idx="221">
                        <c:v>10.520120785</c:v>
                      </c:pt>
                      <c:pt idx="222">
                        <c:v>18.316853488</c:v>
                      </c:pt>
                      <c:pt idx="223">
                        <c:v>27.273660664000001</c:v>
                      </c:pt>
                      <c:pt idx="224">
                        <c:v>36.17211829</c:v>
                      </c:pt>
                      <c:pt idx="225">
                        <c:v>40.757119693</c:v>
                      </c:pt>
                      <c:pt idx="226">
                        <c:v>44.055144126000002</c:v>
                      </c:pt>
                      <c:pt idx="227">
                        <c:v>48.561821598999998</c:v>
                      </c:pt>
                      <c:pt idx="228">
                        <c:v>49.928105309000003</c:v>
                      </c:pt>
                      <c:pt idx="229">
                        <c:v>58.113195378999997</c:v>
                      </c:pt>
                      <c:pt idx="230">
                        <c:v>59.857282152000003</c:v>
                      </c:pt>
                      <c:pt idx="231">
                        <c:v>55.621762404999998</c:v>
                      </c:pt>
                      <c:pt idx="232">
                        <c:v>53.125240234000003</c:v>
                      </c:pt>
                      <c:pt idx="233">
                        <c:v>55.042642338</c:v>
                      </c:pt>
                      <c:pt idx="234">
                        <c:v>55.800762267000003</c:v>
                      </c:pt>
                      <c:pt idx="235">
                        <c:v>62.976795787999997</c:v>
                      </c:pt>
                      <c:pt idx="236">
                        <c:v>72.656391232999994</c:v>
                      </c:pt>
                      <c:pt idx="237">
                        <c:v>78.224870420000002</c:v>
                      </c:pt>
                      <c:pt idx="238">
                        <c:v>71.941444105000002</c:v>
                      </c:pt>
                      <c:pt idx="239">
                        <c:v>56.312195897999999</c:v>
                      </c:pt>
                      <c:pt idx="240">
                        <c:v>38.260373242999997</c:v>
                      </c:pt>
                      <c:pt idx="241">
                        <c:v>23.430035128</c:v>
                      </c:pt>
                      <c:pt idx="242">
                        <c:v>14.322047499</c:v>
                      </c:pt>
                      <c:pt idx="243">
                        <c:v>9.7901095270000003</c:v>
                      </c:pt>
                      <c:pt idx="244">
                        <c:v>8.0192913529999998</c:v>
                      </c:pt>
                      <c:pt idx="245">
                        <c:v>10.296466951999999</c:v>
                      </c:pt>
                      <c:pt idx="246">
                        <c:v>19.113886269000002</c:v>
                      </c:pt>
                      <c:pt idx="247">
                        <c:v>27.631216546000001</c:v>
                      </c:pt>
                      <c:pt idx="248">
                        <c:v>34.486737331999997</c:v>
                      </c:pt>
                      <c:pt idx="249">
                        <c:v>37.103439756</c:v>
                      </c:pt>
                      <c:pt idx="250">
                        <c:v>39.89167415</c:v>
                      </c:pt>
                      <c:pt idx="251">
                        <c:v>44.277622434000001</c:v>
                      </c:pt>
                      <c:pt idx="252">
                        <c:v>47.043330347999998</c:v>
                      </c:pt>
                      <c:pt idx="253">
                        <c:v>53.045138330999997</c:v>
                      </c:pt>
                      <c:pt idx="254">
                        <c:v>54.133197090000003</c:v>
                      </c:pt>
                      <c:pt idx="255">
                        <c:v>51.025973104999998</c:v>
                      </c:pt>
                      <c:pt idx="256">
                        <c:v>51.482454826999998</c:v>
                      </c:pt>
                      <c:pt idx="257">
                        <c:v>53.920397895999997</c:v>
                      </c:pt>
                      <c:pt idx="258">
                        <c:v>54.177476400000003</c:v>
                      </c:pt>
                      <c:pt idx="259">
                        <c:v>61.739006731000003</c:v>
                      </c:pt>
                      <c:pt idx="260">
                        <c:v>71.376695818000002</c:v>
                      </c:pt>
                      <c:pt idx="261">
                        <c:v>76.042894673999996</c:v>
                      </c:pt>
                      <c:pt idx="262">
                        <c:v>70.833693621999998</c:v>
                      </c:pt>
                      <c:pt idx="263">
                        <c:v>54.992786545000001</c:v>
                      </c:pt>
                      <c:pt idx="264">
                        <c:v>37.093459023000001</c:v>
                      </c:pt>
                      <c:pt idx="265">
                        <c:v>22.141229687999999</c:v>
                      </c:pt>
                      <c:pt idx="266">
                        <c:v>13.594456738</c:v>
                      </c:pt>
                      <c:pt idx="267">
                        <c:v>9.3480795669999992</c:v>
                      </c:pt>
                      <c:pt idx="268">
                        <c:v>7.7694809380000001</c:v>
                      </c:pt>
                      <c:pt idx="269">
                        <c:v>10.206214998</c:v>
                      </c:pt>
                      <c:pt idx="270">
                        <c:v>19.465339404000002</c:v>
                      </c:pt>
                      <c:pt idx="271">
                        <c:v>28.332016394</c:v>
                      </c:pt>
                      <c:pt idx="272">
                        <c:v>34.650253137999997</c:v>
                      </c:pt>
                      <c:pt idx="273">
                        <c:v>37.631378636999997</c:v>
                      </c:pt>
                      <c:pt idx="274">
                        <c:v>40.731879225</c:v>
                      </c:pt>
                      <c:pt idx="275">
                        <c:v>45.873931585999998</c:v>
                      </c:pt>
                      <c:pt idx="276">
                        <c:v>47.871928617999998</c:v>
                      </c:pt>
                      <c:pt idx="277">
                        <c:v>53.950262315000003</c:v>
                      </c:pt>
                      <c:pt idx="278">
                        <c:v>54.227400162000002</c:v>
                      </c:pt>
                      <c:pt idx="279">
                        <c:v>51.340093424999999</c:v>
                      </c:pt>
                      <c:pt idx="280">
                        <c:v>51.426305728000003</c:v>
                      </c:pt>
                      <c:pt idx="281">
                        <c:v>53.503575628999997</c:v>
                      </c:pt>
                      <c:pt idx="282">
                        <c:v>54.357749810000001</c:v>
                      </c:pt>
                      <c:pt idx="283">
                        <c:v>62.51295373</c:v>
                      </c:pt>
                      <c:pt idx="284">
                        <c:v>72.121428438999999</c:v>
                      </c:pt>
                      <c:pt idx="285">
                        <c:v>77.099897404000004</c:v>
                      </c:pt>
                      <c:pt idx="286">
                        <c:v>71.118795851000002</c:v>
                      </c:pt>
                      <c:pt idx="287">
                        <c:v>54.774180915999999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6C6F-49E4-8F59-330269BCC199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12-10-2026'!$F$1</c15:sqref>
                        </c15:formulaRef>
                      </c:ext>
                    </c:extLst>
                    <c:strCache>
                      <c:ptCount val="1"/>
                      <c:pt idx="0">
                        <c:v>ANB-DGW2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12-10-2026'!$F$2:$F$289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5.4258014660000002</c:v>
                      </c:pt>
                      <c:pt idx="1">
                        <c:v>3.382807804</c:v>
                      </c:pt>
                      <c:pt idx="2">
                        <c:v>2.104301811</c:v>
                      </c:pt>
                      <c:pt idx="3">
                        <c:v>1.4825704829999999</c:v>
                      </c:pt>
                      <c:pt idx="4">
                        <c:v>1.3394749969999999</c:v>
                      </c:pt>
                      <c:pt idx="5">
                        <c:v>2.0674489110000001</c:v>
                      </c:pt>
                      <c:pt idx="6">
                        <c:v>3.6753909359999999</c:v>
                      </c:pt>
                      <c:pt idx="7">
                        <c:v>5.106376858</c:v>
                      </c:pt>
                      <c:pt idx="8">
                        <c:v>5.6338145280000003</c:v>
                      </c:pt>
                      <c:pt idx="9">
                        <c:v>5.5331511369999999</c:v>
                      </c:pt>
                      <c:pt idx="10">
                        <c:v>5.6394774070000002</c:v>
                      </c:pt>
                      <c:pt idx="11">
                        <c:v>6.1576868669999998</c:v>
                      </c:pt>
                      <c:pt idx="12">
                        <c:v>6.8843537110000002</c:v>
                      </c:pt>
                      <c:pt idx="13">
                        <c:v>7.6378523759999997</c:v>
                      </c:pt>
                      <c:pt idx="14">
                        <c:v>7.7606707259999999</c:v>
                      </c:pt>
                      <c:pt idx="15">
                        <c:v>7.4290198329999999</c:v>
                      </c:pt>
                      <c:pt idx="16">
                        <c:v>6.5665373899999997</c:v>
                      </c:pt>
                      <c:pt idx="17">
                        <c:v>6.4591021919999996</c:v>
                      </c:pt>
                      <c:pt idx="18">
                        <c:v>6.7190659310000003</c:v>
                      </c:pt>
                      <c:pt idx="19">
                        <c:v>7.7305964899999999</c:v>
                      </c:pt>
                      <c:pt idx="20">
                        <c:v>8.4056596760000009</c:v>
                      </c:pt>
                      <c:pt idx="21">
                        <c:v>9.2552328250000002</c:v>
                      </c:pt>
                      <c:pt idx="22">
                        <c:v>9.3725519080000002</c:v>
                      </c:pt>
                      <c:pt idx="23">
                        <c:v>8.0940654429999999</c:v>
                      </c:pt>
                      <c:pt idx="24">
                        <c:v>6.0052295420000004</c:v>
                      </c:pt>
                      <c:pt idx="25">
                        <c:v>3.8820022010000002</c:v>
                      </c:pt>
                      <c:pt idx="26">
                        <c:v>2.3576138759999998</c:v>
                      </c:pt>
                      <c:pt idx="27">
                        <c:v>1.6059644239999999</c:v>
                      </c:pt>
                      <c:pt idx="28">
                        <c:v>1.3044526139999999</c:v>
                      </c:pt>
                      <c:pt idx="29">
                        <c:v>1.8718077719999999</c:v>
                      </c:pt>
                      <c:pt idx="30">
                        <c:v>3.183587513</c:v>
                      </c:pt>
                      <c:pt idx="31">
                        <c:v>4.7163566599999998</c:v>
                      </c:pt>
                      <c:pt idx="32">
                        <c:v>5.9812128050000002</c:v>
                      </c:pt>
                      <c:pt idx="33">
                        <c:v>6.3632486930000001</c:v>
                      </c:pt>
                      <c:pt idx="34">
                        <c:v>6.5524796060000003</c:v>
                      </c:pt>
                      <c:pt idx="35">
                        <c:v>7.1072905879999997</c:v>
                      </c:pt>
                      <c:pt idx="36">
                        <c:v>7.3236186129999998</c:v>
                      </c:pt>
                      <c:pt idx="37">
                        <c:v>7.9674252919999997</c:v>
                      </c:pt>
                      <c:pt idx="38">
                        <c:v>8.8172572169999999</c:v>
                      </c:pt>
                      <c:pt idx="39">
                        <c:v>8.1146246160000004</c:v>
                      </c:pt>
                      <c:pt idx="40">
                        <c:v>7.0932305710000003</c:v>
                      </c:pt>
                      <c:pt idx="41">
                        <c:v>6.8504543509999998</c:v>
                      </c:pt>
                      <c:pt idx="42">
                        <c:v>6.9328660209999997</c:v>
                      </c:pt>
                      <c:pt idx="43">
                        <c:v>7.8611220780000002</c:v>
                      </c:pt>
                      <c:pt idx="44">
                        <c:v>8.5915494500000005</c:v>
                      </c:pt>
                      <c:pt idx="45">
                        <c:v>9.4904369580000001</c:v>
                      </c:pt>
                      <c:pt idx="46">
                        <c:v>9.5698451260000006</c:v>
                      </c:pt>
                      <c:pt idx="47">
                        <c:v>8.3526989979999993</c:v>
                      </c:pt>
                      <c:pt idx="48">
                        <c:v>6.1767657089999997</c:v>
                      </c:pt>
                      <c:pt idx="49">
                        <c:v>4.0501450480000001</c:v>
                      </c:pt>
                      <c:pt idx="50">
                        <c:v>2.4442601439999998</c:v>
                      </c:pt>
                      <c:pt idx="51">
                        <c:v>1.6296932820000001</c:v>
                      </c:pt>
                      <c:pt idx="52">
                        <c:v>1.3897638000000001</c:v>
                      </c:pt>
                      <c:pt idx="53">
                        <c:v>2.0063455810000002</c:v>
                      </c:pt>
                      <c:pt idx="54">
                        <c:v>3.404682218</c:v>
                      </c:pt>
                      <c:pt idx="55">
                        <c:v>4.9074371680000004</c:v>
                      </c:pt>
                      <c:pt idx="56">
                        <c:v>5.9314439239999999</c:v>
                      </c:pt>
                      <c:pt idx="57">
                        <c:v>6.1223700699999997</c:v>
                      </c:pt>
                      <c:pt idx="58">
                        <c:v>6.1123701820000003</c:v>
                      </c:pt>
                      <c:pt idx="59">
                        <c:v>6.5478998989999999</c:v>
                      </c:pt>
                      <c:pt idx="60">
                        <c:v>7.0846762119999998</c:v>
                      </c:pt>
                      <c:pt idx="61">
                        <c:v>7.9704095700000002</c:v>
                      </c:pt>
                      <c:pt idx="62">
                        <c:v>8.1928820340000001</c:v>
                      </c:pt>
                      <c:pt idx="63">
                        <c:v>7.6841666100000001</c:v>
                      </c:pt>
                      <c:pt idx="64">
                        <c:v>6.7751097170000003</c:v>
                      </c:pt>
                      <c:pt idx="65">
                        <c:v>6.6220252110000004</c:v>
                      </c:pt>
                      <c:pt idx="66">
                        <c:v>6.8248383480000001</c:v>
                      </c:pt>
                      <c:pt idx="67">
                        <c:v>7.6608985059999997</c:v>
                      </c:pt>
                      <c:pt idx="68">
                        <c:v>8.4200750319999997</c:v>
                      </c:pt>
                      <c:pt idx="69">
                        <c:v>9.3028608120000005</c:v>
                      </c:pt>
                      <c:pt idx="70">
                        <c:v>9.1989926200000003</c:v>
                      </c:pt>
                      <c:pt idx="71">
                        <c:v>7.5875063310000002</c:v>
                      </c:pt>
                      <c:pt idx="72">
                        <c:v>5.3562100920000004</c:v>
                      </c:pt>
                      <c:pt idx="73">
                        <c:v>3.2838130109999999</c:v>
                      </c:pt>
                      <c:pt idx="74">
                        <c:v>2.0547713440000002</c:v>
                      </c:pt>
                      <c:pt idx="75">
                        <c:v>1.4404806720000001</c:v>
                      </c:pt>
                      <c:pt idx="76">
                        <c:v>1.3063538219999999</c:v>
                      </c:pt>
                      <c:pt idx="77">
                        <c:v>2.026119622</c:v>
                      </c:pt>
                      <c:pt idx="78">
                        <c:v>3.6190207980000002</c:v>
                      </c:pt>
                      <c:pt idx="79">
                        <c:v>4.8269055029999999</c:v>
                      </c:pt>
                      <c:pt idx="80">
                        <c:v>5.4472600179999997</c:v>
                      </c:pt>
                      <c:pt idx="81">
                        <c:v>5.3577903259999999</c:v>
                      </c:pt>
                      <c:pt idx="82">
                        <c:v>5.3662204039999999</c:v>
                      </c:pt>
                      <c:pt idx="83">
                        <c:v>5.8690643060000003</c:v>
                      </c:pt>
                      <c:pt idx="84">
                        <c:v>6.4364714919999999</c:v>
                      </c:pt>
                      <c:pt idx="85">
                        <c:v>7.0890010810000001</c:v>
                      </c:pt>
                      <c:pt idx="86">
                        <c:v>7.3409541540000003</c:v>
                      </c:pt>
                      <c:pt idx="87">
                        <c:v>6.939003102</c:v>
                      </c:pt>
                      <c:pt idx="88">
                        <c:v>6.3894443179999998</c:v>
                      </c:pt>
                      <c:pt idx="89">
                        <c:v>6.3331428230000002</c:v>
                      </c:pt>
                      <c:pt idx="90">
                        <c:v>6.5376190479999998</c:v>
                      </c:pt>
                      <c:pt idx="91">
                        <c:v>7.5111830350000002</c:v>
                      </c:pt>
                      <c:pt idx="92">
                        <c:v>8.3219997659999994</c:v>
                      </c:pt>
                      <c:pt idx="93">
                        <c:v>9.2204711960000001</c:v>
                      </c:pt>
                      <c:pt idx="94">
                        <c:v>8.9923062829999996</c:v>
                      </c:pt>
                      <c:pt idx="95">
                        <c:v>7.2887304840000002</c:v>
                      </c:pt>
                      <c:pt idx="96">
                        <c:v>4.9119957149999998</c:v>
                      </c:pt>
                      <c:pt idx="97">
                        <c:v>3.0350973259999998</c:v>
                      </c:pt>
                      <c:pt idx="98">
                        <c:v>1.91436373</c:v>
                      </c:pt>
                      <c:pt idx="99">
                        <c:v>1.3629293069999999</c:v>
                      </c:pt>
                      <c:pt idx="100">
                        <c:v>1.273838807</c:v>
                      </c:pt>
                      <c:pt idx="101">
                        <c:v>1.987950237</c:v>
                      </c:pt>
                      <c:pt idx="102">
                        <c:v>3.639870926</c:v>
                      </c:pt>
                      <c:pt idx="103">
                        <c:v>4.930765504</c:v>
                      </c:pt>
                      <c:pt idx="104">
                        <c:v>5.4531944059999997</c:v>
                      </c:pt>
                      <c:pt idx="105">
                        <c:v>5.2805274840000003</c:v>
                      </c:pt>
                      <c:pt idx="106">
                        <c:v>5.3937314199999999</c:v>
                      </c:pt>
                      <c:pt idx="107">
                        <c:v>5.9426712510000002</c:v>
                      </c:pt>
                      <c:pt idx="108">
                        <c:v>6.5735767789999997</c:v>
                      </c:pt>
                      <c:pt idx="109">
                        <c:v>7.2713545650000002</c:v>
                      </c:pt>
                      <c:pt idx="110">
                        <c:v>7.3612629460000001</c:v>
                      </c:pt>
                      <c:pt idx="111">
                        <c:v>6.9563174090000004</c:v>
                      </c:pt>
                      <c:pt idx="112">
                        <c:v>6.4158531879999998</c:v>
                      </c:pt>
                      <c:pt idx="113">
                        <c:v>6.2924828430000002</c:v>
                      </c:pt>
                      <c:pt idx="114">
                        <c:v>6.5172188139999996</c:v>
                      </c:pt>
                      <c:pt idx="115">
                        <c:v>7.4426012960000003</c:v>
                      </c:pt>
                      <c:pt idx="116">
                        <c:v>8.2308249450000002</c:v>
                      </c:pt>
                      <c:pt idx="117">
                        <c:v>9.1977219090000002</c:v>
                      </c:pt>
                      <c:pt idx="118">
                        <c:v>9.0392431779999995</c:v>
                      </c:pt>
                      <c:pt idx="119">
                        <c:v>7.377009224</c:v>
                      </c:pt>
                      <c:pt idx="120">
                        <c:v>5.0378799320000001</c:v>
                      </c:pt>
                      <c:pt idx="121">
                        <c:v>3.128953434</c:v>
                      </c:pt>
                      <c:pt idx="122">
                        <c:v>1.9769267530000001</c:v>
                      </c:pt>
                      <c:pt idx="123">
                        <c:v>1.3862330890000001</c:v>
                      </c:pt>
                      <c:pt idx="124">
                        <c:v>1.270292515</c:v>
                      </c:pt>
                      <c:pt idx="125">
                        <c:v>1.9412261500000001</c:v>
                      </c:pt>
                      <c:pt idx="126">
                        <c:v>3.6333256280000001</c:v>
                      </c:pt>
                      <c:pt idx="127">
                        <c:v>4.948959415</c:v>
                      </c:pt>
                      <c:pt idx="128">
                        <c:v>5.4854787280000004</c:v>
                      </c:pt>
                      <c:pt idx="129">
                        <c:v>5.3559008690000001</c:v>
                      </c:pt>
                      <c:pt idx="130">
                        <c:v>5.490780998</c:v>
                      </c:pt>
                      <c:pt idx="131">
                        <c:v>5.9731772449999996</c:v>
                      </c:pt>
                      <c:pt idx="132">
                        <c:v>6.7265161879999997</c:v>
                      </c:pt>
                      <c:pt idx="133">
                        <c:v>7.8062649369999999</c:v>
                      </c:pt>
                      <c:pt idx="134">
                        <c:v>7.9424122940000004</c:v>
                      </c:pt>
                      <c:pt idx="135">
                        <c:v>7.4439697069999999</c:v>
                      </c:pt>
                      <c:pt idx="136">
                        <c:v>6.5574421379999999</c:v>
                      </c:pt>
                      <c:pt idx="137">
                        <c:v>6.3891161990000001</c:v>
                      </c:pt>
                      <c:pt idx="138">
                        <c:v>6.8368687880000003</c:v>
                      </c:pt>
                      <c:pt idx="139">
                        <c:v>7.7791662600000002</c:v>
                      </c:pt>
                      <c:pt idx="140">
                        <c:v>8.4108146829999999</c:v>
                      </c:pt>
                      <c:pt idx="141">
                        <c:v>9.2767085179999995</c:v>
                      </c:pt>
                      <c:pt idx="142">
                        <c:v>9.0841297619999999</c:v>
                      </c:pt>
                      <c:pt idx="143">
                        <c:v>7.3427555580000003</c:v>
                      </c:pt>
                      <c:pt idx="144">
                        <c:v>5.0214179909999999</c:v>
                      </c:pt>
                      <c:pt idx="145">
                        <c:v>3.1665706560000002</c:v>
                      </c:pt>
                      <c:pt idx="146">
                        <c:v>1.987427329</c:v>
                      </c:pt>
                      <c:pt idx="147">
                        <c:v>1.388535901</c:v>
                      </c:pt>
                      <c:pt idx="148">
                        <c:v>1.2841381839999999</c:v>
                      </c:pt>
                      <c:pt idx="149">
                        <c:v>1.9951206889999999</c:v>
                      </c:pt>
                      <c:pt idx="150">
                        <c:v>3.7835931760000001</c:v>
                      </c:pt>
                      <c:pt idx="151">
                        <c:v>5.072948899</c:v>
                      </c:pt>
                      <c:pt idx="152">
                        <c:v>5.601123029</c:v>
                      </c:pt>
                      <c:pt idx="153">
                        <c:v>5.3872196600000004</c:v>
                      </c:pt>
                      <c:pt idx="154">
                        <c:v>5.4048394679999996</c:v>
                      </c:pt>
                      <c:pt idx="155">
                        <c:v>5.9129337169999996</c:v>
                      </c:pt>
                      <c:pt idx="156">
                        <c:v>6.5458766639999997</c:v>
                      </c:pt>
                      <c:pt idx="157">
                        <c:v>7.1960195950000001</c:v>
                      </c:pt>
                      <c:pt idx="158">
                        <c:v>7.361450187</c:v>
                      </c:pt>
                      <c:pt idx="159">
                        <c:v>6.993750758</c:v>
                      </c:pt>
                      <c:pt idx="160">
                        <c:v>6.5761770899999998</c:v>
                      </c:pt>
                      <c:pt idx="161">
                        <c:v>6.4013208390000003</c:v>
                      </c:pt>
                      <c:pt idx="162">
                        <c:v>6.6089831200000004</c:v>
                      </c:pt>
                      <c:pt idx="163">
                        <c:v>7.5366182500000001</c:v>
                      </c:pt>
                      <c:pt idx="164">
                        <c:v>8.3257979540000004</c:v>
                      </c:pt>
                      <c:pt idx="165">
                        <c:v>9.1962245199999995</c:v>
                      </c:pt>
                      <c:pt idx="166">
                        <c:v>9.0058898149999997</c:v>
                      </c:pt>
                      <c:pt idx="167">
                        <c:v>7.3233770329999999</c:v>
                      </c:pt>
                      <c:pt idx="168">
                        <c:v>4.9799854149999998</c:v>
                      </c:pt>
                      <c:pt idx="169">
                        <c:v>3.088848788</c:v>
                      </c:pt>
                      <c:pt idx="170">
                        <c:v>1.9742204990000001</c:v>
                      </c:pt>
                      <c:pt idx="171">
                        <c:v>1.384902995</c:v>
                      </c:pt>
                      <c:pt idx="172">
                        <c:v>1.2829743300000001</c:v>
                      </c:pt>
                      <c:pt idx="173">
                        <c:v>2.0095633610000001</c:v>
                      </c:pt>
                      <c:pt idx="174">
                        <c:v>3.7531872420000001</c:v>
                      </c:pt>
                      <c:pt idx="175">
                        <c:v>5.1616944790000003</c:v>
                      </c:pt>
                      <c:pt idx="176">
                        <c:v>5.8037432899999999</c:v>
                      </c:pt>
                      <c:pt idx="177">
                        <c:v>5.8067993659999999</c:v>
                      </c:pt>
                      <c:pt idx="178">
                        <c:v>5.520260049</c:v>
                      </c:pt>
                      <c:pt idx="179">
                        <c:v>5.9388052419999999</c:v>
                      </c:pt>
                      <c:pt idx="180">
                        <c:v>6.6298139410000001</c:v>
                      </c:pt>
                      <c:pt idx="181">
                        <c:v>7.3691102160000002</c:v>
                      </c:pt>
                      <c:pt idx="182">
                        <c:v>7.5526503890000001</c:v>
                      </c:pt>
                      <c:pt idx="183">
                        <c:v>7.1391039559999996</c:v>
                      </c:pt>
                      <c:pt idx="184">
                        <c:v>6.470784836</c:v>
                      </c:pt>
                      <c:pt idx="185">
                        <c:v>6.326186892</c:v>
                      </c:pt>
                      <c:pt idx="186">
                        <c:v>6.7714275089999996</c:v>
                      </c:pt>
                      <c:pt idx="187">
                        <c:v>7.7071690310000003</c:v>
                      </c:pt>
                      <c:pt idx="188">
                        <c:v>8.3758175179999999</c:v>
                      </c:pt>
                      <c:pt idx="189">
                        <c:v>9.1636563550000005</c:v>
                      </c:pt>
                      <c:pt idx="190">
                        <c:v>9.0972336489999996</c:v>
                      </c:pt>
                      <c:pt idx="191">
                        <c:v>7.7491822539999999</c:v>
                      </c:pt>
                      <c:pt idx="192">
                        <c:v>5.6235765210000004</c:v>
                      </c:pt>
                      <c:pt idx="193">
                        <c:v>3.5933456669999999</c:v>
                      </c:pt>
                      <c:pt idx="194">
                        <c:v>2.2820451980000001</c:v>
                      </c:pt>
                      <c:pt idx="195">
                        <c:v>1.730693362</c:v>
                      </c:pt>
                      <c:pt idx="196">
                        <c:v>1.4470870330000001</c:v>
                      </c:pt>
                      <c:pt idx="197">
                        <c:v>1.959951043</c:v>
                      </c:pt>
                      <c:pt idx="198">
                        <c:v>3.273718954</c:v>
                      </c:pt>
                      <c:pt idx="199">
                        <c:v>4.8006295379999999</c:v>
                      </c:pt>
                      <c:pt idx="200">
                        <c:v>6.1722649289999998</c:v>
                      </c:pt>
                      <c:pt idx="201">
                        <c:v>6.3861901430000003</c:v>
                      </c:pt>
                      <c:pt idx="202">
                        <c:v>6.4715610510000001</c:v>
                      </c:pt>
                      <c:pt idx="203">
                        <c:v>6.9235972439999998</c:v>
                      </c:pt>
                      <c:pt idx="204">
                        <c:v>7.1087788500000002</c:v>
                      </c:pt>
                      <c:pt idx="205">
                        <c:v>7.683130566</c:v>
                      </c:pt>
                      <c:pt idx="206">
                        <c:v>8.4677699519999994</c:v>
                      </c:pt>
                      <c:pt idx="207">
                        <c:v>7.8918317900000003</c:v>
                      </c:pt>
                      <c:pt idx="208">
                        <c:v>7.12246544</c:v>
                      </c:pt>
                      <c:pt idx="209">
                        <c:v>6.9107134129999999</c:v>
                      </c:pt>
                      <c:pt idx="210">
                        <c:v>7.1334160779999998</c:v>
                      </c:pt>
                      <c:pt idx="211">
                        <c:v>7.8349654329999998</c:v>
                      </c:pt>
                      <c:pt idx="212">
                        <c:v>8.6430974169999999</c:v>
                      </c:pt>
                      <c:pt idx="213">
                        <c:v>9.3700969559999994</c:v>
                      </c:pt>
                      <c:pt idx="214">
                        <c:v>9.2304048259999991</c:v>
                      </c:pt>
                      <c:pt idx="215">
                        <c:v>7.7726746809999998</c:v>
                      </c:pt>
                      <c:pt idx="216">
                        <c:v>5.6262480110000004</c:v>
                      </c:pt>
                      <c:pt idx="217">
                        <c:v>3.4857497190000002</c:v>
                      </c:pt>
                      <c:pt idx="218">
                        <c:v>2.2153783429999998</c:v>
                      </c:pt>
                      <c:pt idx="219">
                        <c:v>1.566301714</c:v>
                      </c:pt>
                      <c:pt idx="220">
                        <c:v>1.343842209</c:v>
                      </c:pt>
                      <c:pt idx="221">
                        <c:v>1.915448225</c:v>
                      </c:pt>
                      <c:pt idx="222">
                        <c:v>3.3719643119999998</c:v>
                      </c:pt>
                      <c:pt idx="223">
                        <c:v>4.8553758589999996</c:v>
                      </c:pt>
                      <c:pt idx="224">
                        <c:v>5.844275541</c:v>
                      </c:pt>
                      <c:pt idx="225">
                        <c:v>5.9228893009999997</c:v>
                      </c:pt>
                      <c:pt idx="226">
                        <c:v>5.8122967919999997</c:v>
                      </c:pt>
                      <c:pt idx="227">
                        <c:v>6.2039788700000003</c:v>
                      </c:pt>
                      <c:pt idx="228">
                        <c:v>6.622553913</c:v>
                      </c:pt>
                      <c:pt idx="229">
                        <c:v>7.5164676300000002</c:v>
                      </c:pt>
                      <c:pt idx="230">
                        <c:v>7.7568940629999998</c:v>
                      </c:pt>
                      <c:pt idx="231">
                        <c:v>7.309654739</c:v>
                      </c:pt>
                      <c:pt idx="232">
                        <c:v>6.5355932240000003</c:v>
                      </c:pt>
                      <c:pt idx="233">
                        <c:v>6.4507306849999999</c:v>
                      </c:pt>
                      <c:pt idx="234">
                        <c:v>6.803146935</c:v>
                      </c:pt>
                      <c:pt idx="235">
                        <c:v>7.6126929700000003</c:v>
                      </c:pt>
                      <c:pt idx="236">
                        <c:v>8.4355205120000001</c:v>
                      </c:pt>
                      <c:pt idx="237">
                        <c:v>9.1625516890000007</c:v>
                      </c:pt>
                      <c:pt idx="238">
                        <c:v>8.8517912800000005</c:v>
                      </c:pt>
                      <c:pt idx="239">
                        <c:v>7.0809521220000002</c:v>
                      </c:pt>
                      <c:pt idx="240">
                        <c:v>4.8257180010000003</c:v>
                      </c:pt>
                      <c:pt idx="241">
                        <c:v>2.972623172</c:v>
                      </c:pt>
                      <c:pt idx="242">
                        <c:v>1.922768231</c:v>
                      </c:pt>
                      <c:pt idx="243">
                        <c:v>1.394180486</c:v>
                      </c:pt>
                      <c:pt idx="244">
                        <c:v>1.304356297</c:v>
                      </c:pt>
                      <c:pt idx="245">
                        <c:v>1.86239244</c:v>
                      </c:pt>
                      <c:pt idx="246">
                        <c:v>3.4823714959999998</c:v>
                      </c:pt>
                      <c:pt idx="247">
                        <c:v>4.7461934049999996</c:v>
                      </c:pt>
                      <c:pt idx="248">
                        <c:v>5.372065911</c:v>
                      </c:pt>
                      <c:pt idx="249">
                        <c:v>5.1049779449999999</c:v>
                      </c:pt>
                      <c:pt idx="250">
                        <c:v>5.0928352490000002</c:v>
                      </c:pt>
                      <c:pt idx="251">
                        <c:v>5.510345117</c:v>
                      </c:pt>
                      <c:pt idx="252">
                        <c:v>6.1186478759999998</c:v>
                      </c:pt>
                      <c:pt idx="253">
                        <c:v>6.7995683939999996</c:v>
                      </c:pt>
                      <c:pt idx="254">
                        <c:v>7.0164709729999997</c:v>
                      </c:pt>
                      <c:pt idx="255">
                        <c:v>6.6232802250000002</c:v>
                      </c:pt>
                      <c:pt idx="256">
                        <c:v>6.2680332160000001</c:v>
                      </c:pt>
                      <c:pt idx="257">
                        <c:v>6.1743098769999998</c:v>
                      </c:pt>
                      <c:pt idx="258">
                        <c:v>6.5583728399999996</c:v>
                      </c:pt>
                      <c:pt idx="259">
                        <c:v>7.4075151830000001</c:v>
                      </c:pt>
                      <c:pt idx="260">
                        <c:v>8.2110770520000003</c:v>
                      </c:pt>
                      <c:pt idx="261">
                        <c:v>8.9539187089999999</c:v>
                      </c:pt>
                      <c:pt idx="262">
                        <c:v>8.6301274249999995</c:v>
                      </c:pt>
                      <c:pt idx="263">
                        <c:v>6.7613309030000002</c:v>
                      </c:pt>
                      <c:pt idx="264">
                        <c:v>4.5899352740000001</c:v>
                      </c:pt>
                      <c:pt idx="265">
                        <c:v>2.8337986829999999</c:v>
                      </c:pt>
                      <c:pt idx="266">
                        <c:v>1.820678682</c:v>
                      </c:pt>
                      <c:pt idx="267">
                        <c:v>1.346092434</c:v>
                      </c:pt>
                      <c:pt idx="268">
                        <c:v>1.2431518690000001</c:v>
                      </c:pt>
                      <c:pt idx="269">
                        <c:v>1.8568205499999999</c:v>
                      </c:pt>
                      <c:pt idx="270">
                        <c:v>3.4987982620000002</c:v>
                      </c:pt>
                      <c:pt idx="271">
                        <c:v>4.8135264539999998</c:v>
                      </c:pt>
                      <c:pt idx="272">
                        <c:v>5.3183317160000003</c:v>
                      </c:pt>
                      <c:pt idx="273">
                        <c:v>5.163462794</c:v>
                      </c:pt>
                      <c:pt idx="274">
                        <c:v>5.2375581960000002</c:v>
                      </c:pt>
                      <c:pt idx="275">
                        <c:v>5.6816672229999998</c:v>
                      </c:pt>
                      <c:pt idx="276">
                        <c:v>6.2823380899999997</c:v>
                      </c:pt>
                      <c:pt idx="277">
                        <c:v>6.8899665270000003</c:v>
                      </c:pt>
                      <c:pt idx="278">
                        <c:v>7.0653846390000004</c:v>
                      </c:pt>
                      <c:pt idx="279">
                        <c:v>6.6369847860000002</c:v>
                      </c:pt>
                      <c:pt idx="280">
                        <c:v>6.2519756119999998</c:v>
                      </c:pt>
                      <c:pt idx="281">
                        <c:v>6.2373222789999998</c:v>
                      </c:pt>
                      <c:pt idx="282">
                        <c:v>6.6287070290000001</c:v>
                      </c:pt>
                      <c:pt idx="283">
                        <c:v>7.5551767649999997</c:v>
                      </c:pt>
                      <c:pt idx="284">
                        <c:v>8.4042173909999995</c:v>
                      </c:pt>
                      <c:pt idx="285">
                        <c:v>9.1847584700000002</c:v>
                      </c:pt>
                      <c:pt idx="286">
                        <c:v>8.7557741010000001</c:v>
                      </c:pt>
                      <c:pt idx="287">
                        <c:v>6.9256430590000004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6C6F-49E4-8F59-330269BCC199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12-10-2026'!$G$1</c15:sqref>
                        </c15:formulaRef>
                      </c:ext>
                    </c:extLst>
                    <c:strCache>
                      <c:ptCount val="1"/>
                      <c:pt idx="0">
                        <c:v>ANB-DGW2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12-10-2026'!$G$2:$G$289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47.511409247000003</c:v>
                      </c:pt>
                      <c:pt idx="1">
                        <c:v>30.261688896999999</c:v>
                      </c:pt>
                      <c:pt idx="2">
                        <c:v>18.441350612000001</c:v>
                      </c:pt>
                      <c:pt idx="3">
                        <c:v>12.186051357</c:v>
                      </c:pt>
                      <c:pt idx="4">
                        <c:v>9.9829983599999998</c:v>
                      </c:pt>
                      <c:pt idx="5">
                        <c:v>13.404103966999999</c:v>
                      </c:pt>
                      <c:pt idx="6">
                        <c:v>23.813706286999999</c:v>
                      </c:pt>
                      <c:pt idx="7">
                        <c:v>34.693166363000003</c:v>
                      </c:pt>
                      <c:pt idx="8">
                        <c:v>41.922843976999999</c:v>
                      </c:pt>
                      <c:pt idx="9">
                        <c:v>44.996948080000003</c:v>
                      </c:pt>
                      <c:pt idx="10">
                        <c:v>49.089957394000002</c:v>
                      </c:pt>
                      <c:pt idx="11">
                        <c:v>54.617369936999999</c:v>
                      </c:pt>
                      <c:pt idx="12">
                        <c:v>58.535290674999999</c:v>
                      </c:pt>
                      <c:pt idx="13">
                        <c:v>65.911746336999997</c:v>
                      </c:pt>
                      <c:pt idx="14">
                        <c:v>66.948246341000001</c:v>
                      </c:pt>
                      <c:pt idx="15">
                        <c:v>63.835610035000002</c:v>
                      </c:pt>
                      <c:pt idx="16">
                        <c:v>59.038364053999999</c:v>
                      </c:pt>
                      <c:pt idx="17">
                        <c:v>61.244154543999997</c:v>
                      </c:pt>
                      <c:pt idx="18">
                        <c:v>61.755335893999998</c:v>
                      </c:pt>
                      <c:pt idx="19">
                        <c:v>71.889217137000003</c:v>
                      </c:pt>
                      <c:pt idx="20">
                        <c:v>80.397321027999993</c:v>
                      </c:pt>
                      <c:pt idx="21">
                        <c:v>88.033940095999995</c:v>
                      </c:pt>
                      <c:pt idx="22">
                        <c:v>85.625082254999995</c:v>
                      </c:pt>
                      <c:pt idx="23">
                        <c:v>72.325666167999998</c:v>
                      </c:pt>
                      <c:pt idx="24">
                        <c:v>53.104406437000002</c:v>
                      </c:pt>
                      <c:pt idx="25">
                        <c:v>35.139571658000001</c:v>
                      </c:pt>
                      <c:pt idx="26">
                        <c:v>21.527867783000001</c:v>
                      </c:pt>
                      <c:pt idx="27">
                        <c:v>13.908022512000001</c:v>
                      </c:pt>
                      <c:pt idx="28">
                        <c:v>10.508744052999999</c:v>
                      </c:pt>
                      <c:pt idx="29">
                        <c:v>13.009299228</c:v>
                      </c:pt>
                      <c:pt idx="30">
                        <c:v>20.882449929</c:v>
                      </c:pt>
                      <c:pt idx="31">
                        <c:v>30.978758026000001</c:v>
                      </c:pt>
                      <c:pt idx="32">
                        <c:v>42.089689219999997</c:v>
                      </c:pt>
                      <c:pt idx="33">
                        <c:v>49.093742100999997</c:v>
                      </c:pt>
                      <c:pt idx="34">
                        <c:v>54.719924220999999</c:v>
                      </c:pt>
                      <c:pt idx="35">
                        <c:v>60.868566031</c:v>
                      </c:pt>
                      <c:pt idx="36">
                        <c:v>60.943382477</c:v>
                      </c:pt>
                      <c:pt idx="37">
                        <c:v>66.733165812999999</c:v>
                      </c:pt>
                      <c:pt idx="38">
                        <c:v>76.907949803999998</c:v>
                      </c:pt>
                      <c:pt idx="39">
                        <c:v>70.270717697999999</c:v>
                      </c:pt>
                      <c:pt idx="40">
                        <c:v>63.020235450000001</c:v>
                      </c:pt>
                      <c:pt idx="41">
                        <c:v>63.932035069999998</c:v>
                      </c:pt>
                      <c:pt idx="42">
                        <c:v>62.937025122000001</c:v>
                      </c:pt>
                      <c:pt idx="43">
                        <c:v>72.714775541999998</c:v>
                      </c:pt>
                      <c:pt idx="44">
                        <c:v>82.263653555999994</c:v>
                      </c:pt>
                      <c:pt idx="45">
                        <c:v>91.075288326999996</c:v>
                      </c:pt>
                      <c:pt idx="46">
                        <c:v>88.163341684000002</c:v>
                      </c:pt>
                      <c:pt idx="47">
                        <c:v>74.604524318000003</c:v>
                      </c:pt>
                      <c:pt idx="48">
                        <c:v>54.970175130000001</c:v>
                      </c:pt>
                      <c:pt idx="49">
                        <c:v>36.077479998999998</c:v>
                      </c:pt>
                      <c:pt idx="50">
                        <c:v>21.632065353000002</c:v>
                      </c:pt>
                      <c:pt idx="51">
                        <c:v>13.826046643</c:v>
                      </c:pt>
                      <c:pt idx="52">
                        <c:v>10.524536046</c:v>
                      </c:pt>
                      <c:pt idx="53">
                        <c:v>13.099282514</c:v>
                      </c:pt>
                      <c:pt idx="54">
                        <c:v>21.796752783999999</c:v>
                      </c:pt>
                      <c:pt idx="55">
                        <c:v>32.507707259999997</c:v>
                      </c:pt>
                      <c:pt idx="56">
                        <c:v>42.480232780000001</c:v>
                      </c:pt>
                      <c:pt idx="57">
                        <c:v>48.156275856000001</c:v>
                      </c:pt>
                      <c:pt idx="58">
                        <c:v>52.028578140999997</c:v>
                      </c:pt>
                      <c:pt idx="59">
                        <c:v>57.568747561999999</c:v>
                      </c:pt>
                      <c:pt idx="60">
                        <c:v>59.904330793</c:v>
                      </c:pt>
                      <c:pt idx="61">
                        <c:v>69.311233690999998</c:v>
                      </c:pt>
                      <c:pt idx="62">
                        <c:v>71.054797621999995</c:v>
                      </c:pt>
                      <c:pt idx="63">
                        <c:v>66.297946413000005</c:v>
                      </c:pt>
                      <c:pt idx="64">
                        <c:v>60.872256325999999</c:v>
                      </c:pt>
                      <c:pt idx="65">
                        <c:v>62.900011861999999</c:v>
                      </c:pt>
                      <c:pt idx="66">
                        <c:v>62.202384678999998</c:v>
                      </c:pt>
                      <c:pt idx="67">
                        <c:v>71.027003965999995</c:v>
                      </c:pt>
                      <c:pt idx="68">
                        <c:v>80.352965878999996</c:v>
                      </c:pt>
                      <c:pt idx="69">
                        <c:v>88.081876535999996</c:v>
                      </c:pt>
                      <c:pt idx="70">
                        <c:v>83.736897706999997</c:v>
                      </c:pt>
                      <c:pt idx="71">
                        <c:v>67.693725211</c:v>
                      </c:pt>
                      <c:pt idx="72">
                        <c:v>46.992102365999997</c:v>
                      </c:pt>
                      <c:pt idx="73">
                        <c:v>29.086811900000001</c:v>
                      </c:pt>
                      <c:pt idx="74">
                        <c:v>17.667279406999999</c:v>
                      </c:pt>
                      <c:pt idx="75">
                        <c:v>11.793850874</c:v>
                      </c:pt>
                      <c:pt idx="76">
                        <c:v>9.6510215349999999</c:v>
                      </c:pt>
                      <c:pt idx="77">
                        <c:v>12.86628275</c:v>
                      </c:pt>
                      <c:pt idx="78">
                        <c:v>23.015622254</c:v>
                      </c:pt>
                      <c:pt idx="79">
                        <c:v>32.803813605000002</c:v>
                      </c:pt>
                      <c:pt idx="80">
                        <c:v>40.326682576000003</c:v>
                      </c:pt>
                      <c:pt idx="81">
                        <c:v>43.633605946000003</c:v>
                      </c:pt>
                      <c:pt idx="82">
                        <c:v>47.328490541000001</c:v>
                      </c:pt>
                      <c:pt idx="83">
                        <c:v>52.826990971000001</c:v>
                      </c:pt>
                      <c:pt idx="84">
                        <c:v>55.696036861000003</c:v>
                      </c:pt>
                      <c:pt idx="85">
                        <c:v>62.545650934000001</c:v>
                      </c:pt>
                      <c:pt idx="86">
                        <c:v>64.043521335999998</c:v>
                      </c:pt>
                      <c:pt idx="87">
                        <c:v>60.166320151000001</c:v>
                      </c:pt>
                      <c:pt idx="88">
                        <c:v>58.442513228000003</c:v>
                      </c:pt>
                      <c:pt idx="89">
                        <c:v>61.468572444000003</c:v>
                      </c:pt>
                      <c:pt idx="90">
                        <c:v>61.211213188999999</c:v>
                      </c:pt>
                      <c:pt idx="91">
                        <c:v>70.413755367999997</c:v>
                      </c:pt>
                      <c:pt idx="92">
                        <c:v>80.723564240000002</c:v>
                      </c:pt>
                      <c:pt idx="93">
                        <c:v>87.833691341999995</c:v>
                      </c:pt>
                      <c:pt idx="94">
                        <c:v>82.232936480999996</c:v>
                      </c:pt>
                      <c:pt idx="95">
                        <c:v>65.273148737</c:v>
                      </c:pt>
                      <c:pt idx="96">
                        <c:v>44.207584251999997</c:v>
                      </c:pt>
                      <c:pt idx="97">
                        <c:v>27.190336744</c:v>
                      </c:pt>
                      <c:pt idx="98">
                        <c:v>16.572476524999999</c:v>
                      </c:pt>
                      <c:pt idx="99">
                        <c:v>11.242066578999999</c:v>
                      </c:pt>
                      <c:pt idx="100">
                        <c:v>9.4115247019999995</c:v>
                      </c:pt>
                      <c:pt idx="101">
                        <c:v>12.821405582000001</c:v>
                      </c:pt>
                      <c:pt idx="102">
                        <c:v>23.371351092000001</c:v>
                      </c:pt>
                      <c:pt idx="103">
                        <c:v>33.641014521999999</c:v>
                      </c:pt>
                      <c:pt idx="104">
                        <c:v>40.694237456000003</c:v>
                      </c:pt>
                      <c:pt idx="105">
                        <c:v>43.713809032</c:v>
                      </c:pt>
                      <c:pt idx="106">
                        <c:v>47.432301404999997</c:v>
                      </c:pt>
                      <c:pt idx="107">
                        <c:v>53.289710495000001</c:v>
                      </c:pt>
                      <c:pt idx="108">
                        <c:v>56.320413099</c:v>
                      </c:pt>
                      <c:pt idx="109">
                        <c:v>63.179490168000001</c:v>
                      </c:pt>
                      <c:pt idx="110">
                        <c:v>63.488223605999998</c:v>
                      </c:pt>
                      <c:pt idx="111">
                        <c:v>59.966166993000002</c:v>
                      </c:pt>
                      <c:pt idx="112">
                        <c:v>58.346847584000002</c:v>
                      </c:pt>
                      <c:pt idx="113">
                        <c:v>60.184656650000001</c:v>
                      </c:pt>
                      <c:pt idx="114">
                        <c:v>60.22353159</c:v>
                      </c:pt>
                      <c:pt idx="115">
                        <c:v>69.813939726000001</c:v>
                      </c:pt>
                      <c:pt idx="116">
                        <c:v>80.495327774000003</c:v>
                      </c:pt>
                      <c:pt idx="117">
                        <c:v>88.533508384000001</c:v>
                      </c:pt>
                      <c:pt idx="118">
                        <c:v>82.962420069999993</c:v>
                      </c:pt>
                      <c:pt idx="119">
                        <c:v>66.104537351000005</c:v>
                      </c:pt>
                      <c:pt idx="120">
                        <c:v>44.873075892000003</c:v>
                      </c:pt>
                      <c:pt idx="121">
                        <c:v>27.57303812</c:v>
                      </c:pt>
                      <c:pt idx="122">
                        <c:v>16.621517268000002</c:v>
                      </c:pt>
                      <c:pt idx="123">
                        <c:v>11.281965469999999</c:v>
                      </c:pt>
                      <c:pt idx="124">
                        <c:v>9.3506036849999994</c:v>
                      </c:pt>
                      <c:pt idx="125">
                        <c:v>12.760232415999999</c:v>
                      </c:pt>
                      <c:pt idx="126">
                        <c:v>23.556166643000001</c:v>
                      </c:pt>
                      <c:pt idx="127">
                        <c:v>34.114734446</c:v>
                      </c:pt>
                      <c:pt idx="128">
                        <c:v>41.290777517999999</c:v>
                      </c:pt>
                      <c:pt idx="129">
                        <c:v>44.418639546999998</c:v>
                      </c:pt>
                      <c:pt idx="130">
                        <c:v>48.494789523999998</c:v>
                      </c:pt>
                      <c:pt idx="131">
                        <c:v>53.590850392</c:v>
                      </c:pt>
                      <c:pt idx="132">
                        <c:v>58.021036203999998</c:v>
                      </c:pt>
                      <c:pt idx="133">
                        <c:v>68.218780664999997</c:v>
                      </c:pt>
                      <c:pt idx="134">
                        <c:v>68.730732070000002</c:v>
                      </c:pt>
                      <c:pt idx="135">
                        <c:v>63.711948880999998</c:v>
                      </c:pt>
                      <c:pt idx="136">
                        <c:v>59.574636974000001</c:v>
                      </c:pt>
                      <c:pt idx="137">
                        <c:v>61.333775393000003</c:v>
                      </c:pt>
                      <c:pt idx="138">
                        <c:v>65.287078025</c:v>
                      </c:pt>
                      <c:pt idx="139">
                        <c:v>74.393602184000002</c:v>
                      </c:pt>
                      <c:pt idx="140">
                        <c:v>81.779861263000001</c:v>
                      </c:pt>
                      <c:pt idx="141">
                        <c:v>88.966158358000001</c:v>
                      </c:pt>
                      <c:pt idx="142">
                        <c:v>83.149008029000001</c:v>
                      </c:pt>
                      <c:pt idx="143">
                        <c:v>65.833350154000001</c:v>
                      </c:pt>
                      <c:pt idx="144">
                        <c:v>45.924961814</c:v>
                      </c:pt>
                      <c:pt idx="145">
                        <c:v>28.656742126000001</c:v>
                      </c:pt>
                      <c:pt idx="146">
                        <c:v>17.777443373000001</c:v>
                      </c:pt>
                      <c:pt idx="147">
                        <c:v>11.649677462</c:v>
                      </c:pt>
                      <c:pt idx="148">
                        <c:v>9.4913915339999999</c:v>
                      </c:pt>
                      <c:pt idx="149">
                        <c:v>13.105804461</c:v>
                      </c:pt>
                      <c:pt idx="150">
                        <c:v>24.388407367999999</c:v>
                      </c:pt>
                      <c:pt idx="151">
                        <c:v>34.760777384999997</c:v>
                      </c:pt>
                      <c:pt idx="152">
                        <c:v>42.072776740999998</c:v>
                      </c:pt>
                      <c:pt idx="153">
                        <c:v>45.041554845</c:v>
                      </c:pt>
                      <c:pt idx="154">
                        <c:v>48.397478290000002</c:v>
                      </c:pt>
                      <c:pt idx="155">
                        <c:v>53.613273972999998</c:v>
                      </c:pt>
                      <c:pt idx="156">
                        <c:v>56.543968110999998</c:v>
                      </c:pt>
                      <c:pt idx="157">
                        <c:v>63.092632768999998</c:v>
                      </c:pt>
                      <c:pt idx="158">
                        <c:v>64.391629588000001</c:v>
                      </c:pt>
                      <c:pt idx="159">
                        <c:v>60.295074559</c:v>
                      </c:pt>
                      <c:pt idx="160">
                        <c:v>59.495068693</c:v>
                      </c:pt>
                      <c:pt idx="161">
                        <c:v>61.504813714999997</c:v>
                      </c:pt>
                      <c:pt idx="162">
                        <c:v>61.457531164000002</c:v>
                      </c:pt>
                      <c:pt idx="163">
                        <c:v>70.676275451999999</c:v>
                      </c:pt>
                      <c:pt idx="164">
                        <c:v>80.608753027000006</c:v>
                      </c:pt>
                      <c:pt idx="165">
                        <c:v>87.425035737000002</c:v>
                      </c:pt>
                      <c:pt idx="166">
                        <c:v>82.816538816999994</c:v>
                      </c:pt>
                      <c:pt idx="167">
                        <c:v>65.830168458000003</c:v>
                      </c:pt>
                      <c:pt idx="168">
                        <c:v>45.186680437</c:v>
                      </c:pt>
                      <c:pt idx="169">
                        <c:v>27.755695317000001</c:v>
                      </c:pt>
                      <c:pt idx="170">
                        <c:v>16.935103607999999</c:v>
                      </c:pt>
                      <c:pt idx="171">
                        <c:v>11.492282144000001</c:v>
                      </c:pt>
                      <c:pt idx="172">
                        <c:v>9.5651195720000004</c:v>
                      </c:pt>
                      <c:pt idx="173">
                        <c:v>13.15231943</c:v>
                      </c:pt>
                      <c:pt idx="174">
                        <c:v>24.631885273000002</c:v>
                      </c:pt>
                      <c:pt idx="175">
                        <c:v>35.935021339999999</c:v>
                      </c:pt>
                      <c:pt idx="176">
                        <c:v>44.823407138</c:v>
                      </c:pt>
                      <c:pt idx="177">
                        <c:v>50.678988623000002</c:v>
                      </c:pt>
                      <c:pt idx="178">
                        <c:v>51.274164302000003</c:v>
                      </c:pt>
                      <c:pt idx="179">
                        <c:v>54.960015550999998</c:v>
                      </c:pt>
                      <c:pt idx="180">
                        <c:v>58.664489148999998</c:v>
                      </c:pt>
                      <c:pt idx="181">
                        <c:v>65.434298196</c:v>
                      </c:pt>
                      <c:pt idx="182">
                        <c:v>65.903418918</c:v>
                      </c:pt>
                      <c:pt idx="183">
                        <c:v>61.999650762999998</c:v>
                      </c:pt>
                      <c:pt idx="184">
                        <c:v>58.626652016000001</c:v>
                      </c:pt>
                      <c:pt idx="185">
                        <c:v>60.282403874000003</c:v>
                      </c:pt>
                      <c:pt idx="186">
                        <c:v>61.852694258</c:v>
                      </c:pt>
                      <c:pt idx="187">
                        <c:v>71.642152631000002</c:v>
                      </c:pt>
                      <c:pt idx="188">
                        <c:v>80.895417198000004</c:v>
                      </c:pt>
                      <c:pt idx="189">
                        <c:v>87.360227847999994</c:v>
                      </c:pt>
                      <c:pt idx="190">
                        <c:v>83.974901459999998</c:v>
                      </c:pt>
                      <c:pt idx="191">
                        <c:v>69.505522192000001</c:v>
                      </c:pt>
                      <c:pt idx="192">
                        <c:v>50.445295938999998</c:v>
                      </c:pt>
                      <c:pt idx="193">
                        <c:v>32.436112225999999</c:v>
                      </c:pt>
                      <c:pt idx="194">
                        <c:v>20.210916652000002</c:v>
                      </c:pt>
                      <c:pt idx="195">
                        <c:v>13.897170437</c:v>
                      </c:pt>
                      <c:pt idx="196">
                        <c:v>10.751502509</c:v>
                      </c:pt>
                      <c:pt idx="197">
                        <c:v>12.59331873</c:v>
                      </c:pt>
                      <c:pt idx="198">
                        <c:v>21.069804415</c:v>
                      </c:pt>
                      <c:pt idx="199">
                        <c:v>31.290775794000002</c:v>
                      </c:pt>
                      <c:pt idx="200">
                        <c:v>42.833637127999999</c:v>
                      </c:pt>
                      <c:pt idx="201">
                        <c:v>49.399098195999997</c:v>
                      </c:pt>
                      <c:pt idx="202">
                        <c:v>54.565292116999998</c:v>
                      </c:pt>
                      <c:pt idx="203">
                        <c:v>60.146389153999998</c:v>
                      </c:pt>
                      <c:pt idx="204">
                        <c:v>59.425285166000002</c:v>
                      </c:pt>
                      <c:pt idx="205">
                        <c:v>65.497511197999998</c:v>
                      </c:pt>
                      <c:pt idx="206">
                        <c:v>75.360096267000003</c:v>
                      </c:pt>
                      <c:pt idx="207">
                        <c:v>69.396905180000005</c:v>
                      </c:pt>
                      <c:pt idx="208">
                        <c:v>65.065639586000003</c:v>
                      </c:pt>
                      <c:pt idx="209">
                        <c:v>66.156557645000007</c:v>
                      </c:pt>
                      <c:pt idx="210">
                        <c:v>65.552811485999996</c:v>
                      </c:pt>
                      <c:pt idx="211">
                        <c:v>73.514976102000006</c:v>
                      </c:pt>
                      <c:pt idx="212">
                        <c:v>82.848893971999999</c:v>
                      </c:pt>
                      <c:pt idx="213">
                        <c:v>88.757830236000004</c:v>
                      </c:pt>
                      <c:pt idx="214">
                        <c:v>85.369229546</c:v>
                      </c:pt>
                      <c:pt idx="215">
                        <c:v>70.168747201000002</c:v>
                      </c:pt>
                      <c:pt idx="216">
                        <c:v>49.988693552000001</c:v>
                      </c:pt>
                      <c:pt idx="217">
                        <c:v>31.678886145</c:v>
                      </c:pt>
                      <c:pt idx="218">
                        <c:v>19.581068087999999</c:v>
                      </c:pt>
                      <c:pt idx="219">
                        <c:v>12.756287739999999</c:v>
                      </c:pt>
                      <c:pt idx="220">
                        <c:v>9.9562207709999999</c:v>
                      </c:pt>
                      <c:pt idx="221">
                        <c:v>12.43556901</c:v>
                      </c:pt>
                      <c:pt idx="222">
                        <c:v>21.688817799999999</c:v>
                      </c:pt>
                      <c:pt idx="223">
                        <c:v>32.129036523000003</c:v>
                      </c:pt>
                      <c:pt idx="224">
                        <c:v>42.016393831000002</c:v>
                      </c:pt>
                      <c:pt idx="225">
                        <c:v>46.680008993999998</c:v>
                      </c:pt>
                      <c:pt idx="226">
                        <c:v>49.867440918</c:v>
                      </c:pt>
                      <c:pt idx="227">
                        <c:v>54.765800468999998</c:v>
                      </c:pt>
                      <c:pt idx="228">
                        <c:v>56.550659222</c:v>
                      </c:pt>
                      <c:pt idx="229">
                        <c:v>65.629663008999998</c:v>
                      </c:pt>
                      <c:pt idx="230">
                        <c:v>67.614176215000001</c:v>
                      </c:pt>
                      <c:pt idx="231">
                        <c:v>62.931417144000001</c:v>
                      </c:pt>
                      <c:pt idx="232">
                        <c:v>59.660833457999999</c:v>
                      </c:pt>
                      <c:pt idx="233">
                        <c:v>61.493373022999997</c:v>
                      </c:pt>
                      <c:pt idx="234">
                        <c:v>62.603909201999997</c:v>
                      </c:pt>
                      <c:pt idx="235">
                        <c:v>70.589488758000002</c:v>
                      </c:pt>
                      <c:pt idx="236">
                        <c:v>81.091911745000004</c:v>
                      </c:pt>
                      <c:pt idx="237">
                        <c:v>87.387422108999999</c:v>
                      </c:pt>
                      <c:pt idx="238">
                        <c:v>80.793235385000003</c:v>
                      </c:pt>
                      <c:pt idx="239">
                        <c:v>63.393148019999998</c:v>
                      </c:pt>
                      <c:pt idx="240">
                        <c:v>43.086091244000002</c:v>
                      </c:pt>
                      <c:pt idx="241">
                        <c:v>26.402658299999999</c:v>
                      </c:pt>
                      <c:pt idx="242">
                        <c:v>16.244815729999999</c:v>
                      </c:pt>
                      <c:pt idx="243">
                        <c:v>11.184290013</c:v>
                      </c:pt>
                      <c:pt idx="244">
                        <c:v>9.3236476499999998</c:v>
                      </c:pt>
                      <c:pt idx="245">
                        <c:v>12.158859392</c:v>
                      </c:pt>
                      <c:pt idx="246">
                        <c:v>22.596257765000001</c:v>
                      </c:pt>
                      <c:pt idx="247">
                        <c:v>32.377409950999997</c:v>
                      </c:pt>
                      <c:pt idx="248">
                        <c:v>39.858803242999997</c:v>
                      </c:pt>
                      <c:pt idx="249">
                        <c:v>42.208417701000002</c:v>
                      </c:pt>
                      <c:pt idx="250">
                        <c:v>44.984509398999997</c:v>
                      </c:pt>
                      <c:pt idx="251">
                        <c:v>49.787967551000001</c:v>
                      </c:pt>
                      <c:pt idx="252">
                        <c:v>53.161978224000002</c:v>
                      </c:pt>
                      <c:pt idx="253">
                        <c:v>59.844706725000002</c:v>
                      </c:pt>
                      <c:pt idx="254">
                        <c:v>61.149668063</c:v>
                      </c:pt>
                      <c:pt idx="255">
                        <c:v>57.649253330000001</c:v>
                      </c:pt>
                      <c:pt idx="256">
                        <c:v>57.750488042999997</c:v>
                      </c:pt>
                      <c:pt idx="257">
                        <c:v>60.094707773000003</c:v>
                      </c:pt>
                      <c:pt idx="258">
                        <c:v>60.73584924</c:v>
                      </c:pt>
                      <c:pt idx="259">
                        <c:v>69.146521914000004</c:v>
                      </c:pt>
                      <c:pt idx="260">
                        <c:v>79.587772869999995</c:v>
                      </c:pt>
                      <c:pt idx="261">
                        <c:v>84.996813383000003</c:v>
                      </c:pt>
                      <c:pt idx="262">
                        <c:v>79.463821046999996</c:v>
                      </c:pt>
                      <c:pt idx="263">
                        <c:v>61.754117448000002</c:v>
                      </c:pt>
                      <c:pt idx="264">
                        <c:v>41.683394297</c:v>
                      </c:pt>
                      <c:pt idx="265">
                        <c:v>24.975028371000001</c:v>
                      </c:pt>
                      <c:pt idx="266">
                        <c:v>15.41513542</c:v>
                      </c:pt>
                      <c:pt idx="267">
                        <c:v>10.694172001</c:v>
                      </c:pt>
                      <c:pt idx="268">
                        <c:v>9.0126328069999992</c:v>
                      </c:pt>
                      <c:pt idx="269">
                        <c:v>12.063035548</c:v>
                      </c:pt>
                      <c:pt idx="270">
                        <c:v>22.964137665999999</c:v>
                      </c:pt>
                      <c:pt idx="271">
                        <c:v>33.145542847999998</c:v>
                      </c:pt>
                      <c:pt idx="272">
                        <c:v>39.968584853999999</c:v>
                      </c:pt>
                      <c:pt idx="273">
                        <c:v>42.794841431000002</c:v>
                      </c:pt>
                      <c:pt idx="274">
                        <c:v>45.969437421000002</c:v>
                      </c:pt>
                      <c:pt idx="275">
                        <c:v>51.555598809000003</c:v>
                      </c:pt>
                      <c:pt idx="276">
                        <c:v>54.154266708000002</c:v>
                      </c:pt>
                      <c:pt idx="277">
                        <c:v>60.840228842000002</c:v>
                      </c:pt>
                      <c:pt idx="278">
                        <c:v>61.292784801000003</c:v>
                      </c:pt>
                      <c:pt idx="279">
                        <c:v>57.977078210999998</c:v>
                      </c:pt>
                      <c:pt idx="280">
                        <c:v>57.678281339999998</c:v>
                      </c:pt>
                      <c:pt idx="281">
                        <c:v>59.740897908000001</c:v>
                      </c:pt>
                      <c:pt idx="282">
                        <c:v>60.986456838999999</c:v>
                      </c:pt>
                      <c:pt idx="283">
                        <c:v>70.068130495000005</c:v>
                      </c:pt>
                      <c:pt idx="284">
                        <c:v>80.525645830000002</c:v>
                      </c:pt>
                      <c:pt idx="285">
                        <c:v>86.284655873999995</c:v>
                      </c:pt>
                      <c:pt idx="286">
                        <c:v>79.874569952000002</c:v>
                      </c:pt>
                      <c:pt idx="287">
                        <c:v>61.699823975000001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6C6F-49E4-8F59-330269BCC199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12-10-2026'!$H$1</c15:sqref>
                        </c15:formulaRef>
                      </c:ext>
                    </c:extLst>
                    <c:strCache>
                      <c:ptCount val="1"/>
                      <c:pt idx="0">
                        <c:v>ANB-DGW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12-10-2026'!$H$2:$H$289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90.231023515000004</c:v>
                      </c:pt>
                      <c:pt idx="1">
                        <c:v>57.593578663999999</c:v>
                      </c:pt>
                      <c:pt idx="2">
                        <c:v>35.160400335000006</c:v>
                      </c:pt>
                      <c:pt idx="3">
                        <c:v>23.22746901</c:v>
                      </c:pt>
                      <c:pt idx="4">
                        <c:v>18.877729713000001</c:v>
                      </c:pt>
                      <c:pt idx="5">
                        <c:v>25.364866827999997</c:v>
                      </c:pt>
                      <c:pt idx="6">
                        <c:v>44.544000797999999</c:v>
                      </c:pt>
                      <c:pt idx="7">
                        <c:v>64.889229517000004</c:v>
                      </c:pt>
                      <c:pt idx="8">
                        <c:v>78.367939471999989</c:v>
                      </c:pt>
                      <c:pt idx="9">
                        <c:v>84.289290187999995</c:v>
                      </c:pt>
                      <c:pt idx="10">
                        <c:v>91.777068330000006</c:v>
                      </c:pt>
                      <c:pt idx="11">
                        <c:v>102.262667998</c:v>
                      </c:pt>
                      <c:pt idx="12">
                        <c:v>109.51603559500001</c:v>
                      </c:pt>
                      <c:pt idx="13">
                        <c:v>123.568937166</c:v>
                      </c:pt>
                      <c:pt idx="14">
                        <c:v>125.78603016</c:v>
                      </c:pt>
                      <c:pt idx="15">
                        <c:v>119.944925574</c:v>
                      </c:pt>
                      <c:pt idx="16">
                        <c:v>110.79574732500001</c:v>
                      </c:pt>
                      <c:pt idx="17">
                        <c:v>114.73444766099999</c:v>
                      </c:pt>
                      <c:pt idx="18">
                        <c:v>115.64549514999999</c:v>
                      </c:pt>
                      <c:pt idx="19">
                        <c:v>134.78954435899999</c:v>
                      </c:pt>
                      <c:pt idx="20">
                        <c:v>150.84446549699999</c:v>
                      </c:pt>
                      <c:pt idx="21">
                        <c:v>165.487756147</c:v>
                      </c:pt>
                      <c:pt idx="22">
                        <c:v>161.143234514</c:v>
                      </c:pt>
                      <c:pt idx="23">
                        <c:v>136.61687214900002</c:v>
                      </c:pt>
                      <c:pt idx="24">
                        <c:v>100.645630458</c:v>
                      </c:pt>
                      <c:pt idx="25">
                        <c:v>66.484691867000009</c:v>
                      </c:pt>
                      <c:pt idx="26">
                        <c:v>40.972336560000002</c:v>
                      </c:pt>
                      <c:pt idx="27">
                        <c:v>26.597621345</c:v>
                      </c:pt>
                      <c:pt idx="28">
                        <c:v>20.056815722</c:v>
                      </c:pt>
                      <c:pt idx="29">
                        <c:v>24.482188491999999</c:v>
                      </c:pt>
                      <c:pt idx="30">
                        <c:v>38.923278382999996</c:v>
                      </c:pt>
                      <c:pt idx="31">
                        <c:v>58.099700231</c:v>
                      </c:pt>
                      <c:pt idx="32">
                        <c:v>79.007380450999989</c:v>
                      </c:pt>
                      <c:pt idx="33">
                        <c:v>92.213357895000001</c:v>
                      </c:pt>
                      <c:pt idx="34">
                        <c:v>102.83775610800001</c:v>
                      </c:pt>
                      <c:pt idx="35">
                        <c:v>114.655830283</c:v>
                      </c:pt>
                      <c:pt idx="36">
                        <c:v>115.182450226</c:v>
                      </c:pt>
                      <c:pt idx="37">
                        <c:v>126.196266967</c:v>
                      </c:pt>
                      <c:pt idx="38">
                        <c:v>144.88408942000001</c:v>
                      </c:pt>
                      <c:pt idx="39">
                        <c:v>133.68625767500001</c:v>
                      </c:pt>
                      <c:pt idx="40">
                        <c:v>119.56601803699999</c:v>
                      </c:pt>
                      <c:pt idx="41">
                        <c:v>120.863963535</c:v>
                      </c:pt>
                      <c:pt idx="42">
                        <c:v>118.6962082</c:v>
                      </c:pt>
                      <c:pt idx="43">
                        <c:v>136.70585679800001</c:v>
                      </c:pt>
                      <c:pt idx="44">
                        <c:v>154.62782814399998</c:v>
                      </c:pt>
                      <c:pt idx="45">
                        <c:v>171.14409347899999</c:v>
                      </c:pt>
                      <c:pt idx="46">
                        <c:v>166.22698759100001</c:v>
                      </c:pt>
                      <c:pt idx="47">
                        <c:v>141.30850387000001</c:v>
                      </c:pt>
                      <c:pt idx="48">
                        <c:v>104.497596168</c:v>
                      </c:pt>
                      <c:pt idx="49">
                        <c:v>68.643697716999995</c:v>
                      </c:pt>
                      <c:pt idx="50">
                        <c:v>41.292036519</c:v>
                      </c:pt>
                      <c:pt idx="51">
                        <c:v>26.296578928000002</c:v>
                      </c:pt>
                      <c:pt idx="52">
                        <c:v>19.841832142000001</c:v>
                      </c:pt>
                      <c:pt idx="53">
                        <c:v>24.744111098000001</c:v>
                      </c:pt>
                      <c:pt idx="54">
                        <c:v>40.843550694000001</c:v>
                      </c:pt>
                      <c:pt idx="55">
                        <c:v>61.025585554999992</c:v>
                      </c:pt>
                      <c:pt idx="56">
                        <c:v>79.920289412000002</c:v>
                      </c:pt>
                      <c:pt idx="57">
                        <c:v>90.472464293999991</c:v>
                      </c:pt>
                      <c:pt idx="58">
                        <c:v>97.794888380000003</c:v>
                      </c:pt>
                      <c:pt idx="59">
                        <c:v>108.080278076</c:v>
                      </c:pt>
                      <c:pt idx="60">
                        <c:v>112.85702682100001</c:v>
                      </c:pt>
                      <c:pt idx="61">
                        <c:v>130.18419555700001</c:v>
                      </c:pt>
                      <c:pt idx="62">
                        <c:v>133.36482815900001</c:v>
                      </c:pt>
                      <c:pt idx="63">
                        <c:v>124.67686399900001</c:v>
                      </c:pt>
                      <c:pt idx="64">
                        <c:v>114.365652548</c:v>
                      </c:pt>
                      <c:pt idx="65">
                        <c:v>117.85611062999999</c:v>
                      </c:pt>
                      <c:pt idx="66">
                        <c:v>116.58789991399999</c:v>
                      </c:pt>
                      <c:pt idx="67">
                        <c:v>133.03054594099999</c:v>
                      </c:pt>
                      <c:pt idx="68">
                        <c:v>150.74055155100001</c:v>
                      </c:pt>
                      <c:pt idx="69">
                        <c:v>165.41052727900001</c:v>
                      </c:pt>
                      <c:pt idx="70">
                        <c:v>157.68253085999999</c:v>
                      </c:pt>
                      <c:pt idx="71">
                        <c:v>128.13556153299999</c:v>
                      </c:pt>
                      <c:pt idx="72">
                        <c:v>89.268646243999996</c:v>
                      </c:pt>
                      <c:pt idx="73">
                        <c:v>55.395754460999996</c:v>
                      </c:pt>
                      <c:pt idx="74">
                        <c:v>33.696951298999998</c:v>
                      </c:pt>
                      <c:pt idx="75">
                        <c:v>22.448157852999998</c:v>
                      </c:pt>
                      <c:pt idx="76">
                        <c:v>18.330101051</c:v>
                      </c:pt>
                      <c:pt idx="77">
                        <c:v>24.240341917000002</c:v>
                      </c:pt>
                      <c:pt idx="78">
                        <c:v>42.951397178000001</c:v>
                      </c:pt>
                      <c:pt idx="79">
                        <c:v>61.333657262000003</c:v>
                      </c:pt>
                      <c:pt idx="80">
                        <c:v>75.401855963000003</c:v>
                      </c:pt>
                      <c:pt idx="81">
                        <c:v>81.544345440000001</c:v>
                      </c:pt>
                      <c:pt idx="82">
                        <c:v>88.334087635000003</c:v>
                      </c:pt>
                      <c:pt idx="83">
                        <c:v>98.700905781000003</c:v>
                      </c:pt>
                      <c:pt idx="84">
                        <c:v>104.38160721200001</c:v>
                      </c:pt>
                      <c:pt idx="85">
                        <c:v>117.03697043400001</c:v>
                      </c:pt>
                      <c:pt idx="86">
                        <c:v>119.92795061</c:v>
                      </c:pt>
                      <c:pt idx="87">
                        <c:v>112.920851129</c:v>
                      </c:pt>
                      <c:pt idx="88">
                        <c:v>109.628699928</c:v>
                      </c:pt>
                      <c:pt idx="89">
                        <c:v>115.25854099599999</c:v>
                      </c:pt>
                      <c:pt idx="90">
                        <c:v>114.97989344600001</c:v>
                      </c:pt>
                      <c:pt idx="91">
                        <c:v>132.085673689</c:v>
                      </c:pt>
                      <c:pt idx="92">
                        <c:v>151.04700009700002</c:v>
                      </c:pt>
                      <c:pt idx="93">
                        <c:v>164.592145644</c:v>
                      </c:pt>
                      <c:pt idx="94">
                        <c:v>154.599027933</c:v>
                      </c:pt>
                      <c:pt idx="95">
                        <c:v>123.07834201200001</c:v>
                      </c:pt>
                      <c:pt idx="96">
                        <c:v>83.698287597999993</c:v>
                      </c:pt>
                      <c:pt idx="97">
                        <c:v>51.762416727000002</c:v>
                      </c:pt>
                      <c:pt idx="98">
                        <c:v>31.838095512999999</c:v>
                      </c:pt>
                      <c:pt idx="99">
                        <c:v>21.608581051000002</c:v>
                      </c:pt>
                      <c:pt idx="100">
                        <c:v>17.923252814000001</c:v>
                      </c:pt>
                      <c:pt idx="101">
                        <c:v>24.285161260000002</c:v>
                      </c:pt>
                      <c:pt idx="102">
                        <c:v>44.001202996000004</c:v>
                      </c:pt>
                      <c:pt idx="103">
                        <c:v>63.262632558999996</c:v>
                      </c:pt>
                      <c:pt idx="104">
                        <c:v>76.074127994000008</c:v>
                      </c:pt>
                      <c:pt idx="105">
                        <c:v>81.903250677000003</c:v>
                      </c:pt>
                      <c:pt idx="106">
                        <c:v>88.585462078999996</c:v>
                      </c:pt>
                      <c:pt idx="107">
                        <c:v>99.627790763000007</c:v>
                      </c:pt>
                      <c:pt idx="108">
                        <c:v>105.62494225</c:v>
                      </c:pt>
                      <c:pt idx="109">
                        <c:v>118.13387672100001</c:v>
                      </c:pt>
                      <c:pt idx="110">
                        <c:v>119.00003507299999</c:v>
                      </c:pt>
                      <c:pt idx="111">
                        <c:v>112.447245053</c:v>
                      </c:pt>
                      <c:pt idx="112">
                        <c:v>109.213721746</c:v>
                      </c:pt>
                      <c:pt idx="113">
                        <c:v>112.805461063</c:v>
                      </c:pt>
                      <c:pt idx="114">
                        <c:v>113.14017844700001</c:v>
                      </c:pt>
                      <c:pt idx="115">
                        <c:v>131.11460091000001</c:v>
                      </c:pt>
                      <c:pt idx="116">
                        <c:v>150.6532971</c:v>
                      </c:pt>
                      <c:pt idx="117">
                        <c:v>165.671275944</c:v>
                      </c:pt>
                      <c:pt idx="118">
                        <c:v>155.76921511899999</c:v>
                      </c:pt>
                      <c:pt idx="119">
                        <c:v>124.75599053000001</c:v>
                      </c:pt>
                      <c:pt idx="120">
                        <c:v>85.139240208000004</c:v>
                      </c:pt>
                      <c:pt idx="121">
                        <c:v>52.591280091000002</c:v>
                      </c:pt>
                      <c:pt idx="122">
                        <c:v>31.720813112000002</c:v>
                      </c:pt>
                      <c:pt idx="123">
                        <c:v>21.512448608</c:v>
                      </c:pt>
                      <c:pt idx="124">
                        <c:v>17.703830713999999</c:v>
                      </c:pt>
                      <c:pt idx="125">
                        <c:v>23.980775156</c:v>
                      </c:pt>
                      <c:pt idx="126">
                        <c:v>44.094278219000003</c:v>
                      </c:pt>
                      <c:pt idx="127">
                        <c:v>63.897971783999999</c:v>
                      </c:pt>
                      <c:pt idx="128">
                        <c:v>77.064975191000002</c:v>
                      </c:pt>
                      <c:pt idx="129">
                        <c:v>83.026600436999999</c:v>
                      </c:pt>
                      <c:pt idx="130">
                        <c:v>90.709890689999995</c:v>
                      </c:pt>
                      <c:pt idx="131">
                        <c:v>100.288315313</c:v>
                      </c:pt>
                      <c:pt idx="132">
                        <c:v>108.82332744499999</c:v>
                      </c:pt>
                      <c:pt idx="133">
                        <c:v>127.863741569</c:v>
                      </c:pt>
                      <c:pt idx="134">
                        <c:v>129.00929240100001</c:v>
                      </c:pt>
                      <c:pt idx="135">
                        <c:v>119.86846267600001</c:v>
                      </c:pt>
                      <c:pt idx="136">
                        <c:v>111.61588069999999</c:v>
                      </c:pt>
                      <c:pt idx="137">
                        <c:v>114.724719812</c:v>
                      </c:pt>
                      <c:pt idx="138">
                        <c:v>122.35223403099999</c:v>
                      </c:pt>
                      <c:pt idx="139">
                        <c:v>139.18491604100001</c:v>
                      </c:pt>
                      <c:pt idx="140">
                        <c:v>153.16261926999999</c:v>
                      </c:pt>
                      <c:pt idx="141">
                        <c:v>166.76192323200002</c:v>
                      </c:pt>
                      <c:pt idx="142">
                        <c:v>156.38379819900001</c:v>
                      </c:pt>
                      <c:pt idx="143">
                        <c:v>124.12766780999999</c:v>
                      </c:pt>
                      <c:pt idx="144">
                        <c:v>86.826795099999998</c:v>
                      </c:pt>
                      <c:pt idx="145">
                        <c:v>54.162436381000006</c:v>
                      </c:pt>
                      <c:pt idx="146">
                        <c:v>33.704711097000001</c:v>
                      </c:pt>
                      <c:pt idx="147">
                        <c:v>22.007555849999999</c:v>
                      </c:pt>
                      <c:pt idx="148">
                        <c:v>17.861682332999997</c:v>
                      </c:pt>
                      <c:pt idx="149">
                        <c:v>24.547983191</c:v>
                      </c:pt>
                      <c:pt idx="150">
                        <c:v>45.560427677999996</c:v>
                      </c:pt>
                      <c:pt idx="151">
                        <c:v>65.041110167999989</c:v>
                      </c:pt>
                      <c:pt idx="152">
                        <c:v>78.781219907000008</c:v>
                      </c:pt>
                      <c:pt idx="153">
                        <c:v>84.228306922999991</c:v>
                      </c:pt>
                      <c:pt idx="154">
                        <c:v>90.561917716000011</c:v>
                      </c:pt>
                      <c:pt idx="155">
                        <c:v>100.62783245099999</c:v>
                      </c:pt>
                      <c:pt idx="156">
                        <c:v>106.258685176</c:v>
                      </c:pt>
                      <c:pt idx="157">
                        <c:v>118.643468958</c:v>
                      </c:pt>
                      <c:pt idx="158">
                        <c:v>120.682261442</c:v>
                      </c:pt>
                      <c:pt idx="159">
                        <c:v>113.59402313999999</c:v>
                      </c:pt>
                      <c:pt idx="160">
                        <c:v>111.67717273400001</c:v>
                      </c:pt>
                      <c:pt idx="161">
                        <c:v>115.539508465</c:v>
                      </c:pt>
                      <c:pt idx="162">
                        <c:v>115.585284183</c:v>
                      </c:pt>
                      <c:pt idx="163">
                        <c:v>132.83446459199999</c:v>
                      </c:pt>
                      <c:pt idx="164">
                        <c:v>151.07496267499999</c:v>
                      </c:pt>
                      <c:pt idx="165">
                        <c:v>164.152793484</c:v>
                      </c:pt>
                      <c:pt idx="166">
                        <c:v>155.96351376600001</c:v>
                      </c:pt>
                      <c:pt idx="167">
                        <c:v>124.486790649</c:v>
                      </c:pt>
                      <c:pt idx="168">
                        <c:v>85.681715623999992</c:v>
                      </c:pt>
                      <c:pt idx="169">
                        <c:v>52.975695591000004</c:v>
                      </c:pt>
                      <c:pt idx="170">
                        <c:v>32.467965022000001</c:v>
                      </c:pt>
                      <c:pt idx="171">
                        <c:v>22.052569611999999</c:v>
                      </c:pt>
                      <c:pt idx="172">
                        <c:v>18.349286941000003</c:v>
                      </c:pt>
                      <c:pt idx="173">
                        <c:v>25.085564994999999</c:v>
                      </c:pt>
                      <c:pt idx="174">
                        <c:v>46.737117644999998</c:v>
                      </c:pt>
                      <c:pt idx="175">
                        <c:v>68.068783461999999</c:v>
                      </c:pt>
                      <c:pt idx="176">
                        <c:v>84.987864381000009</c:v>
                      </c:pt>
                      <c:pt idx="177">
                        <c:v>95.872295801000007</c:v>
                      </c:pt>
                      <c:pt idx="178">
                        <c:v>97.434019309999996</c:v>
                      </c:pt>
                      <c:pt idx="179">
                        <c:v>105.148008257</c:v>
                      </c:pt>
                      <c:pt idx="180">
                        <c:v>112.77463472599999</c:v>
                      </c:pt>
                      <c:pt idx="181">
                        <c:v>125.67699887399999</c:v>
                      </c:pt>
                      <c:pt idx="182">
                        <c:v>126.48720962600001</c:v>
                      </c:pt>
                      <c:pt idx="183">
                        <c:v>119.170268724</c:v>
                      </c:pt>
                      <c:pt idx="184">
                        <c:v>112.90507916</c:v>
                      </c:pt>
                      <c:pt idx="185">
                        <c:v>115.919743396</c:v>
                      </c:pt>
                      <c:pt idx="186">
                        <c:v>119.02465570199999</c:v>
                      </c:pt>
                      <c:pt idx="187">
                        <c:v>138.00446410500001</c:v>
                      </c:pt>
                      <c:pt idx="188">
                        <c:v>155.885027775</c:v>
                      </c:pt>
                      <c:pt idx="189">
                        <c:v>168.250207566</c:v>
                      </c:pt>
                      <c:pt idx="190">
                        <c:v>162.04001099300001</c:v>
                      </c:pt>
                      <c:pt idx="191">
                        <c:v>134.36857429700001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6C6F-49E4-8F59-330269BCC199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12-10-2026'!$I$1</c15:sqref>
                        </c15:formulaRef>
                      </c:ext>
                    </c:extLst>
                    <c:strCache>
                      <c:ptCount val="1"/>
                      <c:pt idx="0">
                        <c:v>BMR-DGW1 SGi 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12-10-2026'!$I$2:$I$289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20.503738777999999</c:v>
                      </c:pt>
                      <c:pt idx="1">
                        <c:v>12.479797476</c:v>
                      </c:pt>
                      <c:pt idx="2">
                        <c:v>6.9911246069999997</c:v>
                      </c:pt>
                      <c:pt idx="3">
                        <c:v>4.3475962800000003</c:v>
                      </c:pt>
                      <c:pt idx="4">
                        <c:v>3.2577272000000002</c:v>
                      </c:pt>
                      <c:pt idx="5">
                        <c:v>3.8927321209999999</c:v>
                      </c:pt>
                      <c:pt idx="6">
                        <c:v>7.9369419069999996</c:v>
                      </c:pt>
                      <c:pt idx="7">
                        <c:v>12.267516672999999</c:v>
                      </c:pt>
                      <c:pt idx="8">
                        <c:v>14.924779098</c:v>
                      </c:pt>
                      <c:pt idx="9">
                        <c:v>16.541799906000001</c:v>
                      </c:pt>
                      <c:pt idx="10">
                        <c:v>18.517862257000001</c:v>
                      </c:pt>
                      <c:pt idx="11">
                        <c:v>20.982998929000001</c:v>
                      </c:pt>
                      <c:pt idx="12">
                        <c:v>23.101838512</c:v>
                      </c:pt>
                      <c:pt idx="13">
                        <c:v>26.494430547</c:v>
                      </c:pt>
                      <c:pt idx="14">
                        <c:v>27.310882470999999</c:v>
                      </c:pt>
                      <c:pt idx="15">
                        <c:v>26.366519037</c:v>
                      </c:pt>
                      <c:pt idx="16">
                        <c:v>22.97038641</c:v>
                      </c:pt>
                      <c:pt idx="17">
                        <c:v>23.505286749</c:v>
                      </c:pt>
                      <c:pt idx="18">
                        <c:v>23.382033937999999</c:v>
                      </c:pt>
                      <c:pt idx="19">
                        <c:v>27.745214467</c:v>
                      </c:pt>
                      <c:pt idx="20">
                        <c:v>31.010420831000001</c:v>
                      </c:pt>
                      <c:pt idx="21">
                        <c:v>35.943908409999999</c:v>
                      </c:pt>
                      <c:pt idx="22">
                        <c:v>35.563306046999998</c:v>
                      </c:pt>
                      <c:pt idx="23">
                        <c:v>30.484310853</c:v>
                      </c:pt>
                      <c:pt idx="24">
                        <c:v>22.436407778</c:v>
                      </c:pt>
                      <c:pt idx="25">
                        <c:v>14.288766369999999</c:v>
                      </c:pt>
                      <c:pt idx="26">
                        <c:v>8.4278774030000001</c:v>
                      </c:pt>
                      <c:pt idx="27">
                        <c:v>5.0871982219999996</c:v>
                      </c:pt>
                      <c:pt idx="28">
                        <c:v>3.5257184289999999</c:v>
                      </c:pt>
                      <c:pt idx="29">
                        <c:v>3.793182141</c:v>
                      </c:pt>
                      <c:pt idx="30">
                        <c:v>6.930885451</c:v>
                      </c:pt>
                      <c:pt idx="31">
                        <c:v>10.579326102</c:v>
                      </c:pt>
                      <c:pt idx="32">
                        <c:v>15.034635265</c:v>
                      </c:pt>
                      <c:pt idx="33">
                        <c:v>18.496935178000001</c:v>
                      </c:pt>
                      <c:pt idx="34">
                        <c:v>21.272313683</c:v>
                      </c:pt>
                      <c:pt idx="35">
                        <c:v>24.536567261999998</c:v>
                      </c:pt>
                      <c:pt idx="36">
                        <c:v>25.056133167999999</c:v>
                      </c:pt>
                      <c:pt idx="37">
                        <c:v>26.999611357999999</c:v>
                      </c:pt>
                      <c:pt idx="38">
                        <c:v>31.595986500999999</c:v>
                      </c:pt>
                      <c:pt idx="39">
                        <c:v>29.469453266999999</c:v>
                      </c:pt>
                      <c:pt idx="40">
                        <c:v>24.203546337999999</c:v>
                      </c:pt>
                      <c:pt idx="41">
                        <c:v>24.57201586</c:v>
                      </c:pt>
                      <c:pt idx="42">
                        <c:v>24.521048624999999</c:v>
                      </c:pt>
                      <c:pt idx="43">
                        <c:v>29.116840327999999</c:v>
                      </c:pt>
                      <c:pt idx="44">
                        <c:v>32.407007403000001</c:v>
                      </c:pt>
                      <c:pt idx="45">
                        <c:v>37.691726228999997</c:v>
                      </c:pt>
                      <c:pt idx="46">
                        <c:v>36.784256091000003</c:v>
                      </c:pt>
                      <c:pt idx="47">
                        <c:v>31.747970612</c:v>
                      </c:pt>
                      <c:pt idx="48">
                        <c:v>23.118827265</c:v>
                      </c:pt>
                      <c:pt idx="49">
                        <c:v>14.684160897</c:v>
                      </c:pt>
                      <c:pt idx="50">
                        <c:v>8.4290903000000004</c:v>
                      </c:pt>
                      <c:pt idx="51">
                        <c:v>5.0535621080000004</c:v>
                      </c:pt>
                      <c:pt idx="52">
                        <c:v>3.6226410969999998</c:v>
                      </c:pt>
                      <c:pt idx="53">
                        <c:v>3.993191328</c:v>
                      </c:pt>
                      <c:pt idx="54">
                        <c:v>7.3027386429999996</c:v>
                      </c:pt>
                      <c:pt idx="55">
                        <c:v>11.067845953000001</c:v>
                      </c:pt>
                      <c:pt idx="56">
                        <c:v>15.191328760999999</c:v>
                      </c:pt>
                      <c:pt idx="57">
                        <c:v>17.799614486999999</c:v>
                      </c:pt>
                      <c:pt idx="58">
                        <c:v>19.811124283000002</c:v>
                      </c:pt>
                      <c:pt idx="59">
                        <c:v>22.071682455000001</c:v>
                      </c:pt>
                      <c:pt idx="60">
                        <c:v>23.422888438000001</c:v>
                      </c:pt>
                      <c:pt idx="61">
                        <c:v>27.153518243000001</c:v>
                      </c:pt>
                      <c:pt idx="62">
                        <c:v>28.616359823</c:v>
                      </c:pt>
                      <c:pt idx="63">
                        <c:v>27.383921390000001</c:v>
                      </c:pt>
                      <c:pt idx="64">
                        <c:v>23.225945617000001</c:v>
                      </c:pt>
                      <c:pt idx="65">
                        <c:v>23.808665490999999</c:v>
                      </c:pt>
                      <c:pt idx="66">
                        <c:v>23.889477668000001</c:v>
                      </c:pt>
                      <c:pt idx="67">
                        <c:v>28.234251115999999</c:v>
                      </c:pt>
                      <c:pt idx="68">
                        <c:v>31.453935478999998</c:v>
                      </c:pt>
                      <c:pt idx="69">
                        <c:v>36.324943073</c:v>
                      </c:pt>
                      <c:pt idx="70">
                        <c:v>35.284452459999997</c:v>
                      </c:pt>
                      <c:pt idx="71">
                        <c:v>29.118554178</c:v>
                      </c:pt>
                      <c:pt idx="72">
                        <c:v>19.995381846000001</c:v>
                      </c:pt>
                      <c:pt idx="73">
                        <c:v>11.968878201000001</c:v>
                      </c:pt>
                      <c:pt idx="74">
                        <c:v>6.7401356669999997</c:v>
                      </c:pt>
                      <c:pt idx="75">
                        <c:v>4.1727615289999997</c:v>
                      </c:pt>
                      <c:pt idx="76">
                        <c:v>3.1942599550000002</c:v>
                      </c:pt>
                      <c:pt idx="77">
                        <c:v>3.7103736779999998</c:v>
                      </c:pt>
                      <c:pt idx="78">
                        <c:v>7.6937006649999997</c:v>
                      </c:pt>
                      <c:pt idx="79">
                        <c:v>11.630570365000001</c:v>
                      </c:pt>
                      <c:pt idx="80">
                        <c:v>14.52674279</c:v>
                      </c:pt>
                      <c:pt idx="81">
                        <c:v>16.073180273999998</c:v>
                      </c:pt>
                      <c:pt idx="82">
                        <c:v>17.825434688000001</c:v>
                      </c:pt>
                      <c:pt idx="83">
                        <c:v>20.587285349999998</c:v>
                      </c:pt>
                      <c:pt idx="84">
                        <c:v>21.891266262999999</c:v>
                      </c:pt>
                      <c:pt idx="85">
                        <c:v>24.796959212000001</c:v>
                      </c:pt>
                      <c:pt idx="86">
                        <c:v>25.187454585000001</c:v>
                      </c:pt>
                      <c:pt idx="87">
                        <c:v>24.502350852999999</c:v>
                      </c:pt>
                      <c:pt idx="88">
                        <c:v>22.265728292999999</c:v>
                      </c:pt>
                      <c:pt idx="89">
                        <c:v>23.625786595000001</c:v>
                      </c:pt>
                      <c:pt idx="90">
                        <c:v>23.562140806999999</c:v>
                      </c:pt>
                      <c:pt idx="91">
                        <c:v>28.151051109000001</c:v>
                      </c:pt>
                      <c:pt idx="92">
                        <c:v>31.519462783000002</c:v>
                      </c:pt>
                      <c:pt idx="93">
                        <c:v>36.094267649999999</c:v>
                      </c:pt>
                      <c:pt idx="94">
                        <c:v>34.604852745999999</c:v>
                      </c:pt>
                      <c:pt idx="95">
                        <c:v>28.042251792999998</c:v>
                      </c:pt>
                      <c:pt idx="96">
                        <c:v>18.905430170999999</c:v>
                      </c:pt>
                      <c:pt idx="97">
                        <c:v>11.082682116000001</c:v>
                      </c:pt>
                      <c:pt idx="98">
                        <c:v>6.3242040209999999</c:v>
                      </c:pt>
                      <c:pt idx="99">
                        <c:v>3.9838188589999999</c:v>
                      </c:pt>
                      <c:pt idx="100">
                        <c:v>3.1000860129999999</c:v>
                      </c:pt>
                      <c:pt idx="101">
                        <c:v>3.693235075</c:v>
                      </c:pt>
                      <c:pt idx="102">
                        <c:v>7.806561694</c:v>
                      </c:pt>
                      <c:pt idx="103">
                        <c:v>12.23696539</c:v>
                      </c:pt>
                      <c:pt idx="104">
                        <c:v>14.684208915999999</c:v>
                      </c:pt>
                      <c:pt idx="105">
                        <c:v>16.077688554000002</c:v>
                      </c:pt>
                      <c:pt idx="106">
                        <c:v>17.750741566999999</c:v>
                      </c:pt>
                      <c:pt idx="107">
                        <c:v>20.388466133000001</c:v>
                      </c:pt>
                      <c:pt idx="108">
                        <c:v>21.921248389999999</c:v>
                      </c:pt>
                      <c:pt idx="109">
                        <c:v>25.009257852000001</c:v>
                      </c:pt>
                      <c:pt idx="110">
                        <c:v>25.494510900000002</c:v>
                      </c:pt>
                      <c:pt idx="111">
                        <c:v>24.800547748</c:v>
                      </c:pt>
                      <c:pt idx="112">
                        <c:v>22.274228950000001</c:v>
                      </c:pt>
                      <c:pt idx="113">
                        <c:v>23.47132663</c:v>
                      </c:pt>
                      <c:pt idx="114">
                        <c:v>23.446627796000001</c:v>
                      </c:pt>
                      <c:pt idx="115">
                        <c:v>27.982620021999999</c:v>
                      </c:pt>
                      <c:pt idx="116">
                        <c:v>31.499827566</c:v>
                      </c:pt>
                      <c:pt idx="117">
                        <c:v>36.569523965000002</c:v>
                      </c:pt>
                      <c:pt idx="118">
                        <c:v>34.885123749000002</c:v>
                      </c:pt>
                      <c:pt idx="119">
                        <c:v>28.36644476</c:v>
                      </c:pt>
                      <c:pt idx="120">
                        <c:v>19.119880591000001</c:v>
                      </c:pt>
                      <c:pt idx="121">
                        <c:v>11.270251665</c:v>
                      </c:pt>
                      <c:pt idx="122">
                        <c:v>6.3392835319999996</c:v>
                      </c:pt>
                      <c:pt idx="123">
                        <c:v>4.0220061950000003</c:v>
                      </c:pt>
                      <c:pt idx="124">
                        <c:v>3.1160373080000001</c:v>
                      </c:pt>
                      <c:pt idx="125">
                        <c:v>3.6598260200000001</c:v>
                      </c:pt>
                      <c:pt idx="126">
                        <c:v>7.9517287980000004</c:v>
                      </c:pt>
                      <c:pt idx="127">
                        <c:v>12.192166158999999</c:v>
                      </c:pt>
                      <c:pt idx="128">
                        <c:v>14.529297186999999</c:v>
                      </c:pt>
                      <c:pt idx="129">
                        <c:v>16.146638165999999</c:v>
                      </c:pt>
                      <c:pt idx="130">
                        <c:v>18.146255767</c:v>
                      </c:pt>
                      <c:pt idx="131">
                        <c:v>20.691160755999999</c:v>
                      </c:pt>
                      <c:pt idx="132">
                        <c:v>22.823809994000001</c:v>
                      </c:pt>
                      <c:pt idx="133">
                        <c:v>27.094559032999999</c:v>
                      </c:pt>
                      <c:pt idx="134">
                        <c:v>27.557258206</c:v>
                      </c:pt>
                      <c:pt idx="135">
                        <c:v>25.914704440000001</c:v>
                      </c:pt>
                      <c:pt idx="136">
                        <c:v>22.535489363</c:v>
                      </c:pt>
                      <c:pt idx="137">
                        <c:v>23.483181587000001</c:v>
                      </c:pt>
                      <c:pt idx="138">
                        <c:v>25.328622784</c:v>
                      </c:pt>
                      <c:pt idx="139">
                        <c:v>29.158372289999999</c:v>
                      </c:pt>
                      <c:pt idx="140">
                        <c:v>31.588716671</c:v>
                      </c:pt>
                      <c:pt idx="141">
                        <c:v>36.293959440999998</c:v>
                      </c:pt>
                      <c:pt idx="142">
                        <c:v>34.669037836999998</c:v>
                      </c:pt>
                      <c:pt idx="143">
                        <c:v>28.928594683</c:v>
                      </c:pt>
                      <c:pt idx="144">
                        <c:v>20.264667792000001</c:v>
                      </c:pt>
                      <c:pt idx="145">
                        <c:v>12.083444642</c:v>
                      </c:pt>
                      <c:pt idx="146">
                        <c:v>7.2078506119999997</c:v>
                      </c:pt>
                      <c:pt idx="147">
                        <c:v>4.2192279490000004</c:v>
                      </c:pt>
                      <c:pt idx="148">
                        <c:v>3.1862874109999999</c:v>
                      </c:pt>
                      <c:pt idx="149">
                        <c:v>3.7854060920000001</c:v>
                      </c:pt>
                      <c:pt idx="150">
                        <c:v>8.1010931119999992</c:v>
                      </c:pt>
                      <c:pt idx="151">
                        <c:v>12.227061925999999</c:v>
                      </c:pt>
                      <c:pt idx="152">
                        <c:v>14.754776247000001</c:v>
                      </c:pt>
                      <c:pt idx="153">
                        <c:v>16.140126939000002</c:v>
                      </c:pt>
                      <c:pt idx="154">
                        <c:v>17.968221269000001</c:v>
                      </c:pt>
                      <c:pt idx="155">
                        <c:v>20.306789212999998</c:v>
                      </c:pt>
                      <c:pt idx="156">
                        <c:v>21.93841488</c:v>
                      </c:pt>
                      <c:pt idx="157">
                        <c:v>24.876758895999998</c:v>
                      </c:pt>
                      <c:pt idx="158">
                        <c:v>25.519181409000002</c:v>
                      </c:pt>
                      <c:pt idx="159">
                        <c:v>24.540995594999998</c:v>
                      </c:pt>
                      <c:pt idx="160">
                        <c:v>22.649500865</c:v>
                      </c:pt>
                      <c:pt idx="161">
                        <c:v>24.077783381</c:v>
                      </c:pt>
                      <c:pt idx="162">
                        <c:v>24.149254603999999</c:v>
                      </c:pt>
                      <c:pt idx="163">
                        <c:v>28.255458054999998</c:v>
                      </c:pt>
                      <c:pt idx="164">
                        <c:v>31.462613390000001</c:v>
                      </c:pt>
                      <c:pt idx="165">
                        <c:v>36.010962171000003</c:v>
                      </c:pt>
                      <c:pt idx="166">
                        <c:v>34.423980151999999</c:v>
                      </c:pt>
                      <c:pt idx="167">
                        <c:v>27.563088086</c:v>
                      </c:pt>
                      <c:pt idx="168">
                        <c:v>18.811941519000001</c:v>
                      </c:pt>
                      <c:pt idx="169">
                        <c:v>11.159006914000001</c:v>
                      </c:pt>
                      <c:pt idx="170">
                        <c:v>6.4002210230000003</c:v>
                      </c:pt>
                      <c:pt idx="171">
                        <c:v>4.0130153899999996</c:v>
                      </c:pt>
                      <c:pt idx="172">
                        <c:v>3.1291753280000001</c:v>
                      </c:pt>
                      <c:pt idx="173">
                        <c:v>3.8024749720000002</c:v>
                      </c:pt>
                      <c:pt idx="174">
                        <c:v>8.1996919300000002</c:v>
                      </c:pt>
                      <c:pt idx="175">
                        <c:v>12.753359628</c:v>
                      </c:pt>
                      <c:pt idx="176">
                        <c:v>15.771783321999999</c:v>
                      </c:pt>
                      <c:pt idx="177">
                        <c:v>18.071730602999999</c:v>
                      </c:pt>
                      <c:pt idx="178">
                        <c:v>19.457917733999999</c:v>
                      </c:pt>
                      <c:pt idx="179">
                        <c:v>21.314392193</c:v>
                      </c:pt>
                      <c:pt idx="180">
                        <c:v>23.218097241999999</c:v>
                      </c:pt>
                      <c:pt idx="181">
                        <c:v>26.238298203999999</c:v>
                      </c:pt>
                      <c:pt idx="182">
                        <c:v>26.883395892999999</c:v>
                      </c:pt>
                      <c:pt idx="183">
                        <c:v>25.711689859</c:v>
                      </c:pt>
                      <c:pt idx="184">
                        <c:v>22.870948698999999</c:v>
                      </c:pt>
                      <c:pt idx="185">
                        <c:v>23.862970272999998</c:v>
                      </c:pt>
                      <c:pt idx="186">
                        <c:v>24.121158197</c:v>
                      </c:pt>
                      <c:pt idx="187">
                        <c:v>28.808317035000002</c:v>
                      </c:pt>
                      <c:pt idx="188">
                        <c:v>32.117525049000001</c:v>
                      </c:pt>
                      <c:pt idx="189">
                        <c:v>36.448169342</c:v>
                      </c:pt>
                      <c:pt idx="190">
                        <c:v>35.537485908999997</c:v>
                      </c:pt>
                      <c:pt idx="191">
                        <c:v>29.759094942000001</c:v>
                      </c:pt>
                      <c:pt idx="192">
                        <c:v>21.297251154000001</c:v>
                      </c:pt>
                      <c:pt idx="193">
                        <c:v>13.539310205</c:v>
                      </c:pt>
                      <c:pt idx="194">
                        <c:v>7.8748917650000001</c:v>
                      </c:pt>
                      <c:pt idx="195">
                        <c:v>4.8790966979999997</c:v>
                      </c:pt>
                      <c:pt idx="196">
                        <c:v>3.4690751820000001</c:v>
                      </c:pt>
                      <c:pt idx="197">
                        <c:v>3.674780749</c:v>
                      </c:pt>
                      <c:pt idx="198">
                        <c:v>7.2304108060000001</c:v>
                      </c:pt>
                      <c:pt idx="199">
                        <c:v>11.00269207</c:v>
                      </c:pt>
                      <c:pt idx="200">
                        <c:v>15.388810491999999</c:v>
                      </c:pt>
                      <c:pt idx="201">
                        <c:v>18.390224678999999</c:v>
                      </c:pt>
                      <c:pt idx="202">
                        <c:v>21.196135312999999</c:v>
                      </c:pt>
                      <c:pt idx="203">
                        <c:v>24.050991135</c:v>
                      </c:pt>
                      <c:pt idx="204">
                        <c:v>24.358244499000001</c:v>
                      </c:pt>
                      <c:pt idx="205">
                        <c:v>26.395667577000001</c:v>
                      </c:pt>
                      <c:pt idx="206">
                        <c:v>30.640055505999999</c:v>
                      </c:pt>
                      <c:pt idx="207">
                        <c:v>28.127913129</c:v>
                      </c:pt>
                      <c:pt idx="208">
                        <c:v>23.715602632</c:v>
                      </c:pt>
                      <c:pt idx="209">
                        <c:v>24.272101719999998</c:v>
                      </c:pt>
                      <c:pt idx="210">
                        <c:v>23.994818675000001</c:v>
                      </c:pt>
                      <c:pt idx="211">
                        <c:v>28.984683576999998</c:v>
                      </c:pt>
                      <c:pt idx="212">
                        <c:v>32.536057239999998</c:v>
                      </c:pt>
                      <c:pt idx="213">
                        <c:v>37.162039532999998</c:v>
                      </c:pt>
                      <c:pt idx="214">
                        <c:v>36.491588927999999</c:v>
                      </c:pt>
                      <c:pt idx="215">
                        <c:v>30.434770845999999</c:v>
                      </c:pt>
                      <c:pt idx="216">
                        <c:v>21.467852957000002</c:v>
                      </c:pt>
                      <c:pt idx="217">
                        <c:v>12.992269681</c:v>
                      </c:pt>
                      <c:pt idx="218">
                        <c:v>7.475550149</c:v>
                      </c:pt>
                      <c:pt idx="219">
                        <c:v>4.5109935700000001</c:v>
                      </c:pt>
                      <c:pt idx="220">
                        <c:v>3.307809351</c:v>
                      </c:pt>
                      <c:pt idx="221">
                        <c:v>3.61994032</c:v>
                      </c:pt>
                      <c:pt idx="222">
                        <c:v>7.2131376490000001</c:v>
                      </c:pt>
                      <c:pt idx="223">
                        <c:v>11.239337580999999</c:v>
                      </c:pt>
                      <c:pt idx="224">
                        <c:v>15.041555203</c:v>
                      </c:pt>
                      <c:pt idx="225">
                        <c:v>17.464318340999998</c:v>
                      </c:pt>
                      <c:pt idx="226">
                        <c:v>19.302320869999999</c:v>
                      </c:pt>
                      <c:pt idx="227">
                        <c:v>21.507638198999999</c:v>
                      </c:pt>
                      <c:pt idx="228">
                        <c:v>22.842897911000001</c:v>
                      </c:pt>
                      <c:pt idx="229">
                        <c:v>26.997366836000001</c:v>
                      </c:pt>
                      <c:pt idx="230">
                        <c:v>28.289772551999999</c:v>
                      </c:pt>
                      <c:pt idx="231">
                        <c:v>26.642841321999999</c:v>
                      </c:pt>
                      <c:pt idx="232">
                        <c:v>23.132616529</c:v>
                      </c:pt>
                      <c:pt idx="233">
                        <c:v>23.910491561000001</c:v>
                      </c:pt>
                      <c:pt idx="234">
                        <c:v>24.163914311999999</c:v>
                      </c:pt>
                      <c:pt idx="235">
                        <c:v>28.389761323999998</c:v>
                      </c:pt>
                      <c:pt idx="236">
                        <c:v>32.510205628000001</c:v>
                      </c:pt>
                      <c:pt idx="237">
                        <c:v>37.167334238000002</c:v>
                      </c:pt>
                      <c:pt idx="238">
                        <c:v>34.701396516999999</c:v>
                      </c:pt>
                      <c:pt idx="239">
                        <c:v>27.773855176000001</c:v>
                      </c:pt>
                      <c:pt idx="240">
                        <c:v>18.460975538</c:v>
                      </c:pt>
                      <c:pt idx="241">
                        <c:v>10.92827426</c:v>
                      </c:pt>
                      <c:pt idx="242">
                        <c:v>6.2534828290000002</c:v>
                      </c:pt>
                      <c:pt idx="243">
                        <c:v>4.0233712739999996</c:v>
                      </c:pt>
                      <c:pt idx="244">
                        <c:v>3.1235692099999999</c:v>
                      </c:pt>
                      <c:pt idx="245">
                        <c:v>3.6108854990000001</c:v>
                      </c:pt>
                      <c:pt idx="246">
                        <c:v>7.7343417539999999</c:v>
                      </c:pt>
                      <c:pt idx="247">
                        <c:v>11.762020328</c:v>
                      </c:pt>
                      <c:pt idx="248">
                        <c:v>14.494629057999999</c:v>
                      </c:pt>
                      <c:pt idx="249">
                        <c:v>15.430342606</c:v>
                      </c:pt>
                      <c:pt idx="250">
                        <c:v>17.05880818</c:v>
                      </c:pt>
                      <c:pt idx="251">
                        <c:v>19.537115265000001</c:v>
                      </c:pt>
                      <c:pt idx="252">
                        <c:v>21.221972795999999</c:v>
                      </c:pt>
                      <c:pt idx="253">
                        <c:v>24.367756190000001</c:v>
                      </c:pt>
                      <c:pt idx="254">
                        <c:v>25.071461077999999</c:v>
                      </c:pt>
                      <c:pt idx="255">
                        <c:v>24.088511296</c:v>
                      </c:pt>
                      <c:pt idx="256">
                        <c:v>22.528717022999999</c:v>
                      </c:pt>
                      <c:pt idx="257">
                        <c:v>24.244008053999998</c:v>
                      </c:pt>
                      <c:pt idx="258">
                        <c:v>24.473516269000001</c:v>
                      </c:pt>
                      <c:pt idx="259">
                        <c:v>28.536173739999999</c:v>
                      </c:pt>
                      <c:pt idx="260">
                        <c:v>32.430090706999998</c:v>
                      </c:pt>
                      <c:pt idx="261">
                        <c:v>36.272683029</c:v>
                      </c:pt>
                      <c:pt idx="262">
                        <c:v>34.242414056000001</c:v>
                      </c:pt>
                      <c:pt idx="263">
                        <c:v>27.045451583999998</c:v>
                      </c:pt>
                      <c:pt idx="264">
                        <c:v>17.825825171999998</c:v>
                      </c:pt>
                      <c:pt idx="265">
                        <c:v>10.497034649</c:v>
                      </c:pt>
                      <c:pt idx="266">
                        <c:v>5.937494912</c:v>
                      </c:pt>
                      <c:pt idx="267">
                        <c:v>3.8149110080000002</c:v>
                      </c:pt>
                      <c:pt idx="268">
                        <c:v>3.0554174399999998</c:v>
                      </c:pt>
                      <c:pt idx="269">
                        <c:v>3.5947938179999999</c:v>
                      </c:pt>
                      <c:pt idx="270">
                        <c:v>7.9711745729999999</c:v>
                      </c:pt>
                      <c:pt idx="271">
                        <c:v>12.198330736000001</c:v>
                      </c:pt>
                      <c:pt idx="272">
                        <c:v>14.585763964</c:v>
                      </c:pt>
                      <c:pt idx="273">
                        <c:v>15.93657537</c:v>
                      </c:pt>
                      <c:pt idx="274">
                        <c:v>17.668849466000001</c:v>
                      </c:pt>
                      <c:pt idx="275">
                        <c:v>19.967613556</c:v>
                      </c:pt>
                      <c:pt idx="276">
                        <c:v>21.797294293</c:v>
                      </c:pt>
                      <c:pt idx="277">
                        <c:v>24.807141527999999</c:v>
                      </c:pt>
                      <c:pt idx="278">
                        <c:v>25.014788303</c:v>
                      </c:pt>
                      <c:pt idx="279">
                        <c:v>24.070787688999999</c:v>
                      </c:pt>
                      <c:pt idx="280">
                        <c:v>22.653797473000001</c:v>
                      </c:pt>
                      <c:pt idx="281">
                        <c:v>24.086572492999998</c:v>
                      </c:pt>
                      <c:pt idx="282">
                        <c:v>24.092599345</c:v>
                      </c:pt>
                      <c:pt idx="283">
                        <c:v>28.599631391999999</c:v>
                      </c:pt>
                      <c:pt idx="284">
                        <c:v>32.740950089999998</c:v>
                      </c:pt>
                      <c:pt idx="285">
                        <c:v>37.015981007000001</c:v>
                      </c:pt>
                      <c:pt idx="286">
                        <c:v>34.474748697999999</c:v>
                      </c:pt>
                      <c:pt idx="287">
                        <c:v>27.162920796000002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6C6F-49E4-8F59-330269BCC199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12-10-2026'!$J$1</c15:sqref>
                        </c15:formulaRef>
                      </c:ext>
                    </c:extLst>
                    <c:strCache>
                      <c:ptCount val="1"/>
                      <c:pt idx="0">
                        <c:v>BMR-DGW1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12-10-2026'!$J$2:$J$289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2.121788864</c:v>
                      </c:pt>
                      <c:pt idx="1">
                        <c:v>1.2570672329999999</c:v>
                      </c:pt>
                      <c:pt idx="2">
                        <c:v>0.72635821199999995</c:v>
                      </c:pt>
                      <c:pt idx="3">
                        <c:v>0.47049861900000001</c:v>
                      </c:pt>
                      <c:pt idx="4">
                        <c:v>0.41394859699999997</c:v>
                      </c:pt>
                      <c:pt idx="5">
                        <c:v>0.612424843</c:v>
                      </c:pt>
                      <c:pt idx="6">
                        <c:v>1.22247083</c:v>
                      </c:pt>
                      <c:pt idx="7">
                        <c:v>1.783072518</c:v>
                      </c:pt>
                      <c:pt idx="8">
                        <c:v>1.920881131</c:v>
                      </c:pt>
                      <c:pt idx="9">
                        <c:v>1.9079571950000001</c:v>
                      </c:pt>
                      <c:pt idx="10">
                        <c:v>1.955704479</c:v>
                      </c:pt>
                      <c:pt idx="11">
                        <c:v>2.1646975350000002</c:v>
                      </c:pt>
                      <c:pt idx="12">
                        <c:v>2.4680575810000001</c:v>
                      </c:pt>
                      <c:pt idx="13">
                        <c:v>2.8305649860000002</c:v>
                      </c:pt>
                      <c:pt idx="14">
                        <c:v>2.9823086920000001</c:v>
                      </c:pt>
                      <c:pt idx="15">
                        <c:v>2.8601559820000002</c:v>
                      </c:pt>
                      <c:pt idx="16">
                        <c:v>2.3905218330000002</c:v>
                      </c:pt>
                      <c:pt idx="17">
                        <c:v>2.2023622199999999</c:v>
                      </c:pt>
                      <c:pt idx="18">
                        <c:v>2.2646771559999999</c:v>
                      </c:pt>
                      <c:pt idx="19">
                        <c:v>2.7439918630000002</c:v>
                      </c:pt>
                      <c:pt idx="20">
                        <c:v>2.9621299130000001</c:v>
                      </c:pt>
                      <c:pt idx="21">
                        <c:v>3.409913832</c:v>
                      </c:pt>
                      <c:pt idx="22">
                        <c:v>3.5346896980000002</c:v>
                      </c:pt>
                      <c:pt idx="23">
                        <c:v>3.0899426289999998</c:v>
                      </c:pt>
                      <c:pt idx="24">
                        <c:v>2.2850509579999998</c:v>
                      </c:pt>
                      <c:pt idx="25">
                        <c:v>1.431644798</c:v>
                      </c:pt>
                      <c:pt idx="26">
                        <c:v>0.83869434099999995</c:v>
                      </c:pt>
                      <c:pt idx="27">
                        <c:v>0.53614105400000001</c:v>
                      </c:pt>
                      <c:pt idx="28">
                        <c:v>0.42304219799999998</c:v>
                      </c:pt>
                      <c:pt idx="29">
                        <c:v>0.56075966099999996</c:v>
                      </c:pt>
                      <c:pt idx="30">
                        <c:v>1.0635442399999999</c:v>
                      </c:pt>
                      <c:pt idx="31">
                        <c:v>1.603162607</c:v>
                      </c:pt>
                      <c:pt idx="32">
                        <c:v>2.0701419169999999</c:v>
                      </c:pt>
                      <c:pt idx="33">
                        <c:v>2.2204380029999999</c:v>
                      </c:pt>
                      <c:pt idx="34">
                        <c:v>2.3265983960000001</c:v>
                      </c:pt>
                      <c:pt idx="35">
                        <c:v>2.599523671</c:v>
                      </c:pt>
                      <c:pt idx="36">
                        <c:v>2.77739789</c:v>
                      </c:pt>
                      <c:pt idx="37">
                        <c:v>3.0068359390000001</c:v>
                      </c:pt>
                      <c:pt idx="38">
                        <c:v>3.3414939189999999</c:v>
                      </c:pt>
                      <c:pt idx="39">
                        <c:v>3.1399882950000002</c:v>
                      </c:pt>
                      <c:pt idx="40">
                        <c:v>2.5147602899999999</c:v>
                      </c:pt>
                      <c:pt idx="41">
                        <c:v>2.3278012320000001</c:v>
                      </c:pt>
                      <c:pt idx="42">
                        <c:v>2.410646689</c:v>
                      </c:pt>
                      <c:pt idx="43">
                        <c:v>2.877553362</c:v>
                      </c:pt>
                      <c:pt idx="44">
                        <c:v>3.0694866630000002</c:v>
                      </c:pt>
                      <c:pt idx="45">
                        <c:v>3.5296338289999998</c:v>
                      </c:pt>
                      <c:pt idx="46">
                        <c:v>3.646204344</c:v>
                      </c:pt>
                      <c:pt idx="47">
                        <c:v>3.1963952459999998</c:v>
                      </c:pt>
                      <c:pt idx="48">
                        <c:v>2.3496384689999998</c:v>
                      </c:pt>
                      <c:pt idx="49">
                        <c:v>1.4410213780000001</c:v>
                      </c:pt>
                      <c:pt idx="50">
                        <c:v>0.86732615199999996</c:v>
                      </c:pt>
                      <c:pt idx="51">
                        <c:v>0.55662190199999995</c:v>
                      </c:pt>
                      <c:pt idx="52">
                        <c:v>0.47035218699999998</c:v>
                      </c:pt>
                      <c:pt idx="53">
                        <c:v>0.63422599499999999</c:v>
                      </c:pt>
                      <c:pt idx="54">
                        <c:v>1.156783501</c:v>
                      </c:pt>
                      <c:pt idx="55">
                        <c:v>1.713735113</c:v>
                      </c:pt>
                      <c:pt idx="56">
                        <c:v>2.0606859599999998</c:v>
                      </c:pt>
                      <c:pt idx="57">
                        <c:v>2.1398819389999999</c:v>
                      </c:pt>
                      <c:pt idx="58">
                        <c:v>2.1715205160000002</c:v>
                      </c:pt>
                      <c:pt idx="59">
                        <c:v>2.349348108</c:v>
                      </c:pt>
                      <c:pt idx="60">
                        <c:v>2.55902005</c:v>
                      </c:pt>
                      <c:pt idx="61">
                        <c:v>2.9374856029999998</c:v>
                      </c:pt>
                      <c:pt idx="62">
                        <c:v>3.1201474029999998</c:v>
                      </c:pt>
                      <c:pt idx="63">
                        <c:v>2.9285661850000002</c:v>
                      </c:pt>
                      <c:pt idx="64">
                        <c:v>2.408719198</c:v>
                      </c:pt>
                      <c:pt idx="65">
                        <c:v>2.2467787669999999</c:v>
                      </c:pt>
                      <c:pt idx="66">
                        <c:v>2.3205807740000002</c:v>
                      </c:pt>
                      <c:pt idx="67">
                        <c:v>2.782447275</c:v>
                      </c:pt>
                      <c:pt idx="68">
                        <c:v>3.0279090329999998</c:v>
                      </c:pt>
                      <c:pt idx="69">
                        <c:v>3.4440235260000001</c:v>
                      </c:pt>
                      <c:pt idx="70">
                        <c:v>3.5037776100000002</c:v>
                      </c:pt>
                      <c:pt idx="71">
                        <c:v>2.9801727960000002</c:v>
                      </c:pt>
                      <c:pt idx="72">
                        <c:v>2.0189243619999999</c:v>
                      </c:pt>
                      <c:pt idx="73">
                        <c:v>1.1997354840000001</c:v>
                      </c:pt>
                      <c:pt idx="74">
                        <c:v>0.72338216399999999</c:v>
                      </c:pt>
                      <c:pt idx="75">
                        <c:v>0.49856092000000002</c:v>
                      </c:pt>
                      <c:pt idx="76">
                        <c:v>0.44802069900000002</c:v>
                      </c:pt>
                      <c:pt idx="77">
                        <c:v>0.59895174500000004</c:v>
                      </c:pt>
                      <c:pt idx="78">
                        <c:v>1.2135181939999999</c:v>
                      </c:pt>
                      <c:pt idx="79">
                        <c:v>1.6999746840000001</c:v>
                      </c:pt>
                      <c:pt idx="80">
                        <c:v>1.8757002039999999</c:v>
                      </c:pt>
                      <c:pt idx="81">
                        <c:v>1.8856233979999999</c:v>
                      </c:pt>
                      <c:pt idx="82">
                        <c:v>1.9067343779999999</c:v>
                      </c:pt>
                      <c:pt idx="83">
                        <c:v>2.102071188</c:v>
                      </c:pt>
                      <c:pt idx="84">
                        <c:v>2.340289142</c:v>
                      </c:pt>
                      <c:pt idx="85">
                        <c:v>2.6486668959999999</c:v>
                      </c:pt>
                      <c:pt idx="86">
                        <c:v>2.7333914720000001</c:v>
                      </c:pt>
                      <c:pt idx="87">
                        <c:v>2.648675898</c:v>
                      </c:pt>
                      <c:pt idx="88">
                        <c:v>2.2950430100000001</c:v>
                      </c:pt>
                      <c:pt idx="89">
                        <c:v>2.1343422529999998</c:v>
                      </c:pt>
                      <c:pt idx="90">
                        <c:v>2.282143799</c:v>
                      </c:pt>
                      <c:pt idx="91">
                        <c:v>2.7182221110000002</c:v>
                      </c:pt>
                      <c:pt idx="92">
                        <c:v>2.943531154</c:v>
                      </c:pt>
                      <c:pt idx="93">
                        <c:v>3.3786999450000001</c:v>
                      </c:pt>
                      <c:pt idx="94">
                        <c:v>3.4113541199999999</c:v>
                      </c:pt>
                      <c:pt idx="95">
                        <c:v>2.850156057</c:v>
                      </c:pt>
                      <c:pt idx="96">
                        <c:v>1.919652098</c:v>
                      </c:pt>
                      <c:pt idx="97">
                        <c:v>1.1178558300000001</c:v>
                      </c:pt>
                      <c:pt idx="98">
                        <c:v>0.65262551300000005</c:v>
                      </c:pt>
                      <c:pt idx="99">
                        <c:v>0.449199242</c:v>
                      </c:pt>
                      <c:pt idx="100">
                        <c:v>0.40490953499999999</c:v>
                      </c:pt>
                      <c:pt idx="101">
                        <c:v>0.576476918</c:v>
                      </c:pt>
                      <c:pt idx="102">
                        <c:v>1.2149525290000001</c:v>
                      </c:pt>
                      <c:pt idx="103">
                        <c:v>1.72095609</c:v>
                      </c:pt>
                      <c:pt idx="104">
                        <c:v>1.887049811</c:v>
                      </c:pt>
                      <c:pt idx="105">
                        <c:v>1.83493526</c:v>
                      </c:pt>
                      <c:pt idx="106">
                        <c:v>1.872067825</c:v>
                      </c:pt>
                      <c:pt idx="107">
                        <c:v>2.0843643959999998</c:v>
                      </c:pt>
                      <c:pt idx="108">
                        <c:v>2.3602088179999998</c:v>
                      </c:pt>
                      <c:pt idx="109">
                        <c:v>2.6802332739999999</c:v>
                      </c:pt>
                      <c:pt idx="110">
                        <c:v>2.769806075</c:v>
                      </c:pt>
                      <c:pt idx="111">
                        <c:v>2.6834158540000002</c:v>
                      </c:pt>
                      <c:pt idx="112">
                        <c:v>2.3146968829999999</c:v>
                      </c:pt>
                      <c:pt idx="113">
                        <c:v>2.1569349729999998</c:v>
                      </c:pt>
                      <c:pt idx="114">
                        <c:v>2.2727930540000001</c:v>
                      </c:pt>
                      <c:pt idx="115">
                        <c:v>2.7545171989999999</c:v>
                      </c:pt>
                      <c:pt idx="116">
                        <c:v>2.9733465350000001</c:v>
                      </c:pt>
                      <c:pt idx="117">
                        <c:v>3.3892937230000002</c:v>
                      </c:pt>
                      <c:pt idx="118">
                        <c:v>3.4891874679999999</c:v>
                      </c:pt>
                      <c:pt idx="119">
                        <c:v>2.8812709029999999</c:v>
                      </c:pt>
                      <c:pt idx="120">
                        <c:v>1.95760935</c:v>
                      </c:pt>
                      <c:pt idx="121">
                        <c:v>1.1564221640000001</c:v>
                      </c:pt>
                      <c:pt idx="122">
                        <c:v>0.679852385</c:v>
                      </c:pt>
                      <c:pt idx="123">
                        <c:v>0.456656587</c:v>
                      </c:pt>
                      <c:pt idx="124">
                        <c:v>0.41719193599999999</c:v>
                      </c:pt>
                      <c:pt idx="125">
                        <c:v>0.59793128799999995</c:v>
                      </c:pt>
                      <c:pt idx="126">
                        <c:v>1.260785587</c:v>
                      </c:pt>
                      <c:pt idx="127">
                        <c:v>1.754095038</c:v>
                      </c:pt>
                      <c:pt idx="128">
                        <c:v>1.8624289700000001</c:v>
                      </c:pt>
                      <c:pt idx="129">
                        <c:v>1.8582242</c:v>
                      </c:pt>
                      <c:pt idx="130">
                        <c:v>1.891527843</c:v>
                      </c:pt>
                      <c:pt idx="131">
                        <c:v>2.1177647259999999</c:v>
                      </c:pt>
                      <c:pt idx="132">
                        <c:v>2.4407504000000002</c:v>
                      </c:pt>
                      <c:pt idx="133">
                        <c:v>2.8929188130000001</c:v>
                      </c:pt>
                      <c:pt idx="134">
                        <c:v>3.0382662379999998</c:v>
                      </c:pt>
                      <c:pt idx="135">
                        <c:v>2.8682505699999998</c:v>
                      </c:pt>
                      <c:pt idx="136">
                        <c:v>2.3458382699999998</c:v>
                      </c:pt>
                      <c:pt idx="137">
                        <c:v>2.2067564289999999</c:v>
                      </c:pt>
                      <c:pt idx="138">
                        <c:v>2.4059508470000002</c:v>
                      </c:pt>
                      <c:pt idx="139">
                        <c:v>2.8213776660000001</c:v>
                      </c:pt>
                      <c:pt idx="140">
                        <c:v>2.9753379259999999</c:v>
                      </c:pt>
                      <c:pt idx="141">
                        <c:v>3.4137863689999999</c:v>
                      </c:pt>
                      <c:pt idx="142">
                        <c:v>3.4617659029999999</c:v>
                      </c:pt>
                      <c:pt idx="143">
                        <c:v>2.911369944</c:v>
                      </c:pt>
                      <c:pt idx="144">
                        <c:v>1.979668169</c:v>
                      </c:pt>
                      <c:pt idx="145">
                        <c:v>1.1852283180000001</c:v>
                      </c:pt>
                      <c:pt idx="146">
                        <c:v>0.72322773600000001</c:v>
                      </c:pt>
                      <c:pt idx="147">
                        <c:v>0.49439852099999998</c:v>
                      </c:pt>
                      <c:pt idx="148">
                        <c:v>0.43686795499999997</c:v>
                      </c:pt>
                      <c:pt idx="149">
                        <c:v>0.60904673899999995</c:v>
                      </c:pt>
                      <c:pt idx="150">
                        <c:v>1.2788652789999999</c:v>
                      </c:pt>
                      <c:pt idx="151">
                        <c:v>1.76165912</c:v>
                      </c:pt>
                      <c:pt idx="152">
                        <c:v>1.881805642</c:v>
                      </c:pt>
                      <c:pt idx="153">
                        <c:v>1.8539733309999999</c:v>
                      </c:pt>
                      <c:pt idx="154">
                        <c:v>1.889304259</c:v>
                      </c:pt>
                      <c:pt idx="155">
                        <c:v>2.0967084150000002</c:v>
                      </c:pt>
                      <c:pt idx="156">
                        <c:v>2.3643157440000002</c:v>
                      </c:pt>
                      <c:pt idx="157">
                        <c:v>2.6924456339999998</c:v>
                      </c:pt>
                      <c:pt idx="158">
                        <c:v>2.791930319</c:v>
                      </c:pt>
                      <c:pt idx="159">
                        <c:v>2.6612401829999999</c:v>
                      </c:pt>
                      <c:pt idx="160">
                        <c:v>2.3262219399999999</c:v>
                      </c:pt>
                      <c:pt idx="161">
                        <c:v>2.2084465770000001</c:v>
                      </c:pt>
                      <c:pt idx="162">
                        <c:v>2.367687257</c:v>
                      </c:pt>
                      <c:pt idx="163">
                        <c:v>2.817469687</c:v>
                      </c:pt>
                      <c:pt idx="164">
                        <c:v>3.0110603980000001</c:v>
                      </c:pt>
                      <c:pt idx="165">
                        <c:v>3.4142417370000002</c:v>
                      </c:pt>
                      <c:pt idx="166">
                        <c:v>3.46171001</c:v>
                      </c:pt>
                      <c:pt idx="167">
                        <c:v>2.8202998469999998</c:v>
                      </c:pt>
                      <c:pt idx="168">
                        <c:v>1.9189984179999999</c:v>
                      </c:pt>
                      <c:pt idx="169">
                        <c:v>1.157771941</c:v>
                      </c:pt>
                      <c:pt idx="170">
                        <c:v>0.67625855000000001</c:v>
                      </c:pt>
                      <c:pt idx="171">
                        <c:v>0.47466281399999999</c:v>
                      </c:pt>
                      <c:pt idx="172">
                        <c:v>0.44085180400000001</c:v>
                      </c:pt>
                      <c:pt idx="173">
                        <c:v>0.60504482699999995</c:v>
                      </c:pt>
                      <c:pt idx="174">
                        <c:v>1.30135749</c:v>
                      </c:pt>
                      <c:pt idx="175">
                        <c:v>1.8261073759999999</c:v>
                      </c:pt>
                      <c:pt idx="176">
                        <c:v>2.0008854509999998</c:v>
                      </c:pt>
                      <c:pt idx="177">
                        <c:v>1.971742678</c:v>
                      </c:pt>
                      <c:pt idx="178">
                        <c:v>1.973601648</c:v>
                      </c:pt>
                      <c:pt idx="179">
                        <c:v>2.1490417769999999</c:v>
                      </c:pt>
                      <c:pt idx="180">
                        <c:v>2.4385432339999999</c:v>
                      </c:pt>
                      <c:pt idx="181">
                        <c:v>2.7817019909999998</c:v>
                      </c:pt>
                      <c:pt idx="182">
                        <c:v>2.9078170229999998</c:v>
                      </c:pt>
                      <c:pt idx="183">
                        <c:v>2.7981865080000001</c:v>
                      </c:pt>
                      <c:pt idx="184">
                        <c:v>2.3473583549999999</c:v>
                      </c:pt>
                      <c:pt idx="185">
                        <c:v>2.2581609839999999</c:v>
                      </c:pt>
                      <c:pt idx="186">
                        <c:v>2.406648262</c:v>
                      </c:pt>
                      <c:pt idx="187">
                        <c:v>2.852743179</c:v>
                      </c:pt>
                      <c:pt idx="188">
                        <c:v>3.0743159069999999</c:v>
                      </c:pt>
                      <c:pt idx="189">
                        <c:v>3.4454239900000001</c:v>
                      </c:pt>
                      <c:pt idx="190">
                        <c:v>3.540024818</c:v>
                      </c:pt>
                      <c:pt idx="191">
                        <c:v>3.037941081</c:v>
                      </c:pt>
                      <c:pt idx="192">
                        <c:v>2.193009725</c:v>
                      </c:pt>
                      <c:pt idx="193">
                        <c:v>1.371084781</c:v>
                      </c:pt>
                      <c:pt idx="194">
                        <c:v>0.79354091100000002</c:v>
                      </c:pt>
                      <c:pt idx="195">
                        <c:v>0.54017924699999997</c:v>
                      </c:pt>
                      <c:pt idx="196">
                        <c:v>0.46694456699999998</c:v>
                      </c:pt>
                      <c:pt idx="197">
                        <c:v>0.574861387</c:v>
                      </c:pt>
                      <c:pt idx="198">
                        <c:v>1.128328553</c:v>
                      </c:pt>
                      <c:pt idx="199">
                        <c:v>1.69528839</c:v>
                      </c:pt>
                      <c:pt idx="200">
                        <c:v>2.1183532139999999</c:v>
                      </c:pt>
                      <c:pt idx="201">
                        <c:v>2.254743597</c:v>
                      </c:pt>
                      <c:pt idx="202">
                        <c:v>2.325236968</c:v>
                      </c:pt>
                      <c:pt idx="203">
                        <c:v>2.5628906699999998</c:v>
                      </c:pt>
                      <c:pt idx="204">
                        <c:v>2.7302552269999998</c:v>
                      </c:pt>
                      <c:pt idx="205">
                        <c:v>2.92853282</c:v>
                      </c:pt>
                      <c:pt idx="206">
                        <c:v>3.228287527</c:v>
                      </c:pt>
                      <c:pt idx="207">
                        <c:v>3.0234490439999999</c:v>
                      </c:pt>
                      <c:pt idx="208">
                        <c:v>2.4740354230000001</c:v>
                      </c:pt>
                      <c:pt idx="209">
                        <c:v>2.3188994279999999</c:v>
                      </c:pt>
                      <c:pt idx="210">
                        <c:v>2.432314061</c:v>
                      </c:pt>
                      <c:pt idx="211">
                        <c:v>2.9004929590000001</c:v>
                      </c:pt>
                      <c:pt idx="212">
                        <c:v>3.1102490409999999</c:v>
                      </c:pt>
                      <c:pt idx="213">
                        <c:v>3.5473910009999998</c:v>
                      </c:pt>
                      <c:pt idx="214">
                        <c:v>3.6179825050000001</c:v>
                      </c:pt>
                      <c:pt idx="215">
                        <c:v>3.120480809</c:v>
                      </c:pt>
                      <c:pt idx="216">
                        <c:v>2.2287715490000002</c:v>
                      </c:pt>
                      <c:pt idx="217">
                        <c:v>1.3497466469999999</c:v>
                      </c:pt>
                      <c:pt idx="218">
                        <c:v>0.80572354499999999</c:v>
                      </c:pt>
                      <c:pt idx="219">
                        <c:v>0.53593951100000004</c:v>
                      </c:pt>
                      <c:pt idx="220">
                        <c:v>0.47096875999999999</c:v>
                      </c:pt>
                      <c:pt idx="221">
                        <c:v>0.59078776300000002</c:v>
                      </c:pt>
                      <c:pt idx="222">
                        <c:v>1.2041599279999999</c:v>
                      </c:pt>
                      <c:pt idx="223">
                        <c:v>1.731895948</c:v>
                      </c:pt>
                      <c:pt idx="224">
                        <c:v>2.0325242170000002</c:v>
                      </c:pt>
                      <c:pt idx="225">
                        <c:v>2.0702409930000001</c:v>
                      </c:pt>
                      <c:pt idx="226">
                        <c:v>2.1078399659999998</c:v>
                      </c:pt>
                      <c:pt idx="227">
                        <c:v>2.2735911409999998</c:v>
                      </c:pt>
                      <c:pt idx="228">
                        <c:v>2.49494594</c:v>
                      </c:pt>
                      <c:pt idx="229">
                        <c:v>2.8920049969999999</c:v>
                      </c:pt>
                      <c:pt idx="230">
                        <c:v>3.0794756740000002</c:v>
                      </c:pt>
                      <c:pt idx="231">
                        <c:v>2.8711538879999998</c:v>
                      </c:pt>
                      <c:pt idx="232">
                        <c:v>2.3699619479999998</c:v>
                      </c:pt>
                      <c:pt idx="233">
                        <c:v>2.2246919030000001</c:v>
                      </c:pt>
                      <c:pt idx="234">
                        <c:v>2.3480834449999999</c:v>
                      </c:pt>
                      <c:pt idx="235">
                        <c:v>2.7754225350000001</c:v>
                      </c:pt>
                      <c:pt idx="236">
                        <c:v>3.056137654</c:v>
                      </c:pt>
                      <c:pt idx="237">
                        <c:v>3.4842567199999999</c:v>
                      </c:pt>
                      <c:pt idx="238">
                        <c:v>3.4523783190000001</c:v>
                      </c:pt>
                      <c:pt idx="239">
                        <c:v>2.7944030500000001</c:v>
                      </c:pt>
                      <c:pt idx="240">
                        <c:v>1.8724364760000001</c:v>
                      </c:pt>
                      <c:pt idx="241">
                        <c:v>1.0909551930000001</c:v>
                      </c:pt>
                      <c:pt idx="242">
                        <c:v>0.68112118700000002</c:v>
                      </c:pt>
                      <c:pt idx="243">
                        <c:v>0.47953807799999998</c:v>
                      </c:pt>
                      <c:pt idx="244">
                        <c:v>0.41795161600000003</c:v>
                      </c:pt>
                      <c:pt idx="245">
                        <c:v>0.56945153900000001</c:v>
                      </c:pt>
                      <c:pt idx="246">
                        <c:v>1.220706745</c:v>
                      </c:pt>
                      <c:pt idx="247">
                        <c:v>1.7269501570000001</c:v>
                      </c:pt>
                      <c:pt idx="248">
                        <c:v>1.8307515969999999</c:v>
                      </c:pt>
                      <c:pt idx="249">
                        <c:v>1.7983238560000001</c:v>
                      </c:pt>
                      <c:pt idx="250">
                        <c:v>1.828993769</c:v>
                      </c:pt>
                      <c:pt idx="251">
                        <c:v>2.006387191</c:v>
                      </c:pt>
                      <c:pt idx="252">
                        <c:v>2.289653607</c:v>
                      </c:pt>
                      <c:pt idx="253">
                        <c:v>2.604514504</c:v>
                      </c:pt>
                      <c:pt idx="254">
                        <c:v>2.7336859580000001</c:v>
                      </c:pt>
                      <c:pt idx="255">
                        <c:v>2.6313416410000001</c:v>
                      </c:pt>
                      <c:pt idx="256">
                        <c:v>2.2746632299999998</c:v>
                      </c:pt>
                      <c:pt idx="257">
                        <c:v>2.2147353540000001</c:v>
                      </c:pt>
                      <c:pt idx="258">
                        <c:v>2.3558034800000001</c:v>
                      </c:pt>
                      <c:pt idx="259">
                        <c:v>2.7969613560000002</c:v>
                      </c:pt>
                      <c:pt idx="260">
                        <c:v>3.0459110869999999</c:v>
                      </c:pt>
                      <c:pt idx="261">
                        <c:v>3.4789026889999999</c:v>
                      </c:pt>
                      <c:pt idx="262">
                        <c:v>3.4259428569999999</c:v>
                      </c:pt>
                      <c:pt idx="263">
                        <c:v>2.7798211350000002</c:v>
                      </c:pt>
                      <c:pt idx="264">
                        <c:v>1.867022414</c:v>
                      </c:pt>
                      <c:pt idx="265">
                        <c:v>1.0843468510000001</c:v>
                      </c:pt>
                      <c:pt idx="266">
                        <c:v>0.66150977700000002</c:v>
                      </c:pt>
                      <c:pt idx="267">
                        <c:v>0.473833161</c:v>
                      </c:pt>
                      <c:pt idx="268">
                        <c:v>0.41707091000000002</c:v>
                      </c:pt>
                      <c:pt idx="269">
                        <c:v>0.58800535200000004</c:v>
                      </c:pt>
                      <c:pt idx="270">
                        <c:v>1.2551497519999999</c:v>
                      </c:pt>
                      <c:pt idx="271">
                        <c:v>1.756098637</c:v>
                      </c:pt>
                      <c:pt idx="272">
                        <c:v>1.8917615750000001</c:v>
                      </c:pt>
                      <c:pt idx="273">
                        <c:v>1.835473248</c:v>
                      </c:pt>
                      <c:pt idx="274">
                        <c:v>1.8611829600000001</c:v>
                      </c:pt>
                      <c:pt idx="275">
                        <c:v>2.0681401579999998</c:v>
                      </c:pt>
                      <c:pt idx="276">
                        <c:v>2.308819664</c:v>
                      </c:pt>
                      <c:pt idx="277">
                        <c:v>2.6199090420000002</c:v>
                      </c:pt>
                      <c:pt idx="278">
                        <c:v>2.6794251760000001</c:v>
                      </c:pt>
                      <c:pt idx="279">
                        <c:v>2.6246726339999999</c:v>
                      </c:pt>
                      <c:pt idx="280">
                        <c:v>2.300367783</c:v>
                      </c:pt>
                      <c:pt idx="281">
                        <c:v>2.2096779820000001</c:v>
                      </c:pt>
                      <c:pt idx="282">
                        <c:v>2.3475634460000001</c:v>
                      </c:pt>
                      <c:pt idx="283">
                        <c:v>2.7818634040000001</c:v>
                      </c:pt>
                      <c:pt idx="284">
                        <c:v>3.0701917339999998</c:v>
                      </c:pt>
                      <c:pt idx="285">
                        <c:v>3.482932827</c:v>
                      </c:pt>
                      <c:pt idx="286">
                        <c:v>3.4072769530000002</c:v>
                      </c:pt>
                      <c:pt idx="287">
                        <c:v>2.715414113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6C6F-49E4-8F59-330269BCC199}"/>
                  </c:ext>
                </c:extLst>
              </c15:ser>
            </c15:filteredLineSeries>
            <c15:filteredLin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12-10-2026'!$K$1</c15:sqref>
                        </c15:formulaRef>
                      </c:ext>
                    </c:extLst>
                    <c:strCache>
                      <c:ptCount val="1"/>
                      <c:pt idx="0">
                        <c:v>BMR-DGW1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12-10-2026'!$K$2:$K$289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22.625527642000002</c:v>
                      </c:pt>
                      <c:pt idx="1">
                        <c:v>13.736864709000001</c:v>
                      </c:pt>
                      <c:pt idx="2">
                        <c:v>7.7174828189999998</c:v>
                      </c:pt>
                      <c:pt idx="3">
                        <c:v>4.8180948990000001</c:v>
                      </c:pt>
                      <c:pt idx="4">
                        <c:v>3.6716757969999998</c:v>
                      </c:pt>
                      <c:pt idx="5">
                        <c:v>4.5051569640000002</c:v>
                      </c:pt>
                      <c:pt idx="6">
                        <c:v>9.1594127370000002</c:v>
                      </c:pt>
                      <c:pt idx="7">
                        <c:v>14.050589191</c:v>
                      </c:pt>
                      <c:pt idx="8">
                        <c:v>16.845660229</c:v>
                      </c:pt>
                      <c:pt idx="9">
                        <c:v>18.449757100999999</c:v>
                      </c:pt>
                      <c:pt idx="10">
                        <c:v>20.473566735999999</c:v>
                      </c:pt>
                      <c:pt idx="11">
                        <c:v>23.147696463999999</c:v>
                      </c:pt>
                      <c:pt idx="12">
                        <c:v>25.569896093000001</c:v>
                      </c:pt>
                      <c:pt idx="13">
                        <c:v>29.324995532999999</c:v>
                      </c:pt>
                      <c:pt idx="14">
                        <c:v>30.293191162999999</c:v>
                      </c:pt>
                      <c:pt idx="15">
                        <c:v>29.226675019000002</c:v>
                      </c:pt>
                      <c:pt idx="16">
                        <c:v>25.360908243000001</c:v>
                      </c:pt>
                      <c:pt idx="17">
                        <c:v>25.707648969000001</c:v>
                      </c:pt>
                      <c:pt idx="18">
                        <c:v>25.646711094</c:v>
                      </c:pt>
                      <c:pt idx="19">
                        <c:v>30.489206329999998</c:v>
                      </c:pt>
                      <c:pt idx="20">
                        <c:v>33.972550744000003</c:v>
                      </c:pt>
                      <c:pt idx="21">
                        <c:v>39.353822242</c:v>
                      </c:pt>
                      <c:pt idx="22">
                        <c:v>39.097995744999999</c:v>
                      </c:pt>
                      <c:pt idx="23">
                        <c:v>33.574253482000003</c:v>
                      </c:pt>
                      <c:pt idx="24">
                        <c:v>24.721458735999999</c:v>
                      </c:pt>
                      <c:pt idx="25">
                        <c:v>15.720411168</c:v>
                      </c:pt>
                      <c:pt idx="26">
                        <c:v>9.2665717440000002</c:v>
                      </c:pt>
                      <c:pt idx="27">
                        <c:v>5.6233392760000003</c:v>
                      </c:pt>
                      <c:pt idx="28">
                        <c:v>3.948760627</c:v>
                      </c:pt>
                      <c:pt idx="29">
                        <c:v>4.3539418019999996</c:v>
                      </c:pt>
                      <c:pt idx="30">
                        <c:v>7.9944296909999997</c:v>
                      </c:pt>
                      <c:pt idx="31">
                        <c:v>12.182488708999999</c:v>
                      </c:pt>
                      <c:pt idx="32">
                        <c:v>17.104777181999999</c:v>
                      </c:pt>
                      <c:pt idx="33">
                        <c:v>20.717373180999999</c:v>
                      </c:pt>
                      <c:pt idx="34">
                        <c:v>23.598912079000002</c:v>
                      </c:pt>
                      <c:pt idx="35">
                        <c:v>27.136090932999998</c:v>
                      </c:pt>
                      <c:pt idx="36">
                        <c:v>27.833531057999998</c:v>
                      </c:pt>
                      <c:pt idx="37">
                        <c:v>30.006447297000001</c:v>
                      </c:pt>
                      <c:pt idx="38">
                        <c:v>34.93748042</c:v>
                      </c:pt>
                      <c:pt idx="39">
                        <c:v>32.609441562000001</c:v>
                      </c:pt>
                      <c:pt idx="40">
                        <c:v>26.718306628000001</c:v>
                      </c:pt>
                      <c:pt idx="41">
                        <c:v>26.899817091999999</c:v>
                      </c:pt>
                      <c:pt idx="42">
                        <c:v>26.931695313999999</c:v>
                      </c:pt>
                      <c:pt idx="43">
                        <c:v>31.994393689999999</c:v>
                      </c:pt>
                      <c:pt idx="44">
                        <c:v>35.476494066000001</c:v>
                      </c:pt>
                      <c:pt idx="45">
                        <c:v>41.221360058000002</c:v>
                      </c:pt>
                      <c:pt idx="46">
                        <c:v>40.430460435000001</c:v>
                      </c:pt>
                      <c:pt idx="47">
                        <c:v>34.944365857999998</c:v>
                      </c:pt>
                      <c:pt idx="48">
                        <c:v>25.468465733999999</c:v>
                      </c:pt>
                      <c:pt idx="49">
                        <c:v>16.125182275</c:v>
                      </c:pt>
                      <c:pt idx="50">
                        <c:v>9.2964164520000008</c:v>
                      </c:pt>
                      <c:pt idx="51">
                        <c:v>5.6101840100000002</c:v>
                      </c:pt>
                      <c:pt idx="52">
                        <c:v>4.0929932840000003</c:v>
                      </c:pt>
                      <c:pt idx="53">
                        <c:v>4.6274173230000004</c:v>
                      </c:pt>
                      <c:pt idx="54">
                        <c:v>8.4595221439999992</c:v>
                      </c:pt>
                      <c:pt idx="55">
                        <c:v>12.781581065999999</c:v>
                      </c:pt>
                      <c:pt idx="56">
                        <c:v>17.252014720999998</c:v>
                      </c:pt>
                      <c:pt idx="57">
                        <c:v>19.939496426000002</c:v>
                      </c:pt>
                      <c:pt idx="58">
                        <c:v>21.982644798999999</c:v>
                      </c:pt>
                      <c:pt idx="59">
                        <c:v>24.421030562999999</c:v>
                      </c:pt>
                      <c:pt idx="60">
                        <c:v>25.981908487999998</c:v>
                      </c:pt>
                      <c:pt idx="61">
                        <c:v>30.091003846</c:v>
                      </c:pt>
                      <c:pt idx="62">
                        <c:v>31.736507226000001</c:v>
                      </c:pt>
                      <c:pt idx="63">
                        <c:v>30.312487574999999</c:v>
                      </c:pt>
                      <c:pt idx="64">
                        <c:v>25.634664815000001</c:v>
                      </c:pt>
                      <c:pt idx="65">
                        <c:v>26.055444258000001</c:v>
                      </c:pt>
                      <c:pt idx="66">
                        <c:v>26.210058442000001</c:v>
                      </c:pt>
                      <c:pt idx="67">
                        <c:v>31.016698390999998</c:v>
                      </c:pt>
                      <c:pt idx="68">
                        <c:v>34.481844512000002</c:v>
                      </c:pt>
                      <c:pt idx="69">
                        <c:v>39.768966599000002</c:v>
                      </c:pt>
                      <c:pt idx="70">
                        <c:v>38.788230069999997</c:v>
                      </c:pt>
                      <c:pt idx="71">
                        <c:v>32.098726974000002</c:v>
                      </c:pt>
                      <c:pt idx="72">
                        <c:v>22.014306208000001</c:v>
                      </c:pt>
                      <c:pt idx="73">
                        <c:v>13.168613685</c:v>
                      </c:pt>
                      <c:pt idx="74">
                        <c:v>7.4635178309999999</c:v>
                      </c:pt>
                      <c:pt idx="75">
                        <c:v>4.6713224489999998</c:v>
                      </c:pt>
                      <c:pt idx="76">
                        <c:v>3.6422806539999999</c:v>
                      </c:pt>
                      <c:pt idx="77">
                        <c:v>4.3093254229999998</c:v>
                      </c:pt>
                      <c:pt idx="78">
                        <c:v>8.9072188590000003</c:v>
                      </c:pt>
                      <c:pt idx="79">
                        <c:v>13.330545048999999</c:v>
                      </c:pt>
                      <c:pt idx="80">
                        <c:v>16.402442994000001</c:v>
                      </c:pt>
                      <c:pt idx="81">
                        <c:v>17.958803671999998</c:v>
                      </c:pt>
                      <c:pt idx="82">
                        <c:v>19.732169066000001</c:v>
                      </c:pt>
                      <c:pt idx="83">
                        <c:v>22.689356537999998</c:v>
                      </c:pt>
                      <c:pt idx="84">
                        <c:v>24.231555405000002</c:v>
                      </c:pt>
                      <c:pt idx="85">
                        <c:v>27.445626107999999</c:v>
                      </c:pt>
                      <c:pt idx="86">
                        <c:v>27.920846056999999</c:v>
                      </c:pt>
                      <c:pt idx="87">
                        <c:v>27.151026751</c:v>
                      </c:pt>
                      <c:pt idx="88">
                        <c:v>24.560771302999999</c:v>
                      </c:pt>
                      <c:pt idx="89">
                        <c:v>25.760128848000001</c:v>
                      </c:pt>
                      <c:pt idx="90">
                        <c:v>25.844284605999999</c:v>
                      </c:pt>
                      <c:pt idx="91">
                        <c:v>30.86927322</c:v>
                      </c:pt>
                      <c:pt idx="92">
                        <c:v>34.462993937</c:v>
                      </c:pt>
                      <c:pt idx="93">
                        <c:v>39.472967595</c:v>
                      </c:pt>
                      <c:pt idx="94">
                        <c:v>38.016206865999997</c:v>
                      </c:pt>
                      <c:pt idx="95">
                        <c:v>30.892407850000001</c:v>
                      </c:pt>
                      <c:pt idx="96">
                        <c:v>20.825082268999999</c:v>
                      </c:pt>
                      <c:pt idx="97">
                        <c:v>12.200537946000001</c:v>
                      </c:pt>
                      <c:pt idx="98">
                        <c:v>6.9768295340000002</c:v>
                      </c:pt>
                      <c:pt idx="99">
                        <c:v>4.433018101</c:v>
                      </c:pt>
                      <c:pt idx="100">
                        <c:v>3.5049955480000001</c:v>
                      </c:pt>
                      <c:pt idx="101">
                        <c:v>4.2697119929999996</c:v>
                      </c:pt>
                      <c:pt idx="102">
                        <c:v>9.0215142230000005</c:v>
                      </c:pt>
                      <c:pt idx="103">
                        <c:v>13.95792148</c:v>
                      </c:pt>
                      <c:pt idx="104">
                        <c:v>16.571258727</c:v>
                      </c:pt>
                      <c:pt idx="105">
                        <c:v>17.912623814</c:v>
                      </c:pt>
                      <c:pt idx="106">
                        <c:v>19.622809392000001</c:v>
                      </c:pt>
                      <c:pt idx="107">
                        <c:v>22.472830528999999</c:v>
                      </c:pt>
                      <c:pt idx="108">
                        <c:v>24.281457207999999</c:v>
                      </c:pt>
                      <c:pt idx="109">
                        <c:v>27.689491126</c:v>
                      </c:pt>
                      <c:pt idx="110">
                        <c:v>28.264316975</c:v>
                      </c:pt>
                      <c:pt idx="111">
                        <c:v>27.483963601999999</c:v>
                      </c:pt>
                      <c:pt idx="112">
                        <c:v>24.588925833000001</c:v>
                      </c:pt>
                      <c:pt idx="113">
                        <c:v>25.628261602999999</c:v>
                      </c:pt>
                      <c:pt idx="114">
                        <c:v>25.719420849999999</c:v>
                      </c:pt>
                      <c:pt idx="115">
                        <c:v>30.737137221000001</c:v>
                      </c:pt>
                      <c:pt idx="116">
                        <c:v>34.473174100999998</c:v>
                      </c:pt>
                      <c:pt idx="117">
                        <c:v>39.958817688000003</c:v>
                      </c:pt>
                      <c:pt idx="118">
                        <c:v>38.374311216999999</c:v>
                      </c:pt>
                      <c:pt idx="119">
                        <c:v>31.247715663000001</c:v>
                      </c:pt>
                      <c:pt idx="120">
                        <c:v>21.077489941</c:v>
                      </c:pt>
                      <c:pt idx="121">
                        <c:v>12.426673829</c:v>
                      </c:pt>
                      <c:pt idx="122">
                        <c:v>7.0191359169999998</c:v>
                      </c:pt>
                      <c:pt idx="123">
                        <c:v>4.4786627819999998</c:v>
                      </c:pt>
                      <c:pt idx="124">
                        <c:v>3.5332292440000002</c:v>
                      </c:pt>
                      <c:pt idx="125">
                        <c:v>4.2577573080000004</c:v>
                      </c:pt>
                      <c:pt idx="126">
                        <c:v>9.2125143850000004</c:v>
                      </c:pt>
                      <c:pt idx="127">
                        <c:v>13.946261197</c:v>
                      </c:pt>
                      <c:pt idx="128">
                        <c:v>16.391726157000001</c:v>
                      </c:pt>
                      <c:pt idx="129">
                        <c:v>18.004862366000001</c:v>
                      </c:pt>
                      <c:pt idx="130">
                        <c:v>20.037783610000002</c:v>
                      </c:pt>
                      <c:pt idx="131">
                        <c:v>22.808925481999999</c:v>
                      </c:pt>
                      <c:pt idx="132">
                        <c:v>25.264560394</c:v>
                      </c:pt>
                      <c:pt idx="133">
                        <c:v>29.987477846000001</c:v>
                      </c:pt>
                      <c:pt idx="134">
                        <c:v>30.595524443999999</c:v>
                      </c:pt>
                      <c:pt idx="135">
                        <c:v>28.782955009999998</c:v>
                      </c:pt>
                      <c:pt idx="136">
                        <c:v>24.881327633000001</c:v>
                      </c:pt>
                      <c:pt idx="137">
                        <c:v>25.689938015999999</c:v>
                      </c:pt>
                      <c:pt idx="138">
                        <c:v>27.734573631</c:v>
                      </c:pt>
                      <c:pt idx="139">
                        <c:v>31.979749955999999</c:v>
                      </c:pt>
                      <c:pt idx="140">
                        <c:v>34.564054597000002</c:v>
                      </c:pt>
                      <c:pt idx="141">
                        <c:v>39.707745809999999</c:v>
                      </c:pt>
                      <c:pt idx="142">
                        <c:v>38.130803739999998</c:v>
                      </c:pt>
                      <c:pt idx="143">
                        <c:v>31.839964627000001</c:v>
                      </c:pt>
                      <c:pt idx="144">
                        <c:v>22.244335961000001</c:v>
                      </c:pt>
                      <c:pt idx="145">
                        <c:v>13.26867296</c:v>
                      </c:pt>
                      <c:pt idx="146">
                        <c:v>7.9310783479999998</c:v>
                      </c:pt>
                      <c:pt idx="147">
                        <c:v>4.7136264700000003</c:v>
                      </c:pt>
                      <c:pt idx="148">
                        <c:v>3.6231553660000002</c:v>
                      </c:pt>
                      <c:pt idx="149">
                        <c:v>4.3944528309999997</c:v>
                      </c:pt>
                      <c:pt idx="150">
                        <c:v>9.3799583910000006</c:v>
                      </c:pt>
                      <c:pt idx="151">
                        <c:v>13.988721046</c:v>
                      </c:pt>
                      <c:pt idx="152">
                        <c:v>16.636581888999999</c:v>
                      </c:pt>
                      <c:pt idx="153">
                        <c:v>17.994100270000001</c:v>
                      </c:pt>
                      <c:pt idx="154">
                        <c:v>19.857525528</c:v>
                      </c:pt>
                      <c:pt idx="155">
                        <c:v>22.403497628</c:v>
                      </c:pt>
                      <c:pt idx="156">
                        <c:v>24.302730623999999</c:v>
                      </c:pt>
                      <c:pt idx="157">
                        <c:v>27.56920453</c:v>
                      </c:pt>
                      <c:pt idx="158">
                        <c:v>28.311111728</c:v>
                      </c:pt>
                      <c:pt idx="159">
                        <c:v>27.202235777999999</c:v>
                      </c:pt>
                      <c:pt idx="160">
                        <c:v>24.975722805</c:v>
                      </c:pt>
                      <c:pt idx="161">
                        <c:v>26.286229958</c:v>
                      </c:pt>
                      <c:pt idx="162">
                        <c:v>26.516941860999999</c:v>
                      </c:pt>
                      <c:pt idx="163">
                        <c:v>31.072927742000001</c:v>
                      </c:pt>
                      <c:pt idx="164">
                        <c:v>34.473673787999999</c:v>
                      </c:pt>
                      <c:pt idx="165">
                        <c:v>39.425203908</c:v>
                      </c:pt>
                      <c:pt idx="166">
                        <c:v>37.885690162000003</c:v>
                      </c:pt>
                      <c:pt idx="167">
                        <c:v>30.383387933000002</c:v>
                      </c:pt>
                      <c:pt idx="168">
                        <c:v>20.730939936999999</c:v>
                      </c:pt>
                      <c:pt idx="169">
                        <c:v>12.316778855000001</c:v>
                      </c:pt>
                      <c:pt idx="170">
                        <c:v>7.0764795730000003</c:v>
                      </c:pt>
                      <c:pt idx="171">
                        <c:v>4.4876782039999998</c:v>
                      </c:pt>
                      <c:pt idx="172">
                        <c:v>3.5700271319999999</c:v>
                      </c:pt>
                      <c:pt idx="173">
                        <c:v>4.4075197990000001</c:v>
                      </c:pt>
                      <c:pt idx="174">
                        <c:v>9.5010494199999993</c:v>
                      </c:pt>
                      <c:pt idx="175">
                        <c:v>14.579467004</c:v>
                      </c:pt>
                      <c:pt idx="176">
                        <c:v>17.772668772999999</c:v>
                      </c:pt>
                      <c:pt idx="177">
                        <c:v>20.043473281000001</c:v>
                      </c:pt>
                      <c:pt idx="178">
                        <c:v>21.431519382000001</c:v>
                      </c:pt>
                      <c:pt idx="179">
                        <c:v>23.463433970000001</c:v>
                      </c:pt>
                      <c:pt idx="180">
                        <c:v>25.656640476</c:v>
                      </c:pt>
                      <c:pt idx="181">
                        <c:v>29.020000195000001</c:v>
                      </c:pt>
                      <c:pt idx="182">
                        <c:v>29.791212915999999</c:v>
                      </c:pt>
                      <c:pt idx="183">
                        <c:v>28.509876367</c:v>
                      </c:pt>
                      <c:pt idx="184">
                        <c:v>25.218307054</c:v>
                      </c:pt>
                      <c:pt idx="185">
                        <c:v>26.121131256999998</c:v>
                      </c:pt>
                      <c:pt idx="186">
                        <c:v>26.527806459000001</c:v>
                      </c:pt>
                      <c:pt idx="187">
                        <c:v>31.661060213999999</c:v>
                      </c:pt>
                      <c:pt idx="188">
                        <c:v>35.191840956</c:v>
                      </c:pt>
                      <c:pt idx="189">
                        <c:v>39.893593332000002</c:v>
                      </c:pt>
                      <c:pt idx="190">
                        <c:v>39.077510727000003</c:v>
                      </c:pt>
                      <c:pt idx="191">
                        <c:v>32.797036022999997</c:v>
                      </c:pt>
                      <c:pt idx="192">
                        <c:v>23.490260879000001</c:v>
                      </c:pt>
                      <c:pt idx="193">
                        <c:v>14.910394986</c:v>
                      </c:pt>
                      <c:pt idx="194">
                        <c:v>8.6684326760000001</c:v>
                      </c:pt>
                      <c:pt idx="195">
                        <c:v>5.4192759449999999</c:v>
                      </c:pt>
                      <c:pt idx="196">
                        <c:v>3.9360197490000002</c:v>
                      </c:pt>
                      <c:pt idx="197">
                        <c:v>4.2496421360000003</c:v>
                      </c:pt>
                      <c:pt idx="198">
                        <c:v>8.3587393589999994</c:v>
                      </c:pt>
                      <c:pt idx="199">
                        <c:v>12.69798046</c:v>
                      </c:pt>
                      <c:pt idx="200">
                        <c:v>17.507163706</c:v>
                      </c:pt>
                      <c:pt idx="201">
                        <c:v>20.644968276</c:v>
                      </c:pt>
                      <c:pt idx="202">
                        <c:v>23.521372281000001</c:v>
                      </c:pt>
                      <c:pt idx="203">
                        <c:v>26.613881804999998</c:v>
                      </c:pt>
                      <c:pt idx="204">
                        <c:v>27.088499725999998</c:v>
                      </c:pt>
                      <c:pt idx="205">
                        <c:v>29.324200396999998</c:v>
                      </c:pt>
                      <c:pt idx="206">
                        <c:v>33.868343033000002</c:v>
                      </c:pt>
                      <c:pt idx="207">
                        <c:v>31.151362172999999</c:v>
                      </c:pt>
                      <c:pt idx="208">
                        <c:v>26.189638055</c:v>
                      </c:pt>
                      <c:pt idx="209">
                        <c:v>26.591001148</c:v>
                      </c:pt>
                      <c:pt idx="210">
                        <c:v>26.427132736000001</c:v>
                      </c:pt>
                      <c:pt idx="211">
                        <c:v>31.885176535999999</c:v>
                      </c:pt>
                      <c:pt idx="212">
                        <c:v>35.646306281000001</c:v>
                      </c:pt>
                      <c:pt idx="213">
                        <c:v>40.709430533999999</c:v>
                      </c:pt>
                      <c:pt idx="214">
                        <c:v>40.109571432999999</c:v>
                      </c:pt>
                      <c:pt idx="215">
                        <c:v>33.555251654999999</c:v>
                      </c:pt>
                      <c:pt idx="216">
                        <c:v>23.696624505999999</c:v>
                      </c:pt>
                      <c:pt idx="217">
                        <c:v>14.342016328</c:v>
                      </c:pt>
                      <c:pt idx="218">
                        <c:v>8.2812736939999994</c:v>
                      </c:pt>
                      <c:pt idx="219">
                        <c:v>5.0469330809999997</c:v>
                      </c:pt>
                      <c:pt idx="220">
                        <c:v>3.7787781109999998</c:v>
                      </c:pt>
                      <c:pt idx="221">
                        <c:v>4.2107280830000002</c:v>
                      </c:pt>
                      <c:pt idx="222">
                        <c:v>8.4172975769999994</c:v>
                      </c:pt>
                      <c:pt idx="223">
                        <c:v>12.971233528999999</c:v>
                      </c:pt>
                      <c:pt idx="224">
                        <c:v>17.07407942</c:v>
                      </c:pt>
                      <c:pt idx="225">
                        <c:v>19.534559334000001</c:v>
                      </c:pt>
                      <c:pt idx="226">
                        <c:v>21.410160835999999</c:v>
                      </c:pt>
                      <c:pt idx="227">
                        <c:v>23.781229339999999</c:v>
                      </c:pt>
                      <c:pt idx="228">
                        <c:v>25.337843850999999</c:v>
                      </c:pt>
                      <c:pt idx="229">
                        <c:v>29.889371832999998</c:v>
                      </c:pt>
                      <c:pt idx="230">
                        <c:v>31.369248226</c:v>
                      </c:pt>
                      <c:pt idx="231">
                        <c:v>29.513995210000001</c:v>
                      </c:pt>
                      <c:pt idx="232">
                        <c:v>25.502578477</c:v>
                      </c:pt>
                      <c:pt idx="233">
                        <c:v>26.135183464000001</c:v>
                      </c:pt>
                      <c:pt idx="234">
                        <c:v>26.511997757</c:v>
                      </c:pt>
                      <c:pt idx="235">
                        <c:v>31.165183858999999</c:v>
                      </c:pt>
                      <c:pt idx="236">
                        <c:v>35.566343281999998</c:v>
                      </c:pt>
                      <c:pt idx="237">
                        <c:v>40.651590958</c:v>
                      </c:pt>
                      <c:pt idx="238">
                        <c:v>38.153774835999997</c:v>
                      </c:pt>
                      <c:pt idx="239">
                        <c:v>30.568258226000001</c:v>
                      </c:pt>
                      <c:pt idx="240">
                        <c:v>20.333412014</c:v>
                      </c:pt>
                      <c:pt idx="241">
                        <c:v>12.019229452999999</c:v>
                      </c:pt>
                      <c:pt idx="242">
                        <c:v>6.9346040159999998</c:v>
                      </c:pt>
                      <c:pt idx="243">
                        <c:v>4.5029093519999996</c:v>
                      </c:pt>
                      <c:pt idx="244">
                        <c:v>3.5415208260000002</c:v>
                      </c:pt>
                      <c:pt idx="245">
                        <c:v>4.1803370380000002</c:v>
                      </c:pt>
                      <c:pt idx="246">
                        <c:v>8.9550484990000001</c:v>
                      </c:pt>
                      <c:pt idx="247">
                        <c:v>13.488970484999999</c:v>
                      </c:pt>
                      <c:pt idx="248">
                        <c:v>16.325380655</c:v>
                      </c:pt>
                      <c:pt idx="249">
                        <c:v>17.228666462</c:v>
                      </c:pt>
                      <c:pt idx="250">
                        <c:v>18.887801949</c:v>
                      </c:pt>
                      <c:pt idx="251">
                        <c:v>21.543502455999999</c:v>
                      </c:pt>
                      <c:pt idx="252">
                        <c:v>23.511626403000001</c:v>
                      </c:pt>
                      <c:pt idx="253">
                        <c:v>26.972270693999999</c:v>
                      </c:pt>
                      <c:pt idx="254">
                        <c:v>27.805147036000001</c:v>
                      </c:pt>
                      <c:pt idx="255">
                        <c:v>26.719852936999999</c:v>
                      </c:pt>
                      <c:pt idx="256">
                        <c:v>24.803380253</c:v>
                      </c:pt>
                      <c:pt idx="257">
                        <c:v>26.458743408</c:v>
                      </c:pt>
                      <c:pt idx="258">
                        <c:v>26.829319749</c:v>
                      </c:pt>
                      <c:pt idx="259">
                        <c:v>31.333135095999999</c:v>
                      </c:pt>
                      <c:pt idx="260">
                        <c:v>35.476001793999998</c:v>
                      </c:pt>
                      <c:pt idx="261">
                        <c:v>39.751585718000001</c:v>
                      </c:pt>
                      <c:pt idx="262">
                        <c:v>37.668356912999997</c:v>
                      </c:pt>
                      <c:pt idx="263">
                        <c:v>29.825272719000001</c:v>
                      </c:pt>
                      <c:pt idx="264">
                        <c:v>19.692847585999999</c:v>
                      </c:pt>
                      <c:pt idx="265">
                        <c:v>11.581381500000001</c:v>
                      </c:pt>
                      <c:pt idx="266">
                        <c:v>6.599004689</c:v>
                      </c:pt>
                      <c:pt idx="267">
                        <c:v>4.2887441690000001</c:v>
                      </c:pt>
                      <c:pt idx="268">
                        <c:v>3.4724883499999999</c:v>
                      </c:pt>
                      <c:pt idx="269">
                        <c:v>4.18279917</c:v>
                      </c:pt>
                      <c:pt idx="270">
                        <c:v>9.2263243250000002</c:v>
                      </c:pt>
                      <c:pt idx="271">
                        <c:v>13.954429373</c:v>
                      </c:pt>
                      <c:pt idx="272">
                        <c:v>16.477525538999998</c:v>
                      </c:pt>
                      <c:pt idx="273">
                        <c:v>17.772048617999999</c:v>
                      </c:pt>
                      <c:pt idx="274">
                        <c:v>19.530032425999998</c:v>
                      </c:pt>
                      <c:pt idx="275">
                        <c:v>22.035753713999998</c:v>
                      </c:pt>
                      <c:pt idx="276">
                        <c:v>24.106113957000002</c:v>
                      </c:pt>
                      <c:pt idx="277">
                        <c:v>27.427050569999999</c:v>
                      </c:pt>
                      <c:pt idx="278">
                        <c:v>27.694213478999998</c:v>
                      </c:pt>
                      <c:pt idx="279">
                        <c:v>26.695460322999999</c:v>
                      </c:pt>
                      <c:pt idx="280">
                        <c:v>24.954165256</c:v>
                      </c:pt>
                      <c:pt idx="281">
                        <c:v>26.296250475000001</c:v>
                      </c:pt>
                      <c:pt idx="282">
                        <c:v>26.440162790999999</c:v>
                      </c:pt>
                      <c:pt idx="283">
                        <c:v>31.381494795999998</c:v>
                      </c:pt>
                      <c:pt idx="284">
                        <c:v>35.811141824000003</c:v>
                      </c:pt>
                      <c:pt idx="285">
                        <c:v>40.498913834</c:v>
                      </c:pt>
                      <c:pt idx="286">
                        <c:v>37.882025650999999</c:v>
                      </c:pt>
                      <c:pt idx="287">
                        <c:v>29.878334908999999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6C6F-49E4-8F59-330269BCC199}"/>
                  </c:ext>
                </c:extLst>
              </c15:ser>
            </c15:filteredLineSeries>
            <c15:filteredLine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12-10-2026'!$L$1</c15:sqref>
                        </c15:formulaRef>
                      </c:ext>
                    </c:extLst>
                    <c:strCache>
                      <c:ptCount val="1"/>
                      <c:pt idx="0">
                        <c:v>BMR-DGW2 SGi 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12-10-2026'!$L$2:$L$289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20.423270535</c:v>
                      </c:pt>
                      <c:pt idx="1">
                        <c:v>12.411712295999999</c:v>
                      </c:pt>
                      <c:pt idx="2">
                        <c:v>7.0348068540000002</c:v>
                      </c:pt>
                      <c:pt idx="3">
                        <c:v>4.3501962939999999</c:v>
                      </c:pt>
                      <c:pt idx="4">
                        <c:v>3.2567542309999999</c:v>
                      </c:pt>
                      <c:pt idx="5">
                        <c:v>3.8989175519999999</c:v>
                      </c:pt>
                      <c:pt idx="6">
                        <c:v>7.9459767460000004</c:v>
                      </c:pt>
                      <c:pt idx="7">
                        <c:v>12.315370869000001</c:v>
                      </c:pt>
                      <c:pt idx="8">
                        <c:v>14.960166293</c:v>
                      </c:pt>
                      <c:pt idx="9">
                        <c:v>16.560662639</c:v>
                      </c:pt>
                      <c:pt idx="10">
                        <c:v>18.545066661</c:v>
                      </c:pt>
                      <c:pt idx="11">
                        <c:v>20.933363578000002</c:v>
                      </c:pt>
                      <c:pt idx="12">
                        <c:v>23.00153929</c:v>
                      </c:pt>
                      <c:pt idx="13">
                        <c:v>26.443919008000002</c:v>
                      </c:pt>
                      <c:pt idx="14">
                        <c:v>27.210876616</c:v>
                      </c:pt>
                      <c:pt idx="15">
                        <c:v>26.262482835</c:v>
                      </c:pt>
                      <c:pt idx="16">
                        <c:v>22.884774492999998</c:v>
                      </c:pt>
                      <c:pt idx="17">
                        <c:v>23.583726701</c:v>
                      </c:pt>
                      <c:pt idx="18">
                        <c:v>23.474375195</c:v>
                      </c:pt>
                      <c:pt idx="19">
                        <c:v>27.804699199000002</c:v>
                      </c:pt>
                      <c:pt idx="20">
                        <c:v>31.025441536999999</c:v>
                      </c:pt>
                      <c:pt idx="21">
                        <c:v>35.843568150000003</c:v>
                      </c:pt>
                      <c:pt idx="22">
                        <c:v>35.481885828000003</c:v>
                      </c:pt>
                      <c:pt idx="23">
                        <c:v>30.596565983000001</c:v>
                      </c:pt>
                      <c:pt idx="24">
                        <c:v>22.382822514000001</c:v>
                      </c:pt>
                      <c:pt idx="25">
                        <c:v>14.340636129</c:v>
                      </c:pt>
                      <c:pt idx="26">
                        <c:v>8.5296438610000003</c:v>
                      </c:pt>
                      <c:pt idx="27">
                        <c:v>5.1463460640000003</c:v>
                      </c:pt>
                      <c:pt idx="28">
                        <c:v>3.524389529</c:v>
                      </c:pt>
                      <c:pt idx="29">
                        <c:v>3.7633337130000002</c:v>
                      </c:pt>
                      <c:pt idx="30">
                        <c:v>6.9593748</c:v>
                      </c:pt>
                      <c:pt idx="31">
                        <c:v>10.589578925</c:v>
                      </c:pt>
                      <c:pt idx="32">
                        <c:v>15.077867571000001</c:v>
                      </c:pt>
                      <c:pt idx="33">
                        <c:v>18.590088786999999</c:v>
                      </c:pt>
                      <c:pt idx="34">
                        <c:v>21.405434883000002</c:v>
                      </c:pt>
                      <c:pt idx="35">
                        <c:v>24.658509117000001</c:v>
                      </c:pt>
                      <c:pt idx="36">
                        <c:v>25.174725078000002</c:v>
                      </c:pt>
                      <c:pt idx="37">
                        <c:v>27.026194500999999</c:v>
                      </c:pt>
                      <c:pt idx="38">
                        <c:v>31.619085330000001</c:v>
                      </c:pt>
                      <c:pt idx="39">
                        <c:v>29.444846254000002</c:v>
                      </c:pt>
                      <c:pt idx="40">
                        <c:v>23.988692532999998</c:v>
                      </c:pt>
                      <c:pt idx="41">
                        <c:v>24.414701616999999</c:v>
                      </c:pt>
                      <c:pt idx="42">
                        <c:v>24.223010801000001</c:v>
                      </c:pt>
                      <c:pt idx="43">
                        <c:v>28.853732642000001</c:v>
                      </c:pt>
                      <c:pt idx="44">
                        <c:v>31.923073076000001</c:v>
                      </c:pt>
                      <c:pt idx="45">
                        <c:v>37.185842837000003</c:v>
                      </c:pt>
                      <c:pt idx="46">
                        <c:v>36.627649888000001</c:v>
                      </c:pt>
                      <c:pt idx="47">
                        <c:v>31.450105804</c:v>
                      </c:pt>
                      <c:pt idx="48">
                        <c:v>23.082492889000001</c:v>
                      </c:pt>
                      <c:pt idx="49">
                        <c:v>14.559679091</c:v>
                      </c:pt>
                      <c:pt idx="50">
                        <c:v>8.4986888090000008</c:v>
                      </c:pt>
                      <c:pt idx="51">
                        <c:v>5.1558459680000004</c:v>
                      </c:pt>
                      <c:pt idx="52">
                        <c:v>3.5546556979999999</c:v>
                      </c:pt>
                      <c:pt idx="53">
                        <c:v>3.9044546649999998</c:v>
                      </c:pt>
                      <c:pt idx="54">
                        <c:v>7.2869611519999999</c:v>
                      </c:pt>
                      <c:pt idx="55">
                        <c:v>11.084181527</c:v>
                      </c:pt>
                      <c:pt idx="56">
                        <c:v>15.268354885000001</c:v>
                      </c:pt>
                      <c:pt idx="57">
                        <c:v>17.897343136</c:v>
                      </c:pt>
                      <c:pt idx="58">
                        <c:v>19.712336519000001</c:v>
                      </c:pt>
                      <c:pt idx="59">
                        <c:v>21.961147792999999</c:v>
                      </c:pt>
                      <c:pt idx="60">
                        <c:v>23.386512928999998</c:v>
                      </c:pt>
                      <c:pt idx="61">
                        <c:v>27.227906124</c:v>
                      </c:pt>
                      <c:pt idx="62">
                        <c:v>28.648807544</c:v>
                      </c:pt>
                      <c:pt idx="63">
                        <c:v>27.479685884999999</c:v>
                      </c:pt>
                      <c:pt idx="64">
                        <c:v>23.245232564999998</c:v>
                      </c:pt>
                      <c:pt idx="65">
                        <c:v>23.782214331999999</c:v>
                      </c:pt>
                      <c:pt idx="66">
                        <c:v>23.795964393999999</c:v>
                      </c:pt>
                      <c:pt idx="67">
                        <c:v>28.161795014999999</c:v>
                      </c:pt>
                      <c:pt idx="68">
                        <c:v>31.144451048000001</c:v>
                      </c:pt>
                      <c:pt idx="69">
                        <c:v>35.985697901999998</c:v>
                      </c:pt>
                      <c:pt idx="70">
                        <c:v>34.866912137</c:v>
                      </c:pt>
                      <c:pt idx="71">
                        <c:v>29.023873669</c:v>
                      </c:pt>
                      <c:pt idx="72">
                        <c:v>20.090664903</c:v>
                      </c:pt>
                      <c:pt idx="73">
                        <c:v>11.902018376999999</c:v>
                      </c:pt>
                      <c:pt idx="74">
                        <c:v>6.853629669</c:v>
                      </c:pt>
                      <c:pt idx="75">
                        <c:v>4.2004572370000002</c:v>
                      </c:pt>
                      <c:pt idx="76">
                        <c:v>3.163761424</c:v>
                      </c:pt>
                      <c:pt idx="77">
                        <c:v>3.7965748160000001</c:v>
                      </c:pt>
                      <c:pt idx="78">
                        <c:v>7.6877565409999997</c:v>
                      </c:pt>
                      <c:pt idx="79">
                        <c:v>11.545520421000001</c:v>
                      </c:pt>
                      <c:pt idx="80">
                        <c:v>14.411628970000001</c:v>
                      </c:pt>
                      <c:pt idx="81">
                        <c:v>15.919582985</c:v>
                      </c:pt>
                      <c:pt idx="82">
                        <c:v>17.753632941999999</c:v>
                      </c:pt>
                      <c:pt idx="83">
                        <c:v>20.170156383999998</c:v>
                      </c:pt>
                      <c:pt idx="84">
                        <c:v>21.837689468000001</c:v>
                      </c:pt>
                      <c:pt idx="85">
                        <c:v>24.779669269999999</c:v>
                      </c:pt>
                      <c:pt idx="86">
                        <c:v>25.339939718</c:v>
                      </c:pt>
                      <c:pt idx="87">
                        <c:v>24.466019193000001</c:v>
                      </c:pt>
                      <c:pt idx="88">
                        <c:v>22.465779342000001</c:v>
                      </c:pt>
                      <c:pt idx="89">
                        <c:v>23.521883533</c:v>
                      </c:pt>
                      <c:pt idx="90">
                        <c:v>23.486556460999999</c:v>
                      </c:pt>
                      <c:pt idx="91">
                        <c:v>27.879893617</c:v>
                      </c:pt>
                      <c:pt idx="92">
                        <c:v>31.353014933000001</c:v>
                      </c:pt>
                      <c:pt idx="93">
                        <c:v>36.111712206999997</c:v>
                      </c:pt>
                      <c:pt idx="94">
                        <c:v>34.536887565999997</c:v>
                      </c:pt>
                      <c:pt idx="95">
                        <c:v>27.791527385999999</c:v>
                      </c:pt>
                      <c:pt idx="96">
                        <c:v>18.714183229</c:v>
                      </c:pt>
                      <c:pt idx="97">
                        <c:v>10.939431769</c:v>
                      </c:pt>
                      <c:pt idx="98">
                        <c:v>6.2041673670000002</c:v>
                      </c:pt>
                      <c:pt idx="99">
                        <c:v>3.9668767759999999</c:v>
                      </c:pt>
                      <c:pt idx="100">
                        <c:v>3.0766912259999999</c:v>
                      </c:pt>
                      <c:pt idx="101">
                        <c:v>3.6510941589999999</c:v>
                      </c:pt>
                      <c:pt idx="102">
                        <c:v>7.8371835890000003</c:v>
                      </c:pt>
                      <c:pt idx="103">
                        <c:v>11.935319718000001</c:v>
                      </c:pt>
                      <c:pt idx="104">
                        <c:v>14.538940974000001</c:v>
                      </c:pt>
                      <c:pt idx="105">
                        <c:v>15.892682676</c:v>
                      </c:pt>
                      <c:pt idx="106">
                        <c:v>17.641927537000001</c:v>
                      </c:pt>
                      <c:pt idx="107">
                        <c:v>20.368738936</c:v>
                      </c:pt>
                      <c:pt idx="108">
                        <c:v>21.920522244000001</c:v>
                      </c:pt>
                      <c:pt idx="109">
                        <c:v>24.987331293</c:v>
                      </c:pt>
                      <c:pt idx="110">
                        <c:v>25.218438969000001</c:v>
                      </c:pt>
                      <c:pt idx="111">
                        <c:v>24.61119695</c:v>
                      </c:pt>
                      <c:pt idx="112">
                        <c:v>22.207465946999999</c:v>
                      </c:pt>
                      <c:pt idx="113">
                        <c:v>23.240304556000002</c:v>
                      </c:pt>
                      <c:pt idx="114">
                        <c:v>23.394487926</c:v>
                      </c:pt>
                      <c:pt idx="115">
                        <c:v>27.672067148</c:v>
                      </c:pt>
                      <c:pt idx="116">
                        <c:v>31.146320482</c:v>
                      </c:pt>
                      <c:pt idx="117">
                        <c:v>36.095273030999998</c:v>
                      </c:pt>
                      <c:pt idx="118">
                        <c:v>34.639901682999998</c:v>
                      </c:pt>
                      <c:pt idx="119">
                        <c:v>28.321954785999999</c:v>
                      </c:pt>
                      <c:pt idx="120">
                        <c:v>19.238777573</c:v>
                      </c:pt>
                      <c:pt idx="121">
                        <c:v>11.305476258000001</c:v>
                      </c:pt>
                      <c:pt idx="122">
                        <c:v>6.4784511389999997</c:v>
                      </c:pt>
                      <c:pt idx="123">
                        <c:v>4.035821426</c:v>
                      </c:pt>
                      <c:pt idx="124">
                        <c:v>3.097538948</c:v>
                      </c:pt>
                      <c:pt idx="125">
                        <c:v>3.7060845709999999</c:v>
                      </c:pt>
                      <c:pt idx="126">
                        <c:v>7.861942022</c:v>
                      </c:pt>
                      <c:pt idx="127">
                        <c:v>12.053768635000001</c:v>
                      </c:pt>
                      <c:pt idx="128">
                        <c:v>14.674637049999999</c:v>
                      </c:pt>
                      <c:pt idx="129">
                        <c:v>16.109018374000001</c:v>
                      </c:pt>
                      <c:pt idx="130">
                        <c:v>18.126869361000001</c:v>
                      </c:pt>
                      <c:pt idx="131">
                        <c:v>20.539058545</c:v>
                      </c:pt>
                      <c:pt idx="132">
                        <c:v>22.642087971999999</c:v>
                      </c:pt>
                      <c:pt idx="133">
                        <c:v>27.003881947</c:v>
                      </c:pt>
                      <c:pt idx="134">
                        <c:v>27.441675414999999</c:v>
                      </c:pt>
                      <c:pt idx="135">
                        <c:v>25.768474527999999</c:v>
                      </c:pt>
                      <c:pt idx="136">
                        <c:v>22.632479931999999</c:v>
                      </c:pt>
                      <c:pt idx="137">
                        <c:v>23.510672635999999</c:v>
                      </c:pt>
                      <c:pt idx="138">
                        <c:v>25.488661613000001</c:v>
                      </c:pt>
                      <c:pt idx="139">
                        <c:v>29.363646708000001</c:v>
                      </c:pt>
                      <c:pt idx="140">
                        <c:v>31.460517061000001</c:v>
                      </c:pt>
                      <c:pt idx="141">
                        <c:v>36.423469484000002</c:v>
                      </c:pt>
                      <c:pt idx="142">
                        <c:v>34.906018881999998</c:v>
                      </c:pt>
                      <c:pt idx="143">
                        <c:v>28.853232550000001</c:v>
                      </c:pt>
                      <c:pt idx="144">
                        <c:v>20.406858752000002</c:v>
                      </c:pt>
                      <c:pt idx="145">
                        <c:v>12.307464457</c:v>
                      </c:pt>
                      <c:pt idx="146">
                        <c:v>7.3918834689999997</c:v>
                      </c:pt>
                      <c:pt idx="147">
                        <c:v>4.3661275259999996</c:v>
                      </c:pt>
                      <c:pt idx="148">
                        <c:v>3.3047072069999999</c:v>
                      </c:pt>
                      <c:pt idx="149">
                        <c:v>3.8935510189999998</c:v>
                      </c:pt>
                      <c:pt idx="150">
                        <c:v>8.1511071190000006</c:v>
                      </c:pt>
                      <c:pt idx="151">
                        <c:v>12.395243322000001</c:v>
                      </c:pt>
                      <c:pt idx="152">
                        <c:v>14.942607899</c:v>
                      </c:pt>
                      <c:pt idx="153">
                        <c:v>16.308556951</c:v>
                      </c:pt>
                      <c:pt idx="154">
                        <c:v>17.991711693999999</c:v>
                      </c:pt>
                      <c:pt idx="155">
                        <c:v>20.468006769999999</c:v>
                      </c:pt>
                      <c:pt idx="156">
                        <c:v>21.967263108000001</c:v>
                      </c:pt>
                      <c:pt idx="157">
                        <c:v>25.09444809</c:v>
                      </c:pt>
                      <c:pt idx="158">
                        <c:v>25.471567644</c:v>
                      </c:pt>
                      <c:pt idx="159">
                        <c:v>24.681036825</c:v>
                      </c:pt>
                      <c:pt idx="160">
                        <c:v>22.950199522999998</c:v>
                      </c:pt>
                      <c:pt idx="161">
                        <c:v>24.293158674000001</c:v>
                      </c:pt>
                      <c:pt idx="162">
                        <c:v>24.540204152000001</c:v>
                      </c:pt>
                      <c:pt idx="163">
                        <c:v>28.428192106000001</c:v>
                      </c:pt>
                      <c:pt idx="164">
                        <c:v>31.667165938</c:v>
                      </c:pt>
                      <c:pt idx="165">
                        <c:v>36.117484417999997</c:v>
                      </c:pt>
                      <c:pt idx="166">
                        <c:v>34.528756211999998</c:v>
                      </c:pt>
                      <c:pt idx="167">
                        <c:v>27.708750307999999</c:v>
                      </c:pt>
                      <c:pt idx="168">
                        <c:v>18.844769565</c:v>
                      </c:pt>
                      <c:pt idx="169">
                        <c:v>11.275485446999999</c:v>
                      </c:pt>
                      <c:pt idx="170">
                        <c:v>6.4979143989999999</c:v>
                      </c:pt>
                      <c:pt idx="171">
                        <c:v>4.1012178500000003</c:v>
                      </c:pt>
                      <c:pt idx="172">
                        <c:v>3.152221478</c:v>
                      </c:pt>
                      <c:pt idx="173">
                        <c:v>3.7926336520000001</c:v>
                      </c:pt>
                      <c:pt idx="174">
                        <c:v>8.2547250870000006</c:v>
                      </c:pt>
                      <c:pt idx="175">
                        <c:v>12.847749553</c:v>
                      </c:pt>
                      <c:pt idx="176">
                        <c:v>15.747916118999999</c:v>
                      </c:pt>
                      <c:pt idx="177">
                        <c:v>17.922789185999999</c:v>
                      </c:pt>
                      <c:pt idx="178">
                        <c:v>19.251239804000001</c:v>
                      </c:pt>
                      <c:pt idx="179">
                        <c:v>21.239911615</c:v>
                      </c:pt>
                      <c:pt idx="180">
                        <c:v>23.289727567</c:v>
                      </c:pt>
                      <c:pt idx="181">
                        <c:v>26.286627737</c:v>
                      </c:pt>
                      <c:pt idx="182">
                        <c:v>26.672462491000001</c:v>
                      </c:pt>
                      <c:pt idx="183">
                        <c:v>25.625852428999998</c:v>
                      </c:pt>
                      <c:pt idx="184">
                        <c:v>23.041049619999999</c:v>
                      </c:pt>
                      <c:pt idx="185">
                        <c:v>24.021624116000002</c:v>
                      </c:pt>
                      <c:pt idx="186">
                        <c:v>24.272889148000001</c:v>
                      </c:pt>
                      <c:pt idx="187">
                        <c:v>28.85517089</c:v>
                      </c:pt>
                      <c:pt idx="188">
                        <c:v>32.154529441999998</c:v>
                      </c:pt>
                      <c:pt idx="189">
                        <c:v>36.377666245999997</c:v>
                      </c:pt>
                      <c:pt idx="190">
                        <c:v>35.346234733999999</c:v>
                      </c:pt>
                      <c:pt idx="191">
                        <c:v>29.543759184999999</c:v>
                      </c:pt>
                      <c:pt idx="192">
                        <c:v>21.197716641</c:v>
                      </c:pt>
                      <c:pt idx="193">
                        <c:v>13.311658205000001</c:v>
                      </c:pt>
                      <c:pt idx="194">
                        <c:v>7.8093918909999998</c:v>
                      </c:pt>
                      <c:pt idx="195">
                        <c:v>4.9105612550000002</c:v>
                      </c:pt>
                      <c:pt idx="196">
                        <c:v>3.5113725819999999</c:v>
                      </c:pt>
                      <c:pt idx="197">
                        <c:v>3.64436765</c:v>
                      </c:pt>
                      <c:pt idx="198">
                        <c:v>7.1028212960000001</c:v>
                      </c:pt>
                      <c:pt idx="199">
                        <c:v>11.036633235</c:v>
                      </c:pt>
                      <c:pt idx="200">
                        <c:v>15.346358594</c:v>
                      </c:pt>
                      <c:pt idx="201">
                        <c:v>18.614707721999999</c:v>
                      </c:pt>
                      <c:pt idx="202">
                        <c:v>21.127426707000001</c:v>
                      </c:pt>
                      <c:pt idx="203">
                        <c:v>24.106553464000001</c:v>
                      </c:pt>
                      <c:pt idx="204">
                        <c:v>24.484946361999999</c:v>
                      </c:pt>
                      <c:pt idx="205">
                        <c:v>26.647449803000001</c:v>
                      </c:pt>
                      <c:pt idx="206">
                        <c:v>30.787038945999999</c:v>
                      </c:pt>
                      <c:pt idx="207">
                        <c:v>28.265131741000001</c:v>
                      </c:pt>
                      <c:pt idx="208">
                        <c:v>23.851715251000002</c:v>
                      </c:pt>
                      <c:pt idx="209">
                        <c:v>24.213349334</c:v>
                      </c:pt>
                      <c:pt idx="210">
                        <c:v>23.999647183</c:v>
                      </c:pt>
                      <c:pt idx="211">
                        <c:v>28.753007165</c:v>
                      </c:pt>
                      <c:pt idx="212">
                        <c:v>32.446094991000002</c:v>
                      </c:pt>
                      <c:pt idx="213">
                        <c:v>37.059314817000001</c:v>
                      </c:pt>
                      <c:pt idx="214">
                        <c:v>36.464243611999997</c:v>
                      </c:pt>
                      <c:pt idx="215">
                        <c:v>30.374183614</c:v>
                      </c:pt>
                      <c:pt idx="216">
                        <c:v>21.539147106000001</c:v>
                      </c:pt>
                      <c:pt idx="217">
                        <c:v>13.185777986</c:v>
                      </c:pt>
                      <c:pt idx="218">
                        <c:v>7.6567578279999999</c:v>
                      </c:pt>
                      <c:pt idx="219">
                        <c:v>4.7106436269999996</c:v>
                      </c:pt>
                      <c:pt idx="220">
                        <c:v>3.4150089129999999</c:v>
                      </c:pt>
                      <c:pt idx="221">
                        <c:v>3.6511708600000001</c:v>
                      </c:pt>
                      <c:pt idx="222">
                        <c:v>7.3242123169999998</c:v>
                      </c:pt>
                      <c:pt idx="223">
                        <c:v>11.194670761999999</c:v>
                      </c:pt>
                      <c:pt idx="224">
                        <c:v>14.899915288000001</c:v>
                      </c:pt>
                      <c:pt idx="225">
                        <c:v>17.288052388000001</c:v>
                      </c:pt>
                      <c:pt idx="226">
                        <c:v>19.289695823999999</c:v>
                      </c:pt>
                      <c:pt idx="227">
                        <c:v>21.421390103</c:v>
                      </c:pt>
                      <c:pt idx="228">
                        <c:v>22.768923546</c:v>
                      </c:pt>
                      <c:pt idx="229">
                        <c:v>27.022409707000001</c:v>
                      </c:pt>
                      <c:pt idx="230">
                        <c:v>28.370003364999999</c:v>
                      </c:pt>
                      <c:pt idx="231">
                        <c:v>26.572247733000001</c:v>
                      </c:pt>
                      <c:pt idx="232">
                        <c:v>23.029762560000002</c:v>
                      </c:pt>
                      <c:pt idx="233">
                        <c:v>23.844072939</c:v>
                      </c:pt>
                      <c:pt idx="234">
                        <c:v>24.100065534999999</c:v>
                      </c:pt>
                      <c:pt idx="235">
                        <c:v>28.320036385000002</c:v>
                      </c:pt>
                      <c:pt idx="236">
                        <c:v>32.341054847999999</c:v>
                      </c:pt>
                      <c:pt idx="237">
                        <c:v>36.808367017999998</c:v>
                      </c:pt>
                      <c:pt idx="238">
                        <c:v>34.563343988</c:v>
                      </c:pt>
                      <c:pt idx="239">
                        <c:v>27.657018431000001</c:v>
                      </c:pt>
                      <c:pt idx="240">
                        <c:v>18.475859160999999</c:v>
                      </c:pt>
                      <c:pt idx="241">
                        <c:v>10.895744855</c:v>
                      </c:pt>
                      <c:pt idx="242">
                        <c:v>6.3392928829999997</c:v>
                      </c:pt>
                      <c:pt idx="243">
                        <c:v>3.9875279199999998</c:v>
                      </c:pt>
                      <c:pt idx="244">
                        <c:v>3.1008681409999999</c:v>
                      </c:pt>
                      <c:pt idx="245">
                        <c:v>3.5176718500000002</c:v>
                      </c:pt>
                      <c:pt idx="246">
                        <c:v>7.6411803669999996</c:v>
                      </c:pt>
                      <c:pt idx="247">
                        <c:v>11.541055564000001</c:v>
                      </c:pt>
                      <c:pt idx="248">
                        <c:v>14.179476653</c:v>
                      </c:pt>
                      <c:pt idx="249">
                        <c:v>15.439288483</c:v>
                      </c:pt>
                      <c:pt idx="250">
                        <c:v>17.108222716</c:v>
                      </c:pt>
                      <c:pt idx="251">
                        <c:v>19.552687969000001</c:v>
                      </c:pt>
                      <c:pt idx="252">
                        <c:v>21.283197867999998</c:v>
                      </c:pt>
                      <c:pt idx="253">
                        <c:v>24.456213871999999</c:v>
                      </c:pt>
                      <c:pt idx="254">
                        <c:v>25.031453805999998</c:v>
                      </c:pt>
                      <c:pt idx="255">
                        <c:v>24.047726409999999</c:v>
                      </c:pt>
                      <c:pt idx="256">
                        <c:v>22.646874672999999</c:v>
                      </c:pt>
                      <c:pt idx="257">
                        <c:v>24.340827526000002</c:v>
                      </c:pt>
                      <c:pt idx="258">
                        <c:v>24.442421381999999</c:v>
                      </c:pt>
                      <c:pt idx="259">
                        <c:v>28.440187509000001</c:v>
                      </c:pt>
                      <c:pt idx="260">
                        <c:v>32.218027534000001</c:v>
                      </c:pt>
                      <c:pt idx="261">
                        <c:v>36.113112088000001</c:v>
                      </c:pt>
                      <c:pt idx="262">
                        <c:v>34.08902586</c:v>
                      </c:pt>
                      <c:pt idx="263">
                        <c:v>27.058625499000001</c:v>
                      </c:pt>
                      <c:pt idx="264">
                        <c:v>17.840090410999998</c:v>
                      </c:pt>
                      <c:pt idx="265">
                        <c:v>10.484676292</c:v>
                      </c:pt>
                      <c:pt idx="266">
                        <c:v>6.0295857929999999</c:v>
                      </c:pt>
                      <c:pt idx="267">
                        <c:v>3.890313398</c:v>
                      </c:pt>
                      <c:pt idx="268">
                        <c:v>3.1422346430000001</c:v>
                      </c:pt>
                      <c:pt idx="269">
                        <c:v>3.5920333050000002</c:v>
                      </c:pt>
                      <c:pt idx="270">
                        <c:v>7.9105361150000002</c:v>
                      </c:pt>
                      <c:pt idx="271">
                        <c:v>12.207105081</c:v>
                      </c:pt>
                      <c:pt idx="272">
                        <c:v>14.477437919</c:v>
                      </c:pt>
                      <c:pt idx="273">
                        <c:v>15.931874192</c:v>
                      </c:pt>
                      <c:pt idx="274">
                        <c:v>17.765712434000001</c:v>
                      </c:pt>
                      <c:pt idx="275">
                        <c:v>19.982033447999999</c:v>
                      </c:pt>
                      <c:pt idx="276">
                        <c:v>21.831890812000001</c:v>
                      </c:pt>
                      <c:pt idx="277">
                        <c:v>24.863924900000001</c:v>
                      </c:pt>
                      <c:pt idx="278">
                        <c:v>24.861668366</c:v>
                      </c:pt>
                      <c:pt idx="279">
                        <c:v>23.918514889000001</c:v>
                      </c:pt>
                      <c:pt idx="280">
                        <c:v>22.682072053999999</c:v>
                      </c:pt>
                      <c:pt idx="281">
                        <c:v>24.146953164999999</c:v>
                      </c:pt>
                      <c:pt idx="282">
                        <c:v>24.136156788000001</c:v>
                      </c:pt>
                      <c:pt idx="283">
                        <c:v>28.71565301</c:v>
                      </c:pt>
                      <c:pt idx="284">
                        <c:v>32.608885858000001</c:v>
                      </c:pt>
                      <c:pt idx="285">
                        <c:v>36.910021866000001</c:v>
                      </c:pt>
                      <c:pt idx="286">
                        <c:v>34.476716363000001</c:v>
                      </c:pt>
                      <c:pt idx="287">
                        <c:v>26.955441614000001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6C6F-49E4-8F59-330269BCC199}"/>
                  </c:ext>
                </c:extLst>
              </c15:ser>
            </c15:filteredLineSeries>
            <c15:filteredLin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12-10-2026'!$M$1</c15:sqref>
                        </c15:formulaRef>
                      </c:ext>
                    </c:extLst>
                    <c:strCache>
                      <c:ptCount val="1"/>
                      <c:pt idx="0">
                        <c:v>BMR-DGW2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12-10-2026'!$M$2:$M$289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2.1283529520000002</c:v>
                      </c:pt>
                      <c:pt idx="1">
                        <c:v>1.26578474</c:v>
                      </c:pt>
                      <c:pt idx="2">
                        <c:v>0.73647801199999996</c:v>
                      </c:pt>
                      <c:pt idx="3">
                        <c:v>0.48256605699999999</c:v>
                      </c:pt>
                      <c:pt idx="4">
                        <c:v>0.42288553499999998</c:v>
                      </c:pt>
                      <c:pt idx="5">
                        <c:v>0.60331888300000003</c:v>
                      </c:pt>
                      <c:pt idx="6">
                        <c:v>1.24513969</c:v>
                      </c:pt>
                      <c:pt idx="7">
                        <c:v>1.79012506</c:v>
                      </c:pt>
                      <c:pt idx="8">
                        <c:v>1.95635779</c:v>
                      </c:pt>
                      <c:pt idx="9">
                        <c:v>1.9236734369999999</c:v>
                      </c:pt>
                      <c:pt idx="10">
                        <c:v>1.950618433</c:v>
                      </c:pt>
                      <c:pt idx="11">
                        <c:v>2.1545736560000002</c:v>
                      </c:pt>
                      <c:pt idx="12">
                        <c:v>2.4657638820000001</c:v>
                      </c:pt>
                      <c:pt idx="13">
                        <c:v>2.8344101020000001</c:v>
                      </c:pt>
                      <c:pt idx="14">
                        <c:v>2.953377111</c:v>
                      </c:pt>
                      <c:pt idx="15">
                        <c:v>2.8553350279999998</c:v>
                      </c:pt>
                      <c:pt idx="16">
                        <c:v>2.3861878220000001</c:v>
                      </c:pt>
                      <c:pt idx="17">
                        <c:v>2.1890970470000002</c:v>
                      </c:pt>
                      <c:pt idx="18">
                        <c:v>2.2863049160000002</c:v>
                      </c:pt>
                      <c:pt idx="19">
                        <c:v>2.7503580209999998</c:v>
                      </c:pt>
                      <c:pt idx="20">
                        <c:v>3.0272730879999998</c:v>
                      </c:pt>
                      <c:pt idx="21">
                        <c:v>3.3830903380000001</c:v>
                      </c:pt>
                      <c:pt idx="22">
                        <c:v>3.5580192400000001</c:v>
                      </c:pt>
                      <c:pt idx="23">
                        <c:v>3.1293484359999999</c:v>
                      </c:pt>
                      <c:pt idx="24">
                        <c:v>2.2909266449999999</c:v>
                      </c:pt>
                      <c:pt idx="25">
                        <c:v>1.434558582</c:v>
                      </c:pt>
                      <c:pt idx="26">
                        <c:v>0.84368654200000004</c:v>
                      </c:pt>
                      <c:pt idx="27">
                        <c:v>0.54464148999999995</c:v>
                      </c:pt>
                      <c:pt idx="28">
                        <c:v>0.44414238499999997</c:v>
                      </c:pt>
                      <c:pt idx="29">
                        <c:v>0.57452825799999996</c:v>
                      </c:pt>
                      <c:pt idx="30">
                        <c:v>1.0935878729999999</c:v>
                      </c:pt>
                      <c:pt idx="31">
                        <c:v>1.649068354</c:v>
                      </c:pt>
                      <c:pt idx="32">
                        <c:v>2.088118047</c:v>
                      </c:pt>
                      <c:pt idx="33">
                        <c:v>2.2493324659999998</c:v>
                      </c:pt>
                      <c:pt idx="34">
                        <c:v>2.349125854</c:v>
                      </c:pt>
                      <c:pt idx="35">
                        <c:v>2.6148270259999999</c:v>
                      </c:pt>
                      <c:pt idx="36">
                        <c:v>2.8175756989999998</c:v>
                      </c:pt>
                      <c:pt idx="37">
                        <c:v>3.0699860929999998</c:v>
                      </c:pt>
                      <c:pt idx="38">
                        <c:v>3.3982806000000001</c:v>
                      </c:pt>
                      <c:pt idx="39">
                        <c:v>3.1380535840000001</c:v>
                      </c:pt>
                      <c:pt idx="40">
                        <c:v>2.5224895709999999</c:v>
                      </c:pt>
                      <c:pt idx="41">
                        <c:v>2.3161804589999999</c:v>
                      </c:pt>
                      <c:pt idx="42">
                        <c:v>2.3689572120000002</c:v>
                      </c:pt>
                      <c:pt idx="43">
                        <c:v>2.835684316</c:v>
                      </c:pt>
                      <c:pt idx="44">
                        <c:v>3.092963047</c:v>
                      </c:pt>
                      <c:pt idx="45">
                        <c:v>3.5025873359999999</c:v>
                      </c:pt>
                      <c:pt idx="46">
                        <c:v>3.6659938919999999</c:v>
                      </c:pt>
                      <c:pt idx="47">
                        <c:v>3.21402023</c:v>
                      </c:pt>
                      <c:pt idx="48">
                        <c:v>2.3471987400000001</c:v>
                      </c:pt>
                      <c:pt idx="49">
                        <c:v>1.4644877700000001</c:v>
                      </c:pt>
                      <c:pt idx="50">
                        <c:v>0.87624192599999995</c:v>
                      </c:pt>
                      <c:pt idx="51">
                        <c:v>0.55892350199999996</c:v>
                      </c:pt>
                      <c:pt idx="52">
                        <c:v>0.46480333200000001</c:v>
                      </c:pt>
                      <c:pt idx="53">
                        <c:v>0.62573444300000003</c:v>
                      </c:pt>
                      <c:pt idx="54">
                        <c:v>1.1714387079999999</c:v>
                      </c:pt>
                      <c:pt idx="55">
                        <c:v>1.709204253</c:v>
                      </c:pt>
                      <c:pt idx="56">
                        <c:v>2.0865209669999998</c:v>
                      </c:pt>
                      <c:pt idx="57">
                        <c:v>2.1410529399999998</c:v>
                      </c:pt>
                      <c:pt idx="58">
                        <c:v>2.175698106</c:v>
                      </c:pt>
                      <c:pt idx="59">
                        <c:v>2.3097442300000002</c:v>
                      </c:pt>
                      <c:pt idx="60">
                        <c:v>2.5622780920000001</c:v>
                      </c:pt>
                      <c:pt idx="61">
                        <c:v>2.9358297389999999</c:v>
                      </c:pt>
                      <c:pt idx="62">
                        <c:v>3.1099940479999999</c:v>
                      </c:pt>
                      <c:pt idx="63">
                        <c:v>2.998048286</c:v>
                      </c:pt>
                      <c:pt idx="64">
                        <c:v>2.4195286349999998</c:v>
                      </c:pt>
                      <c:pt idx="65">
                        <c:v>2.2502162239999999</c:v>
                      </c:pt>
                      <c:pt idx="66">
                        <c:v>2.3248900639999999</c:v>
                      </c:pt>
                      <c:pt idx="67">
                        <c:v>2.784683813</c:v>
                      </c:pt>
                      <c:pt idx="68">
                        <c:v>2.9918367419999998</c:v>
                      </c:pt>
                      <c:pt idx="69">
                        <c:v>3.3719878109999999</c:v>
                      </c:pt>
                      <c:pt idx="70">
                        <c:v>3.4523774719999998</c:v>
                      </c:pt>
                      <c:pt idx="71">
                        <c:v>2.9763092809999998</c:v>
                      </c:pt>
                      <c:pt idx="72">
                        <c:v>2.0670906590000002</c:v>
                      </c:pt>
                      <c:pt idx="73">
                        <c:v>1.231282269</c:v>
                      </c:pt>
                      <c:pt idx="74">
                        <c:v>0.74127209999999999</c:v>
                      </c:pt>
                      <c:pt idx="75">
                        <c:v>0.50576299199999997</c:v>
                      </c:pt>
                      <c:pt idx="76">
                        <c:v>0.434105719</c:v>
                      </c:pt>
                      <c:pt idx="77">
                        <c:v>0.59882046200000005</c:v>
                      </c:pt>
                      <c:pt idx="78">
                        <c:v>1.2497121040000001</c:v>
                      </c:pt>
                      <c:pt idx="79">
                        <c:v>1.733144247</c:v>
                      </c:pt>
                      <c:pt idx="80">
                        <c:v>1.8894423309999999</c:v>
                      </c:pt>
                      <c:pt idx="81">
                        <c:v>1.8733256300000001</c:v>
                      </c:pt>
                      <c:pt idx="82">
                        <c:v>1.8966999630000001</c:v>
                      </c:pt>
                      <c:pt idx="83">
                        <c:v>2.099399258</c:v>
                      </c:pt>
                      <c:pt idx="84">
                        <c:v>2.376688277</c:v>
                      </c:pt>
                      <c:pt idx="85">
                        <c:v>2.6452489680000002</c:v>
                      </c:pt>
                      <c:pt idx="86">
                        <c:v>2.7944485970000001</c:v>
                      </c:pt>
                      <c:pt idx="87">
                        <c:v>2.6721845640000002</c:v>
                      </c:pt>
                      <c:pt idx="88">
                        <c:v>2.2926101129999998</c:v>
                      </c:pt>
                      <c:pt idx="89">
                        <c:v>2.195185962</c:v>
                      </c:pt>
                      <c:pt idx="90">
                        <c:v>2.2505280550000002</c:v>
                      </c:pt>
                      <c:pt idx="91">
                        <c:v>2.7310710829999998</c:v>
                      </c:pt>
                      <c:pt idx="92">
                        <c:v>2.9567246649999999</c:v>
                      </c:pt>
                      <c:pt idx="93">
                        <c:v>3.3802921889999999</c:v>
                      </c:pt>
                      <c:pt idx="94">
                        <c:v>3.4634584450000001</c:v>
                      </c:pt>
                      <c:pt idx="95">
                        <c:v>2.8410974539999998</c:v>
                      </c:pt>
                      <c:pt idx="96">
                        <c:v>1.9016235669999999</c:v>
                      </c:pt>
                      <c:pt idx="97">
                        <c:v>1.0986704300000001</c:v>
                      </c:pt>
                      <c:pt idx="98">
                        <c:v>0.66471015099999997</c:v>
                      </c:pt>
                      <c:pt idx="99">
                        <c:v>0.44895648799999999</c:v>
                      </c:pt>
                      <c:pt idx="100">
                        <c:v>0.40602745099999998</c:v>
                      </c:pt>
                      <c:pt idx="101">
                        <c:v>0.58702541699999999</c:v>
                      </c:pt>
                      <c:pt idx="102">
                        <c:v>1.219080733</c:v>
                      </c:pt>
                      <c:pt idx="103">
                        <c:v>1.757386763</c:v>
                      </c:pt>
                      <c:pt idx="104">
                        <c:v>1.8837633869999999</c:v>
                      </c:pt>
                      <c:pt idx="105">
                        <c:v>1.8544848439999999</c:v>
                      </c:pt>
                      <c:pt idx="106">
                        <c:v>1.882132911</c:v>
                      </c:pt>
                      <c:pt idx="107">
                        <c:v>2.0943022340000002</c:v>
                      </c:pt>
                      <c:pt idx="108">
                        <c:v>2.3665703859999998</c:v>
                      </c:pt>
                      <c:pt idx="109">
                        <c:v>2.6806322310000001</c:v>
                      </c:pt>
                      <c:pt idx="110">
                        <c:v>2.7890534850000002</c:v>
                      </c:pt>
                      <c:pt idx="111">
                        <c:v>2.7101725409999999</c:v>
                      </c:pt>
                      <c:pt idx="112">
                        <c:v>2.3171561459999999</c:v>
                      </c:pt>
                      <c:pt idx="113">
                        <c:v>2.1763895039999999</c:v>
                      </c:pt>
                      <c:pt idx="114">
                        <c:v>2.2831656429999998</c:v>
                      </c:pt>
                      <c:pt idx="115">
                        <c:v>2.7246007730000001</c:v>
                      </c:pt>
                      <c:pt idx="116">
                        <c:v>2.962983817</c:v>
                      </c:pt>
                      <c:pt idx="117">
                        <c:v>3.3875111769999999</c:v>
                      </c:pt>
                      <c:pt idx="118">
                        <c:v>3.4386327410000002</c:v>
                      </c:pt>
                      <c:pt idx="119">
                        <c:v>2.918134314</c:v>
                      </c:pt>
                      <c:pt idx="120">
                        <c:v>1.962403736</c:v>
                      </c:pt>
                      <c:pt idx="121">
                        <c:v>1.134722633</c:v>
                      </c:pt>
                      <c:pt idx="122">
                        <c:v>0.68318000300000004</c:v>
                      </c:pt>
                      <c:pt idx="123">
                        <c:v>0.49056516</c:v>
                      </c:pt>
                      <c:pt idx="124">
                        <c:v>0.44138412900000001</c:v>
                      </c:pt>
                      <c:pt idx="125">
                        <c:v>0.59940261500000003</c:v>
                      </c:pt>
                      <c:pt idx="126">
                        <c:v>1.2506887719999999</c:v>
                      </c:pt>
                      <c:pt idx="127">
                        <c:v>1.7665567639999999</c:v>
                      </c:pt>
                      <c:pt idx="128">
                        <c:v>1.8963670530000001</c:v>
                      </c:pt>
                      <c:pt idx="129">
                        <c:v>1.886616286</c:v>
                      </c:pt>
                      <c:pt idx="130">
                        <c:v>1.9439704449999999</c:v>
                      </c:pt>
                      <c:pt idx="131">
                        <c:v>2.1551021189999999</c:v>
                      </c:pt>
                      <c:pt idx="132">
                        <c:v>2.4584493140000001</c:v>
                      </c:pt>
                      <c:pt idx="133">
                        <c:v>2.9195495079999998</c:v>
                      </c:pt>
                      <c:pt idx="134">
                        <c:v>3.0600754069999998</c:v>
                      </c:pt>
                      <c:pt idx="135">
                        <c:v>2.8938024379999998</c:v>
                      </c:pt>
                      <c:pt idx="136">
                        <c:v>2.3722696270000001</c:v>
                      </c:pt>
                      <c:pt idx="137">
                        <c:v>2.2231828849999999</c:v>
                      </c:pt>
                      <c:pt idx="138">
                        <c:v>2.4115379400000001</c:v>
                      </c:pt>
                      <c:pt idx="139">
                        <c:v>2.8328916039999998</c:v>
                      </c:pt>
                      <c:pt idx="140">
                        <c:v>2.9790711270000001</c:v>
                      </c:pt>
                      <c:pt idx="141">
                        <c:v>3.3877064419999998</c:v>
                      </c:pt>
                      <c:pt idx="142">
                        <c:v>3.4732827300000002</c:v>
                      </c:pt>
                      <c:pt idx="143">
                        <c:v>2.9222969249999999</c:v>
                      </c:pt>
                      <c:pt idx="144">
                        <c:v>1.9931791969999999</c:v>
                      </c:pt>
                      <c:pt idx="145">
                        <c:v>1.1995626070000001</c:v>
                      </c:pt>
                      <c:pt idx="146">
                        <c:v>0.75507689300000003</c:v>
                      </c:pt>
                      <c:pt idx="147">
                        <c:v>0.51104876200000005</c:v>
                      </c:pt>
                      <c:pt idx="148">
                        <c:v>0.44419544399999999</c:v>
                      </c:pt>
                      <c:pt idx="149">
                        <c:v>0.61437002399999996</c:v>
                      </c:pt>
                      <c:pt idx="150">
                        <c:v>1.260786789</c:v>
                      </c:pt>
                      <c:pt idx="151">
                        <c:v>1.785062049</c:v>
                      </c:pt>
                      <c:pt idx="152">
                        <c:v>1.9168567459999999</c:v>
                      </c:pt>
                      <c:pt idx="153">
                        <c:v>1.8910684069999999</c:v>
                      </c:pt>
                      <c:pt idx="154">
                        <c:v>1.9056613609999999</c:v>
                      </c:pt>
                      <c:pt idx="155">
                        <c:v>2.1280836719999998</c:v>
                      </c:pt>
                      <c:pt idx="156">
                        <c:v>2.3747200770000001</c:v>
                      </c:pt>
                      <c:pt idx="157">
                        <c:v>2.6709172259999998</c:v>
                      </c:pt>
                      <c:pt idx="158">
                        <c:v>2.7858933659999998</c:v>
                      </c:pt>
                      <c:pt idx="159">
                        <c:v>2.691844701</c:v>
                      </c:pt>
                      <c:pt idx="160">
                        <c:v>2.3262427090000002</c:v>
                      </c:pt>
                      <c:pt idx="161">
                        <c:v>2.2411282620000001</c:v>
                      </c:pt>
                      <c:pt idx="162">
                        <c:v>2.3897608180000001</c:v>
                      </c:pt>
                      <c:pt idx="163">
                        <c:v>2.822543885</c:v>
                      </c:pt>
                      <c:pt idx="164">
                        <c:v>3.074698513</c:v>
                      </c:pt>
                      <c:pt idx="165">
                        <c:v>3.4664942939999999</c:v>
                      </c:pt>
                      <c:pt idx="166">
                        <c:v>3.4549077920000002</c:v>
                      </c:pt>
                      <c:pt idx="167">
                        <c:v>2.8564074659999998</c:v>
                      </c:pt>
                      <c:pt idx="168">
                        <c:v>1.9117847530000001</c:v>
                      </c:pt>
                      <c:pt idx="169">
                        <c:v>1.1189397670000001</c:v>
                      </c:pt>
                      <c:pt idx="170">
                        <c:v>0.690099464</c:v>
                      </c:pt>
                      <c:pt idx="171">
                        <c:v>0.477565136</c:v>
                      </c:pt>
                      <c:pt idx="172">
                        <c:v>0.429207071</c:v>
                      </c:pt>
                      <c:pt idx="173">
                        <c:v>0.60613939100000003</c:v>
                      </c:pt>
                      <c:pt idx="174">
                        <c:v>1.2806141639999999</c:v>
                      </c:pt>
                      <c:pt idx="175">
                        <c:v>1.8398173520000001</c:v>
                      </c:pt>
                      <c:pt idx="176">
                        <c:v>1.986376642</c:v>
                      </c:pt>
                      <c:pt idx="177">
                        <c:v>1.9614871119999999</c:v>
                      </c:pt>
                      <c:pt idx="178">
                        <c:v>1.940873469</c:v>
                      </c:pt>
                      <c:pt idx="179">
                        <c:v>2.1237014030000001</c:v>
                      </c:pt>
                      <c:pt idx="180">
                        <c:v>2.4337667490000001</c:v>
                      </c:pt>
                      <c:pt idx="181">
                        <c:v>2.7621218999999999</c:v>
                      </c:pt>
                      <c:pt idx="182">
                        <c:v>2.8927786420000001</c:v>
                      </c:pt>
                      <c:pt idx="183">
                        <c:v>2.7690866559999998</c:v>
                      </c:pt>
                      <c:pt idx="184">
                        <c:v>2.3529473510000001</c:v>
                      </c:pt>
                      <c:pt idx="185">
                        <c:v>2.2291145550000002</c:v>
                      </c:pt>
                      <c:pt idx="186">
                        <c:v>2.3929915319999999</c:v>
                      </c:pt>
                      <c:pt idx="187">
                        <c:v>2.8585100639999999</c:v>
                      </c:pt>
                      <c:pt idx="188">
                        <c:v>3.0752403639999999</c:v>
                      </c:pt>
                      <c:pt idx="189">
                        <c:v>3.4720589679999998</c:v>
                      </c:pt>
                      <c:pt idx="190">
                        <c:v>3.5593561839999999</c:v>
                      </c:pt>
                      <c:pt idx="191">
                        <c:v>3.0503597490000001</c:v>
                      </c:pt>
                      <c:pt idx="192">
                        <c:v>2.1613661230000001</c:v>
                      </c:pt>
                      <c:pt idx="193">
                        <c:v>1.3598984649999999</c:v>
                      </c:pt>
                      <c:pt idx="194">
                        <c:v>0.78867973300000005</c:v>
                      </c:pt>
                      <c:pt idx="195">
                        <c:v>0.553572179</c:v>
                      </c:pt>
                      <c:pt idx="196">
                        <c:v>0.47516681100000002</c:v>
                      </c:pt>
                      <c:pt idx="197">
                        <c:v>0.58218492200000005</c:v>
                      </c:pt>
                      <c:pt idx="198">
                        <c:v>1.1604649170000001</c:v>
                      </c:pt>
                      <c:pt idx="199">
                        <c:v>1.7342277690000001</c:v>
                      </c:pt>
                      <c:pt idx="200">
                        <c:v>2.1409635269999998</c:v>
                      </c:pt>
                      <c:pt idx="201">
                        <c:v>2.2362874819999998</c:v>
                      </c:pt>
                      <c:pt idx="202">
                        <c:v>2.3122591560000001</c:v>
                      </c:pt>
                      <c:pt idx="203">
                        <c:v>2.5557101680000001</c:v>
                      </c:pt>
                      <c:pt idx="204">
                        <c:v>2.7261729909999999</c:v>
                      </c:pt>
                      <c:pt idx="205">
                        <c:v>2.9698136919999998</c:v>
                      </c:pt>
                      <c:pt idx="206">
                        <c:v>3.300014714</c:v>
                      </c:pt>
                      <c:pt idx="207">
                        <c:v>3.0483916880000002</c:v>
                      </c:pt>
                      <c:pt idx="208">
                        <c:v>2.4691953880000002</c:v>
                      </c:pt>
                      <c:pt idx="209">
                        <c:v>2.3276880489999998</c:v>
                      </c:pt>
                      <c:pt idx="210">
                        <c:v>2.4535854970000002</c:v>
                      </c:pt>
                      <c:pt idx="211">
                        <c:v>2.916752491</c:v>
                      </c:pt>
                      <c:pt idx="212">
                        <c:v>3.1589858770000001</c:v>
                      </c:pt>
                      <c:pt idx="213">
                        <c:v>3.5342047669999999</c:v>
                      </c:pt>
                      <c:pt idx="214">
                        <c:v>3.6397596010000002</c:v>
                      </c:pt>
                      <c:pt idx="215">
                        <c:v>3.0915351000000002</c:v>
                      </c:pt>
                      <c:pt idx="216">
                        <c:v>2.157136833</c:v>
                      </c:pt>
                      <c:pt idx="217">
                        <c:v>1.348623173</c:v>
                      </c:pt>
                      <c:pt idx="218">
                        <c:v>0.80893906999999998</c:v>
                      </c:pt>
                      <c:pt idx="219">
                        <c:v>0.54955617999999995</c:v>
                      </c:pt>
                      <c:pt idx="220">
                        <c:v>0.46290447400000001</c:v>
                      </c:pt>
                      <c:pt idx="221">
                        <c:v>0.58050162800000005</c:v>
                      </c:pt>
                      <c:pt idx="222">
                        <c:v>1.1780419470000001</c:v>
                      </c:pt>
                      <c:pt idx="223">
                        <c:v>1.7216099060000001</c:v>
                      </c:pt>
                      <c:pt idx="224">
                        <c:v>2.0522435290000001</c:v>
                      </c:pt>
                      <c:pt idx="225">
                        <c:v>2.1108451289999999</c:v>
                      </c:pt>
                      <c:pt idx="226">
                        <c:v>2.0908348170000002</c:v>
                      </c:pt>
                      <c:pt idx="227">
                        <c:v>2.2698657959999999</c:v>
                      </c:pt>
                      <c:pt idx="228">
                        <c:v>2.5307964900000002</c:v>
                      </c:pt>
                      <c:pt idx="229">
                        <c:v>2.9078359200000001</c:v>
                      </c:pt>
                      <c:pt idx="230">
                        <c:v>3.042677673</c:v>
                      </c:pt>
                      <c:pt idx="231">
                        <c:v>2.8477586549999998</c:v>
                      </c:pt>
                      <c:pt idx="232">
                        <c:v>2.3689763720000001</c:v>
                      </c:pt>
                      <c:pt idx="233">
                        <c:v>2.228432652</c:v>
                      </c:pt>
                      <c:pt idx="234">
                        <c:v>2.3755240820000001</c:v>
                      </c:pt>
                      <c:pt idx="235">
                        <c:v>2.8129567500000001</c:v>
                      </c:pt>
                      <c:pt idx="236">
                        <c:v>3.092821603</c:v>
                      </c:pt>
                      <c:pt idx="237">
                        <c:v>3.475320204</c:v>
                      </c:pt>
                      <c:pt idx="238">
                        <c:v>3.446109238</c:v>
                      </c:pt>
                      <c:pt idx="239">
                        <c:v>2.8044585899999999</c:v>
                      </c:pt>
                      <c:pt idx="240">
                        <c:v>1.8599461610000001</c:v>
                      </c:pt>
                      <c:pt idx="241">
                        <c:v>1.0949682510000001</c:v>
                      </c:pt>
                      <c:pt idx="242">
                        <c:v>0.66519884600000001</c:v>
                      </c:pt>
                      <c:pt idx="243">
                        <c:v>0.49161956499999998</c:v>
                      </c:pt>
                      <c:pt idx="244">
                        <c:v>0.43979098700000002</c:v>
                      </c:pt>
                      <c:pt idx="245">
                        <c:v>0.575424987</c:v>
                      </c:pt>
                      <c:pt idx="246">
                        <c:v>1.225134172</c:v>
                      </c:pt>
                      <c:pt idx="247">
                        <c:v>1.699644374</c:v>
                      </c:pt>
                      <c:pt idx="248">
                        <c:v>1.8840140480000001</c:v>
                      </c:pt>
                      <c:pt idx="249">
                        <c:v>1.8043715840000001</c:v>
                      </c:pt>
                      <c:pt idx="250">
                        <c:v>1.8035333250000001</c:v>
                      </c:pt>
                      <c:pt idx="251">
                        <c:v>2.039052571</c:v>
                      </c:pt>
                      <c:pt idx="252">
                        <c:v>2.3141083199999999</c:v>
                      </c:pt>
                      <c:pt idx="253">
                        <c:v>2.6003298419999998</c:v>
                      </c:pt>
                      <c:pt idx="254">
                        <c:v>2.7075189929999999</c:v>
                      </c:pt>
                      <c:pt idx="255">
                        <c:v>2.6108292419999999</c:v>
                      </c:pt>
                      <c:pt idx="256">
                        <c:v>2.2712472579999998</c:v>
                      </c:pt>
                      <c:pt idx="257">
                        <c:v>2.2024564459999998</c:v>
                      </c:pt>
                      <c:pt idx="258">
                        <c:v>2.3997495390000001</c:v>
                      </c:pt>
                      <c:pt idx="259">
                        <c:v>2.8033809669999998</c:v>
                      </c:pt>
                      <c:pt idx="260">
                        <c:v>3.0697268110000002</c:v>
                      </c:pt>
                      <c:pt idx="261">
                        <c:v>3.460360144</c:v>
                      </c:pt>
                      <c:pt idx="262">
                        <c:v>3.4380642400000001</c:v>
                      </c:pt>
                      <c:pt idx="263">
                        <c:v>2.7768235469999998</c:v>
                      </c:pt>
                      <c:pt idx="264">
                        <c:v>1.8437106640000001</c:v>
                      </c:pt>
                      <c:pt idx="265">
                        <c:v>1.070810627</c:v>
                      </c:pt>
                      <c:pt idx="266">
                        <c:v>0.67710968299999996</c:v>
                      </c:pt>
                      <c:pt idx="267">
                        <c:v>0.47911316799999998</c:v>
                      </c:pt>
                      <c:pt idx="268">
                        <c:v>0.43835134999999997</c:v>
                      </c:pt>
                      <c:pt idx="269">
                        <c:v>0.57270555599999995</c:v>
                      </c:pt>
                      <c:pt idx="270">
                        <c:v>1.264755385</c:v>
                      </c:pt>
                      <c:pt idx="271">
                        <c:v>1.809675948</c:v>
                      </c:pt>
                      <c:pt idx="272">
                        <c:v>1.919577858</c:v>
                      </c:pt>
                      <c:pt idx="273">
                        <c:v>1.8300686580000001</c:v>
                      </c:pt>
                      <c:pt idx="274">
                        <c:v>1.8624052099999999</c:v>
                      </c:pt>
                      <c:pt idx="275">
                        <c:v>2.0751489909999998</c:v>
                      </c:pt>
                      <c:pt idx="276">
                        <c:v>2.3474694280000001</c:v>
                      </c:pt>
                      <c:pt idx="277">
                        <c:v>2.6462931410000001</c:v>
                      </c:pt>
                      <c:pt idx="278">
                        <c:v>2.7462796699999998</c:v>
                      </c:pt>
                      <c:pt idx="279">
                        <c:v>2.6313399460000002</c:v>
                      </c:pt>
                      <c:pt idx="280">
                        <c:v>2.2928954450000001</c:v>
                      </c:pt>
                      <c:pt idx="281">
                        <c:v>2.2164604090000002</c:v>
                      </c:pt>
                      <c:pt idx="282">
                        <c:v>2.3879618520000001</c:v>
                      </c:pt>
                      <c:pt idx="283">
                        <c:v>2.8252264519999999</c:v>
                      </c:pt>
                      <c:pt idx="284">
                        <c:v>3.060163755</c:v>
                      </c:pt>
                      <c:pt idx="285">
                        <c:v>3.5052710810000001</c:v>
                      </c:pt>
                      <c:pt idx="286">
                        <c:v>3.4642341220000001</c:v>
                      </c:pt>
                      <c:pt idx="287">
                        <c:v>2.7671336910000002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6C6F-49E4-8F59-330269BCC199}"/>
                  </c:ext>
                </c:extLst>
              </c15:ser>
            </c15:filteredLineSeries>
            <c15:filteredLine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12-10-2026'!$N$1</c15:sqref>
                        </c15:formulaRef>
                      </c:ext>
                    </c:extLst>
                    <c:strCache>
                      <c:ptCount val="1"/>
                      <c:pt idx="0">
                        <c:v>BMR-DGW2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12-10-2026'!$N$2:$N$289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22.551623487000001</c:v>
                      </c:pt>
                      <c:pt idx="1">
                        <c:v>13.677497036</c:v>
                      </c:pt>
                      <c:pt idx="2">
                        <c:v>7.7712848660000002</c:v>
                      </c:pt>
                      <c:pt idx="3">
                        <c:v>4.8327623510000004</c:v>
                      </c:pt>
                      <c:pt idx="4">
                        <c:v>3.6796397660000002</c:v>
                      </c:pt>
                      <c:pt idx="5">
                        <c:v>4.5022364350000004</c:v>
                      </c:pt>
                      <c:pt idx="6">
                        <c:v>9.1911164359999997</c:v>
                      </c:pt>
                      <c:pt idx="7">
                        <c:v>14.105495929</c:v>
                      </c:pt>
                      <c:pt idx="8">
                        <c:v>16.916524082999999</c:v>
                      </c:pt>
                      <c:pt idx="9">
                        <c:v>18.484336076000002</c:v>
                      </c:pt>
                      <c:pt idx="10">
                        <c:v>20.495685093999999</c:v>
                      </c:pt>
                      <c:pt idx="11">
                        <c:v>23.087937234000002</c:v>
                      </c:pt>
                      <c:pt idx="12">
                        <c:v>25.467303172000001</c:v>
                      </c:pt>
                      <c:pt idx="13">
                        <c:v>29.278329110000001</c:v>
                      </c:pt>
                      <c:pt idx="14">
                        <c:v>30.164253726999998</c:v>
                      </c:pt>
                      <c:pt idx="15">
                        <c:v>29.117817862999999</c:v>
                      </c:pt>
                      <c:pt idx="16">
                        <c:v>25.270962314999998</c:v>
                      </c:pt>
                      <c:pt idx="17">
                        <c:v>25.772823748</c:v>
                      </c:pt>
                      <c:pt idx="18">
                        <c:v>25.760680110999999</c:v>
                      </c:pt>
                      <c:pt idx="19">
                        <c:v>30.555057219999998</c:v>
                      </c:pt>
                      <c:pt idx="20">
                        <c:v>34.052714625</c:v>
                      </c:pt>
                      <c:pt idx="21">
                        <c:v>39.226658487999998</c:v>
                      </c:pt>
                      <c:pt idx="22">
                        <c:v>39.039905068000003</c:v>
                      </c:pt>
                      <c:pt idx="23">
                        <c:v>33.725914418999999</c:v>
                      </c:pt>
                      <c:pt idx="24">
                        <c:v>24.673749159</c:v>
                      </c:pt>
                      <c:pt idx="25">
                        <c:v>15.775194710999999</c:v>
                      </c:pt>
                      <c:pt idx="26">
                        <c:v>9.3733304030000006</c:v>
                      </c:pt>
                      <c:pt idx="27">
                        <c:v>5.6909875540000003</c:v>
                      </c:pt>
                      <c:pt idx="28">
                        <c:v>3.9685319140000002</c:v>
                      </c:pt>
                      <c:pt idx="29">
                        <c:v>4.3378619709999997</c:v>
                      </c:pt>
                      <c:pt idx="30">
                        <c:v>8.0529626729999997</c:v>
                      </c:pt>
                      <c:pt idx="31">
                        <c:v>12.238647279</c:v>
                      </c:pt>
                      <c:pt idx="32">
                        <c:v>17.165985618000001</c:v>
                      </c:pt>
                      <c:pt idx="33">
                        <c:v>20.839421253000001</c:v>
                      </c:pt>
                      <c:pt idx="34">
                        <c:v>23.754560736999998</c:v>
                      </c:pt>
                      <c:pt idx="35">
                        <c:v>27.273336143000002</c:v>
                      </c:pt>
                      <c:pt idx="36">
                        <c:v>27.992300777000001</c:v>
                      </c:pt>
                      <c:pt idx="37">
                        <c:v>30.096180594</c:v>
                      </c:pt>
                      <c:pt idx="38">
                        <c:v>35.017365929999997</c:v>
                      </c:pt>
                      <c:pt idx="39">
                        <c:v>32.582899838000003</c:v>
                      </c:pt>
                      <c:pt idx="40">
                        <c:v>26.511182104</c:v>
                      </c:pt>
                      <c:pt idx="41">
                        <c:v>26.730882076</c:v>
                      </c:pt>
                      <c:pt idx="42">
                        <c:v>26.591968012999999</c:v>
                      </c:pt>
                      <c:pt idx="43">
                        <c:v>31.689416957999999</c:v>
                      </c:pt>
                      <c:pt idx="44">
                        <c:v>35.016036122999999</c:v>
                      </c:pt>
                      <c:pt idx="45">
                        <c:v>40.688430173</c:v>
                      </c:pt>
                      <c:pt idx="46">
                        <c:v>40.293643779999996</c:v>
                      </c:pt>
                      <c:pt idx="47">
                        <c:v>34.664126033999999</c:v>
                      </c:pt>
                      <c:pt idx="48">
                        <c:v>25.429691629000001</c:v>
                      </c:pt>
                      <c:pt idx="49">
                        <c:v>16.024166861000001</c:v>
                      </c:pt>
                      <c:pt idx="50">
                        <c:v>9.3749307349999995</c:v>
                      </c:pt>
                      <c:pt idx="51">
                        <c:v>5.7147694700000002</c:v>
                      </c:pt>
                      <c:pt idx="52">
                        <c:v>4.0194590300000002</c:v>
                      </c:pt>
                      <c:pt idx="53">
                        <c:v>4.5301891080000001</c:v>
                      </c:pt>
                      <c:pt idx="54">
                        <c:v>8.4583998600000001</c:v>
                      </c:pt>
                      <c:pt idx="55">
                        <c:v>12.793385779999999</c:v>
                      </c:pt>
                      <c:pt idx="56">
                        <c:v>17.354875851999999</c:v>
                      </c:pt>
                      <c:pt idx="57">
                        <c:v>20.038396076000002</c:v>
                      </c:pt>
                      <c:pt idx="58">
                        <c:v>21.888034625</c:v>
                      </c:pt>
                      <c:pt idx="59">
                        <c:v>24.270892022999998</c:v>
                      </c:pt>
                      <c:pt idx="60">
                        <c:v>25.948791021000002</c:v>
                      </c:pt>
                      <c:pt idx="61">
                        <c:v>30.163735862999999</c:v>
                      </c:pt>
                      <c:pt idx="62">
                        <c:v>31.758801592000001</c:v>
                      </c:pt>
                      <c:pt idx="63">
                        <c:v>30.477734171000002</c:v>
                      </c:pt>
                      <c:pt idx="64">
                        <c:v>25.664761200000001</c:v>
                      </c:pt>
                      <c:pt idx="65">
                        <c:v>26.032430556000001</c:v>
                      </c:pt>
                      <c:pt idx="66">
                        <c:v>26.120854458</c:v>
                      </c:pt>
                      <c:pt idx="67">
                        <c:v>30.946478828</c:v>
                      </c:pt>
                      <c:pt idx="68">
                        <c:v>34.136287789999997</c:v>
                      </c:pt>
                      <c:pt idx="69">
                        <c:v>39.357685713000002</c:v>
                      </c:pt>
                      <c:pt idx="70">
                        <c:v>38.319289609000002</c:v>
                      </c:pt>
                      <c:pt idx="71">
                        <c:v>32.000182950000003</c:v>
                      </c:pt>
                      <c:pt idx="72">
                        <c:v>22.157755561999998</c:v>
                      </c:pt>
                      <c:pt idx="73">
                        <c:v>13.133300646</c:v>
                      </c:pt>
                      <c:pt idx="74">
                        <c:v>7.5949017689999998</c:v>
                      </c:pt>
                      <c:pt idx="75">
                        <c:v>4.7062202290000004</c:v>
                      </c:pt>
                      <c:pt idx="76">
                        <c:v>3.5978671430000002</c:v>
                      </c:pt>
                      <c:pt idx="77">
                        <c:v>4.3953952779999996</c:v>
                      </c:pt>
                      <c:pt idx="78">
                        <c:v>8.9374686449999992</c:v>
                      </c:pt>
                      <c:pt idx="79">
                        <c:v>13.278664667999999</c:v>
                      </c:pt>
                      <c:pt idx="80">
                        <c:v>16.301071301</c:v>
                      </c:pt>
                      <c:pt idx="81">
                        <c:v>17.792908615000002</c:v>
                      </c:pt>
                      <c:pt idx="82">
                        <c:v>19.650332904999999</c:v>
                      </c:pt>
                      <c:pt idx="83">
                        <c:v>22.269555642</c:v>
                      </c:pt>
                      <c:pt idx="84">
                        <c:v>24.214377745</c:v>
                      </c:pt>
                      <c:pt idx="85">
                        <c:v>27.424918238</c:v>
                      </c:pt>
                      <c:pt idx="86">
                        <c:v>28.134388314999999</c:v>
                      </c:pt>
                      <c:pt idx="87">
                        <c:v>27.138203756999999</c:v>
                      </c:pt>
                      <c:pt idx="88">
                        <c:v>24.758389455</c:v>
                      </c:pt>
                      <c:pt idx="89">
                        <c:v>25.717069495000001</c:v>
                      </c:pt>
                      <c:pt idx="90">
                        <c:v>25.737084515999999</c:v>
                      </c:pt>
                      <c:pt idx="91">
                        <c:v>30.6109647</c:v>
                      </c:pt>
                      <c:pt idx="92">
                        <c:v>34.309739598</c:v>
                      </c:pt>
                      <c:pt idx="93">
                        <c:v>39.492004395999999</c:v>
                      </c:pt>
                      <c:pt idx="94">
                        <c:v>38.000346010999998</c:v>
                      </c:pt>
                      <c:pt idx="95">
                        <c:v>30.632624839999998</c:v>
                      </c:pt>
                      <c:pt idx="96">
                        <c:v>20.615806796000001</c:v>
                      </c:pt>
                      <c:pt idx="97">
                        <c:v>12.038102199000001</c:v>
                      </c:pt>
                      <c:pt idx="98">
                        <c:v>6.8688775179999997</c:v>
                      </c:pt>
                      <c:pt idx="99">
                        <c:v>4.4158332639999998</c:v>
                      </c:pt>
                      <c:pt idx="100">
                        <c:v>3.4827186769999998</c:v>
                      </c:pt>
                      <c:pt idx="101">
                        <c:v>4.2381195759999999</c:v>
                      </c:pt>
                      <c:pt idx="102">
                        <c:v>9.0562643220000005</c:v>
                      </c:pt>
                      <c:pt idx="103">
                        <c:v>13.692706481</c:v>
                      </c:pt>
                      <c:pt idx="104">
                        <c:v>16.422704361000001</c:v>
                      </c:pt>
                      <c:pt idx="105">
                        <c:v>17.747167520000001</c:v>
                      </c:pt>
                      <c:pt idx="106">
                        <c:v>19.524060448</c:v>
                      </c:pt>
                      <c:pt idx="107">
                        <c:v>22.46304117</c:v>
                      </c:pt>
                      <c:pt idx="108">
                        <c:v>24.28709263</c:v>
                      </c:pt>
                      <c:pt idx="109">
                        <c:v>27.667963524000001</c:v>
                      </c:pt>
                      <c:pt idx="110">
                        <c:v>28.007492454000001</c:v>
                      </c:pt>
                      <c:pt idx="111">
                        <c:v>27.321369490999999</c:v>
                      </c:pt>
                      <c:pt idx="112">
                        <c:v>24.524622093000001</c:v>
                      </c:pt>
                      <c:pt idx="113">
                        <c:v>25.416694060000001</c:v>
                      </c:pt>
                      <c:pt idx="114">
                        <c:v>25.677653569</c:v>
                      </c:pt>
                      <c:pt idx="115">
                        <c:v>30.396667920999999</c:v>
                      </c:pt>
                      <c:pt idx="116">
                        <c:v>34.109304299000001</c:v>
                      </c:pt>
                      <c:pt idx="117">
                        <c:v>39.482784207999998</c:v>
                      </c:pt>
                      <c:pt idx="118">
                        <c:v>38.078534423999997</c:v>
                      </c:pt>
                      <c:pt idx="119">
                        <c:v>31.240089099999999</c:v>
                      </c:pt>
                      <c:pt idx="120">
                        <c:v>21.201181308999999</c:v>
                      </c:pt>
                      <c:pt idx="121">
                        <c:v>12.440198891</c:v>
                      </c:pt>
                      <c:pt idx="122">
                        <c:v>7.1616311420000001</c:v>
                      </c:pt>
                      <c:pt idx="123">
                        <c:v>4.5263865860000001</c:v>
                      </c:pt>
                      <c:pt idx="124">
                        <c:v>3.5389230770000002</c:v>
                      </c:pt>
                      <c:pt idx="125">
                        <c:v>4.3054871859999997</c:v>
                      </c:pt>
                      <c:pt idx="126">
                        <c:v>9.1126307939999993</c:v>
                      </c:pt>
                      <c:pt idx="127">
                        <c:v>13.820325399</c:v>
                      </c:pt>
                      <c:pt idx="128">
                        <c:v>16.571004103</c:v>
                      </c:pt>
                      <c:pt idx="129">
                        <c:v>17.99563466</c:v>
                      </c:pt>
                      <c:pt idx="130">
                        <c:v>20.070839805999999</c:v>
                      </c:pt>
                      <c:pt idx="131">
                        <c:v>22.694160664000002</c:v>
                      </c:pt>
                      <c:pt idx="132">
                        <c:v>25.100537286000002</c:v>
                      </c:pt>
                      <c:pt idx="133">
                        <c:v>29.923431454999999</c:v>
                      </c:pt>
                      <c:pt idx="134">
                        <c:v>30.501750822000002</c:v>
                      </c:pt>
                      <c:pt idx="135">
                        <c:v>28.662276966</c:v>
                      </c:pt>
                      <c:pt idx="136">
                        <c:v>25.004749559</c:v>
                      </c:pt>
                      <c:pt idx="137">
                        <c:v>25.733855520999999</c:v>
                      </c:pt>
                      <c:pt idx="138">
                        <c:v>27.900199553</c:v>
                      </c:pt>
                      <c:pt idx="139">
                        <c:v>32.196538312000001</c:v>
                      </c:pt>
                      <c:pt idx="140">
                        <c:v>34.439588188000002</c:v>
                      </c:pt>
                      <c:pt idx="141">
                        <c:v>39.811175925999997</c:v>
                      </c:pt>
                      <c:pt idx="142">
                        <c:v>38.379301611999999</c:v>
                      </c:pt>
                      <c:pt idx="143">
                        <c:v>31.775529474999999</c:v>
                      </c:pt>
                      <c:pt idx="144">
                        <c:v>22.400037949000001</c:v>
                      </c:pt>
                      <c:pt idx="145">
                        <c:v>13.507027064000001</c:v>
                      </c:pt>
                      <c:pt idx="146">
                        <c:v>8.1469603619999997</c:v>
                      </c:pt>
                      <c:pt idx="147">
                        <c:v>4.8771762880000002</c:v>
                      </c:pt>
                      <c:pt idx="148">
                        <c:v>3.7489026509999999</c:v>
                      </c:pt>
                      <c:pt idx="149">
                        <c:v>4.5079210429999996</c:v>
                      </c:pt>
                      <c:pt idx="150">
                        <c:v>9.4118939079999997</c:v>
                      </c:pt>
                      <c:pt idx="151">
                        <c:v>14.180305370999999</c:v>
                      </c:pt>
                      <c:pt idx="152">
                        <c:v>16.859464644999999</c:v>
                      </c:pt>
                      <c:pt idx="153">
                        <c:v>18.199625357999999</c:v>
                      </c:pt>
                      <c:pt idx="154">
                        <c:v>19.897373054999999</c:v>
                      </c:pt>
                      <c:pt idx="155">
                        <c:v>22.596090442000001</c:v>
                      </c:pt>
                      <c:pt idx="156">
                        <c:v>24.341983185</c:v>
                      </c:pt>
                      <c:pt idx="157">
                        <c:v>27.765365316</c:v>
                      </c:pt>
                      <c:pt idx="158">
                        <c:v>28.25746101</c:v>
                      </c:pt>
                      <c:pt idx="159">
                        <c:v>27.372881526</c:v>
                      </c:pt>
                      <c:pt idx="160">
                        <c:v>25.276442232000001</c:v>
                      </c:pt>
                      <c:pt idx="161">
                        <c:v>26.534286936000001</c:v>
                      </c:pt>
                      <c:pt idx="162">
                        <c:v>26.92996497</c:v>
                      </c:pt>
                      <c:pt idx="163">
                        <c:v>31.250735990999999</c:v>
                      </c:pt>
                      <c:pt idx="164">
                        <c:v>34.741864450999998</c:v>
                      </c:pt>
                      <c:pt idx="165">
                        <c:v>39.583978711999997</c:v>
                      </c:pt>
                      <c:pt idx="166">
                        <c:v>37.983664003999998</c:v>
                      </c:pt>
                      <c:pt idx="167">
                        <c:v>30.565157773999999</c:v>
                      </c:pt>
                      <c:pt idx="168">
                        <c:v>20.756554317999999</c:v>
                      </c:pt>
                      <c:pt idx="169">
                        <c:v>12.394425214</c:v>
                      </c:pt>
                      <c:pt idx="170">
                        <c:v>7.1880138630000001</c:v>
                      </c:pt>
                      <c:pt idx="171">
                        <c:v>4.5787829860000002</c:v>
                      </c:pt>
                      <c:pt idx="172">
                        <c:v>3.581428549</c:v>
                      </c:pt>
                      <c:pt idx="173">
                        <c:v>4.3987730430000003</c:v>
                      </c:pt>
                      <c:pt idx="174">
                        <c:v>9.5353392509999999</c:v>
                      </c:pt>
                      <c:pt idx="175">
                        <c:v>14.687566905000001</c:v>
                      </c:pt>
                      <c:pt idx="176">
                        <c:v>17.734292760999999</c:v>
                      </c:pt>
                      <c:pt idx="177">
                        <c:v>19.884276298</c:v>
                      </c:pt>
                      <c:pt idx="178">
                        <c:v>21.192113273</c:v>
                      </c:pt>
                      <c:pt idx="179">
                        <c:v>23.363613017999999</c:v>
                      </c:pt>
                      <c:pt idx="180">
                        <c:v>25.723494316</c:v>
                      </c:pt>
                      <c:pt idx="181">
                        <c:v>29.048749637</c:v>
                      </c:pt>
                      <c:pt idx="182">
                        <c:v>29.565241133000001</c:v>
                      </c:pt>
                      <c:pt idx="183">
                        <c:v>28.394939085000001</c:v>
                      </c:pt>
                      <c:pt idx="184">
                        <c:v>25.393996971</c:v>
                      </c:pt>
                      <c:pt idx="185">
                        <c:v>26.250738671000001</c:v>
                      </c:pt>
                      <c:pt idx="186">
                        <c:v>26.665880680000001</c:v>
                      </c:pt>
                      <c:pt idx="187">
                        <c:v>31.713680954000001</c:v>
                      </c:pt>
                      <c:pt idx="188">
                        <c:v>35.229769806</c:v>
                      </c:pt>
                      <c:pt idx="189">
                        <c:v>39.849725214000003</c:v>
                      </c:pt>
                      <c:pt idx="190">
                        <c:v>38.905590918000001</c:v>
                      </c:pt>
                      <c:pt idx="191">
                        <c:v>32.594118934000001</c:v>
                      </c:pt>
                      <c:pt idx="192">
                        <c:v>23.359082764</c:v>
                      </c:pt>
                      <c:pt idx="193">
                        <c:v>14.671556669999999</c:v>
                      </c:pt>
                      <c:pt idx="194">
                        <c:v>8.5980716239999992</c:v>
                      </c:pt>
                      <c:pt idx="195">
                        <c:v>5.4641334339999998</c:v>
                      </c:pt>
                      <c:pt idx="196">
                        <c:v>3.9865393930000002</c:v>
                      </c:pt>
                      <c:pt idx="197">
                        <c:v>4.2265525720000001</c:v>
                      </c:pt>
                      <c:pt idx="198">
                        <c:v>8.2632862130000007</c:v>
                      </c:pt>
                      <c:pt idx="199">
                        <c:v>12.770861004</c:v>
                      </c:pt>
                      <c:pt idx="200">
                        <c:v>17.487322120999998</c:v>
                      </c:pt>
                      <c:pt idx="201">
                        <c:v>20.850995204</c:v>
                      </c:pt>
                      <c:pt idx="202">
                        <c:v>23.439685863000001</c:v>
                      </c:pt>
                      <c:pt idx="203">
                        <c:v>26.662263631999998</c:v>
                      </c:pt>
                      <c:pt idx="204">
                        <c:v>27.211119353000001</c:v>
                      </c:pt>
                      <c:pt idx="205">
                        <c:v>29.617263495</c:v>
                      </c:pt>
                      <c:pt idx="206">
                        <c:v>34.087053660000002</c:v>
                      </c:pt>
                      <c:pt idx="207">
                        <c:v>31.313523429</c:v>
                      </c:pt>
                      <c:pt idx="208">
                        <c:v>26.320910639000001</c:v>
                      </c:pt>
                      <c:pt idx="209">
                        <c:v>26.541037382999999</c:v>
                      </c:pt>
                      <c:pt idx="210">
                        <c:v>26.453232679999999</c:v>
                      </c:pt>
                      <c:pt idx="211">
                        <c:v>31.669759656</c:v>
                      </c:pt>
                      <c:pt idx="212">
                        <c:v>35.605080868000002</c:v>
                      </c:pt>
                      <c:pt idx="213">
                        <c:v>40.593519583999999</c:v>
                      </c:pt>
                      <c:pt idx="214">
                        <c:v>40.104003212999999</c:v>
                      </c:pt>
                      <c:pt idx="215">
                        <c:v>33.465718713999998</c:v>
                      </c:pt>
                      <c:pt idx="216">
                        <c:v>23.696283939000001</c:v>
                      </c:pt>
                      <c:pt idx="217">
                        <c:v>14.534401159</c:v>
                      </c:pt>
                      <c:pt idx="218">
                        <c:v>8.4656968979999991</c:v>
                      </c:pt>
                      <c:pt idx="219">
                        <c:v>5.2601998070000002</c:v>
                      </c:pt>
                      <c:pt idx="220">
                        <c:v>3.877913387</c:v>
                      </c:pt>
                      <c:pt idx="221">
                        <c:v>4.2316724880000001</c:v>
                      </c:pt>
                      <c:pt idx="222">
                        <c:v>8.5022542639999994</c:v>
                      </c:pt>
                      <c:pt idx="223">
                        <c:v>12.916280668000001</c:v>
                      </c:pt>
                      <c:pt idx="224">
                        <c:v>16.952158817000001</c:v>
                      </c:pt>
                      <c:pt idx="225">
                        <c:v>19.398897517000002</c:v>
                      </c:pt>
                      <c:pt idx="226">
                        <c:v>21.380530641</c:v>
                      </c:pt>
                      <c:pt idx="227">
                        <c:v>23.691255899000002</c:v>
                      </c:pt>
                      <c:pt idx="228">
                        <c:v>25.299720036</c:v>
                      </c:pt>
                      <c:pt idx="229">
                        <c:v>29.930245627000001</c:v>
                      </c:pt>
                      <c:pt idx="230">
                        <c:v>31.412681037999999</c:v>
                      </c:pt>
                      <c:pt idx="231">
                        <c:v>29.420006388000001</c:v>
                      </c:pt>
                      <c:pt idx="232">
                        <c:v>25.398738932000001</c:v>
                      </c:pt>
                      <c:pt idx="233">
                        <c:v>26.072505590999999</c:v>
                      </c:pt>
                      <c:pt idx="234">
                        <c:v>26.475589617000001</c:v>
                      </c:pt>
                      <c:pt idx="235">
                        <c:v>31.132993135</c:v>
                      </c:pt>
                      <c:pt idx="236">
                        <c:v>35.433876451000003</c:v>
                      </c:pt>
                      <c:pt idx="237">
                        <c:v>40.283687221999998</c:v>
                      </c:pt>
                      <c:pt idx="238">
                        <c:v>38.009453225999998</c:v>
                      </c:pt>
                      <c:pt idx="239">
                        <c:v>30.461477021</c:v>
                      </c:pt>
                      <c:pt idx="240">
                        <c:v>20.335805321999999</c:v>
                      </c:pt>
                      <c:pt idx="241">
                        <c:v>11.990713105999999</c:v>
                      </c:pt>
                      <c:pt idx="242">
                        <c:v>7.0044917289999997</c:v>
                      </c:pt>
                      <c:pt idx="243">
                        <c:v>4.4791474850000004</c:v>
                      </c:pt>
                      <c:pt idx="244">
                        <c:v>3.5406591280000002</c:v>
                      </c:pt>
                      <c:pt idx="245">
                        <c:v>4.093096837</c:v>
                      </c:pt>
                      <c:pt idx="246">
                        <c:v>8.8663145389999993</c:v>
                      </c:pt>
                      <c:pt idx="247">
                        <c:v>13.240699938000001</c:v>
                      </c:pt>
                      <c:pt idx="248">
                        <c:v>16.063490700999999</c:v>
                      </c:pt>
                      <c:pt idx="249">
                        <c:v>17.243660067</c:v>
                      </c:pt>
                      <c:pt idx="250">
                        <c:v>18.911756041</c:v>
                      </c:pt>
                      <c:pt idx="251">
                        <c:v>21.59174054</c:v>
                      </c:pt>
                      <c:pt idx="252">
                        <c:v>23.597306188000001</c:v>
                      </c:pt>
                      <c:pt idx="253">
                        <c:v>27.056543714</c:v>
                      </c:pt>
                      <c:pt idx="254">
                        <c:v>27.738972798999999</c:v>
                      </c:pt>
                      <c:pt idx="255">
                        <c:v>26.658555652</c:v>
                      </c:pt>
                      <c:pt idx="256">
                        <c:v>24.918121931000002</c:v>
                      </c:pt>
                      <c:pt idx="257">
                        <c:v>26.543283972000001</c:v>
                      </c:pt>
                      <c:pt idx="258">
                        <c:v>26.842170921000001</c:v>
                      </c:pt>
                      <c:pt idx="259">
                        <c:v>31.243568476</c:v>
                      </c:pt>
                      <c:pt idx="260">
                        <c:v>35.287754345000003</c:v>
                      </c:pt>
                      <c:pt idx="261">
                        <c:v>39.573472232</c:v>
                      </c:pt>
                      <c:pt idx="262">
                        <c:v>37.527090100000002</c:v>
                      </c:pt>
                      <c:pt idx="263">
                        <c:v>29.835449046000001</c:v>
                      </c:pt>
                      <c:pt idx="264">
                        <c:v>19.683801075000002</c:v>
                      </c:pt>
                      <c:pt idx="265">
                        <c:v>11.555486919</c:v>
                      </c:pt>
                      <c:pt idx="266">
                        <c:v>6.7066954760000002</c:v>
                      </c:pt>
                      <c:pt idx="267">
                        <c:v>4.3694265659999996</c:v>
                      </c:pt>
                      <c:pt idx="268">
                        <c:v>3.5805859930000001</c:v>
                      </c:pt>
                      <c:pt idx="269">
                        <c:v>4.164738861</c:v>
                      </c:pt>
                      <c:pt idx="270">
                        <c:v>9.1752915000000002</c:v>
                      </c:pt>
                      <c:pt idx="271">
                        <c:v>14.016781029000001</c:v>
                      </c:pt>
                      <c:pt idx="272">
                        <c:v>16.397015777</c:v>
                      </c:pt>
                      <c:pt idx="273">
                        <c:v>17.761942850000001</c:v>
                      </c:pt>
                      <c:pt idx="274">
                        <c:v>19.628117644</c:v>
                      </c:pt>
                      <c:pt idx="275">
                        <c:v>22.057182439000002</c:v>
                      </c:pt>
                      <c:pt idx="276">
                        <c:v>24.179360240000001</c:v>
                      </c:pt>
                      <c:pt idx="277">
                        <c:v>27.510218041000002</c:v>
                      </c:pt>
                      <c:pt idx="278">
                        <c:v>27.607948036</c:v>
                      </c:pt>
                      <c:pt idx="279">
                        <c:v>26.549854835000001</c:v>
                      </c:pt>
                      <c:pt idx="280">
                        <c:v>24.974967499000002</c:v>
                      </c:pt>
                      <c:pt idx="281">
                        <c:v>26.363413573999999</c:v>
                      </c:pt>
                      <c:pt idx="282">
                        <c:v>26.524118640000001</c:v>
                      </c:pt>
                      <c:pt idx="283">
                        <c:v>31.540879461999999</c:v>
                      </c:pt>
                      <c:pt idx="284">
                        <c:v>35.669049612999999</c:v>
                      </c:pt>
                      <c:pt idx="285">
                        <c:v>40.415292946999998</c:v>
                      </c:pt>
                      <c:pt idx="286">
                        <c:v>37.940950485000002</c:v>
                      </c:pt>
                      <c:pt idx="287">
                        <c:v>29.722575304999999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6C6F-49E4-8F59-330269BCC199}"/>
                  </c:ext>
                </c:extLst>
              </c15:ser>
            </c15:filteredLineSeries>
            <c15:filteredLine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12-10-2026'!$O$1</c15:sqref>
                        </c15:formulaRef>
                      </c:ext>
                    </c:extLst>
                    <c:strCache>
                      <c:ptCount val="1"/>
                      <c:pt idx="0">
                        <c:v>BMR-DGW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12-10-2026'!$O$2:$O$289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45.177151129000002</c:v>
                      </c:pt>
                      <c:pt idx="1">
                        <c:v>27.414361745000001</c:v>
                      </c:pt>
                      <c:pt idx="2">
                        <c:v>15.488767684999999</c:v>
                      </c:pt>
                      <c:pt idx="3">
                        <c:v>9.6508572500000014</c:v>
                      </c:pt>
                      <c:pt idx="4">
                        <c:v>7.351315563</c:v>
                      </c:pt>
                      <c:pt idx="5">
                        <c:v>9.0073933990000015</c:v>
                      </c:pt>
                      <c:pt idx="6">
                        <c:v>18.350529172999998</c:v>
                      </c:pt>
                      <c:pt idx="7">
                        <c:v>28.15608512</c:v>
                      </c:pt>
                      <c:pt idx="8">
                        <c:v>33.762184312000002</c:v>
                      </c:pt>
                      <c:pt idx="9">
                        <c:v>36.934093177000001</c:v>
                      </c:pt>
                      <c:pt idx="10">
                        <c:v>40.969251829999997</c:v>
                      </c:pt>
                      <c:pt idx="11">
                        <c:v>46.235633698000001</c:v>
                      </c:pt>
                      <c:pt idx="12">
                        <c:v>51.037199264999998</c:v>
                      </c:pt>
                      <c:pt idx="13">
                        <c:v>58.603324643000001</c:v>
                      </c:pt>
                      <c:pt idx="14">
                        <c:v>60.457444889999998</c:v>
                      </c:pt>
                      <c:pt idx="15">
                        <c:v>58.344492881999997</c:v>
                      </c:pt>
                      <c:pt idx="16">
                        <c:v>50.631870558000003</c:v>
                      </c:pt>
                      <c:pt idx="17">
                        <c:v>51.480472716999998</c:v>
                      </c:pt>
                      <c:pt idx="18">
                        <c:v>51.407391204999996</c:v>
                      </c:pt>
                      <c:pt idx="19">
                        <c:v>61.044263549999997</c:v>
                      </c:pt>
                      <c:pt idx="20">
                        <c:v>68.02526536900001</c:v>
                      </c:pt>
                      <c:pt idx="21">
                        <c:v>78.580480730000005</c:v>
                      </c:pt>
                      <c:pt idx="22">
                        <c:v>78.137900813000002</c:v>
                      </c:pt>
                      <c:pt idx="23">
                        <c:v>67.300167901000009</c:v>
                      </c:pt>
                      <c:pt idx="24">
                        <c:v>49.395207894999999</c:v>
                      </c:pt>
                      <c:pt idx="25">
                        <c:v>31.495605878999999</c:v>
                      </c:pt>
                      <c:pt idx="26">
                        <c:v>18.639902147000001</c:v>
                      </c:pt>
                      <c:pt idx="27">
                        <c:v>11.314326830000001</c:v>
                      </c:pt>
                      <c:pt idx="28">
                        <c:v>7.9172925410000001</c:v>
                      </c:pt>
                      <c:pt idx="29">
                        <c:v>8.6918037730000002</c:v>
                      </c:pt>
                      <c:pt idx="30">
                        <c:v>16.047392364</c:v>
                      </c:pt>
                      <c:pt idx="31">
                        <c:v>24.421135988</c:v>
                      </c:pt>
                      <c:pt idx="32">
                        <c:v>34.2707628</c:v>
                      </c:pt>
                      <c:pt idx="33">
                        <c:v>41.556794433999997</c:v>
                      </c:pt>
                      <c:pt idx="34">
                        <c:v>47.353472816</c:v>
                      </c:pt>
                      <c:pt idx="35">
                        <c:v>54.409427076</c:v>
                      </c:pt>
                      <c:pt idx="36">
                        <c:v>55.825831835000002</c:v>
                      </c:pt>
                      <c:pt idx="37">
                        <c:v>60.102627890999997</c:v>
                      </c:pt>
                      <c:pt idx="38">
                        <c:v>69.954846349999997</c:v>
                      </c:pt>
                      <c:pt idx="39">
                        <c:v>65.192341400000004</c:v>
                      </c:pt>
                      <c:pt idx="40">
                        <c:v>53.229488732</c:v>
                      </c:pt>
                      <c:pt idx="41">
                        <c:v>53.630699168</c:v>
                      </c:pt>
                      <c:pt idx="42">
                        <c:v>53.523663326999994</c:v>
                      </c:pt>
                      <c:pt idx="43">
                        <c:v>63.683810647999998</c:v>
                      </c:pt>
                      <c:pt idx="44">
                        <c:v>70.492530189000007</c:v>
                      </c:pt>
                      <c:pt idx="45">
                        <c:v>81.909790231000002</c:v>
                      </c:pt>
                      <c:pt idx="46">
                        <c:v>80.724104214999997</c:v>
                      </c:pt>
                      <c:pt idx="47">
                        <c:v>69.608491891999989</c:v>
                      </c:pt>
                      <c:pt idx="48">
                        <c:v>50.898157362999996</c:v>
                      </c:pt>
                      <c:pt idx="49">
                        <c:v>32.149349135999998</c:v>
                      </c:pt>
                      <c:pt idx="50">
                        <c:v>18.671347187000002</c:v>
                      </c:pt>
                      <c:pt idx="51">
                        <c:v>11.324953480000001</c:v>
                      </c:pt>
                      <c:pt idx="52">
                        <c:v>8.1124523140000004</c:v>
                      </c:pt>
                      <c:pt idx="53">
                        <c:v>9.1576064310000014</c:v>
                      </c:pt>
                      <c:pt idx="54">
                        <c:v>16.917922003999998</c:v>
                      </c:pt>
                      <c:pt idx="55">
                        <c:v>25.574966845999999</c:v>
                      </c:pt>
                      <c:pt idx="56">
                        <c:v>34.606890573000001</c:v>
                      </c:pt>
                      <c:pt idx="57">
                        <c:v>39.977892502000003</c:v>
                      </c:pt>
                      <c:pt idx="58">
                        <c:v>43.870679424000002</c:v>
                      </c:pt>
                      <c:pt idx="59">
                        <c:v>48.691922585999997</c:v>
                      </c:pt>
                      <c:pt idx="60">
                        <c:v>51.930699509</c:v>
                      </c:pt>
                      <c:pt idx="61">
                        <c:v>60.254739708999999</c:v>
                      </c:pt>
                      <c:pt idx="62">
                        <c:v>63.495308817999998</c:v>
                      </c:pt>
                      <c:pt idx="63">
                        <c:v>60.790221746</c:v>
                      </c:pt>
                      <c:pt idx="64">
                        <c:v>51.299426015000002</c:v>
                      </c:pt>
                      <c:pt idx="65">
                        <c:v>52.087874814000003</c:v>
                      </c:pt>
                      <c:pt idx="66">
                        <c:v>52.330912900000001</c:v>
                      </c:pt>
                      <c:pt idx="67">
                        <c:v>61.963177219000002</c:v>
                      </c:pt>
                      <c:pt idx="68">
                        <c:v>68.618132301999992</c:v>
                      </c:pt>
                      <c:pt idx="69">
                        <c:v>79.126652312000004</c:v>
                      </c:pt>
                      <c:pt idx="70">
                        <c:v>77.107519679000006</c:v>
                      </c:pt>
                      <c:pt idx="71">
                        <c:v>64.098909923999997</c:v>
                      </c:pt>
                      <c:pt idx="72">
                        <c:v>44.172061769999999</c:v>
                      </c:pt>
                      <c:pt idx="73">
                        <c:v>26.301914330999999</c:v>
                      </c:pt>
                      <c:pt idx="74">
                        <c:v>15.058419600000001</c:v>
                      </c:pt>
                      <c:pt idx="75">
                        <c:v>9.3775426780000011</c:v>
                      </c:pt>
                      <c:pt idx="76">
                        <c:v>7.2401477970000006</c:v>
                      </c:pt>
                      <c:pt idx="77">
                        <c:v>8.7047207009999994</c:v>
                      </c:pt>
                      <c:pt idx="78">
                        <c:v>17.844687503999999</c:v>
                      </c:pt>
                      <c:pt idx="79">
                        <c:v>26.609209716999999</c:v>
                      </c:pt>
                      <c:pt idx="80">
                        <c:v>32.703514295000005</c:v>
                      </c:pt>
                      <c:pt idx="81">
                        <c:v>35.751712287000004</c:v>
                      </c:pt>
                      <c:pt idx="82">
                        <c:v>39.382501970999996</c:v>
                      </c:pt>
                      <c:pt idx="83">
                        <c:v>44.958912179999999</c:v>
                      </c:pt>
                      <c:pt idx="84">
                        <c:v>48.445933150000002</c:v>
                      </c:pt>
                      <c:pt idx="85">
                        <c:v>54.870544346000003</c:v>
                      </c:pt>
                      <c:pt idx="86">
                        <c:v>56.055234372000001</c:v>
                      </c:pt>
                      <c:pt idx="87">
                        <c:v>54.289230508000003</c:v>
                      </c:pt>
                      <c:pt idx="88">
                        <c:v>49.319160757999995</c:v>
                      </c:pt>
                      <c:pt idx="89">
                        <c:v>51.477198342999998</c:v>
                      </c:pt>
                      <c:pt idx="90">
                        <c:v>51.581369121999998</c:v>
                      </c:pt>
                      <c:pt idx="91">
                        <c:v>61.48023792</c:v>
                      </c:pt>
                      <c:pt idx="92">
                        <c:v>68.772733535</c:v>
                      </c:pt>
                      <c:pt idx="93">
                        <c:v>78.964971990999999</c:v>
                      </c:pt>
                      <c:pt idx="94">
                        <c:v>76.016552876999995</c:v>
                      </c:pt>
                      <c:pt idx="95">
                        <c:v>61.525032690000003</c:v>
                      </c:pt>
                      <c:pt idx="96">
                        <c:v>41.440889065</c:v>
                      </c:pt>
                      <c:pt idx="97">
                        <c:v>24.238640145000002</c:v>
                      </c:pt>
                      <c:pt idx="98">
                        <c:v>13.845707052</c:v>
                      </c:pt>
                      <c:pt idx="99">
                        <c:v>8.8488513649999998</c:v>
                      </c:pt>
                      <c:pt idx="100">
                        <c:v>6.9877142249999995</c:v>
                      </c:pt>
                      <c:pt idx="101">
                        <c:v>8.5078315690000004</c:v>
                      </c:pt>
                      <c:pt idx="102">
                        <c:v>18.077778545000001</c:v>
                      </c:pt>
                      <c:pt idx="103">
                        <c:v>27.650627960999998</c:v>
                      </c:pt>
                      <c:pt idx="104">
                        <c:v>32.993963088000001</c:v>
                      </c:pt>
                      <c:pt idx="105">
                        <c:v>35.659791334000005</c:v>
                      </c:pt>
                      <c:pt idx="106">
                        <c:v>39.146869840000001</c:v>
                      </c:pt>
                      <c:pt idx="107">
                        <c:v>44.935871699000003</c:v>
                      </c:pt>
                      <c:pt idx="108">
                        <c:v>48.568549837999996</c:v>
                      </c:pt>
                      <c:pt idx="109">
                        <c:v>55.357454650000001</c:v>
                      </c:pt>
                      <c:pt idx="110">
                        <c:v>56.271809429000001</c:v>
                      </c:pt>
                      <c:pt idx="111">
                        <c:v>54.805333093000002</c:v>
                      </c:pt>
                      <c:pt idx="112">
                        <c:v>49.113547926000003</c:v>
                      </c:pt>
                      <c:pt idx="113">
                        <c:v>51.044955662999996</c:v>
                      </c:pt>
                      <c:pt idx="114">
                        <c:v>51.397074418999999</c:v>
                      </c:pt>
                      <c:pt idx="115">
                        <c:v>61.133805142</c:v>
                      </c:pt>
                      <c:pt idx="116">
                        <c:v>68.582478399999999</c:v>
                      </c:pt>
                      <c:pt idx="117">
                        <c:v>79.441601896000009</c:v>
                      </c:pt>
                      <c:pt idx="118">
                        <c:v>76.452845640999996</c:v>
                      </c:pt>
                      <c:pt idx="119">
                        <c:v>62.487804763</c:v>
                      </c:pt>
                      <c:pt idx="120">
                        <c:v>42.278671250000002</c:v>
                      </c:pt>
                      <c:pt idx="121">
                        <c:v>24.86687272</c:v>
                      </c:pt>
                      <c:pt idx="122">
                        <c:v>14.180767059000001</c:v>
                      </c:pt>
                      <c:pt idx="123">
                        <c:v>9.0050493679999999</c:v>
                      </c:pt>
                      <c:pt idx="124">
                        <c:v>7.0721523210000008</c:v>
                      </c:pt>
                      <c:pt idx="125">
                        <c:v>8.5632444939999992</c:v>
                      </c:pt>
                      <c:pt idx="126">
                        <c:v>18.325145179</c:v>
                      </c:pt>
                      <c:pt idx="127">
                        <c:v>27.766586596</c:v>
                      </c:pt>
                      <c:pt idx="128">
                        <c:v>32.962730260000001</c:v>
                      </c:pt>
                      <c:pt idx="129">
                        <c:v>36.000497026000005</c:v>
                      </c:pt>
                      <c:pt idx="130">
                        <c:v>40.108623416</c:v>
                      </c:pt>
                      <c:pt idx="131">
                        <c:v>45.503086146000001</c:v>
                      </c:pt>
                      <c:pt idx="132">
                        <c:v>50.365097680000005</c:v>
                      </c:pt>
                      <c:pt idx="133">
                        <c:v>59.910909301000004</c:v>
                      </c:pt>
                      <c:pt idx="134">
                        <c:v>61.097275265999997</c:v>
                      </c:pt>
                      <c:pt idx="135">
                        <c:v>57.445231976000002</c:v>
                      </c:pt>
                      <c:pt idx="136">
                        <c:v>49.886077192000002</c:v>
                      </c:pt>
                      <c:pt idx="137">
                        <c:v>51.423793536999995</c:v>
                      </c:pt>
                      <c:pt idx="138">
                        <c:v>55.634773183999997</c:v>
                      </c:pt>
                      <c:pt idx="139">
                        <c:v>64.176288268000008</c:v>
                      </c:pt>
                      <c:pt idx="140">
                        <c:v>69.003642785000011</c:v>
                      </c:pt>
                      <c:pt idx="141">
                        <c:v>79.518921735999996</c:v>
                      </c:pt>
                      <c:pt idx="142">
                        <c:v>76.510105351999997</c:v>
                      </c:pt>
                      <c:pt idx="143">
                        <c:v>63.615494102</c:v>
                      </c:pt>
                      <c:pt idx="144">
                        <c:v>44.644373909999999</c:v>
                      </c:pt>
                      <c:pt idx="145">
                        <c:v>26.775700024000002</c:v>
                      </c:pt>
                      <c:pt idx="146">
                        <c:v>16.078038710000001</c:v>
                      </c:pt>
                      <c:pt idx="147">
                        <c:v>9.5908027580000006</c:v>
                      </c:pt>
                      <c:pt idx="148">
                        <c:v>7.3720580170000005</c:v>
                      </c:pt>
                      <c:pt idx="149">
                        <c:v>8.9023738739999985</c:v>
                      </c:pt>
                      <c:pt idx="150">
                        <c:v>18.791852298999999</c:v>
                      </c:pt>
                      <c:pt idx="151">
                        <c:v>28.169026416999998</c:v>
                      </c:pt>
                      <c:pt idx="152">
                        <c:v>33.496046534000001</c:v>
                      </c:pt>
                      <c:pt idx="153">
                        <c:v>36.193725627999996</c:v>
                      </c:pt>
                      <c:pt idx="154">
                        <c:v>39.754898582999999</c:v>
                      </c:pt>
                      <c:pt idx="155">
                        <c:v>44.999588070000001</c:v>
                      </c:pt>
                      <c:pt idx="156">
                        <c:v>48.644713808999995</c:v>
                      </c:pt>
                      <c:pt idx="157">
                        <c:v>55.334569846000001</c:v>
                      </c:pt>
                      <c:pt idx="158">
                        <c:v>56.568572738</c:v>
                      </c:pt>
                      <c:pt idx="159">
                        <c:v>54.575117304000003</c:v>
                      </c:pt>
                      <c:pt idx="160">
                        <c:v>50.252165036999997</c:v>
                      </c:pt>
                      <c:pt idx="161">
                        <c:v>52.820516894000001</c:v>
                      </c:pt>
                      <c:pt idx="162">
                        <c:v>53.446906831</c:v>
                      </c:pt>
                      <c:pt idx="163">
                        <c:v>62.323663733000004</c:v>
                      </c:pt>
                      <c:pt idx="164">
                        <c:v>69.215538238999997</c:v>
                      </c:pt>
                      <c:pt idx="165">
                        <c:v>79.00918261999999</c:v>
                      </c:pt>
                      <c:pt idx="166">
                        <c:v>75.869354165999994</c:v>
                      </c:pt>
                      <c:pt idx="167">
                        <c:v>60.948545707000001</c:v>
                      </c:pt>
                      <c:pt idx="168">
                        <c:v>41.487494255000001</c:v>
                      </c:pt>
                      <c:pt idx="169">
                        <c:v>24.711204069000001</c:v>
                      </c:pt>
                      <c:pt idx="170">
                        <c:v>14.264493436</c:v>
                      </c:pt>
                      <c:pt idx="171">
                        <c:v>9.0664611900000001</c:v>
                      </c:pt>
                      <c:pt idx="172">
                        <c:v>7.1514556809999998</c:v>
                      </c:pt>
                      <c:pt idx="173">
                        <c:v>8.8062928420000013</c:v>
                      </c:pt>
                      <c:pt idx="174">
                        <c:v>19.036388670999997</c:v>
                      </c:pt>
                      <c:pt idx="175">
                        <c:v>29.267033908999998</c:v>
                      </c:pt>
                      <c:pt idx="176">
                        <c:v>35.506961533999998</c:v>
                      </c:pt>
                      <c:pt idx="177">
                        <c:v>39.927749579</c:v>
                      </c:pt>
                      <c:pt idx="178">
                        <c:v>42.623632655000002</c:v>
                      </c:pt>
                      <c:pt idx="179">
                        <c:v>46.827046987999999</c:v>
                      </c:pt>
                      <c:pt idx="180">
                        <c:v>51.380134792</c:v>
                      </c:pt>
                      <c:pt idx="181">
                        <c:v>58.068749832000002</c:v>
                      </c:pt>
                      <c:pt idx="182">
                        <c:v>59.356454049</c:v>
                      </c:pt>
                      <c:pt idx="183">
                        <c:v>56.904815452000001</c:v>
                      </c:pt>
                      <c:pt idx="184">
                        <c:v>50.612304025</c:v>
                      </c:pt>
                      <c:pt idx="185">
                        <c:v>52.371869927999995</c:v>
                      </c:pt>
                      <c:pt idx="186">
                        <c:v>53.193687139000005</c:v>
                      </c:pt>
                      <c:pt idx="187">
                        <c:v>63.374741168</c:v>
                      </c:pt>
                      <c:pt idx="188">
                        <c:v>70.421610762</c:v>
                      </c:pt>
                      <c:pt idx="189">
                        <c:v>79.743318546000012</c:v>
                      </c:pt>
                      <c:pt idx="190">
                        <c:v>77.983101645000005</c:v>
                      </c:pt>
                      <c:pt idx="191">
                        <c:v>65.391154956999998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6C6F-49E4-8F59-330269BCC199}"/>
                  </c:ext>
                </c:extLst>
              </c15:ser>
            </c15:filteredLineSeries>
            <c15:filteredLine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12-10-2026'!$P$1</c15:sqref>
                        </c15:formulaRef>
                      </c:ext>
                    </c:extLst>
                    <c:strCache>
                      <c:ptCount val="1"/>
                      <c:pt idx="0">
                        <c:v>OUG-DGW1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12-10-2026'!$P$2:$P$289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33.252119170999997</c:v>
                      </c:pt>
                      <c:pt idx="1">
                        <c:v>20.832064173999999</c:v>
                      </c:pt>
                      <c:pt idx="2">
                        <c:v>12.494019412</c:v>
                      </c:pt>
                      <c:pt idx="3">
                        <c:v>8.0496036790000005</c:v>
                      </c:pt>
                      <c:pt idx="4">
                        <c:v>6.384213301</c:v>
                      </c:pt>
                      <c:pt idx="5">
                        <c:v>8.4138926569999999</c:v>
                      </c:pt>
                      <c:pt idx="6">
                        <c:v>16.987085858</c:v>
                      </c:pt>
                      <c:pt idx="7">
                        <c:v>23.526512788000002</c:v>
                      </c:pt>
                      <c:pt idx="8">
                        <c:v>27.974455288000001</c:v>
                      </c:pt>
                      <c:pt idx="9">
                        <c:v>30.147024814000002</c:v>
                      </c:pt>
                      <c:pt idx="10">
                        <c:v>33.234614428</c:v>
                      </c:pt>
                      <c:pt idx="11">
                        <c:v>37.187090816000001</c:v>
                      </c:pt>
                      <c:pt idx="12">
                        <c:v>39.660879104999999</c:v>
                      </c:pt>
                      <c:pt idx="13">
                        <c:v>43.950361780000001</c:v>
                      </c:pt>
                      <c:pt idx="14">
                        <c:v>44.321402544000001</c:v>
                      </c:pt>
                      <c:pt idx="15">
                        <c:v>42.307098314000001</c:v>
                      </c:pt>
                      <c:pt idx="16">
                        <c:v>38.816312009999997</c:v>
                      </c:pt>
                      <c:pt idx="17">
                        <c:v>39.410029858000001</c:v>
                      </c:pt>
                      <c:pt idx="18">
                        <c:v>38.434038547999997</c:v>
                      </c:pt>
                      <c:pt idx="19">
                        <c:v>44.252204851999998</c:v>
                      </c:pt>
                      <c:pt idx="20">
                        <c:v>48.743874777000002</c:v>
                      </c:pt>
                      <c:pt idx="21">
                        <c:v>54.504757136999999</c:v>
                      </c:pt>
                      <c:pt idx="22">
                        <c:v>54.564426414000003</c:v>
                      </c:pt>
                      <c:pt idx="23">
                        <c:v>48.156280516999999</c:v>
                      </c:pt>
                      <c:pt idx="24">
                        <c:v>36.582491456</c:v>
                      </c:pt>
                      <c:pt idx="25">
                        <c:v>24.496924155999999</c:v>
                      </c:pt>
                      <c:pt idx="26">
                        <c:v>14.996519914</c:v>
                      </c:pt>
                      <c:pt idx="27">
                        <c:v>9.4728762559999993</c:v>
                      </c:pt>
                      <c:pt idx="28">
                        <c:v>7.0515772569999999</c:v>
                      </c:pt>
                      <c:pt idx="29">
                        <c:v>8.2983318019999999</c:v>
                      </c:pt>
                      <c:pt idx="30">
                        <c:v>15.451740656</c:v>
                      </c:pt>
                      <c:pt idx="31">
                        <c:v>21.456598729</c:v>
                      </c:pt>
                      <c:pt idx="32">
                        <c:v>27.025353493000001</c:v>
                      </c:pt>
                      <c:pt idx="33">
                        <c:v>31.793573259999999</c:v>
                      </c:pt>
                      <c:pt idx="34">
                        <c:v>36.441646744000003</c:v>
                      </c:pt>
                      <c:pt idx="35">
                        <c:v>40.473951440999997</c:v>
                      </c:pt>
                      <c:pt idx="36">
                        <c:v>41.133086245000001</c:v>
                      </c:pt>
                      <c:pt idx="37">
                        <c:v>42.382272962000002</c:v>
                      </c:pt>
                      <c:pt idx="38">
                        <c:v>49.131518943000003</c:v>
                      </c:pt>
                      <c:pt idx="39">
                        <c:v>45.868725007999998</c:v>
                      </c:pt>
                      <c:pt idx="40">
                        <c:v>40.335922668999999</c:v>
                      </c:pt>
                      <c:pt idx="41">
                        <c:v>39.759710966999997</c:v>
                      </c:pt>
                      <c:pt idx="42">
                        <c:v>39.061261977999997</c:v>
                      </c:pt>
                      <c:pt idx="43">
                        <c:v>45.560545286999997</c:v>
                      </c:pt>
                      <c:pt idx="44">
                        <c:v>50.627979357999997</c:v>
                      </c:pt>
                      <c:pt idx="45">
                        <c:v>56.795278521999997</c:v>
                      </c:pt>
                      <c:pt idx="46">
                        <c:v>56.199297176000002</c:v>
                      </c:pt>
                      <c:pt idx="47">
                        <c:v>49.392910055000002</c:v>
                      </c:pt>
                      <c:pt idx="48">
                        <c:v>37.485846070999997</c:v>
                      </c:pt>
                      <c:pt idx="49">
                        <c:v>24.819191781000001</c:v>
                      </c:pt>
                      <c:pt idx="50">
                        <c:v>15.064831461000001</c:v>
                      </c:pt>
                      <c:pt idx="51">
                        <c:v>9.5173942050000004</c:v>
                      </c:pt>
                      <c:pt idx="52">
                        <c:v>7.0789096899999997</c:v>
                      </c:pt>
                      <c:pt idx="53">
                        <c:v>8.5408746499999992</c:v>
                      </c:pt>
                      <c:pt idx="54">
                        <c:v>16.445894730999999</c:v>
                      </c:pt>
                      <c:pt idx="55">
                        <c:v>22.406763737999999</c:v>
                      </c:pt>
                      <c:pt idx="56">
                        <c:v>27.320077947000001</c:v>
                      </c:pt>
                      <c:pt idx="57">
                        <c:v>31.136782608000001</c:v>
                      </c:pt>
                      <c:pt idx="58">
                        <c:v>34.008058157999997</c:v>
                      </c:pt>
                      <c:pt idx="59">
                        <c:v>37.429610664999998</c:v>
                      </c:pt>
                      <c:pt idx="60">
                        <c:v>39.522165622999999</c:v>
                      </c:pt>
                      <c:pt idx="61">
                        <c:v>44.380808407000004</c:v>
                      </c:pt>
                      <c:pt idx="62">
                        <c:v>45.958755578999998</c:v>
                      </c:pt>
                      <c:pt idx="63">
                        <c:v>43.621326381000003</c:v>
                      </c:pt>
                      <c:pt idx="64">
                        <c:v>39.357112622999999</c:v>
                      </c:pt>
                      <c:pt idx="65">
                        <c:v>39.228673002000001</c:v>
                      </c:pt>
                      <c:pt idx="66">
                        <c:v>37.620182436999997</c:v>
                      </c:pt>
                      <c:pt idx="67">
                        <c:v>43.851434896000001</c:v>
                      </c:pt>
                      <c:pt idx="68">
                        <c:v>49.131839976000002</c:v>
                      </c:pt>
                      <c:pt idx="69">
                        <c:v>54.856446736999999</c:v>
                      </c:pt>
                      <c:pt idx="70">
                        <c:v>54.053790892000002</c:v>
                      </c:pt>
                      <c:pt idx="71">
                        <c:v>46.164837536</c:v>
                      </c:pt>
                      <c:pt idx="72">
                        <c:v>32.943913430999999</c:v>
                      </c:pt>
                      <c:pt idx="73">
                        <c:v>20.59949615</c:v>
                      </c:pt>
                      <c:pt idx="74">
                        <c:v>12.35685651</c:v>
                      </c:pt>
                      <c:pt idx="75">
                        <c:v>7.8912910549999999</c:v>
                      </c:pt>
                      <c:pt idx="76">
                        <c:v>6.3073430080000001</c:v>
                      </c:pt>
                      <c:pt idx="77">
                        <c:v>8.1425892770000008</c:v>
                      </c:pt>
                      <c:pt idx="78">
                        <c:v>16.268402889000001</c:v>
                      </c:pt>
                      <c:pt idx="79">
                        <c:v>22.394518046000002</c:v>
                      </c:pt>
                      <c:pt idx="80">
                        <c:v>26.822051516999998</c:v>
                      </c:pt>
                      <c:pt idx="81">
                        <c:v>29.351310254000001</c:v>
                      </c:pt>
                      <c:pt idx="82">
                        <c:v>32.079282333999998</c:v>
                      </c:pt>
                      <c:pt idx="83">
                        <c:v>35.686999571999998</c:v>
                      </c:pt>
                      <c:pt idx="84">
                        <c:v>38.410649671000002</c:v>
                      </c:pt>
                      <c:pt idx="85">
                        <c:v>42.622398146999998</c:v>
                      </c:pt>
                      <c:pt idx="86">
                        <c:v>42.689591903</c:v>
                      </c:pt>
                      <c:pt idx="87">
                        <c:v>40.448599508000001</c:v>
                      </c:pt>
                      <c:pt idx="88">
                        <c:v>37.876107953999998</c:v>
                      </c:pt>
                      <c:pt idx="89">
                        <c:v>38.476099173999998</c:v>
                      </c:pt>
                      <c:pt idx="90">
                        <c:v>37.348015027999999</c:v>
                      </c:pt>
                      <c:pt idx="91">
                        <c:v>43.704970373000002</c:v>
                      </c:pt>
                      <c:pt idx="92">
                        <c:v>48.956952811000001</c:v>
                      </c:pt>
                      <c:pt idx="93">
                        <c:v>54.879493623000002</c:v>
                      </c:pt>
                      <c:pt idx="94">
                        <c:v>53.804255249000001</c:v>
                      </c:pt>
                      <c:pt idx="95">
                        <c:v>45.055972455999999</c:v>
                      </c:pt>
                      <c:pt idx="96">
                        <c:v>31.640187271999999</c:v>
                      </c:pt>
                      <c:pt idx="97">
                        <c:v>19.491653383999999</c:v>
                      </c:pt>
                      <c:pt idx="98">
                        <c:v>11.626978287</c:v>
                      </c:pt>
                      <c:pt idx="99">
                        <c:v>7.7086291669999998</c:v>
                      </c:pt>
                      <c:pt idx="100">
                        <c:v>6.1901472929999999</c:v>
                      </c:pt>
                      <c:pt idx="101">
                        <c:v>8.0164910050000007</c:v>
                      </c:pt>
                      <c:pt idx="102">
                        <c:v>16.627937613</c:v>
                      </c:pt>
                      <c:pt idx="103">
                        <c:v>22.788962072</c:v>
                      </c:pt>
                      <c:pt idx="104">
                        <c:v>27.082648383999999</c:v>
                      </c:pt>
                      <c:pt idx="105">
                        <c:v>29.542330880000002</c:v>
                      </c:pt>
                      <c:pt idx="106">
                        <c:v>32.423438384000001</c:v>
                      </c:pt>
                      <c:pt idx="107">
                        <c:v>36.318297594000001</c:v>
                      </c:pt>
                      <c:pt idx="108">
                        <c:v>38.538640966000003</c:v>
                      </c:pt>
                      <c:pt idx="109">
                        <c:v>42.832297296999997</c:v>
                      </c:pt>
                      <c:pt idx="110">
                        <c:v>42.776701766999999</c:v>
                      </c:pt>
                      <c:pt idx="111">
                        <c:v>40.515001904000002</c:v>
                      </c:pt>
                      <c:pt idx="112">
                        <c:v>37.955336375000002</c:v>
                      </c:pt>
                      <c:pt idx="113">
                        <c:v>38.576833385999997</c:v>
                      </c:pt>
                      <c:pt idx="114">
                        <c:v>37.650072878000003</c:v>
                      </c:pt>
                      <c:pt idx="115">
                        <c:v>44.066038300000002</c:v>
                      </c:pt>
                      <c:pt idx="116">
                        <c:v>49.506334567000003</c:v>
                      </c:pt>
                      <c:pt idx="117">
                        <c:v>55.520877556000002</c:v>
                      </c:pt>
                      <c:pt idx="118">
                        <c:v>54.197270193999998</c:v>
                      </c:pt>
                      <c:pt idx="119">
                        <c:v>45.153504372999997</c:v>
                      </c:pt>
                      <c:pt idx="120">
                        <c:v>31.748156337000001</c:v>
                      </c:pt>
                      <c:pt idx="121">
                        <c:v>19.475480729000001</c:v>
                      </c:pt>
                      <c:pt idx="122">
                        <c:v>11.577161307000001</c:v>
                      </c:pt>
                      <c:pt idx="123">
                        <c:v>7.4886237920000003</c:v>
                      </c:pt>
                      <c:pt idx="124">
                        <c:v>6.0973697739999997</c:v>
                      </c:pt>
                      <c:pt idx="125">
                        <c:v>8.0572756749999996</c:v>
                      </c:pt>
                      <c:pt idx="126">
                        <c:v>16.707120778</c:v>
                      </c:pt>
                      <c:pt idx="127">
                        <c:v>23.147335973000001</c:v>
                      </c:pt>
                      <c:pt idx="128">
                        <c:v>27.362387130999998</c:v>
                      </c:pt>
                      <c:pt idx="129">
                        <c:v>30.028561294999999</c:v>
                      </c:pt>
                      <c:pt idx="130">
                        <c:v>32.972230615999997</c:v>
                      </c:pt>
                      <c:pt idx="131">
                        <c:v>36.406957937999998</c:v>
                      </c:pt>
                      <c:pt idx="132">
                        <c:v>39.376023254000003</c:v>
                      </c:pt>
                      <c:pt idx="133">
                        <c:v>44.541963453999998</c:v>
                      </c:pt>
                      <c:pt idx="134">
                        <c:v>44.727449599000003</c:v>
                      </c:pt>
                      <c:pt idx="135">
                        <c:v>42.036338682</c:v>
                      </c:pt>
                      <c:pt idx="136">
                        <c:v>37.841770918999998</c:v>
                      </c:pt>
                      <c:pt idx="137">
                        <c:v>38.092202344999997</c:v>
                      </c:pt>
                      <c:pt idx="138">
                        <c:v>40.627964876</c:v>
                      </c:pt>
                      <c:pt idx="139">
                        <c:v>47.322875873999998</c:v>
                      </c:pt>
                      <c:pt idx="140">
                        <c:v>49.718549862000003</c:v>
                      </c:pt>
                      <c:pt idx="141">
                        <c:v>55.322514499999997</c:v>
                      </c:pt>
                      <c:pt idx="142">
                        <c:v>53.936845781999999</c:v>
                      </c:pt>
                      <c:pt idx="143">
                        <c:v>45.095883641999997</c:v>
                      </c:pt>
                      <c:pt idx="144">
                        <c:v>32.965342075999999</c:v>
                      </c:pt>
                      <c:pt idx="145">
                        <c:v>20.668546406000001</c:v>
                      </c:pt>
                      <c:pt idx="146">
                        <c:v>12.472738747999999</c:v>
                      </c:pt>
                      <c:pt idx="147">
                        <c:v>7.6151712949999997</c:v>
                      </c:pt>
                      <c:pt idx="148">
                        <c:v>6.1031152799999999</c:v>
                      </c:pt>
                      <c:pt idx="149">
                        <c:v>8.1545142300000002</c:v>
                      </c:pt>
                      <c:pt idx="150">
                        <c:v>16.989030909</c:v>
                      </c:pt>
                      <c:pt idx="151">
                        <c:v>23.407388702999999</c:v>
                      </c:pt>
                      <c:pt idx="152">
                        <c:v>27.528600273999999</c:v>
                      </c:pt>
                      <c:pt idx="153">
                        <c:v>30.101449353</c:v>
                      </c:pt>
                      <c:pt idx="154">
                        <c:v>32.762782225000002</c:v>
                      </c:pt>
                      <c:pt idx="155">
                        <c:v>36.221833240000002</c:v>
                      </c:pt>
                      <c:pt idx="156">
                        <c:v>38.548490702999999</c:v>
                      </c:pt>
                      <c:pt idx="157">
                        <c:v>42.844286209000003</c:v>
                      </c:pt>
                      <c:pt idx="158">
                        <c:v>42.767052573000001</c:v>
                      </c:pt>
                      <c:pt idx="159">
                        <c:v>40.745503237999998</c:v>
                      </c:pt>
                      <c:pt idx="160">
                        <c:v>38.415259740000003</c:v>
                      </c:pt>
                      <c:pt idx="161">
                        <c:v>39.126992813999998</c:v>
                      </c:pt>
                      <c:pt idx="162">
                        <c:v>38.426090559999999</c:v>
                      </c:pt>
                      <c:pt idx="163">
                        <c:v>44.244983908000002</c:v>
                      </c:pt>
                      <c:pt idx="164">
                        <c:v>48.997643160999999</c:v>
                      </c:pt>
                      <c:pt idx="165">
                        <c:v>54.803567205</c:v>
                      </c:pt>
                      <c:pt idx="166">
                        <c:v>53.878635828999997</c:v>
                      </c:pt>
                      <c:pt idx="167">
                        <c:v>44.931735906</c:v>
                      </c:pt>
                      <c:pt idx="168">
                        <c:v>31.729072306999999</c:v>
                      </c:pt>
                      <c:pt idx="169">
                        <c:v>19.800144529000001</c:v>
                      </c:pt>
                      <c:pt idx="170">
                        <c:v>11.937632453000001</c:v>
                      </c:pt>
                      <c:pt idx="171">
                        <c:v>7.785990709</c:v>
                      </c:pt>
                      <c:pt idx="172">
                        <c:v>6.385135344</c:v>
                      </c:pt>
                      <c:pt idx="173">
                        <c:v>8.4664706859999992</c:v>
                      </c:pt>
                      <c:pt idx="174">
                        <c:v>17.380258036000001</c:v>
                      </c:pt>
                      <c:pt idx="175">
                        <c:v>24.411836249</c:v>
                      </c:pt>
                      <c:pt idx="176">
                        <c:v>29.814870647999999</c:v>
                      </c:pt>
                      <c:pt idx="177">
                        <c:v>33.181711753000002</c:v>
                      </c:pt>
                      <c:pt idx="178">
                        <c:v>34.690872603999999</c:v>
                      </c:pt>
                      <c:pt idx="179">
                        <c:v>37.268269965000002</c:v>
                      </c:pt>
                      <c:pt idx="180">
                        <c:v>39.938432882999997</c:v>
                      </c:pt>
                      <c:pt idx="181">
                        <c:v>44.347321000999997</c:v>
                      </c:pt>
                      <c:pt idx="182">
                        <c:v>43.961553627999997</c:v>
                      </c:pt>
                      <c:pt idx="183">
                        <c:v>41.436306932999997</c:v>
                      </c:pt>
                      <c:pt idx="184">
                        <c:v>38.812427022999998</c:v>
                      </c:pt>
                      <c:pt idx="185">
                        <c:v>39.000890548999998</c:v>
                      </c:pt>
                      <c:pt idx="186">
                        <c:v>38.812249610000002</c:v>
                      </c:pt>
                      <c:pt idx="187">
                        <c:v>45.112834784999997</c:v>
                      </c:pt>
                      <c:pt idx="188">
                        <c:v>49.527793875999997</c:v>
                      </c:pt>
                      <c:pt idx="189">
                        <c:v>54.964501575</c:v>
                      </c:pt>
                      <c:pt idx="190">
                        <c:v>54.988083346000003</c:v>
                      </c:pt>
                      <c:pt idx="191">
                        <c:v>48.234684256999998</c:v>
                      </c:pt>
                      <c:pt idx="192">
                        <c:v>36.446441382000003</c:v>
                      </c:pt>
                      <c:pt idx="193">
                        <c:v>23.965040201000001</c:v>
                      </c:pt>
                      <c:pt idx="194">
                        <c:v>14.747592546</c:v>
                      </c:pt>
                      <c:pt idx="195">
                        <c:v>9.4765394880000002</c:v>
                      </c:pt>
                      <c:pt idx="196">
                        <c:v>7.0178488090000002</c:v>
                      </c:pt>
                      <c:pt idx="197">
                        <c:v>8.1044981289999996</c:v>
                      </c:pt>
                      <c:pt idx="198">
                        <c:v>15.748520432999999</c:v>
                      </c:pt>
                      <c:pt idx="199">
                        <c:v>21.768511835999998</c:v>
                      </c:pt>
                      <c:pt idx="200">
                        <c:v>27.433166033999999</c:v>
                      </c:pt>
                      <c:pt idx="201">
                        <c:v>32.020909138</c:v>
                      </c:pt>
                      <c:pt idx="202">
                        <c:v>36.471579233</c:v>
                      </c:pt>
                      <c:pt idx="203">
                        <c:v>40.583826672000001</c:v>
                      </c:pt>
                      <c:pt idx="204">
                        <c:v>41.372082083000002</c:v>
                      </c:pt>
                      <c:pt idx="205">
                        <c:v>42.902937127999998</c:v>
                      </c:pt>
                      <c:pt idx="206">
                        <c:v>49.100352538999999</c:v>
                      </c:pt>
                      <c:pt idx="207">
                        <c:v>45.243402242999998</c:v>
                      </c:pt>
                      <c:pt idx="208">
                        <c:v>41.238119505999997</c:v>
                      </c:pt>
                      <c:pt idx="209">
                        <c:v>40.635714641</c:v>
                      </c:pt>
                      <c:pt idx="210">
                        <c:v>40.038362685000003</c:v>
                      </c:pt>
                      <c:pt idx="211">
                        <c:v>46.510883362999998</c:v>
                      </c:pt>
                      <c:pt idx="212">
                        <c:v>51.399407480000001</c:v>
                      </c:pt>
                      <c:pt idx="213">
                        <c:v>56.844299986000003</c:v>
                      </c:pt>
                      <c:pt idx="214">
                        <c:v>56.874708263999999</c:v>
                      </c:pt>
                      <c:pt idx="215">
                        <c:v>49.229567009</c:v>
                      </c:pt>
                      <c:pt idx="216">
                        <c:v>36.923875076000002</c:v>
                      </c:pt>
                      <c:pt idx="217">
                        <c:v>24.010604656000002</c:v>
                      </c:pt>
                      <c:pt idx="218">
                        <c:v>14.681557743999999</c:v>
                      </c:pt>
                      <c:pt idx="219">
                        <c:v>9.2800113690000003</c:v>
                      </c:pt>
                      <c:pt idx="220">
                        <c:v>6.7825769620000003</c:v>
                      </c:pt>
                      <c:pt idx="221">
                        <c:v>8.2936698230000001</c:v>
                      </c:pt>
                      <c:pt idx="222">
                        <c:v>16.556515344000001</c:v>
                      </c:pt>
                      <c:pt idx="223">
                        <c:v>23.282293236000001</c:v>
                      </c:pt>
                      <c:pt idx="224">
                        <c:v>28.200302031</c:v>
                      </c:pt>
                      <c:pt idx="225">
                        <c:v>31.257067506999999</c:v>
                      </c:pt>
                      <c:pt idx="226">
                        <c:v>34.536587476000001</c:v>
                      </c:pt>
                      <c:pt idx="227">
                        <c:v>37.944710090000001</c:v>
                      </c:pt>
                      <c:pt idx="228">
                        <c:v>39.965151226000003</c:v>
                      </c:pt>
                      <c:pt idx="229">
                        <c:v>45.041303149999997</c:v>
                      </c:pt>
                      <c:pt idx="230">
                        <c:v>46.422409359</c:v>
                      </c:pt>
                      <c:pt idx="231">
                        <c:v>43.474005855000001</c:v>
                      </c:pt>
                      <c:pt idx="232">
                        <c:v>39.820361777000002</c:v>
                      </c:pt>
                      <c:pt idx="233">
                        <c:v>39.973934315000001</c:v>
                      </c:pt>
                      <c:pt idx="234">
                        <c:v>39.933422483000001</c:v>
                      </c:pt>
                      <c:pt idx="235">
                        <c:v>45.728108360999997</c:v>
                      </c:pt>
                      <c:pt idx="236">
                        <c:v>51.541039038999998</c:v>
                      </c:pt>
                      <c:pt idx="237">
                        <c:v>57.173101846999998</c:v>
                      </c:pt>
                      <c:pt idx="238">
                        <c:v>54.894354180999997</c:v>
                      </c:pt>
                      <c:pt idx="239">
                        <c:v>45.835584023999999</c:v>
                      </c:pt>
                      <c:pt idx="240">
                        <c:v>32.289641959000001</c:v>
                      </c:pt>
                      <c:pt idx="241">
                        <c:v>20.393930180000002</c:v>
                      </c:pt>
                      <c:pt idx="242">
                        <c:v>12.171231497000001</c:v>
                      </c:pt>
                      <c:pt idx="243">
                        <c:v>7.9476818800000002</c:v>
                      </c:pt>
                      <c:pt idx="244">
                        <c:v>6.4008681149999997</c:v>
                      </c:pt>
                      <c:pt idx="245">
                        <c:v>7.9650621470000003</c:v>
                      </c:pt>
                      <c:pt idx="246">
                        <c:v>16.794918035999999</c:v>
                      </c:pt>
                      <c:pt idx="247">
                        <c:v>22.974997170000002</c:v>
                      </c:pt>
                      <c:pt idx="248">
                        <c:v>27.625546162999999</c:v>
                      </c:pt>
                      <c:pt idx="249">
                        <c:v>29.655654370000001</c:v>
                      </c:pt>
                      <c:pt idx="250">
                        <c:v>32.366761050000001</c:v>
                      </c:pt>
                      <c:pt idx="251">
                        <c:v>35.702377894999998</c:v>
                      </c:pt>
                      <c:pt idx="252">
                        <c:v>38.673192716999999</c:v>
                      </c:pt>
                      <c:pt idx="253">
                        <c:v>42.728290213000001</c:v>
                      </c:pt>
                      <c:pt idx="254">
                        <c:v>42.614498791000003</c:v>
                      </c:pt>
                      <c:pt idx="255">
                        <c:v>40.622310849999998</c:v>
                      </c:pt>
                      <c:pt idx="256">
                        <c:v>38.820870788000001</c:v>
                      </c:pt>
                      <c:pt idx="257">
                        <c:v>40.397597511000001</c:v>
                      </c:pt>
                      <c:pt idx="258">
                        <c:v>40.126894970000002</c:v>
                      </c:pt>
                      <c:pt idx="259">
                        <c:v>45.452276832000003</c:v>
                      </c:pt>
                      <c:pt idx="260">
                        <c:v>50.444904942000001</c:v>
                      </c:pt>
                      <c:pt idx="261">
                        <c:v>55.741236037</c:v>
                      </c:pt>
                      <c:pt idx="262">
                        <c:v>53.901714845000001</c:v>
                      </c:pt>
                      <c:pt idx="263">
                        <c:v>43.782108841000003</c:v>
                      </c:pt>
                      <c:pt idx="264">
                        <c:v>31.870779466999998</c:v>
                      </c:pt>
                      <c:pt idx="265">
                        <c:v>19.863298136000001</c:v>
                      </c:pt>
                      <c:pt idx="266">
                        <c:v>11.806542169</c:v>
                      </c:pt>
                      <c:pt idx="267">
                        <c:v>7.6748237689999996</c:v>
                      </c:pt>
                      <c:pt idx="268">
                        <c:v>6.2183406049999999</c:v>
                      </c:pt>
                      <c:pt idx="269">
                        <c:v>7.9735809590000004</c:v>
                      </c:pt>
                      <c:pt idx="270">
                        <c:v>17.216524462999999</c:v>
                      </c:pt>
                      <c:pt idx="271">
                        <c:v>23.769314461</c:v>
                      </c:pt>
                      <c:pt idx="272">
                        <c:v>28.004227211</c:v>
                      </c:pt>
                      <c:pt idx="273">
                        <c:v>30.065864778000002</c:v>
                      </c:pt>
                      <c:pt idx="274">
                        <c:v>32.841043460000002</c:v>
                      </c:pt>
                      <c:pt idx="275">
                        <c:v>36.277297541000003</c:v>
                      </c:pt>
                      <c:pt idx="276">
                        <c:v>39.125119494000003</c:v>
                      </c:pt>
                      <c:pt idx="277">
                        <c:v>43.040484212000003</c:v>
                      </c:pt>
                      <c:pt idx="278">
                        <c:v>42.547668704000003</c:v>
                      </c:pt>
                      <c:pt idx="279">
                        <c:v>40.476582487999998</c:v>
                      </c:pt>
                      <c:pt idx="280">
                        <c:v>39.186484043</c:v>
                      </c:pt>
                      <c:pt idx="281">
                        <c:v>40.017831913999999</c:v>
                      </c:pt>
                      <c:pt idx="282">
                        <c:v>39.819428008000003</c:v>
                      </c:pt>
                      <c:pt idx="283">
                        <c:v>45.862004143</c:v>
                      </c:pt>
                      <c:pt idx="284">
                        <c:v>51.308060931</c:v>
                      </c:pt>
                      <c:pt idx="285">
                        <c:v>56.223618491000003</c:v>
                      </c:pt>
                      <c:pt idx="286">
                        <c:v>53.357554667000002</c:v>
                      </c:pt>
                      <c:pt idx="287">
                        <c:v>43.731508931999997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6C6F-49E4-8F59-330269BCC199}"/>
                  </c:ext>
                </c:extLst>
              </c15:ser>
            </c15:filteredLineSeries>
            <c15:filteredLine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12-10-2026'!$Q$1</c15:sqref>
                        </c15:formulaRef>
                      </c:ext>
                    </c:extLst>
                    <c:strCache>
                      <c:ptCount val="1"/>
                      <c:pt idx="0">
                        <c:v>OUG-DGW1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12-10-2026'!$Q$2:$Q$289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2.9181662570000002</c:v>
                      </c:pt>
                      <c:pt idx="1">
                        <c:v>1.8779975090000001</c:v>
                      </c:pt>
                      <c:pt idx="2">
                        <c:v>1.191668623</c:v>
                      </c:pt>
                      <c:pt idx="3">
                        <c:v>0.84917765199999995</c:v>
                      </c:pt>
                      <c:pt idx="4">
                        <c:v>0.73627029899999996</c:v>
                      </c:pt>
                      <c:pt idx="5">
                        <c:v>1.0430369820000001</c:v>
                      </c:pt>
                      <c:pt idx="6">
                        <c:v>2.033521377</c:v>
                      </c:pt>
                      <c:pt idx="7">
                        <c:v>2.6135232620000002</c:v>
                      </c:pt>
                      <c:pt idx="8">
                        <c:v>2.6802835420000002</c:v>
                      </c:pt>
                      <c:pt idx="9">
                        <c:v>2.5628586659999999</c:v>
                      </c:pt>
                      <c:pt idx="10">
                        <c:v>2.5667751509999999</c:v>
                      </c:pt>
                      <c:pt idx="11">
                        <c:v>2.7758112349999999</c:v>
                      </c:pt>
                      <c:pt idx="12">
                        <c:v>3.1619369220000002</c:v>
                      </c:pt>
                      <c:pt idx="13">
                        <c:v>3.6469297530000002</c:v>
                      </c:pt>
                      <c:pt idx="14">
                        <c:v>3.8167280799999999</c:v>
                      </c:pt>
                      <c:pt idx="15">
                        <c:v>3.6915012269999998</c:v>
                      </c:pt>
                      <c:pt idx="16">
                        <c:v>3.2118071260000001</c:v>
                      </c:pt>
                      <c:pt idx="17">
                        <c:v>2.8834143170000002</c:v>
                      </c:pt>
                      <c:pt idx="18">
                        <c:v>2.8984766610000001</c:v>
                      </c:pt>
                      <c:pt idx="19">
                        <c:v>3.182700632</c:v>
                      </c:pt>
                      <c:pt idx="20">
                        <c:v>3.5375692970000001</c:v>
                      </c:pt>
                      <c:pt idx="21">
                        <c:v>4.0459814300000003</c:v>
                      </c:pt>
                      <c:pt idx="22">
                        <c:v>4.3736244529999997</c:v>
                      </c:pt>
                      <c:pt idx="23">
                        <c:v>4.0168964730000001</c:v>
                      </c:pt>
                      <c:pt idx="24">
                        <c:v>3.1451462590000001</c:v>
                      </c:pt>
                      <c:pt idx="25">
                        <c:v>2.128280621</c:v>
                      </c:pt>
                      <c:pt idx="26">
                        <c:v>1.379994234</c:v>
                      </c:pt>
                      <c:pt idx="27">
                        <c:v>0.91970916300000005</c:v>
                      </c:pt>
                      <c:pt idx="28">
                        <c:v>0.75195890799999998</c:v>
                      </c:pt>
                      <c:pt idx="29">
                        <c:v>1.0371102729999999</c:v>
                      </c:pt>
                      <c:pt idx="30">
                        <c:v>1.888191513</c:v>
                      </c:pt>
                      <c:pt idx="31">
                        <c:v>2.4677874549999999</c:v>
                      </c:pt>
                      <c:pt idx="32">
                        <c:v>2.8428139510000001</c:v>
                      </c:pt>
                      <c:pt idx="33">
                        <c:v>2.8897704910000002</c:v>
                      </c:pt>
                      <c:pt idx="34">
                        <c:v>2.9784589860000001</c:v>
                      </c:pt>
                      <c:pt idx="35">
                        <c:v>3.2677125660000002</c:v>
                      </c:pt>
                      <c:pt idx="36">
                        <c:v>3.5700406120000001</c:v>
                      </c:pt>
                      <c:pt idx="37">
                        <c:v>3.8436101210000002</c:v>
                      </c:pt>
                      <c:pt idx="38">
                        <c:v>4.239161008</c:v>
                      </c:pt>
                      <c:pt idx="39">
                        <c:v>4.0299911340000003</c:v>
                      </c:pt>
                      <c:pt idx="40">
                        <c:v>3.4115072259999999</c:v>
                      </c:pt>
                      <c:pt idx="41">
                        <c:v>3.0587340599999999</c:v>
                      </c:pt>
                      <c:pt idx="42">
                        <c:v>3.0275618949999998</c:v>
                      </c:pt>
                      <c:pt idx="43">
                        <c:v>3.3458023579999998</c:v>
                      </c:pt>
                      <c:pt idx="44">
                        <c:v>3.6929998049999999</c:v>
                      </c:pt>
                      <c:pt idx="45">
                        <c:v>4.1979361040000001</c:v>
                      </c:pt>
                      <c:pt idx="46">
                        <c:v>4.4290757740000002</c:v>
                      </c:pt>
                      <c:pt idx="47">
                        <c:v>4.0933786000000003</c:v>
                      </c:pt>
                      <c:pt idx="48">
                        <c:v>3.1588341959999999</c:v>
                      </c:pt>
                      <c:pt idx="49">
                        <c:v>2.1699390319999998</c:v>
                      </c:pt>
                      <c:pt idx="50">
                        <c:v>1.3759414679999999</c:v>
                      </c:pt>
                      <c:pt idx="51">
                        <c:v>0.95740102299999996</c:v>
                      </c:pt>
                      <c:pt idx="52">
                        <c:v>0.77706960800000002</c:v>
                      </c:pt>
                      <c:pt idx="53">
                        <c:v>1.08020184</c:v>
                      </c:pt>
                      <c:pt idx="54">
                        <c:v>1.9654679509999999</c:v>
                      </c:pt>
                      <c:pt idx="55">
                        <c:v>2.5857809760000001</c:v>
                      </c:pt>
                      <c:pt idx="56">
                        <c:v>2.8269538139999999</c:v>
                      </c:pt>
                      <c:pt idx="57">
                        <c:v>2.7990276390000002</c:v>
                      </c:pt>
                      <c:pt idx="58">
                        <c:v>2.7579109850000001</c:v>
                      </c:pt>
                      <c:pt idx="59">
                        <c:v>2.9067586040000002</c:v>
                      </c:pt>
                      <c:pt idx="60">
                        <c:v>3.227822126</c:v>
                      </c:pt>
                      <c:pt idx="61">
                        <c:v>3.7152259650000001</c:v>
                      </c:pt>
                      <c:pt idx="62">
                        <c:v>3.9560240339999999</c:v>
                      </c:pt>
                      <c:pt idx="63">
                        <c:v>3.7848300149999998</c:v>
                      </c:pt>
                      <c:pt idx="64">
                        <c:v>3.2612634310000002</c:v>
                      </c:pt>
                      <c:pt idx="65">
                        <c:v>2.8561103980000002</c:v>
                      </c:pt>
                      <c:pt idx="66">
                        <c:v>2.8331201250000002</c:v>
                      </c:pt>
                      <c:pt idx="67">
                        <c:v>3.144886713</c:v>
                      </c:pt>
                      <c:pt idx="68">
                        <c:v>3.5385835110000001</c:v>
                      </c:pt>
                      <c:pt idx="69">
                        <c:v>4.0458597699999999</c:v>
                      </c:pt>
                      <c:pt idx="70">
                        <c:v>4.2865458289999996</c:v>
                      </c:pt>
                      <c:pt idx="71">
                        <c:v>3.8473053099999999</c:v>
                      </c:pt>
                      <c:pt idx="72">
                        <c:v>2.8371236199999998</c:v>
                      </c:pt>
                      <c:pt idx="73">
                        <c:v>1.8474887369999999</c:v>
                      </c:pt>
                      <c:pt idx="74">
                        <c:v>1.176850167</c:v>
                      </c:pt>
                      <c:pt idx="75">
                        <c:v>0.81036511200000005</c:v>
                      </c:pt>
                      <c:pt idx="76">
                        <c:v>0.70649647800000004</c:v>
                      </c:pt>
                      <c:pt idx="77">
                        <c:v>1.002918574</c:v>
                      </c:pt>
                      <c:pt idx="78">
                        <c:v>1.9956268850000001</c:v>
                      </c:pt>
                      <c:pt idx="79">
                        <c:v>2.5223233129999998</c:v>
                      </c:pt>
                      <c:pt idx="80">
                        <c:v>2.6034566770000001</c:v>
                      </c:pt>
                      <c:pt idx="81">
                        <c:v>2.4688917259999998</c:v>
                      </c:pt>
                      <c:pt idx="82">
                        <c:v>2.450506211</c:v>
                      </c:pt>
                      <c:pt idx="83">
                        <c:v>2.642937103</c:v>
                      </c:pt>
                      <c:pt idx="84">
                        <c:v>3.0093317229999998</c:v>
                      </c:pt>
                      <c:pt idx="85">
                        <c:v>3.4354981910000002</c:v>
                      </c:pt>
                      <c:pt idx="86">
                        <c:v>3.5791806949999998</c:v>
                      </c:pt>
                      <c:pt idx="87">
                        <c:v>3.4845031839999998</c:v>
                      </c:pt>
                      <c:pt idx="88">
                        <c:v>3.0711788499999999</c:v>
                      </c:pt>
                      <c:pt idx="89">
                        <c:v>2.7482011069999999</c:v>
                      </c:pt>
                      <c:pt idx="90">
                        <c:v>2.746187677</c:v>
                      </c:pt>
                      <c:pt idx="91">
                        <c:v>3.1033492269999998</c:v>
                      </c:pt>
                      <c:pt idx="92">
                        <c:v>3.4476227220000002</c:v>
                      </c:pt>
                      <c:pt idx="93">
                        <c:v>3.9815720319999999</c:v>
                      </c:pt>
                      <c:pt idx="94">
                        <c:v>4.2120471369999999</c:v>
                      </c:pt>
                      <c:pt idx="95">
                        <c:v>3.6664961300000001</c:v>
                      </c:pt>
                      <c:pt idx="96">
                        <c:v>2.703576457</c:v>
                      </c:pt>
                      <c:pt idx="97">
                        <c:v>1.7241632609999999</c:v>
                      </c:pt>
                      <c:pt idx="98">
                        <c:v>1.0623583539999999</c:v>
                      </c:pt>
                      <c:pt idx="99">
                        <c:v>0.76465788599999995</c:v>
                      </c:pt>
                      <c:pt idx="100">
                        <c:v>0.68591929399999996</c:v>
                      </c:pt>
                      <c:pt idx="101">
                        <c:v>0.98588745099999997</c:v>
                      </c:pt>
                      <c:pt idx="102">
                        <c:v>1.9626137829999999</c:v>
                      </c:pt>
                      <c:pt idx="103">
                        <c:v>2.5621170229999999</c:v>
                      </c:pt>
                      <c:pt idx="104">
                        <c:v>2.616613101</c:v>
                      </c:pt>
                      <c:pt idx="105">
                        <c:v>2.4852497539999998</c:v>
                      </c:pt>
                      <c:pt idx="106">
                        <c:v>2.5032515919999998</c:v>
                      </c:pt>
                      <c:pt idx="107">
                        <c:v>2.7058829740000001</c:v>
                      </c:pt>
                      <c:pt idx="108">
                        <c:v>3.0609462029999999</c:v>
                      </c:pt>
                      <c:pt idx="109">
                        <c:v>3.4835844460000001</c:v>
                      </c:pt>
                      <c:pt idx="110">
                        <c:v>3.6199240709999998</c:v>
                      </c:pt>
                      <c:pt idx="111">
                        <c:v>3.498295691</c:v>
                      </c:pt>
                      <c:pt idx="112">
                        <c:v>3.0784085659999998</c:v>
                      </c:pt>
                      <c:pt idx="113">
                        <c:v>2.776692583</c:v>
                      </c:pt>
                      <c:pt idx="114">
                        <c:v>2.7599821109999998</c:v>
                      </c:pt>
                      <c:pt idx="115">
                        <c:v>3.1005117969999998</c:v>
                      </c:pt>
                      <c:pt idx="116">
                        <c:v>3.4754725369999999</c:v>
                      </c:pt>
                      <c:pt idx="117">
                        <c:v>4.0432815250000003</c:v>
                      </c:pt>
                      <c:pt idx="118">
                        <c:v>4.2705522120000001</c:v>
                      </c:pt>
                      <c:pt idx="119">
                        <c:v>3.76394758</c:v>
                      </c:pt>
                      <c:pt idx="120">
                        <c:v>2.7255588830000002</c:v>
                      </c:pt>
                      <c:pt idx="121">
                        <c:v>1.7243758709999999</c:v>
                      </c:pt>
                      <c:pt idx="122">
                        <c:v>1.073466416</c:v>
                      </c:pt>
                      <c:pt idx="123">
                        <c:v>0.74018093900000004</c:v>
                      </c:pt>
                      <c:pt idx="124">
                        <c:v>0.67942023900000004</c:v>
                      </c:pt>
                      <c:pt idx="125">
                        <c:v>0.99310047999999995</c:v>
                      </c:pt>
                      <c:pt idx="126">
                        <c:v>2.015652169</c:v>
                      </c:pt>
                      <c:pt idx="127">
                        <c:v>2.5476309609999999</c:v>
                      </c:pt>
                      <c:pt idx="128">
                        <c:v>2.5882199099999998</c:v>
                      </c:pt>
                      <c:pt idx="129">
                        <c:v>2.5099687639999999</c:v>
                      </c:pt>
                      <c:pt idx="130">
                        <c:v>2.5062862350000001</c:v>
                      </c:pt>
                      <c:pt idx="131">
                        <c:v>2.6845563430000001</c:v>
                      </c:pt>
                      <c:pt idx="132">
                        <c:v>3.0853570179999998</c:v>
                      </c:pt>
                      <c:pt idx="133">
                        <c:v>3.6390102190000002</c:v>
                      </c:pt>
                      <c:pt idx="134">
                        <c:v>3.787507701</c:v>
                      </c:pt>
                      <c:pt idx="135">
                        <c:v>3.6272875189999998</c:v>
                      </c:pt>
                      <c:pt idx="136">
                        <c:v>3.0954300680000002</c:v>
                      </c:pt>
                      <c:pt idx="137">
                        <c:v>2.7667416999999999</c:v>
                      </c:pt>
                      <c:pt idx="138">
                        <c:v>2.8635775919999999</c:v>
                      </c:pt>
                      <c:pt idx="139">
                        <c:v>3.1941873090000001</c:v>
                      </c:pt>
                      <c:pt idx="140">
                        <c:v>3.4718321009999999</c:v>
                      </c:pt>
                      <c:pt idx="141">
                        <c:v>4.0371430420000003</c:v>
                      </c:pt>
                      <c:pt idx="142">
                        <c:v>4.2644670170000003</c:v>
                      </c:pt>
                      <c:pt idx="143">
                        <c:v>3.7583820210000001</c:v>
                      </c:pt>
                      <c:pt idx="144">
                        <c:v>2.759247223</c:v>
                      </c:pt>
                      <c:pt idx="145">
                        <c:v>1.769726229</c:v>
                      </c:pt>
                      <c:pt idx="146">
                        <c:v>1.1188806609999999</c:v>
                      </c:pt>
                      <c:pt idx="147">
                        <c:v>0.80462342600000003</c:v>
                      </c:pt>
                      <c:pt idx="148">
                        <c:v>0.70403273600000005</c:v>
                      </c:pt>
                      <c:pt idx="149">
                        <c:v>0.98263212700000002</c:v>
                      </c:pt>
                      <c:pt idx="150">
                        <c:v>2.0011472750000001</c:v>
                      </c:pt>
                      <c:pt idx="151">
                        <c:v>2.5568710139999999</c:v>
                      </c:pt>
                      <c:pt idx="152">
                        <c:v>2.6155462439999999</c:v>
                      </c:pt>
                      <c:pt idx="153">
                        <c:v>2.4838009890000001</c:v>
                      </c:pt>
                      <c:pt idx="154">
                        <c:v>2.4752371929999999</c:v>
                      </c:pt>
                      <c:pt idx="155">
                        <c:v>2.6682172120000001</c:v>
                      </c:pt>
                      <c:pt idx="156">
                        <c:v>3.0336932440000002</c:v>
                      </c:pt>
                      <c:pt idx="157">
                        <c:v>3.4753595509999999</c:v>
                      </c:pt>
                      <c:pt idx="158">
                        <c:v>3.5825313190000001</c:v>
                      </c:pt>
                      <c:pt idx="159">
                        <c:v>3.5208584620000001</c:v>
                      </c:pt>
                      <c:pt idx="160">
                        <c:v>3.0931320630000001</c:v>
                      </c:pt>
                      <c:pt idx="161">
                        <c:v>2.7961284649999998</c:v>
                      </c:pt>
                      <c:pt idx="162">
                        <c:v>2.7870878129999999</c:v>
                      </c:pt>
                      <c:pt idx="163">
                        <c:v>3.1230456000000002</c:v>
                      </c:pt>
                      <c:pt idx="164">
                        <c:v>3.5108351130000002</c:v>
                      </c:pt>
                      <c:pt idx="165">
                        <c:v>4.0007828439999997</c:v>
                      </c:pt>
                      <c:pt idx="166">
                        <c:v>4.2286190640000001</c:v>
                      </c:pt>
                      <c:pt idx="167">
                        <c:v>3.7399589849999999</c:v>
                      </c:pt>
                      <c:pt idx="168">
                        <c:v>2.7546487650000002</c:v>
                      </c:pt>
                      <c:pt idx="169">
                        <c:v>1.757223937</c:v>
                      </c:pt>
                      <c:pt idx="170">
                        <c:v>1.097482158</c:v>
                      </c:pt>
                      <c:pt idx="171">
                        <c:v>0.78309379300000004</c:v>
                      </c:pt>
                      <c:pt idx="172">
                        <c:v>0.70277374400000003</c:v>
                      </c:pt>
                      <c:pt idx="173">
                        <c:v>1.0149419390000001</c:v>
                      </c:pt>
                      <c:pt idx="174">
                        <c:v>2.0544388179999999</c:v>
                      </c:pt>
                      <c:pt idx="175">
                        <c:v>2.661598256</c:v>
                      </c:pt>
                      <c:pt idx="176">
                        <c:v>2.8235608060000001</c:v>
                      </c:pt>
                      <c:pt idx="177">
                        <c:v>2.6861457070000001</c:v>
                      </c:pt>
                      <c:pt idx="178">
                        <c:v>2.5705781170000002</c:v>
                      </c:pt>
                      <c:pt idx="179">
                        <c:v>2.7280210039999999</c:v>
                      </c:pt>
                      <c:pt idx="180">
                        <c:v>3.1199740550000001</c:v>
                      </c:pt>
                      <c:pt idx="181">
                        <c:v>3.5861031149999998</c:v>
                      </c:pt>
                      <c:pt idx="182">
                        <c:v>3.7178059339999998</c:v>
                      </c:pt>
                      <c:pt idx="183">
                        <c:v>3.5739861400000001</c:v>
                      </c:pt>
                      <c:pt idx="184">
                        <c:v>3.1750176450000001</c:v>
                      </c:pt>
                      <c:pt idx="185">
                        <c:v>2.8476937250000001</c:v>
                      </c:pt>
                      <c:pt idx="186">
                        <c:v>2.8653129929999999</c:v>
                      </c:pt>
                      <c:pt idx="187">
                        <c:v>3.2006235250000001</c:v>
                      </c:pt>
                      <c:pt idx="188">
                        <c:v>3.547439555</c:v>
                      </c:pt>
                      <c:pt idx="189">
                        <c:v>4.0313286980000003</c:v>
                      </c:pt>
                      <c:pt idx="190">
                        <c:v>4.3148536670000004</c:v>
                      </c:pt>
                      <c:pt idx="191">
                        <c:v>3.9393222689999998</c:v>
                      </c:pt>
                      <c:pt idx="192">
                        <c:v>3.0262470239999999</c:v>
                      </c:pt>
                      <c:pt idx="193">
                        <c:v>2.0418680729999998</c:v>
                      </c:pt>
                      <c:pt idx="194">
                        <c:v>1.286949224</c:v>
                      </c:pt>
                      <c:pt idx="195">
                        <c:v>0.88104583599999997</c:v>
                      </c:pt>
                      <c:pt idx="196">
                        <c:v>0.75417513999999997</c:v>
                      </c:pt>
                      <c:pt idx="197">
                        <c:v>0.97087983300000003</c:v>
                      </c:pt>
                      <c:pt idx="198">
                        <c:v>1.837293893</c:v>
                      </c:pt>
                      <c:pt idx="199">
                        <c:v>2.4951474349999998</c:v>
                      </c:pt>
                      <c:pt idx="200">
                        <c:v>2.8107267870000001</c:v>
                      </c:pt>
                      <c:pt idx="201">
                        <c:v>2.9150384479999998</c:v>
                      </c:pt>
                      <c:pt idx="202">
                        <c:v>2.983009918</c:v>
                      </c:pt>
                      <c:pt idx="203">
                        <c:v>3.2642109640000001</c:v>
                      </c:pt>
                      <c:pt idx="204">
                        <c:v>3.5523496579999998</c:v>
                      </c:pt>
                      <c:pt idx="205">
                        <c:v>3.8314110750000001</c:v>
                      </c:pt>
                      <c:pt idx="206">
                        <c:v>4.1338654730000002</c:v>
                      </c:pt>
                      <c:pt idx="207">
                        <c:v>3.921188248</c:v>
                      </c:pt>
                      <c:pt idx="208">
                        <c:v>3.3848790759999998</c:v>
                      </c:pt>
                      <c:pt idx="209">
                        <c:v>3.007146863</c:v>
                      </c:pt>
                      <c:pt idx="210">
                        <c:v>2.969440531</c:v>
                      </c:pt>
                      <c:pt idx="211">
                        <c:v>3.321212611</c:v>
                      </c:pt>
                      <c:pt idx="212">
                        <c:v>3.6397657240000001</c:v>
                      </c:pt>
                      <c:pt idx="213">
                        <c:v>4.1443904500000004</c:v>
                      </c:pt>
                      <c:pt idx="214">
                        <c:v>4.3841453709999998</c:v>
                      </c:pt>
                      <c:pt idx="215">
                        <c:v>4.0217106620000003</c:v>
                      </c:pt>
                      <c:pt idx="216">
                        <c:v>3.084594386</c:v>
                      </c:pt>
                      <c:pt idx="217">
                        <c:v>2.0237213569999999</c:v>
                      </c:pt>
                      <c:pt idx="218">
                        <c:v>1.289708291</c:v>
                      </c:pt>
                      <c:pt idx="219">
                        <c:v>0.88823988799999998</c:v>
                      </c:pt>
                      <c:pt idx="220">
                        <c:v>0.75517020800000001</c:v>
                      </c:pt>
                      <c:pt idx="221">
                        <c:v>0.99663188199999997</c:v>
                      </c:pt>
                      <c:pt idx="222">
                        <c:v>1.9089406520000001</c:v>
                      </c:pt>
                      <c:pt idx="223">
                        <c:v>2.574647047</c:v>
                      </c:pt>
                      <c:pt idx="224">
                        <c:v>2.8325639749999998</c:v>
                      </c:pt>
                      <c:pt idx="225">
                        <c:v>2.7880693239999998</c:v>
                      </c:pt>
                      <c:pt idx="226">
                        <c:v>2.7614060930000002</c:v>
                      </c:pt>
                      <c:pt idx="227">
                        <c:v>2.9170875399999998</c:v>
                      </c:pt>
                      <c:pt idx="228">
                        <c:v>3.178183851</c:v>
                      </c:pt>
                      <c:pt idx="229">
                        <c:v>3.684200159</c:v>
                      </c:pt>
                      <c:pt idx="230">
                        <c:v>3.9081732520000001</c:v>
                      </c:pt>
                      <c:pt idx="231">
                        <c:v>3.7400685600000001</c:v>
                      </c:pt>
                      <c:pt idx="232">
                        <c:v>3.2003650989999999</c:v>
                      </c:pt>
                      <c:pt idx="233">
                        <c:v>2.8466157619999999</c:v>
                      </c:pt>
                      <c:pt idx="234">
                        <c:v>2.8927935759999999</c:v>
                      </c:pt>
                      <c:pt idx="235">
                        <c:v>3.2400120929999998</c:v>
                      </c:pt>
                      <c:pt idx="236">
                        <c:v>3.6362774619999998</c:v>
                      </c:pt>
                      <c:pt idx="237">
                        <c:v>4.1592161150000004</c:v>
                      </c:pt>
                      <c:pt idx="238">
                        <c:v>4.333452877</c:v>
                      </c:pt>
                      <c:pt idx="239">
                        <c:v>3.7938898249999999</c:v>
                      </c:pt>
                      <c:pt idx="240">
                        <c:v>2.7239814299999998</c:v>
                      </c:pt>
                      <c:pt idx="241">
                        <c:v>1.7112492239999999</c:v>
                      </c:pt>
                      <c:pt idx="242">
                        <c:v>1.08045572</c:v>
                      </c:pt>
                      <c:pt idx="243">
                        <c:v>0.78344080800000004</c:v>
                      </c:pt>
                      <c:pt idx="244">
                        <c:v>0.71164884500000003</c:v>
                      </c:pt>
                      <c:pt idx="245">
                        <c:v>0.96419793799999998</c:v>
                      </c:pt>
                      <c:pt idx="246">
                        <c:v>1.9621986199999999</c:v>
                      </c:pt>
                      <c:pt idx="247">
                        <c:v>2.526645319</c:v>
                      </c:pt>
                      <c:pt idx="248">
                        <c:v>2.6324310870000001</c:v>
                      </c:pt>
                      <c:pt idx="249">
                        <c:v>2.5080794289999999</c:v>
                      </c:pt>
                      <c:pt idx="250">
                        <c:v>2.4424215490000001</c:v>
                      </c:pt>
                      <c:pt idx="251">
                        <c:v>2.6218218640000002</c:v>
                      </c:pt>
                      <c:pt idx="252">
                        <c:v>3.0288459599999999</c:v>
                      </c:pt>
                      <c:pt idx="253">
                        <c:v>3.404342084</c:v>
                      </c:pt>
                      <c:pt idx="254">
                        <c:v>3.5315728540000002</c:v>
                      </c:pt>
                      <c:pt idx="255">
                        <c:v>3.4265379660000002</c:v>
                      </c:pt>
                      <c:pt idx="256">
                        <c:v>3.037819367</c:v>
                      </c:pt>
                      <c:pt idx="257">
                        <c:v>2.7898288779999998</c:v>
                      </c:pt>
                      <c:pt idx="258">
                        <c:v>2.897283152</c:v>
                      </c:pt>
                      <c:pt idx="259">
                        <c:v>3.2188257409999999</c:v>
                      </c:pt>
                      <c:pt idx="260">
                        <c:v>3.590330561</c:v>
                      </c:pt>
                      <c:pt idx="261">
                        <c:v>4.1416216950000004</c:v>
                      </c:pt>
                      <c:pt idx="262">
                        <c:v>4.3068007149999996</c:v>
                      </c:pt>
                      <c:pt idx="263">
                        <c:v>3.7369034449999998</c:v>
                      </c:pt>
                      <c:pt idx="264">
                        <c:v>2.7396511800000001</c:v>
                      </c:pt>
                      <c:pt idx="265">
                        <c:v>1.7386635850000001</c:v>
                      </c:pt>
                      <c:pt idx="266">
                        <c:v>1.0980400589999999</c:v>
                      </c:pt>
                      <c:pt idx="267">
                        <c:v>0.79095042299999996</c:v>
                      </c:pt>
                      <c:pt idx="268">
                        <c:v>0.71504910499999996</c:v>
                      </c:pt>
                      <c:pt idx="269">
                        <c:v>0.99553547200000003</c:v>
                      </c:pt>
                      <c:pt idx="270">
                        <c:v>2.0314836729999999</c:v>
                      </c:pt>
                      <c:pt idx="271">
                        <c:v>2.6164775640000002</c:v>
                      </c:pt>
                      <c:pt idx="272">
                        <c:v>2.6463349200000001</c:v>
                      </c:pt>
                      <c:pt idx="273">
                        <c:v>2.5171084889999999</c:v>
                      </c:pt>
                      <c:pt idx="274">
                        <c:v>2.4498437380000002</c:v>
                      </c:pt>
                      <c:pt idx="275">
                        <c:v>2.6284207039999998</c:v>
                      </c:pt>
                      <c:pt idx="276">
                        <c:v>3.0587034480000002</c:v>
                      </c:pt>
                      <c:pt idx="277">
                        <c:v>3.4599896719999998</c:v>
                      </c:pt>
                      <c:pt idx="278">
                        <c:v>3.567936134</c:v>
                      </c:pt>
                      <c:pt idx="279">
                        <c:v>3.4428086219999998</c:v>
                      </c:pt>
                      <c:pt idx="280">
                        <c:v>3.104105009</c:v>
                      </c:pt>
                      <c:pt idx="281">
                        <c:v>2.8465718359999999</c:v>
                      </c:pt>
                      <c:pt idx="282">
                        <c:v>2.9331608409999999</c:v>
                      </c:pt>
                      <c:pt idx="283">
                        <c:v>3.2575986870000002</c:v>
                      </c:pt>
                      <c:pt idx="284">
                        <c:v>3.652959144</c:v>
                      </c:pt>
                      <c:pt idx="285">
                        <c:v>4.1648000630000004</c:v>
                      </c:pt>
                      <c:pt idx="286">
                        <c:v>4.321097</c:v>
                      </c:pt>
                      <c:pt idx="287">
                        <c:v>3.709394391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5-6C6F-49E4-8F59-330269BCC199}"/>
                  </c:ext>
                </c:extLst>
              </c15:ser>
            </c15:filteredLineSeries>
            <c15:filteredLineSeries>
              <c15:ser>
                <c:idx val="16"/>
                <c:order val="1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12-10-2026'!$R$1</c15:sqref>
                        </c15:formulaRef>
                      </c:ext>
                    </c:extLst>
                    <c:strCache>
                      <c:ptCount val="1"/>
                      <c:pt idx="0">
                        <c:v>OUG-DGW1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12-10-2026'!$R$2:$R$289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36.170285428</c:v>
                      </c:pt>
                      <c:pt idx="1">
                        <c:v>22.710061682999999</c:v>
                      </c:pt>
                      <c:pt idx="2">
                        <c:v>13.685688035</c:v>
                      </c:pt>
                      <c:pt idx="3">
                        <c:v>8.8987813310000003</c:v>
                      </c:pt>
                      <c:pt idx="4">
                        <c:v>7.1204836</c:v>
                      </c:pt>
                      <c:pt idx="5">
                        <c:v>9.4569296390000002</c:v>
                      </c:pt>
                      <c:pt idx="6">
                        <c:v>19.020607235</c:v>
                      </c:pt>
                      <c:pt idx="7">
                        <c:v>26.140036049999999</c:v>
                      </c:pt>
                      <c:pt idx="8">
                        <c:v>30.654738829999999</c:v>
                      </c:pt>
                      <c:pt idx="9">
                        <c:v>32.709883480000002</c:v>
                      </c:pt>
                      <c:pt idx="10">
                        <c:v>35.801389579000002</c:v>
                      </c:pt>
                      <c:pt idx="11">
                        <c:v>39.962902051</c:v>
                      </c:pt>
                      <c:pt idx="12">
                        <c:v>42.822816027000002</c:v>
                      </c:pt>
                      <c:pt idx="13">
                        <c:v>47.597291533000003</c:v>
                      </c:pt>
                      <c:pt idx="14">
                        <c:v>48.138130623999999</c:v>
                      </c:pt>
                      <c:pt idx="15">
                        <c:v>45.998599540999997</c:v>
                      </c:pt>
                      <c:pt idx="16">
                        <c:v>42.028119136000001</c:v>
                      </c:pt>
                      <c:pt idx="17">
                        <c:v>42.293444174999998</c:v>
                      </c:pt>
                      <c:pt idx="18">
                        <c:v>41.332515209</c:v>
                      </c:pt>
                      <c:pt idx="19">
                        <c:v>47.434905483999998</c:v>
                      </c:pt>
                      <c:pt idx="20">
                        <c:v>52.281444073999999</c:v>
                      </c:pt>
                      <c:pt idx="21">
                        <c:v>58.550738567000003</c:v>
                      </c:pt>
                      <c:pt idx="22">
                        <c:v>58.938050867000001</c:v>
                      </c:pt>
                      <c:pt idx="23">
                        <c:v>52.173176990000002</c:v>
                      </c:pt>
                      <c:pt idx="24">
                        <c:v>39.727637715</c:v>
                      </c:pt>
                      <c:pt idx="25">
                        <c:v>26.625204777</c:v>
                      </c:pt>
                      <c:pt idx="26">
                        <c:v>16.376514147999998</c:v>
                      </c:pt>
                      <c:pt idx="27">
                        <c:v>10.392585419</c:v>
                      </c:pt>
                      <c:pt idx="28">
                        <c:v>7.8035361649999997</c:v>
                      </c:pt>
                      <c:pt idx="29">
                        <c:v>9.3354420749999996</c:v>
                      </c:pt>
                      <c:pt idx="30">
                        <c:v>17.339932169000001</c:v>
                      </c:pt>
                      <c:pt idx="31">
                        <c:v>23.924386183999999</c:v>
                      </c:pt>
                      <c:pt idx="32">
                        <c:v>29.868167444000001</c:v>
                      </c:pt>
                      <c:pt idx="33">
                        <c:v>34.683343751000002</c:v>
                      </c:pt>
                      <c:pt idx="34">
                        <c:v>39.420105730000003</c:v>
                      </c:pt>
                      <c:pt idx="35">
                        <c:v>43.741664006999997</c:v>
                      </c:pt>
                      <c:pt idx="36">
                        <c:v>44.703126857000001</c:v>
                      </c:pt>
                      <c:pt idx="37">
                        <c:v>46.225883082999999</c:v>
                      </c:pt>
                      <c:pt idx="38">
                        <c:v>53.370679951</c:v>
                      </c:pt>
                      <c:pt idx="39">
                        <c:v>49.898716141999998</c:v>
                      </c:pt>
                      <c:pt idx="40">
                        <c:v>43.747429895000003</c:v>
                      </c:pt>
                      <c:pt idx="41">
                        <c:v>42.818445027000003</c:v>
                      </c:pt>
                      <c:pt idx="42">
                        <c:v>42.088823873000003</c:v>
                      </c:pt>
                      <c:pt idx="43">
                        <c:v>48.906347644999997</c:v>
                      </c:pt>
                      <c:pt idx="44">
                        <c:v>54.320979162999997</c:v>
                      </c:pt>
                      <c:pt idx="45">
                        <c:v>60.993214625999997</c:v>
                      </c:pt>
                      <c:pt idx="46">
                        <c:v>60.628372949999999</c:v>
                      </c:pt>
                      <c:pt idx="47">
                        <c:v>53.486288655000003</c:v>
                      </c:pt>
                      <c:pt idx="48">
                        <c:v>40.644680266999998</c:v>
                      </c:pt>
                      <c:pt idx="49">
                        <c:v>26.989130812999999</c:v>
                      </c:pt>
                      <c:pt idx="50">
                        <c:v>16.440772929000001</c:v>
                      </c:pt>
                      <c:pt idx="51">
                        <c:v>10.474795228</c:v>
                      </c:pt>
                      <c:pt idx="52">
                        <c:v>7.8559792980000003</c:v>
                      </c:pt>
                      <c:pt idx="53">
                        <c:v>9.6210764900000001</c:v>
                      </c:pt>
                      <c:pt idx="54">
                        <c:v>18.411362682</c:v>
                      </c:pt>
                      <c:pt idx="55">
                        <c:v>24.992544714000001</c:v>
                      </c:pt>
                      <c:pt idx="56">
                        <c:v>30.147031761000001</c:v>
                      </c:pt>
                      <c:pt idx="57">
                        <c:v>33.935810246999999</c:v>
                      </c:pt>
                      <c:pt idx="58">
                        <c:v>36.765969143</c:v>
                      </c:pt>
                      <c:pt idx="59">
                        <c:v>40.336369269000002</c:v>
                      </c:pt>
                      <c:pt idx="60">
                        <c:v>42.749987748999999</c:v>
                      </c:pt>
                      <c:pt idx="61">
                        <c:v>48.096034371999998</c:v>
                      </c:pt>
                      <c:pt idx="62">
                        <c:v>49.914779613</c:v>
                      </c:pt>
                      <c:pt idx="63">
                        <c:v>47.406156396</c:v>
                      </c:pt>
                      <c:pt idx="64">
                        <c:v>42.618376054000002</c:v>
                      </c:pt>
                      <c:pt idx="65">
                        <c:v>42.084783399999999</c:v>
                      </c:pt>
                      <c:pt idx="66">
                        <c:v>40.453302561999998</c:v>
                      </c:pt>
                      <c:pt idx="67">
                        <c:v>46.996321608999999</c:v>
                      </c:pt>
                      <c:pt idx="68">
                        <c:v>52.670423487000001</c:v>
                      </c:pt>
                      <c:pt idx="69">
                        <c:v>58.902306506999999</c:v>
                      </c:pt>
                      <c:pt idx="70">
                        <c:v>58.340336721</c:v>
                      </c:pt>
                      <c:pt idx="71">
                        <c:v>50.012142846000003</c:v>
                      </c:pt>
                      <c:pt idx="72">
                        <c:v>35.781037050999998</c:v>
                      </c:pt>
                      <c:pt idx="73">
                        <c:v>22.446984886999999</c:v>
                      </c:pt>
                      <c:pt idx="74">
                        <c:v>13.533706677</c:v>
                      </c:pt>
                      <c:pt idx="75">
                        <c:v>8.7016561669999994</c:v>
                      </c:pt>
                      <c:pt idx="76">
                        <c:v>7.0138394860000002</c:v>
                      </c:pt>
                      <c:pt idx="77">
                        <c:v>9.1455078509999996</c:v>
                      </c:pt>
                      <c:pt idx="78">
                        <c:v>18.264029774000001</c:v>
                      </c:pt>
                      <c:pt idx="79">
                        <c:v>24.916841358999999</c:v>
                      </c:pt>
                      <c:pt idx="80">
                        <c:v>29.425508193999999</c:v>
                      </c:pt>
                      <c:pt idx="81">
                        <c:v>31.82020198</c:v>
                      </c:pt>
                      <c:pt idx="82">
                        <c:v>34.529788545000002</c:v>
                      </c:pt>
                      <c:pt idx="83">
                        <c:v>38.329936674999999</c:v>
                      </c:pt>
                      <c:pt idx="84">
                        <c:v>41.419981393999997</c:v>
                      </c:pt>
                      <c:pt idx="85">
                        <c:v>46.057896337999999</c:v>
                      </c:pt>
                      <c:pt idx="86">
                        <c:v>46.268772597999998</c:v>
                      </c:pt>
                      <c:pt idx="87">
                        <c:v>43.933102691999999</c:v>
                      </c:pt>
                      <c:pt idx="88">
                        <c:v>40.947286804000001</c:v>
                      </c:pt>
                      <c:pt idx="89">
                        <c:v>41.224300280999998</c:v>
                      </c:pt>
                      <c:pt idx="90">
                        <c:v>40.094202705000001</c:v>
                      </c:pt>
                      <c:pt idx="91">
                        <c:v>46.808319599999997</c:v>
                      </c:pt>
                      <c:pt idx="92">
                        <c:v>52.404575532999999</c:v>
                      </c:pt>
                      <c:pt idx="93">
                        <c:v>58.861065654999997</c:v>
                      </c:pt>
                      <c:pt idx="94">
                        <c:v>58.016302386</c:v>
                      </c:pt>
                      <c:pt idx="95">
                        <c:v>48.722468585999998</c:v>
                      </c:pt>
                      <c:pt idx="96">
                        <c:v>34.343763729000003</c:v>
                      </c:pt>
                      <c:pt idx="97">
                        <c:v>21.215816645</c:v>
                      </c:pt>
                      <c:pt idx="98">
                        <c:v>12.689336641000001</c:v>
                      </c:pt>
                      <c:pt idx="99">
                        <c:v>8.473287053</c:v>
                      </c:pt>
                      <c:pt idx="100">
                        <c:v>6.8760665870000004</c:v>
                      </c:pt>
                      <c:pt idx="101">
                        <c:v>9.0023784560000006</c:v>
                      </c:pt>
                      <c:pt idx="102">
                        <c:v>18.590551395999999</c:v>
                      </c:pt>
                      <c:pt idx="103">
                        <c:v>25.351079094999999</c:v>
                      </c:pt>
                      <c:pt idx="104">
                        <c:v>29.699261485000001</c:v>
                      </c:pt>
                      <c:pt idx="105">
                        <c:v>32.027580634000003</c:v>
                      </c:pt>
                      <c:pt idx="106">
                        <c:v>34.926689975999999</c:v>
                      </c:pt>
                      <c:pt idx="107">
                        <c:v>39.024180567999998</c:v>
                      </c:pt>
                      <c:pt idx="108">
                        <c:v>41.599587169000003</c:v>
                      </c:pt>
                      <c:pt idx="109">
                        <c:v>46.315881742999998</c:v>
                      </c:pt>
                      <c:pt idx="110">
                        <c:v>46.396625837999999</c:v>
                      </c:pt>
                      <c:pt idx="111">
                        <c:v>44.013297594999997</c:v>
                      </c:pt>
                      <c:pt idx="112">
                        <c:v>41.033744941000002</c:v>
                      </c:pt>
                      <c:pt idx="113">
                        <c:v>41.353525969000003</c:v>
                      </c:pt>
                      <c:pt idx="114">
                        <c:v>40.410054989000002</c:v>
                      </c:pt>
                      <c:pt idx="115">
                        <c:v>47.166550096999998</c:v>
                      </c:pt>
                      <c:pt idx="116">
                        <c:v>52.981807103999998</c:v>
                      </c:pt>
                      <c:pt idx="117">
                        <c:v>59.564159081</c:v>
                      </c:pt>
                      <c:pt idx="118">
                        <c:v>58.467822406000003</c:v>
                      </c:pt>
                      <c:pt idx="119">
                        <c:v>48.917451952999997</c:v>
                      </c:pt>
                      <c:pt idx="120">
                        <c:v>34.473715220000003</c:v>
                      </c:pt>
                      <c:pt idx="121">
                        <c:v>21.1998566</c:v>
                      </c:pt>
                      <c:pt idx="122">
                        <c:v>12.650627722999999</c:v>
                      </c:pt>
                      <c:pt idx="123">
                        <c:v>8.2288047310000003</c:v>
                      </c:pt>
                      <c:pt idx="124">
                        <c:v>6.7767900130000003</c:v>
                      </c:pt>
                      <c:pt idx="125">
                        <c:v>9.0503761550000004</c:v>
                      </c:pt>
                      <c:pt idx="126">
                        <c:v>18.722772946999999</c:v>
                      </c:pt>
                      <c:pt idx="127">
                        <c:v>25.694966934</c:v>
                      </c:pt>
                      <c:pt idx="128">
                        <c:v>29.950607041000001</c:v>
                      </c:pt>
                      <c:pt idx="129">
                        <c:v>32.538530059000003</c:v>
                      </c:pt>
                      <c:pt idx="130">
                        <c:v>35.478516851000002</c:v>
                      </c:pt>
                      <c:pt idx="131">
                        <c:v>39.091514281000002</c:v>
                      </c:pt>
                      <c:pt idx="132">
                        <c:v>42.461380272</c:v>
                      </c:pt>
                      <c:pt idx="133">
                        <c:v>48.180973672999997</c:v>
                      </c:pt>
                      <c:pt idx="134">
                        <c:v>48.514957299999999</c:v>
                      </c:pt>
                      <c:pt idx="135">
                        <c:v>45.663626201</c:v>
                      </c:pt>
                      <c:pt idx="136">
                        <c:v>40.937200986999997</c:v>
                      </c:pt>
                      <c:pt idx="137">
                        <c:v>40.858944045000001</c:v>
                      </c:pt>
                      <c:pt idx="138">
                        <c:v>43.491542467999999</c:v>
                      </c:pt>
                      <c:pt idx="139">
                        <c:v>50.517063182999998</c:v>
                      </c:pt>
                      <c:pt idx="140">
                        <c:v>53.190381963</c:v>
                      </c:pt>
                      <c:pt idx="141">
                        <c:v>59.359657542000001</c:v>
                      </c:pt>
                      <c:pt idx="142">
                        <c:v>58.201312799</c:v>
                      </c:pt>
                      <c:pt idx="143">
                        <c:v>48.854265663</c:v>
                      </c:pt>
                      <c:pt idx="144">
                        <c:v>35.724589299000002</c:v>
                      </c:pt>
                      <c:pt idx="145">
                        <c:v>22.438272635000001</c:v>
                      </c:pt>
                      <c:pt idx="146">
                        <c:v>13.591619409</c:v>
                      </c:pt>
                      <c:pt idx="147">
                        <c:v>8.4197947210000006</c:v>
                      </c:pt>
                      <c:pt idx="148">
                        <c:v>6.8071480160000002</c:v>
                      </c:pt>
                      <c:pt idx="149">
                        <c:v>9.1371463570000007</c:v>
                      </c:pt>
                      <c:pt idx="150">
                        <c:v>18.990178184000001</c:v>
                      </c:pt>
                      <c:pt idx="151">
                        <c:v>25.964259717000001</c:v>
                      </c:pt>
                      <c:pt idx="152">
                        <c:v>30.144146517999999</c:v>
                      </c:pt>
                      <c:pt idx="153">
                        <c:v>32.585250342000002</c:v>
                      </c:pt>
                      <c:pt idx="154">
                        <c:v>35.238019418</c:v>
                      </c:pt>
                      <c:pt idx="155">
                        <c:v>38.890050451999997</c:v>
                      </c:pt>
                      <c:pt idx="156">
                        <c:v>41.582183946999997</c:v>
                      </c:pt>
                      <c:pt idx="157">
                        <c:v>46.31964576</c:v>
                      </c:pt>
                      <c:pt idx="158">
                        <c:v>46.349583891999998</c:v>
                      </c:pt>
                      <c:pt idx="159">
                        <c:v>44.266361699999997</c:v>
                      </c:pt>
                      <c:pt idx="160">
                        <c:v>41.508391803000002</c:v>
                      </c:pt>
                      <c:pt idx="161">
                        <c:v>41.923121279</c:v>
                      </c:pt>
                      <c:pt idx="162">
                        <c:v>41.213178372999998</c:v>
                      </c:pt>
                      <c:pt idx="163">
                        <c:v>47.368029507999999</c:v>
                      </c:pt>
                      <c:pt idx="164">
                        <c:v>52.508478273999998</c:v>
                      </c:pt>
                      <c:pt idx="165">
                        <c:v>58.804350049</c:v>
                      </c:pt>
                      <c:pt idx="166">
                        <c:v>58.107254892999997</c:v>
                      </c:pt>
                      <c:pt idx="167">
                        <c:v>48.671694891000001</c:v>
                      </c:pt>
                      <c:pt idx="168">
                        <c:v>34.483721072000002</c:v>
                      </c:pt>
                      <c:pt idx="169">
                        <c:v>21.557368466</c:v>
                      </c:pt>
                      <c:pt idx="170">
                        <c:v>13.035114610999999</c:v>
                      </c:pt>
                      <c:pt idx="171">
                        <c:v>8.5690845020000008</c:v>
                      </c:pt>
                      <c:pt idx="172">
                        <c:v>7.087909088</c:v>
                      </c:pt>
                      <c:pt idx="173">
                        <c:v>9.4814126250000008</c:v>
                      </c:pt>
                      <c:pt idx="174">
                        <c:v>19.434696853999998</c:v>
                      </c:pt>
                      <c:pt idx="175">
                        <c:v>27.073434505000002</c:v>
                      </c:pt>
                      <c:pt idx="176">
                        <c:v>32.638431453999999</c:v>
                      </c:pt>
                      <c:pt idx="177">
                        <c:v>35.867857460000003</c:v>
                      </c:pt>
                      <c:pt idx="178">
                        <c:v>37.261450721000003</c:v>
                      </c:pt>
                      <c:pt idx="179">
                        <c:v>39.996290969</c:v>
                      </c:pt>
                      <c:pt idx="180">
                        <c:v>43.058406937999997</c:v>
                      </c:pt>
                      <c:pt idx="181">
                        <c:v>47.933424115999998</c:v>
                      </c:pt>
                      <c:pt idx="182">
                        <c:v>47.679359562000002</c:v>
                      </c:pt>
                      <c:pt idx="183">
                        <c:v>45.010293073</c:v>
                      </c:pt>
                      <c:pt idx="184">
                        <c:v>41.987444668000002</c:v>
                      </c:pt>
                      <c:pt idx="185">
                        <c:v>41.848584273999997</c:v>
                      </c:pt>
                      <c:pt idx="186">
                        <c:v>41.677562602999998</c:v>
                      </c:pt>
                      <c:pt idx="187">
                        <c:v>48.313458310000001</c:v>
                      </c:pt>
                      <c:pt idx="188">
                        <c:v>53.075233431000001</c:v>
                      </c:pt>
                      <c:pt idx="189">
                        <c:v>58.995830273000003</c:v>
                      </c:pt>
                      <c:pt idx="190">
                        <c:v>59.302937012999998</c:v>
                      </c:pt>
                      <c:pt idx="191">
                        <c:v>52.174006525999999</c:v>
                      </c:pt>
                      <c:pt idx="192">
                        <c:v>39.472688406000003</c:v>
                      </c:pt>
                      <c:pt idx="193">
                        <c:v>26.006908274000001</c:v>
                      </c:pt>
                      <c:pt idx="194">
                        <c:v>16.034541770000001</c:v>
                      </c:pt>
                      <c:pt idx="195">
                        <c:v>10.357585324</c:v>
                      </c:pt>
                      <c:pt idx="196">
                        <c:v>7.7720239490000003</c:v>
                      </c:pt>
                      <c:pt idx="197">
                        <c:v>9.0753779619999992</c:v>
                      </c:pt>
                      <c:pt idx="198">
                        <c:v>17.585814326000001</c:v>
                      </c:pt>
                      <c:pt idx="199">
                        <c:v>24.263659271000002</c:v>
                      </c:pt>
                      <c:pt idx="200">
                        <c:v>30.243892820999999</c:v>
                      </c:pt>
                      <c:pt idx="201">
                        <c:v>34.935947585999998</c:v>
                      </c:pt>
                      <c:pt idx="202">
                        <c:v>39.454589151</c:v>
                      </c:pt>
                      <c:pt idx="203">
                        <c:v>43.848037636000001</c:v>
                      </c:pt>
                      <c:pt idx="204">
                        <c:v>44.924431740999999</c:v>
                      </c:pt>
                      <c:pt idx="205">
                        <c:v>46.734348203000003</c:v>
                      </c:pt>
                      <c:pt idx="206">
                        <c:v>53.234218011999999</c:v>
                      </c:pt>
                      <c:pt idx="207">
                        <c:v>49.164590490999998</c:v>
                      </c:pt>
                      <c:pt idx="208">
                        <c:v>44.622998582000001</c:v>
                      </c:pt>
                      <c:pt idx="209">
                        <c:v>43.642861504000003</c:v>
                      </c:pt>
                      <c:pt idx="210">
                        <c:v>43.007803215999999</c:v>
                      </c:pt>
                      <c:pt idx="211">
                        <c:v>49.832095973999998</c:v>
                      </c:pt>
                      <c:pt idx="212">
                        <c:v>55.039173204000001</c:v>
                      </c:pt>
                      <c:pt idx="213">
                        <c:v>60.988690435999999</c:v>
                      </c:pt>
                      <c:pt idx="214">
                        <c:v>61.258853635000001</c:v>
                      </c:pt>
                      <c:pt idx="215">
                        <c:v>53.251277670999997</c:v>
                      </c:pt>
                      <c:pt idx="216">
                        <c:v>40.008469462000001</c:v>
                      </c:pt>
                      <c:pt idx="217">
                        <c:v>26.034326013000001</c:v>
                      </c:pt>
                      <c:pt idx="218">
                        <c:v>15.971266034999999</c:v>
                      </c:pt>
                      <c:pt idx="219">
                        <c:v>10.168251257</c:v>
                      </c:pt>
                      <c:pt idx="220">
                        <c:v>7.5377471700000003</c:v>
                      </c:pt>
                      <c:pt idx="221">
                        <c:v>9.2903017049999992</c:v>
                      </c:pt>
                      <c:pt idx="222">
                        <c:v>18.465455995999999</c:v>
                      </c:pt>
                      <c:pt idx="223">
                        <c:v>25.856940283</c:v>
                      </c:pt>
                      <c:pt idx="224">
                        <c:v>31.032866005999999</c:v>
                      </c:pt>
                      <c:pt idx="225">
                        <c:v>34.045136831000001</c:v>
                      </c:pt>
                      <c:pt idx="226">
                        <c:v>37.297993568999999</c:v>
                      </c:pt>
                      <c:pt idx="227">
                        <c:v>40.861797629999998</c:v>
                      </c:pt>
                      <c:pt idx="228">
                        <c:v>43.143335077000003</c:v>
                      </c:pt>
                      <c:pt idx="229">
                        <c:v>48.725503308999997</c:v>
                      </c:pt>
                      <c:pt idx="230">
                        <c:v>50.330582610999997</c:v>
                      </c:pt>
                      <c:pt idx="231">
                        <c:v>47.214074414999999</c:v>
                      </c:pt>
                      <c:pt idx="232">
                        <c:v>43.020726875999998</c:v>
                      </c:pt>
                      <c:pt idx="233">
                        <c:v>42.820550077</c:v>
                      </c:pt>
                      <c:pt idx="234">
                        <c:v>42.826216058999997</c:v>
                      </c:pt>
                      <c:pt idx="235">
                        <c:v>48.968120454000001</c:v>
                      </c:pt>
                      <c:pt idx="236">
                        <c:v>55.177316501</c:v>
                      </c:pt>
                      <c:pt idx="237">
                        <c:v>61.332317961999998</c:v>
                      </c:pt>
                      <c:pt idx="238">
                        <c:v>59.227807058000003</c:v>
                      </c:pt>
                      <c:pt idx="239">
                        <c:v>49.629473849</c:v>
                      </c:pt>
                      <c:pt idx="240">
                        <c:v>35.013623389000003</c:v>
                      </c:pt>
                      <c:pt idx="241">
                        <c:v>22.105179404000001</c:v>
                      </c:pt>
                      <c:pt idx="242">
                        <c:v>13.251687217000001</c:v>
                      </c:pt>
                      <c:pt idx="243">
                        <c:v>8.7311226879999992</c:v>
                      </c:pt>
                      <c:pt idx="244">
                        <c:v>7.1125169599999998</c:v>
                      </c:pt>
                      <c:pt idx="245">
                        <c:v>8.9292600849999992</c:v>
                      </c:pt>
                      <c:pt idx="246">
                        <c:v>18.757116656000001</c:v>
                      </c:pt>
                      <c:pt idx="247">
                        <c:v>25.501642489000002</c:v>
                      </c:pt>
                      <c:pt idx="248">
                        <c:v>30.25797725</c:v>
                      </c:pt>
                      <c:pt idx="249">
                        <c:v>32.163733798999999</c:v>
                      </c:pt>
                      <c:pt idx="250">
                        <c:v>34.809182599000003</c:v>
                      </c:pt>
                      <c:pt idx="251">
                        <c:v>38.324199759000003</c:v>
                      </c:pt>
                      <c:pt idx="252">
                        <c:v>41.702038676999997</c:v>
                      </c:pt>
                      <c:pt idx="253">
                        <c:v>46.132632297000001</c:v>
                      </c:pt>
                      <c:pt idx="254">
                        <c:v>46.146071644999999</c:v>
                      </c:pt>
                      <c:pt idx="255">
                        <c:v>44.048848816000003</c:v>
                      </c:pt>
                      <c:pt idx="256">
                        <c:v>41.858690154999998</c:v>
                      </c:pt>
                      <c:pt idx="257">
                        <c:v>43.187426389000002</c:v>
                      </c:pt>
                      <c:pt idx="258">
                        <c:v>43.024178122000002</c:v>
                      </c:pt>
                      <c:pt idx="259">
                        <c:v>48.671102572999999</c:v>
                      </c:pt>
                      <c:pt idx="260">
                        <c:v>54.035235503000003</c:v>
                      </c:pt>
                      <c:pt idx="261">
                        <c:v>59.882857731999998</c:v>
                      </c:pt>
                      <c:pt idx="262">
                        <c:v>58.208515560000002</c:v>
                      </c:pt>
                      <c:pt idx="263">
                        <c:v>47.519012285999999</c:v>
                      </c:pt>
                      <c:pt idx="264">
                        <c:v>34.610430647000001</c:v>
                      </c:pt>
                      <c:pt idx="265">
                        <c:v>21.601961720999999</c:v>
                      </c:pt>
                      <c:pt idx="266">
                        <c:v>12.904582228000001</c:v>
                      </c:pt>
                      <c:pt idx="267">
                        <c:v>8.4657741919999996</c:v>
                      </c:pt>
                      <c:pt idx="268">
                        <c:v>6.9333897100000002</c:v>
                      </c:pt>
                      <c:pt idx="269">
                        <c:v>8.9691164309999998</c:v>
                      </c:pt>
                      <c:pt idx="270">
                        <c:v>19.248008135999999</c:v>
                      </c:pt>
                      <c:pt idx="271">
                        <c:v>26.385792025000001</c:v>
                      </c:pt>
                      <c:pt idx="272">
                        <c:v>30.650562131000001</c:v>
                      </c:pt>
                      <c:pt idx="273">
                        <c:v>32.582973267</c:v>
                      </c:pt>
                      <c:pt idx="274">
                        <c:v>35.290887198</c:v>
                      </c:pt>
                      <c:pt idx="275">
                        <c:v>38.905718245000003</c:v>
                      </c:pt>
                      <c:pt idx="276">
                        <c:v>42.183822941999999</c:v>
                      </c:pt>
                      <c:pt idx="277">
                        <c:v>46.500473884000002</c:v>
                      </c:pt>
                      <c:pt idx="278">
                        <c:v>46.115604838000003</c:v>
                      </c:pt>
                      <c:pt idx="279">
                        <c:v>43.919391109999999</c:v>
                      </c:pt>
                      <c:pt idx="280">
                        <c:v>42.290589052000001</c:v>
                      </c:pt>
                      <c:pt idx="281">
                        <c:v>42.864403750000001</c:v>
                      </c:pt>
                      <c:pt idx="282">
                        <c:v>42.752588848999999</c:v>
                      </c:pt>
                      <c:pt idx="283">
                        <c:v>49.119602829999998</c:v>
                      </c:pt>
                      <c:pt idx="284">
                        <c:v>54.961020075</c:v>
                      </c:pt>
                      <c:pt idx="285">
                        <c:v>60.388418553999998</c:v>
                      </c:pt>
                      <c:pt idx="286">
                        <c:v>57.678651666999997</c:v>
                      </c:pt>
                      <c:pt idx="287">
                        <c:v>47.440903323000001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6-6C6F-49E4-8F59-330269BCC199}"/>
                  </c:ext>
                </c:extLst>
              </c15:ser>
            </c15:filteredLineSeries>
            <c15:filteredLineSeries>
              <c15:ser>
                <c:idx val="17"/>
                <c:order val="1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12-10-2026'!$S$1</c15:sqref>
                        </c15:formulaRef>
                      </c:ext>
                    </c:extLst>
                    <c:strCache>
                      <c:ptCount val="1"/>
                      <c:pt idx="0">
                        <c:v>OUG-DGW2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12-10-2026'!$S$2:$S$289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33.479881802000001</c:v>
                      </c:pt>
                      <c:pt idx="1">
                        <c:v>21.140875941000001</c:v>
                      </c:pt>
                      <c:pt idx="2">
                        <c:v>12.510054987</c:v>
                      </c:pt>
                      <c:pt idx="3">
                        <c:v>8.0123930330000004</c:v>
                      </c:pt>
                      <c:pt idx="4">
                        <c:v>6.3311448549999998</c:v>
                      </c:pt>
                      <c:pt idx="5">
                        <c:v>8.3718015870000002</c:v>
                      </c:pt>
                      <c:pt idx="6">
                        <c:v>17.021860775</c:v>
                      </c:pt>
                      <c:pt idx="7">
                        <c:v>23.464477438999999</c:v>
                      </c:pt>
                      <c:pt idx="8">
                        <c:v>28.035748276</c:v>
                      </c:pt>
                      <c:pt idx="9">
                        <c:v>30.386969873999998</c:v>
                      </c:pt>
                      <c:pt idx="10">
                        <c:v>33.482997795999999</c:v>
                      </c:pt>
                      <c:pt idx="11">
                        <c:v>36.939528777</c:v>
                      </c:pt>
                      <c:pt idx="12">
                        <c:v>39.824555728999997</c:v>
                      </c:pt>
                      <c:pt idx="13">
                        <c:v>44.126798055999998</c:v>
                      </c:pt>
                      <c:pt idx="14">
                        <c:v>44.503542838999998</c:v>
                      </c:pt>
                      <c:pt idx="15">
                        <c:v>42.446835806000003</c:v>
                      </c:pt>
                      <c:pt idx="16">
                        <c:v>38.992562296999999</c:v>
                      </c:pt>
                      <c:pt idx="17">
                        <c:v>39.581287885999998</c:v>
                      </c:pt>
                      <c:pt idx="18">
                        <c:v>38.603347120999999</c:v>
                      </c:pt>
                      <c:pt idx="19">
                        <c:v>44.382459011999998</c:v>
                      </c:pt>
                      <c:pt idx="20">
                        <c:v>48.701936947999997</c:v>
                      </c:pt>
                      <c:pt idx="21">
                        <c:v>54.628656053999997</c:v>
                      </c:pt>
                      <c:pt idx="22">
                        <c:v>54.813888720999998</c:v>
                      </c:pt>
                      <c:pt idx="23">
                        <c:v>48.238536412999999</c:v>
                      </c:pt>
                      <c:pt idx="24">
                        <c:v>36.668999210000003</c:v>
                      </c:pt>
                      <c:pt idx="25">
                        <c:v>24.384899803</c:v>
                      </c:pt>
                      <c:pt idx="26">
                        <c:v>15.244994398999999</c:v>
                      </c:pt>
                      <c:pt idx="27">
                        <c:v>9.6225679300000007</c:v>
                      </c:pt>
                      <c:pt idx="28">
                        <c:v>6.9358751180000002</c:v>
                      </c:pt>
                      <c:pt idx="29">
                        <c:v>8.2242878069999996</c:v>
                      </c:pt>
                      <c:pt idx="30">
                        <c:v>15.494440166</c:v>
                      </c:pt>
                      <c:pt idx="31">
                        <c:v>21.413316278</c:v>
                      </c:pt>
                      <c:pt idx="32">
                        <c:v>27.183580753000001</c:v>
                      </c:pt>
                      <c:pt idx="33">
                        <c:v>32.164288902000003</c:v>
                      </c:pt>
                      <c:pt idx="34">
                        <c:v>36.563844408999998</c:v>
                      </c:pt>
                      <c:pt idx="35">
                        <c:v>40.646938208000002</c:v>
                      </c:pt>
                      <c:pt idx="36">
                        <c:v>41.295099688000001</c:v>
                      </c:pt>
                      <c:pt idx="37">
                        <c:v>42.652054116999999</c:v>
                      </c:pt>
                      <c:pt idx="38">
                        <c:v>49.363988519999999</c:v>
                      </c:pt>
                      <c:pt idx="39">
                        <c:v>45.950505126000003</c:v>
                      </c:pt>
                      <c:pt idx="40">
                        <c:v>40.616554287</c:v>
                      </c:pt>
                      <c:pt idx="41">
                        <c:v>40.223604940000001</c:v>
                      </c:pt>
                      <c:pt idx="42">
                        <c:v>39.302534141000002</c:v>
                      </c:pt>
                      <c:pt idx="43">
                        <c:v>45.629075168</c:v>
                      </c:pt>
                      <c:pt idx="44">
                        <c:v>50.614011380000001</c:v>
                      </c:pt>
                      <c:pt idx="45">
                        <c:v>56.906698400000003</c:v>
                      </c:pt>
                      <c:pt idx="46">
                        <c:v>56.241100572000001</c:v>
                      </c:pt>
                      <c:pt idx="47">
                        <c:v>49.329630872999999</c:v>
                      </c:pt>
                      <c:pt idx="48">
                        <c:v>37.505162065</c:v>
                      </c:pt>
                      <c:pt idx="49">
                        <c:v>24.896130963000001</c:v>
                      </c:pt>
                      <c:pt idx="50">
                        <c:v>15.070255013000001</c:v>
                      </c:pt>
                      <c:pt idx="51">
                        <c:v>9.3672479719999995</c:v>
                      </c:pt>
                      <c:pt idx="52">
                        <c:v>6.9256905309999999</c:v>
                      </c:pt>
                      <c:pt idx="53">
                        <c:v>8.4083310450000006</c:v>
                      </c:pt>
                      <c:pt idx="54">
                        <c:v>16.017077332</c:v>
                      </c:pt>
                      <c:pt idx="55">
                        <c:v>22.343406081000001</c:v>
                      </c:pt>
                      <c:pt idx="56">
                        <c:v>27.665819591999998</c:v>
                      </c:pt>
                      <c:pt idx="57">
                        <c:v>31.056911981999999</c:v>
                      </c:pt>
                      <c:pt idx="58">
                        <c:v>34.478706932999998</c:v>
                      </c:pt>
                      <c:pt idx="59">
                        <c:v>37.794882684999997</c:v>
                      </c:pt>
                      <c:pt idx="60">
                        <c:v>39.888489471</c:v>
                      </c:pt>
                      <c:pt idx="61">
                        <c:v>44.716144188999998</c:v>
                      </c:pt>
                      <c:pt idx="62">
                        <c:v>46.326041422999999</c:v>
                      </c:pt>
                      <c:pt idx="63">
                        <c:v>43.903615821999999</c:v>
                      </c:pt>
                      <c:pt idx="64">
                        <c:v>39.484175864000001</c:v>
                      </c:pt>
                      <c:pt idx="65">
                        <c:v>39.369882574999998</c:v>
                      </c:pt>
                      <c:pt idx="66">
                        <c:v>37.860983941999997</c:v>
                      </c:pt>
                      <c:pt idx="67">
                        <c:v>43.949117551999997</c:v>
                      </c:pt>
                      <c:pt idx="68">
                        <c:v>48.988015681999997</c:v>
                      </c:pt>
                      <c:pt idx="69">
                        <c:v>54.854925796000003</c:v>
                      </c:pt>
                      <c:pt idx="70">
                        <c:v>54.129109511999999</c:v>
                      </c:pt>
                      <c:pt idx="71">
                        <c:v>46.221311448999998</c:v>
                      </c:pt>
                      <c:pt idx="72">
                        <c:v>33.329512479000002</c:v>
                      </c:pt>
                      <c:pt idx="73">
                        <c:v>20.591893111000001</c:v>
                      </c:pt>
                      <c:pt idx="74">
                        <c:v>12.169199865</c:v>
                      </c:pt>
                      <c:pt idx="75">
                        <c:v>7.7543809469999996</c:v>
                      </c:pt>
                      <c:pt idx="76">
                        <c:v>6.1796389349999998</c:v>
                      </c:pt>
                      <c:pt idx="77">
                        <c:v>8.1480531240000005</c:v>
                      </c:pt>
                      <c:pt idx="78">
                        <c:v>16.394256072000001</c:v>
                      </c:pt>
                      <c:pt idx="79">
                        <c:v>22.535007197999999</c:v>
                      </c:pt>
                      <c:pt idx="80">
                        <c:v>26.834922494000001</c:v>
                      </c:pt>
                      <c:pt idx="81">
                        <c:v>29.313939123000001</c:v>
                      </c:pt>
                      <c:pt idx="82">
                        <c:v>32.228373927</c:v>
                      </c:pt>
                      <c:pt idx="83">
                        <c:v>35.740692611999997</c:v>
                      </c:pt>
                      <c:pt idx="84">
                        <c:v>38.322971553000002</c:v>
                      </c:pt>
                      <c:pt idx="85">
                        <c:v>42.586282386999997</c:v>
                      </c:pt>
                      <c:pt idx="86">
                        <c:v>42.612796435</c:v>
                      </c:pt>
                      <c:pt idx="87">
                        <c:v>40.319745685999997</c:v>
                      </c:pt>
                      <c:pt idx="88">
                        <c:v>37.801854904999999</c:v>
                      </c:pt>
                      <c:pt idx="89">
                        <c:v>38.313001886999999</c:v>
                      </c:pt>
                      <c:pt idx="90">
                        <c:v>37.504139512000002</c:v>
                      </c:pt>
                      <c:pt idx="91">
                        <c:v>43.608712144000002</c:v>
                      </c:pt>
                      <c:pt idx="92">
                        <c:v>48.850359066999999</c:v>
                      </c:pt>
                      <c:pt idx="93">
                        <c:v>54.717023963999999</c:v>
                      </c:pt>
                      <c:pt idx="94">
                        <c:v>53.505034242999997</c:v>
                      </c:pt>
                      <c:pt idx="95">
                        <c:v>44.591171711000001</c:v>
                      </c:pt>
                      <c:pt idx="96">
                        <c:v>31.286260087999999</c:v>
                      </c:pt>
                      <c:pt idx="97">
                        <c:v>19.295407211000001</c:v>
                      </c:pt>
                      <c:pt idx="98">
                        <c:v>11.434801829</c:v>
                      </c:pt>
                      <c:pt idx="99">
                        <c:v>7.4211887010000002</c:v>
                      </c:pt>
                      <c:pt idx="100">
                        <c:v>6.0850765569999998</c:v>
                      </c:pt>
                      <c:pt idx="101">
                        <c:v>8.0370526279999996</c:v>
                      </c:pt>
                      <c:pt idx="102">
                        <c:v>16.608296471999999</c:v>
                      </c:pt>
                      <c:pt idx="103">
                        <c:v>22.842055962</c:v>
                      </c:pt>
                      <c:pt idx="104">
                        <c:v>27.086887016999999</c:v>
                      </c:pt>
                      <c:pt idx="105">
                        <c:v>29.570966382999998</c:v>
                      </c:pt>
                      <c:pt idx="106">
                        <c:v>32.271662775000003</c:v>
                      </c:pt>
                      <c:pt idx="107">
                        <c:v>36.078276737000003</c:v>
                      </c:pt>
                      <c:pt idx="108">
                        <c:v>38.582708150999999</c:v>
                      </c:pt>
                      <c:pt idx="109">
                        <c:v>42.820687827</c:v>
                      </c:pt>
                      <c:pt idx="110">
                        <c:v>42.632157268</c:v>
                      </c:pt>
                      <c:pt idx="111">
                        <c:v>40.227491784000001</c:v>
                      </c:pt>
                      <c:pt idx="112">
                        <c:v>37.715484173</c:v>
                      </c:pt>
                      <c:pt idx="113">
                        <c:v>38.438918606999998</c:v>
                      </c:pt>
                      <c:pt idx="114">
                        <c:v>37.670221183999999</c:v>
                      </c:pt>
                      <c:pt idx="115">
                        <c:v>44.008051125000001</c:v>
                      </c:pt>
                      <c:pt idx="116">
                        <c:v>49.300843753999999</c:v>
                      </c:pt>
                      <c:pt idx="117">
                        <c:v>55.72110387</c:v>
                      </c:pt>
                      <c:pt idx="118">
                        <c:v>54.024362932999999</c:v>
                      </c:pt>
                      <c:pt idx="119">
                        <c:v>45.267751253999997</c:v>
                      </c:pt>
                      <c:pt idx="120">
                        <c:v>31.835000551</c:v>
                      </c:pt>
                      <c:pt idx="121">
                        <c:v>19.475900331999998</c:v>
                      </c:pt>
                      <c:pt idx="122">
                        <c:v>11.506385327</c:v>
                      </c:pt>
                      <c:pt idx="123">
                        <c:v>7.3794109389999996</c:v>
                      </c:pt>
                      <c:pt idx="124">
                        <c:v>6.0033605699999999</c:v>
                      </c:pt>
                      <c:pt idx="125">
                        <c:v>8.0432359200000008</c:v>
                      </c:pt>
                      <c:pt idx="126">
                        <c:v>16.763598180999999</c:v>
                      </c:pt>
                      <c:pt idx="127">
                        <c:v>23.14716065</c:v>
                      </c:pt>
                      <c:pt idx="128">
                        <c:v>27.449773151999999</c:v>
                      </c:pt>
                      <c:pt idx="129">
                        <c:v>29.894102424</c:v>
                      </c:pt>
                      <c:pt idx="130">
                        <c:v>32.834167985000001</c:v>
                      </c:pt>
                      <c:pt idx="131">
                        <c:v>36.109470743000003</c:v>
                      </c:pt>
                      <c:pt idx="132">
                        <c:v>39.455454488999997</c:v>
                      </c:pt>
                      <c:pt idx="133">
                        <c:v>44.654337122999998</c:v>
                      </c:pt>
                      <c:pt idx="134">
                        <c:v>44.838833995999998</c:v>
                      </c:pt>
                      <c:pt idx="135">
                        <c:v>42.343303972999998</c:v>
                      </c:pt>
                      <c:pt idx="136">
                        <c:v>38.090656043999999</c:v>
                      </c:pt>
                      <c:pt idx="137">
                        <c:v>38.486037564999997</c:v>
                      </c:pt>
                      <c:pt idx="138">
                        <c:v>40.995255919999998</c:v>
                      </c:pt>
                      <c:pt idx="139">
                        <c:v>47.295621261000001</c:v>
                      </c:pt>
                      <c:pt idx="140">
                        <c:v>49.999201573000001</c:v>
                      </c:pt>
                      <c:pt idx="141">
                        <c:v>55.688270089</c:v>
                      </c:pt>
                      <c:pt idx="142">
                        <c:v>54.269989885999998</c:v>
                      </c:pt>
                      <c:pt idx="143">
                        <c:v>45.363287118999999</c:v>
                      </c:pt>
                      <c:pt idx="144">
                        <c:v>33.022659097000002</c:v>
                      </c:pt>
                      <c:pt idx="145">
                        <c:v>20.754308378000001</c:v>
                      </c:pt>
                      <c:pt idx="146">
                        <c:v>12.476424796</c:v>
                      </c:pt>
                      <c:pt idx="147">
                        <c:v>7.7289848609999998</c:v>
                      </c:pt>
                      <c:pt idx="148">
                        <c:v>6.144949306</c:v>
                      </c:pt>
                      <c:pt idx="149">
                        <c:v>8.1028353030000009</c:v>
                      </c:pt>
                      <c:pt idx="150">
                        <c:v>17.232680657</c:v>
                      </c:pt>
                      <c:pt idx="151">
                        <c:v>23.501254177</c:v>
                      </c:pt>
                      <c:pt idx="152">
                        <c:v>27.619163027999999</c:v>
                      </c:pt>
                      <c:pt idx="153">
                        <c:v>30.022565458999999</c:v>
                      </c:pt>
                      <c:pt idx="154">
                        <c:v>32.808023267000003</c:v>
                      </c:pt>
                      <c:pt idx="155">
                        <c:v>36.462438822000003</c:v>
                      </c:pt>
                      <c:pt idx="156">
                        <c:v>38.914644776000003</c:v>
                      </c:pt>
                      <c:pt idx="157">
                        <c:v>43.027398382000001</c:v>
                      </c:pt>
                      <c:pt idx="158">
                        <c:v>42.954540797999996</c:v>
                      </c:pt>
                      <c:pt idx="159">
                        <c:v>41.097703723000002</c:v>
                      </c:pt>
                      <c:pt idx="160">
                        <c:v>38.785395354000002</c:v>
                      </c:pt>
                      <c:pt idx="161">
                        <c:v>39.219626714999997</c:v>
                      </c:pt>
                      <c:pt idx="162">
                        <c:v>38.285728792999997</c:v>
                      </c:pt>
                      <c:pt idx="163">
                        <c:v>44.126147537000001</c:v>
                      </c:pt>
                      <c:pt idx="164">
                        <c:v>48.974976058000003</c:v>
                      </c:pt>
                      <c:pt idx="165">
                        <c:v>54.744572169999998</c:v>
                      </c:pt>
                      <c:pt idx="166">
                        <c:v>53.831127414000001</c:v>
                      </c:pt>
                      <c:pt idx="167">
                        <c:v>45.238843232999997</c:v>
                      </c:pt>
                      <c:pt idx="168">
                        <c:v>32.021890775000003</c:v>
                      </c:pt>
                      <c:pt idx="169">
                        <c:v>19.848481502999999</c:v>
                      </c:pt>
                      <c:pt idx="170">
                        <c:v>11.980638265</c:v>
                      </c:pt>
                      <c:pt idx="171">
                        <c:v>7.7999502679999999</c:v>
                      </c:pt>
                      <c:pt idx="172">
                        <c:v>6.353277522</c:v>
                      </c:pt>
                      <c:pt idx="173">
                        <c:v>8.252935184</c:v>
                      </c:pt>
                      <c:pt idx="174">
                        <c:v>17.479175069</c:v>
                      </c:pt>
                      <c:pt idx="175">
                        <c:v>24.655049087999998</c:v>
                      </c:pt>
                      <c:pt idx="176">
                        <c:v>29.88199217</c:v>
                      </c:pt>
                      <c:pt idx="177">
                        <c:v>33.321580206999997</c:v>
                      </c:pt>
                      <c:pt idx="178">
                        <c:v>34.956905069999998</c:v>
                      </c:pt>
                      <c:pt idx="179">
                        <c:v>37.515407809000003</c:v>
                      </c:pt>
                      <c:pt idx="180">
                        <c:v>40.245628683</c:v>
                      </c:pt>
                      <c:pt idx="181">
                        <c:v>44.567583186999997</c:v>
                      </c:pt>
                      <c:pt idx="182">
                        <c:v>44.279263950000001</c:v>
                      </c:pt>
                      <c:pt idx="183">
                        <c:v>41.789168509</c:v>
                      </c:pt>
                      <c:pt idx="184">
                        <c:v>39.386999379999999</c:v>
                      </c:pt>
                      <c:pt idx="185">
                        <c:v>39.434150008000003</c:v>
                      </c:pt>
                      <c:pt idx="186">
                        <c:v>39.302498501999999</c:v>
                      </c:pt>
                      <c:pt idx="187">
                        <c:v>45.719176949000001</c:v>
                      </c:pt>
                      <c:pt idx="188">
                        <c:v>50.018904227</c:v>
                      </c:pt>
                      <c:pt idx="189">
                        <c:v>55.371516323000002</c:v>
                      </c:pt>
                      <c:pt idx="190">
                        <c:v>55.150255829999999</c:v>
                      </c:pt>
                      <c:pt idx="191">
                        <c:v>48.259836667999998</c:v>
                      </c:pt>
                      <c:pt idx="192">
                        <c:v>36.376299252999999</c:v>
                      </c:pt>
                      <c:pt idx="193">
                        <c:v>23.946469599</c:v>
                      </c:pt>
                      <c:pt idx="194">
                        <c:v>14.592016204</c:v>
                      </c:pt>
                      <c:pt idx="195">
                        <c:v>9.4703500730000005</c:v>
                      </c:pt>
                      <c:pt idx="196">
                        <c:v>7.110763918</c:v>
                      </c:pt>
                      <c:pt idx="197">
                        <c:v>8.1581428650000003</c:v>
                      </c:pt>
                      <c:pt idx="198">
                        <c:v>15.7411254</c:v>
                      </c:pt>
                      <c:pt idx="199">
                        <c:v>21.824975988999999</c:v>
                      </c:pt>
                      <c:pt idx="200">
                        <c:v>27.586037313999999</c:v>
                      </c:pt>
                      <c:pt idx="201">
                        <c:v>32.220900338</c:v>
                      </c:pt>
                      <c:pt idx="202">
                        <c:v>36.666068347</c:v>
                      </c:pt>
                      <c:pt idx="203">
                        <c:v>40.701963391</c:v>
                      </c:pt>
                      <c:pt idx="204">
                        <c:v>41.334062901999999</c:v>
                      </c:pt>
                      <c:pt idx="205">
                        <c:v>42.813759312000002</c:v>
                      </c:pt>
                      <c:pt idx="206">
                        <c:v>49.515180460000003</c:v>
                      </c:pt>
                      <c:pt idx="207">
                        <c:v>45.751547629999997</c:v>
                      </c:pt>
                      <c:pt idx="208">
                        <c:v>41.118633422000002</c:v>
                      </c:pt>
                      <c:pt idx="209">
                        <c:v>40.928933909999998</c:v>
                      </c:pt>
                      <c:pt idx="210">
                        <c:v>40.170733226000003</c:v>
                      </c:pt>
                      <c:pt idx="211">
                        <c:v>46.591807934999999</c:v>
                      </c:pt>
                      <c:pt idx="212">
                        <c:v>51.659736334999998</c:v>
                      </c:pt>
                      <c:pt idx="213">
                        <c:v>57.004225271000003</c:v>
                      </c:pt>
                      <c:pt idx="214">
                        <c:v>56.860011553</c:v>
                      </c:pt>
                      <c:pt idx="215">
                        <c:v>49.253609547000003</c:v>
                      </c:pt>
                      <c:pt idx="216">
                        <c:v>36.750608995999997</c:v>
                      </c:pt>
                      <c:pt idx="217">
                        <c:v>23.918916274000001</c:v>
                      </c:pt>
                      <c:pt idx="218">
                        <c:v>14.811875405</c:v>
                      </c:pt>
                      <c:pt idx="219">
                        <c:v>9.3003123589999994</c:v>
                      </c:pt>
                      <c:pt idx="220">
                        <c:v>6.9872251270000003</c:v>
                      </c:pt>
                      <c:pt idx="221">
                        <c:v>8.1927975279999998</c:v>
                      </c:pt>
                      <c:pt idx="222">
                        <c:v>16.445840818000001</c:v>
                      </c:pt>
                      <c:pt idx="223">
                        <c:v>23.070324228</c:v>
                      </c:pt>
                      <c:pt idx="224">
                        <c:v>28.257719413</c:v>
                      </c:pt>
                      <c:pt idx="225">
                        <c:v>31.696701274999999</c:v>
                      </c:pt>
                      <c:pt idx="226">
                        <c:v>34.786316571</c:v>
                      </c:pt>
                      <c:pt idx="227">
                        <c:v>38.165924873000002</c:v>
                      </c:pt>
                      <c:pt idx="228">
                        <c:v>40.286243974999998</c:v>
                      </c:pt>
                      <c:pt idx="229">
                        <c:v>44.949086311999999</c:v>
                      </c:pt>
                      <c:pt idx="230">
                        <c:v>46.301170632999998</c:v>
                      </c:pt>
                      <c:pt idx="231">
                        <c:v>43.513592367999998</c:v>
                      </c:pt>
                      <c:pt idx="232">
                        <c:v>39.739565360999997</c:v>
                      </c:pt>
                      <c:pt idx="233">
                        <c:v>40.037342719999998</c:v>
                      </c:pt>
                      <c:pt idx="234">
                        <c:v>39.855920265000002</c:v>
                      </c:pt>
                      <c:pt idx="235">
                        <c:v>45.654837266999998</c:v>
                      </c:pt>
                      <c:pt idx="236">
                        <c:v>51.433351129999998</c:v>
                      </c:pt>
                      <c:pt idx="237">
                        <c:v>57.048879135999996</c:v>
                      </c:pt>
                      <c:pt idx="238">
                        <c:v>54.855106024999998</c:v>
                      </c:pt>
                      <c:pt idx="239">
                        <c:v>45.722869807000002</c:v>
                      </c:pt>
                      <c:pt idx="240">
                        <c:v>32.312465068000002</c:v>
                      </c:pt>
                      <c:pt idx="241">
                        <c:v>20.042634248999999</c:v>
                      </c:pt>
                      <c:pt idx="242">
                        <c:v>12.098063288000001</c:v>
                      </c:pt>
                      <c:pt idx="243">
                        <c:v>7.9199248579999999</c:v>
                      </c:pt>
                      <c:pt idx="244">
                        <c:v>6.4221386870000003</c:v>
                      </c:pt>
                      <c:pt idx="245">
                        <c:v>8.0487305429999996</c:v>
                      </c:pt>
                      <c:pt idx="246">
                        <c:v>16.612281558999999</c:v>
                      </c:pt>
                      <c:pt idx="247">
                        <c:v>23.023436234999998</c:v>
                      </c:pt>
                      <c:pt idx="248">
                        <c:v>27.898862469000001</c:v>
                      </c:pt>
                      <c:pt idx="249">
                        <c:v>29.848641442000002</c:v>
                      </c:pt>
                      <c:pt idx="250">
                        <c:v>32.182262582</c:v>
                      </c:pt>
                      <c:pt idx="251">
                        <c:v>35.647978254999998</c:v>
                      </c:pt>
                      <c:pt idx="252">
                        <c:v>38.279579071000001</c:v>
                      </c:pt>
                      <c:pt idx="253">
                        <c:v>42.654104367000002</c:v>
                      </c:pt>
                      <c:pt idx="254">
                        <c:v>42.532672042000002</c:v>
                      </c:pt>
                      <c:pt idx="255">
                        <c:v>40.481969913</c:v>
                      </c:pt>
                      <c:pt idx="256">
                        <c:v>38.820726037</c:v>
                      </c:pt>
                      <c:pt idx="257">
                        <c:v>40.583612825000003</c:v>
                      </c:pt>
                      <c:pt idx="258">
                        <c:v>40.398389342999998</c:v>
                      </c:pt>
                      <c:pt idx="259">
                        <c:v>45.662923923000001</c:v>
                      </c:pt>
                      <c:pt idx="260">
                        <c:v>50.626818855000003</c:v>
                      </c:pt>
                      <c:pt idx="261">
                        <c:v>55.500778650000001</c:v>
                      </c:pt>
                      <c:pt idx="262">
                        <c:v>53.843312218000001</c:v>
                      </c:pt>
                      <c:pt idx="263">
                        <c:v>43.956750982000003</c:v>
                      </c:pt>
                      <c:pt idx="264">
                        <c:v>31.688611164000001</c:v>
                      </c:pt>
                      <c:pt idx="265">
                        <c:v>19.493210526999999</c:v>
                      </c:pt>
                      <c:pt idx="266">
                        <c:v>11.649647469</c:v>
                      </c:pt>
                      <c:pt idx="267">
                        <c:v>7.6777867249999998</c:v>
                      </c:pt>
                      <c:pt idx="268">
                        <c:v>6.1239973350000003</c:v>
                      </c:pt>
                      <c:pt idx="269">
                        <c:v>8.0287309209999993</c:v>
                      </c:pt>
                      <c:pt idx="270">
                        <c:v>17.332383702000001</c:v>
                      </c:pt>
                      <c:pt idx="271">
                        <c:v>23.8263113</c:v>
                      </c:pt>
                      <c:pt idx="272">
                        <c:v>28.143956264</c:v>
                      </c:pt>
                      <c:pt idx="273">
                        <c:v>30.267325450000001</c:v>
                      </c:pt>
                      <c:pt idx="274">
                        <c:v>32.831738598000001</c:v>
                      </c:pt>
                      <c:pt idx="275">
                        <c:v>36.44493164</c:v>
                      </c:pt>
                      <c:pt idx="276">
                        <c:v>38.948723993999998</c:v>
                      </c:pt>
                      <c:pt idx="277">
                        <c:v>43.249362503</c:v>
                      </c:pt>
                      <c:pt idx="278">
                        <c:v>42.646101541999997</c:v>
                      </c:pt>
                      <c:pt idx="279">
                        <c:v>40.620444622999997</c:v>
                      </c:pt>
                      <c:pt idx="280">
                        <c:v>39.127483617000003</c:v>
                      </c:pt>
                      <c:pt idx="281">
                        <c:v>40.017491372999999</c:v>
                      </c:pt>
                      <c:pt idx="282">
                        <c:v>39.759148373999999</c:v>
                      </c:pt>
                      <c:pt idx="283">
                        <c:v>46.160166426000004</c:v>
                      </c:pt>
                      <c:pt idx="284">
                        <c:v>51.378359834000001</c:v>
                      </c:pt>
                      <c:pt idx="285">
                        <c:v>56.132177384000002</c:v>
                      </c:pt>
                      <c:pt idx="286">
                        <c:v>53.400791224999999</c:v>
                      </c:pt>
                      <c:pt idx="287">
                        <c:v>43.872449259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7-6C6F-49E4-8F59-330269BCC199}"/>
                  </c:ext>
                </c:extLst>
              </c15:ser>
            </c15:filteredLineSeries>
            <c15:filteredLineSeries>
              <c15:ser>
                <c:idx val="18"/>
                <c:order val="1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12-10-2026'!$T$1</c15:sqref>
                        </c15:formulaRef>
                      </c:ext>
                    </c:extLst>
                    <c:strCache>
                      <c:ptCount val="1"/>
                      <c:pt idx="0">
                        <c:v>OUG-DGW2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12-10-2026'!$T$2:$T$289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2.889785732</c:v>
                      </c:pt>
                      <c:pt idx="1">
                        <c:v>1.824343641</c:v>
                      </c:pt>
                      <c:pt idx="2">
                        <c:v>1.172772049</c:v>
                      </c:pt>
                      <c:pt idx="3">
                        <c:v>0.83633789000000003</c:v>
                      </c:pt>
                      <c:pt idx="4">
                        <c:v>0.72436003800000004</c:v>
                      </c:pt>
                      <c:pt idx="5">
                        <c:v>1.0513302579999999</c:v>
                      </c:pt>
                      <c:pt idx="6">
                        <c:v>2.039321352</c:v>
                      </c:pt>
                      <c:pt idx="7">
                        <c:v>2.6320144480000001</c:v>
                      </c:pt>
                      <c:pt idx="8">
                        <c:v>2.7101147409999999</c:v>
                      </c:pt>
                      <c:pt idx="9">
                        <c:v>2.5725324070000002</c:v>
                      </c:pt>
                      <c:pt idx="10">
                        <c:v>2.5831187550000001</c:v>
                      </c:pt>
                      <c:pt idx="11">
                        <c:v>2.7699988630000001</c:v>
                      </c:pt>
                      <c:pt idx="12">
                        <c:v>3.1242633130000002</c:v>
                      </c:pt>
                      <c:pt idx="13">
                        <c:v>3.5846841380000001</c:v>
                      </c:pt>
                      <c:pt idx="14">
                        <c:v>3.7791789900000001</c:v>
                      </c:pt>
                      <c:pt idx="15">
                        <c:v>3.6840171320000001</c:v>
                      </c:pt>
                      <c:pt idx="16">
                        <c:v>3.1940335480000002</c:v>
                      </c:pt>
                      <c:pt idx="17">
                        <c:v>2.8507023440000001</c:v>
                      </c:pt>
                      <c:pt idx="18">
                        <c:v>2.8664076359999999</c:v>
                      </c:pt>
                      <c:pt idx="19">
                        <c:v>3.2049175999999999</c:v>
                      </c:pt>
                      <c:pt idx="20">
                        <c:v>3.487451745</c:v>
                      </c:pt>
                      <c:pt idx="21">
                        <c:v>4.007992765</c:v>
                      </c:pt>
                      <c:pt idx="22">
                        <c:v>4.3075517889999997</c:v>
                      </c:pt>
                      <c:pt idx="23">
                        <c:v>4.0044971709999997</c:v>
                      </c:pt>
                      <c:pt idx="24">
                        <c:v>3.1364754860000001</c:v>
                      </c:pt>
                      <c:pt idx="25">
                        <c:v>2.1540320940000002</c:v>
                      </c:pt>
                      <c:pt idx="26">
                        <c:v>1.371845298</c:v>
                      </c:pt>
                      <c:pt idx="27">
                        <c:v>0.94299759900000002</c:v>
                      </c:pt>
                      <c:pt idx="28">
                        <c:v>0.76479446799999995</c:v>
                      </c:pt>
                      <c:pt idx="29">
                        <c:v>0.99409276599999996</c:v>
                      </c:pt>
                      <c:pt idx="30">
                        <c:v>1.8633718939999999</c:v>
                      </c:pt>
                      <c:pt idx="31">
                        <c:v>2.5052615660000002</c:v>
                      </c:pt>
                      <c:pt idx="32">
                        <c:v>2.8336730339999998</c:v>
                      </c:pt>
                      <c:pt idx="33">
                        <c:v>2.935275904</c:v>
                      </c:pt>
                      <c:pt idx="34">
                        <c:v>2.9526826920000002</c:v>
                      </c:pt>
                      <c:pt idx="35">
                        <c:v>3.2425214000000002</c:v>
                      </c:pt>
                      <c:pt idx="36">
                        <c:v>3.5805210289999998</c:v>
                      </c:pt>
                      <c:pt idx="37">
                        <c:v>3.8437904459999999</c:v>
                      </c:pt>
                      <c:pt idx="38">
                        <c:v>4.2070946400000002</c:v>
                      </c:pt>
                      <c:pt idx="39">
                        <c:v>4.0255463420000002</c:v>
                      </c:pt>
                      <c:pt idx="40">
                        <c:v>3.4052057850000002</c:v>
                      </c:pt>
                      <c:pt idx="41">
                        <c:v>3.0291581509999999</c:v>
                      </c:pt>
                      <c:pt idx="42">
                        <c:v>3.0006363610000002</c:v>
                      </c:pt>
                      <c:pt idx="43">
                        <c:v>3.3436933780000002</c:v>
                      </c:pt>
                      <c:pt idx="44">
                        <c:v>3.6515492140000001</c:v>
                      </c:pt>
                      <c:pt idx="45">
                        <c:v>4.1221095529999996</c:v>
                      </c:pt>
                      <c:pt idx="46">
                        <c:v>4.3989226610000003</c:v>
                      </c:pt>
                      <c:pt idx="47">
                        <c:v>4.1025809940000002</c:v>
                      </c:pt>
                      <c:pt idx="48">
                        <c:v>3.1808679130000002</c:v>
                      </c:pt>
                      <c:pt idx="49">
                        <c:v>2.1532016500000002</c:v>
                      </c:pt>
                      <c:pt idx="50">
                        <c:v>1.3709468920000001</c:v>
                      </c:pt>
                      <c:pt idx="51">
                        <c:v>0.96418411500000001</c:v>
                      </c:pt>
                      <c:pt idx="52">
                        <c:v>0.80926084799999998</c:v>
                      </c:pt>
                      <c:pt idx="53">
                        <c:v>1.0781969410000001</c:v>
                      </c:pt>
                      <c:pt idx="54">
                        <c:v>1.9885110079999999</c:v>
                      </c:pt>
                      <c:pt idx="55">
                        <c:v>2.5915944089999998</c:v>
                      </c:pt>
                      <c:pt idx="56">
                        <c:v>2.8729581469999999</c:v>
                      </c:pt>
                      <c:pt idx="57">
                        <c:v>2.76935888</c:v>
                      </c:pt>
                      <c:pt idx="58">
                        <c:v>2.7550602409999998</c:v>
                      </c:pt>
                      <c:pt idx="59">
                        <c:v>2.9564463910000001</c:v>
                      </c:pt>
                      <c:pt idx="60">
                        <c:v>3.248911348</c:v>
                      </c:pt>
                      <c:pt idx="61">
                        <c:v>3.7517218630000002</c:v>
                      </c:pt>
                      <c:pt idx="62">
                        <c:v>4.0197938530000004</c:v>
                      </c:pt>
                      <c:pt idx="63">
                        <c:v>3.8685610129999999</c:v>
                      </c:pt>
                      <c:pt idx="64">
                        <c:v>3.2809860780000002</c:v>
                      </c:pt>
                      <c:pt idx="65">
                        <c:v>2.9095962970000002</c:v>
                      </c:pt>
                      <c:pt idx="66">
                        <c:v>2.8282532589999998</c:v>
                      </c:pt>
                      <c:pt idx="67">
                        <c:v>3.1550878060000001</c:v>
                      </c:pt>
                      <c:pt idx="68">
                        <c:v>3.5132141379999999</c:v>
                      </c:pt>
                      <c:pt idx="69">
                        <c:v>4.0195017789999996</c:v>
                      </c:pt>
                      <c:pt idx="70">
                        <c:v>4.2575972889999996</c:v>
                      </c:pt>
                      <c:pt idx="71">
                        <c:v>3.8892588749999999</c:v>
                      </c:pt>
                      <c:pt idx="72">
                        <c:v>2.9099916540000001</c:v>
                      </c:pt>
                      <c:pt idx="73">
                        <c:v>1.86922799</c:v>
                      </c:pt>
                      <c:pt idx="74">
                        <c:v>1.1836487760000001</c:v>
                      </c:pt>
                      <c:pt idx="75">
                        <c:v>0.80740307499999997</c:v>
                      </c:pt>
                      <c:pt idx="76">
                        <c:v>0.71140174</c:v>
                      </c:pt>
                      <c:pt idx="77">
                        <c:v>1.017499183</c:v>
                      </c:pt>
                      <c:pt idx="78">
                        <c:v>1.9875968040000001</c:v>
                      </c:pt>
                      <c:pt idx="79">
                        <c:v>2.5181994759999999</c:v>
                      </c:pt>
                      <c:pt idx="80">
                        <c:v>2.6235793950000001</c:v>
                      </c:pt>
                      <c:pt idx="81">
                        <c:v>2.508437485</c:v>
                      </c:pt>
                      <c:pt idx="82">
                        <c:v>2.4880060469999998</c:v>
                      </c:pt>
                      <c:pt idx="83">
                        <c:v>2.6527054159999999</c:v>
                      </c:pt>
                      <c:pt idx="84">
                        <c:v>3.0439339830000001</c:v>
                      </c:pt>
                      <c:pt idx="85">
                        <c:v>3.4312425059999998</c:v>
                      </c:pt>
                      <c:pt idx="86">
                        <c:v>3.5792326590000001</c:v>
                      </c:pt>
                      <c:pt idx="87">
                        <c:v>3.4839110350000002</c:v>
                      </c:pt>
                      <c:pt idx="88">
                        <c:v>3.0817812130000002</c:v>
                      </c:pt>
                      <c:pt idx="89">
                        <c:v>2.775934881</c:v>
                      </c:pt>
                      <c:pt idx="90">
                        <c:v>2.7738344069999998</c:v>
                      </c:pt>
                      <c:pt idx="91">
                        <c:v>3.112084335</c:v>
                      </c:pt>
                      <c:pt idx="92">
                        <c:v>3.475686074</c:v>
                      </c:pt>
                      <c:pt idx="93">
                        <c:v>4.0354583320000001</c:v>
                      </c:pt>
                      <c:pt idx="94">
                        <c:v>4.2517374620000004</c:v>
                      </c:pt>
                      <c:pt idx="95">
                        <c:v>3.7670961630000002</c:v>
                      </c:pt>
                      <c:pt idx="96">
                        <c:v>2.702455702</c:v>
                      </c:pt>
                      <c:pt idx="97">
                        <c:v>1.7184574109999999</c:v>
                      </c:pt>
                      <c:pt idx="98">
                        <c:v>1.073917053</c:v>
                      </c:pt>
                      <c:pt idx="99">
                        <c:v>0.7540173</c:v>
                      </c:pt>
                      <c:pt idx="100">
                        <c:v>0.66834277200000003</c:v>
                      </c:pt>
                      <c:pt idx="101">
                        <c:v>0.99925687500000004</c:v>
                      </c:pt>
                      <c:pt idx="102">
                        <c:v>1.9787596009999999</c:v>
                      </c:pt>
                      <c:pt idx="103">
                        <c:v>2.5130806880000001</c:v>
                      </c:pt>
                      <c:pt idx="104">
                        <c:v>2.6065749249999999</c:v>
                      </c:pt>
                      <c:pt idx="105">
                        <c:v>2.4690321659999999</c:v>
                      </c:pt>
                      <c:pt idx="106">
                        <c:v>2.4576127269999999</c:v>
                      </c:pt>
                      <c:pt idx="107">
                        <c:v>2.6889888279999998</c:v>
                      </c:pt>
                      <c:pt idx="108">
                        <c:v>3.065727243</c:v>
                      </c:pt>
                      <c:pt idx="109">
                        <c:v>3.474647649</c:v>
                      </c:pt>
                      <c:pt idx="110">
                        <c:v>3.6261832169999999</c:v>
                      </c:pt>
                      <c:pt idx="111">
                        <c:v>3.4352203399999999</c:v>
                      </c:pt>
                      <c:pt idx="112">
                        <c:v>3.0445484380000001</c:v>
                      </c:pt>
                      <c:pt idx="113">
                        <c:v>2.757249807</c:v>
                      </c:pt>
                      <c:pt idx="114">
                        <c:v>2.7863250439999998</c:v>
                      </c:pt>
                      <c:pt idx="115">
                        <c:v>3.1090240910000002</c:v>
                      </c:pt>
                      <c:pt idx="116">
                        <c:v>3.5075616159999998</c:v>
                      </c:pt>
                      <c:pt idx="117">
                        <c:v>4.0151643760000004</c:v>
                      </c:pt>
                      <c:pt idx="118">
                        <c:v>4.2759529570000003</c:v>
                      </c:pt>
                      <c:pt idx="119">
                        <c:v>3.7896964409999998</c:v>
                      </c:pt>
                      <c:pt idx="120">
                        <c:v>2.7028578269999999</c:v>
                      </c:pt>
                      <c:pt idx="121">
                        <c:v>1.726904376</c:v>
                      </c:pt>
                      <c:pt idx="122">
                        <c:v>1.0674281299999999</c:v>
                      </c:pt>
                      <c:pt idx="123">
                        <c:v>0.74881027300000003</c:v>
                      </c:pt>
                      <c:pt idx="124">
                        <c:v>0.66663640899999999</c:v>
                      </c:pt>
                      <c:pt idx="125">
                        <c:v>0.96788434899999998</c:v>
                      </c:pt>
                      <c:pt idx="126">
                        <c:v>1.973989488</c:v>
                      </c:pt>
                      <c:pt idx="127">
                        <c:v>2.5414218079999999</c:v>
                      </c:pt>
                      <c:pt idx="128">
                        <c:v>2.6162221670000001</c:v>
                      </c:pt>
                      <c:pt idx="129">
                        <c:v>2.4908276960000002</c:v>
                      </c:pt>
                      <c:pt idx="130">
                        <c:v>2.4995871589999998</c:v>
                      </c:pt>
                      <c:pt idx="131">
                        <c:v>2.6995258390000001</c:v>
                      </c:pt>
                      <c:pt idx="132">
                        <c:v>3.106163027</c:v>
                      </c:pt>
                      <c:pt idx="133">
                        <c:v>3.629893332</c:v>
                      </c:pt>
                      <c:pt idx="134">
                        <c:v>3.8049343549999999</c:v>
                      </c:pt>
                      <c:pt idx="135">
                        <c:v>3.6410363860000001</c:v>
                      </c:pt>
                      <c:pt idx="136">
                        <c:v>3.1081967810000002</c:v>
                      </c:pt>
                      <c:pt idx="137">
                        <c:v>2.7881860299999999</c:v>
                      </c:pt>
                      <c:pt idx="138">
                        <c:v>2.9037361900000001</c:v>
                      </c:pt>
                      <c:pt idx="139">
                        <c:v>3.2830606069999999</c:v>
                      </c:pt>
                      <c:pt idx="140">
                        <c:v>3.5006076269999999</c:v>
                      </c:pt>
                      <c:pt idx="141">
                        <c:v>4.0220045850000004</c:v>
                      </c:pt>
                      <c:pt idx="142">
                        <c:v>4.2541379319999999</c:v>
                      </c:pt>
                      <c:pt idx="143">
                        <c:v>3.7761683079999999</c:v>
                      </c:pt>
                      <c:pt idx="144">
                        <c:v>2.7596546879999999</c:v>
                      </c:pt>
                      <c:pt idx="145">
                        <c:v>1.74710633</c:v>
                      </c:pt>
                      <c:pt idx="146">
                        <c:v>1.142966406</c:v>
                      </c:pt>
                      <c:pt idx="147">
                        <c:v>0.79025713600000003</c:v>
                      </c:pt>
                      <c:pt idx="148">
                        <c:v>0.67938404900000005</c:v>
                      </c:pt>
                      <c:pt idx="149">
                        <c:v>0.99406378799999995</c:v>
                      </c:pt>
                      <c:pt idx="150">
                        <c:v>2.003885855</c:v>
                      </c:pt>
                      <c:pt idx="151">
                        <c:v>2.5452181789999999</c:v>
                      </c:pt>
                      <c:pt idx="152">
                        <c:v>2.6254011450000001</c:v>
                      </c:pt>
                      <c:pt idx="153">
                        <c:v>2.534626668</c:v>
                      </c:pt>
                      <c:pt idx="154">
                        <c:v>2.4957092730000001</c:v>
                      </c:pt>
                      <c:pt idx="155">
                        <c:v>2.7023663139999998</c:v>
                      </c:pt>
                      <c:pt idx="156">
                        <c:v>3.070312629</c:v>
                      </c:pt>
                      <c:pt idx="157">
                        <c:v>3.484414702</c:v>
                      </c:pt>
                      <c:pt idx="158">
                        <c:v>3.6426114979999999</c:v>
                      </c:pt>
                      <c:pt idx="159">
                        <c:v>3.49197815</c:v>
                      </c:pt>
                      <c:pt idx="160">
                        <c:v>3.1306767400000002</c:v>
                      </c:pt>
                      <c:pt idx="161">
                        <c:v>2.8172599539999998</c:v>
                      </c:pt>
                      <c:pt idx="162">
                        <c:v>2.8171623320000001</c:v>
                      </c:pt>
                      <c:pt idx="163">
                        <c:v>3.1002464340000002</c:v>
                      </c:pt>
                      <c:pt idx="164">
                        <c:v>3.4958562030000002</c:v>
                      </c:pt>
                      <c:pt idx="165">
                        <c:v>4.0093274149999996</c:v>
                      </c:pt>
                      <c:pt idx="166">
                        <c:v>4.256625197</c:v>
                      </c:pt>
                      <c:pt idx="167">
                        <c:v>3.7299952119999999</c:v>
                      </c:pt>
                      <c:pt idx="168">
                        <c:v>2.6986185420000002</c:v>
                      </c:pt>
                      <c:pt idx="169">
                        <c:v>1.734772725</c:v>
                      </c:pt>
                      <c:pt idx="170">
                        <c:v>1.1379422669999999</c:v>
                      </c:pt>
                      <c:pt idx="171">
                        <c:v>0.77934586100000003</c:v>
                      </c:pt>
                      <c:pt idx="172">
                        <c:v>0.69842409299999997</c:v>
                      </c:pt>
                      <c:pt idx="173">
                        <c:v>1.018801125</c:v>
                      </c:pt>
                      <c:pt idx="174">
                        <c:v>2.0921192139999998</c:v>
                      </c:pt>
                      <c:pt idx="175">
                        <c:v>2.680118738</c:v>
                      </c:pt>
                      <c:pt idx="176">
                        <c:v>2.8066197239999999</c:v>
                      </c:pt>
                      <c:pt idx="177">
                        <c:v>2.6821899380000001</c:v>
                      </c:pt>
                      <c:pt idx="178">
                        <c:v>2.5732054309999999</c:v>
                      </c:pt>
                      <c:pt idx="179">
                        <c:v>2.736821365</c:v>
                      </c:pt>
                      <c:pt idx="180">
                        <c:v>3.15885887</c:v>
                      </c:pt>
                      <c:pt idx="181">
                        <c:v>3.6240875030000002</c:v>
                      </c:pt>
                      <c:pt idx="182">
                        <c:v>3.7613756729999999</c:v>
                      </c:pt>
                      <c:pt idx="183">
                        <c:v>3.5961738369999998</c:v>
                      </c:pt>
                      <c:pt idx="184">
                        <c:v>3.1282592930000002</c:v>
                      </c:pt>
                      <c:pt idx="185">
                        <c:v>2.833009267</c:v>
                      </c:pt>
                      <c:pt idx="186">
                        <c:v>2.88413516</c:v>
                      </c:pt>
                      <c:pt idx="187">
                        <c:v>3.24059081</c:v>
                      </c:pt>
                      <c:pt idx="188">
                        <c:v>3.5839101339999999</c:v>
                      </c:pt>
                      <c:pt idx="189">
                        <c:v>4.0676559770000003</c:v>
                      </c:pt>
                      <c:pt idx="190">
                        <c:v>4.3351930449999996</c:v>
                      </c:pt>
                      <c:pt idx="191">
                        <c:v>3.968650893</c:v>
                      </c:pt>
                      <c:pt idx="192">
                        <c:v>3.0504538700000001</c:v>
                      </c:pt>
                      <c:pt idx="193">
                        <c:v>2.0273915050000002</c:v>
                      </c:pt>
                      <c:pt idx="194">
                        <c:v>1.28906616</c:v>
                      </c:pt>
                      <c:pt idx="195">
                        <c:v>0.90794350599999996</c:v>
                      </c:pt>
                      <c:pt idx="196">
                        <c:v>0.72676142499999996</c:v>
                      </c:pt>
                      <c:pt idx="197">
                        <c:v>0.97104020400000002</c:v>
                      </c:pt>
                      <c:pt idx="198">
                        <c:v>1.8563816950000001</c:v>
                      </c:pt>
                      <c:pt idx="199">
                        <c:v>2.467291914</c:v>
                      </c:pt>
                      <c:pt idx="200">
                        <c:v>2.8567446950000002</c:v>
                      </c:pt>
                      <c:pt idx="201">
                        <c:v>2.9068274330000001</c:v>
                      </c:pt>
                      <c:pt idx="202">
                        <c:v>2.9646492929999999</c:v>
                      </c:pt>
                      <c:pt idx="203">
                        <c:v>3.2344216970000002</c:v>
                      </c:pt>
                      <c:pt idx="204">
                        <c:v>3.546390449</c:v>
                      </c:pt>
                      <c:pt idx="205">
                        <c:v>3.8228457809999998</c:v>
                      </c:pt>
                      <c:pt idx="206">
                        <c:v>4.187675016</c:v>
                      </c:pt>
                      <c:pt idx="207">
                        <c:v>3.9502181890000001</c:v>
                      </c:pt>
                      <c:pt idx="208">
                        <c:v>3.3799643480000001</c:v>
                      </c:pt>
                      <c:pt idx="209">
                        <c:v>3.0131768139999999</c:v>
                      </c:pt>
                      <c:pt idx="210">
                        <c:v>3.0211769180000001</c:v>
                      </c:pt>
                      <c:pt idx="211">
                        <c:v>3.361862312</c:v>
                      </c:pt>
                      <c:pt idx="212">
                        <c:v>3.7203192779999998</c:v>
                      </c:pt>
                      <c:pt idx="213">
                        <c:v>4.1804838950000001</c:v>
                      </c:pt>
                      <c:pt idx="214">
                        <c:v>4.4108302049999999</c:v>
                      </c:pt>
                      <c:pt idx="215">
                        <c:v>4.0111124079999998</c:v>
                      </c:pt>
                      <c:pt idx="216">
                        <c:v>3.082031508</c:v>
                      </c:pt>
                      <c:pt idx="217">
                        <c:v>2.0234165530000001</c:v>
                      </c:pt>
                      <c:pt idx="218">
                        <c:v>1.3001534830000001</c:v>
                      </c:pt>
                      <c:pt idx="219">
                        <c:v>0.90021833699999998</c:v>
                      </c:pt>
                      <c:pt idx="220">
                        <c:v>0.74302083600000002</c:v>
                      </c:pt>
                      <c:pt idx="221">
                        <c:v>0.98915609400000004</c:v>
                      </c:pt>
                      <c:pt idx="222">
                        <c:v>1.9443148690000001</c:v>
                      </c:pt>
                      <c:pt idx="223">
                        <c:v>2.587551494</c:v>
                      </c:pt>
                      <c:pt idx="224">
                        <c:v>2.8183578539999998</c:v>
                      </c:pt>
                      <c:pt idx="225">
                        <c:v>2.803848758</c:v>
                      </c:pt>
                      <c:pt idx="226">
                        <c:v>2.7566288390000002</c:v>
                      </c:pt>
                      <c:pt idx="227">
                        <c:v>2.8759518759999998</c:v>
                      </c:pt>
                      <c:pt idx="228">
                        <c:v>3.2253909329999999</c:v>
                      </c:pt>
                      <c:pt idx="229">
                        <c:v>3.6849046809999999</c:v>
                      </c:pt>
                      <c:pt idx="230">
                        <c:v>3.8924495979999998</c:v>
                      </c:pt>
                      <c:pt idx="231">
                        <c:v>3.782772161</c:v>
                      </c:pt>
                      <c:pt idx="232">
                        <c:v>3.2050428659999999</c:v>
                      </c:pt>
                      <c:pt idx="233">
                        <c:v>2.8906557419999999</c:v>
                      </c:pt>
                      <c:pt idx="234">
                        <c:v>2.9220950829999999</c:v>
                      </c:pt>
                      <c:pt idx="235">
                        <c:v>3.2657280659999999</c:v>
                      </c:pt>
                      <c:pt idx="236">
                        <c:v>3.646622743</c:v>
                      </c:pt>
                      <c:pt idx="237">
                        <c:v>4.1238408590000004</c:v>
                      </c:pt>
                      <c:pt idx="238">
                        <c:v>4.3586670349999999</c:v>
                      </c:pt>
                      <c:pt idx="239">
                        <c:v>3.7803568049999998</c:v>
                      </c:pt>
                      <c:pt idx="240">
                        <c:v>2.6919199009999999</c:v>
                      </c:pt>
                      <c:pt idx="241">
                        <c:v>1.703353882</c:v>
                      </c:pt>
                      <c:pt idx="242">
                        <c:v>1.102387486</c:v>
                      </c:pt>
                      <c:pt idx="243">
                        <c:v>0.777415089</c:v>
                      </c:pt>
                      <c:pt idx="244">
                        <c:v>0.69079619599999997</c:v>
                      </c:pt>
                      <c:pt idx="245">
                        <c:v>0.98078108200000003</c:v>
                      </c:pt>
                      <c:pt idx="246">
                        <c:v>1.9885753319999999</c:v>
                      </c:pt>
                      <c:pt idx="247">
                        <c:v>2.5285744600000002</c:v>
                      </c:pt>
                      <c:pt idx="248">
                        <c:v>2.6615805620000001</c:v>
                      </c:pt>
                      <c:pt idx="249">
                        <c:v>2.522761757</c:v>
                      </c:pt>
                      <c:pt idx="250">
                        <c:v>2.4558178919999998</c:v>
                      </c:pt>
                      <c:pt idx="251">
                        <c:v>2.6224035049999999</c:v>
                      </c:pt>
                      <c:pt idx="252">
                        <c:v>3.0095832570000001</c:v>
                      </c:pt>
                      <c:pt idx="253">
                        <c:v>3.4078933149999999</c:v>
                      </c:pt>
                      <c:pt idx="254">
                        <c:v>3.5227456259999999</c:v>
                      </c:pt>
                      <c:pt idx="255">
                        <c:v>3.4151005190000001</c:v>
                      </c:pt>
                      <c:pt idx="256">
                        <c:v>3.03349555</c:v>
                      </c:pt>
                      <c:pt idx="257">
                        <c:v>2.8189312559999999</c:v>
                      </c:pt>
                      <c:pt idx="258">
                        <c:v>2.921493076</c:v>
                      </c:pt>
                      <c:pt idx="259">
                        <c:v>3.2333102600000001</c:v>
                      </c:pt>
                      <c:pt idx="260">
                        <c:v>3.5991113870000002</c:v>
                      </c:pt>
                      <c:pt idx="261">
                        <c:v>4.1111254319999997</c:v>
                      </c:pt>
                      <c:pt idx="262">
                        <c:v>4.2666807310000001</c:v>
                      </c:pt>
                      <c:pt idx="263">
                        <c:v>3.615934046</c:v>
                      </c:pt>
                      <c:pt idx="264">
                        <c:v>2.6755475620000002</c:v>
                      </c:pt>
                      <c:pt idx="265">
                        <c:v>1.7123172849999999</c:v>
                      </c:pt>
                      <c:pt idx="266">
                        <c:v>1.0799041979999999</c:v>
                      </c:pt>
                      <c:pt idx="267">
                        <c:v>0.77878400699999994</c:v>
                      </c:pt>
                      <c:pt idx="268">
                        <c:v>0.70811538699999999</c:v>
                      </c:pt>
                      <c:pt idx="269">
                        <c:v>1.0254266540000001</c:v>
                      </c:pt>
                      <c:pt idx="270">
                        <c:v>2.0318042429999998</c:v>
                      </c:pt>
                      <c:pt idx="271">
                        <c:v>2.6224738969999999</c:v>
                      </c:pt>
                      <c:pt idx="272">
                        <c:v>2.6715839109999999</c:v>
                      </c:pt>
                      <c:pt idx="273">
                        <c:v>2.5004678679999999</c:v>
                      </c:pt>
                      <c:pt idx="274">
                        <c:v>2.4539464030000002</c:v>
                      </c:pt>
                      <c:pt idx="275">
                        <c:v>2.6881444409999999</c:v>
                      </c:pt>
                      <c:pt idx="276">
                        <c:v>3.0895344410000001</c:v>
                      </c:pt>
                      <c:pt idx="277">
                        <c:v>3.498025911</c:v>
                      </c:pt>
                      <c:pt idx="278">
                        <c:v>3.6160203129999999</c:v>
                      </c:pt>
                      <c:pt idx="279">
                        <c:v>3.4665244070000001</c:v>
                      </c:pt>
                      <c:pt idx="280">
                        <c:v>3.0884976370000001</c:v>
                      </c:pt>
                      <c:pt idx="281">
                        <c:v>2.875118101</c:v>
                      </c:pt>
                      <c:pt idx="282">
                        <c:v>2.9437607959999998</c:v>
                      </c:pt>
                      <c:pt idx="283">
                        <c:v>3.2649107609999999</c:v>
                      </c:pt>
                      <c:pt idx="284">
                        <c:v>3.6643178490000001</c:v>
                      </c:pt>
                      <c:pt idx="285">
                        <c:v>4.2001733569999997</c:v>
                      </c:pt>
                      <c:pt idx="286">
                        <c:v>4.3391760670000004</c:v>
                      </c:pt>
                      <c:pt idx="287">
                        <c:v>3.6980460819999998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8-6C6F-49E4-8F59-330269BCC199}"/>
                  </c:ext>
                </c:extLst>
              </c15:ser>
            </c15:filteredLineSeries>
            <c15:filteredLineSeries>
              <c15:ser>
                <c:idx val="19"/>
                <c:order val="1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12-10-2026'!$U$1</c15:sqref>
                        </c15:formulaRef>
                      </c:ext>
                    </c:extLst>
                    <c:strCache>
                      <c:ptCount val="1"/>
                      <c:pt idx="0">
                        <c:v>OUG-DGW2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12-10-2026'!$U$2:$U$289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36.369667534000001</c:v>
                      </c:pt>
                      <c:pt idx="1">
                        <c:v>22.965219582</c:v>
                      </c:pt>
                      <c:pt idx="2">
                        <c:v>13.682827036000001</c:v>
                      </c:pt>
                      <c:pt idx="3">
                        <c:v>8.8487309229999997</c:v>
                      </c:pt>
                      <c:pt idx="4">
                        <c:v>7.0555048930000002</c:v>
                      </c:pt>
                      <c:pt idx="5">
                        <c:v>9.4231318450000003</c:v>
                      </c:pt>
                      <c:pt idx="6">
                        <c:v>19.061182126999999</c:v>
                      </c:pt>
                      <c:pt idx="7">
                        <c:v>26.096491886999999</c:v>
                      </c:pt>
                      <c:pt idx="8">
                        <c:v>30.745863017000001</c:v>
                      </c:pt>
                      <c:pt idx="9">
                        <c:v>32.959502280999999</c:v>
                      </c:pt>
                      <c:pt idx="10">
                        <c:v>36.066116551</c:v>
                      </c:pt>
                      <c:pt idx="11">
                        <c:v>39.709527639999997</c:v>
                      </c:pt>
                      <c:pt idx="12">
                        <c:v>42.948819041999997</c:v>
                      </c:pt>
                      <c:pt idx="13">
                        <c:v>47.711482193999998</c:v>
                      </c:pt>
                      <c:pt idx="14">
                        <c:v>48.282721829000003</c:v>
                      </c:pt>
                      <c:pt idx="15">
                        <c:v>46.130852937999997</c:v>
                      </c:pt>
                      <c:pt idx="16">
                        <c:v>42.186595844999999</c:v>
                      </c:pt>
                      <c:pt idx="17">
                        <c:v>42.431990229999997</c:v>
                      </c:pt>
                      <c:pt idx="18">
                        <c:v>41.469754756999997</c:v>
                      </c:pt>
                      <c:pt idx="19">
                        <c:v>47.587376612</c:v>
                      </c:pt>
                      <c:pt idx="20">
                        <c:v>52.189388692999998</c:v>
                      </c:pt>
                      <c:pt idx="21">
                        <c:v>58.636648819000001</c:v>
                      </c:pt>
                      <c:pt idx="22">
                        <c:v>59.121440509999999</c:v>
                      </c:pt>
                      <c:pt idx="23">
                        <c:v>52.243033584000003</c:v>
                      </c:pt>
                      <c:pt idx="24">
                        <c:v>39.805474695999997</c:v>
                      </c:pt>
                      <c:pt idx="25">
                        <c:v>26.538931897000001</c:v>
                      </c:pt>
                      <c:pt idx="26">
                        <c:v>16.616839697</c:v>
                      </c:pt>
                      <c:pt idx="27">
                        <c:v>10.565565529000001</c:v>
                      </c:pt>
                      <c:pt idx="28">
                        <c:v>7.7006695860000001</c:v>
                      </c:pt>
                      <c:pt idx="29">
                        <c:v>9.2183805729999992</c:v>
                      </c:pt>
                      <c:pt idx="30">
                        <c:v>17.357812060000001</c:v>
                      </c:pt>
                      <c:pt idx="31">
                        <c:v>23.918577844000001</c:v>
                      </c:pt>
                      <c:pt idx="32">
                        <c:v>30.017253787000001</c:v>
                      </c:pt>
                      <c:pt idx="33">
                        <c:v>35.099564805999997</c:v>
                      </c:pt>
                      <c:pt idx="34">
                        <c:v>39.516527101000001</c:v>
                      </c:pt>
                      <c:pt idx="35">
                        <c:v>43.889459608000003</c:v>
                      </c:pt>
                      <c:pt idx="36">
                        <c:v>44.875620716999997</c:v>
                      </c:pt>
                      <c:pt idx="37">
                        <c:v>46.495844562999999</c:v>
                      </c:pt>
                      <c:pt idx="38">
                        <c:v>53.571083160000001</c:v>
                      </c:pt>
                      <c:pt idx="39">
                        <c:v>49.976051468000001</c:v>
                      </c:pt>
                      <c:pt idx="40">
                        <c:v>44.021760071999999</c:v>
                      </c:pt>
                      <c:pt idx="41">
                        <c:v>43.252763090999998</c:v>
                      </c:pt>
                      <c:pt idx="42">
                        <c:v>42.303170502</c:v>
                      </c:pt>
                      <c:pt idx="43">
                        <c:v>48.972768545999998</c:v>
                      </c:pt>
                      <c:pt idx="44">
                        <c:v>54.265560594</c:v>
                      </c:pt>
                      <c:pt idx="45">
                        <c:v>61.028807952999998</c:v>
                      </c:pt>
                      <c:pt idx="46">
                        <c:v>60.640023233000001</c:v>
                      </c:pt>
                      <c:pt idx="47">
                        <c:v>53.432211866999999</c:v>
                      </c:pt>
                      <c:pt idx="48">
                        <c:v>40.686029978000001</c:v>
                      </c:pt>
                      <c:pt idx="49">
                        <c:v>27.049332613000001</c:v>
                      </c:pt>
                      <c:pt idx="50">
                        <c:v>16.441201905</c:v>
                      </c:pt>
                      <c:pt idx="51">
                        <c:v>10.331432087</c:v>
                      </c:pt>
                      <c:pt idx="52">
                        <c:v>7.734951379</c:v>
                      </c:pt>
                      <c:pt idx="53">
                        <c:v>9.4865279860000005</c:v>
                      </c:pt>
                      <c:pt idx="54">
                        <c:v>18.005588339999999</c:v>
                      </c:pt>
                      <c:pt idx="55">
                        <c:v>24.93500049</c:v>
                      </c:pt>
                      <c:pt idx="56">
                        <c:v>30.538777739</c:v>
                      </c:pt>
                      <c:pt idx="57">
                        <c:v>33.826270862000001</c:v>
                      </c:pt>
                      <c:pt idx="58">
                        <c:v>37.233767174</c:v>
                      </c:pt>
                      <c:pt idx="59">
                        <c:v>40.751329075999998</c:v>
                      </c:pt>
                      <c:pt idx="60">
                        <c:v>43.137400819</c:v>
                      </c:pt>
                      <c:pt idx="61">
                        <c:v>48.467866051999998</c:v>
                      </c:pt>
                      <c:pt idx="62">
                        <c:v>50.345835276000003</c:v>
                      </c:pt>
                      <c:pt idx="63">
                        <c:v>47.772176835000003</c:v>
                      </c:pt>
                      <c:pt idx="64">
                        <c:v>42.765161941999999</c:v>
                      </c:pt>
                      <c:pt idx="65">
                        <c:v>42.279478871999999</c:v>
                      </c:pt>
                      <c:pt idx="66">
                        <c:v>40.689237200999997</c:v>
                      </c:pt>
                      <c:pt idx="67">
                        <c:v>47.104205358000002</c:v>
                      </c:pt>
                      <c:pt idx="68">
                        <c:v>52.501229819999999</c:v>
                      </c:pt>
                      <c:pt idx="69">
                        <c:v>58.874427574999999</c:v>
                      </c:pt>
                      <c:pt idx="70">
                        <c:v>58.386706801000003</c:v>
                      </c:pt>
                      <c:pt idx="71">
                        <c:v>50.110570324000001</c:v>
                      </c:pt>
                      <c:pt idx="72">
                        <c:v>36.239504132999997</c:v>
                      </c:pt>
                      <c:pt idx="73">
                        <c:v>22.461121101</c:v>
                      </c:pt>
                      <c:pt idx="74">
                        <c:v>13.352848641</c:v>
                      </c:pt>
                      <c:pt idx="75">
                        <c:v>8.5617840219999994</c:v>
                      </c:pt>
                      <c:pt idx="76">
                        <c:v>6.8910406750000002</c:v>
                      </c:pt>
                      <c:pt idx="77">
                        <c:v>9.1655523070000005</c:v>
                      </c:pt>
                      <c:pt idx="78">
                        <c:v>18.381852876</c:v>
                      </c:pt>
                      <c:pt idx="79">
                        <c:v>25.053206673999998</c:v>
                      </c:pt>
                      <c:pt idx="80">
                        <c:v>29.458501889000001</c:v>
                      </c:pt>
                      <c:pt idx="81">
                        <c:v>31.822376607999999</c:v>
                      </c:pt>
                      <c:pt idx="82">
                        <c:v>34.716379973999999</c:v>
                      </c:pt>
                      <c:pt idx="83">
                        <c:v>38.393398028</c:v>
                      </c:pt>
                      <c:pt idx="84">
                        <c:v>41.366905535999997</c:v>
                      </c:pt>
                      <c:pt idx="85">
                        <c:v>46.017524893000001</c:v>
                      </c:pt>
                      <c:pt idx="86">
                        <c:v>46.192029093999999</c:v>
                      </c:pt>
                      <c:pt idx="87">
                        <c:v>43.803656721000003</c:v>
                      </c:pt>
                      <c:pt idx="88">
                        <c:v>40.883636117999998</c:v>
                      </c:pt>
                      <c:pt idx="89">
                        <c:v>41.088936768000003</c:v>
                      </c:pt>
                      <c:pt idx="90">
                        <c:v>40.277973918999997</c:v>
                      </c:pt>
                      <c:pt idx="91">
                        <c:v>46.720796479000001</c:v>
                      </c:pt>
                      <c:pt idx="92">
                        <c:v>52.326045141000002</c:v>
                      </c:pt>
                      <c:pt idx="93">
                        <c:v>58.752482295999997</c:v>
                      </c:pt>
                      <c:pt idx="94">
                        <c:v>57.756771704999998</c:v>
                      </c:pt>
                      <c:pt idx="95">
                        <c:v>48.358267873999999</c:v>
                      </c:pt>
                      <c:pt idx="96">
                        <c:v>33.988715790000001</c:v>
                      </c:pt>
                      <c:pt idx="97">
                        <c:v>21.013864622</c:v>
                      </c:pt>
                      <c:pt idx="98">
                        <c:v>12.508718882</c:v>
                      </c:pt>
                      <c:pt idx="99">
                        <c:v>8.1752060009999994</c:v>
                      </c:pt>
                      <c:pt idx="100">
                        <c:v>6.7534193289999997</c:v>
                      </c:pt>
                      <c:pt idx="101">
                        <c:v>9.036309503</c:v>
                      </c:pt>
                      <c:pt idx="102">
                        <c:v>18.587056072999999</c:v>
                      </c:pt>
                      <c:pt idx="103">
                        <c:v>25.355136649999999</c:v>
                      </c:pt>
                      <c:pt idx="104">
                        <c:v>29.693461941999999</c:v>
                      </c:pt>
                      <c:pt idx="105">
                        <c:v>32.039998549000003</c:v>
                      </c:pt>
                      <c:pt idx="106">
                        <c:v>34.729275502</c:v>
                      </c:pt>
                      <c:pt idx="107">
                        <c:v>38.767265565000002</c:v>
                      </c:pt>
                      <c:pt idx="108">
                        <c:v>41.648435394000003</c:v>
                      </c:pt>
                      <c:pt idx="109">
                        <c:v>46.295335475999998</c:v>
                      </c:pt>
                      <c:pt idx="110">
                        <c:v>46.258340484999998</c:v>
                      </c:pt>
                      <c:pt idx="111">
                        <c:v>43.662712124000002</c:v>
                      </c:pt>
                      <c:pt idx="112">
                        <c:v>40.760032611</c:v>
                      </c:pt>
                      <c:pt idx="113">
                        <c:v>41.196168413999999</c:v>
                      </c:pt>
                      <c:pt idx="114">
                        <c:v>40.456546228000001</c:v>
                      </c:pt>
                      <c:pt idx="115">
                        <c:v>47.117075216000003</c:v>
                      </c:pt>
                      <c:pt idx="116">
                        <c:v>52.808405370000003</c:v>
                      </c:pt>
                      <c:pt idx="117">
                        <c:v>59.736268246000002</c:v>
                      </c:pt>
                      <c:pt idx="118">
                        <c:v>58.30031589</c:v>
                      </c:pt>
                      <c:pt idx="119">
                        <c:v>49.057447695</c:v>
                      </c:pt>
                      <c:pt idx="120">
                        <c:v>34.537858378000003</c:v>
                      </c:pt>
                      <c:pt idx="121">
                        <c:v>21.202804707999999</c:v>
                      </c:pt>
                      <c:pt idx="122">
                        <c:v>12.573813457</c:v>
                      </c:pt>
                      <c:pt idx="123">
                        <c:v>8.1282212119999997</c:v>
                      </c:pt>
                      <c:pt idx="124">
                        <c:v>6.6699969790000004</c:v>
                      </c:pt>
                      <c:pt idx="125">
                        <c:v>9.0111202689999992</c:v>
                      </c:pt>
                      <c:pt idx="126">
                        <c:v>18.737587669</c:v>
                      </c:pt>
                      <c:pt idx="127">
                        <c:v>25.688582457999999</c:v>
                      </c:pt>
                      <c:pt idx="128">
                        <c:v>30.065995318999999</c:v>
                      </c:pt>
                      <c:pt idx="129">
                        <c:v>32.38493012</c:v>
                      </c:pt>
                      <c:pt idx="130">
                        <c:v>35.333755144000001</c:v>
                      </c:pt>
                      <c:pt idx="131">
                        <c:v>38.808996581999999</c:v>
                      </c:pt>
                      <c:pt idx="132">
                        <c:v>42.561617515999998</c:v>
                      </c:pt>
                      <c:pt idx="133">
                        <c:v>48.284230454999999</c:v>
                      </c:pt>
                      <c:pt idx="134">
                        <c:v>48.643768350999999</c:v>
                      </c:pt>
                      <c:pt idx="135">
                        <c:v>45.984340359000001</c:v>
                      </c:pt>
                      <c:pt idx="136">
                        <c:v>41.198852825000003</c:v>
                      </c:pt>
                      <c:pt idx="137">
                        <c:v>41.274223595000002</c:v>
                      </c:pt>
                      <c:pt idx="138">
                        <c:v>43.898992110000002</c:v>
                      </c:pt>
                      <c:pt idx="139">
                        <c:v>50.578681867999997</c:v>
                      </c:pt>
                      <c:pt idx="140">
                        <c:v>53.499809200000001</c:v>
                      </c:pt>
                      <c:pt idx="141">
                        <c:v>59.710274673999997</c:v>
                      </c:pt>
                      <c:pt idx="142">
                        <c:v>58.524127817999997</c:v>
                      </c:pt>
                      <c:pt idx="143">
                        <c:v>49.139455427000001</c:v>
                      </c:pt>
                      <c:pt idx="144">
                        <c:v>35.782313784999999</c:v>
                      </c:pt>
                      <c:pt idx="145">
                        <c:v>22.501414707999999</c:v>
                      </c:pt>
                      <c:pt idx="146">
                        <c:v>13.619391201999999</c:v>
                      </c:pt>
                      <c:pt idx="147">
                        <c:v>8.519241997</c:v>
                      </c:pt>
                      <c:pt idx="148">
                        <c:v>6.8243333550000003</c:v>
                      </c:pt>
                      <c:pt idx="149">
                        <c:v>9.0968990909999992</c:v>
                      </c:pt>
                      <c:pt idx="150">
                        <c:v>19.236566512</c:v>
                      </c:pt>
                      <c:pt idx="151">
                        <c:v>26.046472355999999</c:v>
                      </c:pt>
                      <c:pt idx="152">
                        <c:v>30.244564173000001</c:v>
                      </c:pt>
                      <c:pt idx="153">
                        <c:v>32.557192127</c:v>
                      </c:pt>
                      <c:pt idx="154">
                        <c:v>35.303732539999999</c:v>
                      </c:pt>
                      <c:pt idx="155">
                        <c:v>39.164805135999998</c:v>
                      </c:pt>
                      <c:pt idx="156">
                        <c:v>41.984957405000003</c:v>
                      </c:pt>
                      <c:pt idx="157">
                        <c:v>46.511813084000003</c:v>
                      </c:pt>
                      <c:pt idx="158">
                        <c:v>46.597152295999997</c:v>
                      </c:pt>
                      <c:pt idx="159">
                        <c:v>44.589681873000004</c:v>
                      </c:pt>
                      <c:pt idx="160">
                        <c:v>41.916072094</c:v>
                      </c:pt>
                      <c:pt idx="161">
                        <c:v>42.036886668999998</c:v>
                      </c:pt>
                      <c:pt idx="162">
                        <c:v>41.102891124999999</c:v>
                      </c:pt>
                      <c:pt idx="163">
                        <c:v>47.226393971</c:v>
                      </c:pt>
                      <c:pt idx="164">
                        <c:v>52.470832260999998</c:v>
                      </c:pt>
                      <c:pt idx="165">
                        <c:v>58.753899584999999</c:v>
                      </c:pt>
                      <c:pt idx="166">
                        <c:v>58.087752610999999</c:v>
                      </c:pt>
                      <c:pt idx="167">
                        <c:v>48.968838445000003</c:v>
                      </c:pt>
                      <c:pt idx="168">
                        <c:v>34.720509317000001</c:v>
                      </c:pt>
                      <c:pt idx="169">
                        <c:v>21.583254228000001</c:v>
                      </c:pt>
                      <c:pt idx="170">
                        <c:v>13.118580531999999</c:v>
                      </c:pt>
                      <c:pt idx="171">
                        <c:v>8.5792961289999994</c:v>
                      </c:pt>
                      <c:pt idx="172">
                        <c:v>7.0517016149999998</c:v>
                      </c:pt>
                      <c:pt idx="173">
                        <c:v>9.2717363089999996</c:v>
                      </c:pt>
                      <c:pt idx="174">
                        <c:v>19.571294283</c:v>
                      </c:pt>
                      <c:pt idx="175">
                        <c:v>27.335167825999999</c:v>
                      </c:pt>
                      <c:pt idx="176">
                        <c:v>32.688611893999997</c:v>
                      </c:pt>
                      <c:pt idx="177">
                        <c:v>36.003770144999997</c:v>
                      </c:pt>
                      <c:pt idx="178">
                        <c:v>37.530110501000003</c:v>
                      </c:pt>
                      <c:pt idx="179">
                        <c:v>40.252229174</c:v>
                      </c:pt>
                      <c:pt idx="180">
                        <c:v>43.404487553000003</c:v>
                      </c:pt>
                      <c:pt idx="181">
                        <c:v>48.191670690000002</c:v>
                      </c:pt>
                      <c:pt idx="182">
                        <c:v>48.040639622999997</c:v>
                      </c:pt>
                      <c:pt idx="183">
                        <c:v>45.385342346000002</c:v>
                      </c:pt>
                      <c:pt idx="184">
                        <c:v>42.515258672999998</c:v>
                      </c:pt>
                      <c:pt idx="185">
                        <c:v>42.267159274999997</c:v>
                      </c:pt>
                      <c:pt idx="186">
                        <c:v>42.186633661999998</c:v>
                      </c:pt>
                      <c:pt idx="187">
                        <c:v>48.959767759000002</c:v>
                      </c:pt>
                      <c:pt idx="188">
                        <c:v>53.602814361</c:v>
                      </c:pt>
                      <c:pt idx="189">
                        <c:v>59.439172300000003</c:v>
                      </c:pt>
                      <c:pt idx="190">
                        <c:v>59.485448875000003</c:v>
                      </c:pt>
                      <c:pt idx="191">
                        <c:v>52.228487561000001</c:v>
                      </c:pt>
                      <c:pt idx="192">
                        <c:v>39.426753122999997</c:v>
                      </c:pt>
                      <c:pt idx="193">
                        <c:v>25.973861104000001</c:v>
                      </c:pt>
                      <c:pt idx="194">
                        <c:v>15.881082363999999</c:v>
                      </c:pt>
                      <c:pt idx="195">
                        <c:v>10.378293578999999</c:v>
                      </c:pt>
                      <c:pt idx="196">
                        <c:v>7.8375253430000003</c:v>
                      </c:pt>
                      <c:pt idx="197">
                        <c:v>9.1291830689999998</c:v>
                      </c:pt>
                      <c:pt idx="198">
                        <c:v>17.597507095000001</c:v>
                      </c:pt>
                      <c:pt idx="199">
                        <c:v>24.292267902999999</c:v>
                      </c:pt>
                      <c:pt idx="200">
                        <c:v>30.442782008999998</c:v>
                      </c:pt>
                      <c:pt idx="201">
                        <c:v>35.127727771000004</c:v>
                      </c:pt>
                      <c:pt idx="202">
                        <c:v>39.63071764</c:v>
                      </c:pt>
                      <c:pt idx="203">
                        <c:v>43.936385088000002</c:v>
                      </c:pt>
                      <c:pt idx="204">
                        <c:v>44.880453351</c:v>
                      </c:pt>
                      <c:pt idx="205">
                        <c:v>46.636605093</c:v>
                      </c:pt>
                      <c:pt idx="206">
                        <c:v>53.702855476000003</c:v>
                      </c:pt>
                      <c:pt idx="207">
                        <c:v>49.701765819000002</c:v>
                      </c:pt>
                      <c:pt idx="208">
                        <c:v>44.498597770000003</c:v>
                      </c:pt>
                      <c:pt idx="209">
                        <c:v>43.942110724000003</c:v>
                      </c:pt>
                      <c:pt idx="210">
                        <c:v>43.191910143999998</c:v>
                      </c:pt>
                      <c:pt idx="211">
                        <c:v>49.953670246999998</c:v>
                      </c:pt>
                      <c:pt idx="212">
                        <c:v>55.380055613000003</c:v>
                      </c:pt>
                      <c:pt idx="213">
                        <c:v>61.184709165999998</c:v>
                      </c:pt>
                      <c:pt idx="214">
                        <c:v>61.270841758000003</c:v>
                      </c:pt>
                      <c:pt idx="215">
                        <c:v>53.264721954999999</c:v>
                      </c:pt>
                      <c:pt idx="216">
                        <c:v>39.832640503999997</c:v>
                      </c:pt>
                      <c:pt idx="217">
                        <c:v>25.942332827000001</c:v>
                      </c:pt>
                      <c:pt idx="218">
                        <c:v>16.112028888000001</c:v>
                      </c:pt>
                      <c:pt idx="219">
                        <c:v>10.200530696</c:v>
                      </c:pt>
                      <c:pt idx="220">
                        <c:v>7.7302459629999998</c:v>
                      </c:pt>
                      <c:pt idx="221">
                        <c:v>9.181953622</c:v>
                      </c:pt>
                      <c:pt idx="222">
                        <c:v>18.390155687</c:v>
                      </c:pt>
                      <c:pt idx="223">
                        <c:v>25.657875722</c:v>
                      </c:pt>
                      <c:pt idx="224">
                        <c:v>31.076077266999999</c:v>
                      </c:pt>
                      <c:pt idx="225">
                        <c:v>34.500550033000003</c:v>
                      </c:pt>
                      <c:pt idx="226">
                        <c:v>37.542945410000002</c:v>
                      </c:pt>
                      <c:pt idx="227">
                        <c:v>41.041876748999996</c:v>
                      </c:pt>
                      <c:pt idx="228">
                        <c:v>43.511634907999998</c:v>
                      </c:pt>
                      <c:pt idx="229">
                        <c:v>48.633990992999998</c:v>
                      </c:pt>
                      <c:pt idx="230">
                        <c:v>50.193620230999997</c:v>
                      </c:pt>
                      <c:pt idx="231">
                        <c:v>47.296364529000002</c:v>
                      </c:pt>
                      <c:pt idx="232">
                        <c:v>42.944608227000003</c:v>
                      </c:pt>
                      <c:pt idx="233">
                        <c:v>42.927998461999998</c:v>
                      </c:pt>
                      <c:pt idx="234">
                        <c:v>42.778015347999997</c:v>
                      </c:pt>
                      <c:pt idx="235">
                        <c:v>48.920565332999999</c:v>
                      </c:pt>
                      <c:pt idx="236">
                        <c:v>55.079973873</c:v>
                      </c:pt>
                      <c:pt idx="237">
                        <c:v>61.172719995000001</c:v>
                      </c:pt>
                      <c:pt idx="238">
                        <c:v>59.213773060000001</c:v>
                      </c:pt>
                      <c:pt idx="239">
                        <c:v>49.503226611999999</c:v>
                      </c:pt>
                      <c:pt idx="240">
                        <c:v>35.004384969</c:v>
                      </c:pt>
                      <c:pt idx="241">
                        <c:v>21.745988131000001</c:v>
                      </c:pt>
                      <c:pt idx="242">
                        <c:v>13.200450774</c:v>
                      </c:pt>
                      <c:pt idx="243">
                        <c:v>8.6973399469999997</c:v>
                      </c:pt>
                      <c:pt idx="244">
                        <c:v>7.1129348830000003</c:v>
                      </c:pt>
                      <c:pt idx="245">
                        <c:v>9.0295116249999996</c:v>
                      </c:pt>
                      <c:pt idx="246">
                        <c:v>18.600856890999999</c:v>
                      </c:pt>
                      <c:pt idx="247">
                        <c:v>25.552010695</c:v>
                      </c:pt>
                      <c:pt idx="248">
                        <c:v>30.560443030999998</c:v>
                      </c:pt>
                      <c:pt idx="249">
                        <c:v>32.371403199</c:v>
                      </c:pt>
                      <c:pt idx="250">
                        <c:v>34.638080473999999</c:v>
                      </c:pt>
                      <c:pt idx="251">
                        <c:v>38.270381759999999</c:v>
                      </c:pt>
                      <c:pt idx="252">
                        <c:v>41.289162328000003</c:v>
                      </c:pt>
                      <c:pt idx="253">
                        <c:v>46.061997681999998</c:v>
                      </c:pt>
                      <c:pt idx="254">
                        <c:v>46.055417667999997</c:v>
                      </c:pt>
                      <c:pt idx="255">
                        <c:v>43.897070432</c:v>
                      </c:pt>
                      <c:pt idx="256">
                        <c:v>41.854221586999998</c:v>
                      </c:pt>
                      <c:pt idx="257">
                        <c:v>43.402544081000002</c:v>
                      </c:pt>
                      <c:pt idx="258">
                        <c:v>43.319882419000002</c:v>
                      </c:pt>
                      <c:pt idx="259">
                        <c:v>48.896234182999997</c:v>
                      </c:pt>
                      <c:pt idx="260">
                        <c:v>54.225930241999997</c:v>
                      </c:pt>
                      <c:pt idx="261">
                        <c:v>59.611904082000002</c:v>
                      </c:pt>
                      <c:pt idx="262">
                        <c:v>58.109992949000002</c:v>
                      </c:pt>
                      <c:pt idx="263">
                        <c:v>47.572685028000002</c:v>
                      </c:pt>
                      <c:pt idx="264">
                        <c:v>34.364158725999999</c:v>
                      </c:pt>
                      <c:pt idx="265">
                        <c:v>21.205527812</c:v>
                      </c:pt>
                      <c:pt idx="266">
                        <c:v>12.729551667000001</c:v>
                      </c:pt>
                      <c:pt idx="267">
                        <c:v>8.4565707319999994</c:v>
                      </c:pt>
                      <c:pt idx="268">
                        <c:v>6.8321127219999997</c:v>
                      </c:pt>
                      <c:pt idx="269">
                        <c:v>9.0541575749999996</c:v>
                      </c:pt>
                      <c:pt idx="270">
                        <c:v>19.364187945000001</c:v>
                      </c:pt>
                      <c:pt idx="271">
                        <c:v>26.448785196999999</c:v>
                      </c:pt>
                      <c:pt idx="272">
                        <c:v>30.815540174999999</c:v>
                      </c:pt>
                      <c:pt idx="273">
                        <c:v>32.767793318000003</c:v>
                      </c:pt>
                      <c:pt idx="274">
                        <c:v>35.285685000999997</c:v>
                      </c:pt>
                      <c:pt idx="275">
                        <c:v>39.133076080999999</c:v>
                      </c:pt>
                      <c:pt idx="276">
                        <c:v>42.038258435000003</c:v>
                      </c:pt>
                      <c:pt idx="277">
                        <c:v>46.747388414</c:v>
                      </c:pt>
                      <c:pt idx="278">
                        <c:v>46.262121854999997</c:v>
                      </c:pt>
                      <c:pt idx="279">
                        <c:v>44.086969029999999</c:v>
                      </c:pt>
                      <c:pt idx="280">
                        <c:v>42.215981253999999</c:v>
                      </c:pt>
                      <c:pt idx="281">
                        <c:v>42.892609473999997</c:v>
                      </c:pt>
                      <c:pt idx="282">
                        <c:v>42.702909169999998</c:v>
                      </c:pt>
                      <c:pt idx="283">
                        <c:v>49.425077186999999</c:v>
                      </c:pt>
                      <c:pt idx="284">
                        <c:v>55.042677683000001</c:v>
                      </c:pt>
                      <c:pt idx="285">
                        <c:v>60.332350740999999</c:v>
                      </c:pt>
                      <c:pt idx="286">
                        <c:v>57.739967292000003</c:v>
                      </c:pt>
                      <c:pt idx="287">
                        <c:v>47.570495340999997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9-6C6F-49E4-8F59-330269BCC199}"/>
                  </c:ext>
                </c:extLst>
              </c15:ser>
            </c15:filteredLineSeries>
            <c15:filteredLineSeries>
              <c15:ser>
                <c:idx val="20"/>
                <c:order val="2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12-10-2026'!$V$1</c15:sqref>
                        </c15:formulaRef>
                      </c:ext>
                    </c:extLst>
                    <c:strCache>
                      <c:ptCount val="1"/>
                      <c:pt idx="0">
                        <c:v>OUG-DGW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12-10-2026'!$V$2:$V$289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72.539952962000001</c:v>
                      </c:pt>
                      <c:pt idx="1">
                        <c:v>45.675281264999995</c:v>
                      </c:pt>
                      <c:pt idx="2">
                        <c:v>27.368515071000001</c:v>
                      </c:pt>
                      <c:pt idx="3">
                        <c:v>17.747512254</c:v>
                      </c:pt>
                      <c:pt idx="4">
                        <c:v>14.175988493</c:v>
                      </c:pt>
                      <c:pt idx="5">
                        <c:v>18.880061484000002</c:v>
                      </c:pt>
                      <c:pt idx="6">
                        <c:v>38.081789361999995</c:v>
                      </c:pt>
                      <c:pt idx="7">
                        <c:v>52.236527936999998</c:v>
                      </c:pt>
                      <c:pt idx="8">
                        <c:v>61.400601847000004</c:v>
                      </c:pt>
                      <c:pt idx="9">
                        <c:v>65.669385761000001</c:v>
                      </c:pt>
                      <c:pt idx="10">
                        <c:v>71.86750613000001</c:v>
                      </c:pt>
                      <c:pt idx="11">
                        <c:v>79.672429690999991</c:v>
                      </c:pt>
                      <c:pt idx="12">
                        <c:v>85.771635068999998</c:v>
                      </c:pt>
                      <c:pt idx="13">
                        <c:v>95.308773727000002</c:v>
                      </c:pt>
                      <c:pt idx="14">
                        <c:v>96.420852453000009</c:v>
                      </c:pt>
                      <c:pt idx="15">
                        <c:v>92.129452478999994</c:v>
                      </c:pt>
                      <c:pt idx="16">
                        <c:v>84.214714981</c:v>
                      </c:pt>
                      <c:pt idx="17">
                        <c:v>84.725434404999987</c:v>
                      </c:pt>
                      <c:pt idx="18">
                        <c:v>82.802269965999997</c:v>
                      </c:pt>
                      <c:pt idx="19">
                        <c:v>95.022282095999998</c:v>
                      </c:pt>
                      <c:pt idx="20">
                        <c:v>104.47083276699999</c:v>
                      </c:pt>
                      <c:pt idx="21">
                        <c:v>117.18738738600001</c:v>
                      </c:pt>
                      <c:pt idx="22">
                        <c:v>118.059491377</c:v>
                      </c:pt>
                      <c:pt idx="23">
                        <c:v>104.416210574</c:v>
                      </c:pt>
                      <c:pt idx="24">
                        <c:v>79.533112410999991</c:v>
                      </c:pt>
                      <c:pt idx="25">
                        <c:v>53.164136674000005</c:v>
                      </c:pt>
                      <c:pt idx="26">
                        <c:v>32.993353845000001</c:v>
                      </c:pt>
                      <c:pt idx="27">
                        <c:v>20.958150948</c:v>
                      </c:pt>
                      <c:pt idx="28">
                        <c:v>15.504205751000001</c:v>
                      </c:pt>
                      <c:pt idx="29">
                        <c:v>18.553822648000001</c:v>
                      </c:pt>
                      <c:pt idx="30">
                        <c:v>34.697744229000001</c:v>
                      </c:pt>
                      <c:pt idx="31">
                        <c:v>47.842964027999997</c:v>
                      </c:pt>
                      <c:pt idx="32">
                        <c:v>59.885421231000002</c:v>
                      </c:pt>
                      <c:pt idx="33">
                        <c:v>69.782908556999999</c:v>
                      </c:pt>
                      <c:pt idx="34">
                        <c:v>78.936632830999997</c:v>
                      </c:pt>
                      <c:pt idx="35">
                        <c:v>87.631123615000007</c:v>
                      </c:pt>
                      <c:pt idx="36">
                        <c:v>89.578747574000005</c:v>
                      </c:pt>
                      <c:pt idx="37">
                        <c:v>92.721727646000005</c:v>
                      </c:pt>
                      <c:pt idx="38">
                        <c:v>106.941763111</c:v>
                      </c:pt>
                      <c:pt idx="39">
                        <c:v>99.874767609999992</c:v>
                      </c:pt>
                      <c:pt idx="40">
                        <c:v>87.769189967000003</c:v>
                      </c:pt>
                      <c:pt idx="41">
                        <c:v>86.071208118000001</c:v>
                      </c:pt>
                      <c:pt idx="42">
                        <c:v>84.391994374999996</c:v>
                      </c:pt>
                      <c:pt idx="43">
                        <c:v>97.879116190999994</c:v>
                      </c:pt>
                      <c:pt idx="44">
                        <c:v>108.586539757</c:v>
                      </c:pt>
                      <c:pt idx="45">
                        <c:v>122.02202257899999</c:v>
                      </c:pt>
                      <c:pt idx="46">
                        <c:v>121.26839618299999</c:v>
                      </c:pt>
                      <c:pt idx="47">
                        <c:v>106.918500522</c:v>
                      </c:pt>
                      <c:pt idx="48">
                        <c:v>81.330710245000006</c:v>
                      </c:pt>
                      <c:pt idx="49">
                        <c:v>54.038463426</c:v>
                      </c:pt>
                      <c:pt idx="50">
                        <c:v>32.881974834000005</c:v>
                      </c:pt>
                      <c:pt idx="51">
                        <c:v>20.806227315000001</c:v>
                      </c:pt>
                      <c:pt idx="52">
                        <c:v>15.590930676999999</c:v>
                      </c:pt>
                      <c:pt idx="53">
                        <c:v>19.107604475999999</c:v>
                      </c:pt>
                      <c:pt idx="54">
                        <c:v>36.416951021999999</c:v>
                      </c:pt>
                      <c:pt idx="55">
                        <c:v>49.927545203999998</c:v>
                      </c:pt>
                      <c:pt idx="56">
                        <c:v>60.685809500000005</c:v>
                      </c:pt>
                      <c:pt idx="57">
                        <c:v>67.762081109000007</c:v>
                      </c:pt>
                      <c:pt idx="58">
                        <c:v>73.999736317</c:v>
                      </c:pt>
                      <c:pt idx="59">
                        <c:v>81.087698345000007</c:v>
                      </c:pt>
                      <c:pt idx="60">
                        <c:v>85.887388568000006</c:v>
                      </c:pt>
                      <c:pt idx="61">
                        <c:v>96.563900423999996</c:v>
                      </c:pt>
                      <c:pt idx="62">
                        <c:v>100.26061488900001</c:v>
                      </c:pt>
                      <c:pt idx="63">
                        <c:v>95.178333231000011</c:v>
                      </c:pt>
                      <c:pt idx="64">
                        <c:v>85.383537996000001</c:v>
                      </c:pt>
                      <c:pt idx="65">
                        <c:v>84.364262271999991</c:v>
                      </c:pt>
                      <c:pt idx="66">
                        <c:v>81.142539763000002</c:v>
                      </c:pt>
                      <c:pt idx="67">
                        <c:v>94.100526967000008</c:v>
                      </c:pt>
                      <c:pt idx="68">
                        <c:v>105.171653307</c:v>
                      </c:pt>
                      <c:pt idx="69">
                        <c:v>117.77673408199999</c:v>
                      </c:pt>
                      <c:pt idx="70">
                        <c:v>116.727043522</c:v>
                      </c:pt>
                      <c:pt idx="71">
                        <c:v>100.12271317</c:v>
                      </c:pt>
                      <c:pt idx="72">
                        <c:v>72.020541183999995</c:v>
                      </c:pt>
                      <c:pt idx="73">
                        <c:v>44.908105988000003</c:v>
                      </c:pt>
                      <c:pt idx="74">
                        <c:v>26.886555317999999</c:v>
                      </c:pt>
                      <c:pt idx="75">
                        <c:v>17.263440189000001</c:v>
                      </c:pt>
                      <c:pt idx="76">
                        <c:v>13.904880161000001</c:v>
                      </c:pt>
                      <c:pt idx="77">
                        <c:v>18.311060158</c:v>
                      </c:pt>
                      <c:pt idx="78">
                        <c:v>36.645882650000004</c:v>
                      </c:pt>
                      <c:pt idx="79">
                        <c:v>49.970048032999998</c:v>
                      </c:pt>
                      <c:pt idx="80">
                        <c:v>58.884010083</c:v>
                      </c:pt>
                      <c:pt idx="81">
                        <c:v>63.642578587999999</c:v>
                      </c:pt>
                      <c:pt idx="82">
                        <c:v>69.246168519000008</c:v>
                      </c:pt>
                      <c:pt idx="83">
                        <c:v>76.723334703000006</c:v>
                      </c:pt>
                      <c:pt idx="84">
                        <c:v>82.786886929999994</c:v>
                      </c:pt>
                      <c:pt idx="85">
                        <c:v>92.075421231000007</c:v>
                      </c:pt>
                      <c:pt idx="86">
                        <c:v>92.46080169199999</c:v>
                      </c:pt>
                      <c:pt idx="87">
                        <c:v>87.736759413000001</c:v>
                      </c:pt>
                      <c:pt idx="88">
                        <c:v>81.830922921999999</c:v>
                      </c:pt>
                      <c:pt idx="89">
                        <c:v>82.313237049000008</c:v>
                      </c:pt>
                      <c:pt idx="90">
                        <c:v>80.372176623999991</c:v>
                      </c:pt>
                      <c:pt idx="91">
                        <c:v>93.529116079000005</c:v>
                      </c:pt>
                      <c:pt idx="92">
                        <c:v>104.73062067399999</c:v>
                      </c:pt>
                      <c:pt idx="93">
                        <c:v>117.61354795099999</c:v>
                      </c:pt>
                      <c:pt idx="94">
                        <c:v>115.773074091</c:v>
                      </c:pt>
                      <c:pt idx="95">
                        <c:v>97.080736459999997</c:v>
                      </c:pt>
                      <c:pt idx="96">
                        <c:v>68.332479519000003</c:v>
                      </c:pt>
                      <c:pt idx="97">
                        <c:v>42.229681267000004</c:v>
                      </c:pt>
                      <c:pt idx="98">
                        <c:v>25.198055523000001</c:v>
                      </c:pt>
                      <c:pt idx="99">
                        <c:v>16.648493053999999</c:v>
                      </c:pt>
                      <c:pt idx="100">
                        <c:v>13.629485916</c:v>
                      </c:pt>
                      <c:pt idx="101">
                        <c:v>18.038687959000001</c:v>
                      </c:pt>
                      <c:pt idx="102">
                        <c:v>37.177607468999994</c:v>
                      </c:pt>
                      <c:pt idx="103">
                        <c:v>50.706215744999994</c:v>
                      </c:pt>
                      <c:pt idx="104">
                        <c:v>59.392723427</c:v>
                      </c:pt>
                      <c:pt idx="105">
                        <c:v>64.067579183000007</c:v>
                      </c:pt>
                      <c:pt idx="106">
                        <c:v>69.655965477999999</c:v>
                      </c:pt>
                      <c:pt idx="107">
                        <c:v>77.791446132999994</c:v>
                      </c:pt>
                      <c:pt idx="108">
                        <c:v>83.248022563000006</c:v>
                      </c:pt>
                      <c:pt idx="109">
                        <c:v>92.611217218999997</c:v>
                      </c:pt>
                      <c:pt idx="110">
                        <c:v>92.654966322999996</c:v>
                      </c:pt>
                      <c:pt idx="111">
                        <c:v>87.676009719000007</c:v>
                      </c:pt>
                      <c:pt idx="112">
                        <c:v>81.793777551999995</c:v>
                      </c:pt>
                      <c:pt idx="113">
                        <c:v>82.549694383000002</c:v>
                      </c:pt>
                      <c:pt idx="114">
                        <c:v>80.86660121700001</c:v>
                      </c:pt>
                      <c:pt idx="115">
                        <c:v>94.283625313000002</c:v>
                      </c:pt>
                      <c:pt idx="116">
                        <c:v>105.790212474</c:v>
                      </c:pt>
                      <c:pt idx="117">
                        <c:v>119.30042732699999</c:v>
                      </c:pt>
                      <c:pt idx="118">
                        <c:v>116.768138296</c:v>
                      </c:pt>
                      <c:pt idx="119">
                        <c:v>97.97489964799999</c:v>
                      </c:pt>
                      <c:pt idx="120">
                        <c:v>69.011573598000012</c:v>
                      </c:pt>
                      <c:pt idx="121">
                        <c:v>42.402661307999999</c:v>
                      </c:pt>
                      <c:pt idx="122">
                        <c:v>25.224441179999999</c:v>
                      </c:pt>
                      <c:pt idx="123">
                        <c:v>16.357025943</c:v>
                      </c:pt>
                      <c:pt idx="124">
                        <c:v>13.446786992</c:v>
                      </c:pt>
                      <c:pt idx="125">
                        <c:v>18.061496423999998</c:v>
                      </c:pt>
                      <c:pt idx="126">
                        <c:v>37.460360616000003</c:v>
                      </c:pt>
                      <c:pt idx="127">
                        <c:v>51.383549391999999</c:v>
                      </c:pt>
                      <c:pt idx="128">
                        <c:v>60.01660236</c:v>
                      </c:pt>
                      <c:pt idx="129">
                        <c:v>64.923460179000003</c:v>
                      </c:pt>
                      <c:pt idx="130">
                        <c:v>70.812271995000003</c:v>
                      </c:pt>
                      <c:pt idx="131">
                        <c:v>77.900510862999994</c:v>
                      </c:pt>
                      <c:pt idx="132">
                        <c:v>85.022997787999998</c:v>
                      </c:pt>
                      <c:pt idx="133">
                        <c:v>96.465204127999996</c:v>
                      </c:pt>
                      <c:pt idx="134">
                        <c:v>97.158725650999997</c:v>
                      </c:pt>
                      <c:pt idx="135">
                        <c:v>91.64796656</c:v>
                      </c:pt>
                      <c:pt idx="136">
                        <c:v>82.136053812</c:v>
                      </c:pt>
                      <c:pt idx="137">
                        <c:v>82.133167640000011</c:v>
                      </c:pt>
                      <c:pt idx="138">
                        <c:v>87.390534578</c:v>
                      </c:pt>
                      <c:pt idx="139">
                        <c:v>101.09574505099999</c:v>
                      </c:pt>
                      <c:pt idx="140">
                        <c:v>106.69019116300001</c:v>
                      </c:pt>
                      <c:pt idx="141">
                        <c:v>119.069932216</c:v>
                      </c:pt>
                      <c:pt idx="142">
                        <c:v>116.725440617</c:v>
                      </c:pt>
                      <c:pt idx="143">
                        <c:v>97.993721090000008</c:v>
                      </c:pt>
                      <c:pt idx="144">
                        <c:v>71.506903084000001</c:v>
                      </c:pt>
                      <c:pt idx="145">
                        <c:v>44.939687343000003</c:v>
                      </c:pt>
                      <c:pt idx="146">
                        <c:v>27.211010610999999</c:v>
                      </c:pt>
                      <c:pt idx="147">
                        <c:v>16.939036718000001</c:v>
                      </c:pt>
                      <c:pt idx="148">
                        <c:v>13.631481371</c:v>
                      </c:pt>
                      <c:pt idx="149">
                        <c:v>18.234045448</c:v>
                      </c:pt>
                      <c:pt idx="150">
                        <c:v>38.226744695999997</c:v>
                      </c:pt>
                      <c:pt idx="151">
                        <c:v>52.010732073</c:v>
                      </c:pt>
                      <c:pt idx="152">
                        <c:v>60.388710691</c:v>
                      </c:pt>
                      <c:pt idx="153">
                        <c:v>65.142442469000002</c:v>
                      </c:pt>
                      <c:pt idx="154">
                        <c:v>70.541751957999992</c:v>
                      </c:pt>
                      <c:pt idx="155">
                        <c:v>78.054855587999995</c:v>
                      </c:pt>
                      <c:pt idx="156">
                        <c:v>83.567141351999993</c:v>
                      </c:pt>
                      <c:pt idx="157">
                        <c:v>92.831458843999997</c:v>
                      </c:pt>
                      <c:pt idx="158">
                        <c:v>92.946736187999988</c:v>
                      </c:pt>
                      <c:pt idx="159">
                        <c:v>88.856043572999994</c:v>
                      </c:pt>
                      <c:pt idx="160">
                        <c:v>83.42446389700001</c:v>
                      </c:pt>
                      <c:pt idx="161">
                        <c:v>83.960007947999998</c:v>
                      </c:pt>
                      <c:pt idx="162">
                        <c:v>82.31606949799999</c:v>
                      </c:pt>
                      <c:pt idx="163">
                        <c:v>94.594423479</c:v>
                      </c:pt>
                      <c:pt idx="164">
                        <c:v>104.979310535</c:v>
                      </c:pt>
                      <c:pt idx="165">
                        <c:v>117.55824963399999</c:v>
                      </c:pt>
                      <c:pt idx="166">
                        <c:v>116.19500750399999</c:v>
                      </c:pt>
                      <c:pt idx="167">
                        <c:v>97.640533336000004</c:v>
                      </c:pt>
                      <c:pt idx="168">
                        <c:v>69.204230389000003</c:v>
                      </c:pt>
                      <c:pt idx="169">
                        <c:v>43.140622694000001</c:v>
                      </c:pt>
                      <c:pt idx="170">
                        <c:v>26.153695143</c:v>
                      </c:pt>
                      <c:pt idx="171">
                        <c:v>17.148380631000002</c:v>
                      </c:pt>
                      <c:pt idx="172">
                        <c:v>14.139610702999999</c:v>
                      </c:pt>
                      <c:pt idx="173">
                        <c:v>18.753148934000002</c:v>
                      </c:pt>
                      <c:pt idx="174">
                        <c:v>39.005991136999995</c:v>
                      </c:pt>
                      <c:pt idx="175">
                        <c:v>54.408602330999997</c:v>
                      </c:pt>
                      <c:pt idx="176">
                        <c:v>65.327043347999989</c:v>
                      </c:pt>
                      <c:pt idx="177">
                        <c:v>71.871627605</c:v>
                      </c:pt>
                      <c:pt idx="178">
                        <c:v>74.791561222000013</c:v>
                      </c:pt>
                      <c:pt idx="179">
                        <c:v>80.248520143000007</c:v>
                      </c:pt>
                      <c:pt idx="180">
                        <c:v>86.462894491</c:v>
                      </c:pt>
                      <c:pt idx="181">
                        <c:v>96.125094805999993</c:v>
                      </c:pt>
                      <c:pt idx="182">
                        <c:v>95.719999185000006</c:v>
                      </c:pt>
                      <c:pt idx="183">
                        <c:v>90.395635419000001</c:v>
                      </c:pt>
                      <c:pt idx="184">
                        <c:v>84.502703341</c:v>
                      </c:pt>
                      <c:pt idx="185">
                        <c:v>84.115743549000001</c:v>
                      </c:pt>
                      <c:pt idx="186">
                        <c:v>83.864196265000004</c:v>
                      </c:pt>
                      <c:pt idx="187">
                        <c:v>97.273226069000003</c:v>
                      </c:pt>
                      <c:pt idx="188">
                        <c:v>106.678047792</c:v>
                      </c:pt>
                      <c:pt idx="189">
                        <c:v>118.43500257300001</c:v>
                      </c:pt>
                      <c:pt idx="190">
                        <c:v>118.78838588799999</c:v>
                      </c:pt>
                      <c:pt idx="191">
                        <c:v>104.40249408700001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A-6C6F-49E4-8F59-330269BCC199}"/>
                  </c:ext>
                </c:extLst>
              </c15:ser>
            </c15:filteredLineSeries>
            <c15:filteredLineSeries>
              <c15:ser>
                <c:idx val="21"/>
                <c:order val="2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12-10-2026'!$W$1</c15:sqref>
                        </c15:formulaRef>
                      </c:ext>
                    </c:extLst>
                    <c:strCache>
                      <c:ptCount val="1"/>
                      <c:pt idx="0">
                        <c:v>MUS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12-10-2026'!$W$2:$W$289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46.522478674097997</c:v>
                      </c:pt>
                      <c:pt idx="1">
                        <c:v>30.132050497771001</c:v>
                      </c:pt>
                      <c:pt idx="2">
                        <c:v>18.568861231773997</c:v>
                      </c:pt>
                      <c:pt idx="3">
                        <c:v>12.381899541968</c:v>
                      </c:pt>
                      <c:pt idx="4">
                        <c:v>9.4653650505939986</c:v>
                      </c:pt>
                      <c:pt idx="5">
                        <c:v>10.726177467659001</c:v>
                      </c:pt>
                      <c:pt idx="6">
                        <c:v>20.356989523700999</c:v>
                      </c:pt>
                      <c:pt idx="7">
                        <c:v>31.434066600884002</c:v>
                      </c:pt>
                      <c:pt idx="8">
                        <c:v>38.122384969057997</c:v>
                      </c:pt>
                      <c:pt idx="9">
                        <c:v>41.232810828082002</c:v>
                      </c:pt>
                      <c:pt idx="10">
                        <c:v>45.531558493223002</c:v>
                      </c:pt>
                      <c:pt idx="11">
                        <c:v>49.944370486002995</c:v>
                      </c:pt>
                      <c:pt idx="12">
                        <c:v>52.556368355826997</c:v>
                      </c:pt>
                      <c:pt idx="13">
                        <c:v>58.000162473616001</c:v>
                      </c:pt>
                      <c:pt idx="14">
                        <c:v>60.505970870462995</c:v>
                      </c:pt>
                      <c:pt idx="15">
                        <c:v>60.435788773665003</c:v>
                      </c:pt>
                      <c:pt idx="16">
                        <c:v>55.190896387781997</c:v>
                      </c:pt>
                      <c:pt idx="17">
                        <c:v>59.198720327353001</c:v>
                      </c:pt>
                      <c:pt idx="18">
                        <c:v>58.097561565281005</c:v>
                      </c:pt>
                      <c:pt idx="19">
                        <c:v>64.775615222446007</c:v>
                      </c:pt>
                      <c:pt idx="20">
                        <c:v>69.982245832517989</c:v>
                      </c:pt>
                      <c:pt idx="21">
                        <c:v>80.461581261414011</c:v>
                      </c:pt>
                      <c:pt idx="22">
                        <c:v>79.487930081648997</c:v>
                      </c:pt>
                      <c:pt idx="23">
                        <c:v>68.482866987359998</c:v>
                      </c:pt>
                      <c:pt idx="24">
                        <c:v>52.350237828243003</c:v>
                      </c:pt>
                      <c:pt idx="25">
                        <c:v>36.215961187474996</c:v>
                      </c:pt>
                      <c:pt idx="26">
                        <c:v>23.048643840935998</c:v>
                      </c:pt>
                      <c:pt idx="27">
                        <c:v>14.940629794955001</c:v>
                      </c:pt>
                      <c:pt idx="28">
                        <c:v>10.567110898774001</c:v>
                      </c:pt>
                      <c:pt idx="29">
                        <c:v>10.37612447671</c:v>
                      </c:pt>
                      <c:pt idx="30">
                        <c:v>16.475327447550001</c:v>
                      </c:pt>
                      <c:pt idx="31">
                        <c:v>23.048515506392999</c:v>
                      </c:pt>
                      <c:pt idx="32">
                        <c:v>32.119816039191001</c:v>
                      </c:pt>
                      <c:pt idx="33">
                        <c:v>40.166833666250007</c:v>
                      </c:pt>
                      <c:pt idx="34">
                        <c:v>47.359812867761001</c:v>
                      </c:pt>
                      <c:pt idx="35">
                        <c:v>53.538023315032</c:v>
                      </c:pt>
                      <c:pt idx="36">
                        <c:v>53.284614979291</c:v>
                      </c:pt>
                      <c:pt idx="37">
                        <c:v>55.820171824907</c:v>
                      </c:pt>
                      <c:pt idx="38">
                        <c:v>70.446710034575005</c:v>
                      </c:pt>
                      <c:pt idx="39">
                        <c:v>68.046153764403002</c:v>
                      </c:pt>
                      <c:pt idx="40">
                        <c:v>58.565658872789001</c:v>
                      </c:pt>
                      <c:pt idx="41">
                        <c:v>60.920676234303002</c:v>
                      </c:pt>
                      <c:pt idx="42">
                        <c:v>59.019747374305005</c:v>
                      </c:pt>
                      <c:pt idx="43">
                        <c:v>67.402712249006996</c:v>
                      </c:pt>
                      <c:pt idx="44">
                        <c:v>73.334282671668987</c:v>
                      </c:pt>
                      <c:pt idx="45">
                        <c:v>84.693512190979007</c:v>
                      </c:pt>
                      <c:pt idx="46">
                        <c:v>83.117433869689009</c:v>
                      </c:pt>
                      <c:pt idx="47">
                        <c:v>72.636512240163</c:v>
                      </c:pt>
                      <c:pt idx="48">
                        <c:v>55.427064431984</c:v>
                      </c:pt>
                      <c:pt idx="49">
                        <c:v>37.602384944731</c:v>
                      </c:pt>
                      <c:pt idx="50">
                        <c:v>23.587998593640997</c:v>
                      </c:pt>
                      <c:pt idx="51">
                        <c:v>14.794400721558</c:v>
                      </c:pt>
                      <c:pt idx="52">
                        <c:v>10.430508455611999</c:v>
                      </c:pt>
                      <c:pt idx="53">
                        <c:v>10.389300610693999</c:v>
                      </c:pt>
                      <c:pt idx="54">
                        <c:v>17.232172453680001</c:v>
                      </c:pt>
                      <c:pt idx="55">
                        <c:v>25.299683181984001</c:v>
                      </c:pt>
                      <c:pt idx="56">
                        <c:v>34.193302815091997</c:v>
                      </c:pt>
                      <c:pt idx="57">
                        <c:v>41.363645333225996</c:v>
                      </c:pt>
                      <c:pt idx="58">
                        <c:v>46.681084391368003</c:v>
                      </c:pt>
                      <c:pt idx="59">
                        <c:v>51.301215081132</c:v>
                      </c:pt>
                      <c:pt idx="60">
                        <c:v>53.274482249776995</c:v>
                      </c:pt>
                      <c:pt idx="61">
                        <c:v>60.48332068397</c:v>
                      </c:pt>
                      <c:pt idx="62">
                        <c:v>64.304765411041004</c:v>
                      </c:pt>
                      <c:pt idx="63">
                        <c:v>63.316424756815003</c:v>
                      </c:pt>
                      <c:pt idx="64">
                        <c:v>56.793410900144991</c:v>
                      </c:pt>
                      <c:pt idx="65">
                        <c:v>60.472340193476995</c:v>
                      </c:pt>
                      <c:pt idx="66">
                        <c:v>58.973133894996003</c:v>
                      </c:pt>
                      <c:pt idx="67">
                        <c:v>64.967089396010991</c:v>
                      </c:pt>
                      <c:pt idx="68">
                        <c:v>70.488738704774008</c:v>
                      </c:pt>
                      <c:pt idx="69">
                        <c:v>81.451219303638993</c:v>
                      </c:pt>
                      <c:pt idx="70">
                        <c:v>79.481855001719993</c:v>
                      </c:pt>
                      <c:pt idx="71">
                        <c:v>66.169552747693999</c:v>
                      </c:pt>
                      <c:pt idx="72">
                        <c:v>46.961030722679993</c:v>
                      </c:pt>
                      <c:pt idx="73">
                        <c:v>30.06542610887</c:v>
                      </c:pt>
                      <c:pt idx="74">
                        <c:v>18.615180465350999</c:v>
                      </c:pt>
                      <c:pt idx="75">
                        <c:v>12.153878076077</c:v>
                      </c:pt>
                      <c:pt idx="76">
                        <c:v>9.299859958123001</c:v>
                      </c:pt>
                      <c:pt idx="77">
                        <c:v>10.155706139674999</c:v>
                      </c:pt>
                      <c:pt idx="78">
                        <c:v>19.247773038746999</c:v>
                      </c:pt>
                      <c:pt idx="79">
                        <c:v>30.148543626137997</c:v>
                      </c:pt>
                      <c:pt idx="80">
                        <c:v>37.066029086386003</c:v>
                      </c:pt>
                      <c:pt idx="81">
                        <c:v>40.687532261442996</c:v>
                      </c:pt>
                      <c:pt idx="82">
                        <c:v>44.822743062309996</c:v>
                      </c:pt>
                      <c:pt idx="83">
                        <c:v>49.395587029325</c:v>
                      </c:pt>
                      <c:pt idx="84">
                        <c:v>51.531331612705998</c:v>
                      </c:pt>
                      <c:pt idx="85">
                        <c:v>56.499905607670001</c:v>
                      </c:pt>
                      <c:pt idx="86">
                        <c:v>58.526463883985997</c:v>
                      </c:pt>
                      <c:pt idx="87">
                        <c:v>57.940516895584004</c:v>
                      </c:pt>
                      <c:pt idx="88">
                        <c:v>54.803442963761</c:v>
                      </c:pt>
                      <c:pt idx="89">
                        <c:v>59.833050257726001</c:v>
                      </c:pt>
                      <c:pt idx="90">
                        <c:v>58.109973283297002</c:v>
                      </c:pt>
                      <c:pt idx="91">
                        <c:v>65.252840822000991</c:v>
                      </c:pt>
                      <c:pt idx="92">
                        <c:v>71.483832609735003</c:v>
                      </c:pt>
                      <c:pt idx="93">
                        <c:v>82.415992546526994</c:v>
                      </c:pt>
                      <c:pt idx="94">
                        <c:v>79.178549630934</c:v>
                      </c:pt>
                      <c:pt idx="95">
                        <c:v>64.912863420213</c:v>
                      </c:pt>
                      <c:pt idx="96">
                        <c:v>45.395419543839999</c:v>
                      </c:pt>
                      <c:pt idx="97">
                        <c:v>28.751103712712002</c:v>
                      </c:pt>
                      <c:pt idx="98">
                        <c:v>17.575206378573</c:v>
                      </c:pt>
                      <c:pt idx="99">
                        <c:v>11.626451256088</c:v>
                      </c:pt>
                      <c:pt idx="100">
                        <c:v>8.9880534015349998</c:v>
                      </c:pt>
                      <c:pt idx="101">
                        <c:v>9.9669961285640003</c:v>
                      </c:pt>
                      <c:pt idx="102">
                        <c:v>19.659632344194002</c:v>
                      </c:pt>
                      <c:pt idx="103">
                        <c:v>31.202091807522002</c:v>
                      </c:pt>
                      <c:pt idx="104">
                        <c:v>37.974241145180997</c:v>
                      </c:pt>
                      <c:pt idx="105">
                        <c:v>41.091353368052005</c:v>
                      </c:pt>
                      <c:pt idx="106">
                        <c:v>45.236314484448997</c:v>
                      </c:pt>
                      <c:pt idx="107">
                        <c:v>50.350999574565002</c:v>
                      </c:pt>
                      <c:pt idx="108">
                        <c:v>52.714468501784992</c:v>
                      </c:pt>
                      <c:pt idx="109">
                        <c:v>57.241730587489002</c:v>
                      </c:pt>
                      <c:pt idx="110">
                        <c:v>59.280651263377003</c:v>
                      </c:pt>
                      <c:pt idx="111">
                        <c:v>58.694146261097998</c:v>
                      </c:pt>
                      <c:pt idx="112">
                        <c:v>55.578521802144998</c:v>
                      </c:pt>
                      <c:pt idx="113">
                        <c:v>60.169575360793004</c:v>
                      </c:pt>
                      <c:pt idx="114">
                        <c:v>58.602356185129999</c:v>
                      </c:pt>
                      <c:pt idx="115">
                        <c:v>65.68704120630801</c:v>
                      </c:pt>
                      <c:pt idx="116">
                        <c:v>72.452811626279001</c:v>
                      </c:pt>
                      <c:pt idx="117">
                        <c:v>84.001257183883993</c:v>
                      </c:pt>
                      <c:pt idx="118">
                        <c:v>80.197408810992002</c:v>
                      </c:pt>
                      <c:pt idx="119">
                        <c:v>65.502743931792992</c:v>
                      </c:pt>
                      <c:pt idx="120">
                        <c:v>45.417487226777006</c:v>
                      </c:pt>
                      <c:pt idx="121">
                        <c:v>28.648090786330997</c:v>
                      </c:pt>
                      <c:pt idx="122">
                        <c:v>17.624782199607001</c:v>
                      </c:pt>
                      <c:pt idx="123">
                        <c:v>11.506081543606999</c:v>
                      </c:pt>
                      <c:pt idx="124">
                        <c:v>8.8576629686819999</c:v>
                      </c:pt>
                      <c:pt idx="125">
                        <c:v>10.006419586948001</c:v>
                      </c:pt>
                      <c:pt idx="126">
                        <c:v>20.254328970982002</c:v>
                      </c:pt>
                      <c:pt idx="127">
                        <c:v>32.038164733711</c:v>
                      </c:pt>
                      <c:pt idx="128">
                        <c:v>38.503339056184998</c:v>
                      </c:pt>
                      <c:pt idx="129">
                        <c:v>41.621399574227993</c:v>
                      </c:pt>
                      <c:pt idx="130">
                        <c:v>45.734205174046004</c:v>
                      </c:pt>
                      <c:pt idx="131">
                        <c:v>50.140823702063003</c:v>
                      </c:pt>
                      <c:pt idx="132">
                        <c:v>53.657411154812003</c:v>
                      </c:pt>
                      <c:pt idx="133">
                        <c:v>61.337436084724999</c:v>
                      </c:pt>
                      <c:pt idx="134">
                        <c:v>63.170808348003</c:v>
                      </c:pt>
                      <c:pt idx="135">
                        <c:v>61.923825905386003</c:v>
                      </c:pt>
                      <c:pt idx="136">
                        <c:v>56.675866265299</c:v>
                      </c:pt>
                      <c:pt idx="137">
                        <c:v>61.240029420131997</c:v>
                      </c:pt>
                      <c:pt idx="138">
                        <c:v>65.438258077130001</c:v>
                      </c:pt>
                      <c:pt idx="139">
                        <c:v>72.899967230160001</c:v>
                      </c:pt>
                      <c:pt idx="140">
                        <c:v>74.427071432863002</c:v>
                      </c:pt>
                      <c:pt idx="141">
                        <c:v>84.948131453460007</c:v>
                      </c:pt>
                      <c:pt idx="142">
                        <c:v>80.137255459214998</c:v>
                      </c:pt>
                      <c:pt idx="143">
                        <c:v>64.997290520793996</c:v>
                      </c:pt>
                      <c:pt idx="144">
                        <c:v>47.522926784863998</c:v>
                      </c:pt>
                      <c:pt idx="145">
                        <c:v>30.370978510682999</c:v>
                      </c:pt>
                      <c:pt idx="146">
                        <c:v>19.280674563317998</c:v>
                      </c:pt>
                      <c:pt idx="147">
                        <c:v>11.828632097945</c:v>
                      </c:pt>
                      <c:pt idx="148">
                        <c:v>9.1719532326189999</c:v>
                      </c:pt>
                      <c:pt idx="149">
                        <c:v>10.380852902740999</c:v>
                      </c:pt>
                      <c:pt idx="150">
                        <c:v>20.621946590665999</c:v>
                      </c:pt>
                      <c:pt idx="151">
                        <c:v>32.479593675352</c:v>
                      </c:pt>
                      <c:pt idx="152">
                        <c:v>39.477602230008998</c:v>
                      </c:pt>
                      <c:pt idx="153">
                        <c:v>42.136210792124999</c:v>
                      </c:pt>
                      <c:pt idx="154">
                        <c:v>45.961521788566998</c:v>
                      </c:pt>
                      <c:pt idx="155">
                        <c:v>50.260896352141003</c:v>
                      </c:pt>
                      <c:pt idx="156">
                        <c:v>52.190196609521998</c:v>
                      </c:pt>
                      <c:pt idx="157">
                        <c:v>57.001849320759</c:v>
                      </c:pt>
                      <c:pt idx="158">
                        <c:v>59.077432890890002</c:v>
                      </c:pt>
                      <c:pt idx="159">
                        <c:v>58.424606731632998</c:v>
                      </c:pt>
                      <c:pt idx="160">
                        <c:v>56.246131432489001</c:v>
                      </c:pt>
                      <c:pt idx="161">
                        <c:v>62.248777275724002</c:v>
                      </c:pt>
                      <c:pt idx="162">
                        <c:v>60.444726061057999</c:v>
                      </c:pt>
                      <c:pt idx="163">
                        <c:v>67.182939851390998</c:v>
                      </c:pt>
                      <c:pt idx="164">
                        <c:v>73.238957146806001</c:v>
                      </c:pt>
                      <c:pt idx="165">
                        <c:v>83.068316030042013</c:v>
                      </c:pt>
                      <c:pt idx="166">
                        <c:v>79.770525601155995</c:v>
                      </c:pt>
                      <c:pt idx="167">
                        <c:v>64.266526946494992</c:v>
                      </c:pt>
                      <c:pt idx="168">
                        <c:v>44.999947981981002</c:v>
                      </c:pt>
                      <c:pt idx="169">
                        <c:v>28.533702311816</c:v>
                      </c:pt>
                      <c:pt idx="170">
                        <c:v>17.747262948917999</c:v>
                      </c:pt>
                      <c:pt idx="171">
                        <c:v>11.788138204839001</c:v>
                      </c:pt>
                      <c:pt idx="172">
                        <c:v>9.2367209603910005</c:v>
                      </c:pt>
                      <c:pt idx="173">
                        <c:v>10.697575744849001</c:v>
                      </c:pt>
                      <c:pt idx="174">
                        <c:v>21.287404960634998</c:v>
                      </c:pt>
                      <c:pt idx="175">
                        <c:v>34.594861691233</c:v>
                      </c:pt>
                      <c:pt idx="176">
                        <c:v>43.432433864814996</c:v>
                      </c:pt>
                      <c:pt idx="177">
                        <c:v>46.976885613406004</c:v>
                      </c:pt>
                      <c:pt idx="178">
                        <c:v>50.008513443939002</c:v>
                      </c:pt>
                      <c:pt idx="179">
                        <c:v>53.106783944898005</c:v>
                      </c:pt>
                      <c:pt idx="180">
                        <c:v>54.923284769479999</c:v>
                      </c:pt>
                      <c:pt idx="181">
                        <c:v>59.692623223577002</c:v>
                      </c:pt>
                      <c:pt idx="182">
                        <c:v>61.438811934284999</c:v>
                      </c:pt>
                      <c:pt idx="183">
                        <c:v>60.761419257889003</c:v>
                      </c:pt>
                      <c:pt idx="184">
                        <c:v>57.043897342789997</c:v>
                      </c:pt>
                      <c:pt idx="185">
                        <c:v>61.659348858187002</c:v>
                      </c:pt>
                      <c:pt idx="186">
                        <c:v>61.342354492115994</c:v>
                      </c:pt>
                      <c:pt idx="187">
                        <c:v>68.975432050375005</c:v>
                      </c:pt>
                      <c:pt idx="188">
                        <c:v>73.479760686044997</c:v>
                      </c:pt>
                      <c:pt idx="189">
                        <c:v>82.544722025097002</c:v>
                      </c:pt>
                      <c:pt idx="190">
                        <c:v>80.903133630962998</c:v>
                      </c:pt>
                      <c:pt idx="191">
                        <c:v>68.733667406949991</c:v>
                      </c:pt>
                      <c:pt idx="192">
                        <c:v>51.886770872134001</c:v>
                      </c:pt>
                      <c:pt idx="193">
                        <c:v>35.692184343488002</c:v>
                      </c:pt>
                      <c:pt idx="194">
                        <c:v>22.965050362420001</c:v>
                      </c:pt>
                      <c:pt idx="195">
                        <c:v>15.095235469809001</c:v>
                      </c:pt>
                      <c:pt idx="196">
                        <c:v>10.628477384836001</c:v>
                      </c:pt>
                      <c:pt idx="197">
                        <c:v>9.9251136348459994</c:v>
                      </c:pt>
                      <c:pt idx="198">
                        <c:v>16.652751601841</c:v>
                      </c:pt>
                      <c:pt idx="199">
                        <c:v>24.044982469482001</c:v>
                      </c:pt>
                      <c:pt idx="200">
                        <c:v>33.989549802309</c:v>
                      </c:pt>
                      <c:pt idx="201">
                        <c:v>42.816005241100996</c:v>
                      </c:pt>
                      <c:pt idx="202">
                        <c:v>49.480387417178001</c:v>
                      </c:pt>
                      <c:pt idx="203">
                        <c:v>54.801983811045005</c:v>
                      </c:pt>
                      <c:pt idx="204">
                        <c:v>54.074873959469997</c:v>
                      </c:pt>
                      <c:pt idx="205">
                        <c:v>56.938026089845003</c:v>
                      </c:pt>
                      <c:pt idx="206">
                        <c:v>70.552938636764011</c:v>
                      </c:pt>
                      <c:pt idx="207">
                        <c:v>67.268709288786994</c:v>
                      </c:pt>
                      <c:pt idx="208">
                        <c:v>60.239718703357994</c:v>
                      </c:pt>
                      <c:pt idx="209">
                        <c:v>63.120853733857004</c:v>
                      </c:pt>
                      <c:pt idx="210">
                        <c:v>61.260842467193996</c:v>
                      </c:pt>
                      <c:pt idx="211">
                        <c:v>69.367001978694987</c:v>
                      </c:pt>
                      <c:pt idx="212">
                        <c:v>75.241219080299004</c:v>
                      </c:pt>
                      <c:pt idx="213">
                        <c:v>84.829667843419003</c:v>
                      </c:pt>
                      <c:pt idx="214">
                        <c:v>84.408701524755998</c:v>
                      </c:pt>
                      <c:pt idx="215">
                        <c:v>71.159337631385</c:v>
                      </c:pt>
                      <c:pt idx="216">
                        <c:v>52.434363966128998</c:v>
                      </c:pt>
                      <c:pt idx="217">
                        <c:v>34.630359026836999</c:v>
                      </c:pt>
                      <c:pt idx="218">
                        <c:v>21.627314256032001</c:v>
                      </c:pt>
                      <c:pt idx="219">
                        <c:v>13.762001323608001</c:v>
                      </c:pt>
                      <c:pt idx="220">
                        <c:v>9.9347577904530002</c:v>
                      </c:pt>
                      <c:pt idx="221">
                        <c:v>9.7877787753819998</c:v>
                      </c:pt>
                      <c:pt idx="222">
                        <c:v>17.169121078164</c:v>
                      </c:pt>
                      <c:pt idx="223">
                        <c:v>25.967513924399</c:v>
                      </c:pt>
                      <c:pt idx="224">
                        <c:v>35.067120730810998</c:v>
                      </c:pt>
                      <c:pt idx="225">
                        <c:v>41.802475533105998</c:v>
                      </c:pt>
                      <c:pt idx="226">
                        <c:v>47.024540989266001</c:v>
                      </c:pt>
                      <c:pt idx="227">
                        <c:v>51.873999244516</c:v>
                      </c:pt>
                      <c:pt idx="228">
                        <c:v>53.408607475554007</c:v>
                      </c:pt>
                      <c:pt idx="229">
                        <c:v>60.445711635214998</c:v>
                      </c:pt>
                      <c:pt idx="230">
                        <c:v>64.407515058573992</c:v>
                      </c:pt>
                      <c:pt idx="231">
                        <c:v>62.603927382731008</c:v>
                      </c:pt>
                      <c:pt idx="232">
                        <c:v>57.659987249646001</c:v>
                      </c:pt>
                      <c:pt idx="233">
                        <c:v>62.235450207924004</c:v>
                      </c:pt>
                      <c:pt idx="234">
                        <c:v>60.931694855611994</c:v>
                      </c:pt>
                      <c:pt idx="235">
                        <c:v>67.576121808200995</c:v>
                      </c:pt>
                      <c:pt idx="236">
                        <c:v>74.722655910350994</c:v>
                      </c:pt>
                      <c:pt idx="237">
                        <c:v>84.99850963251501</c:v>
                      </c:pt>
                      <c:pt idx="238">
                        <c:v>79.781478469128004</c:v>
                      </c:pt>
                      <c:pt idx="239">
                        <c:v>64.467322327465993</c:v>
                      </c:pt>
                      <c:pt idx="240">
                        <c:v>44.804307427104</c:v>
                      </c:pt>
                      <c:pt idx="241">
                        <c:v>28.303097429432999</c:v>
                      </c:pt>
                      <c:pt idx="242">
                        <c:v>17.214701145323001</c:v>
                      </c:pt>
                      <c:pt idx="243">
                        <c:v>11.37392501399</c:v>
                      </c:pt>
                      <c:pt idx="244">
                        <c:v>8.9623090488510009</c:v>
                      </c:pt>
                      <c:pt idx="245">
                        <c:v>9.8899917443969994</c:v>
                      </c:pt>
                      <c:pt idx="246">
                        <c:v>19.690480823935999</c:v>
                      </c:pt>
                      <c:pt idx="247">
                        <c:v>31.346388704481001</c:v>
                      </c:pt>
                      <c:pt idx="248">
                        <c:v>37.843449823923002</c:v>
                      </c:pt>
                      <c:pt idx="249">
                        <c:v>40.814291675735994</c:v>
                      </c:pt>
                      <c:pt idx="250">
                        <c:v>45.007345459802004</c:v>
                      </c:pt>
                      <c:pt idx="251">
                        <c:v>49.797949145696997</c:v>
                      </c:pt>
                      <c:pt idx="252">
                        <c:v>52.187727874230006</c:v>
                      </c:pt>
                      <c:pt idx="253">
                        <c:v>57.387896591844999</c:v>
                      </c:pt>
                      <c:pt idx="254">
                        <c:v>59.543480830705001</c:v>
                      </c:pt>
                      <c:pt idx="255">
                        <c:v>58.699997333881008</c:v>
                      </c:pt>
                      <c:pt idx="256">
                        <c:v>58.036999459518</c:v>
                      </c:pt>
                      <c:pt idx="257">
                        <c:v>63.641885393853002</c:v>
                      </c:pt>
                      <c:pt idx="258">
                        <c:v>61.253191068141</c:v>
                      </c:pt>
                      <c:pt idx="259">
                        <c:v>67.738017977046994</c:v>
                      </c:pt>
                      <c:pt idx="260">
                        <c:v>74.679779311266998</c:v>
                      </c:pt>
                      <c:pt idx="261">
                        <c:v>83.841841237843013</c:v>
                      </c:pt>
                      <c:pt idx="262">
                        <c:v>79.171036485409985</c:v>
                      </c:pt>
                      <c:pt idx="263">
                        <c:v>62.969030568013999</c:v>
                      </c:pt>
                      <c:pt idx="264">
                        <c:v>43.106366213121994</c:v>
                      </c:pt>
                      <c:pt idx="265">
                        <c:v>26.616268704815997</c:v>
                      </c:pt>
                      <c:pt idx="266">
                        <c:v>16.224249384954</c:v>
                      </c:pt>
                      <c:pt idx="267">
                        <c:v>10.940569713539</c:v>
                      </c:pt>
                      <c:pt idx="268">
                        <c:v>8.7670234177489998</c:v>
                      </c:pt>
                      <c:pt idx="269">
                        <c:v>9.7658342004120016</c:v>
                      </c:pt>
                      <c:pt idx="270">
                        <c:v>20.034765060925</c:v>
                      </c:pt>
                      <c:pt idx="271">
                        <c:v>32.452027090420998</c:v>
                      </c:pt>
                      <c:pt idx="272">
                        <c:v>38.618993671342004</c:v>
                      </c:pt>
                      <c:pt idx="273">
                        <c:v>41.881255961872995</c:v>
                      </c:pt>
                      <c:pt idx="274">
                        <c:v>46.048564527097</c:v>
                      </c:pt>
                      <c:pt idx="275">
                        <c:v>50.663203562564</c:v>
                      </c:pt>
                      <c:pt idx="276">
                        <c:v>52.836774189277996</c:v>
                      </c:pt>
                      <c:pt idx="277">
                        <c:v>57.484786967424</c:v>
                      </c:pt>
                      <c:pt idx="278">
                        <c:v>59.628383056145999</c:v>
                      </c:pt>
                      <c:pt idx="279">
                        <c:v>58.877846351319995</c:v>
                      </c:pt>
                      <c:pt idx="280">
                        <c:v>58.235760117524002</c:v>
                      </c:pt>
                      <c:pt idx="281">
                        <c:v>62.875770647262001</c:v>
                      </c:pt>
                      <c:pt idx="282">
                        <c:v>61.006134394459004</c:v>
                      </c:pt>
                      <c:pt idx="283">
                        <c:v>68.781160256836003</c:v>
                      </c:pt>
                      <c:pt idx="284">
                        <c:v>76.375892405529001</c:v>
                      </c:pt>
                      <c:pt idx="285">
                        <c:v>85.993476807785001</c:v>
                      </c:pt>
                      <c:pt idx="286">
                        <c:v>80.453615286101993</c:v>
                      </c:pt>
                      <c:pt idx="287">
                        <c:v>63.495029898316993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B-6C6F-49E4-8F59-330269BCC199}"/>
                  </c:ext>
                </c:extLst>
              </c15:ser>
            </c15:filteredLineSeries>
            <c15:filteredLineSeries>
              <c15:ser>
                <c:idx val="22"/>
                <c:order val="2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12-10-2026'!$X$1</c15:sqref>
                        </c15:formulaRef>
                      </c:ext>
                    </c:extLst>
                    <c:strCache>
                      <c:ptCount val="1"/>
                      <c:pt idx="0">
                        <c:v>MUS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12-10-2026'!$X$2:$X$289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4.1621216249749997</c:v>
                      </c:pt>
                      <c:pt idx="1">
                        <c:v>2.5959724756400004</c:v>
                      </c:pt>
                      <c:pt idx="2">
                        <c:v>1.6528979054899999</c:v>
                      </c:pt>
                      <c:pt idx="3">
                        <c:v>1.165557864473</c:v>
                      </c:pt>
                      <c:pt idx="4">
                        <c:v>0.90568651434000202</c:v>
                      </c:pt>
                      <c:pt idx="5">
                        <c:v>1.2070974132780001</c:v>
                      </c:pt>
                      <c:pt idx="6">
                        <c:v>2.4417279225690001</c:v>
                      </c:pt>
                      <c:pt idx="7">
                        <c:v>3.530221343624</c:v>
                      </c:pt>
                      <c:pt idx="8">
                        <c:v>4.0529777372140003</c:v>
                      </c:pt>
                      <c:pt idx="9">
                        <c:v>4.2173406613570004</c:v>
                      </c:pt>
                      <c:pt idx="10">
                        <c:v>4.5502622475870007</c:v>
                      </c:pt>
                      <c:pt idx="11">
                        <c:v>5.0548047901129989</c:v>
                      </c:pt>
                      <c:pt idx="12">
                        <c:v>5.5918484606009997</c:v>
                      </c:pt>
                      <c:pt idx="13">
                        <c:v>6.1087861886769996</c:v>
                      </c:pt>
                      <c:pt idx="14">
                        <c:v>6.3353656368819999</c:v>
                      </c:pt>
                      <c:pt idx="15">
                        <c:v>6.3131810586659993</c:v>
                      </c:pt>
                      <c:pt idx="16">
                        <c:v>5.7336983543739999</c:v>
                      </c:pt>
                      <c:pt idx="17">
                        <c:v>5.9938396263250002</c:v>
                      </c:pt>
                      <c:pt idx="18">
                        <c:v>5.9330153829680006</c:v>
                      </c:pt>
                      <c:pt idx="19">
                        <c:v>6.58754125957699</c:v>
                      </c:pt>
                      <c:pt idx="20">
                        <c:v>6.9807372493509998</c:v>
                      </c:pt>
                      <c:pt idx="21">
                        <c:v>7.8444257598269989</c:v>
                      </c:pt>
                      <c:pt idx="22">
                        <c:v>7.6573118696920002</c:v>
                      </c:pt>
                      <c:pt idx="23">
                        <c:v>6.28981015999</c:v>
                      </c:pt>
                      <c:pt idx="24">
                        <c:v>4.5800803947140007</c:v>
                      </c:pt>
                      <c:pt idx="25">
                        <c:v>3.097517214797</c:v>
                      </c:pt>
                      <c:pt idx="26">
                        <c:v>1.9048389993950001</c:v>
                      </c:pt>
                      <c:pt idx="27">
                        <c:v>1.2988869297069998</c:v>
                      </c:pt>
                      <c:pt idx="28">
                        <c:v>0.98839252794300103</c:v>
                      </c:pt>
                      <c:pt idx="29">
                        <c:v>1.1574104630450002</c:v>
                      </c:pt>
                      <c:pt idx="30">
                        <c:v>2.0302141576100001</c:v>
                      </c:pt>
                      <c:pt idx="31">
                        <c:v>2.9149073363250002</c:v>
                      </c:pt>
                      <c:pt idx="32">
                        <c:v>3.9442918531799998</c:v>
                      </c:pt>
                      <c:pt idx="33">
                        <c:v>4.5546340656610003</c:v>
                      </c:pt>
                      <c:pt idx="34">
                        <c:v>5.0736918092330008</c:v>
                      </c:pt>
                      <c:pt idx="35">
                        <c:v>5.5329224443560001</c:v>
                      </c:pt>
                      <c:pt idx="36">
                        <c:v>5.5888944590640097</c:v>
                      </c:pt>
                      <c:pt idx="37">
                        <c:v>5.9728455511309999</c:v>
                      </c:pt>
                      <c:pt idx="38">
                        <c:v>7.0171800500610004</c:v>
                      </c:pt>
                      <c:pt idx="39">
                        <c:v>6.832170878004999</c:v>
                      </c:pt>
                      <c:pt idx="40">
                        <c:v>5.8246926906669998</c:v>
                      </c:pt>
                      <c:pt idx="41">
                        <c:v>5.9037889035829902</c:v>
                      </c:pt>
                      <c:pt idx="42">
                        <c:v>5.8323075524180004</c:v>
                      </c:pt>
                      <c:pt idx="43">
                        <c:v>6.6016757827769998</c:v>
                      </c:pt>
                      <c:pt idx="44">
                        <c:v>7.0168643278010006</c:v>
                      </c:pt>
                      <c:pt idx="45">
                        <c:v>7.9794551783189993</c:v>
                      </c:pt>
                      <c:pt idx="46">
                        <c:v>7.8647320319620002</c:v>
                      </c:pt>
                      <c:pt idx="47">
                        <c:v>6.7023793891080006</c:v>
                      </c:pt>
                      <c:pt idx="48">
                        <c:v>4.8913855447189993</c:v>
                      </c:pt>
                      <c:pt idx="49">
                        <c:v>3.2313602058780102</c:v>
                      </c:pt>
                      <c:pt idx="50">
                        <c:v>1.9881727814820001</c:v>
                      </c:pt>
                      <c:pt idx="51">
                        <c:v>1.3338036622959999</c:v>
                      </c:pt>
                      <c:pt idx="52">
                        <c:v>1.0081410814259999</c:v>
                      </c:pt>
                      <c:pt idx="53">
                        <c:v>1.1761765677500002</c:v>
                      </c:pt>
                      <c:pt idx="54">
                        <c:v>2.094914309525</c:v>
                      </c:pt>
                      <c:pt idx="55">
                        <c:v>2.9743258884329999</c:v>
                      </c:pt>
                      <c:pt idx="56">
                        <c:v>3.9040573574240001</c:v>
                      </c:pt>
                      <c:pt idx="57">
                        <c:v>4.4578731302700003</c:v>
                      </c:pt>
                      <c:pt idx="58">
                        <c:v>4.8240207252419998</c:v>
                      </c:pt>
                      <c:pt idx="59">
                        <c:v>5.2797768677540011</c:v>
                      </c:pt>
                      <c:pt idx="60">
                        <c:v>5.6130599243209991</c:v>
                      </c:pt>
                      <c:pt idx="61">
                        <c:v>6.1778902558370001</c:v>
                      </c:pt>
                      <c:pt idx="62">
                        <c:v>6.4919887130090004</c:v>
                      </c:pt>
                      <c:pt idx="63">
                        <c:v>6.3002429028830003</c:v>
                      </c:pt>
                      <c:pt idx="64">
                        <c:v>5.6127380763290002</c:v>
                      </c:pt>
                      <c:pt idx="65">
                        <c:v>5.7708719618230093</c:v>
                      </c:pt>
                      <c:pt idx="66">
                        <c:v>5.6045577899939998</c:v>
                      </c:pt>
                      <c:pt idx="67">
                        <c:v>6.1800822192120108</c:v>
                      </c:pt>
                      <c:pt idx="68">
                        <c:v>6.5556602878299994</c:v>
                      </c:pt>
                      <c:pt idx="69">
                        <c:v>7.4683710070389999</c:v>
                      </c:pt>
                      <c:pt idx="70">
                        <c:v>7.3575346293329993</c:v>
                      </c:pt>
                      <c:pt idx="71">
                        <c:v>5.9132524456020104</c:v>
                      </c:pt>
                      <c:pt idx="72">
                        <c:v>3.9202791544750002</c:v>
                      </c:pt>
                      <c:pt idx="73">
                        <c:v>2.4032219369680003</c:v>
                      </c:pt>
                      <c:pt idx="74">
                        <c:v>1.5088110849310001</c:v>
                      </c:pt>
                      <c:pt idx="75">
                        <c:v>1.049210647062</c:v>
                      </c:pt>
                      <c:pt idx="76">
                        <c:v>0.85910038185899995</c:v>
                      </c:pt>
                      <c:pt idx="77">
                        <c:v>1.0996352847040001</c:v>
                      </c:pt>
                      <c:pt idx="78">
                        <c:v>2.236580217233</c:v>
                      </c:pt>
                      <c:pt idx="79">
                        <c:v>3.1556643114939997</c:v>
                      </c:pt>
                      <c:pt idx="80">
                        <c:v>3.6996985526850001</c:v>
                      </c:pt>
                      <c:pt idx="81">
                        <c:v>3.84719121418</c:v>
                      </c:pt>
                      <c:pt idx="82">
                        <c:v>4.2068480103899981</c:v>
                      </c:pt>
                      <c:pt idx="83">
                        <c:v>4.7245749236509997</c:v>
                      </c:pt>
                      <c:pt idx="84">
                        <c:v>5.1846938398039999</c:v>
                      </c:pt>
                      <c:pt idx="85">
                        <c:v>5.6461263730560001</c:v>
                      </c:pt>
                      <c:pt idx="86">
                        <c:v>5.8278976870439996</c:v>
                      </c:pt>
                      <c:pt idx="87">
                        <c:v>5.7435639548950004</c:v>
                      </c:pt>
                      <c:pt idx="88">
                        <c:v>5.4006019338719993</c:v>
                      </c:pt>
                      <c:pt idx="89">
                        <c:v>5.6875410469790006</c:v>
                      </c:pt>
                      <c:pt idx="90">
                        <c:v>5.562975260741001</c:v>
                      </c:pt>
                      <c:pt idx="91">
                        <c:v>6.2571834588900002</c:v>
                      </c:pt>
                      <c:pt idx="92">
                        <c:v>6.7056564018069995</c:v>
                      </c:pt>
                      <c:pt idx="93">
                        <c:v>7.6147725060379896</c:v>
                      </c:pt>
                      <c:pt idx="94">
                        <c:v>7.2664373460239906</c:v>
                      </c:pt>
                      <c:pt idx="95">
                        <c:v>5.7933818335870111</c:v>
                      </c:pt>
                      <c:pt idx="96">
                        <c:v>3.8918678995590001</c:v>
                      </c:pt>
                      <c:pt idx="97">
                        <c:v>2.4097245201800002</c:v>
                      </c:pt>
                      <c:pt idx="98">
                        <c:v>1.4761583409750001</c:v>
                      </c:pt>
                      <c:pt idx="99">
                        <c:v>1.011729071726001</c:v>
                      </c:pt>
                      <c:pt idx="100">
                        <c:v>0.84391911308800094</c:v>
                      </c:pt>
                      <c:pt idx="101">
                        <c:v>1.1331748256940002</c:v>
                      </c:pt>
                      <c:pt idx="102">
                        <c:v>2.3149987300570003</c:v>
                      </c:pt>
                      <c:pt idx="103">
                        <c:v>3.3714921122519996</c:v>
                      </c:pt>
                      <c:pt idx="104">
                        <c:v>3.9252899462369997</c:v>
                      </c:pt>
                      <c:pt idx="105">
                        <c:v>4.049372463179</c:v>
                      </c:pt>
                      <c:pt idx="106">
                        <c:v>4.3773055539740007</c:v>
                      </c:pt>
                      <c:pt idx="107">
                        <c:v>4.936434607462</c:v>
                      </c:pt>
                      <c:pt idx="108">
                        <c:v>5.3861850529049997</c:v>
                      </c:pt>
                      <c:pt idx="109">
                        <c:v>5.875551303735989</c:v>
                      </c:pt>
                      <c:pt idx="110">
                        <c:v>5.9686108273369998</c:v>
                      </c:pt>
                      <c:pt idx="111">
                        <c:v>5.8589538826489997</c:v>
                      </c:pt>
                      <c:pt idx="112">
                        <c:v>5.4506894313950003</c:v>
                      </c:pt>
                      <c:pt idx="113">
                        <c:v>5.7082798672850004</c:v>
                      </c:pt>
                      <c:pt idx="114">
                        <c:v>5.6733146157079997</c:v>
                      </c:pt>
                      <c:pt idx="115">
                        <c:v>6.3432434080299904</c:v>
                      </c:pt>
                      <c:pt idx="116">
                        <c:v>6.8647451152339896</c:v>
                      </c:pt>
                      <c:pt idx="117">
                        <c:v>7.7903129479830007</c:v>
                      </c:pt>
                      <c:pt idx="118">
                        <c:v>7.3748139402789992</c:v>
                      </c:pt>
                      <c:pt idx="119">
                        <c:v>5.8856596998619999</c:v>
                      </c:pt>
                      <c:pt idx="120">
                        <c:v>3.8770782585100001</c:v>
                      </c:pt>
                      <c:pt idx="121">
                        <c:v>2.3964346580510001</c:v>
                      </c:pt>
                      <c:pt idx="122">
                        <c:v>1.436016121387</c:v>
                      </c:pt>
                      <c:pt idx="123">
                        <c:v>0.996360095858001</c:v>
                      </c:pt>
                      <c:pt idx="124">
                        <c:v>0.83919607700300103</c:v>
                      </c:pt>
                      <c:pt idx="125">
                        <c:v>1.1073730615070001</c:v>
                      </c:pt>
                      <c:pt idx="126">
                        <c:v>2.326955576889</c:v>
                      </c:pt>
                      <c:pt idx="127">
                        <c:v>3.3825914397200001</c:v>
                      </c:pt>
                      <c:pt idx="128">
                        <c:v>4.0159085164140098</c:v>
                      </c:pt>
                      <c:pt idx="129">
                        <c:v>4.0769754142979995</c:v>
                      </c:pt>
                      <c:pt idx="130">
                        <c:v>4.4580633892019987</c:v>
                      </c:pt>
                      <c:pt idx="131">
                        <c:v>4.8457472904860008</c:v>
                      </c:pt>
                      <c:pt idx="132">
                        <c:v>5.457333963987999</c:v>
                      </c:pt>
                      <c:pt idx="133">
                        <c:v>6.3131757585489998</c:v>
                      </c:pt>
                      <c:pt idx="134">
                        <c:v>6.46246996382901</c:v>
                      </c:pt>
                      <c:pt idx="135">
                        <c:v>6.2788980027320003</c:v>
                      </c:pt>
                      <c:pt idx="136">
                        <c:v>5.6115172897020091</c:v>
                      </c:pt>
                      <c:pt idx="137">
                        <c:v>5.8192230183279996</c:v>
                      </c:pt>
                      <c:pt idx="138">
                        <c:v>5.8819962155710002</c:v>
                      </c:pt>
                      <c:pt idx="139">
                        <c:v>6.5284803094090007</c:v>
                      </c:pt>
                      <c:pt idx="140">
                        <c:v>6.9750859853909901</c:v>
                      </c:pt>
                      <c:pt idx="141">
                        <c:v>7.8350936394590001</c:v>
                      </c:pt>
                      <c:pt idx="142">
                        <c:v>7.4572406778250091</c:v>
                      </c:pt>
                      <c:pt idx="143">
                        <c:v>5.8527422387950105</c:v>
                      </c:pt>
                      <c:pt idx="144">
                        <c:v>3.9657434459099901</c:v>
                      </c:pt>
                      <c:pt idx="145">
                        <c:v>2.4454461940970003</c:v>
                      </c:pt>
                      <c:pt idx="146">
                        <c:v>1.5241335941180001</c:v>
                      </c:pt>
                      <c:pt idx="147">
                        <c:v>1.047383179004</c:v>
                      </c:pt>
                      <c:pt idx="148">
                        <c:v>0.86606985148300097</c:v>
                      </c:pt>
                      <c:pt idx="149">
                        <c:v>1.1605469240639998</c:v>
                      </c:pt>
                      <c:pt idx="150">
                        <c:v>2.4595058576020001</c:v>
                      </c:pt>
                      <c:pt idx="151">
                        <c:v>3.5549826489289997</c:v>
                      </c:pt>
                      <c:pt idx="152">
                        <c:v>4.0967276701430002</c:v>
                      </c:pt>
                      <c:pt idx="153">
                        <c:v>4.1709941403720006</c:v>
                      </c:pt>
                      <c:pt idx="154">
                        <c:v>4.5063470618960002</c:v>
                      </c:pt>
                      <c:pt idx="155">
                        <c:v>5.0161519337040001</c:v>
                      </c:pt>
                      <c:pt idx="156">
                        <c:v>5.3997138051509994</c:v>
                      </c:pt>
                      <c:pt idx="157">
                        <c:v>5.8534034409319995</c:v>
                      </c:pt>
                      <c:pt idx="158">
                        <c:v>6.0343743029880006</c:v>
                      </c:pt>
                      <c:pt idx="159">
                        <c:v>5.8626692144440007</c:v>
                      </c:pt>
                      <c:pt idx="160">
                        <c:v>5.5770372919010001</c:v>
                      </c:pt>
                      <c:pt idx="161">
                        <c:v>6.0118533460560002</c:v>
                      </c:pt>
                      <c:pt idx="162">
                        <c:v>5.9344812732420005</c:v>
                      </c:pt>
                      <c:pt idx="163">
                        <c:v>6.6052430010080005</c:v>
                      </c:pt>
                      <c:pt idx="164">
                        <c:v>7.0467664105259997</c:v>
                      </c:pt>
                      <c:pt idx="165">
                        <c:v>7.8379767181750006</c:v>
                      </c:pt>
                      <c:pt idx="166">
                        <c:v>7.421390298235</c:v>
                      </c:pt>
                      <c:pt idx="167">
                        <c:v>5.8506515046610001</c:v>
                      </c:pt>
                      <c:pt idx="168">
                        <c:v>3.8929171709879999</c:v>
                      </c:pt>
                      <c:pt idx="169">
                        <c:v>2.3990102597500003</c:v>
                      </c:pt>
                      <c:pt idx="170">
                        <c:v>1.5051435880020001</c:v>
                      </c:pt>
                      <c:pt idx="171">
                        <c:v>1.0639199577519998</c:v>
                      </c:pt>
                      <c:pt idx="172">
                        <c:v>0.88737257326499897</c:v>
                      </c:pt>
                      <c:pt idx="173">
                        <c:v>1.1918263016280002</c:v>
                      </c:pt>
                      <c:pt idx="174">
                        <c:v>2.5109212756479997</c:v>
                      </c:pt>
                      <c:pt idx="175">
                        <c:v>3.7720364346149995</c:v>
                      </c:pt>
                      <c:pt idx="176">
                        <c:v>4.56825596297901</c:v>
                      </c:pt>
                      <c:pt idx="177">
                        <c:v>4.4308775526979991</c:v>
                      </c:pt>
                      <c:pt idx="178">
                        <c:v>4.626437421126</c:v>
                      </c:pt>
                      <c:pt idx="179">
                        <c:v>5.035847987556</c:v>
                      </c:pt>
                      <c:pt idx="180">
                        <c:v>5.5021140555560102</c:v>
                      </c:pt>
                      <c:pt idx="181">
                        <c:v>5.9961832389799996</c:v>
                      </c:pt>
                      <c:pt idx="182">
                        <c:v>6.1230358190749996</c:v>
                      </c:pt>
                      <c:pt idx="183">
                        <c:v>6.0830402149149885</c:v>
                      </c:pt>
                      <c:pt idx="184">
                        <c:v>5.6805778935329991</c:v>
                      </c:pt>
                      <c:pt idx="185">
                        <c:v>6.0075840047629994</c:v>
                      </c:pt>
                      <c:pt idx="186">
                        <c:v>6.0519845036040003</c:v>
                      </c:pt>
                      <c:pt idx="187">
                        <c:v>6.7028782314160003</c:v>
                      </c:pt>
                      <c:pt idx="188">
                        <c:v>7.085228882</c:v>
                      </c:pt>
                      <c:pt idx="189">
                        <c:v>7.915265626219</c:v>
                      </c:pt>
                      <c:pt idx="190">
                        <c:v>7.5243691516890001</c:v>
                      </c:pt>
                      <c:pt idx="191">
                        <c:v>6.2064349909530003</c:v>
                      </c:pt>
                      <c:pt idx="192">
                        <c:v>4.53150625473</c:v>
                      </c:pt>
                      <c:pt idx="193">
                        <c:v>3.0344109977959999</c:v>
                      </c:pt>
                      <c:pt idx="194">
                        <c:v>1.959600416747</c:v>
                      </c:pt>
                      <c:pt idx="195">
                        <c:v>1.33042314273</c:v>
                      </c:pt>
                      <c:pt idx="196">
                        <c:v>1.0417507854570001</c:v>
                      </c:pt>
                      <c:pt idx="197">
                        <c:v>1.1357608675550002</c:v>
                      </c:pt>
                      <c:pt idx="198">
                        <c:v>2.0765679011369995</c:v>
                      </c:pt>
                      <c:pt idx="199">
                        <c:v>3.0013599858510003</c:v>
                      </c:pt>
                      <c:pt idx="200">
                        <c:v>4.1162497093530002</c:v>
                      </c:pt>
                      <c:pt idx="201">
                        <c:v>4.8086017112050001</c:v>
                      </c:pt>
                      <c:pt idx="202">
                        <c:v>5.1970704964210004</c:v>
                      </c:pt>
                      <c:pt idx="203">
                        <c:v>5.5583365687199908</c:v>
                      </c:pt>
                      <c:pt idx="204">
                        <c:v>5.4726027081330013</c:v>
                      </c:pt>
                      <c:pt idx="205">
                        <c:v>5.8515591384019983</c:v>
                      </c:pt>
                      <c:pt idx="206">
                        <c:v>6.8521263775519987</c:v>
                      </c:pt>
                      <c:pt idx="207">
                        <c:v>6.5941991923080003</c:v>
                      </c:pt>
                      <c:pt idx="208">
                        <c:v>5.9323456932530005</c:v>
                      </c:pt>
                      <c:pt idx="209">
                        <c:v>6.1566499703010003</c:v>
                      </c:pt>
                      <c:pt idx="210">
                        <c:v>6.0271671648109999</c:v>
                      </c:pt>
                      <c:pt idx="211">
                        <c:v>6.7843100605240103</c:v>
                      </c:pt>
                      <c:pt idx="212">
                        <c:v>7.2519244923649895</c:v>
                      </c:pt>
                      <c:pt idx="213">
                        <c:v>8.0368825505549992</c:v>
                      </c:pt>
                      <c:pt idx="214">
                        <c:v>7.6136504656089894</c:v>
                      </c:pt>
                      <c:pt idx="215">
                        <c:v>6.2636059034420093</c:v>
                      </c:pt>
                      <c:pt idx="216">
                        <c:v>4.5476343027909998</c:v>
                      </c:pt>
                      <c:pt idx="217">
                        <c:v>2.8930911899239997</c:v>
                      </c:pt>
                      <c:pt idx="218">
                        <c:v>1.8262821902990001</c:v>
                      </c:pt>
                      <c:pt idx="219">
                        <c:v>1.2088406936050002</c:v>
                      </c:pt>
                      <c:pt idx="220">
                        <c:v>0.96239146472499992</c:v>
                      </c:pt>
                      <c:pt idx="221">
                        <c:v>1.1074556841210002</c:v>
                      </c:pt>
                      <c:pt idx="222">
                        <c:v>2.1522647484099999</c:v>
                      </c:pt>
                      <c:pt idx="223">
                        <c:v>3.0297989531429996</c:v>
                      </c:pt>
                      <c:pt idx="224">
                        <c:v>3.9346193028009999</c:v>
                      </c:pt>
                      <c:pt idx="225">
                        <c:v>4.4726139643660003</c:v>
                      </c:pt>
                      <c:pt idx="226">
                        <c:v>4.7683845839990004</c:v>
                      </c:pt>
                      <c:pt idx="227">
                        <c:v>5.0745576191790001</c:v>
                      </c:pt>
                      <c:pt idx="228">
                        <c:v>5.301617418765999</c:v>
                      </c:pt>
                      <c:pt idx="229">
                        <c:v>5.9655872730969994</c:v>
                      </c:pt>
                      <c:pt idx="230">
                        <c:v>6.2065230824009987</c:v>
                      </c:pt>
                      <c:pt idx="231">
                        <c:v>5.9526164230439997</c:v>
                      </c:pt>
                      <c:pt idx="232">
                        <c:v>5.3863130641519996</c:v>
                      </c:pt>
                      <c:pt idx="233">
                        <c:v>5.6074132454689991</c:v>
                      </c:pt>
                      <c:pt idx="234">
                        <c:v>5.5599043489149995</c:v>
                      </c:pt>
                      <c:pt idx="235">
                        <c:v>6.2385644652209997</c:v>
                      </c:pt>
                      <c:pt idx="236">
                        <c:v>6.8091637732720001</c:v>
                      </c:pt>
                      <c:pt idx="237">
                        <c:v>7.5736119250399998</c:v>
                      </c:pt>
                      <c:pt idx="238">
                        <c:v>7.0702785374330004</c:v>
                      </c:pt>
                      <c:pt idx="239">
                        <c:v>5.4730559573590005</c:v>
                      </c:pt>
                      <c:pt idx="240">
                        <c:v>3.5936285106279997</c:v>
                      </c:pt>
                      <c:pt idx="241">
                        <c:v>2.1560084255980003</c:v>
                      </c:pt>
                      <c:pt idx="242">
                        <c:v>1.33252901224</c:v>
                      </c:pt>
                      <c:pt idx="243">
                        <c:v>0.94925043932399999</c:v>
                      </c:pt>
                      <c:pt idx="244">
                        <c:v>0.79181411843599891</c:v>
                      </c:pt>
                      <c:pt idx="245">
                        <c:v>0.99518455920600002</c:v>
                      </c:pt>
                      <c:pt idx="246">
                        <c:v>2.1827095982499998</c:v>
                      </c:pt>
                      <c:pt idx="247">
                        <c:v>3.1080796612719999</c:v>
                      </c:pt>
                      <c:pt idx="248">
                        <c:v>3.6908335906450001</c:v>
                      </c:pt>
                      <c:pt idx="249">
                        <c:v>3.7627045548870002</c:v>
                      </c:pt>
                      <c:pt idx="250">
                        <c:v>4.0498497521950005</c:v>
                      </c:pt>
                      <c:pt idx="251">
                        <c:v>4.5847351925830004</c:v>
                      </c:pt>
                      <c:pt idx="252">
                        <c:v>5.0351540705009894</c:v>
                      </c:pt>
                      <c:pt idx="253">
                        <c:v>5.4578685624589998</c:v>
                      </c:pt>
                      <c:pt idx="254">
                        <c:v>5.6852381843510003</c:v>
                      </c:pt>
                      <c:pt idx="255">
                        <c:v>5.5702972568349907</c:v>
                      </c:pt>
                      <c:pt idx="256">
                        <c:v>5.4257182143000007</c:v>
                      </c:pt>
                      <c:pt idx="257">
                        <c:v>5.7719828082060003</c:v>
                      </c:pt>
                      <c:pt idx="258">
                        <c:v>5.7482980248210005</c:v>
                      </c:pt>
                      <c:pt idx="259">
                        <c:v>6.4125399783540002</c:v>
                      </c:pt>
                      <c:pt idx="260">
                        <c:v>7.0170799005779907</c:v>
                      </c:pt>
                      <c:pt idx="261">
                        <c:v>7.7324332900589887</c:v>
                      </c:pt>
                      <c:pt idx="262">
                        <c:v>7.1400930911640001</c:v>
                      </c:pt>
                      <c:pt idx="263">
                        <c:v>5.4892186001850005</c:v>
                      </c:pt>
                      <c:pt idx="264">
                        <c:v>3.5592379657420006</c:v>
                      </c:pt>
                      <c:pt idx="265">
                        <c:v>2.1800362331460001</c:v>
                      </c:pt>
                      <c:pt idx="266">
                        <c:v>1.3273597606409999</c:v>
                      </c:pt>
                      <c:pt idx="267">
                        <c:v>0.96127558109799904</c:v>
                      </c:pt>
                      <c:pt idx="268">
                        <c:v>0.81755770296200003</c:v>
                      </c:pt>
                      <c:pt idx="269">
                        <c:v>1.0903604153169999</c:v>
                      </c:pt>
                      <c:pt idx="270">
                        <c:v>2.3958269557380003</c:v>
                      </c:pt>
                      <c:pt idx="271">
                        <c:v>3.4924837201630003</c:v>
                      </c:pt>
                      <c:pt idx="272">
                        <c:v>3.9632306789760001</c:v>
                      </c:pt>
                      <c:pt idx="273">
                        <c:v>4.0300370574120095</c:v>
                      </c:pt>
                      <c:pt idx="274">
                        <c:v>4.340497256861001</c:v>
                      </c:pt>
                      <c:pt idx="275">
                        <c:v>4.8634599062729977</c:v>
                      </c:pt>
                      <c:pt idx="276">
                        <c:v>5.2778760960849995</c:v>
                      </c:pt>
                      <c:pt idx="277">
                        <c:v>5.8077367032109999</c:v>
                      </c:pt>
                      <c:pt idx="278">
                        <c:v>5.8857590931860004</c:v>
                      </c:pt>
                      <c:pt idx="279">
                        <c:v>5.7249360398249998</c:v>
                      </c:pt>
                      <c:pt idx="280">
                        <c:v>5.6028647140810008</c:v>
                      </c:pt>
                      <c:pt idx="281">
                        <c:v>5.9200050409770002</c:v>
                      </c:pt>
                      <c:pt idx="282">
                        <c:v>5.8612705565539995</c:v>
                      </c:pt>
                      <c:pt idx="283">
                        <c:v>6.6252358280050094</c:v>
                      </c:pt>
                      <c:pt idx="284">
                        <c:v>7.2595951125189986</c:v>
                      </c:pt>
                      <c:pt idx="285">
                        <c:v>7.9533852168520012</c:v>
                      </c:pt>
                      <c:pt idx="286">
                        <c:v>7.3749446605940001</c:v>
                      </c:pt>
                      <c:pt idx="287">
                        <c:v>5.6835516544019997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C-6C6F-49E4-8F59-330269BCC199}"/>
                  </c:ext>
                </c:extLst>
              </c15:ser>
            </c15:filteredLineSeries>
            <c15:filteredLineSeries>
              <c15:ser>
                <c:idx val="23"/>
                <c:order val="2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12-10-2026'!$Y$1</c15:sqref>
                        </c15:formulaRef>
                      </c:ext>
                    </c:extLst>
                    <c:strCache>
                      <c:ptCount val="1"/>
                      <c:pt idx="0">
                        <c:v>MUS Traffic in TB 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12-10-2026'!$Y$2:$Y$289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50.684600299073004</c:v>
                      </c:pt>
                      <c:pt idx="1">
                        <c:v>32.728022973411001</c:v>
                      </c:pt>
                      <c:pt idx="2">
                        <c:v>20.221759137264002</c:v>
                      </c:pt>
                      <c:pt idx="3">
                        <c:v>13.547457406441001</c:v>
                      </c:pt>
                      <c:pt idx="4">
                        <c:v>10.371051564934</c:v>
                      </c:pt>
                      <c:pt idx="5">
                        <c:v>11.933274880936999</c:v>
                      </c:pt>
                      <c:pt idx="6">
                        <c:v>22.798717446269997</c:v>
                      </c:pt>
                      <c:pt idx="7">
                        <c:v>34.964287944508001</c:v>
                      </c:pt>
                      <c:pt idx="8">
                        <c:v>42.175362706272004</c:v>
                      </c:pt>
                      <c:pt idx="9">
                        <c:v>45.450151489439001</c:v>
                      </c:pt>
                      <c:pt idx="10">
                        <c:v>50.081820740809995</c:v>
                      </c:pt>
                      <c:pt idx="11">
                        <c:v>54.999175276115999</c:v>
                      </c:pt>
                      <c:pt idx="12">
                        <c:v>58.148216816428004</c:v>
                      </c:pt>
                      <c:pt idx="13">
                        <c:v>64.108948662293002</c:v>
                      </c:pt>
                      <c:pt idx="14">
                        <c:v>66.841336507344991</c:v>
                      </c:pt>
                      <c:pt idx="15">
                        <c:v>66.748969832330999</c:v>
                      </c:pt>
                      <c:pt idx="16">
                        <c:v>60.924594742155996</c:v>
                      </c:pt>
                      <c:pt idx="17">
                        <c:v>65.192559953678</c:v>
                      </c:pt>
                      <c:pt idx="18">
                        <c:v>64.030576948249006</c:v>
                      </c:pt>
                      <c:pt idx="19">
                        <c:v>71.363156482023001</c:v>
                      </c:pt>
                      <c:pt idx="20">
                        <c:v>76.962983081868998</c:v>
                      </c:pt>
                      <c:pt idx="21">
                        <c:v>88.306007021241001</c:v>
                      </c:pt>
                      <c:pt idx="22">
                        <c:v>87.145241951341006</c:v>
                      </c:pt>
                      <c:pt idx="23">
                        <c:v>74.772677147349995</c:v>
                      </c:pt>
                      <c:pt idx="24">
                        <c:v>56.930318222957006</c:v>
                      </c:pt>
                      <c:pt idx="25">
                        <c:v>39.313478402272004</c:v>
                      </c:pt>
                      <c:pt idx="26">
                        <c:v>24.953482840330999</c:v>
                      </c:pt>
                      <c:pt idx="27">
                        <c:v>16.239516724662</c:v>
                      </c:pt>
                      <c:pt idx="28">
                        <c:v>11.555503426716999</c:v>
                      </c:pt>
                      <c:pt idx="29">
                        <c:v>11.533534939755</c:v>
                      </c:pt>
                      <c:pt idx="30">
                        <c:v>18.505541605160001</c:v>
                      </c:pt>
                      <c:pt idx="31">
                        <c:v>25.963422842718</c:v>
                      </c:pt>
                      <c:pt idx="32">
                        <c:v>36.064107892370998</c:v>
                      </c:pt>
                      <c:pt idx="33">
                        <c:v>44.721467731911005</c:v>
                      </c:pt>
                      <c:pt idx="34">
                        <c:v>52.433504676994005</c:v>
                      </c:pt>
                      <c:pt idx="35">
                        <c:v>59.070945759387996</c:v>
                      </c:pt>
                      <c:pt idx="36">
                        <c:v>58.873509438355001</c:v>
                      </c:pt>
                      <c:pt idx="37">
                        <c:v>61.793017376037994</c:v>
                      </c:pt>
                      <c:pt idx="38">
                        <c:v>77.463890084635992</c:v>
                      </c:pt>
                      <c:pt idx="39">
                        <c:v>74.878324642408003</c:v>
                      </c:pt>
                      <c:pt idx="40">
                        <c:v>64.390351563455994</c:v>
                      </c:pt>
                      <c:pt idx="41">
                        <c:v>66.824465137886008</c:v>
                      </c:pt>
                      <c:pt idx="42">
                        <c:v>64.852054926723</c:v>
                      </c:pt>
                      <c:pt idx="43">
                        <c:v>74.004388031784003</c:v>
                      </c:pt>
                      <c:pt idx="44">
                        <c:v>80.351146999470004</c:v>
                      </c:pt>
                      <c:pt idx="45">
                        <c:v>92.672967369298007</c:v>
                      </c:pt>
                      <c:pt idx="46">
                        <c:v>90.982165901651001</c:v>
                      </c:pt>
                      <c:pt idx="47">
                        <c:v>79.338891629271004</c:v>
                      </c:pt>
                      <c:pt idx="48">
                        <c:v>60.318449976703</c:v>
                      </c:pt>
                      <c:pt idx="49">
                        <c:v>40.833745150608998</c:v>
                      </c:pt>
                      <c:pt idx="50">
                        <c:v>25.576171375123</c:v>
                      </c:pt>
                      <c:pt idx="51">
                        <c:v>16.128204383854001</c:v>
                      </c:pt>
                      <c:pt idx="52">
                        <c:v>11.438649537038001</c:v>
                      </c:pt>
                      <c:pt idx="53">
                        <c:v>11.565477178444</c:v>
                      </c:pt>
                      <c:pt idx="54">
                        <c:v>19.327086763205003</c:v>
                      </c:pt>
                      <c:pt idx="55">
                        <c:v>28.274009070417002</c:v>
                      </c:pt>
                      <c:pt idx="56">
                        <c:v>38.097360172515998</c:v>
                      </c:pt>
                      <c:pt idx="57">
                        <c:v>45.821518463496005</c:v>
                      </c:pt>
                      <c:pt idx="58">
                        <c:v>51.505105116609997</c:v>
                      </c:pt>
                      <c:pt idx="59">
                        <c:v>56.580991948886002</c:v>
                      </c:pt>
                      <c:pt idx="60">
                        <c:v>58.887542174098002</c:v>
                      </c:pt>
                      <c:pt idx="61">
                        <c:v>66.661210939806992</c:v>
                      </c:pt>
                      <c:pt idx="62">
                        <c:v>70.796754124049997</c:v>
                      </c:pt>
                      <c:pt idx="63">
                        <c:v>69.616667659697995</c:v>
                      </c:pt>
                      <c:pt idx="64">
                        <c:v>62.406148976474</c:v>
                      </c:pt>
                      <c:pt idx="65">
                        <c:v>66.2432121553</c:v>
                      </c:pt>
                      <c:pt idx="66">
                        <c:v>64.57769168499</c:v>
                      </c:pt>
                      <c:pt idx="67">
                        <c:v>71.147171615223002</c:v>
                      </c:pt>
                      <c:pt idx="68">
                        <c:v>77.044398992603988</c:v>
                      </c:pt>
                      <c:pt idx="69">
                        <c:v>88.919590310677989</c:v>
                      </c:pt>
                      <c:pt idx="70">
                        <c:v>86.83938963105301</c:v>
                      </c:pt>
                      <c:pt idx="71">
                        <c:v>72.082805193296011</c:v>
                      </c:pt>
                      <c:pt idx="72">
                        <c:v>50.881309877154997</c:v>
                      </c:pt>
                      <c:pt idx="73">
                        <c:v>32.468648045838002</c:v>
                      </c:pt>
                      <c:pt idx="74">
                        <c:v>20.123991550282</c:v>
                      </c:pt>
                      <c:pt idx="75">
                        <c:v>13.203088723139</c:v>
                      </c:pt>
                      <c:pt idx="76">
                        <c:v>10.158960339982</c:v>
                      </c:pt>
                      <c:pt idx="77">
                        <c:v>11.255341424378999</c:v>
                      </c:pt>
                      <c:pt idx="78">
                        <c:v>21.484353255979997</c:v>
                      </c:pt>
                      <c:pt idx="79">
                        <c:v>33.304207937632</c:v>
                      </c:pt>
                      <c:pt idx="80">
                        <c:v>40.765727639071002</c:v>
                      </c:pt>
                      <c:pt idx="81">
                        <c:v>44.534723475622997</c:v>
                      </c:pt>
                      <c:pt idx="82">
                        <c:v>49.029591072700001</c:v>
                      </c:pt>
                      <c:pt idx="83">
                        <c:v>54.120161952975998</c:v>
                      </c:pt>
                      <c:pt idx="84">
                        <c:v>56.716025452509996</c:v>
                      </c:pt>
                      <c:pt idx="85">
                        <c:v>62.146031980725994</c:v>
                      </c:pt>
                      <c:pt idx="86">
                        <c:v>64.354361571029997</c:v>
                      </c:pt>
                      <c:pt idx="87">
                        <c:v>63.684080850478999</c:v>
                      </c:pt>
                      <c:pt idx="88">
                        <c:v>60.204044897632997</c:v>
                      </c:pt>
                      <c:pt idx="89">
                        <c:v>65.520591304704993</c:v>
                      </c:pt>
                      <c:pt idx="90">
                        <c:v>63.672948544038</c:v>
                      </c:pt>
                      <c:pt idx="91">
                        <c:v>71.510024280891002</c:v>
                      </c:pt>
                      <c:pt idx="92">
                        <c:v>78.189489011542008</c:v>
                      </c:pt>
                      <c:pt idx="93">
                        <c:v>90.030765052565002</c:v>
                      </c:pt>
                      <c:pt idx="94">
                        <c:v>86.444986976958006</c:v>
                      </c:pt>
                      <c:pt idx="95">
                        <c:v>70.706245253800006</c:v>
                      </c:pt>
                      <c:pt idx="96">
                        <c:v>49.287287443398995</c:v>
                      </c:pt>
                      <c:pt idx="97">
                        <c:v>31.160828232892001</c:v>
                      </c:pt>
                      <c:pt idx="98">
                        <c:v>19.051364719548001</c:v>
                      </c:pt>
                      <c:pt idx="99">
                        <c:v>12.638180327814</c:v>
                      </c:pt>
                      <c:pt idx="100">
                        <c:v>9.8319725146230006</c:v>
                      </c:pt>
                      <c:pt idx="101">
                        <c:v>11.100170954258001</c:v>
                      </c:pt>
                      <c:pt idx="102">
                        <c:v>21.974631074251</c:v>
                      </c:pt>
                      <c:pt idx="103">
                        <c:v>34.573583919774002</c:v>
                      </c:pt>
                      <c:pt idx="104">
                        <c:v>41.899531091417998</c:v>
                      </c:pt>
                      <c:pt idx="105">
                        <c:v>45.140725831230995</c:v>
                      </c:pt>
                      <c:pt idx="106">
                        <c:v>49.613620038422994</c:v>
                      </c:pt>
                      <c:pt idx="107">
                        <c:v>55.287434182026999</c:v>
                      </c:pt>
                      <c:pt idx="108">
                        <c:v>58.100653554689998</c:v>
                      </c:pt>
                      <c:pt idx="109">
                        <c:v>63.117281891224998</c:v>
                      </c:pt>
                      <c:pt idx="110">
                        <c:v>65.249262090713998</c:v>
                      </c:pt>
                      <c:pt idx="111">
                        <c:v>64.553100143747002</c:v>
                      </c:pt>
                      <c:pt idx="112">
                        <c:v>61.029211233539996</c:v>
                      </c:pt>
                      <c:pt idx="113">
                        <c:v>65.877855228077991</c:v>
                      </c:pt>
                      <c:pt idx="114">
                        <c:v>64.275670800838</c:v>
                      </c:pt>
                      <c:pt idx="115">
                        <c:v>72.030284614338001</c:v>
                      </c:pt>
                      <c:pt idx="116">
                        <c:v>79.317556741513002</c:v>
                      </c:pt>
                      <c:pt idx="117">
                        <c:v>91.791570131867005</c:v>
                      </c:pt>
                      <c:pt idx="118">
                        <c:v>87.572222751270999</c:v>
                      </c:pt>
                      <c:pt idx="119">
                        <c:v>71.388403631654995</c:v>
                      </c:pt>
                      <c:pt idx="120">
                        <c:v>49.294565485287002</c:v>
                      </c:pt>
                      <c:pt idx="121">
                        <c:v>31.044525444382</c:v>
                      </c:pt>
                      <c:pt idx="122">
                        <c:v>19.060798320994003</c:v>
                      </c:pt>
                      <c:pt idx="123">
                        <c:v>12.502441639464999</c:v>
                      </c:pt>
                      <c:pt idx="124">
                        <c:v>9.6968590456850006</c:v>
                      </c:pt>
                      <c:pt idx="125">
                        <c:v>11.113792648455</c:v>
                      </c:pt>
                      <c:pt idx="126">
                        <c:v>22.581284547871</c:v>
                      </c:pt>
                      <c:pt idx="127">
                        <c:v>35.420756173431002</c:v>
                      </c:pt>
                      <c:pt idx="128">
                        <c:v>42.519247572598999</c:v>
                      </c:pt>
                      <c:pt idx="129">
                        <c:v>45.698374988525998</c:v>
                      </c:pt>
                      <c:pt idx="130">
                        <c:v>50.192268563248</c:v>
                      </c:pt>
                      <c:pt idx="131">
                        <c:v>54.986570992548998</c:v>
                      </c:pt>
                      <c:pt idx="132">
                        <c:v>59.114745118800002</c:v>
                      </c:pt>
                      <c:pt idx="133">
                        <c:v>67.650611843274007</c:v>
                      </c:pt>
                      <c:pt idx="134">
                        <c:v>69.633278311832001</c:v>
                      </c:pt>
                      <c:pt idx="135">
                        <c:v>68.202723908118003</c:v>
                      </c:pt>
                      <c:pt idx="136">
                        <c:v>62.287383555001</c:v>
                      </c:pt>
                      <c:pt idx="137">
                        <c:v>67.059252438460007</c:v>
                      </c:pt>
                      <c:pt idx="138">
                        <c:v>71.320254292700994</c:v>
                      </c:pt>
                      <c:pt idx="139">
                        <c:v>79.428447539568992</c:v>
                      </c:pt>
                      <c:pt idx="140">
                        <c:v>81.402157418254006</c:v>
                      </c:pt>
                      <c:pt idx="141">
                        <c:v>92.783225092918997</c:v>
                      </c:pt>
                      <c:pt idx="142">
                        <c:v>87.594496137039997</c:v>
                      </c:pt>
                      <c:pt idx="143">
                        <c:v>70.850032759588998</c:v>
                      </c:pt>
                      <c:pt idx="144">
                        <c:v>51.488670230773998</c:v>
                      </c:pt>
                      <c:pt idx="145">
                        <c:v>32.816424704779998</c:v>
                      </c:pt>
                      <c:pt idx="146">
                        <c:v>20.804808157436</c:v>
                      </c:pt>
                      <c:pt idx="147">
                        <c:v>12.876015276948999</c:v>
                      </c:pt>
                      <c:pt idx="148">
                        <c:v>10.038023084102001</c:v>
                      </c:pt>
                      <c:pt idx="149">
                        <c:v>11.541399826805002</c:v>
                      </c:pt>
                      <c:pt idx="150">
                        <c:v>23.081452448267999</c:v>
                      </c:pt>
                      <c:pt idx="151">
                        <c:v>36.034576324280998</c:v>
                      </c:pt>
                      <c:pt idx="152">
                        <c:v>43.574329900152001</c:v>
                      </c:pt>
                      <c:pt idx="153">
                        <c:v>46.307204932497001</c:v>
                      </c:pt>
                      <c:pt idx="154">
                        <c:v>50.467868850462999</c:v>
                      </c:pt>
                      <c:pt idx="155">
                        <c:v>55.277048285844998</c:v>
                      </c:pt>
                      <c:pt idx="156">
                        <c:v>57.589910414673</c:v>
                      </c:pt>
                      <c:pt idx="157">
                        <c:v>62.855252761690998</c:v>
                      </c:pt>
                      <c:pt idx="158">
                        <c:v>65.111807193878008</c:v>
                      </c:pt>
                      <c:pt idx="159">
                        <c:v>64.287275946077003</c:v>
                      </c:pt>
                      <c:pt idx="160">
                        <c:v>61.823168724390001</c:v>
                      </c:pt>
                      <c:pt idx="161">
                        <c:v>68.260630621779995</c:v>
                      </c:pt>
                      <c:pt idx="162">
                        <c:v>66.379207334300006</c:v>
                      </c:pt>
                      <c:pt idx="163">
                        <c:v>73.788182852399004</c:v>
                      </c:pt>
                      <c:pt idx="164">
                        <c:v>80.285723557332005</c:v>
                      </c:pt>
                      <c:pt idx="165">
                        <c:v>90.906292748216998</c:v>
                      </c:pt>
                      <c:pt idx="166">
                        <c:v>87.191915899390992</c:v>
                      </c:pt>
                      <c:pt idx="167">
                        <c:v>70.117178451156008</c:v>
                      </c:pt>
                      <c:pt idx="168">
                        <c:v>48.892865152968994</c:v>
                      </c:pt>
                      <c:pt idx="169">
                        <c:v>30.932712571566</c:v>
                      </c:pt>
                      <c:pt idx="170">
                        <c:v>19.252406536920002</c:v>
                      </c:pt>
                      <c:pt idx="171">
                        <c:v>12.852058162591002</c:v>
                      </c:pt>
                      <c:pt idx="172">
                        <c:v>10.124093533656001</c:v>
                      </c:pt>
                      <c:pt idx="173">
                        <c:v>11.889402046476999</c:v>
                      </c:pt>
                      <c:pt idx="174">
                        <c:v>23.798326236283</c:v>
                      </c:pt>
                      <c:pt idx="175">
                        <c:v>38.366898125848003</c:v>
                      </c:pt>
                      <c:pt idx="176">
                        <c:v>48.000689827793998</c:v>
                      </c:pt>
                      <c:pt idx="177">
                        <c:v>51.407763166103997</c:v>
                      </c:pt>
                      <c:pt idx="178">
                        <c:v>54.634950865065001</c:v>
                      </c:pt>
                      <c:pt idx="179">
                        <c:v>58.142631932454002</c:v>
                      </c:pt>
                      <c:pt idx="180">
                        <c:v>60.425398825035998</c:v>
                      </c:pt>
                      <c:pt idx="181">
                        <c:v>65.688806462556997</c:v>
                      </c:pt>
                      <c:pt idx="182">
                        <c:v>67.561847753359999</c:v>
                      </c:pt>
                      <c:pt idx="183">
                        <c:v>66.844459472804004</c:v>
                      </c:pt>
                      <c:pt idx="184">
                        <c:v>62.724475236322995</c:v>
                      </c:pt>
                      <c:pt idx="185">
                        <c:v>67.666932862950006</c:v>
                      </c:pt>
                      <c:pt idx="186">
                        <c:v>67.394338995720005</c:v>
                      </c:pt>
                      <c:pt idx="187">
                        <c:v>75.678310281790999</c:v>
                      </c:pt>
                      <c:pt idx="188">
                        <c:v>80.564989568045007</c:v>
                      </c:pt>
                      <c:pt idx="189">
                        <c:v>90.459987651315998</c:v>
                      </c:pt>
                      <c:pt idx="190">
                        <c:v>88.427502782652013</c:v>
                      </c:pt>
                      <c:pt idx="191">
                        <c:v>74.940102397903004</c:v>
                      </c:pt>
                      <c:pt idx="192">
                        <c:v>56.418277126863998</c:v>
                      </c:pt>
                      <c:pt idx="193">
                        <c:v>38.726595341284003</c:v>
                      </c:pt>
                      <c:pt idx="194">
                        <c:v>24.924650779166999</c:v>
                      </c:pt>
                      <c:pt idx="195">
                        <c:v>16.425658612538999</c:v>
                      </c:pt>
                      <c:pt idx="196">
                        <c:v>11.670228170292999</c:v>
                      </c:pt>
                      <c:pt idx="197">
                        <c:v>11.060874502400999</c:v>
                      </c:pt>
                      <c:pt idx="198">
                        <c:v>18.729319502978001</c:v>
                      </c:pt>
                      <c:pt idx="199">
                        <c:v>27.046342455333001</c:v>
                      </c:pt>
                      <c:pt idx="200">
                        <c:v>38.105799511662006</c:v>
                      </c:pt>
                      <c:pt idx="201">
                        <c:v>47.624606952305996</c:v>
                      </c:pt>
                      <c:pt idx="202">
                        <c:v>54.677457913599</c:v>
                      </c:pt>
                      <c:pt idx="203">
                        <c:v>60.360320379765</c:v>
                      </c:pt>
                      <c:pt idx="204">
                        <c:v>59.547476667603</c:v>
                      </c:pt>
                      <c:pt idx="205">
                        <c:v>62.789585228246999</c:v>
                      </c:pt>
                      <c:pt idx="206">
                        <c:v>77.405065014315994</c:v>
                      </c:pt>
                      <c:pt idx="207">
                        <c:v>73.862908481094991</c:v>
                      </c:pt>
                      <c:pt idx="208">
                        <c:v>66.172064396610992</c:v>
                      </c:pt>
                      <c:pt idx="209">
                        <c:v>69.277503704158008</c:v>
                      </c:pt>
                      <c:pt idx="210">
                        <c:v>67.288009632005</c:v>
                      </c:pt>
                      <c:pt idx="211">
                        <c:v>76.151312039218993</c:v>
                      </c:pt>
                      <c:pt idx="212">
                        <c:v>82.49314357266401</c:v>
                      </c:pt>
                      <c:pt idx="213">
                        <c:v>92.866550393973995</c:v>
                      </c:pt>
                      <c:pt idx="214">
                        <c:v>92.022351990364996</c:v>
                      </c:pt>
                      <c:pt idx="215">
                        <c:v>77.422943534826999</c:v>
                      </c:pt>
                      <c:pt idx="216">
                        <c:v>56.981998268919995</c:v>
                      </c:pt>
                      <c:pt idx="217">
                        <c:v>37.523450216760999</c:v>
                      </c:pt>
                      <c:pt idx="218">
                        <c:v>23.453596446331002</c:v>
                      </c:pt>
                      <c:pt idx="219">
                        <c:v>14.970842017213</c:v>
                      </c:pt>
                      <c:pt idx="220">
                        <c:v>10.897149255178</c:v>
                      </c:pt>
                      <c:pt idx="221">
                        <c:v>10.895234459503</c:v>
                      </c:pt>
                      <c:pt idx="222">
                        <c:v>19.321385826574001</c:v>
                      </c:pt>
                      <c:pt idx="223">
                        <c:v>28.997312877542001</c:v>
                      </c:pt>
                      <c:pt idx="224">
                        <c:v>39.001740033612002</c:v>
                      </c:pt>
                      <c:pt idx="225">
                        <c:v>46.275089497472003</c:v>
                      </c:pt>
                      <c:pt idx="226">
                        <c:v>51.792925573265002</c:v>
                      </c:pt>
                      <c:pt idx="227">
                        <c:v>56.948556863695003</c:v>
                      </c:pt>
                      <c:pt idx="228">
                        <c:v>58.71022489432</c:v>
                      </c:pt>
                      <c:pt idx="229">
                        <c:v>66.411298908312006</c:v>
                      </c:pt>
                      <c:pt idx="230">
                        <c:v>70.614038140974998</c:v>
                      </c:pt>
                      <c:pt idx="231">
                        <c:v>68.556543805775007</c:v>
                      </c:pt>
                      <c:pt idx="232">
                        <c:v>63.046300313798</c:v>
                      </c:pt>
                      <c:pt idx="233">
                        <c:v>67.842863453392994</c:v>
                      </c:pt>
                      <c:pt idx="234">
                        <c:v>66.491599204527006</c:v>
                      </c:pt>
                      <c:pt idx="235">
                        <c:v>73.814686273421998</c:v>
                      </c:pt>
                      <c:pt idx="236">
                        <c:v>81.531819683623013</c:v>
                      </c:pt>
                      <c:pt idx="237">
                        <c:v>92.572121557554993</c:v>
                      </c:pt>
                      <c:pt idx="238">
                        <c:v>86.851757006561002</c:v>
                      </c:pt>
                      <c:pt idx="239">
                        <c:v>69.940378284825002</c:v>
                      </c:pt>
                      <c:pt idx="240">
                        <c:v>48.397935937732001</c:v>
                      </c:pt>
                      <c:pt idx="241">
                        <c:v>30.459105855031002</c:v>
                      </c:pt>
                      <c:pt idx="242">
                        <c:v>18.547230157563</c:v>
                      </c:pt>
                      <c:pt idx="243">
                        <c:v>12.323175453313999</c:v>
                      </c:pt>
                      <c:pt idx="244">
                        <c:v>9.7541231672870001</c:v>
                      </c:pt>
                      <c:pt idx="245">
                        <c:v>10.885176303603</c:v>
                      </c:pt>
                      <c:pt idx="246">
                        <c:v>21.873190422185999</c:v>
                      </c:pt>
                      <c:pt idx="247">
                        <c:v>34.454468365753002</c:v>
                      </c:pt>
                      <c:pt idx="248">
                        <c:v>41.534283414568002</c:v>
                      </c:pt>
                      <c:pt idx="249">
                        <c:v>44.576996230622996</c:v>
                      </c:pt>
                      <c:pt idx="250">
                        <c:v>49.057195211996998</c:v>
                      </c:pt>
                      <c:pt idx="251">
                        <c:v>54.382684338280001</c:v>
                      </c:pt>
                      <c:pt idx="252">
                        <c:v>57.222881944731</c:v>
                      </c:pt>
                      <c:pt idx="253">
                        <c:v>62.845765154303997</c:v>
                      </c:pt>
                      <c:pt idx="254">
                        <c:v>65.228719015056001</c:v>
                      </c:pt>
                      <c:pt idx="255">
                        <c:v>64.270294590715991</c:v>
                      </c:pt>
                      <c:pt idx="256">
                        <c:v>63.462717673817998</c:v>
                      </c:pt>
                      <c:pt idx="257">
                        <c:v>69.413868202059007</c:v>
                      </c:pt>
                      <c:pt idx="258">
                        <c:v>67.001489092962004</c:v>
                      </c:pt>
                      <c:pt idx="259">
                        <c:v>74.150557955400998</c:v>
                      </c:pt>
                      <c:pt idx="260">
                        <c:v>81.696859211845009</c:v>
                      </c:pt>
                      <c:pt idx="261">
                        <c:v>91.574274527901991</c:v>
                      </c:pt>
                      <c:pt idx="262">
                        <c:v>86.311129576574004</c:v>
                      </c:pt>
                      <c:pt idx="263">
                        <c:v>68.458249168199004</c:v>
                      </c:pt>
                      <c:pt idx="264">
                        <c:v>46.665604178864001</c:v>
                      </c:pt>
                      <c:pt idx="265">
                        <c:v>28.796304937961999</c:v>
                      </c:pt>
                      <c:pt idx="266">
                        <c:v>17.551609145595002</c:v>
                      </c:pt>
                      <c:pt idx="267">
                        <c:v>11.901845294636999</c:v>
                      </c:pt>
                      <c:pt idx="268">
                        <c:v>9.5845811207110003</c:v>
                      </c:pt>
                      <c:pt idx="269">
                        <c:v>10.856194615728999</c:v>
                      </c:pt>
                      <c:pt idx="270">
                        <c:v>22.430592016662999</c:v>
                      </c:pt>
                      <c:pt idx="271">
                        <c:v>35.944510810583999</c:v>
                      </c:pt>
                      <c:pt idx="272">
                        <c:v>42.582224350318</c:v>
                      </c:pt>
                      <c:pt idx="273">
                        <c:v>45.911293019285004</c:v>
                      </c:pt>
                      <c:pt idx="274">
                        <c:v>50.389061783957999</c:v>
                      </c:pt>
                      <c:pt idx="275">
                        <c:v>55.526663468837</c:v>
                      </c:pt>
                      <c:pt idx="276">
                        <c:v>58.114650285362998</c:v>
                      </c:pt>
                      <c:pt idx="277">
                        <c:v>63.292523670634999</c:v>
                      </c:pt>
                      <c:pt idx="278">
                        <c:v>65.514142149332002</c:v>
                      </c:pt>
                      <c:pt idx="279">
                        <c:v>64.602782391144999</c:v>
                      </c:pt>
                      <c:pt idx="280">
                        <c:v>63.838624831605003</c:v>
                      </c:pt>
                      <c:pt idx="281">
                        <c:v>68.79577568823899</c:v>
                      </c:pt>
                      <c:pt idx="282">
                        <c:v>66.867404951013</c:v>
                      </c:pt>
                      <c:pt idx="283">
                        <c:v>75.406396084841006</c:v>
                      </c:pt>
                      <c:pt idx="284">
                        <c:v>83.635487518047995</c:v>
                      </c:pt>
                      <c:pt idx="285">
                        <c:v>93.946862024636999</c:v>
                      </c:pt>
                      <c:pt idx="286">
                        <c:v>87.828559946696004</c:v>
                      </c:pt>
                      <c:pt idx="287">
                        <c:v>69.178581552718995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D-6C6F-49E4-8F59-330269BCC199}"/>
                  </c:ext>
                </c:extLst>
              </c15:ser>
            </c15:filteredLineSeries>
            <c15:filteredLineSeries>
              <c15:ser>
                <c:idx val="24"/>
                <c:order val="2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12-10-2026'!$Z$1</c15:sqref>
                        </c15:formulaRef>
                      </c:ext>
                    </c:extLst>
                    <c:strCache>
                      <c:ptCount val="1"/>
                      <c:pt idx="0">
                        <c:v>ORN SGI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12-10-2026'!$Z$2:$Z$289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61.266098153018</c:v>
                      </c:pt>
                      <c:pt idx="1">
                        <c:v>38.698238819773998</c:v>
                      </c:pt>
                      <c:pt idx="2">
                        <c:v>23.241049806286</c:v>
                      </c:pt>
                      <c:pt idx="3">
                        <c:v>14.055518336284001</c:v>
                      </c:pt>
                      <c:pt idx="4">
                        <c:v>10.017113655539001</c:v>
                      </c:pt>
                      <c:pt idx="5">
                        <c:v>9.6036123441539996</c:v>
                      </c:pt>
                      <c:pt idx="6">
                        <c:v>18.67757304022</c:v>
                      </c:pt>
                      <c:pt idx="7">
                        <c:v>29.488229620442997</c:v>
                      </c:pt>
                      <c:pt idx="8">
                        <c:v>38.405768696440994</c:v>
                      </c:pt>
                      <c:pt idx="9">
                        <c:v>42.646511422354997</c:v>
                      </c:pt>
                      <c:pt idx="10">
                        <c:v>48.506280829224998</c:v>
                      </c:pt>
                      <c:pt idx="11">
                        <c:v>55.882749771211003</c:v>
                      </c:pt>
                      <c:pt idx="12">
                        <c:v>61.894311417525003</c:v>
                      </c:pt>
                      <c:pt idx="13">
                        <c:v>68.11136028205199</c:v>
                      </c:pt>
                      <c:pt idx="14">
                        <c:v>72.939155822171998</c:v>
                      </c:pt>
                      <c:pt idx="15">
                        <c:v>72.243590092521003</c:v>
                      </c:pt>
                      <c:pt idx="16">
                        <c:v>64.586638355274999</c:v>
                      </c:pt>
                      <c:pt idx="17">
                        <c:v>66.684178487776009</c:v>
                      </c:pt>
                      <c:pt idx="18">
                        <c:v>67.363828116739001</c:v>
                      </c:pt>
                      <c:pt idx="19">
                        <c:v>73.932838764392997</c:v>
                      </c:pt>
                      <c:pt idx="20">
                        <c:v>81.038865027433005</c:v>
                      </c:pt>
                      <c:pt idx="21">
                        <c:v>100.80875943507101</c:v>
                      </c:pt>
                      <c:pt idx="22">
                        <c:v>105.92307054069899</c:v>
                      </c:pt>
                      <c:pt idx="23">
                        <c:v>92.845669462210992</c:v>
                      </c:pt>
                      <c:pt idx="24">
                        <c:v>69.246101866860997</c:v>
                      </c:pt>
                      <c:pt idx="25">
                        <c:v>43.407000727232003</c:v>
                      </c:pt>
                      <c:pt idx="26">
                        <c:v>25.636594115177001</c:v>
                      </c:pt>
                      <c:pt idx="27">
                        <c:v>17.237461325609999</c:v>
                      </c:pt>
                      <c:pt idx="28">
                        <c:v>11.749798040954001</c:v>
                      </c:pt>
                      <c:pt idx="29">
                        <c:v>10.125494392159</c:v>
                      </c:pt>
                      <c:pt idx="30">
                        <c:v>16.495863670927001</c:v>
                      </c:pt>
                      <c:pt idx="31">
                        <c:v>23.269094337264999</c:v>
                      </c:pt>
                      <c:pt idx="32">
                        <c:v>34.614789898143997</c:v>
                      </c:pt>
                      <c:pt idx="33">
                        <c:v>45.092186572230005</c:v>
                      </c:pt>
                      <c:pt idx="34">
                        <c:v>54.040571640848995</c:v>
                      </c:pt>
                      <c:pt idx="35">
                        <c:v>61.071051691031997</c:v>
                      </c:pt>
                      <c:pt idx="36">
                        <c:v>66.672299520189</c:v>
                      </c:pt>
                      <c:pt idx="37">
                        <c:v>69.504236229096989</c:v>
                      </c:pt>
                      <c:pt idx="38">
                        <c:v>86.888764448081005</c:v>
                      </c:pt>
                      <c:pt idx="39">
                        <c:v>82.760958631676004</c:v>
                      </c:pt>
                      <c:pt idx="40">
                        <c:v>68.914367299261997</c:v>
                      </c:pt>
                      <c:pt idx="41">
                        <c:v>69.518310082466996</c:v>
                      </c:pt>
                      <c:pt idx="42">
                        <c:v>70.144876766786993</c:v>
                      </c:pt>
                      <c:pt idx="43">
                        <c:v>76.417507175980006</c:v>
                      </c:pt>
                      <c:pt idx="44">
                        <c:v>84.106303199707</c:v>
                      </c:pt>
                      <c:pt idx="45">
                        <c:v>105.446022324617</c:v>
                      </c:pt>
                      <c:pt idx="46">
                        <c:v>108.77370694887</c:v>
                      </c:pt>
                      <c:pt idx="47">
                        <c:v>96.058052832515003</c:v>
                      </c:pt>
                      <c:pt idx="48">
                        <c:v>71.947777538983004</c:v>
                      </c:pt>
                      <c:pt idx="49">
                        <c:v>47.385056379449999</c:v>
                      </c:pt>
                      <c:pt idx="50">
                        <c:v>28.290193757239997</c:v>
                      </c:pt>
                      <c:pt idx="51">
                        <c:v>17.027621166021998</c:v>
                      </c:pt>
                      <c:pt idx="52">
                        <c:v>11.227601417928001</c:v>
                      </c:pt>
                      <c:pt idx="53">
                        <c:v>9.6679883399560005</c:v>
                      </c:pt>
                      <c:pt idx="54">
                        <c:v>16.708332585095999</c:v>
                      </c:pt>
                      <c:pt idx="55">
                        <c:v>24.767005913611001</c:v>
                      </c:pt>
                      <c:pt idx="56">
                        <c:v>35.885433253301002</c:v>
                      </c:pt>
                      <c:pt idx="57">
                        <c:v>44.709534488791007</c:v>
                      </c:pt>
                      <c:pt idx="58">
                        <c:v>51.390163653214998</c:v>
                      </c:pt>
                      <c:pt idx="59">
                        <c:v>59.411371318088001</c:v>
                      </c:pt>
                      <c:pt idx="60">
                        <c:v>64.781991144244998</c:v>
                      </c:pt>
                      <c:pt idx="61">
                        <c:v>72.747418414723001</c:v>
                      </c:pt>
                      <c:pt idx="62">
                        <c:v>79.582343135210991</c:v>
                      </c:pt>
                      <c:pt idx="63">
                        <c:v>76.662598420967996</c:v>
                      </c:pt>
                      <c:pt idx="64">
                        <c:v>66.874051139372995</c:v>
                      </c:pt>
                      <c:pt idx="65">
                        <c:v>68.244903979838</c:v>
                      </c:pt>
                      <c:pt idx="66">
                        <c:v>68.977087072933003</c:v>
                      </c:pt>
                      <c:pt idx="67">
                        <c:v>75.251200137303002</c:v>
                      </c:pt>
                      <c:pt idx="68">
                        <c:v>81.912827681124</c:v>
                      </c:pt>
                      <c:pt idx="69">
                        <c:v>102.32111772125599</c:v>
                      </c:pt>
                      <c:pt idx="70">
                        <c:v>104.68381267556499</c:v>
                      </c:pt>
                      <c:pt idx="71">
                        <c:v>87.929749615587994</c:v>
                      </c:pt>
                      <c:pt idx="72">
                        <c:v>61.291552984879004</c:v>
                      </c:pt>
                      <c:pt idx="73">
                        <c:v>37.698005042394001</c:v>
                      </c:pt>
                      <c:pt idx="74">
                        <c:v>22.206025526850997</c:v>
                      </c:pt>
                      <c:pt idx="75">
                        <c:v>13.622765365983</c:v>
                      </c:pt>
                      <c:pt idx="76">
                        <c:v>9.5313461560610016</c:v>
                      </c:pt>
                      <c:pt idx="77">
                        <c:v>9.1850617064200009</c:v>
                      </c:pt>
                      <c:pt idx="78">
                        <c:v>17.942025188083999</c:v>
                      </c:pt>
                      <c:pt idx="79">
                        <c:v>28.631466348007002</c:v>
                      </c:pt>
                      <c:pt idx="80">
                        <c:v>37.789456821563007</c:v>
                      </c:pt>
                      <c:pt idx="81">
                        <c:v>42.309825012593002</c:v>
                      </c:pt>
                      <c:pt idx="82">
                        <c:v>47.875560167171997</c:v>
                      </c:pt>
                      <c:pt idx="83">
                        <c:v>55.119184639727997</c:v>
                      </c:pt>
                      <c:pt idx="84">
                        <c:v>60.594008856299006</c:v>
                      </c:pt>
                      <c:pt idx="85">
                        <c:v>65.691656190882</c:v>
                      </c:pt>
                      <c:pt idx="86">
                        <c:v>69.048350141539004</c:v>
                      </c:pt>
                      <c:pt idx="87">
                        <c:v>67.609311532366988</c:v>
                      </c:pt>
                      <c:pt idx="88">
                        <c:v>62.556650635480004</c:v>
                      </c:pt>
                      <c:pt idx="89">
                        <c:v>66.279100705345996</c:v>
                      </c:pt>
                      <c:pt idx="90">
                        <c:v>66.692738624105999</c:v>
                      </c:pt>
                      <c:pt idx="91">
                        <c:v>74.961028649178999</c:v>
                      </c:pt>
                      <c:pt idx="92">
                        <c:v>81.684948939923004</c:v>
                      </c:pt>
                      <c:pt idx="93">
                        <c:v>102.574365857545</c:v>
                      </c:pt>
                      <c:pt idx="94">
                        <c:v>104.029245369636</c:v>
                      </c:pt>
                      <c:pt idx="95">
                        <c:v>85.203816994679002</c:v>
                      </c:pt>
                      <c:pt idx="96">
                        <c:v>58.707703194867001</c:v>
                      </c:pt>
                      <c:pt idx="97">
                        <c:v>36.098631462535998</c:v>
                      </c:pt>
                      <c:pt idx="98">
                        <c:v>21.141834921060997</c:v>
                      </c:pt>
                      <c:pt idx="99">
                        <c:v>13.088856303331999</c:v>
                      </c:pt>
                      <c:pt idx="100">
                        <c:v>9.3590134903400006</c:v>
                      </c:pt>
                      <c:pt idx="101">
                        <c:v>9.0165505921189997</c:v>
                      </c:pt>
                      <c:pt idx="102">
                        <c:v>18.180596124120001</c:v>
                      </c:pt>
                      <c:pt idx="103">
                        <c:v>29.193041062048003</c:v>
                      </c:pt>
                      <c:pt idx="104">
                        <c:v>37.927831889718007</c:v>
                      </c:pt>
                      <c:pt idx="105">
                        <c:v>42.342866910833997</c:v>
                      </c:pt>
                      <c:pt idx="106">
                        <c:v>48.082559116121999</c:v>
                      </c:pt>
                      <c:pt idx="107">
                        <c:v>55.849806344616006</c:v>
                      </c:pt>
                      <c:pt idx="108">
                        <c:v>61.401967298235</c:v>
                      </c:pt>
                      <c:pt idx="109">
                        <c:v>66.687945469723999</c:v>
                      </c:pt>
                      <c:pt idx="110">
                        <c:v>69.701029559605004</c:v>
                      </c:pt>
                      <c:pt idx="111">
                        <c:v>68.460369156217993</c:v>
                      </c:pt>
                      <c:pt idx="112">
                        <c:v>62.564478487669994</c:v>
                      </c:pt>
                      <c:pt idx="113">
                        <c:v>66.570483326506007</c:v>
                      </c:pt>
                      <c:pt idx="114">
                        <c:v>67.367633576792997</c:v>
                      </c:pt>
                      <c:pt idx="115">
                        <c:v>75.389713830259993</c:v>
                      </c:pt>
                      <c:pt idx="116">
                        <c:v>82.043686751740992</c:v>
                      </c:pt>
                      <c:pt idx="117">
                        <c:v>103.92571046469601</c:v>
                      </c:pt>
                      <c:pt idx="118">
                        <c:v>104.229887591096</c:v>
                      </c:pt>
                      <c:pt idx="119">
                        <c:v>85.857311492946991</c:v>
                      </c:pt>
                      <c:pt idx="120">
                        <c:v>58.780885817202005</c:v>
                      </c:pt>
                      <c:pt idx="121">
                        <c:v>36.128455450589001</c:v>
                      </c:pt>
                      <c:pt idx="122">
                        <c:v>20.961586711446998</c:v>
                      </c:pt>
                      <c:pt idx="123">
                        <c:v>12.96860428429</c:v>
                      </c:pt>
                      <c:pt idx="124">
                        <c:v>9.3104470338439995</c:v>
                      </c:pt>
                      <c:pt idx="125">
                        <c:v>9.0878022499219995</c:v>
                      </c:pt>
                      <c:pt idx="126">
                        <c:v>18.565650668647002</c:v>
                      </c:pt>
                      <c:pt idx="127">
                        <c:v>29.841916125965</c:v>
                      </c:pt>
                      <c:pt idx="128">
                        <c:v>39.141122533040999</c:v>
                      </c:pt>
                      <c:pt idx="129">
                        <c:v>43.678403812265003</c:v>
                      </c:pt>
                      <c:pt idx="130">
                        <c:v>49.382545170810999</c:v>
                      </c:pt>
                      <c:pt idx="131">
                        <c:v>56.487852594463995</c:v>
                      </c:pt>
                      <c:pt idx="132">
                        <c:v>63.674030527367997</c:v>
                      </c:pt>
                      <c:pt idx="133">
                        <c:v>72.875013564414999</c:v>
                      </c:pt>
                      <c:pt idx="134">
                        <c:v>76.179385900929987</c:v>
                      </c:pt>
                      <c:pt idx="135">
                        <c:v>72.861486139041006</c:v>
                      </c:pt>
                      <c:pt idx="136">
                        <c:v>63.792101440470006</c:v>
                      </c:pt>
                      <c:pt idx="137">
                        <c:v>67.438450103348003</c:v>
                      </c:pt>
                      <c:pt idx="138">
                        <c:v>74.634787329763</c:v>
                      </c:pt>
                      <c:pt idx="139">
                        <c:v>83.981651484981001</c:v>
                      </c:pt>
                      <c:pt idx="140">
                        <c:v>85.157293190874995</c:v>
                      </c:pt>
                      <c:pt idx="141">
                        <c:v>106.08559615150601</c:v>
                      </c:pt>
                      <c:pt idx="142">
                        <c:v>105.32985858169401</c:v>
                      </c:pt>
                      <c:pt idx="143">
                        <c:v>86.090384258969991</c:v>
                      </c:pt>
                      <c:pt idx="144">
                        <c:v>61.100606357891998</c:v>
                      </c:pt>
                      <c:pt idx="145">
                        <c:v>37.629127666585006</c:v>
                      </c:pt>
                      <c:pt idx="146">
                        <c:v>22.784437359812003</c:v>
                      </c:pt>
                      <c:pt idx="147">
                        <c:v>13.550728173366998</c:v>
                      </c:pt>
                      <c:pt idx="148">
                        <c:v>9.8394482423810015</c:v>
                      </c:pt>
                      <c:pt idx="149">
                        <c:v>9.6538173269220007</c:v>
                      </c:pt>
                      <c:pt idx="150">
                        <c:v>18.607449517207002</c:v>
                      </c:pt>
                      <c:pt idx="151">
                        <c:v>29.977613458153002</c:v>
                      </c:pt>
                      <c:pt idx="152">
                        <c:v>39.704177336293</c:v>
                      </c:pt>
                      <c:pt idx="153">
                        <c:v>43.967836501059999</c:v>
                      </c:pt>
                      <c:pt idx="154">
                        <c:v>49.478594924722003</c:v>
                      </c:pt>
                      <c:pt idx="155">
                        <c:v>55.464360468568998</c:v>
                      </c:pt>
                      <c:pt idx="156">
                        <c:v>61.672597359224994</c:v>
                      </c:pt>
                      <c:pt idx="157">
                        <c:v>66.708106863189002</c:v>
                      </c:pt>
                      <c:pt idx="158">
                        <c:v>70.900025406786</c:v>
                      </c:pt>
                      <c:pt idx="159">
                        <c:v>69.616284962988999</c:v>
                      </c:pt>
                      <c:pt idx="160">
                        <c:v>64.249519545216003</c:v>
                      </c:pt>
                      <c:pt idx="161">
                        <c:v>68.762481236946002</c:v>
                      </c:pt>
                      <c:pt idx="162">
                        <c:v>69.195221452487004</c:v>
                      </c:pt>
                      <c:pt idx="163">
                        <c:v>78.305063694501996</c:v>
                      </c:pt>
                      <c:pt idx="164">
                        <c:v>83.46537426771701</c:v>
                      </c:pt>
                      <c:pt idx="165">
                        <c:v>104.74054295785</c:v>
                      </c:pt>
                      <c:pt idx="166">
                        <c:v>104.576474349823</c:v>
                      </c:pt>
                      <c:pt idx="167">
                        <c:v>83.417731234024004</c:v>
                      </c:pt>
                      <c:pt idx="168">
                        <c:v>56.677146397631006</c:v>
                      </c:pt>
                      <c:pt idx="169">
                        <c:v>33.793573077620003</c:v>
                      </c:pt>
                      <c:pt idx="170">
                        <c:v>20.687149569456999</c:v>
                      </c:pt>
                      <c:pt idx="171">
                        <c:v>13.149029097472999</c:v>
                      </c:pt>
                      <c:pt idx="172">
                        <c:v>9.5767456675969989</c:v>
                      </c:pt>
                      <c:pt idx="173">
                        <c:v>9.5771109238059982</c:v>
                      </c:pt>
                      <c:pt idx="174">
                        <c:v>19.407832291557998</c:v>
                      </c:pt>
                      <c:pt idx="175">
                        <c:v>32.452331961344996</c:v>
                      </c:pt>
                      <c:pt idx="176">
                        <c:v>42.785795549493002</c:v>
                      </c:pt>
                      <c:pt idx="177">
                        <c:v>48.311181724808996</c:v>
                      </c:pt>
                      <c:pt idx="178">
                        <c:v>52.884217376130998</c:v>
                      </c:pt>
                      <c:pt idx="179">
                        <c:v>58.739045520510999</c:v>
                      </c:pt>
                      <c:pt idx="180">
                        <c:v>63.932260883707002</c:v>
                      </c:pt>
                      <c:pt idx="181">
                        <c:v>69.508694810539012</c:v>
                      </c:pt>
                      <c:pt idx="182">
                        <c:v>73.288607638379986</c:v>
                      </c:pt>
                      <c:pt idx="183">
                        <c:v>71.940482502959</c:v>
                      </c:pt>
                      <c:pt idx="184">
                        <c:v>64.842600252378006</c:v>
                      </c:pt>
                      <c:pt idx="185">
                        <c:v>67.83484170908099</c:v>
                      </c:pt>
                      <c:pt idx="186">
                        <c:v>67.631188548933991</c:v>
                      </c:pt>
                      <c:pt idx="187">
                        <c:v>78.414416673114005</c:v>
                      </c:pt>
                      <c:pt idx="188">
                        <c:v>83.997053261597998</c:v>
                      </c:pt>
                      <c:pt idx="189">
                        <c:v>103.670858677525</c:v>
                      </c:pt>
                      <c:pt idx="190">
                        <c:v>106.03573439327199</c:v>
                      </c:pt>
                      <c:pt idx="191">
                        <c:v>90.320112292575004</c:v>
                      </c:pt>
                      <c:pt idx="192">
                        <c:v>65.881955755354994</c:v>
                      </c:pt>
                      <c:pt idx="193">
                        <c:v>42.912104752296003</c:v>
                      </c:pt>
                      <c:pt idx="194">
                        <c:v>26.759240650580001</c:v>
                      </c:pt>
                      <c:pt idx="195">
                        <c:v>17.209915752606001</c:v>
                      </c:pt>
                      <c:pt idx="196">
                        <c:v>11.776754316401</c:v>
                      </c:pt>
                      <c:pt idx="197">
                        <c:v>10.164543924892001</c:v>
                      </c:pt>
                      <c:pt idx="198">
                        <c:v>16.850390190563001</c:v>
                      </c:pt>
                      <c:pt idx="199">
                        <c:v>25.205685605031004</c:v>
                      </c:pt>
                      <c:pt idx="200">
                        <c:v>36.722045090398005</c:v>
                      </c:pt>
                      <c:pt idx="201">
                        <c:v>46.607007251505003</c:v>
                      </c:pt>
                      <c:pt idx="202">
                        <c:v>55.282702136180994</c:v>
                      </c:pt>
                      <c:pt idx="203">
                        <c:v>64.570466007849006</c:v>
                      </c:pt>
                      <c:pt idx="204">
                        <c:v>67.856152159729007</c:v>
                      </c:pt>
                      <c:pt idx="205">
                        <c:v>70.447188486035998</c:v>
                      </c:pt>
                      <c:pt idx="206">
                        <c:v>87.806256976742006</c:v>
                      </c:pt>
                      <c:pt idx="207">
                        <c:v>82.909122156736998</c:v>
                      </c:pt>
                      <c:pt idx="208">
                        <c:v>69.109919227395991</c:v>
                      </c:pt>
                      <c:pt idx="209">
                        <c:v>70.714006447340992</c:v>
                      </c:pt>
                      <c:pt idx="210">
                        <c:v>69.495723909337997</c:v>
                      </c:pt>
                      <c:pt idx="211">
                        <c:v>80.48156446109499</c:v>
                      </c:pt>
                      <c:pt idx="212">
                        <c:v>85.823062530988011</c:v>
                      </c:pt>
                      <c:pt idx="213">
                        <c:v>106.67685594403899</c:v>
                      </c:pt>
                      <c:pt idx="214">
                        <c:v>110.09512013337</c:v>
                      </c:pt>
                      <c:pt idx="215">
                        <c:v>93.946450290044993</c:v>
                      </c:pt>
                      <c:pt idx="216">
                        <c:v>68.012673198055992</c:v>
                      </c:pt>
                      <c:pt idx="217">
                        <c:v>43.151377391483003</c:v>
                      </c:pt>
                      <c:pt idx="218">
                        <c:v>25.638953178244002</c:v>
                      </c:pt>
                      <c:pt idx="219">
                        <c:v>15.403129935757001</c:v>
                      </c:pt>
                      <c:pt idx="220">
                        <c:v>10.498022469035</c:v>
                      </c:pt>
                      <c:pt idx="221">
                        <c:v>9.4240339033640002</c:v>
                      </c:pt>
                      <c:pt idx="222">
                        <c:v>16.790818205600001</c:v>
                      </c:pt>
                      <c:pt idx="223">
                        <c:v>25.986739819651</c:v>
                      </c:pt>
                      <c:pt idx="224">
                        <c:v>37.056678645017996</c:v>
                      </c:pt>
                      <c:pt idx="225">
                        <c:v>45.503427137173993</c:v>
                      </c:pt>
                      <c:pt idx="226">
                        <c:v>52.065849276583997</c:v>
                      </c:pt>
                      <c:pt idx="227">
                        <c:v>59.369286920905004</c:v>
                      </c:pt>
                      <c:pt idx="228">
                        <c:v>63.991046393299001</c:v>
                      </c:pt>
                      <c:pt idx="229">
                        <c:v>73.459388029761001</c:v>
                      </c:pt>
                      <c:pt idx="230">
                        <c:v>79.876506037477</c:v>
                      </c:pt>
                      <c:pt idx="231">
                        <c:v>77.370316541724989</c:v>
                      </c:pt>
                      <c:pt idx="232">
                        <c:v>66.418439447308003</c:v>
                      </c:pt>
                      <c:pt idx="233">
                        <c:v>69.110788244305994</c:v>
                      </c:pt>
                      <c:pt idx="234">
                        <c:v>68.614276400690997</c:v>
                      </c:pt>
                      <c:pt idx="235">
                        <c:v>78.259274287818002</c:v>
                      </c:pt>
                      <c:pt idx="236">
                        <c:v>85.772090185524007</c:v>
                      </c:pt>
                      <c:pt idx="237">
                        <c:v>107.76415819143301</c:v>
                      </c:pt>
                      <c:pt idx="238">
                        <c:v>105.061789126527</c:v>
                      </c:pt>
                      <c:pt idx="239">
                        <c:v>84.607456030324016</c:v>
                      </c:pt>
                      <c:pt idx="240">
                        <c:v>57.351133377128008</c:v>
                      </c:pt>
                      <c:pt idx="241">
                        <c:v>35.079208619612004</c:v>
                      </c:pt>
                      <c:pt idx="242">
                        <c:v>20.504260968571</c:v>
                      </c:pt>
                      <c:pt idx="243">
                        <c:v>12.579687534771999</c:v>
                      </c:pt>
                      <c:pt idx="244">
                        <c:v>9.0945847208719997</c:v>
                      </c:pt>
                      <c:pt idx="245">
                        <c:v>9.0348049777820005</c:v>
                      </c:pt>
                      <c:pt idx="246">
                        <c:v>18.300133470970998</c:v>
                      </c:pt>
                      <c:pt idx="247">
                        <c:v>29.806389727499997</c:v>
                      </c:pt>
                      <c:pt idx="248">
                        <c:v>38.223420473167998</c:v>
                      </c:pt>
                      <c:pt idx="249">
                        <c:v>41.996722950158997</c:v>
                      </c:pt>
                      <c:pt idx="250">
                        <c:v>47.520724057631</c:v>
                      </c:pt>
                      <c:pt idx="251">
                        <c:v>55.211683879527001</c:v>
                      </c:pt>
                      <c:pt idx="252">
                        <c:v>60.422110298222997</c:v>
                      </c:pt>
                      <c:pt idx="253">
                        <c:v>66.065634365931004</c:v>
                      </c:pt>
                      <c:pt idx="254">
                        <c:v>69.588275632268989</c:v>
                      </c:pt>
                      <c:pt idx="255">
                        <c:v>68.867580505492</c:v>
                      </c:pt>
                      <c:pt idx="256">
                        <c:v>63.832907418946995</c:v>
                      </c:pt>
                      <c:pt idx="257">
                        <c:v>70.231722715269996</c:v>
                      </c:pt>
                      <c:pt idx="258">
                        <c:v>69.128686171653001</c:v>
                      </c:pt>
                      <c:pt idx="259">
                        <c:v>78.249392367536998</c:v>
                      </c:pt>
                      <c:pt idx="260">
                        <c:v>84.515568096793004</c:v>
                      </c:pt>
                      <c:pt idx="261">
                        <c:v>104.961191749365</c:v>
                      </c:pt>
                      <c:pt idx="262">
                        <c:v>103.227837018049</c:v>
                      </c:pt>
                      <c:pt idx="263">
                        <c:v>80.753522191536007</c:v>
                      </c:pt>
                      <c:pt idx="264">
                        <c:v>53.501939921009004</c:v>
                      </c:pt>
                      <c:pt idx="265">
                        <c:v>32.034556604130998</c:v>
                      </c:pt>
                      <c:pt idx="266">
                        <c:v>18.720216106841001</c:v>
                      </c:pt>
                      <c:pt idx="267">
                        <c:v>11.928431464898001</c:v>
                      </c:pt>
                      <c:pt idx="268">
                        <c:v>8.8056097535699998</c:v>
                      </c:pt>
                      <c:pt idx="269">
                        <c:v>8.9668604062119996</c:v>
                      </c:pt>
                      <c:pt idx="270">
                        <c:v>18.448645559318003</c:v>
                      </c:pt>
                      <c:pt idx="271">
                        <c:v>30.573187688160001</c:v>
                      </c:pt>
                      <c:pt idx="272">
                        <c:v>39.535894558201001</c:v>
                      </c:pt>
                      <c:pt idx="273">
                        <c:v>43.180026865772</c:v>
                      </c:pt>
                      <c:pt idx="274">
                        <c:v>48.636586615060999</c:v>
                      </c:pt>
                      <c:pt idx="275">
                        <c:v>56.068569860171998</c:v>
                      </c:pt>
                      <c:pt idx="276">
                        <c:v>61.313443275474008</c:v>
                      </c:pt>
                      <c:pt idx="277">
                        <c:v>66.966444170672005</c:v>
                      </c:pt>
                      <c:pt idx="278">
                        <c:v>70.520818017356007</c:v>
                      </c:pt>
                      <c:pt idx="279">
                        <c:v>69.436215637019004</c:v>
                      </c:pt>
                      <c:pt idx="280">
                        <c:v>64.008153349289003</c:v>
                      </c:pt>
                      <c:pt idx="281">
                        <c:v>68.857973167466</c:v>
                      </c:pt>
                      <c:pt idx="282">
                        <c:v>67.550481125863001</c:v>
                      </c:pt>
                      <c:pt idx="283">
                        <c:v>78.219101470587006</c:v>
                      </c:pt>
                      <c:pt idx="284">
                        <c:v>85.816259747040007</c:v>
                      </c:pt>
                      <c:pt idx="285">
                        <c:v>107.407168380877</c:v>
                      </c:pt>
                      <c:pt idx="286">
                        <c:v>104.37602743414099</c:v>
                      </c:pt>
                      <c:pt idx="287">
                        <c:v>81.543676374476007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E-6C6F-49E4-8F59-330269BCC199}"/>
                  </c:ext>
                </c:extLst>
              </c15:ser>
            </c15:filteredLineSeries>
            <c15:filteredLineSeries>
              <c15:ser>
                <c:idx val="25"/>
                <c:order val="2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12-10-2026'!$AA$1</c15:sqref>
                        </c15:formulaRef>
                      </c:ext>
                    </c:extLst>
                    <c:strCache>
                      <c:ptCount val="1"/>
                      <c:pt idx="0">
                        <c:v>ORN 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12-10-2026'!$AA$2:$AA$289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5.3700024496390002</c:v>
                      </c:pt>
                      <c:pt idx="1">
                        <c:v>3.3204166611470098</c:v>
                      </c:pt>
                      <c:pt idx="2">
                        <c:v>1.947396249106</c:v>
                      </c:pt>
                      <c:pt idx="3">
                        <c:v>1.208627035024</c:v>
                      </c:pt>
                      <c:pt idx="4">
                        <c:v>0.94922370243200005</c:v>
                      </c:pt>
                      <c:pt idx="5">
                        <c:v>1.0993234711750002</c:v>
                      </c:pt>
                      <c:pt idx="6">
                        <c:v>2.3850600892220002</c:v>
                      </c:pt>
                      <c:pt idx="7">
                        <c:v>3.6074741025630002</c:v>
                      </c:pt>
                      <c:pt idx="8">
                        <c:v>4.4133613855510001</c:v>
                      </c:pt>
                      <c:pt idx="9">
                        <c:v>4.5231162741570001</c:v>
                      </c:pt>
                      <c:pt idx="10">
                        <c:v>4.8774782143550004</c:v>
                      </c:pt>
                      <c:pt idx="11">
                        <c:v>5.4683979383079899</c:v>
                      </c:pt>
                      <c:pt idx="12">
                        <c:v>6.3279793871029995</c:v>
                      </c:pt>
                      <c:pt idx="13">
                        <c:v>6.9447072115430002</c:v>
                      </c:pt>
                      <c:pt idx="14">
                        <c:v>7.3722136021150009</c:v>
                      </c:pt>
                      <c:pt idx="15">
                        <c:v>7.3326364215730004</c:v>
                      </c:pt>
                      <c:pt idx="16">
                        <c:v>6.4764395298829998</c:v>
                      </c:pt>
                      <c:pt idx="17">
                        <c:v>6.3775488954539892</c:v>
                      </c:pt>
                      <c:pt idx="18">
                        <c:v>6.2718756548290004</c:v>
                      </c:pt>
                      <c:pt idx="19">
                        <c:v>6.8391671588909997</c:v>
                      </c:pt>
                      <c:pt idx="20">
                        <c:v>7.4913469810179993</c:v>
                      </c:pt>
                      <c:pt idx="21">
                        <c:v>9.0201329043309979</c:v>
                      </c:pt>
                      <c:pt idx="22">
                        <c:v>9.5387652574789996</c:v>
                      </c:pt>
                      <c:pt idx="23">
                        <c:v>8.3391690736320001</c:v>
                      </c:pt>
                      <c:pt idx="24">
                        <c:v>6.1081579867190108</c:v>
                      </c:pt>
                      <c:pt idx="25">
                        <c:v>3.8277789833430003</c:v>
                      </c:pt>
                      <c:pt idx="26">
                        <c:v>2.2537897292140001</c:v>
                      </c:pt>
                      <c:pt idx="27">
                        <c:v>1.5456048447709998</c:v>
                      </c:pt>
                      <c:pt idx="28">
                        <c:v>1.0958707956559999</c:v>
                      </c:pt>
                      <c:pt idx="29">
                        <c:v>1.119695412207</c:v>
                      </c:pt>
                      <c:pt idx="30">
                        <c:v>2.0509422606959999</c:v>
                      </c:pt>
                      <c:pt idx="31">
                        <c:v>2.9476291496810001</c:v>
                      </c:pt>
                      <c:pt idx="32">
                        <c:v>4.213123475562</c:v>
                      </c:pt>
                      <c:pt idx="33">
                        <c:v>5.0483790342109991</c:v>
                      </c:pt>
                      <c:pt idx="34">
                        <c:v>5.6232207264270002</c:v>
                      </c:pt>
                      <c:pt idx="35">
                        <c:v>6.9332996631310007</c:v>
                      </c:pt>
                      <c:pt idx="36">
                        <c:v>7.020865771845</c:v>
                      </c:pt>
                      <c:pt idx="37">
                        <c:v>7.1902021127419999</c:v>
                      </c:pt>
                      <c:pt idx="38">
                        <c:v>8.4325140896900006</c:v>
                      </c:pt>
                      <c:pt idx="39">
                        <c:v>8.0337595603340013</c:v>
                      </c:pt>
                      <c:pt idx="40">
                        <c:v>6.7742026632080004</c:v>
                      </c:pt>
                      <c:pt idx="41">
                        <c:v>6.5684594063400006</c:v>
                      </c:pt>
                      <c:pt idx="42">
                        <c:v>6.4596234945100095</c:v>
                      </c:pt>
                      <c:pt idx="43">
                        <c:v>6.9528861959390102</c:v>
                      </c:pt>
                      <c:pt idx="44">
                        <c:v>7.604591693824001</c:v>
                      </c:pt>
                      <c:pt idx="45">
                        <c:v>9.3116175597460096</c:v>
                      </c:pt>
                      <c:pt idx="46">
                        <c:v>9.7491117131489986</c:v>
                      </c:pt>
                      <c:pt idx="47">
                        <c:v>8.6527967209910077</c:v>
                      </c:pt>
                      <c:pt idx="48">
                        <c:v>6.3820550856170009</c:v>
                      </c:pt>
                      <c:pt idx="49">
                        <c:v>4.0967295671199997</c:v>
                      </c:pt>
                      <c:pt idx="50">
                        <c:v>2.3912534340729996</c:v>
                      </c:pt>
                      <c:pt idx="51">
                        <c:v>1.4631187732710003</c:v>
                      </c:pt>
                      <c:pt idx="52">
                        <c:v>1.0292045378250001</c:v>
                      </c:pt>
                      <c:pt idx="53">
                        <c:v>1.094626990646</c:v>
                      </c:pt>
                      <c:pt idx="54">
                        <c:v>2.1167507958949998</c:v>
                      </c:pt>
                      <c:pt idx="55">
                        <c:v>3.1283196225579997</c:v>
                      </c:pt>
                      <c:pt idx="56">
                        <c:v>4.3211158832469998</c:v>
                      </c:pt>
                      <c:pt idx="57">
                        <c:v>4.9985177429770005</c:v>
                      </c:pt>
                      <c:pt idx="58">
                        <c:v>5.3357573475779994</c:v>
                      </c:pt>
                      <c:pt idx="59">
                        <c:v>5.9386230563410001</c:v>
                      </c:pt>
                      <c:pt idx="60">
                        <c:v>6.5893656699720005</c:v>
                      </c:pt>
                      <c:pt idx="61">
                        <c:v>7.3269808198430013</c:v>
                      </c:pt>
                      <c:pt idx="62">
                        <c:v>7.8433905244190107</c:v>
                      </c:pt>
                      <c:pt idx="63">
                        <c:v>7.6029789516490105</c:v>
                      </c:pt>
                      <c:pt idx="64">
                        <c:v>6.5631977998240005</c:v>
                      </c:pt>
                      <c:pt idx="65">
                        <c:v>6.3457605690559999</c:v>
                      </c:pt>
                      <c:pt idx="66">
                        <c:v>6.3270275285200004</c:v>
                      </c:pt>
                      <c:pt idx="67">
                        <c:v>6.8364058618610102</c:v>
                      </c:pt>
                      <c:pt idx="68">
                        <c:v>7.4621297766549999</c:v>
                      </c:pt>
                      <c:pt idx="69">
                        <c:v>9.1356407527119998</c:v>
                      </c:pt>
                      <c:pt idx="70">
                        <c:v>9.4753824022620012</c:v>
                      </c:pt>
                      <c:pt idx="71">
                        <c:v>7.9162251245439998</c:v>
                      </c:pt>
                      <c:pt idx="72">
                        <c:v>5.4387009169459999</c:v>
                      </c:pt>
                      <c:pt idx="73">
                        <c:v>3.2913073519789999</c:v>
                      </c:pt>
                      <c:pt idx="74">
                        <c:v>1.9107417235690001</c:v>
                      </c:pt>
                      <c:pt idx="75">
                        <c:v>1.1992403842020001</c:v>
                      </c:pt>
                      <c:pt idx="76">
                        <c:v>0.93144436578500001</c:v>
                      </c:pt>
                      <c:pt idx="77">
                        <c:v>1.0779554025139999</c:v>
                      </c:pt>
                      <c:pt idx="78">
                        <c:v>2.2795942875319999</c:v>
                      </c:pt>
                      <c:pt idx="79">
                        <c:v>3.4576706249980003</c:v>
                      </c:pt>
                      <c:pt idx="80">
                        <c:v>4.1818478036169902</c:v>
                      </c:pt>
                      <c:pt idx="81">
                        <c:v>4.3173849143169996</c:v>
                      </c:pt>
                      <c:pt idx="82">
                        <c:v>4.6309410418500008</c:v>
                      </c:pt>
                      <c:pt idx="83">
                        <c:v>5.3725263345860101</c:v>
                      </c:pt>
                      <c:pt idx="84">
                        <c:v>6.1528919104329916</c:v>
                      </c:pt>
                      <c:pt idx="85">
                        <c:v>6.5562733077590014</c:v>
                      </c:pt>
                      <c:pt idx="86">
                        <c:v>6.9396467438569998</c:v>
                      </c:pt>
                      <c:pt idx="87">
                        <c:v>6.8192855851070098</c:v>
                      </c:pt>
                      <c:pt idx="88">
                        <c:v>6.2443113490590001</c:v>
                      </c:pt>
                      <c:pt idx="89">
                        <c:v>6.263271033713</c:v>
                      </c:pt>
                      <c:pt idx="90">
                        <c:v>6.0645436609679999</c:v>
                      </c:pt>
                      <c:pt idx="91">
                        <c:v>6.7281848157809998</c:v>
                      </c:pt>
                      <c:pt idx="92">
                        <c:v>7.3721302231259997</c:v>
                      </c:pt>
                      <c:pt idx="93">
                        <c:v>9.0214857908230019</c:v>
                      </c:pt>
                      <c:pt idx="94">
                        <c:v>9.2372759189369997</c:v>
                      </c:pt>
                      <c:pt idx="95">
                        <c:v>7.5380202881499994</c:v>
                      </c:pt>
                      <c:pt idx="96">
                        <c:v>5.025917537382</c:v>
                      </c:pt>
                      <c:pt idx="97">
                        <c:v>3.0361120316569994</c:v>
                      </c:pt>
                      <c:pt idx="98">
                        <c:v>1.762631508778</c:v>
                      </c:pt>
                      <c:pt idx="99">
                        <c:v>1.1401197301110002</c:v>
                      </c:pt>
                      <c:pt idx="100">
                        <c:v>0.88891387553000001</c:v>
                      </c:pt>
                      <c:pt idx="101">
                        <c:v>1.0201218332990001</c:v>
                      </c:pt>
                      <c:pt idx="102">
                        <c:v>2.2988967248820003</c:v>
                      </c:pt>
                      <c:pt idx="103">
                        <c:v>3.5079599140629996</c:v>
                      </c:pt>
                      <c:pt idx="104">
                        <c:v>4.2456612902070008</c:v>
                      </c:pt>
                      <c:pt idx="105">
                        <c:v>4.3429090983279997</c:v>
                      </c:pt>
                      <c:pt idx="106">
                        <c:v>4.6600172916589999</c:v>
                      </c:pt>
                      <c:pt idx="107">
                        <c:v>5.351095142028</c:v>
                      </c:pt>
                      <c:pt idx="108">
                        <c:v>6.096563017507</c:v>
                      </c:pt>
                      <c:pt idx="109">
                        <c:v>6.5618016729469995</c:v>
                      </c:pt>
                      <c:pt idx="110">
                        <c:v>6.8641269277739996</c:v>
                      </c:pt>
                      <c:pt idx="111">
                        <c:v>6.7574642222299985</c:v>
                      </c:pt>
                      <c:pt idx="112">
                        <c:v>6.1787862216340006</c:v>
                      </c:pt>
                      <c:pt idx="113">
                        <c:v>6.1899456929289993</c:v>
                      </c:pt>
                      <c:pt idx="114">
                        <c:v>6.0857966094430003</c:v>
                      </c:pt>
                      <c:pt idx="115">
                        <c:v>6.7093695756740006</c:v>
                      </c:pt>
                      <c:pt idx="116">
                        <c:v>7.3098854823000092</c:v>
                      </c:pt>
                      <c:pt idx="117">
                        <c:v>9.0177149208579905</c:v>
                      </c:pt>
                      <c:pt idx="118">
                        <c:v>9.2290372661569897</c:v>
                      </c:pt>
                      <c:pt idx="119">
                        <c:v>7.5727830579350099</c:v>
                      </c:pt>
                      <c:pt idx="120">
                        <c:v>5.0832848299390001</c:v>
                      </c:pt>
                      <c:pt idx="121">
                        <c:v>3.05232898066</c:v>
                      </c:pt>
                      <c:pt idx="122">
                        <c:v>1.775537693285</c:v>
                      </c:pt>
                      <c:pt idx="123">
                        <c:v>1.1589412897279998</c:v>
                      </c:pt>
                      <c:pt idx="124">
                        <c:v>0.87482671439500093</c:v>
                      </c:pt>
                      <c:pt idx="125">
                        <c:v>1.006777131880001</c:v>
                      </c:pt>
                      <c:pt idx="126">
                        <c:v>2.3231199019819999</c:v>
                      </c:pt>
                      <c:pt idx="127">
                        <c:v>3.6207720117889997</c:v>
                      </c:pt>
                      <c:pt idx="128">
                        <c:v>4.2758505537669995</c:v>
                      </c:pt>
                      <c:pt idx="129">
                        <c:v>4.420821658635</c:v>
                      </c:pt>
                      <c:pt idx="130">
                        <c:v>4.7774571911960004</c:v>
                      </c:pt>
                      <c:pt idx="131">
                        <c:v>5.3740064340649996</c:v>
                      </c:pt>
                      <c:pt idx="132">
                        <c:v>6.2912639654079996</c:v>
                      </c:pt>
                      <c:pt idx="133">
                        <c:v>7.2429048469300001</c:v>
                      </c:pt>
                      <c:pt idx="134">
                        <c:v>7.5553441805889996</c:v>
                      </c:pt>
                      <c:pt idx="135">
                        <c:v>7.2051327267490013</c:v>
                      </c:pt>
                      <c:pt idx="136">
                        <c:v>6.2613875579489999</c:v>
                      </c:pt>
                      <c:pt idx="137">
                        <c:v>6.2815809741599997</c:v>
                      </c:pt>
                      <c:pt idx="138">
                        <c:v>6.4285898988500003</c:v>
                      </c:pt>
                      <c:pt idx="139">
                        <c:v>7.1724317964080102</c:v>
                      </c:pt>
                      <c:pt idx="140">
                        <c:v>7.5764756925750101</c:v>
                      </c:pt>
                      <c:pt idx="141">
                        <c:v>9.2747488597760004</c:v>
                      </c:pt>
                      <c:pt idx="142">
                        <c:v>9.3920409385439907</c:v>
                      </c:pt>
                      <c:pt idx="143">
                        <c:v>7.6908772083459995</c:v>
                      </c:pt>
                      <c:pt idx="144">
                        <c:v>5.219567184502</c:v>
                      </c:pt>
                      <c:pt idx="145">
                        <c:v>3.137233116235</c:v>
                      </c:pt>
                      <c:pt idx="146">
                        <c:v>1.9136709202700002</c:v>
                      </c:pt>
                      <c:pt idx="147">
                        <c:v>1.2761336082879999</c:v>
                      </c:pt>
                      <c:pt idx="148">
                        <c:v>0.98572354200099987</c:v>
                      </c:pt>
                      <c:pt idx="149">
                        <c:v>1.104028853165</c:v>
                      </c:pt>
                      <c:pt idx="150">
                        <c:v>2.3787602590220001</c:v>
                      </c:pt>
                      <c:pt idx="151">
                        <c:v>3.6429372049439999</c:v>
                      </c:pt>
                      <c:pt idx="152">
                        <c:v>4.4046596564899998</c:v>
                      </c:pt>
                      <c:pt idx="153">
                        <c:v>4.4620719603119996</c:v>
                      </c:pt>
                      <c:pt idx="154">
                        <c:v>4.7773379452169991</c:v>
                      </c:pt>
                      <c:pt idx="155">
                        <c:v>5.3453745082199999</c:v>
                      </c:pt>
                      <c:pt idx="156">
                        <c:v>6.1227031856240002</c:v>
                      </c:pt>
                      <c:pt idx="157">
                        <c:v>6.5924060181089992</c:v>
                      </c:pt>
                      <c:pt idx="158">
                        <c:v>7.0454770596280003</c:v>
                      </c:pt>
                      <c:pt idx="159">
                        <c:v>6.9337538778050005</c:v>
                      </c:pt>
                      <c:pt idx="160">
                        <c:v>6.3882334420979898</c:v>
                      </c:pt>
                      <c:pt idx="161">
                        <c:v>6.4301128637760003</c:v>
                      </c:pt>
                      <c:pt idx="162">
                        <c:v>6.3201004875919997</c:v>
                      </c:pt>
                      <c:pt idx="163">
                        <c:v>7.0647744815109998</c:v>
                      </c:pt>
                      <c:pt idx="164">
                        <c:v>7.6549562111449996</c:v>
                      </c:pt>
                      <c:pt idx="165">
                        <c:v>9.2884209905820008</c:v>
                      </c:pt>
                      <c:pt idx="166">
                        <c:v>9.3691134763949986</c:v>
                      </c:pt>
                      <c:pt idx="167">
                        <c:v>7.4783668991249996</c:v>
                      </c:pt>
                      <c:pt idx="168">
                        <c:v>4.8908030714769906</c:v>
                      </c:pt>
                      <c:pt idx="169">
                        <c:v>2.8603983953390002</c:v>
                      </c:pt>
                      <c:pt idx="170">
                        <c:v>1.7692323340640002</c:v>
                      </c:pt>
                      <c:pt idx="171">
                        <c:v>1.1744482745660001</c:v>
                      </c:pt>
                      <c:pt idx="172">
                        <c:v>0.95002162571100002</c:v>
                      </c:pt>
                      <c:pt idx="173">
                        <c:v>1.102701142925</c:v>
                      </c:pt>
                      <c:pt idx="174">
                        <c:v>2.474470214199</c:v>
                      </c:pt>
                      <c:pt idx="175">
                        <c:v>3.9230036540659996</c:v>
                      </c:pt>
                      <c:pt idx="176">
                        <c:v>4.6968867282689999</c:v>
                      </c:pt>
                      <c:pt idx="177">
                        <c:v>4.685648279732999</c:v>
                      </c:pt>
                      <c:pt idx="178">
                        <c:v>4.9290050055059993</c:v>
                      </c:pt>
                      <c:pt idx="179">
                        <c:v>5.4946050821489907</c:v>
                      </c:pt>
                      <c:pt idx="180">
                        <c:v>6.289965207219999</c:v>
                      </c:pt>
                      <c:pt idx="181">
                        <c:v>6.8514699186129908</c:v>
                      </c:pt>
                      <c:pt idx="182">
                        <c:v>7.2280212330159994</c:v>
                      </c:pt>
                      <c:pt idx="183">
                        <c:v>7.1045133123539994</c:v>
                      </c:pt>
                      <c:pt idx="184">
                        <c:v>6.3633279164660008</c:v>
                      </c:pt>
                      <c:pt idx="185">
                        <c:v>6.4106157833519894</c:v>
                      </c:pt>
                      <c:pt idx="186">
                        <c:v>6.2648560495939982</c:v>
                      </c:pt>
                      <c:pt idx="187">
                        <c:v>7.1664408427569999</c:v>
                      </c:pt>
                      <c:pt idx="188">
                        <c:v>7.6722315374190098</c:v>
                      </c:pt>
                      <c:pt idx="189">
                        <c:v>9.2347313667830093</c:v>
                      </c:pt>
                      <c:pt idx="190">
                        <c:v>9.4524214377350102</c:v>
                      </c:pt>
                      <c:pt idx="191">
                        <c:v>8.1042630602990098</c:v>
                      </c:pt>
                      <c:pt idx="192">
                        <c:v>5.753626580843</c:v>
                      </c:pt>
                      <c:pt idx="193">
                        <c:v>3.6639194259520003</c:v>
                      </c:pt>
                      <c:pt idx="194">
                        <c:v>2.2293268255159999</c:v>
                      </c:pt>
                      <c:pt idx="195">
                        <c:v>1.4409846987370001</c:v>
                      </c:pt>
                      <c:pt idx="196">
                        <c:v>1.0704690837989999</c:v>
                      </c:pt>
                      <c:pt idx="197">
                        <c:v>1.0689246301290001</c:v>
                      </c:pt>
                      <c:pt idx="198">
                        <c:v>2.0826165659510001</c:v>
                      </c:pt>
                      <c:pt idx="199">
                        <c:v>3.1274374876059996</c:v>
                      </c:pt>
                      <c:pt idx="200">
                        <c:v>4.3386079428129998</c:v>
                      </c:pt>
                      <c:pt idx="201">
                        <c:v>5.082461233728</c:v>
                      </c:pt>
                      <c:pt idx="202">
                        <c:v>5.525318473854</c:v>
                      </c:pt>
                      <c:pt idx="203">
                        <c:v>6.2564051474499989</c:v>
                      </c:pt>
                      <c:pt idx="204">
                        <c:v>6.6770471244779905</c:v>
                      </c:pt>
                      <c:pt idx="205">
                        <c:v>7.0995308577599907</c:v>
                      </c:pt>
                      <c:pt idx="206">
                        <c:v>8.2688336529940099</c:v>
                      </c:pt>
                      <c:pt idx="207">
                        <c:v>7.8940195808589904</c:v>
                      </c:pt>
                      <c:pt idx="208">
                        <c:v>6.5515539749249898</c:v>
                      </c:pt>
                      <c:pt idx="209">
                        <c:v>6.3969765768390001</c:v>
                      </c:pt>
                      <c:pt idx="210">
                        <c:v>6.089701114213999</c:v>
                      </c:pt>
                      <c:pt idx="211">
                        <c:v>7.0361892659050005</c:v>
                      </c:pt>
                      <c:pt idx="212">
                        <c:v>7.7212249906519999</c:v>
                      </c:pt>
                      <c:pt idx="213">
                        <c:v>9.3526013058030006</c:v>
                      </c:pt>
                      <c:pt idx="214">
                        <c:v>9.7618825900429993</c:v>
                      </c:pt>
                      <c:pt idx="215">
                        <c:v>8.4338041499570107</c:v>
                      </c:pt>
                      <c:pt idx="216">
                        <c:v>6.0010027258020004</c:v>
                      </c:pt>
                      <c:pt idx="217">
                        <c:v>3.7574520294690004</c:v>
                      </c:pt>
                      <c:pt idx="218">
                        <c:v>2.2448672220189998</c:v>
                      </c:pt>
                      <c:pt idx="219">
                        <c:v>1.3516338009539999</c:v>
                      </c:pt>
                      <c:pt idx="220">
                        <c:v>0.96636537782799903</c:v>
                      </c:pt>
                      <c:pt idx="221">
                        <c:v>1.0308992411719999</c:v>
                      </c:pt>
                      <c:pt idx="222">
                        <c:v>2.1138053318909997</c:v>
                      </c:pt>
                      <c:pt idx="223">
                        <c:v>3.2055958883330002</c:v>
                      </c:pt>
                      <c:pt idx="224">
                        <c:v>4.3921700002359998</c:v>
                      </c:pt>
                      <c:pt idx="225">
                        <c:v>4.9262266663079997</c:v>
                      </c:pt>
                      <c:pt idx="226">
                        <c:v>5.2438884689880005</c:v>
                      </c:pt>
                      <c:pt idx="227">
                        <c:v>5.8020537476429999</c:v>
                      </c:pt>
                      <c:pt idx="228">
                        <c:v>6.3470693760030104</c:v>
                      </c:pt>
                      <c:pt idx="229">
                        <c:v>7.1997378349840009</c:v>
                      </c:pt>
                      <c:pt idx="230">
                        <c:v>7.8185450131330096</c:v>
                      </c:pt>
                      <c:pt idx="231">
                        <c:v>7.5291702249240107</c:v>
                      </c:pt>
                      <c:pt idx="232">
                        <c:v>6.4191553396100005</c:v>
                      </c:pt>
                      <c:pt idx="233">
                        <c:v>6.3161071148959902</c:v>
                      </c:pt>
                      <c:pt idx="234">
                        <c:v>6.1730030643949902</c:v>
                      </c:pt>
                      <c:pt idx="235">
                        <c:v>7.0304676896899903</c:v>
                      </c:pt>
                      <c:pt idx="236">
                        <c:v>7.6435251478539907</c:v>
                      </c:pt>
                      <c:pt idx="237">
                        <c:v>9.3877603487309997</c:v>
                      </c:pt>
                      <c:pt idx="238">
                        <c:v>9.4325209884000003</c:v>
                      </c:pt>
                      <c:pt idx="239">
                        <c:v>7.6100760161759897</c:v>
                      </c:pt>
                      <c:pt idx="240">
                        <c:v>4.9720319068970005</c:v>
                      </c:pt>
                      <c:pt idx="241">
                        <c:v>2.9609599178199999</c:v>
                      </c:pt>
                      <c:pt idx="242">
                        <c:v>1.7355443608750001</c:v>
                      </c:pt>
                      <c:pt idx="243">
                        <c:v>1.1298341877039999</c:v>
                      </c:pt>
                      <c:pt idx="244">
                        <c:v>0.85769691496000011</c:v>
                      </c:pt>
                      <c:pt idx="245">
                        <c:v>1.0081892188240009</c:v>
                      </c:pt>
                      <c:pt idx="246">
                        <c:v>2.3032077739429999</c:v>
                      </c:pt>
                      <c:pt idx="247">
                        <c:v>3.5135966654509998</c:v>
                      </c:pt>
                      <c:pt idx="248">
                        <c:v>4.2280475996240003</c:v>
                      </c:pt>
                      <c:pt idx="249">
                        <c:v>4.2216279456010009</c:v>
                      </c:pt>
                      <c:pt idx="250">
                        <c:v>4.5801877025589999</c:v>
                      </c:pt>
                      <c:pt idx="251">
                        <c:v>5.2515646035200003</c:v>
                      </c:pt>
                      <c:pt idx="252">
                        <c:v>5.9203192402720104</c:v>
                      </c:pt>
                      <c:pt idx="253">
                        <c:v>6.4540423820700106</c:v>
                      </c:pt>
                      <c:pt idx="254">
                        <c:v>6.8366353392939994</c:v>
                      </c:pt>
                      <c:pt idx="255">
                        <c:v>6.8422824469400005</c:v>
                      </c:pt>
                      <c:pt idx="256">
                        <c:v>6.2145600519919997</c:v>
                      </c:pt>
                      <c:pt idx="257">
                        <c:v>6.4032897349149902</c:v>
                      </c:pt>
                      <c:pt idx="258">
                        <c:v>6.2403520706329898</c:v>
                      </c:pt>
                      <c:pt idx="259">
                        <c:v>7.1110345453410115</c:v>
                      </c:pt>
                      <c:pt idx="260">
                        <c:v>7.6876722856369897</c:v>
                      </c:pt>
                      <c:pt idx="261">
                        <c:v>9.3097383539830005</c:v>
                      </c:pt>
                      <c:pt idx="262">
                        <c:v>9.2040790647640005</c:v>
                      </c:pt>
                      <c:pt idx="263">
                        <c:v>7.2101978340889907</c:v>
                      </c:pt>
                      <c:pt idx="264">
                        <c:v>4.6050342904179988</c:v>
                      </c:pt>
                      <c:pt idx="265">
                        <c:v>2.7213711691259999</c:v>
                      </c:pt>
                      <c:pt idx="266">
                        <c:v>1.616332120467</c:v>
                      </c:pt>
                      <c:pt idx="267">
                        <c:v>1.074367508476</c:v>
                      </c:pt>
                      <c:pt idx="268">
                        <c:v>0.900281703371</c:v>
                      </c:pt>
                      <c:pt idx="269">
                        <c:v>1.0365815100340001</c:v>
                      </c:pt>
                      <c:pt idx="270">
                        <c:v>2.3442438637</c:v>
                      </c:pt>
                      <c:pt idx="271">
                        <c:v>3.7036874060610003</c:v>
                      </c:pt>
                      <c:pt idx="272">
                        <c:v>4.3280338403150003</c:v>
                      </c:pt>
                      <c:pt idx="273">
                        <c:v>4.3694747146970006</c:v>
                      </c:pt>
                      <c:pt idx="274">
                        <c:v>4.6587387622950098</c:v>
                      </c:pt>
                      <c:pt idx="275">
                        <c:v>5.294076924783</c:v>
                      </c:pt>
                      <c:pt idx="276">
                        <c:v>6.0378583655469997</c:v>
                      </c:pt>
                      <c:pt idx="277">
                        <c:v>6.5911608535710098</c:v>
                      </c:pt>
                      <c:pt idx="278">
                        <c:v>6.9289023732300095</c:v>
                      </c:pt>
                      <c:pt idx="279">
                        <c:v>6.8538972545400005</c:v>
                      </c:pt>
                      <c:pt idx="280">
                        <c:v>6.2395525344000005</c:v>
                      </c:pt>
                      <c:pt idx="281">
                        <c:v>6.3659238519539896</c:v>
                      </c:pt>
                      <c:pt idx="282">
                        <c:v>6.104642605544</c:v>
                      </c:pt>
                      <c:pt idx="283">
                        <c:v>7.0488650077620001</c:v>
                      </c:pt>
                      <c:pt idx="284">
                        <c:v>7.7404567725229994</c:v>
                      </c:pt>
                      <c:pt idx="285">
                        <c:v>9.4893712143700011</c:v>
                      </c:pt>
                      <c:pt idx="286">
                        <c:v>9.3181702189400006</c:v>
                      </c:pt>
                      <c:pt idx="287">
                        <c:v>7.2066345743119999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F-6C6F-49E4-8F59-330269BCC199}"/>
                  </c:ext>
                </c:extLst>
              </c15:ser>
            </c15:filteredLineSeries>
            <c15:filteredLineSeries>
              <c15:ser>
                <c:idx val="26"/>
                <c:order val="2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12-10-2026'!$AB$1</c15:sqref>
                        </c15:formulaRef>
                      </c:ext>
                    </c:extLst>
                    <c:strCache>
                      <c:ptCount val="1"/>
                      <c:pt idx="0">
                        <c:v>ORN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12-10-2026'!$AB$2:$AB$289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66.636100602656995</c:v>
                      </c:pt>
                      <c:pt idx="1">
                        <c:v>42.018655480921005</c:v>
                      </c:pt>
                      <c:pt idx="2">
                        <c:v>25.188446055391999</c:v>
                      </c:pt>
                      <c:pt idx="3">
                        <c:v>15.264145371308</c:v>
                      </c:pt>
                      <c:pt idx="4">
                        <c:v>10.966337357971002</c:v>
                      </c:pt>
                      <c:pt idx="5">
                        <c:v>10.702935815328999</c:v>
                      </c:pt>
                      <c:pt idx="6">
                        <c:v>21.062633129441998</c:v>
                      </c:pt>
                      <c:pt idx="7">
                        <c:v>33.095703723006004</c:v>
                      </c:pt>
                      <c:pt idx="8">
                        <c:v>42.819130081992</c:v>
                      </c:pt>
                      <c:pt idx="9">
                        <c:v>47.169627696512002</c:v>
                      </c:pt>
                      <c:pt idx="10">
                        <c:v>53.38375904358</c:v>
                      </c:pt>
                      <c:pt idx="11">
                        <c:v>61.351147709518997</c:v>
                      </c:pt>
                      <c:pt idx="12">
                        <c:v>68.222290804628003</c:v>
                      </c:pt>
                      <c:pt idx="13">
                        <c:v>75.056067493594995</c:v>
                      </c:pt>
                      <c:pt idx="14">
                        <c:v>80.311369424286994</c:v>
                      </c:pt>
                      <c:pt idx="15">
                        <c:v>79.576226514093989</c:v>
                      </c:pt>
                      <c:pt idx="16">
                        <c:v>71.063077885158009</c:v>
                      </c:pt>
                      <c:pt idx="17">
                        <c:v>73.061727383230007</c:v>
                      </c:pt>
                      <c:pt idx="18">
                        <c:v>73.635703771568004</c:v>
                      </c:pt>
                      <c:pt idx="19">
                        <c:v>80.772005923284013</c:v>
                      </c:pt>
                      <c:pt idx="20">
                        <c:v>88.530212008451002</c:v>
                      </c:pt>
                      <c:pt idx="21">
                        <c:v>109.828892339402</c:v>
                      </c:pt>
                      <c:pt idx="22">
                        <c:v>115.461835798178</c:v>
                      </c:pt>
                      <c:pt idx="23">
                        <c:v>101.184838535843</c:v>
                      </c:pt>
                      <c:pt idx="24">
                        <c:v>75.354259853580004</c:v>
                      </c:pt>
                      <c:pt idx="25">
                        <c:v>47.234779710574998</c:v>
                      </c:pt>
                      <c:pt idx="26">
                        <c:v>27.890383844391</c:v>
                      </c:pt>
                      <c:pt idx="27">
                        <c:v>18.783066170380998</c:v>
                      </c:pt>
                      <c:pt idx="28">
                        <c:v>12.845668836609999</c:v>
                      </c:pt>
                      <c:pt idx="29">
                        <c:v>11.245189804365999</c:v>
                      </c:pt>
                      <c:pt idx="30">
                        <c:v>18.546805931623002</c:v>
                      </c:pt>
                      <c:pt idx="31">
                        <c:v>26.216723486946002</c:v>
                      </c:pt>
                      <c:pt idx="32">
                        <c:v>38.827913373706004</c:v>
                      </c:pt>
                      <c:pt idx="33">
                        <c:v>50.140565606441001</c:v>
                      </c:pt>
                      <c:pt idx="34">
                        <c:v>59.663792367275995</c:v>
                      </c:pt>
                      <c:pt idx="35">
                        <c:v>68.004351354162992</c:v>
                      </c:pt>
                      <c:pt idx="36">
                        <c:v>73.693165292033996</c:v>
                      </c:pt>
                      <c:pt idx="37">
                        <c:v>76.694438341839003</c:v>
                      </c:pt>
                      <c:pt idx="38">
                        <c:v>95.321278537771008</c:v>
                      </c:pt>
                      <c:pt idx="39">
                        <c:v>90.794718192009995</c:v>
                      </c:pt>
                      <c:pt idx="40">
                        <c:v>75.688569962469998</c:v>
                      </c:pt>
                      <c:pt idx="41">
                        <c:v>76.086769488807008</c:v>
                      </c:pt>
                      <c:pt idx="42">
                        <c:v>76.604500261297005</c:v>
                      </c:pt>
                      <c:pt idx="43">
                        <c:v>83.370393371918993</c:v>
                      </c:pt>
                      <c:pt idx="44">
                        <c:v>91.710894893531005</c:v>
                      </c:pt>
                      <c:pt idx="45">
                        <c:v>114.757639884363</c:v>
                      </c:pt>
                      <c:pt idx="46">
                        <c:v>118.52281866201899</c:v>
                      </c:pt>
                      <c:pt idx="47">
                        <c:v>104.71084955350599</c:v>
                      </c:pt>
                      <c:pt idx="48">
                        <c:v>78.329832624600002</c:v>
                      </c:pt>
                      <c:pt idx="49">
                        <c:v>51.48178594657</c:v>
                      </c:pt>
                      <c:pt idx="50">
                        <c:v>30.681447191312998</c:v>
                      </c:pt>
                      <c:pt idx="51">
                        <c:v>18.490739939293</c:v>
                      </c:pt>
                      <c:pt idx="52">
                        <c:v>12.256805955753</c:v>
                      </c:pt>
                      <c:pt idx="53">
                        <c:v>10.762615330601999</c:v>
                      </c:pt>
                      <c:pt idx="54">
                        <c:v>18.825083380991</c:v>
                      </c:pt>
                      <c:pt idx="55">
                        <c:v>27.895325536168997</c:v>
                      </c:pt>
                      <c:pt idx="56">
                        <c:v>40.206549136547999</c:v>
                      </c:pt>
                      <c:pt idx="57">
                        <c:v>49.708052231768001</c:v>
                      </c:pt>
                      <c:pt idx="58">
                        <c:v>56.725921000793001</c:v>
                      </c:pt>
                      <c:pt idx="59">
                        <c:v>65.349994374429002</c:v>
                      </c:pt>
                      <c:pt idx="60">
                        <c:v>71.371356814217009</c:v>
                      </c:pt>
                      <c:pt idx="61">
                        <c:v>80.074399234566002</c:v>
                      </c:pt>
                      <c:pt idx="62">
                        <c:v>87.425733659629998</c:v>
                      </c:pt>
                      <c:pt idx="63">
                        <c:v>84.265577372617003</c:v>
                      </c:pt>
                      <c:pt idx="64">
                        <c:v>73.437248939196991</c:v>
                      </c:pt>
                      <c:pt idx="65">
                        <c:v>74.590664548893997</c:v>
                      </c:pt>
                      <c:pt idx="66">
                        <c:v>75.304114601453009</c:v>
                      </c:pt>
                      <c:pt idx="67">
                        <c:v>82.087605999163998</c:v>
                      </c:pt>
                      <c:pt idx="68">
                        <c:v>89.374957457779004</c:v>
                      </c:pt>
                      <c:pt idx="69">
                        <c:v>111.45675847396799</c:v>
                      </c:pt>
                      <c:pt idx="70">
                        <c:v>114.15919507782699</c:v>
                      </c:pt>
                      <c:pt idx="71">
                        <c:v>95.845974740131993</c:v>
                      </c:pt>
                      <c:pt idx="72">
                        <c:v>66.730253901825009</c:v>
                      </c:pt>
                      <c:pt idx="73">
                        <c:v>40.989312394373002</c:v>
                      </c:pt>
                      <c:pt idx="74">
                        <c:v>24.116767250420001</c:v>
                      </c:pt>
                      <c:pt idx="75">
                        <c:v>14.822005750184999</c:v>
                      </c:pt>
                      <c:pt idx="76">
                        <c:v>10.462790521846001</c:v>
                      </c:pt>
                      <c:pt idx="77">
                        <c:v>10.263017108934001</c:v>
                      </c:pt>
                      <c:pt idx="78">
                        <c:v>20.221619475616002</c:v>
                      </c:pt>
                      <c:pt idx="79">
                        <c:v>32.089136973004997</c:v>
                      </c:pt>
                      <c:pt idx="80">
                        <c:v>41.971304625179997</c:v>
                      </c:pt>
                      <c:pt idx="81">
                        <c:v>46.627209926909998</c:v>
                      </c:pt>
                      <c:pt idx="82">
                        <c:v>52.506501209022005</c:v>
                      </c:pt>
                      <c:pt idx="83">
                        <c:v>60.491710974314003</c:v>
                      </c:pt>
                      <c:pt idx="84">
                        <c:v>66.746900766731997</c:v>
                      </c:pt>
                      <c:pt idx="85">
                        <c:v>72.247929498641014</c:v>
                      </c:pt>
                      <c:pt idx="86">
                        <c:v>75.987996885396001</c:v>
                      </c:pt>
                      <c:pt idx="87">
                        <c:v>74.428597117473998</c:v>
                      </c:pt>
                      <c:pt idx="88">
                        <c:v>68.800961984539001</c:v>
                      </c:pt>
                      <c:pt idx="89">
                        <c:v>72.542371739059007</c:v>
                      </c:pt>
                      <c:pt idx="90">
                        <c:v>72.757282285073998</c:v>
                      </c:pt>
                      <c:pt idx="91">
                        <c:v>81.689213464959991</c:v>
                      </c:pt>
                      <c:pt idx="92">
                        <c:v>89.057079163049011</c:v>
                      </c:pt>
                      <c:pt idx="93">
                        <c:v>111.595851648368</c:v>
                      </c:pt>
                      <c:pt idx="94">
                        <c:v>113.26652128857299</c:v>
                      </c:pt>
                      <c:pt idx="95">
                        <c:v>92.741837282828996</c:v>
                      </c:pt>
                      <c:pt idx="96">
                        <c:v>63.733620732249001</c:v>
                      </c:pt>
                      <c:pt idx="97">
                        <c:v>39.134743494193003</c:v>
                      </c:pt>
                      <c:pt idx="98">
                        <c:v>22.904466429839001</c:v>
                      </c:pt>
                      <c:pt idx="99">
                        <c:v>14.228976033442999</c:v>
                      </c:pt>
                      <c:pt idx="100">
                        <c:v>10.24792736587</c:v>
                      </c:pt>
                      <c:pt idx="101">
                        <c:v>10.036672425418001</c:v>
                      </c:pt>
                      <c:pt idx="102">
                        <c:v>20.479492849002</c:v>
                      </c:pt>
                      <c:pt idx="103">
                        <c:v>32.701000976110997</c:v>
                      </c:pt>
                      <c:pt idx="104">
                        <c:v>42.173493179925003</c:v>
                      </c:pt>
                      <c:pt idx="105">
                        <c:v>46.685776009161998</c:v>
                      </c:pt>
                      <c:pt idx="106">
                        <c:v>52.742576407781002</c:v>
                      </c:pt>
                      <c:pt idx="107">
                        <c:v>61.200901486644</c:v>
                      </c:pt>
                      <c:pt idx="108">
                        <c:v>67.498530315742002</c:v>
                      </c:pt>
                      <c:pt idx="109">
                        <c:v>73.249747142670998</c:v>
                      </c:pt>
                      <c:pt idx="110">
                        <c:v>76.565156487378999</c:v>
                      </c:pt>
                      <c:pt idx="111">
                        <c:v>75.217833378448006</c:v>
                      </c:pt>
                      <c:pt idx="112">
                        <c:v>68.743264709304</c:v>
                      </c:pt>
                      <c:pt idx="113">
                        <c:v>72.760429019434994</c:v>
                      </c:pt>
                      <c:pt idx="114">
                        <c:v>73.453430186236005</c:v>
                      </c:pt>
                      <c:pt idx="115">
                        <c:v>82.099083405933996</c:v>
                      </c:pt>
                      <c:pt idx="116">
                        <c:v>89.35357223404101</c:v>
                      </c:pt>
                      <c:pt idx="117">
                        <c:v>112.94342538555399</c:v>
                      </c:pt>
                      <c:pt idx="118">
                        <c:v>113.458924857253</c:v>
                      </c:pt>
                      <c:pt idx="119">
                        <c:v>93.430094550882004</c:v>
                      </c:pt>
                      <c:pt idx="120">
                        <c:v>63.864170647141002</c:v>
                      </c:pt>
                      <c:pt idx="121">
                        <c:v>39.180784431249002</c:v>
                      </c:pt>
                      <c:pt idx="122">
                        <c:v>22.737124404732</c:v>
                      </c:pt>
                      <c:pt idx="123">
                        <c:v>14.127545574017999</c:v>
                      </c:pt>
                      <c:pt idx="124">
                        <c:v>10.185273748239</c:v>
                      </c:pt>
                      <c:pt idx="125">
                        <c:v>10.094579381801999</c:v>
                      </c:pt>
                      <c:pt idx="126">
                        <c:v>20.888770570628999</c:v>
                      </c:pt>
                      <c:pt idx="127">
                        <c:v>33.462688137754</c:v>
                      </c:pt>
                      <c:pt idx="128">
                        <c:v>43.416973086807999</c:v>
                      </c:pt>
                      <c:pt idx="129">
                        <c:v>48.099225470900002</c:v>
                      </c:pt>
                      <c:pt idx="130">
                        <c:v>54.160002362007006</c:v>
                      </c:pt>
                      <c:pt idx="131">
                        <c:v>61.861859028528997</c:v>
                      </c:pt>
                      <c:pt idx="132">
                        <c:v>69.965294492775996</c:v>
                      </c:pt>
                      <c:pt idx="133">
                        <c:v>80.117918411345002</c:v>
                      </c:pt>
                      <c:pt idx="134">
                        <c:v>83.73473008151899</c:v>
                      </c:pt>
                      <c:pt idx="135">
                        <c:v>80.066618865790005</c:v>
                      </c:pt>
                      <c:pt idx="136">
                        <c:v>70.053488998418999</c:v>
                      </c:pt>
                      <c:pt idx="137">
                        <c:v>73.720031077508011</c:v>
                      </c:pt>
                      <c:pt idx="138">
                        <c:v>81.063377228612993</c:v>
                      </c:pt>
                      <c:pt idx="139">
                        <c:v>91.154083281389006</c:v>
                      </c:pt>
                      <c:pt idx="140">
                        <c:v>92.733768883449997</c:v>
                      </c:pt>
                      <c:pt idx="141">
                        <c:v>115.36034501128199</c:v>
                      </c:pt>
                      <c:pt idx="142">
                        <c:v>114.721899520238</c:v>
                      </c:pt>
                      <c:pt idx="143">
                        <c:v>93.781261467316</c:v>
                      </c:pt>
                      <c:pt idx="144">
                        <c:v>66.320173542394002</c:v>
                      </c:pt>
                      <c:pt idx="145">
                        <c:v>40.766360782820001</c:v>
                      </c:pt>
                      <c:pt idx="146">
                        <c:v>24.698108280082</c:v>
                      </c:pt>
                      <c:pt idx="147">
                        <c:v>14.826861781654999</c:v>
                      </c:pt>
                      <c:pt idx="148">
                        <c:v>10.825171784381999</c:v>
                      </c:pt>
                      <c:pt idx="149">
                        <c:v>10.757846180087</c:v>
                      </c:pt>
                      <c:pt idx="150">
                        <c:v>20.986209776229</c:v>
                      </c:pt>
                      <c:pt idx="151">
                        <c:v>33.620550663096999</c:v>
                      </c:pt>
                      <c:pt idx="152">
                        <c:v>44.108836992782997</c:v>
                      </c:pt>
                      <c:pt idx="153">
                        <c:v>48.429908461372001</c:v>
                      </c:pt>
                      <c:pt idx="154">
                        <c:v>54.255932869939002</c:v>
                      </c:pt>
                      <c:pt idx="155">
                        <c:v>60.809734976788995</c:v>
                      </c:pt>
                      <c:pt idx="156">
                        <c:v>67.795300544848999</c:v>
                      </c:pt>
                      <c:pt idx="157">
                        <c:v>73.300512881298005</c:v>
                      </c:pt>
                      <c:pt idx="158">
                        <c:v>77.945502466413998</c:v>
                      </c:pt>
                      <c:pt idx="159">
                        <c:v>76.550038840794002</c:v>
                      </c:pt>
                      <c:pt idx="160">
                        <c:v>70.637752987314002</c:v>
                      </c:pt>
                      <c:pt idx="161">
                        <c:v>75.192594100722005</c:v>
                      </c:pt>
                      <c:pt idx="162">
                        <c:v>75.515321940079005</c:v>
                      </c:pt>
                      <c:pt idx="163">
                        <c:v>85.369838176013005</c:v>
                      </c:pt>
                      <c:pt idx="164">
                        <c:v>91.120330478862002</c:v>
                      </c:pt>
                      <c:pt idx="165">
                        <c:v>114.02896394843199</c:v>
                      </c:pt>
                      <c:pt idx="166">
                        <c:v>113.945587826218</c:v>
                      </c:pt>
                      <c:pt idx="167">
                        <c:v>90.896098133148996</c:v>
                      </c:pt>
                      <c:pt idx="168">
                        <c:v>61.567949469108001</c:v>
                      </c:pt>
                      <c:pt idx="169">
                        <c:v>36.653971472959</c:v>
                      </c:pt>
                      <c:pt idx="170">
                        <c:v>22.456381903521002</c:v>
                      </c:pt>
                      <c:pt idx="171">
                        <c:v>14.323477372038999</c:v>
                      </c:pt>
                      <c:pt idx="172">
                        <c:v>10.526767293308</c:v>
                      </c:pt>
                      <c:pt idx="173">
                        <c:v>10.679812066730999</c:v>
                      </c:pt>
                      <c:pt idx="174">
                        <c:v>21.882302505757</c:v>
                      </c:pt>
                      <c:pt idx="175">
                        <c:v>36.375335615411004</c:v>
                      </c:pt>
                      <c:pt idx="176">
                        <c:v>47.482682277762002</c:v>
                      </c:pt>
                      <c:pt idx="177">
                        <c:v>52.996830004541998</c:v>
                      </c:pt>
                      <c:pt idx="178">
                        <c:v>57.813222381637004</c:v>
                      </c:pt>
                      <c:pt idx="179">
                        <c:v>64.233650602659992</c:v>
                      </c:pt>
                      <c:pt idx="180">
                        <c:v>70.222226090926995</c:v>
                      </c:pt>
                      <c:pt idx="181">
                        <c:v>76.36016472915199</c:v>
                      </c:pt>
                      <c:pt idx="182">
                        <c:v>80.516628871395994</c:v>
                      </c:pt>
                      <c:pt idx="183">
                        <c:v>79.044995815313001</c:v>
                      </c:pt>
                      <c:pt idx="184">
                        <c:v>71.205928168843997</c:v>
                      </c:pt>
                      <c:pt idx="185">
                        <c:v>74.245457492433005</c:v>
                      </c:pt>
                      <c:pt idx="186">
                        <c:v>73.896044598527993</c:v>
                      </c:pt>
                      <c:pt idx="187">
                        <c:v>85.580857515871003</c:v>
                      </c:pt>
                      <c:pt idx="188">
                        <c:v>91.669284799016992</c:v>
                      </c:pt>
                      <c:pt idx="189">
                        <c:v>112.905590044308</c:v>
                      </c:pt>
                      <c:pt idx="190">
                        <c:v>115.48815583100701</c:v>
                      </c:pt>
                      <c:pt idx="191">
                        <c:v>98.424375352873994</c:v>
                      </c:pt>
                      <c:pt idx="192">
                        <c:v>71.635582336197999</c:v>
                      </c:pt>
                      <c:pt idx="193">
                        <c:v>46.576024178247998</c:v>
                      </c:pt>
                      <c:pt idx="194">
                        <c:v>28.988567476095998</c:v>
                      </c:pt>
                      <c:pt idx="195">
                        <c:v>18.650900451342999</c:v>
                      </c:pt>
                      <c:pt idx="196">
                        <c:v>12.847223400200001</c:v>
                      </c:pt>
                      <c:pt idx="197">
                        <c:v>11.233468555021</c:v>
                      </c:pt>
                      <c:pt idx="198">
                        <c:v>18.933006756514001</c:v>
                      </c:pt>
                      <c:pt idx="199">
                        <c:v>28.333123092636999</c:v>
                      </c:pt>
                      <c:pt idx="200">
                        <c:v>41.060653033210997</c:v>
                      </c:pt>
                      <c:pt idx="201">
                        <c:v>51.689468485233</c:v>
                      </c:pt>
                      <c:pt idx="202">
                        <c:v>60.808020610035001</c:v>
                      </c:pt>
                      <c:pt idx="203">
                        <c:v>70.826871155299003</c:v>
                      </c:pt>
                      <c:pt idx="204">
                        <c:v>74.533199284207001</c:v>
                      </c:pt>
                      <c:pt idx="205">
                        <c:v>77.546719343795999</c:v>
                      </c:pt>
                      <c:pt idx="206">
                        <c:v>96.075090629735996</c:v>
                      </c:pt>
                      <c:pt idx="207">
                        <c:v>90.803141737596007</c:v>
                      </c:pt>
                      <c:pt idx="208">
                        <c:v>75.661473202321005</c:v>
                      </c:pt>
                      <c:pt idx="209">
                        <c:v>77.110983024180001</c:v>
                      </c:pt>
                      <c:pt idx="210">
                        <c:v>75.585425023551991</c:v>
                      </c:pt>
                      <c:pt idx="211">
                        <c:v>87.517753726999999</c:v>
                      </c:pt>
                      <c:pt idx="212">
                        <c:v>93.544287521640001</c:v>
                      </c:pt>
                      <c:pt idx="213">
                        <c:v>116.029457249842</c:v>
                      </c:pt>
                      <c:pt idx="214">
                        <c:v>119.857002723413</c:v>
                      </c:pt>
                      <c:pt idx="215">
                        <c:v>102.38025444000201</c:v>
                      </c:pt>
                      <c:pt idx="216">
                        <c:v>74.013675923857988</c:v>
                      </c:pt>
                      <c:pt idx="217">
                        <c:v>46.908829420952003</c:v>
                      </c:pt>
                      <c:pt idx="218">
                        <c:v>27.883820400263001</c:v>
                      </c:pt>
                      <c:pt idx="219">
                        <c:v>16.754763736710999</c:v>
                      </c:pt>
                      <c:pt idx="220">
                        <c:v>11.464387846863</c:v>
                      </c:pt>
                      <c:pt idx="221">
                        <c:v>10.454933144536001</c:v>
                      </c:pt>
                      <c:pt idx="222">
                        <c:v>18.904623537491002</c:v>
                      </c:pt>
                      <c:pt idx="223">
                        <c:v>29.192335707984</c:v>
                      </c:pt>
                      <c:pt idx="224">
                        <c:v>41.448848645254003</c:v>
                      </c:pt>
                      <c:pt idx="225">
                        <c:v>50.429653803481997</c:v>
                      </c:pt>
                      <c:pt idx="226">
                        <c:v>57.309737745571994</c:v>
                      </c:pt>
                      <c:pt idx="227">
                        <c:v>65.171340668547998</c:v>
                      </c:pt>
                      <c:pt idx="228">
                        <c:v>70.338115769301993</c:v>
                      </c:pt>
                      <c:pt idx="229">
                        <c:v>80.659125864745008</c:v>
                      </c:pt>
                      <c:pt idx="230">
                        <c:v>87.69505105060999</c:v>
                      </c:pt>
                      <c:pt idx="231">
                        <c:v>84.899486766649005</c:v>
                      </c:pt>
                      <c:pt idx="232">
                        <c:v>72.837594786918004</c:v>
                      </c:pt>
                      <c:pt idx="233">
                        <c:v>75.426895359202007</c:v>
                      </c:pt>
                      <c:pt idx="234">
                        <c:v>74.787279465086002</c:v>
                      </c:pt>
                      <c:pt idx="235">
                        <c:v>85.289741977508001</c:v>
                      </c:pt>
                      <c:pt idx="236">
                        <c:v>93.415615333378</c:v>
                      </c:pt>
                      <c:pt idx="237">
                        <c:v>117.15191854016399</c:v>
                      </c:pt>
                      <c:pt idx="238">
                        <c:v>114.494310114927</c:v>
                      </c:pt>
                      <c:pt idx="239">
                        <c:v>92.217532046500011</c:v>
                      </c:pt>
                      <c:pt idx="240">
                        <c:v>62.323165284025002</c:v>
                      </c:pt>
                      <c:pt idx="241">
                        <c:v>38.040168537432002</c:v>
                      </c:pt>
                      <c:pt idx="242">
                        <c:v>22.239805329446</c:v>
                      </c:pt>
                      <c:pt idx="243">
                        <c:v>13.709521722476</c:v>
                      </c:pt>
                      <c:pt idx="244">
                        <c:v>9.9522816358319997</c:v>
                      </c:pt>
                      <c:pt idx="245">
                        <c:v>10.042994196606001</c:v>
                      </c:pt>
                      <c:pt idx="246">
                        <c:v>20.603341244914002</c:v>
                      </c:pt>
                      <c:pt idx="247">
                        <c:v>33.319986392951002</c:v>
                      </c:pt>
                      <c:pt idx="248">
                        <c:v>42.451468072791997</c:v>
                      </c:pt>
                      <c:pt idx="249">
                        <c:v>46.218350895759997</c:v>
                      </c:pt>
                      <c:pt idx="250">
                        <c:v>52.100911760190002</c:v>
                      </c:pt>
                      <c:pt idx="251">
                        <c:v>60.463248483046996</c:v>
                      </c:pt>
                      <c:pt idx="252">
                        <c:v>66.342429538494997</c:v>
                      </c:pt>
                      <c:pt idx="253">
                        <c:v>72.519676748001004</c:v>
                      </c:pt>
                      <c:pt idx="254">
                        <c:v>76.424910971563008</c:v>
                      </c:pt>
                      <c:pt idx="255">
                        <c:v>75.709862952432005</c:v>
                      </c:pt>
                      <c:pt idx="256">
                        <c:v>70.047467470938997</c:v>
                      </c:pt>
                      <c:pt idx="257">
                        <c:v>76.635012450185002</c:v>
                      </c:pt>
                      <c:pt idx="258">
                        <c:v>75.369038242285995</c:v>
                      </c:pt>
                      <c:pt idx="259">
                        <c:v>85.360426912877998</c:v>
                      </c:pt>
                      <c:pt idx="260">
                        <c:v>92.203240382429996</c:v>
                      </c:pt>
                      <c:pt idx="261">
                        <c:v>114.27093010334801</c:v>
                      </c:pt>
                      <c:pt idx="262">
                        <c:v>112.43191608281299</c:v>
                      </c:pt>
                      <c:pt idx="263">
                        <c:v>87.963720025624994</c:v>
                      </c:pt>
                      <c:pt idx="264">
                        <c:v>58.106974211427001</c:v>
                      </c:pt>
                      <c:pt idx="265">
                        <c:v>34.755927773257</c:v>
                      </c:pt>
                      <c:pt idx="266">
                        <c:v>20.336548227308</c:v>
                      </c:pt>
                      <c:pt idx="267">
                        <c:v>13.002798973373999</c:v>
                      </c:pt>
                      <c:pt idx="268">
                        <c:v>9.705891456941</c:v>
                      </c:pt>
                      <c:pt idx="269">
                        <c:v>10.003441916245999</c:v>
                      </c:pt>
                      <c:pt idx="270">
                        <c:v>20.792889423018</c:v>
                      </c:pt>
                      <c:pt idx="271">
                        <c:v>34.276875094220998</c:v>
                      </c:pt>
                      <c:pt idx="272">
                        <c:v>43.863928398516002</c:v>
                      </c:pt>
                      <c:pt idx="273">
                        <c:v>47.549501580468998</c:v>
                      </c:pt>
                      <c:pt idx="274">
                        <c:v>53.295325377356001</c:v>
                      </c:pt>
                      <c:pt idx="275">
                        <c:v>61.362646784954997</c:v>
                      </c:pt>
                      <c:pt idx="276">
                        <c:v>67.351301641020996</c:v>
                      </c:pt>
                      <c:pt idx="277">
                        <c:v>73.557605024243003</c:v>
                      </c:pt>
                      <c:pt idx="278">
                        <c:v>77.449720390586009</c:v>
                      </c:pt>
                      <c:pt idx="279">
                        <c:v>76.290112891558991</c:v>
                      </c:pt>
                      <c:pt idx="280">
                        <c:v>70.247705883688994</c:v>
                      </c:pt>
                      <c:pt idx="281">
                        <c:v>75.223897019419994</c:v>
                      </c:pt>
                      <c:pt idx="282">
                        <c:v>73.655123731407002</c:v>
                      </c:pt>
                      <c:pt idx="283">
                        <c:v>85.267966478348995</c:v>
                      </c:pt>
                      <c:pt idx="284">
                        <c:v>93.556716519562997</c:v>
                      </c:pt>
                      <c:pt idx="285">
                        <c:v>116.89653959524699</c:v>
                      </c:pt>
                      <c:pt idx="286">
                        <c:v>113.69419765308101</c:v>
                      </c:pt>
                      <c:pt idx="287">
                        <c:v>88.750310948787998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0-6C6F-49E4-8F59-330269BCC199}"/>
                  </c:ext>
                </c:extLst>
              </c15:ser>
            </c15:filteredLineSeries>
            <c15:filteredLineSeries>
              <c15:ser>
                <c:idx val="27"/>
                <c:order val="2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12-10-2026'!$AC$1</c15:sqref>
                        </c15:formulaRef>
                      </c:ext>
                    </c:extLst>
                    <c:strCache>
                      <c:ptCount val="1"/>
                      <c:pt idx="0">
                        <c:v>vORN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12-10-2026'!$AC$2:$AC$289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16.509283759894</c:v>
                      </c:pt>
                      <c:pt idx="1">
                        <c:v>9.7276781965009995</c:v>
                      </c:pt>
                      <c:pt idx="2">
                        <c:v>5.6990225730749993</c:v>
                      </c:pt>
                      <c:pt idx="3">
                        <c:v>3.5935307455649999</c:v>
                      </c:pt>
                      <c:pt idx="4">
                        <c:v>2.5778216172609998</c:v>
                      </c:pt>
                      <c:pt idx="5">
                        <c:v>2.9801220932179997</c:v>
                      </c:pt>
                      <c:pt idx="6">
                        <c:v>6.3567450156889995</c:v>
                      </c:pt>
                      <c:pt idx="7">
                        <c:v>9.7088012208289989</c:v>
                      </c:pt>
                      <c:pt idx="8">
                        <c:v>12.136527336010001</c:v>
                      </c:pt>
                      <c:pt idx="9">
                        <c:v>13.310483776009001</c:v>
                      </c:pt>
                      <c:pt idx="10">
                        <c:v>14.954248780054002</c:v>
                      </c:pt>
                      <c:pt idx="11">
                        <c:v>17.134464862447999</c:v>
                      </c:pt>
                      <c:pt idx="12">
                        <c:v>19.025754576444001</c:v>
                      </c:pt>
                      <c:pt idx="13">
                        <c:v>21.590939312744997</c:v>
                      </c:pt>
                      <c:pt idx="14">
                        <c:v>22.50787334172</c:v>
                      </c:pt>
                      <c:pt idx="15">
                        <c:v>22.058109913855002</c:v>
                      </c:pt>
                      <c:pt idx="16">
                        <c:v>19.259074093944996</c:v>
                      </c:pt>
                      <c:pt idx="17">
                        <c:v>20.384719642392003</c:v>
                      </c:pt>
                      <c:pt idx="18">
                        <c:v>20.267110652654001</c:v>
                      </c:pt>
                      <c:pt idx="19">
                        <c:v>23.637684440178003</c:v>
                      </c:pt>
                      <c:pt idx="20">
                        <c:v>26.111860641529002</c:v>
                      </c:pt>
                      <c:pt idx="21">
                        <c:v>32.093347848945001</c:v>
                      </c:pt>
                      <c:pt idx="22">
                        <c:v>31.679286006131001</c:v>
                      </c:pt>
                      <c:pt idx="23">
                        <c:v>26.401212142592001</c:v>
                      </c:pt>
                      <c:pt idx="24">
                        <c:v>18.823865292859001</c:v>
                      </c:pt>
                      <c:pt idx="25">
                        <c:v>11.842587765397999</c:v>
                      </c:pt>
                      <c:pt idx="26">
                        <c:v>7.0391451682050006</c:v>
                      </c:pt>
                      <c:pt idx="27">
                        <c:v>4.3047309500859994</c:v>
                      </c:pt>
                      <c:pt idx="28">
                        <c:v>2.8930024243510002</c:v>
                      </c:pt>
                      <c:pt idx="29">
                        <c:v>2.8354048479060001</c:v>
                      </c:pt>
                      <c:pt idx="30">
                        <c:v>5.5570252197550003</c:v>
                      </c:pt>
                      <c:pt idx="31">
                        <c:v>8.4428582070929998</c:v>
                      </c:pt>
                      <c:pt idx="32">
                        <c:v>12.370865492116998</c:v>
                      </c:pt>
                      <c:pt idx="33">
                        <c:v>15.252369423610002</c:v>
                      </c:pt>
                      <c:pt idx="34">
                        <c:v>17.85300367424</c:v>
                      </c:pt>
                      <c:pt idx="35">
                        <c:v>20.709703076070998</c:v>
                      </c:pt>
                      <c:pt idx="36">
                        <c:v>20.967574127523999</c:v>
                      </c:pt>
                      <c:pt idx="37">
                        <c:v>22.066224123091999</c:v>
                      </c:pt>
                      <c:pt idx="38">
                        <c:v>27.338465166989</c:v>
                      </c:pt>
                      <c:pt idx="39">
                        <c:v>25.176778123709997</c:v>
                      </c:pt>
                      <c:pt idx="40">
                        <c:v>20.612776055272999</c:v>
                      </c:pt>
                      <c:pt idx="41">
                        <c:v>20.865672665824</c:v>
                      </c:pt>
                      <c:pt idx="42">
                        <c:v>20.636438234846</c:v>
                      </c:pt>
                      <c:pt idx="43">
                        <c:v>24.652603315737</c:v>
                      </c:pt>
                      <c:pt idx="44">
                        <c:v>27.178585576793999</c:v>
                      </c:pt>
                      <c:pt idx="45">
                        <c:v>33.543797024351001</c:v>
                      </c:pt>
                      <c:pt idx="46">
                        <c:v>32.668504788191996</c:v>
                      </c:pt>
                      <c:pt idx="47">
                        <c:v>27.486712434505002</c:v>
                      </c:pt>
                      <c:pt idx="48">
                        <c:v>19.775016404064001</c:v>
                      </c:pt>
                      <c:pt idx="49">
                        <c:v>12.367886139028002</c:v>
                      </c:pt>
                      <c:pt idx="50">
                        <c:v>7.2443674217709999</c:v>
                      </c:pt>
                      <c:pt idx="51">
                        <c:v>4.2599505849989994</c:v>
                      </c:pt>
                      <c:pt idx="52">
                        <c:v>2.8167998911219998</c:v>
                      </c:pt>
                      <c:pt idx="53">
                        <c:v>2.8974191323010001</c:v>
                      </c:pt>
                      <c:pt idx="54">
                        <c:v>5.8365094560850004</c:v>
                      </c:pt>
                      <c:pt idx="55">
                        <c:v>8.8139221087620001</c:v>
                      </c:pt>
                      <c:pt idx="56">
                        <c:v>12.354085177991001</c:v>
                      </c:pt>
                      <c:pt idx="57">
                        <c:v>14.67935733707</c:v>
                      </c:pt>
                      <c:pt idx="58">
                        <c:v>16.403490994605999</c:v>
                      </c:pt>
                      <c:pt idx="59">
                        <c:v>18.856768808391003</c:v>
                      </c:pt>
                      <c:pt idx="60">
                        <c:v>20.317635992876998</c:v>
                      </c:pt>
                      <c:pt idx="61">
                        <c:v>23.649649954985001</c:v>
                      </c:pt>
                      <c:pt idx="62">
                        <c:v>24.904460944756998</c:v>
                      </c:pt>
                      <c:pt idx="63">
                        <c:v>23.900937868742002</c:v>
                      </c:pt>
                      <c:pt idx="64">
                        <c:v>19.979109469874995</c:v>
                      </c:pt>
                      <c:pt idx="65">
                        <c:v>20.486372559234002</c:v>
                      </c:pt>
                      <c:pt idx="66">
                        <c:v>20.710534902886</c:v>
                      </c:pt>
                      <c:pt idx="67">
                        <c:v>23.982727072792002</c:v>
                      </c:pt>
                      <c:pt idx="68">
                        <c:v>26.547877808515999</c:v>
                      </c:pt>
                      <c:pt idx="69">
                        <c:v>32.178113118334998</c:v>
                      </c:pt>
                      <c:pt idx="70">
                        <c:v>30.793144672023001</c:v>
                      </c:pt>
                      <c:pt idx="71">
                        <c:v>24.391543103769997</c:v>
                      </c:pt>
                      <c:pt idx="72">
                        <c:v>16.063542880246999</c:v>
                      </c:pt>
                      <c:pt idx="73">
                        <c:v>9.5211820638680003</c:v>
                      </c:pt>
                      <c:pt idx="74">
                        <c:v>5.5478641404899998</c:v>
                      </c:pt>
                      <c:pt idx="75">
                        <c:v>3.473592981006</c:v>
                      </c:pt>
                      <c:pt idx="76">
                        <c:v>2.5643299255070002</c:v>
                      </c:pt>
                      <c:pt idx="77">
                        <c:v>2.8463554427240001</c:v>
                      </c:pt>
                      <c:pt idx="78">
                        <c:v>6.1317622139459997</c:v>
                      </c:pt>
                      <c:pt idx="79">
                        <c:v>9.023914501458</c:v>
                      </c:pt>
                      <c:pt idx="80">
                        <c:v>11.399831023595002</c:v>
                      </c:pt>
                      <c:pt idx="81">
                        <c:v>12.938126840560001</c:v>
                      </c:pt>
                      <c:pt idx="82">
                        <c:v>14.589418355641</c:v>
                      </c:pt>
                      <c:pt idx="83">
                        <c:v>16.804808113099998</c:v>
                      </c:pt>
                      <c:pt idx="84">
                        <c:v>18.252768265859999</c:v>
                      </c:pt>
                      <c:pt idx="85">
                        <c:v>20.449512115352999</c:v>
                      </c:pt>
                      <c:pt idx="86">
                        <c:v>21.017269415892002</c:v>
                      </c:pt>
                      <c:pt idx="87">
                        <c:v>20.589371999152998</c:v>
                      </c:pt>
                      <c:pt idx="88">
                        <c:v>18.758501945463003</c:v>
                      </c:pt>
                      <c:pt idx="89">
                        <c:v>20.162529586184</c:v>
                      </c:pt>
                      <c:pt idx="90">
                        <c:v>19.419959020192998</c:v>
                      </c:pt>
                      <c:pt idx="91">
                        <c:v>22.94736211395</c:v>
                      </c:pt>
                      <c:pt idx="92">
                        <c:v>25.602140989885999</c:v>
                      </c:pt>
                      <c:pt idx="93">
                        <c:v>31.459303390538004</c:v>
                      </c:pt>
                      <c:pt idx="94">
                        <c:v>30.039210535993004</c:v>
                      </c:pt>
                      <c:pt idx="95">
                        <c:v>23.420549501396998</c:v>
                      </c:pt>
                      <c:pt idx="96">
                        <c:v>15.491822631065</c:v>
                      </c:pt>
                      <c:pt idx="97">
                        <c:v>9.1530437101509996</c:v>
                      </c:pt>
                      <c:pt idx="98">
                        <c:v>5.2576581262060005</c:v>
                      </c:pt>
                      <c:pt idx="99">
                        <c:v>3.2815506048900001</c:v>
                      </c:pt>
                      <c:pt idx="100">
                        <c:v>2.468454738118</c:v>
                      </c:pt>
                      <c:pt idx="101">
                        <c:v>2.7441789130120005</c:v>
                      </c:pt>
                      <c:pt idx="102">
                        <c:v>6.2038819207269995</c:v>
                      </c:pt>
                      <c:pt idx="103">
                        <c:v>9.3274814093119982</c:v>
                      </c:pt>
                      <c:pt idx="104">
                        <c:v>11.826054808548001</c:v>
                      </c:pt>
                      <c:pt idx="105">
                        <c:v>13.136286177959999</c:v>
                      </c:pt>
                      <c:pt idx="106">
                        <c:v>14.71518530114</c:v>
                      </c:pt>
                      <c:pt idx="107">
                        <c:v>16.957195078106999</c:v>
                      </c:pt>
                      <c:pt idx="108">
                        <c:v>18.48562275438</c:v>
                      </c:pt>
                      <c:pt idx="109">
                        <c:v>20.609951065419001</c:v>
                      </c:pt>
                      <c:pt idx="110">
                        <c:v>21.152712979274</c:v>
                      </c:pt>
                      <c:pt idx="111">
                        <c:v>20.648804589983001</c:v>
                      </c:pt>
                      <c:pt idx="112">
                        <c:v>18.752795084403001</c:v>
                      </c:pt>
                      <c:pt idx="113">
                        <c:v>20.048051053344999</c:v>
                      </c:pt>
                      <c:pt idx="114">
                        <c:v>19.461262415347999</c:v>
                      </c:pt>
                      <c:pt idx="115">
                        <c:v>23.099180828890997</c:v>
                      </c:pt>
                      <c:pt idx="116">
                        <c:v>25.880646884556</c:v>
                      </c:pt>
                      <c:pt idx="117">
                        <c:v>31.935175113101</c:v>
                      </c:pt>
                      <c:pt idx="118">
                        <c:v>30.199451797299002</c:v>
                      </c:pt>
                      <c:pt idx="119">
                        <c:v>23.550708237326997</c:v>
                      </c:pt>
                      <c:pt idx="120">
                        <c:v>15.518115182486001</c:v>
                      </c:pt>
                      <c:pt idx="121">
                        <c:v>9.1825886901710021</c:v>
                      </c:pt>
                      <c:pt idx="122">
                        <c:v>5.1905289551410005</c:v>
                      </c:pt>
                      <c:pt idx="123">
                        <c:v>3.198684374175</c:v>
                      </c:pt>
                      <c:pt idx="124">
                        <c:v>2.4103639758739996</c:v>
                      </c:pt>
                      <c:pt idx="125">
                        <c:v>2.8254735338299999</c:v>
                      </c:pt>
                      <c:pt idx="126">
                        <c:v>6.3105742818360007</c:v>
                      </c:pt>
                      <c:pt idx="127">
                        <c:v>9.6606593767030002</c:v>
                      </c:pt>
                      <c:pt idx="128">
                        <c:v>12.119234393996001</c:v>
                      </c:pt>
                      <c:pt idx="129">
                        <c:v>13.396493878258001</c:v>
                      </c:pt>
                      <c:pt idx="130">
                        <c:v>15.137316822097</c:v>
                      </c:pt>
                      <c:pt idx="131">
                        <c:v>17.097871532217997</c:v>
                      </c:pt>
                      <c:pt idx="132">
                        <c:v>18.831515782195002</c:v>
                      </c:pt>
                      <c:pt idx="133">
                        <c:v>22.343998998844999</c:v>
                      </c:pt>
                      <c:pt idx="134">
                        <c:v>23.072916330075</c:v>
                      </c:pt>
                      <c:pt idx="135">
                        <c:v>22.045695624891003</c:v>
                      </c:pt>
                      <c:pt idx="136">
                        <c:v>18.962780158365</c:v>
                      </c:pt>
                      <c:pt idx="137">
                        <c:v>20.183848395632996</c:v>
                      </c:pt>
                      <c:pt idx="138">
                        <c:v>21.540644635477001</c:v>
                      </c:pt>
                      <c:pt idx="139">
                        <c:v>25.007486816898997</c:v>
                      </c:pt>
                      <c:pt idx="140">
                        <c:v>26.263980499612</c:v>
                      </c:pt>
                      <c:pt idx="141">
                        <c:v>32.033805458090001</c:v>
                      </c:pt>
                      <c:pt idx="142">
                        <c:v>30.439524638123</c:v>
                      </c:pt>
                      <c:pt idx="143">
                        <c:v>24.143231951718001</c:v>
                      </c:pt>
                      <c:pt idx="144">
                        <c:v>16.361651437086</c:v>
                      </c:pt>
                      <c:pt idx="145">
                        <c:v>9.7426468559269992</c:v>
                      </c:pt>
                      <c:pt idx="146">
                        <c:v>6.0314129798340002</c:v>
                      </c:pt>
                      <c:pt idx="147">
                        <c:v>3.4063131515919998</c:v>
                      </c:pt>
                      <c:pt idx="148">
                        <c:v>2.5258721416179997</c:v>
                      </c:pt>
                      <c:pt idx="149">
                        <c:v>2.8445031321599998</c:v>
                      </c:pt>
                      <c:pt idx="150">
                        <c:v>6.5028203040110002</c:v>
                      </c:pt>
                      <c:pt idx="151">
                        <c:v>9.9292545012110001</c:v>
                      </c:pt>
                      <c:pt idx="152">
                        <c:v>12.338066411641</c:v>
                      </c:pt>
                      <c:pt idx="153">
                        <c:v>13.510254538295001</c:v>
                      </c:pt>
                      <c:pt idx="154">
                        <c:v>14.992471854755999</c:v>
                      </c:pt>
                      <c:pt idx="155">
                        <c:v>16.862709304312002</c:v>
                      </c:pt>
                      <c:pt idx="156">
                        <c:v>18.255497838614001</c:v>
                      </c:pt>
                      <c:pt idx="157">
                        <c:v>20.607048365875002</c:v>
                      </c:pt>
                      <c:pt idx="158">
                        <c:v>21.191388067964002</c:v>
                      </c:pt>
                      <c:pt idx="159">
                        <c:v>20.870806421199003</c:v>
                      </c:pt>
                      <c:pt idx="160">
                        <c:v>19.270492291478998</c:v>
                      </c:pt>
                      <c:pt idx="161">
                        <c:v>20.633332377875</c:v>
                      </c:pt>
                      <c:pt idx="162">
                        <c:v>20.288153534463</c:v>
                      </c:pt>
                      <c:pt idx="163">
                        <c:v>24.081577192192999</c:v>
                      </c:pt>
                      <c:pt idx="164">
                        <c:v>26.890545639771997</c:v>
                      </c:pt>
                      <c:pt idx="165">
                        <c:v>32.365889678011996</c:v>
                      </c:pt>
                      <c:pt idx="166">
                        <c:v>30.532753550495997</c:v>
                      </c:pt>
                      <c:pt idx="167">
                        <c:v>23.008843503102</c:v>
                      </c:pt>
                      <c:pt idx="168">
                        <c:v>14.951149133345998</c:v>
                      </c:pt>
                      <c:pt idx="169">
                        <c:v>8.8572439896950002</c:v>
                      </c:pt>
                      <c:pt idx="170">
                        <c:v>5.1776959961650002</c:v>
                      </c:pt>
                      <c:pt idx="171">
                        <c:v>3.264440952573</c:v>
                      </c:pt>
                      <c:pt idx="172">
                        <c:v>2.4918732304000004</c:v>
                      </c:pt>
                      <c:pt idx="173">
                        <c:v>2.8161557161560005</c:v>
                      </c:pt>
                      <c:pt idx="174">
                        <c:v>6.5593612892289999</c:v>
                      </c:pt>
                      <c:pt idx="175">
                        <c:v>10.502708141621001</c:v>
                      </c:pt>
                      <c:pt idx="176">
                        <c:v>13.435416700746</c:v>
                      </c:pt>
                      <c:pt idx="177">
                        <c:v>15.139335833928</c:v>
                      </c:pt>
                      <c:pt idx="178">
                        <c:v>16.321718206532001</c:v>
                      </c:pt>
                      <c:pt idx="179">
                        <c:v>17.823601904957002</c:v>
                      </c:pt>
                      <c:pt idx="180">
                        <c:v>19.431785287692996</c:v>
                      </c:pt>
                      <c:pt idx="181">
                        <c:v>21.829340304726998</c:v>
                      </c:pt>
                      <c:pt idx="182">
                        <c:v>22.480021662288998</c:v>
                      </c:pt>
                      <c:pt idx="183">
                        <c:v>21.927639484559002</c:v>
                      </c:pt>
                      <c:pt idx="184">
                        <c:v>19.318368232436001</c:v>
                      </c:pt>
                      <c:pt idx="185">
                        <c:v>20.597494625722</c:v>
                      </c:pt>
                      <c:pt idx="186">
                        <c:v>20.463423930817999</c:v>
                      </c:pt>
                      <c:pt idx="187">
                        <c:v>24.644137851656001</c:v>
                      </c:pt>
                      <c:pt idx="188">
                        <c:v>27.297793698911999</c:v>
                      </c:pt>
                      <c:pt idx="189">
                        <c:v>32.413728962133</c:v>
                      </c:pt>
                      <c:pt idx="190">
                        <c:v>31.467379865628999</c:v>
                      </c:pt>
                      <c:pt idx="191">
                        <c:v>25.508474284588999</c:v>
                      </c:pt>
                      <c:pt idx="192">
                        <c:v>17.843016080353998</c:v>
                      </c:pt>
                      <c:pt idx="193">
                        <c:v>11.224418856090001</c:v>
                      </c:pt>
                      <c:pt idx="194">
                        <c:v>6.6110753005910006</c:v>
                      </c:pt>
                      <c:pt idx="195">
                        <c:v>4.189122989466</c:v>
                      </c:pt>
                      <c:pt idx="196">
                        <c:v>2.9065742992060004</c:v>
                      </c:pt>
                      <c:pt idx="197">
                        <c:v>2.8145865201219999</c:v>
                      </c:pt>
                      <c:pt idx="198">
                        <c:v>5.7819658586719997</c:v>
                      </c:pt>
                      <c:pt idx="199">
                        <c:v>8.9675407651279997</c:v>
                      </c:pt>
                      <c:pt idx="200">
                        <c:v>12.713428274388001</c:v>
                      </c:pt>
                      <c:pt idx="201">
                        <c:v>15.396870692635</c:v>
                      </c:pt>
                      <c:pt idx="202">
                        <c:v>17.845417382611</c:v>
                      </c:pt>
                      <c:pt idx="203">
                        <c:v>20.625950375746001</c:v>
                      </c:pt>
                      <c:pt idx="204">
                        <c:v>20.704767478280999</c:v>
                      </c:pt>
                      <c:pt idx="205">
                        <c:v>22.178567543561002</c:v>
                      </c:pt>
                      <c:pt idx="206">
                        <c:v>27.500555267032002</c:v>
                      </c:pt>
                      <c:pt idx="207">
                        <c:v>25.019838543760002</c:v>
                      </c:pt>
                      <c:pt idx="208">
                        <c:v>20.657490828381999</c:v>
                      </c:pt>
                      <c:pt idx="209">
                        <c:v>21.336162717979999</c:v>
                      </c:pt>
                      <c:pt idx="210">
                        <c:v>20.406992630710999</c:v>
                      </c:pt>
                      <c:pt idx="211">
                        <c:v>24.69478116813</c:v>
                      </c:pt>
                      <c:pt idx="212">
                        <c:v>27.550250514188001</c:v>
                      </c:pt>
                      <c:pt idx="213">
                        <c:v>33.091180724830998</c:v>
                      </c:pt>
                      <c:pt idx="214">
                        <c:v>32.571512595710004</c:v>
                      </c:pt>
                      <c:pt idx="215">
                        <c:v>26.267294312781999</c:v>
                      </c:pt>
                      <c:pt idx="216">
                        <c:v>18.033680852897</c:v>
                      </c:pt>
                      <c:pt idx="217">
                        <c:v>10.87890707709</c:v>
                      </c:pt>
                      <c:pt idx="218">
                        <c:v>6.2393693402469994</c:v>
                      </c:pt>
                      <c:pt idx="219">
                        <c:v>3.735410180558</c:v>
                      </c:pt>
                      <c:pt idx="220">
                        <c:v>2.6236794835980004</c:v>
                      </c:pt>
                      <c:pt idx="221">
                        <c:v>2.7416669262079996</c:v>
                      </c:pt>
                      <c:pt idx="222">
                        <c:v>5.8818157168659999</c:v>
                      </c:pt>
                      <c:pt idx="223">
                        <c:v>9.0302889813970015</c:v>
                      </c:pt>
                      <c:pt idx="224">
                        <c:v>12.514810787848999</c:v>
                      </c:pt>
                      <c:pt idx="225">
                        <c:v>14.703225201682999</c:v>
                      </c:pt>
                      <c:pt idx="226">
                        <c:v>16.31466441577</c:v>
                      </c:pt>
                      <c:pt idx="227">
                        <c:v>18.534368679177998</c:v>
                      </c:pt>
                      <c:pt idx="228">
                        <c:v>19.604526652110998</c:v>
                      </c:pt>
                      <c:pt idx="229">
                        <c:v>23.231836691601</c:v>
                      </c:pt>
                      <c:pt idx="230">
                        <c:v>24.680236875898999</c:v>
                      </c:pt>
                      <c:pt idx="231">
                        <c:v>23.510805445700001</c:v>
                      </c:pt>
                      <c:pt idx="232">
                        <c:v>19.953737958996999</c:v>
                      </c:pt>
                      <c:pt idx="233">
                        <c:v>20.856449705836003</c:v>
                      </c:pt>
                      <c:pt idx="234">
                        <c:v>20.334142246664999</c:v>
                      </c:pt>
                      <c:pt idx="235">
                        <c:v>23.989051746860998</c:v>
                      </c:pt>
                      <c:pt idx="236">
                        <c:v>27.343142726653003</c:v>
                      </c:pt>
                      <c:pt idx="237">
                        <c:v>32.768298922401002</c:v>
                      </c:pt>
                      <c:pt idx="238">
                        <c:v>30.312669167260996</c:v>
                      </c:pt>
                      <c:pt idx="239">
                        <c:v>23.143329477758996</c:v>
                      </c:pt>
                      <c:pt idx="240">
                        <c:v>14.838664093965999</c:v>
                      </c:pt>
                      <c:pt idx="241">
                        <c:v>8.7079999685820013</c:v>
                      </c:pt>
                      <c:pt idx="242">
                        <c:v>4.9878920413949999</c:v>
                      </c:pt>
                      <c:pt idx="243">
                        <c:v>3.1643618297860003</c:v>
                      </c:pt>
                      <c:pt idx="244">
                        <c:v>2.474351143062</c:v>
                      </c:pt>
                      <c:pt idx="245">
                        <c:v>2.7503058363620001</c:v>
                      </c:pt>
                      <c:pt idx="246">
                        <c:v>6.1920763494909998</c:v>
                      </c:pt>
                      <c:pt idx="247">
                        <c:v>9.3391831980950002</c:v>
                      </c:pt>
                      <c:pt idx="248">
                        <c:v>11.730349850713001</c:v>
                      </c:pt>
                      <c:pt idx="249">
                        <c:v>12.816490798918</c:v>
                      </c:pt>
                      <c:pt idx="250">
                        <c:v>14.503220055511001</c:v>
                      </c:pt>
                      <c:pt idx="251">
                        <c:v>16.717050548549</c:v>
                      </c:pt>
                      <c:pt idx="252">
                        <c:v>18.513125488584002</c:v>
                      </c:pt>
                      <c:pt idx="253">
                        <c:v>21.368651704131</c:v>
                      </c:pt>
                      <c:pt idx="254">
                        <c:v>22.113011465493003</c:v>
                      </c:pt>
                      <c:pt idx="255">
                        <c:v>21.463493586676002</c:v>
                      </c:pt>
                      <c:pt idx="256">
                        <c:v>19.747928314707</c:v>
                      </c:pt>
                      <c:pt idx="257">
                        <c:v>21.714528932635002</c:v>
                      </c:pt>
                      <c:pt idx="258">
                        <c:v>20.767702617464998</c:v>
                      </c:pt>
                      <c:pt idx="259">
                        <c:v>24.268530904136004</c:v>
                      </c:pt>
                      <c:pt idx="260">
                        <c:v>27.515270854437002</c:v>
                      </c:pt>
                      <c:pt idx="261">
                        <c:v>32.285926854758003</c:v>
                      </c:pt>
                      <c:pt idx="262">
                        <c:v>29.935990925906999</c:v>
                      </c:pt>
                      <c:pt idx="263">
                        <c:v>22.527311911751003</c:v>
                      </c:pt>
                      <c:pt idx="264">
                        <c:v>14.292065324393</c:v>
                      </c:pt>
                      <c:pt idx="265">
                        <c:v>8.1629423803750001</c:v>
                      </c:pt>
                      <c:pt idx="266">
                        <c:v>4.7506919048169998</c:v>
                      </c:pt>
                      <c:pt idx="267">
                        <c:v>3.0485526687819999</c:v>
                      </c:pt>
                      <c:pt idx="268">
                        <c:v>2.4280891083319998</c:v>
                      </c:pt>
                      <c:pt idx="269">
                        <c:v>2.645215956011</c:v>
                      </c:pt>
                      <c:pt idx="270">
                        <c:v>6.3083648960250001</c:v>
                      </c:pt>
                      <c:pt idx="271">
                        <c:v>9.7929009184600009</c:v>
                      </c:pt>
                      <c:pt idx="272">
                        <c:v>12.000327334151001</c:v>
                      </c:pt>
                      <c:pt idx="273">
                        <c:v>13.261882395998999</c:v>
                      </c:pt>
                      <c:pt idx="274">
                        <c:v>14.772164961484</c:v>
                      </c:pt>
                      <c:pt idx="275">
                        <c:v>17.066090244130997</c:v>
                      </c:pt>
                      <c:pt idx="276">
                        <c:v>18.407707064921002</c:v>
                      </c:pt>
                      <c:pt idx="277">
                        <c:v>20.826682980441998</c:v>
                      </c:pt>
                      <c:pt idx="278">
                        <c:v>21.234213177282001</c:v>
                      </c:pt>
                      <c:pt idx="279">
                        <c:v>20.577510544399001</c:v>
                      </c:pt>
                      <c:pt idx="280">
                        <c:v>19.040793784950001</c:v>
                      </c:pt>
                      <c:pt idx="281">
                        <c:v>20.772882147854002</c:v>
                      </c:pt>
                      <c:pt idx="282">
                        <c:v>20.013094163531001</c:v>
                      </c:pt>
                      <c:pt idx="283">
                        <c:v>23.940045367405002</c:v>
                      </c:pt>
                      <c:pt idx="284">
                        <c:v>27.448487981969997</c:v>
                      </c:pt>
                      <c:pt idx="285">
                        <c:v>32.597400886720003</c:v>
                      </c:pt>
                      <c:pt idx="286">
                        <c:v>30.06456041629</c:v>
                      </c:pt>
                      <c:pt idx="287">
                        <c:v>22.236879962161002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1-6C6F-49E4-8F59-330269BCC199}"/>
                  </c:ext>
                </c:extLst>
              </c15:ser>
            </c15:filteredLineSeries>
            <c15:filteredLineSeries>
              <c15:ser>
                <c:idx val="28"/>
                <c:order val="2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12-10-2026'!$AD$1</c15:sqref>
                        </c15:formulaRef>
                      </c:ext>
                    </c:extLst>
                    <c:strCache>
                      <c:ptCount val="1"/>
                      <c:pt idx="0">
                        <c:v>vORN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12-10-2026'!$AD$2:$AD$289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2.205958415914</c:v>
                      </c:pt>
                      <c:pt idx="1">
                        <c:v>1.336205761282</c:v>
                      </c:pt>
                      <c:pt idx="2">
                        <c:v>0.77305298462299998</c:v>
                      </c:pt>
                      <c:pt idx="3">
                        <c:v>0.50511633059399996</c:v>
                      </c:pt>
                      <c:pt idx="4">
                        <c:v>0.42206764958499998</c:v>
                      </c:pt>
                      <c:pt idx="5">
                        <c:v>0.60401851721400002</c:v>
                      </c:pt>
                      <c:pt idx="6">
                        <c:v>1.3719785958140001</c:v>
                      </c:pt>
                      <c:pt idx="7">
                        <c:v>1.990544602498</c:v>
                      </c:pt>
                      <c:pt idx="8">
                        <c:v>2.2477397307620004</c:v>
                      </c:pt>
                      <c:pt idx="9">
                        <c:v>2.2733073840369999</c:v>
                      </c:pt>
                      <c:pt idx="10">
                        <c:v>2.3978128025479997</c:v>
                      </c:pt>
                      <c:pt idx="11">
                        <c:v>2.6746790552079998</c:v>
                      </c:pt>
                      <c:pt idx="12">
                        <c:v>3.0399401540509996</c:v>
                      </c:pt>
                      <c:pt idx="13">
                        <c:v>3.4038052244810002</c:v>
                      </c:pt>
                      <c:pt idx="14">
                        <c:v>3.4950104959829997</c:v>
                      </c:pt>
                      <c:pt idx="15">
                        <c:v>3.3977350628029996</c:v>
                      </c:pt>
                      <c:pt idx="16">
                        <c:v>2.9716017529809999</c:v>
                      </c:pt>
                      <c:pt idx="17">
                        <c:v>2.9614963013379998</c:v>
                      </c:pt>
                      <c:pt idx="18">
                        <c:v>2.9357326101150001</c:v>
                      </c:pt>
                      <c:pt idx="19">
                        <c:v>3.3392102062960003</c:v>
                      </c:pt>
                      <c:pt idx="20">
                        <c:v>3.6415901602910004</c:v>
                      </c:pt>
                      <c:pt idx="21">
                        <c:v>4.1995025003920006</c:v>
                      </c:pt>
                      <c:pt idx="22">
                        <c:v>4.2642275332640001</c:v>
                      </c:pt>
                      <c:pt idx="23">
                        <c:v>3.5979817202980002</c:v>
                      </c:pt>
                      <c:pt idx="24">
                        <c:v>2.5081631410959999</c:v>
                      </c:pt>
                      <c:pt idx="25">
                        <c:v>1.5504800115819999</c:v>
                      </c:pt>
                      <c:pt idx="26">
                        <c:v>0.96606653492500005</c:v>
                      </c:pt>
                      <c:pt idx="27">
                        <c:v>0.59685945245800009</c:v>
                      </c:pt>
                      <c:pt idx="28">
                        <c:v>0.45374390218699995</c:v>
                      </c:pt>
                      <c:pt idx="29">
                        <c:v>0.58312482758599993</c:v>
                      </c:pt>
                      <c:pt idx="30">
                        <c:v>1.224685661721</c:v>
                      </c:pt>
                      <c:pt idx="31">
                        <c:v>1.7934412874060002</c:v>
                      </c:pt>
                      <c:pt idx="32">
                        <c:v>2.3788608106210001</c:v>
                      </c:pt>
                      <c:pt idx="33">
                        <c:v>2.6156003264979999</c:v>
                      </c:pt>
                      <c:pt idx="34">
                        <c:v>2.8588461992640002</c:v>
                      </c:pt>
                      <c:pt idx="35">
                        <c:v>3.1439655863589997</c:v>
                      </c:pt>
                      <c:pt idx="36">
                        <c:v>3.2348789863160001</c:v>
                      </c:pt>
                      <c:pt idx="37">
                        <c:v>3.41966389229</c:v>
                      </c:pt>
                      <c:pt idx="38">
                        <c:v>3.9589044989720001</c:v>
                      </c:pt>
                      <c:pt idx="39">
                        <c:v>3.7662001965690002</c:v>
                      </c:pt>
                      <c:pt idx="40">
                        <c:v>3.1627750584569996</c:v>
                      </c:pt>
                      <c:pt idx="41">
                        <c:v>3.0374794315739999</c:v>
                      </c:pt>
                      <c:pt idx="42">
                        <c:v>2.9500708298209997</c:v>
                      </c:pt>
                      <c:pt idx="43">
                        <c:v>3.4964722061370002</c:v>
                      </c:pt>
                      <c:pt idx="44">
                        <c:v>3.7323918794590001</c:v>
                      </c:pt>
                      <c:pt idx="45">
                        <c:v>4.3003696811840006</c:v>
                      </c:pt>
                      <c:pt idx="46">
                        <c:v>4.3315703895229998</c:v>
                      </c:pt>
                      <c:pt idx="47">
                        <c:v>3.7021626765170002</c:v>
                      </c:pt>
                      <c:pt idx="48">
                        <c:v>2.6427080020570002</c:v>
                      </c:pt>
                      <c:pt idx="49">
                        <c:v>1.6646500329710001</c:v>
                      </c:pt>
                      <c:pt idx="50">
                        <c:v>0.97107595312099992</c:v>
                      </c:pt>
                      <c:pt idx="51">
                        <c:v>0.60042147751600006</c:v>
                      </c:pt>
                      <c:pt idx="52">
                        <c:v>0.46559353075999999</c:v>
                      </c:pt>
                      <c:pt idx="53">
                        <c:v>0.59367727884900001</c:v>
                      </c:pt>
                      <c:pt idx="54">
                        <c:v>1.2967807139990002</c:v>
                      </c:pt>
                      <c:pt idx="55">
                        <c:v>1.9217135967289998</c:v>
                      </c:pt>
                      <c:pt idx="56">
                        <c:v>2.3867031582019997</c:v>
                      </c:pt>
                      <c:pt idx="57">
                        <c:v>2.5379721100170003</c:v>
                      </c:pt>
                      <c:pt idx="58">
                        <c:v>2.7048348687550003</c:v>
                      </c:pt>
                      <c:pt idx="59">
                        <c:v>2.9843784566469997</c:v>
                      </c:pt>
                      <c:pt idx="60">
                        <c:v>3.2570033227100001</c:v>
                      </c:pt>
                      <c:pt idx="61">
                        <c:v>3.6844815335909997</c:v>
                      </c:pt>
                      <c:pt idx="62">
                        <c:v>3.8228270902209998</c:v>
                      </c:pt>
                      <c:pt idx="63">
                        <c:v>3.6356993350029998</c:v>
                      </c:pt>
                      <c:pt idx="64">
                        <c:v>3.0780049464550001</c:v>
                      </c:pt>
                      <c:pt idx="65">
                        <c:v>2.9526960734839998</c:v>
                      </c:pt>
                      <c:pt idx="66">
                        <c:v>2.9671522006169999</c:v>
                      </c:pt>
                      <c:pt idx="67">
                        <c:v>3.4080544391350003</c:v>
                      </c:pt>
                      <c:pt idx="68">
                        <c:v>3.6824486662310005</c:v>
                      </c:pt>
                      <c:pt idx="69">
                        <c:v>4.281277163203999</c:v>
                      </c:pt>
                      <c:pt idx="70">
                        <c:v>4.2375643121279998</c:v>
                      </c:pt>
                      <c:pt idx="71">
                        <c:v>3.4341284793819997</c:v>
                      </c:pt>
                      <c:pt idx="72">
                        <c:v>2.2803819937240002</c:v>
                      </c:pt>
                      <c:pt idx="73">
                        <c:v>1.3426048041429999</c:v>
                      </c:pt>
                      <c:pt idx="74">
                        <c:v>0.77817290729900002</c:v>
                      </c:pt>
                      <c:pt idx="75">
                        <c:v>0.50988587825199994</c:v>
                      </c:pt>
                      <c:pt idx="76">
                        <c:v>0.44823686536899998</c:v>
                      </c:pt>
                      <c:pt idx="77">
                        <c:v>0.63100590728700012</c:v>
                      </c:pt>
                      <c:pt idx="78">
                        <c:v>1.4292710151050003</c:v>
                      </c:pt>
                      <c:pt idx="79">
                        <c:v>1.9504615627870001</c:v>
                      </c:pt>
                      <c:pt idx="80">
                        <c:v>2.2070922869639999</c:v>
                      </c:pt>
                      <c:pt idx="81">
                        <c:v>2.2106309636670001</c:v>
                      </c:pt>
                      <c:pt idx="82">
                        <c:v>2.343881924328</c:v>
                      </c:pt>
                      <c:pt idx="83">
                        <c:v>2.6539209064959999</c:v>
                      </c:pt>
                      <c:pt idx="84">
                        <c:v>2.9979005544170003</c:v>
                      </c:pt>
                      <c:pt idx="85">
                        <c:v>3.2472968936429996</c:v>
                      </c:pt>
                      <c:pt idx="86">
                        <c:v>3.3624427046869996</c:v>
                      </c:pt>
                      <c:pt idx="87">
                        <c:v>3.303631643728</c:v>
                      </c:pt>
                      <c:pt idx="88">
                        <c:v>3.0021726088979999</c:v>
                      </c:pt>
                      <c:pt idx="89">
                        <c:v>2.9813589207410001</c:v>
                      </c:pt>
                      <c:pt idx="90">
                        <c:v>2.842665704646</c:v>
                      </c:pt>
                      <c:pt idx="91">
                        <c:v>3.3048411399140001</c:v>
                      </c:pt>
                      <c:pt idx="92">
                        <c:v>3.5942700595699999</c:v>
                      </c:pt>
                      <c:pt idx="93">
                        <c:v>4.1577025199669997</c:v>
                      </c:pt>
                      <c:pt idx="94">
                        <c:v>4.0687275986870004</c:v>
                      </c:pt>
                      <c:pt idx="95">
                        <c:v>3.2372543071990001</c:v>
                      </c:pt>
                      <c:pt idx="96">
                        <c:v>2.1303519651830003</c:v>
                      </c:pt>
                      <c:pt idx="97">
                        <c:v>1.2350914808299998</c:v>
                      </c:pt>
                      <c:pt idx="98">
                        <c:v>0.72939405920400002</c:v>
                      </c:pt>
                      <c:pt idx="99">
                        <c:v>0.48325111742899995</c:v>
                      </c:pt>
                      <c:pt idx="100">
                        <c:v>0.408809990826</c:v>
                      </c:pt>
                      <c:pt idx="101">
                        <c:v>0.58490127844199991</c:v>
                      </c:pt>
                      <c:pt idx="102">
                        <c:v>1.3860796323410001</c:v>
                      </c:pt>
                      <c:pt idx="103">
                        <c:v>1.938412921074</c:v>
                      </c:pt>
                      <c:pt idx="104">
                        <c:v>2.2096990202729998</c:v>
                      </c:pt>
                      <c:pt idx="105">
                        <c:v>2.20956835939</c:v>
                      </c:pt>
                      <c:pt idx="106">
                        <c:v>2.315811696266</c:v>
                      </c:pt>
                      <c:pt idx="107">
                        <c:v>2.6403804799780004</c:v>
                      </c:pt>
                      <c:pt idx="108">
                        <c:v>2.9643068913440001</c:v>
                      </c:pt>
                      <c:pt idx="109">
                        <c:v>3.3141059986850001</c:v>
                      </c:pt>
                      <c:pt idx="110">
                        <c:v>3.3647992695409998</c:v>
                      </c:pt>
                      <c:pt idx="111">
                        <c:v>3.2737679411060001</c:v>
                      </c:pt>
                      <c:pt idx="112">
                        <c:v>2.9259079900939997</c:v>
                      </c:pt>
                      <c:pt idx="113">
                        <c:v>2.9235792859800003</c:v>
                      </c:pt>
                      <c:pt idx="114">
                        <c:v>2.8635382281240003</c:v>
                      </c:pt>
                      <c:pt idx="115">
                        <c:v>3.3062621364930003</c:v>
                      </c:pt>
                      <c:pt idx="116">
                        <c:v>3.6088431786909996</c:v>
                      </c:pt>
                      <c:pt idx="117">
                        <c:v>4.1738588648199997</c:v>
                      </c:pt>
                      <c:pt idx="118">
                        <c:v>4.0841656318249999</c:v>
                      </c:pt>
                      <c:pt idx="119">
                        <c:v>3.2153232996000001</c:v>
                      </c:pt>
                      <c:pt idx="120">
                        <c:v>2.0712881934949996</c:v>
                      </c:pt>
                      <c:pt idx="121">
                        <c:v>1.1818304517780001</c:v>
                      </c:pt>
                      <c:pt idx="122">
                        <c:v>0.70798857225</c:v>
                      </c:pt>
                      <c:pt idx="123">
                        <c:v>0.46544826335899997</c:v>
                      </c:pt>
                      <c:pt idx="124">
                        <c:v>0.39995477632299997</c:v>
                      </c:pt>
                      <c:pt idx="125">
                        <c:v>0.57219714658999998</c:v>
                      </c:pt>
                      <c:pt idx="126">
                        <c:v>1.376552401661</c:v>
                      </c:pt>
                      <c:pt idx="127">
                        <c:v>1.9264604849</c:v>
                      </c:pt>
                      <c:pt idx="128">
                        <c:v>2.1951405482179998</c:v>
                      </c:pt>
                      <c:pt idx="129">
                        <c:v>2.2092994932700001</c:v>
                      </c:pt>
                      <c:pt idx="130">
                        <c:v>2.3765888830340001</c:v>
                      </c:pt>
                      <c:pt idx="131">
                        <c:v>2.635774196271</c:v>
                      </c:pt>
                      <c:pt idx="132">
                        <c:v>3.0228447798840001</c:v>
                      </c:pt>
                      <c:pt idx="133">
                        <c:v>3.4862216539099999</c:v>
                      </c:pt>
                      <c:pt idx="134">
                        <c:v>3.5717431405399998</c:v>
                      </c:pt>
                      <c:pt idx="135">
                        <c:v>3.4233773839010002</c:v>
                      </c:pt>
                      <c:pt idx="136">
                        <c:v>2.89357265149</c:v>
                      </c:pt>
                      <c:pt idx="137">
                        <c:v>2.8854573156980003</c:v>
                      </c:pt>
                      <c:pt idx="138">
                        <c:v>2.8971905914909999</c:v>
                      </c:pt>
                      <c:pt idx="139">
                        <c:v>3.3787701792930003</c:v>
                      </c:pt>
                      <c:pt idx="140">
                        <c:v>3.6049432299299999</c:v>
                      </c:pt>
                      <c:pt idx="141">
                        <c:v>4.1844743496019996</c:v>
                      </c:pt>
                      <c:pt idx="142">
                        <c:v>4.1091260459400001</c:v>
                      </c:pt>
                      <c:pt idx="143">
                        <c:v>3.2922529270839997</c:v>
                      </c:pt>
                      <c:pt idx="144">
                        <c:v>2.1400700815880001</c:v>
                      </c:pt>
                      <c:pt idx="145">
                        <c:v>1.2493341889469998</c:v>
                      </c:pt>
                      <c:pt idx="146">
                        <c:v>0.7630233633889999</c:v>
                      </c:pt>
                      <c:pt idx="147">
                        <c:v>0.49033354793999995</c:v>
                      </c:pt>
                      <c:pt idx="148">
                        <c:v>0.435876325457</c:v>
                      </c:pt>
                      <c:pt idx="149">
                        <c:v>0.60369231900300002</c:v>
                      </c:pt>
                      <c:pt idx="150">
                        <c:v>1.4761050823170001</c:v>
                      </c:pt>
                      <c:pt idx="151">
                        <c:v>1.998245860703</c:v>
                      </c:pt>
                      <c:pt idx="152">
                        <c:v>2.2832247053260004</c:v>
                      </c:pt>
                      <c:pt idx="153">
                        <c:v>2.246264200263</c:v>
                      </c:pt>
                      <c:pt idx="154">
                        <c:v>2.3470217983469999</c:v>
                      </c:pt>
                      <c:pt idx="155">
                        <c:v>2.5919818005770003</c:v>
                      </c:pt>
                      <c:pt idx="156">
                        <c:v>2.8972777093619997</c:v>
                      </c:pt>
                      <c:pt idx="157">
                        <c:v>3.1894951513950001</c:v>
                      </c:pt>
                      <c:pt idx="158">
                        <c:v>3.2550571744999997</c:v>
                      </c:pt>
                      <c:pt idx="159">
                        <c:v>3.245478367214</c:v>
                      </c:pt>
                      <c:pt idx="160">
                        <c:v>2.9682543317450003</c:v>
                      </c:pt>
                      <c:pt idx="161">
                        <c:v>2.9765211314800002</c:v>
                      </c:pt>
                      <c:pt idx="162">
                        <c:v>2.9254579372470002</c:v>
                      </c:pt>
                      <c:pt idx="163">
                        <c:v>3.3736047597059997</c:v>
                      </c:pt>
                      <c:pt idx="164">
                        <c:v>3.6252882148720005</c:v>
                      </c:pt>
                      <c:pt idx="165">
                        <c:v>4.202437188907</c:v>
                      </c:pt>
                      <c:pt idx="166">
                        <c:v>4.0647424529919993</c:v>
                      </c:pt>
                      <c:pt idx="167">
                        <c:v>3.139245600767</c:v>
                      </c:pt>
                      <c:pt idx="168">
                        <c:v>2.051973398241</c:v>
                      </c:pt>
                      <c:pt idx="169">
                        <c:v>1.1570272841110001</c:v>
                      </c:pt>
                      <c:pt idx="170">
                        <c:v>0.67027230789100001</c:v>
                      </c:pt>
                      <c:pt idx="171">
                        <c:v>0.449087700471</c:v>
                      </c:pt>
                      <c:pt idx="172">
                        <c:v>0.38197361445900002</c:v>
                      </c:pt>
                      <c:pt idx="173">
                        <c:v>0.58637449082500004</c:v>
                      </c:pt>
                      <c:pt idx="174">
                        <c:v>1.440535386261</c:v>
                      </c:pt>
                      <c:pt idx="175">
                        <c:v>2.132486495093</c:v>
                      </c:pt>
                      <c:pt idx="176">
                        <c:v>2.4277628311430002</c:v>
                      </c:pt>
                      <c:pt idx="177">
                        <c:v>2.3861956691619999</c:v>
                      </c:pt>
                      <c:pt idx="178">
                        <c:v>2.4252204080150004</c:v>
                      </c:pt>
                      <c:pt idx="179">
                        <c:v>2.6526793076250001</c:v>
                      </c:pt>
                      <c:pt idx="180">
                        <c:v>2.9974727652669997</c:v>
                      </c:pt>
                      <c:pt idx="181">
                        <c:v>3.3359331310210001</c:v>
                      </c:pt>
                      <c:pt idx="182">
                        <c:v>3.3848496497209997</c:v>
                      </c:pt>
                      <c:pt idx="183">
                        <c:v>3.3291126192199996</c:v>
                      </c:pt>
                      <c:pt idx="184">
                        <c:v>2.9194830878839997</c:v>
                      </c:pt>
                      <c:pt idx="185">
                        <c:v>2.903294175359</c:v>
                      </c:pt>
                      <c:pt idx="186">
                        <c:v>2.8373170238179997</c:v>
                      </c:pt>
                      <c:pt idx="187">
                        <c:v>3.4054978141279997</c:v>
                      </c:pt>
                      <c:pt idx="188">
                        <c:v>3.7020161851350002</c:v>
                      </c:pt>
                      <c:pt idx="189">
                        <c:v>4.240663256325</c:v>
                      </c:pt>
                      <c:pt idx="190">
                        <c:v>4.2251035013760001</c:v>
                      </c:pt>
                      <c:pt idx="191">
                        <c:v>3.4667980962749998</c:v>
                      </c:pt>
                      <c:pt idx="192">
                        <c:v>2.4070819543809998</c:v>
                      </c:pt>
                      <c:pt idx="193">
                        <c:v>1.4484426506249999</c:v>
                      </c:pt>
                      <c:pt idx="194">
                        <c:v>0.86453544931000004</c:v>
                      </c:pt>
                      <c:pt idx="195">
                        <c:v>0.57049022524900006</c:v>
                      </c:pt>
                      <c:pt idx="196">
                        <c:v>0.46421806794999998</c:v>
                      </c:pt>
                      <c:pt idx="197">
                        <c:v>0.56427132471399999</c:v>
                      </c:pt>
                      <c:pt idx="198">
                        <c:v>1.2735917180230001</c:v>
                      </c:pt>
                      <c:pt idx="199">
                        <c:v>1.8899422802079999</c:v>
                      </c:pt>
                      <c:pt idx="200">
                        <c:v>2.4262756624829995</c:v>
                      </c:pt>
                      <c:pt idx="201">
                        <c:v>2.582624304161</c:v>
                      </c:pt>
                      <c:pt idx="202">
                        <c:v>2.754765216285</c:v>
                      </c:pt>
                      <c:pt idx="203">
                        <c:v>3.1097585795130001</c:v>
                      </c:pt>
                      <c:pt idx="204">
                        <c:v>3.2287309440229999</c:v>
                      </c:pt>
                      <c:pt idx="205">
                        <c:v>3.3985480852879997</c:v>
                      </c:pt>
                      <c:pt idx="206">
                        <c:v>3.9535770213559998</c:v>
                      </c:pt>
                      <c:pt idx="207">
                        <c:v>3.6862248373490001</c:v>
                      </c:pt>
                      <c:pt idx="208">
                        <c:v>3.1521087246319999</c:v>
                      </c:pt>
                      <c:pt idx="209">
                        <c:v>3.0686319142470002</c:v>
                      </c:pt>
                      <c:pt idx="210">
                        <c:v>2.9669949862019998</c:v>
                      </c:pt>
                      <c:pt idx="211">
                        <c:v>3.5158598218870001</c:v>
                      </c:pt>
                      <c:pt idx="212">
                        <c:v>3.8202755206519998</c:v>
                      </c:pt>
                      <c:pt idx="213">
                        <c:v>4.3673743304599997</c:v>
                      </c:pt>
                      <c:pt idx="214">
                        <c:v>4.3045450105729994</c:v>
                      </c:pt>
                      <c:pt idx="215">
                        <c:v>3.5601759360639997</c:v>
                      </c:pt>
                      <c:pt idx="216">
                        <c:v>2.4400054550259997</c:v>
                      </c:pt>
                      <c:pt idx="217">
                        <c:v>1.43332775106</c:v>
                      </c:pt>
                      <c:pt idx="218">
                        <c:v>0.83710135905299998</c:v>
                      </c:pt>
                      <c:pt idx="219">
                        <c:v>0.54205832323500003</c:v>
                      </c:pt>
                      <c:pt idx="220">
                        <c:v>0.44992751979600004</c:v>
                      </c:pt>
                      <c:pt idx="221">
                        <c:v>0.55281251724199998</c:v>
                      </c:pt>
                      <c:pt idx="222">
                        <c:v>1.280184253426</c:v>
                      </c:pt>
                      <c:pt idx="223">
                        <c:v>1.900148654029</c:v>
                      </c:pt>
                      <c:pt idx="224">
                        <c:v>2.3898053642520001</c:v>
                      </c:pt>
                      <c:pt idx="225">
                        <c:v>2.504628147384</c:v>
                      </c:pt>
                      <c:pt idx="226">
                        <c:v>2.5797465069030001</c:v>
                      </c:pt>
                      <c:pt idx="227">
                        <c:v>2.8776978130109998</c:v>
                      </c:pt>
                      <c:pt idx="228">
                        <c:v>3.1138213473470002</c:v>
                      </c:pt>
                      <c:pt idx="229">
                        <c:v>3.5766940975420001</c:v>
                      </c:pt>
                      <c:pt idx="230">
                        <c:v>3.7672455528920001</c:v>
                      </c:pt>
                      <c:pt idx="231">
                        <c:v>3.5657806633020002</c:v>
                      </c:pt>
                      <c:pt idx="232">
                        <c:v>3.0407921504910003</c:v>
                      </c:pt>
                      <c:pt idx="233">
                        <c:v>2.946456151424</c:v>
                      </c:pt>
                      <c:pt idx="234">
                        <c:v>2.890425279814</c:v>
                      </c:pt>
                      <c:pt idx="235">
                        <c:v>3.3715011795340004</c:v>
                      </c:pt>
                      <c:pt idx="236">
                        <c:v>3.7436444597009997</c:v>
                      </c:pt>
                      <c:pt idx="237">
                        <c:v>4.2690046413510006</c:v>
                      </c:pt>
                      <c:pt idx="238">
                        <c:v>4.1167622247229998</c:v>
                      </c:pt>
                      <c:pt idx="239">
                        <c:v>3.2695485252049998</c:v>
                      </c:pt>
                      <c:pt idx="240">
                        <c:v>2.1077805833330001</c:v>
                      </c:pt>
                      <c:pt idx="241">
                        <c:v>1.2021173731129999</c:v>
                      </c:pt>
                      <c:pt idx="242">
                        <c:v>0.69784194818800005</c:v>
                      </c:pt>
                      <c:pt idx="243">
                        <c:v>0.47694587376800002</c:v>
                      </c:pt>
                      <c:pt idx="244">
                        <c:v>0.43653919697100002</c:v>
                      </c:pt>
                      <c:pt idx="245">
                        <c:v>0.57847803281400001</c:v>
                      </c:pt>
                      <c:pt idx="246">
                        <c:v>1.364687104817</c:v>
                      </c:pt>
                      <c:pt idx="247">
                        <c:v>1.9719339147270001</c:v>
                      </c:pt>
                      <c:pt idx="248">
                        <c:v>2.227484725968</c:v>
                      </c:pt>
                      <c:pt idx="249">
                        <c:v>2.2076184556789999</c:v>
                      </c:pt>
                      <c:pt idx="250">
                        <c:v>2.3055660057080001</c:v>
                      </c:pt>
                      <c:pt idx="251">
                        <c:v>2.5865614180569998</c:v>
                      </c:pt>
                      <c:pt idx="252">
                        <c:v>2.9363989375870001</c:v>
                      </c:pt>
                      <c:pt idx="253">
                        <c:v>3.2817467792400001</c:v>
                      </c:pt>
                      <c:pt idx="254">
                        <c:v>3.4053794926430001</c:v>
                      </c:pt>
                      <c:pt idx="255">
                        <c:v>3.2946817124650005</c:v>
                      </c:pt>
                      <c:pt idx="256">
                        <c:v>3.0404308979730001</c:v>
                      </c:pt>
                      <c:pt idx="257">
                        <c:v>3.0917667586779998</c:v>
                      </c:pt>
                      <c:pt idx="258">
                        <c:v>2.9634608314610005</c:v>
                      </c:pt>
                      <c:pt idx="259">
                        <c:v>3.4217332062580001</c:v>
                      </c:pt>
                      <c:pt idx="260">
                        <c:v>3.7844698654410003</c:v>
                      </c:pt>
                      <c:pt idx="261">
                        <c:v>4.298568308638</c:v>
                      </c:pt>
                      <c:pt idx="262">
                        <c:v>4.0530722450210002</c:v>
                      </c:pt>
                      <c:pt idx="263">
                        <c:v>3.1035970252910001</c:v>
                      </c:pt>
                      <c:pt idx="264">
                        <c:v>1.966136610705</c:v>
                      </c:pt>
                      <c:pt idx="265">
                        <c:v>1.1119297133749999</c:v>
                      </c:pt>
                      <c:pt idx="266">
                        <c:v>0.66386835685599987</c:v>
                      </c:pt>
                      <c:pt idx="267">
                        <c:v>0.474928473312</c:v>
                      </c:pt>
                      <c:pt idx="268">
                        <c:v>0.41434910429900002</c:v>
                      </c:pt>
                      <c:pt idx="269">
                        <c:v>0.57465303046599991</c:v>
                      </c:pt>
                      <c:pt idx="270">
                        <c:v>1.402800513126</c:v>
                      </c:pt>
                      <c:pt idx="271">
                        <c:v>2.0049303567820003</c:v>
                      </c:pt>
                      <c:pt idx="272">
                        <c:v>2.2239632483139999</c:v>
                      </c:pt>
                      <c:pt idx="273">
                        <c:v>2.1689921173259998</c:v>
                      </c:pt>
                      <c:pt idx="274">
                        <c:v>2.308019078119</c:v>
                      </c:pt>
                      <c:pt idx="275">
                        <c:v>2.64610073437</c:v>
                      </c:pt>
                      <c:pt idx="276">
                        <c:v>2.9158638840559998</c:v>
                      </c:pt>
                      <c:pt idx="277">
                        <c:v>3.1990563755709998</c:v>
                      </c:pt>
                      <c:pt idx="278">
                        <c:v>3.2552470578400001</c:v>
                      </c:pt>
                      <c:pt idx="279">
                        <c:v>3.227581674774</c:v>
                      </c:pt>
                      <c:pt idx="280">
                        <c:v>2.8648114003309999</c:v>
                      </c:pt>
                      <c:pt idx="281">
                        <c:v>2.944050292684</c:v>
                      </c:pt>
                      <c:pt idx="282">
                        <c:v>2.8670966436899996</c:v>
                      </c:pt>
                      <c:pt idx="283">
                        <c:v>3.376773454496</c:v>
                      </c:pt>
                      <c:pt idx="284">
                        <c:v>3.7405831060510004</c:v>
                      </c:pt>
                      <c:pt idx="285">
                        <c:v>4.2769563114269999</c:v>
                      </c:pt>
                      <c:pt idx="286">
                        <c:v>4.0541503254010003</c:v>
                      </c:pt>
                      <c:pt idx="287">
                        <c:v>3.0547750467250001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2-6C6F-49E4-8F59-330269BCC199}"/>
                  </c:ext>
                </c:extLst>
              </c15:ser>
            </c15:filteredLineSeries>
            <c15:filteredLineSeries>
              <c15:ser>
                <c:idx val="29"/>
                <c:order val="2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12-10-2026'!$AE$1</c15:sqref>
                        </c15:formulaRef>
                      </c:ext>
                    </c:extLst>
                    <c:strCache>
                      <c:ptCount val="1"/>
                      <c:pt idx="0">
                        <c:v>vORN Traffic in TB 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12-10-2026'!$AE$2:$AE$289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18.715242175808001</c:v>
                      </c:pt>
                      <c:pt idx="1">
                        <c:v>11.063883957783</c:v>
                      </c:pt>
                      <c:pt idx="2">
                        <c:v>6.472075557698</c:v>
                      </c:pt>
                      <c:pt idx="3">
                        <c:v>4.0986470761590006</c:v>
                      </c:pt>
                      <c:pt idx="4">
                        <c:v>2.999889266846</c:v>
                      </c:pt>
                      <c:pt idx="5">
                        <c:v>3.5841406104320002</c:v>
                      </c:pt>
                      <c:pt idx="6">
                        <c:v>7.7287236115030007</c:v>
                      </c:pt>
                      <c:pt idx="7">
                        <c:v>11.699345823327</c:v>
                      </c:pt>
                      <c:pt idx="8">
                        <c:v>14.384267066772001</c:v>
                      </c:pt>
                      <c:pt idx="9">
                        <c:v>15.583791160045999</c:v>
                      </c:pt>
                      <c:pt idx="10">
                        <c:v>17.352061582602001</c:v>
                      </c:pt>
                      <c:pt idx="11">
                        <c:v>19.809143917655998</c:v>
                      </c:pt>
                      <c:pt idx="12">
                        <c:v>22.065694730495</c:v>
                      </c:pt>
                      <c:pt idx="13">
                        <c:v>24.994744537226001</c:v>
                      </c:pt>
                      <c:pt idx="14">
                        <c:v>26.002883837703003</c:v>
                      </c:pt>
                      <c:pt idx="15">
                        <c:v>25.455844976658</c:v>
                      </c:pt>
                      <c:pt idx="16">
                        <c:v>22.230675846926001</c:v>
                      </c:pt>
                      <c:pt idx="17">
                        <c:v>23.346215943729998</c:v>
                      </c:pt>
                      <c:pt idx="18">
                        <c:v>23.202843262769001</c:v>
                      </c:pt>
                      <c:pt idx="19">
                        <c:v>26.976894646474001</c:v>
                      </c:pt>
                      <c:pt idx="20">
                        <c:v>29.753450801820001</c:v>
                      </c:pt>
                      <c:pt idx="21">
                        <c:v>36.292850349336994</c:v>
                      </c:pt>
                      <c:pt idx="22">
                        <c:v>35.943513539394999</c:v>
                      </c:pt>
                      <c:pt idx="23">
                        <c:v>29.999193862889999</c:v>
                      </c:pt>
                      <c:pt idx="24">
                        <c:v>21.332028433954999</c:v>
                      </c:pt>
                      <c:pt idx="25">
                        <c:v>13.393067776980001</c:v>
                      </c:pt>
                      <c:pt idx="26">
                        <c:v>8.0052117031299996</c:v>
                      </c:pt>
                      <c:pt idx="27">
                        <c:v>4.9015904025439996</c:v>
                      </c:pt>
                      <c:pt idx="28">
                        <c:v>3.3467463265379997</c:v>
                      </c:pt>
                      <c:pt idx="29">
                        <c:v>3.418529675492</c:v>
                      </c:pt>
                      <c:pt idx="30">
                        <c:v>6.7817108814760001</c:v>
                      </c:pt>
                      <c:pt idx="31">
                        <c:v>10.236299494499001</c:v>
                      </c:pt>
                      <c:pt idx="32">
                        <c:v>14.749726302737999</c:v>
                      </c:pt>
                      <c:pt idx="33">
                        <c:v>17.867969750107999</c:v>
                      </c:pt>
                      <c:pt idx="34">
                        <c:v>20.711849873504001</c:v>
                      </c:pt>
                      <c:pt idx="35">
                        <c:v>23.853668662430003</c:v>
                      </c:pt>
                      <c:pt idx="36">
                        <c:v>24.202453113840001</c:v>
                      </c:pt>
                      <c:pt idx="37">
                        <c:v>25.485888015381999</c:v>
                      </c:pt>
                      <c:pt idx="38">
                        <c:v>31.297369665961</c:v>
                      </c:pt>
                      <c:pt idx="39">
                        <c:v>28.942978320279</c:v>
                      </c:pt>
                      <c:pt idx="40">
                        <c:v>23.77555111373</c:v>
                      </c:pt>
                      <c:pt idx="41">
                        <c:v>23.903152097397999</c:v>
                      </c:pt>
                      <c:pt idx="42">
                        <c:v>23.586509064667002</c:v>
                      </c:pt>
                      <c:pt idx="43">
                        <c:v>28.149075521874</c:v>
                      </c:pt>
                      <c:pt idx="44">
                        <c:v>30.910977456252997</c:v>
                      </c:pt>
                      <c:pt idx="45">
                        <c:v>37.844166705535002</c:v>
                      </c:pt>
                      <c:pt idx="46">
                        <c:v>37.000075177715004</c:v>
                      </c:pt>
                      <c:pt idx="47">
                        <c:v>31.188875111022</c:v>
                      </c:pt>
                      <c:pt idx="48">
                        <c:v>22.417724406121</c:v>
                      </c:pt>
                      <c:pt idx="49">
                        <c:v>14.032536171999</c:v>
                      </c:pt>
                      <c:pt idx="50">
                        <c:v>8.2154433748919988</c:v>
                      </c:pt>
                      <c:pt idx="51">
                        <c:v>4.8603720625150002</c:v>
                      </c:pt>
                      <c:pt idx="52">
                        <c:v>3.2823934218819999</c:v>
                      </c:pt>
                      <c:pt idx="53">
                        <c:v>3.49109641115</c:v>
                      </c:pt>
                      <c:pt idx="54">
                        <c:v>7.1332901700839999</c:v>
                      </c:pt>
                      <c:pt idx="55">
                        <c:v>10.735635705491001</c:v>
                      </c:pt>
                      <c:pt idx="56">
                        <c:v>14.740788336192999</c:v>
                      </c:pt>
                      <c:pt idx="57">
                        <c:v>17.217329447087</c:v>
                      </c:pt>
                      <c:pt idx="58">
                        <c:v>19.108325863360999</c:v>
                      </c:pt>
                      <c:pt idx="59">
                        <c:v>21.841147265038</c:v>
                      </c:pt>
                      <c:pt idx="60">
                        <c:v>23.574639315587</c:v>
                      </c:pt>
                      <c:pt idx="61">
                        <c:v>27.334131488576002</c:v>
                      </c:pt>
                      <c:pt idx="62">
                        <c:v>28.727288034977999</c:v>
                      </c:pt>
                      <c:pt idx="63">
                        <c:v>27.536637203744998</c:v>
                      </c:pt>
                      <c:pt idx="64">
                        <c:v>23.057114416329998</c:v>
                      </c:pt>
                      <c:pt idx="65">
                        <c:v>23.439068632717998</c:v>
                      </c:pt>
                      <c:pt idx="66">
                        <c:v>23.677687103503001</c:v>
                      </c:pt>
                      <c:pt idx="67">
                        <c:v>27.390781511926999</c:v>
                      </c:pt>
                      <c:pt idx="68">
                        <c:v>30.230326474746999</c:v>
                      </c:pt>
                      <c:pt idx="69">
                        <c:v>36.459390281539001</c:v>
                      </c:pt>
                      <c:pt idx="70">
                        <c:v>35.030708984151005</c:v>
                      </c:pt>
                      <c:pt idx="71">
                        <c:v>27.825671583152001</c:v>
                      </c:pt>
                      <c:pt idx="72">
                        <c:v>18.343924873971002</c:v>
                      </c:pt>
                      <c:pt idx="73">
                        <c:v>10.863786868011001</c:v>
                      </c:pt>
                      <c:pt idx="74">
                        <c:v>6.3260370477890007</c:v>
                      </c:pt>
                      <c:pt idx="75">
                        <c:v>3.9834788592579997</c:v>
                      </c:pt>
                      <c:pt idx="76">
                        <c:v>3.0125667908759999</c:v>
                      </c:pt>
                      <c:pt idx="77">
                        <c:v>3.4773613500109999</c:v>
                      </c:pt>
                      <c:pt idx="78">
                        <c:v>7.5610332290509996</c:v>
                      </c:pt>
                      <c:pt idx="79">
                        <c:v>10.974376064245</c:v>
                      </c:pt>
                      <c:pt idx="80">
                        <c:v>13.606923310558999</c:v>
                      </c:pt>
                      <c:pt idx="81">
                        <c:v>15.148757804226999</c:v>
                      </c:pt>
                      <c:pt idx="82">
                        <c:v>16.933300279969</c:v>
                      </c:pt>
                      <c:pt idx="83">
                        <c:v>19.458729019595999</c:v>
                      </c:pt>
                      <c:pt idx="84">
                        <c:v>21.250668820276999</c:v>
                      </c:pt>
                      <c:pt idx="85">
                        <c:v>23.696809008996002</c:v>
                      </c:pt>
                      <c:pt idx="86">
                        <c:v>24.379712120579001</c:v>
                      </c:pt>
                      <c:pt idx="87">
                        <c:v>23.893003642880998</c:v>
                      </c:pt>
                      <c:pt idx="88">
                        <c:v>21.760674554361003</c:v>
                      </c:pt>
                      <c:pt idx="89">
                        <c:v>23.143888506925002</c:v>
                      </c:pt>
                      <c:pt idx="90">
                        <c:v>22.262624724839</c:v>
                      </c:pt>
                      <c:pt idx="91">
                        <c:v>26.252203253864</c:v>
                      </c:pt>
                      <c:pt idx="92">
                        <c:v>29.196411049456</c:v>
                      </c:pt>
                      <c:pt idx="93">
                        <c:v>35.617005910505</c:v>
                      </c:pt>
                      <c:pt idx="94">
                        <c:v>34.107938134679998</c:v>
                      </c:pt>
                      <c:pt idx="95">
                        <c:v>26.657803808596</c:v>
                      </c:pt>
                      <c:pt idx="96">
                        <c:v>17.622174596248001</c:v>
                      </c:pt>
                      <c:pt idx="97">
                        <c:v>10.388135190981</c:v>
                      </c:pt>
                      <c:pt idx="98">
                        <c:v>5.9870521854100005</c:v>
                      </c:pt>
                      <c:pt idx="99">
                        <c:v>3.764801722319</c:v>
                      </c:pt>
                      <c:pt idx="100">
                        <c:v>2.8772647289440001</c:v>
                      </c:pt>
                      <c:pt idx="101">
                        <c:v>3.329080191454</c:v>
                      </c:pt>
                      <c:pt idx="102">
                        <c:v>7.589961553068</c:v>
                      </c:pt>
                      <c:pt idx="103">
                        <c:v>11.265894330386001</c:v>
                      </c:pt>
                      <c:pt idx="104">
                        <c:v>14.035753828821001</c:v>
                      </c:pt>
                      <c:pt idx="105">
                        <c:v>15.34585453735</c:v>
                      </c:pt>
                      <c:pt idx="106">
                        <c:v>17.030996997406</c:v>
                      </c:pt>
                      <c:pt idx="107">
                        <c:v>19.597575558085001</c:v>
                      </c:pt>
                      <c:pt idx="108">
                        <c:v>21.449929645724001</c:v>
                      </c:pt>
                      <c:pt idx="109">
                        <c:v>23.924057064103998</c:v>
                      </c:pt>
                      <c:pt idx="110">
                        <c:v>24.517512248814999</c:v>
                      </c:pt>
                      <c:pt idx="111">
                        <c:v>23.922572531088999</c:v>
                      </c:pt>
                      <c:pt idx="112">
                        <c:v>21.678703074497001</c:v>
                      </c:pt>
                      <c:pt idx="113">
                        <c:v>22.971630339324999</c:v>
                      </c:pt>
                      <c:pt idx="114">
                        <c:v>22.324800643471999</c:v>
                      </c:pt>
                      <c:pt idx="115">
                        <c:v>26.405442965383997</c:v>
                      </c:pt>
                      <c:pt idx="116">
                        <c:v>29.489490063247001</c:v>
                      </c:pt>
                      <c:pt idx="117">
                        <c:v>36.109033977920994</c:v>
                      </c:pt>
                      <c:pt idx="118">
                        <c:v>34.283617429124</c:v>
                      </c:pt>
                      <c:pt idx="119">
                        <c:v>26.766031536926999</c:v>
                      </c:pt>
                      <c:pt idx="120">
                        <c:v>17.589403375981</c:v>
                      </c:pt>
                      <c:pt idx="121">
                        <c:v>10.364419141949</c:v>
                      </c:pt>
                      <c:pt idx="122">
                        <c:v>5.8985175273910002</c:v>
                      </c:pt>
                      <c:pt idx="123">
                        <c:v>3.6641326375340002</c:v>
                      </c:pt>
                      <c:pt idx="124">
                        <c:v>2.8103187521969999</c:v>
                      </c:pt>
                      <c:pt idx="125">
                        <c:v>3.3976706804200001</c:v>
                      </c:pt>
                      <c:pt idx="126">
                        <c:v>7.6871266834970005</c:v>
                      </c:pt>
                      <c:pt idx="127">
                        <c:v>11.587119861603</c:v>
                      </c:pt>
                      <c:pt idx="128">
                        <c:v>14.314374942214</c:v>
                      </c:pt>
                      <c:pt idx="129">
                        <c:v>15.605793371528002</c:v>
                      </c:pt>
                      <c:pt idx="130">
                        <c:v>17.513905705131002</c:v>
                      </c:pt>
                      <c:pt idx="131">
                        <c:v>19.733645728489002</c:v>
                      </c:pt>
                      <c:pt idx="132">
                        <c:v>21.854360562079002</c:v>
                      </c:pt>
                      <c:pt idx="133">
                        <c:v>25.830220652754999</c:v>
                      </c:pt>
                      <c:pt idx="134">
                        <c:v>26.644659470615</c:v>
                      </c:pt>
                      <c:pt idx="135">
                        <c:v>25.469073008791998</c:v>
                      </c:pt>
                      <c:pt idx="136">
                        <c:v>21.856352809855</c:v>
                      </c:pt>
                      <c:pt idx="137">
                        <c:v>23.069305711331001</c:v>
                      </c:pt>
                      <c:pt idx="138">
                        <c:v>24.437835226968001</c:v>
                      </c:pt>
                      <c:pt idx="139">
                        <c:v>28.386256996191999</c:v>
                      </c:pt>
                      <c:pt idx="140">
                        <c:v>29.868923729541997</c:v>
                      </c:pt>
                      <c:pt idx="141">
                        <c:v>36.218279807691999</c:v>
                      </c:pt>
                      <c:pt idx="142">
                        <c:v>34.548650684062999</c:v>
                      </c:pt>
                      <c:pt idx="143">
                        <c:v>27.435484878802001</c:v>
                      </c:pt>
                      <c:pt idx="144">
                        <c:v>18.501721518674</c:v>
                      </c:pt>
                      <c:pt idx="145">
                        <c:v>10.991981044873999</c:v>
                      </c:pt>
                      <c:pt idx="146">
                        <c:v>6.7944363432230004</c:v>
                      </c:pt>
                      <c:pt idx="147">
                        <c:v>3.8966466995319999</c:v>
                      </c:pt>
                      <c:pt idx="148">
                        <c:v>2.9617484670750001</c:v>
                      </c:pt>
                      <c:pt idx="149">
                        <c:v>3.448195451163</c:v>
                      </c:pt>
                      <c:pt idx="150">
                        <c:v>7.9789253863280001</c:v>
                      </c:pt>
                      <c:pt idx="151">
                        <c:v>11.927500361913999</c:v>
                      </c:pt>
                      <c:pt idx="152">
                        <c:v>14.621291116967001</c:v>
                      </c:pt>
                      <c:pt idx="153">
                        <c:v>15.756518738558</c:v>
                      </c:pt>
                      <c:pt idx="154">
                        <c:v>17.339493653102998</c:v>
                      </c:pt>
                      <c:pt idx="155">
                        <c:v>19.454691104889001</c:v>
                      </c:pt>
                      <c:pt idx="156">
                        <c:v>21.152775547976002</c:v>
                      </c:pt>
                      <c:pt idx="157">
                        <c:v>23.796543517269999</c:v>
                      </c:pt>
                      <c:pt idx="158">
                        <c:v>24.446445242464002</c:v>
                      </c:pt>
                      <c:pt idx="159">
                        <c:v>24.116284788412997</c:v>
                      </c:pt>
                      <c:pt idx="160">
                        <c:v>22.238746623223999</c:v>
                      </c:pt>
                      <c:pt idx="161">
                        <c:v>23.609853509354998</c:v>
                      </c:pt>
                      <c:pt idx="162">
                        <c:v>23.213611471710003</c:v>
                      </c:pt>
                      <c:pt idx="163">
                        <c:v>27.455181951899</c:v>
                      </c:pt>
                      <c:pt idx="164">
                        <c:v>30.515833854644001</c:v>
                      </c:pt>
                      <c:pt idx="165">
                        <c:v>36.568326866919001</c:v>
                      </c:pt>
                      <c:pt idx="166">
                        <c:v>34.597496003487997</c:v>
                      </c:pt>
                      <c:pt idx="167">
                        <c:v>26.148089103869001</c:v>
                      </c:pt>
                      <c:pt idx="168">
                        <c:v>17.003122531587</c:v>
                      </c:pt>
                      <c:pt idx="169">
                        <c:v>10.014271273805999</c:v>
                      </c:pt>
                      <c:pt idx="170">
                        <c:v>5.8479683040559998</c:v>
                      </c:pt>
                      <c:pt idx="171">
                        <c:v>3.7135286530439999</c:v>
                      </c:pt>
                      <c:pt idx="172">
                        <c:v>2.873846844859</c:v>
                      </c:pt>
                      <c:pt idx="173">
                        <c:v>3.4025302069809999</c:v>
                      </c:pt>
                      <c:pt idx="174">
                        <c:v>7.9998966754899996</c:v>
                      </c:pt>
                      <c:pt idx="175">
                        <c:v>12.635194636714001</c:v>
                      </c:pt>
                      <c:pt idx="176">
                        <c:v>15.863179531888999</c:v>
                      </c:pt>
                      <c:pt idx="177">
                        <c:v>17.525531503090001</c:v>
                      </c:pt>
                      <c:pt idx="178">
                        <c:v>18.746938614547002</c:v>
                      </c:pt>
                      <c:pt idx="179">
                        <c:v>20.476281212581998</c:v>
                      </c:pt>
                      <c:pt idx="180">
                        <c:v>22.429258052960002</c:v>
                      </c:pt>
                      <c:pt idx="181">
                        <c:v>25.165273435747999</c:v>
                      </c:pt>
                      <c:pt idx="182">
                        <c:v>25.864871312009999</c:v>
                      </c:pt>
                      <c:pt idx="183">
                        <c:v>25.256752103779</c:v>
                      </c:pt>
                      <c:pt idx="184">
                        <c:v>22.237851320320001</c:v>
                      </c:pt>
                      <c:pt idx="185">
                        <c:v>23.500788801081001</c:v>
                      </c:pt>
                      <c:pt idx="186">
                        <c:v>23.300740954635998</c:v>
                      </c:pt>
                      <c:pt idx="187">
                        <c:v>28.049635665783999</c:v>
                      </c:pt>
                      <c:pt idx="188">
                        <c:v>30.999809884047</c:v>
                      </c:pt>
                      <c:pt idx="189">
                        <c:v>36.654392218458</c:v>
                      </c:pt>
                      <c:pt idx="190">
                        <c:v>35.692483367004996</c:v>
                      </c:pt>
                      <c:pt idx="191">
                        <c:v>28.975272380864002</c:v>
                      </c:pt>
                      <c:pt idx="192">
                        <c:v>20.250098034735</c:v>
                      </c:pt>
                      <c:pt idx="193">
                        <c:v>12.672861506715</c:v>
                      </c:pt>
                      <c:pt idx="194">
                        <c:v>7.4756107499009996</c:v>
                      </c:pt>
                      <c:pt idx="195">
                        <c:v>4.7596132147149994</c:v>
                      </c:pt>
                      <c:pt idx="196">
                        <c:v>3.3707923671560001</c:v>
                      </c:pt>
                      <c:pt idx="197">
                        <c:v>3.3788578448359998</c:v>
                      </c:pt>
                      <c:pt idx="198">
                        <c:v>7.0555575766949996</c:v>
                      </c:pt>
                      <c:pt idx="199">
                        <c:v>10.857483045336</c:v>
                      </c:pt>
                      <c:pt idx="200">
                        <c:v>15.139703936871001</c:v>
                      </c:pt>
                      <c:pt idx="201">
                        <c:v>17.979494996795999</c:v>
                      </c:pt>
                      <c:pt idx="202">
                        <c:v>20.600182598896001</c:v>
                      </c:pt>
                      <c:pt idx="203">
                        <c:v>23.735708955259</c:v>
                      </c:pt>
                      <c:pt idx="204">
                        <c:v>23.933498422304002</c:v>
                      </c:pt>
                      <c:pt idx="205">
                        <c:v>25.577115628849</c:v>
                      </c:pt>
                      <c:pt idx="206">
                        <c:v>31.454132288388003</c:v>
                      </c:pt>
                      <c:pt idx="207">
                        <c:v>28.706063381109001</c:v>
                      </c:pt>
                      <c:pt idx="208">
                        <c:v>23.809599553013999</c:v>
                      </c:pt>
                      <c:pt idx="209">
                        <c:v>24.404794632226999</c:v>
                      </c:pt>
                      <c:pt idx="210">
                        <c:v>23.373987616913002</c:v>
                      </c:pt>
                      <c:pt idx="211">
                        <c:v>28.210640990016998</c:v>
                      </c:pt>
                      <c:pt idx="212">
                        <c:v>31.370526034840001</c:v>
                      </c:pt>
                      <c:pt idx="213">
                        <c:v>37.458555055291001</c:v>
                      </c:pt>
                      <c:pt idx="214">
                        <c:v>36.876057606283005</c:v>
                      </c:pt>
                      <c:pt idx="215">
                        <c:v>29.827470248846002</c:v>
                      </c:pt>
                      <c:pt idx="216">
                        <c:v>20.473686307923</c:v>
                      </c:pt>
                      <c:pt idx="217">
                        <c:v>12.31223482815</c:v>
                      </c:pt>
                      <c:pt idx="218">
                        <c:v>7.0764706992999997</c:v>
                      </c:pt>
                      <c:pt idx="219">
                        <c:v>4.277468503793</c:v>
                      </c:pt>
                      <c:pt idx="220">
                        <c:v>3.0736070033940002</c:v>
                      </c:pt>
                      <c:pt idx="221">
                        <c:v>3.2944794434499998</c:v>
                      </c:pt>
                      <c:pt idx="222">
                        <c:v>7.1619999702919994</c:v>
                      </c:pt>
                      <c:pt idx="223">
                        <c:v>10.930437635426001</c:v>
                      </c:pt>
                      <c:pt idx="224">
                        <c:v>14.904616152101001</c:v>
                      </c:pt>
                      <c:pt idx="225">
                        <c:v>17.207853349067001</c:v>
                      </c:pt>
                      <c:pt idx="226">
                        <c:v>18.894410922673</c:v>
                      </c:pt>
                      <c:pt idx="227">
                        <c:v>21.412066492188998</c:v>
                      </c:pt>
                      <c:pt idx="228">
                        <c:v>22.718347999458</c:v>
                      </c:pt>
                      <c:pt idx="229">
                        <c:v>26.808530789142999</c:v>
                      </c:pt>
                      <c:pt idx="230">
                        <c:v>28.447482428790998</c:v>
                      </c:pt>
                      <c:pt idx="231">
                        <c:v>27.076586109002001</c:v>
                      </c:pt>
                      <c:pt idx="232">
                        <c:v>22.994530109488</c:v>
                      </c:pt>
                      <c:pt idx="233">
                        <c:v>23.802905857259997</c:v>
                      </c:pt>
                      <c:pt idx="234">
                        <c:v>23.224567526478999</c:v>
                      </c:pt>
                      <c:pt idx="235">
                        <c:v>27.360552926395002</c:v>
                      </c:pt>
                      <c:pt idx="236">
                        <c:v>31.086787186353998</c:v>
                      </c:pt>
                      <c:pt idx="237">
                        <c:v>37.037303563751998</c:v>
                      </c:pt>
                      <c:pt idx="238">
                        <c:v>34.429431391984004</c:v>
                      </c:pt>
                      <c:pt idx="239">
                        <c:v>26.412878002964</c:v>
                      </c:pt>
                      <c:pt idx="240">
                        <c:v>16.946444677298999</c:v>
                      </c:pt>
                      <c:pt idx="241">
                        <c:v>9.9101173416950008</c:v>
                      </c:pt>
                      <c:pt idx="242">
                        <c:v>5.6857339895829995</c:v>
                      </c:pt>
                      <c:pt idx="243">
                        <c:v>3.6413077035539998</c:v>
                      </c:pt>
                      <c:pt idx="244">
                        <c:v>2.9108903400330002</c:v>
                      </c:pt>
                      <c:pt idx="245">
                        <c:v>3.3287838691760001</c:v>
                      </c:pt>
                      <c:pt idx="246">
                        <c:v>7.5567634543080002</c:v>
                      </c:pt>
                      <c:pt idx="247">
                        <c:v>11.311117112822</c:v>
                      </c:pt>
                      <c:pt idx="248">
                        <c:v>13.957834576681</c:v>
                      </c:pt>
                      <c:pt idx="249">
                        <c:v>15.024109254596999</c:v>
                      </c:pt>
                      <c:pt idx="250">
                        <c:v>16.808786061218999</c:v>
                      </c:pt>
                      <c:pt idx="251">
                        <c:v>19.303611966605999</c:v>
                      </c:pt>
                      <c:pt idx="252">
                        <c:v>21.449524426171003</c:v>
                      </c:pt>
                      <c:pt idx="253">
                        <c:v>24.650398483370999</c:v>
                      </c:pt>
                      <c:pt idx="254">
                        <c:v>25.518390958135999</c:v>
                      </c:pt>
                      <c:pt idx="255">
                        <c:v>24.758175299140998</c:v>
                      </c:pt>
                      <c:pt idx="256">
                        <c:v>22.78835921268</c:v>
                      </c:pt>
                      <c:pt idx="257">
                        <c:v>24.806295691313</c:v>
                      </c:pt>
                      <c:pt idx="258">
                        <c:v>23.731163448926001</c:v>
                      </c:pt>
                      <c:pt idx="259">
                        <c:v>27.690264110394001</c:v>
                      </c:pt>
                      <c:pt idx="260">
                        <c:v>31.299740719877999</c:v>
                      </c:pt>
                      <c:pt idx="261">
                        <c:v>36.584495163396006</c:v>
                      </c:pt>
                      <c:pt idx="262">
                        <c:v>33.989063170927999</c:v>
                      </c:pt>
                      <c:pt idx="263">
                        <c:v>25.630908937042001</c:v>
                      </c:pt>
                      <c:pt idx="264">
                        <c:v>16.258201935098</c:v>
                      </c:pt>
                      <c:pt idx="265">
                        <c:v>9.27487209375</c:v>
                      </c:pt>
                      <c:pt idx="266">
                        <c:v>5.4145602616729995</c:v>
                      </c:pt>
                      <c:pt idx="267">
                        <c:v>3.523481142094</c:v>
                      </c:pt>
                      <c:pt idx="268">
                        <c:v>2.8424382126310004</c:v>
                      </c:pt>
                      <c:pt idx="269">
                        <c:v>3.219868986477</c:v>
                      </c:pt>
                      <c:pt idx="270">
                        <c:v>7.7111654091509996</c:v>
                      </c:pt>
                      <c:pt idx="271">
                        <c:v>11.797831275242</c:v>
                      </c:pt>
                      <c:pt idx="272">
                        <c:v>14.224290582465001</c:v>
                      </c:pt>
                      <c:pt idx="273">
                        <c:v>15.430874513325</c:v>
                      </c:pt>
                      <c:pt idx="274">
                        <c:v>17.080184039603001</c:v>
                      </c:pt>
                      <c:pt idx="275">
                        <c:v>19.712190978500999</c:v>
                      </c:pt>
                      <c:pt idx="276">
                        <c:v>21.323570948976997</c:v>
                      </c:pt>
                      <c:pt idx="277">
                        <c:v>24.025739356012998</c:v>
                      </c:pt>
                      <c:pt idx="278">
                        <c:v>24.489460235121999</c:v>
                      </c:pt>
                      <c:pt idx="279">
                        <c:v>23.805092219172998</c:v>
                      </c:pt>
                      <c:pt idx="280">
                        <c:v>21.905605185281001</c:v>
                      </c:pt>
                      <c:pt idx="281">
                        <c:v>23.716932440537999</c:v>
                      </c:pt>
                      <c:pt idx="282">
                        <c:v>22.880190807220998</c:v>
                      </c:pt>
                      <c:pt idx="283">
                        <c:v>27.316818821901002</c:v>
                      </c:pt>
                      <c:pt idx="284">
                        <c:v>31.189071088020999</c:v>
                      </c:pt>
                      <c:pt idx="285">
                        <c:v>36.874357198146996</c:v>
                      </c:pt>
                      <c:pt idx="286">
                        <c:v>34.118710741691004</c:v>
                      </c:pt>
                      <c:pt idx="287">
                        <c:v>25.291655008886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3-6C6F-49E4-8F59-330269BCC199}"/>
                  </c:ext>
                </c:extLst>
              </c15:ser>
            </c15:filteredLineSeries>
            <c15:filteredLineSeries>
              <c15:ser>
                <c:idx val="30"/>
                <c:order val="3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12-10-2026'!$AF$1</c15:sqref>
                        </c15:formulaRef>
                      </c:ext>
                    </c:extLst>
                    <c:strCache>
                      <c:ptCount val="1"/>
                      <c:pt idx="0">
                        <c:v>vEPG BMR SGI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12-10-2026'!$AF$2:$AF$289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35.268068821259</c:v>
                      </c:pt>
                      <c:pt idx="1">
                        <c:v>22.830992262492</c:v>
                      </c:pt>
                      <c:pt idx="2">
                        <c:v>13.424201069827999</c:v>
                      </c:pt>
                      <c:pt idx="3">
                        <c:v>7.5684715241599996</c:v>
                      </c:pt>
                      <c:pt idx="4">
                        <c:v>5.1487305936859995</c:v>
                      </c:pt>
                      <c:pt idx="5">
                        <c:v>4.9372278413369992</c:v>
                      </c:pt>
                      <c:pt idx="6">
                        <c:v>9.3427840658020003</c:v>
                      </c:pt>
                      <c:pt idx="7">
                        <c:v>15.520386032018001</c:v>
                      </c:pt>
                      <c:pt idx="8">
                        <c:v>20.440937379056997</c:v>
                      </c:pt>
                      <c:pt idx="9">
                        <c:v>23.172670158974999</c:v>
                      </c:pt>
                      <c:pt idx="10">
                        <c:v>26.157755955818001</c:v>
                      </c:pt>
                      <c:pt idx="11">
                        <c:v>29.683490203031997</c:v>
                      </c:pt>
                      <c:pt idx="12">
                        <c:v>31.956704370206996</c:v>
                      </c:pt>
                      <c:pt idx="13">
                        <c:v>35.035926731551001</c:v>
                      </c:pt>
                      <c:pt idx="14">
                        <c:v>37.727219024277005</c:v>
                      </c:pt>
                      <c:pt idx="15">
                        <c:v>35.824794850842999</c:v>
                      </c:pt>
                      <c:pt idx="16">
                        <c:v>32.034277347023</c:v>
                      </c:pt>
                      <c:pt idx="17">
                        <c:v>31.999339422447001</c:v>
                      </c:pt>
                      <c:pt idx="18">
                        <c:v>31.360710276220999</c:v>
                      </c:pt>
                      <c:pt idx="19">
                        <c:v>32.615007660774999</c:v>
                      </c:pt>
                      <c:pt idx="20">
                        <c:v>38.097974961004006</c:v>
                      </c:pt>
                      <c:pt idx="21">
                        <c:v>43.915733929190999</c:v>
                      </c:pt>
                      <c:pt idx="22">
                        <c:v>47.960701619387997</c:v>
                      </c:pt>
                      <c:pt idx="23">
                        <c:v>46.912602066513003</c:v>
                      </c:pt>
                      <c:pt idx="24">
                        <c:v>37.988729233026</c:v>
                      </c:pt>
                      <c:pt idx="25">
                        <c:v>24.933170131403998</c:v>
                      </c:pt>
                      <c:pt idx="26">
                        <c:v>13.685534681784</c:v>
                      </c:pt>
                      <c:pt idx="27">
                        <c:v>8.9250124674939997</c:v>
                      </c:pt>
                      <c:pt idx="28">
                        <c:v>5.7534540451389997</c:v>
                      </c:pt>
                      <c:pt idx="29">
                        <c:v>4.7788059287660003</c:v>
                      </c:pt>
                      <c:pt idx="30">
                        <c:v>8.3632857488799992</c:v>
                      </c:pt>
                      <c:pt idx="31">
                        <c:v>13.445404344509001</c:v>
                      </c:pt>
                      <c:pt idx="32">
                        <c:v>18.772180751451998</c:v>
                      </c:pt>
                      <c:pt idx="33">
                        <c:v>23.662504718009</c:v>
                      </c:pt>
                      <c:pt idx="34">
                        <c:v>27.793596955807001</c:v>
                      </c:pt>
                      <c:pt idx="35">
                        <c:v>32.781888497360001</c:v>
                      </c:pt>
                      <c:pt idx="36">
                        <c:v>34.555329718568998</c:v>
                      </c:pt>
                      <c:pt idx="37">
                        <c:v>33.316122678294001</c:v>
                      </c:pt>
                      <c:pt idx="38">
                        <c:v>41.247585382011998</c:v>
                      </c:pt>
                      <c:pt idx="39">
                        <c:v>39.679667378792999</c:v>
                      </c:pt>
                      <c:pt idx="40">
                        <c:v>33.738067692945002</c:v>
                      </c:pt>
                      <c:pt idx="41">
                        <c:v>32.448321121795999</c:v>
                      </c:pt>
                      <c:pt idx="42">
                        <c:v>31.599733118935998</c:v>
                      </c:pt>
                      <c:pt idx="43">
                        <c:v>34.122536056244996</c:v>
                      </c:pt>
                      <c:pt idx="44">
                        <c:v>40.039432707998003</c:v>
                      </c:pt>
                      <c:pt idx="45">
                        <c:v>46.272545608850997</c:v>
                      </c:pt>
                      <c:pt idx="46">
                        <c:v>49.633141847133004</c:v>
                      </c:pt>
                      <c:pt idx="47">
                        <c:v>48.417921949088999</c:v>
                      </c:pt>
                      <c:pt idx="48">
                        <c:v>39.788991039074006</c:v>
                      </c:pt>
                      <c:pt idx="49">
                        <c:v>27.533638952813</c:v>
                      </c:pt>
                      <c:pt idx="50">
                        <c:v>16.619867095867999</c:v>
                      </c:pt>
                      <c:pt idx="51">
                        <c:v>9.6954057529110003</c:v>
                      </c:pt>
                      <c:pt idx="52">
                        <c:v>5.8737711287560002</c:v>
                      </c:pt>
                      <c:pt idx="53">
                        <c:v>4.7328542466480004</c:v>
                      </c:pt>
                      <c:pt idx="54">
                        <c:v>8.4437532069050008</c:v>
                      </c:pt>
                      <c:pt idx="55">
                        <c:v>13.939527140015</c:v>
                      </c:pt>
                      <c:pt idx="56">
                        <c:v>18.779196020276</c:v>
                      </c:pt>
                      <c:pt idx="57">
                        <c:v>23.117415822905997</c:v>
                      </c:pt>
                      <c:pt idx="58">
                        <c:v>26.618716907289997</c:v>
                      </c:pt>
                      <c:pt idx="59">
                        <c:v>30.871783364353</c:v>
                      </c:pt>
                      <c:pt idx="60">
                        <c:v>32.988312487163995</c:v>
                      </c:pt>
                      <c:pt idx="61">
                        <c:v>36.537616952219004</c:v>
                      </c:pt>
                      <c:pt idx="62">
                        <c:v>40.213838189150998</c:v>
                      </c:pt>
                      <c:pt idx="63">
                        <c:v>38.301533593373001</c:v>
                      </c:pt>
                      <c:pt idx="64">
                        <c:v>33.728562764892999</c:v>
                      </c:pt>
                      <c:pt idx="65">
                        <c:v>32.899886152203997</c:v>
                      </c:pt>
                      <c:pt idx="66">
                        <c:v>31.455637673510001</c:v>
                      </c:pt>
                      <c:pt idx="67">
                        <c:v>33.547626805969003</c:v>
                      </c:pt>
                      <c:pt idx="68">
                        <c:v>38.634567534791998</c:v>
                      </c:pt>
                      <c:pt idx="69">
                        <c:v>44.101075827631995</c:v>
                      </c:pt>
                      <c:pt idx="70">
                        <c:v>47.747537631048999</c:v>
                      </c:pt>
                      <c:pt idx="71">
                        <c:v>45.455921585394002</c:v>
                      </c:pt>
                      <c:pt idx="72">
                        <c:v>35.244322180208002</c:v>
                      </c:pt>
                      <c:pt idx="73">
                        <c:v>22.343367821264</c:v>
                      </c:pt>
                      <c:pt idx="74">
                        <c:v>12.772023636649999</c:v>
                      </c:pt>
                      <c:pt idx="75">
                        <c:v>7.4029047329700006</c:v>
                      </c:pt>
                      <c:pt idx="76">
                        <c:v>4.9314244924850001</c:v>
                      </c:pt>
                      <c:pt idx="77">
                        <c:v>4.560000786961</c:v>
                      </c:pt>
                      <c:pt idx="78">
                        <c:v>8.8680916374829994</c:v>
                      </c:pt>
                      <c:pt idx="79">
                        <c:v>14.489856034246001</c:v>
                      </c:pt>
                      <c:pt idx="80">
                        <c:v>19.243366746692999</c:v>
                      </c:pt>
                      <c:pt idx="81">
                        <c:v>22.5918648275</c:v>
                      </c:pt>
                      <c:pt idx="82">
                        <c:v>25.637284615485999</c:v>
                      </c:pt>
                      <c:pt idx="83">
                        <c:v>28.788063879353999</c:v>
                      </c:pt>
                      <c:pt idx="84">
                        <c:v>30.916512355483</c:v>
                      </c:pt>
                      <c:pt idx="85">
                        <c:v>33.692420681117</c:v>
                      </c:pt>
                      <c:pt idx="86">
                        <c:v>35.985356683498999</c:v>
                      </c:pt>
                      <c:pt idx="87">
                        <c:v>34.148199218358002</c:v>
                      </c:pt>
                      <c:pt idx="88">
                        <c:v>30.968117248338</c:v>
                      </c:pt>
                      <c:pt idx="89">
                        <c:v>31.335696640652998</c:v>
                      </c:pt>
                      <c:pt idx="90">
                        <c:v>30.815261404994001</c:v>
                      </c:pt>
                      <c:pt idx="91">
                        <c:v>32.909142269636</c:v>
                      </c:pt>
                      <c:pt idx="92">
                        <c:v>38.540694674632995</c:v>
                      </c:pt>
                      <c:pt idx="93">
                        <c:v>44.546415330643001</c:v>
                      </c:pt>
                      <c:pt idx="94">
                        <c:v>47.954523709290001</c:v>
                      </c:pt>
                      <c:pt idx="95">
                        <c:v>44.720076679432005</c:v>
                      </c:pt>
                      <c:pt idx="96">
                        <c:v>34.025395740243006</c:v>
                      </c:pt>
                      <c:pt idx="97">
                        <c:v>21.413800242872</c:v>
                      </c:pt>
                      <c:pt idx="98">
                        <c:v>12.107671220871</c:v>
                      </c:pt>
                      <c:pt idx="99">
                        <c:v>6.9212952778919998</c:v>
                      </c:pt>
                      <c:pt idx="100">
                        <c:v>4.7977755740099992</c:v>
                      </c:pt>
                      <c:pt idx="101">
                        <c:v>4.3645321318720001</c:v>
                      </c:pt>
                      <c:pt idx="102">
                        <c:v>8.5314650724340009</c:v>
                      </c:pt>
                      <c:pt idx="103">
                        <c:v>14.725211969461002</c:v>
                      </c:pt>
                      <c:pt idx="104">
                        <c:v>19.402091464028</c:v>
                      </c:pt>
                      <c:pt idx="105">
                        <c:v>22.536462324160002</c:v>
                      </c:pt>
                      <c:pt idx="106">
                        <c:v>25.651318221434</c:v>
                      </c:pt>
                      <c:pt idx="107">
                        <c:v>29.196709815487001</c:v>
                      </c:pt>
                      <c:pt idx="108">
                        <c:v>31.256429647815001</c:v>
                      </c:pt>
                      <c:pt idx="109">
                        <c:v>34.175487442651999</c:v>
                      </c:pt>
                      <c:pt idx="110">
                        <c:v>36.23459131013</c:v>
                      </c:pt>
                      <c:pt idx="111">
                        <c:v>34.486200415170998</c:v>
                      </c:pt>
                      <c:pt idx="112">
                        <c:v>31.402385334542998</c:v>
                      </c:pt>
                      <c:pt idx="113">
                        <c:v>31.632127238806003</c:v>
                      </c:pt>
                      <c:pt idx="114">
                        <c:v>31.057526301068002</c:v>
                      </c:pt>
                      <c:pt idx="115">
                        <c:v>33.272349456396</c:v>
                      </c:pt>
                      <c:pt idx="116">
                        <c:v>38.655552845657006</c:v>
                      </c:pt>
                      <c:pt idx="117">
                        <c:v>45.431226550582998</c:v>
                      </c:pt>
                      <c:pt idx="118">
                        <c:v>48.489782798832998</c:v>
                      </c:pt>
                      <c:pt idx="119">
                        <c:v>45.270428286688997</c:v>
                      </c:pt>
                      <c:pt idx="120">
                        <c:v>34.006367009435998</c:v>
                      </c:pt>
                      <c:pt idx="121">
                        <c:v>21.169988754444002</c:v>
                      </c:pt>
                      <c:pt idx="122">
                        <c:v>11.921054908294</c:v>
                      </c:pt>
                      <c:pt idx="123">
                        <c:v>6.8867025422469998</c:v>
                      </c:pt>
                      <c:pt idx="124">
                        <c:v>4.9180922237870002</c:v>
                      </c:pt>
                      <c:pt idx="125">
                        <c:v>4.6554456657729997</c:v>
                      </c:pt>
                      <c:pt idx="126">
                        <c:v>9.0245797451249992</c:v>
                      </c:pt>
                      <c:pt idx="127">
                        <c:v>15.374257845414</c:v>
                      </c:pt>
                      <c:pt idx="128">
                        <c:v>20.245161959413998</c:v>
                      </c:pt>
                      <c:pt idx="129">
                        <c:v>23.605369018709002</c:v>
                      </c:pt>
                      <c:pt idx="130">
                        <c:v>26.064242285921001</c:v>
                      </c:pt>
                      <c:pt idx="131">
                        <c:v>29.278604089583002</c:v>
                      </c:pt>
                      <c:pt idx="132">
                        <c:v>31.812646400710001</c:v>
                      </c:pt>
                      <c:pt idx="133">
                        <c:v>35.693508531824001</c:v>
                      </c:pt>
                      <c:pt idx="134">
                        <c:v>37.574861576479002</c:v>
                      </c:pt>
                      <c:pt idx="135">
                        <c:v>35.365454531208002</c:v>
                      </c:pt>
                      <c:pt idx="136">
                        <c:v>31.498882825450998</c:v>
                      </c:pt>
                      <c:pt idx="137">
                        <c:v>31.718356800742001</c:v>
                      </c:pt>
                      <c:pt idx="138">
                        <c:v>35.647929143219997</c:v>
                      </c:pt>
                      <c:pt idx="139">
                        <c:v>38.837237020159996</c:v>
                      </c:pt>
                      <c:pt idx="140">
                        <c:v>40.219637485356003</c:v>
                      </c:pt>
                      <c:pt idx="141">
                        <c:v>46.268430305080997</c:v>
                      </c:pt>
                      <c:pt idx="142">
                        <c:v>48.909448644954992</c:v>
                      </c:pt>
                      <c:pt idx="143">
                        <c:v>45.313469474146004</c:v>
                      </c:pt>
                      <c:pt idx="144">
                        <c:v>35.264967410979004</c:v>
                      </c:pt>
                      <c:pt idx="145">
                        <c:v>22.012981057184</c:v>
                      </c:pt>
                      <c:pt idx="146">
                        <c:v>13.033693932348999</c:v>
                      </c:pt>
                      <c:pt idx="147">
                        <c:v>7.1905388847570002</c:v>
                      </c:pt>
                      <c:pt idx="148">
                        <c:v>4.663604497943</c:v>
                      </c:pt>
                      <c:pt idx="149">
                        <c:v>4.4299446973319991</c:v>
                      </c:pt>
                      <c:pt idx="150">
                        <c:v>9.0517944279759988</c:v>
                      </c:pt>
                      <c:pt idx="151">
                        <c:v>15.657323425687</c:v>
                      </c:pt>
                      <c:pt idx="152">
                        <c:v>20.712460601634</c:v>
                      </c:pt>
                      <c:pt idx="153">
                        <c:v>23.605328844902999</c:v>
                      </c:pt>
                      <c:pt idx="154">
                        <c:v>26.401906995519003</c:v>
                      </c:pt>
                      <c:pt idx="155">
                        <c:v>29.676033249899998</c:v>
                      </c:pt>
                      <c:pt idx="156">
                        <c:v>31.569832301706999</c:v>
                      </c:pt>
                      <c:pt idx="157">
                        <c:v>34.420151318938998</c:v>
                      </c:pt>
                      <c:pt idx="158">
                        <c:v>36.531677562229</c:v>
                      </c:pt>
                      <c:pt idx="159">
                        <c:v>35.453910651445</c:v>
                      </c:pt>
                      <c:pt idx="160">
                        <c:v>32.207751837303</c:v>
                      </c:pt>
                      <c:pt idx="161">
                        <c:v>32.394898529956997</c:v>
                      </c:pt>
                      <c:pt idx="162">
                        <c:v>31.856984525064998</c:v>
                      </c:pt>
                      <c:pt idx="163">
                        <c:v>34.29076597025</c:v>
                      </c:pt>
                      <c:pt idx="164">
                        <c:v>38.695155351523006</c:v>
                      </c:pt>
                      <c:pt idx="165">
                        <c:v>44.855496228218001</c:v>
                      </c:pt>
                      <c:pt idx="166">
                        <c:v>48.933222569862998</c:v>
                      </c:pt>
                      <c:pt idx="167">
                        <c:v>45.013804159515999</c:v>
                      </c:pt>
                      <c:pt idx="168">
                        <c:v>33.779670730591995</c:v>
                      </c:pt>
                      <c:pt idx="169">
                        <c:v>21.202690501920998</c:v>
                      </c:pt>
                      <c:pt idx="170">
                        <c:v>11.96849879947</c:v>
                      </c:pt>
                      <c:pt idx="171">
                        <c:v>6.9939245110589994</c:v>
                      </c:pt>
                      <c:pt idx="172">
                        <c:v>4.8285940872029993</c:v>
                      </c:pt>
                      <c:pt idx="173">
                        <c:v>4.5817135235339999</c:v>
                      </c:pt>
                      <c:pt idx="174">
                        <c:v>9.4344209385150002</c:v>
                      </c:pt>
                      <c:pt idx="175">
                        <c:v>16.646780261606999</c:v>
                      </c:pt>
                      <c:pt idx="176">
                        <c:v>21.880490462436999</c:v>
                      </c:pt>
                      <c:pt idx="177">
                        <c:v>26.610939886188998</c:v>
                      </c:pt>
                      <c:pt idx="178">
                        <c:v>29.431971191669998</c:v>
                      </c:pt>
                      <c:pt idx="179">
                        <c:v>32.124969460516994</c:v>
                      </c:pt>
                      <c:pt idx="180">
                        <c:v>33.714919217308996</c:v>
                      </c:pt>
                      <c:pt idx="181">
                        <c:v>36.375581801193</c:v>
                      </c:pt>
                      <c:pt idx="182">
                        <c:v>38.311422791041004</c:v>
                      </c:pt>
                      <c:pt idx="183">
                        <c:v>36.841584012358005</c:v>
                      </c:pt>
                      <c:pt idx="184">
                        <c:v>33.019070284652997</c:v>
                      </c:pt>
                      <c:pt idx="185">
                        <c:v>32.849802213265001</c:v>
                      </c:pt>
                      <c:pt idx="186">
                        <c:v>32.074936069505</c:v>
                      </c:pt>
                      <c:pt idx="187">
                        <c:v>35.680954868604999</c:v>
                      </c:pt>
                      <c:pt idx="188">
                        <c:v>39.615460383833998</c:v>
                      </c:pt>
                      <c:pt idx="189">
                        <c:v>45.864005604551004</c:v>
                      </c:pt>
                      <c:pt idx="190">
                        <c:v>49.618437203360003</c:v>
                      </c:pt>
                      <c:pt idx="191">
                        <c:v>46.961835483636008</c:v>
                      </c:pt>
                      <c:pt idx="192">
                        <c:v>37.382645098036001</c:v>
                      </c:pt>
                      <c:pt idx="193">
                        <c:v>24.764629636502001</c:v>
                      </c:pt>
                      <c:pt idx="194">
                        <c:v>14.976490834803</c:v>
                      </c:pt>
                      <c:pt idx="195">
                        <c:v>8.9661566218619999</c:v>
                      </c:pt>
                      <c:pt idx="196">
                        <c:v>5.7798118345330005</c:v>
                      </c:pt>
                      <c:pt idx="197">
                        <c:v>4.7502565490690003</c:v>
                      </c:pt>
                      <c:pt idx="198">
                        <c:v>8.7470718054580008</c:v>
                      </c:pt>
                      <c:pt idx="199">
                        <c:v>14.362753486862998</c:v>
                      </c:pt>
                      <c:pt idx="200">
                        <c:v>19.599408167461</c:v>
                      </c:pt>
                      <c:pt idx="201">
                        <c:v>24.173424254637002</c:v>
                      </c:pt>
                      <c:pt idx="202">
                        <c:v>28.323853833891999</c:v>
                      </c:pt>
                      <c:pt idx="203">
                        <c:v>33.179034585339998</c:v>
                      </c:pt>
                      <c:pt idx="204">
                        <c:v>34.371097568513996</c:v>
                      </c:pt>
                      <c:pt idx="205">
                        <c:v>33.762090896865999</c:v>
                      </c:pt>
                      <c:pt idx="206">
                        <c:v>41.571600757536004</c:v>
                      </c:pt>
                      <c:pt idx="207">
                        <c:v>39.864531205070001</c:v>
                      </c:pt>
                      <c:pt idx="208">
                        <c:v>33.991593590480001</c:v>
                      </c:pt>
                      <c:pt idx="209">
                        <c:v>33.032869743573002</c:v>
                      </c:pt>
                      <c:pt idx="210">
                        <c:v>32.351252430133997</c:v>
                      </c:pt>
                      <c:pt idx="211">
                        <c:v>36.805818879942002</c:v>
                      </c:pt>
                      <c:pt idx="212">
                        <c:v>40.996837108088997</c:v>
                      </c:pt>
                      <c:pt idx="213">
                        <c:v>47.046175054259997</c:v>
                      </c:pt>
                      <c:pt idx="214">
                        <c:v>51.316312158755998</c:v>
                      </c:pt>
                      <c:pt idx="215">
                        <c:v>48.070064290955003</c:v>
                      </c:pt>
                      <c:pt idx="216">
                        <c:v>38.046740455482009</c:v>
                      </c:pt>
                      <c:pt idx="217">
                        <c:v>25.305848827574</c:v>
                      </c:pt>
                      <c:pt idx="218">
                        <c:v>15.05850939576</c:v>
                      </c:pt>
                      <c:pt idx="219">
                        <c:v>8.7433547432090002</c:v>
                      </c:pt>
                      <c:pt idx="220">
                        <c:v>5.5065427109240002</c:v>
                      </c:pt>
                      <c:pt idx="221">
                        <c:v>4.6343449956960008</c:v>
                      </c:pt>
                      <c:pt idx="222">
                        <c:v>8.6803798837860011</c:v>
                      </c:pt>
                      <c:pt idx="223">
                        <c:v>14.834961056071</c:v>
                      </c:pt>
                      <c:pt idx="224">
                        <c:v>20.204374548625001</c:v>
                      </c:pt>
                      <c:pt idx="225">
                        <c:v>24.302940232417999</c:v>
                      </c:pt>
                      <c:pt idx="226">
                        <c:v>27.534002594302002</c:v>
                      </c:pt>
                      <c:pt idx="227">
                        <c:v>31.079254987009001</c:v>
                      </c:pt>
                      <c:pt idx="228">
                        <c:v>33.121143726726004</c:v>
                      </c:pt>
                      <c:pt idx="229">
                        <c:v>36.634058648541</c:v>
                      </c:pt>
                      <c:pt idx="230">
                        <c:v>40.054854741862997</c:v>
                      </c:pt>
                      <c:pt idx="231">
                        <c:v>38.403001827977</c:v>
                      </c:pt>
                      <c:pt idx="232">
                        <c:v>33.934731584653008</c:v>
                      </c:pt>
                      <c:pt idx="233">
                        <c:v>33.716899038465996</c:v>
                      </c:pt>
                      <c:pt idx="234">
                        <c:v>33.552426467662997</c:v>
                      </c:pt>
                      <c:pt idx="235">
                        <c:v>36.736486145557997</c:v>
                      </c:pt>
                      <c:pt idx="236">
                        <c:v>41.106964313589998</c:v>
                      </c:pt>
                      <c:pt idx="237">
                        <c:v>47.559170939851001</c:v>
                      </c:pt>
                      <c:pt idx="238">
                        <c:v>48.956582106871998</c:v>
                      </c:pt>
                      <c:pt idx="239">
                        <c:v>45.115819829225991</c:v>
                      </c:pt>
                      <c:pt idx="240">
                        <c:v>33.516940698108996</c:v>
                      </c:pt>
                      <c:pt idx="241">
                        <c:v>21.385118149905001</c:v>
                      </c:pt>
                      <c:pt idx="242">
                        <c:v>12.235112891234001</c:v>
                      </c:pt>
                      <c:pt idx="243">
                        <c:v>7.2109753033489996</c:v>
                      </c:pt>
                      <c:pt idx="244">
                        <c:v>4.7925263748460001</c:v>
                      </c:pt>
                      <c:pt idx="245">
                        <c:v>4.3884539860359997</c:v>
                      </c:pt>
                      <c:pt idx="246">
                        <c:v>9.0125783605049996</c:v>
                      </c:pt>
                      <c:pt idx="247">
                        <c:v>15.361118199878</c:v>
                      </c:pt>
                      <c:pt idx="248">
                        <c:v>20.394456552466998</c:v>
                      </c:pt>
                      <c:pt idx="249">
                        <c:v>23.696181921150004</c:v>
                      </c:pt>
                      <c:pt idx="250">
                        <c:v>26.982715538438001</c:v>
                      </c:pt>
                      <c:pt idx="251">
                        <c:v>30.497987541291</c:v>
                      </c:pt>
                      <c:pt idx="252">
                        <c:v>32.404287704942</c:v>
                      </c:pt>
                      <c:pt idx="253">
                        <c:v>35.202866951559997</c:v>
                      </c:pt>
                      <c:pt idx="254">
                        <c:v>37.520528974165998</c:v>
                      </c:pt>
                      <c:pt idx="255">
                        <c:v>36.242097826319998</c:v>
                      </c:pt>
                      <c:pt idx="256">
                        <c:v>32.802516832335002</c:v>
                      </c:pt>
                      <c:pt idx="257">
                        <c:v>35.090685576803999</c:v>
                      </c:pt>
                      <c:pt idx="258">
                        <c:v>34.539823715675006</c:v>
                      </c:pt>
                      <c:pt idx="259">
                        <c:v>37.012773540886997</c:v>
                      </c:pt>
                      <c:pt idx="260">
                        <c:v>40.115727813219003</c:v>
                      </c:pt>
                      <c:pt idx="261">
                        <c:v>46.154163921523008</c:v>
                      </c:pt>
                      <c:pt idx="262">
                        <c:v>48.776562467014003</c:v>
                      </c:pt>
                      <c:pt idx="263">
                        <c:v>43.595859716759996</c:v>
                      </c:pt>
                      <c:pt idx="264">
                        <c:v>31.654879446205999</c:v>
                      </c:pt>
                      <c:pt idx="265">
                        <c:v>19.120816342891001</c:v>
                      </c:pt>
                      <c:pt idx="266">
                        <c:v>10.727254575626999</c:v>
                      </c:pt>
                      <c:pt idx="267">
                        <c:v>6.4409849969950006</c:v>
                      </c:pt>
                      <c:pt idx="268">
                        <c:v>4.4397130629969999</c:v>
                      </c:pt>
                      <c:pt idx="269">
                        <c:v>4.2631305531289998</c:v>
                      </c:pt>
                      <c:pt idx="270">
                        <c:v>8.7696122987420004</c:v>
                      </c:pt>
                      <c:pt idx="271">
                        <c:v>15.357959630884999</c:v>
                      </c:pt>
                      <c:pt idx="272">
                        <c:v>20.068516151871997</c:v>
                      </c:pt>
                      <c:pt idx="273">
                        <c:v>23.02107147772</c:v>
                      </c:pt>
                      <c:pt idx="274">
                        <c:v>25.756441298283001</c:v>
                      </c:pt>
                      <c:pt idx="275">
                        <c:v>29.351906152742</c:v>
                      </c:pt>
                      <c:pt idx="276">
                        <c:v>31.157363169944002</c:v>
                      </c:pt>
                      <c:pt idx="277">
                        <c:v>33.822479073784002</c:v>
                      </c:pt>
                      <c:pt idx="278">
                        <c:v>35.625285654002994</c:v>
                      </c:pt>
                      <c:pt idx="279">
                        <c:v>34.861640365858001</c:v>
                      </c:pt>
                      <c:pt idx="280">
                        <c:v>31.592334374806001</c:v>
                      </c:pt>
                      <c:pt idx="281">
                        <c:v>32.773890952887001</c:v>
                      </c:pt>
                      <c:pt idx="282">
                        <c:v>32.032166468997005</c:v>
                      </c:pt>
                      <c:pt idx="283">
                        <c:v>35.948373945981999</c:v>
                      </c:pt>
                      <c:pt idx="284">
                        <c:v>39.791967020191997</c:v>
                      </c:pt>
                      <c:pt idx="285">
                        <c:v>46.510408642040005</c:v>
                      </c:pt>
                      <c:pt idx="286">
                        <c:v>49.686154524340004</c:v>
                      </c:pt>
                      <c:pt idx="287">
                        <c:v>44.571224539848998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4-6C6F-49E4-8F59-330269BCC199}"/>
                  </c:ext>
                </c:extLst>
              </c15:ser>
            </c15:filteredLineSeries>
            <c15:filteredLineSeries>
              <c15:ser>
                <c:idx val="31"/>
                <c:order val="3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12-10-2026'!$AG$1</c15:sqref>
                        </c15:formulaRef>
                      </c:ext>
                    </c:extLst>
                    <c:strCache>
                      <c:ptCount val="1"/>
                      <c:pt idx="0">
                        <c:v>vEPG BMR 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12-10-2026'!$AG$2:$AG$289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2.6675656410500004</c:v>
                      </c:pt>
                      <c:pt idx="1">
                        <c:v>1.6810283420600001</c:v>
                      </c:pt>
                      <c:pt idx="2">
                        <c:v>0.94091765930599902</c:v>
                      </c:pt>
                      <c:pt idx="3">
                        <c:v>0.5636175177449998</c:v>
                      </c:pt>
                      <c:pt idx="4">
                        <c:v>0.43089378545100004</c:v>
                      </c:pt>
                      <c:pt idx="5">
                        <c:v>0.45906662178899998</c:v>
                      </c:pt>
                      <c:pt idx="6">
                        <c:v>1.0371546830839999</c:v>
                      </c:pt>
                      <c:pt idx="7">
                        <c:v>1.6975124117930001</c:v>
                      </c:pt>
                      <c:pt idx="8">
                        <c:v>2.002390915031</c:v>
                      </c:pt>
                      <c:pt idx="9">
                        <c:v>2.076889555328</c:v>
                      </c:pt>
                      <c:pt idx="10">
                        <c:v>2.1936326566300002</c:v>
                      </c:pt>
                      <c:pt idx="11">
                        <c:v>2.4434328460229997</c:v>
                      </c:pt>
                      <c:pt idx="12">
                        <c:v>2.7584481883250001</c:v>
                      </c:pt>
                      <c:pt idx="13">
                        <c:v>3.0552028039070005</c:v>
                      </c:pt>
                      <c:pt idx="14">
                        <c:v>3.302855688098</c:v>
                      </c:pt>
                      <c:pt idx="15">
                        <c:v>3.1966203977849994</c:v>
                      </c:pt>
                      <c:pt idx="16">
                        <c:v>2.9119120779349998</c:v>
                      </c:pt>
                      <c:pt idx="17">
                        <c:v>2.7644603421210001</c:v>
                      </c:pt>
                      <c:pt idx="18">
                        <c:v>2.5687917609969997</c:v>
                      </c:pt>
                      <c:pt idx="19">
                        <c:v>2.641191202021</c:v>
                      </c:pt>
                      <c:pt idx="20">
                        <c:v>3.0785691144209899</c:v>
                      </c:pt>
                      <c:pt idx="21">
                        <c:v>3.5429076369880002</c:v>
                      </c:pt>
                      <c:pt idx="22">
                        <c:v>3.862361710965001</c:v>
                      </c:pt>
                      <c:pt idx="23">
                        <c:v>3.7306567534250012</c:v>
                      </c:pt>
                      <c:pt idx="24">
                        <c:v>2.8977700171279999</c:v>
                      </c:pt>
                      <c:pt idx="25">
                        <c:v>1.8545470970089999</c:v>
                      </c:pt>
                      <c:pt idx="26">
                        <c:v>1.0285724075480001</c:v>
                      </c:pt>
                      <c:pt idx="27">
                        <c:v>0.66697434496000108</c:v>
                      </c:pt>
                      <c:pt idx="28">
                        <c:v>0.44602912127199995</c:v>
                      </c:pt>
                      <c:pt idx="29">
                        <c:v>0.442840316841</c:v>
                      </c:pt>
                      <c:pt idx="30">
                        <c:v>0.90915895174299999</c:v>
                      </c:pt>
                      <c:pt idx="31">
                        <c:v>1.5236912585940001</c:v>
                      </c:pt>
                      <c:pt idx="32">
                        <c:v>2.022714478917</c:v>
                      </c:pt>
                      <c:pt idx="33">
                        <c:v>2.3514742015330001</c:v>
                      </c:pt>
                      <c:pt idx="34">
                        <c:v>2.5388732788839996</c:v>
                      </c:pt>
                      <c:pt idx="35">
                        <c:v>2.8381875222280004</c:v>
                      </c:pt>
                      <c:pt idx="36">
                        <c:v>3.0554671764040005</c:v>
                      </c:pt>
                      <c:pt idx="37">
                        <c:v>3.0714186601160001</c:v>
                      </c:pt>
                      <c:pt idx="38">
                        <c:v>3.566011456524</c:v>
                      </c:pt>
                      <c:pt idx="39">
                        <c:v>3.5141812564089996</c:v>
                      </c:pt>
                      <c:pt idx="40">
                        <c:v>3.0407489235999998</c:v>
                      </c:pt>
                      <c:pt idx="41">
                        <c:v>2.7863473672310004</c:v>
                      </c:pt>
                      <c:pt idx="42">
                        <c:v>2.566891132956</c:v>
                      </c:pt>
                      <c:pt idx="43">
                        <c:v>2.7478728704290001</c:v>
                      </c:pt>
                      <c:pt idx="44">
                        <c:v>3.1667625501729999</c:v>
                      </c:pt>
                      <c:pt idx="45">
                        <c:v>3.6292880649680099</c:v>
                      </c:pt>
                      <c:pt idx="46">
                        <c:v>3.8979413836559909</c:v>
                      </c:pt>
                      <c:pt idx="47">
                        <c:v>3.743940274654999</c:v>
                      </c:pt>
                      <c:pt idx="48">
                        <c:v>2.9957994488490001</c:v>
                      </c:pt>
                      <c:pt idx="49">
                        <c:v>1.993129896638</c:v>
                      </c:pt>
                      <c:pt idx="50">
                        <c:v>1.169149600625</c:v>
                      </c:pt>
                      <c:pt idx="51">
                        <c:v>0.65903066468200111</c:v>
                      </c:pt>
                      <c:pt idx="52">
                        <c:v>0.44061587048</c:v>
                      </c:pt>
                      <c:pt idx="53">
                        <c:v>0.44005454939999999</c:v>
                      </c:pt>
                      <c:pt idx="54">
                        <c:v>0.93922586585099899</c:v>
                      </c:pt>
                      <c:pt idx="55">
                        <c:v>1.549518304447</c:v>
                      </c:pt>
                      <c:pt idx="56">
                        <c:v>1.9933015944520001</c:v>
                      </c:pt>
                      <c:pt idx="57">
                        <c:v>2.218856875567</c:v>
                      </c:pt>
                      <c:pt idx="58">
                        <c:v>2.3466796292860002</c:v>
                      </c:pt>
                      <c:pt idx="59">
                        <c:v>2.5960597104379999</c:v>
                      </c:pt>
                      <c:pt idx="60">
                        <c:v>2.8188991694609999</c:v>
                      </c:pt>
                      <c:pt idx="61">
                        <c:v>3.1587962039299997</c:v>
                      </c:pt>
                      <c:pt idx="62">
                        <c:v>3.4560755102229996</c:v>
                      </c:pt>
                      <c:pt idx="63">
                        <c:v>3.2945643362610002</c:v>
                      </c:pt>
                      <c:pt idx="64">
                        <c:v>2.9332495413149999</c:v>
                      </c:pt>
                      <c:pt idx="65">
                        <c:v>2.7057033364369998</c:v>
                      </c:pt>
                      <c:pt idx="66">
                        <c:v>2.5342668550490002</c:v>
                      </c:pt>
                      <c:pt idx="67">
                        <c:v>2.6631996525239998</c:v>
                      </c:pt>
                      <c:pt idx="68">
                        <c:v>3.0413408894950003</c:v>
                      </c:pt>
                      <c:pt idx="69">
                        <c:v>3.4662018098130001</c:v>
                      </c:pt>
                      <c:pt idx="70">
                        <c:v>3.7397611300119906</c:v>
                      </c:pt>
                      <c:pt idx="71">
                        <c:v>3.5554320449480001</c:v>
                      </c:pt>
                      <c:pt idx="72">
                        <c:v>2.6561623990030001</c:v>
                      </c:pt>
                      <c:pt idx="73">
                        <c:v>1.637653206272</c:v>
                      </c:pt>
                      <c:pt idx="74">
                        <c:v>0.88981851710400106</c:v>
                      </c:pt>
                      <c:pt idx="75">
                        <c:v>0.53202538518600007</c:v>
                      </c:pt>
                      <c:pt idx="76">
                        <c:v>0.40206228436800001</c:v>
                      </c:pt>
                      <c:pt idx="77">
                        <c:v>0.4207692339089999</c:v>
                      </c:pt>
                      <c:pt idx="78">
                        <c:v>0.96775504738400098</c:v>
                      </c:pt>
                      <c:pt idx="79">
                        <c:v>1.6172894492000001</c:v>
                      </c:pt>
                      <c:pt idx="80">
                        <c:v>1.9034590006850001</c:v>
                      </c:pt>
                      <c:pt idx="81">
                        <c:v>2.0026432449709999</c:v>
                      </c:pt>
                      <c:pt idx="82">
                        <c:v>2.1116269214510002</c:v>
                      </c:pt>
                      <c:pt idx="83">
                        <c:v>2.3534584144700004</c:v>
                      </c:pt>
                      <c:pt idx="84">
                        <c:v>2.6782138111989999</c:v>
                      </c:pt>
                      <c:pt idx="85">
                        <c:v>2.919580497563</c:v>
                      </c:pt>
                      <c:pt idx="86">
                        <c:v>3.1365237499380001</c:v>
                      </c:pt>
                      <c:pt idx="87">
                        <c:v>3.047171725438</c:v>
                      </c:pt>
                      <c:pt idx="88">
                        <c:v>2.7585376492540004</c:v>
                      </c:pt>
                      <c:pt idx="89">
                        <c:v>2.6407366866530002</c:v>
                      </c:pt>
                      <c:pt idx="90">
                        <c:v>2.4568093953259997</c:v>
                      </c:pt>
                      <c:pt idx="91">
                        <c:v>2.6013951829599997</c:v>
                      </c:pt>
                      <c:pt idx="92">
                        <c:v>3.003043114504</c:v>
                      </c:pt>
                      <c:pt idx="93">
                        <c:v>3.4913804945920099</c:v>
                      </c:pt>
                      <c:pt idx="94">
                        <c:v>3.782810697142001</c:v>
                      </c:pt>
                      <c:pt idx="95">
                        <c:v>3.51525156197</c:v>
                      </c:pt>
                      <c:pt idx="96">
                        <c:v>2.5220090144</c:v>
                      </c:pt>
                      <c:pt idx="97">
                        <c:v>1.5390901222890001</c:v>
                      </c:pt>
                      <c:pt idx="98">
                        <c:v>0.84489688350299896</c:v>
                      </c:pt>
                      <c:pt idx="99">
                        <c:v>0.51349698812199995</c:v>
                      </c:pt>
                      <c:pt idx="100">
                        <c:v>0.380718257946</c:v>
                      </c:pt>
                      <c:pt idx="101">
                        <c:v>0.406016021831</c:v>
                      </c:pt>
                      <c:pt idx="102">
                        <c:v>0.95705885041600003</c:v>
                      </c:pt>
                      <c:pt idx="103">
                        <c:v>1.6129621439400001</c:v>
                      </c:pt>
                      <c:pt idx="104">
                        <c:v>1.91767756014</c:v>
                      </c:pt>
                      <c:pt idx="105">
                        <c:v>2.0164524023820003</c:v>
                      </c:pt>
                      <c:pt idx="106">
                        <c:v>2.1260930012100001</c:v>
                      </c:pt>
                      <c:pt idx="107">
                        <c:v>2.356486897855</c:v>
                      </c:pt>
                      <c:pt idx="108">
                        <c:v>2.6580309161989994</c:v>
                      </c:pt>
                      <c:pt idx="109">
                        <c:v>2.8999588863449999</c:v>
                      </c:pt>
                      <c:pt idx="110">
                        <c:v>3.1088448946799998</c:v>
                      </c:pt>
                      <c:pt idx="111">
                        <c:v>3.0330741385410001</c:v>
                      </c:pt>
                      <c:pt idx="112">
                        <c:v>2.7365622517420003</c:v>
                      </c:pt>
                      <c:pt idx="113">
                        <c:v>2.6203631518670001</c:v>
                      </c:pt>
                      <c:pt idx="114">
                        <c:v>2.4508691309500001</c:v>
                      </c:pt>
                      <c:pt idx="115">
                        <c:v>2.5898608750179997</c:v>
                      </c:pt>
                      <c:pt idx="116">
                        <c:v>3.014751758209</c:v>
                      </c:pt>
                      <c:pt idx="117">
                        <c:v>3.4935648378010002</c:v>
                      </c:pt>
                      <c:pt idx="118">
                        <c:v>3.7656739466140001</c:v>
                      </c:pt>
                      <c:pt idx="119">
                        <c:v>3.4835860453280003</c:v>
                      </c:pt>
                      <c:pt idx="120">
                        <c:v>2.5074937180160002</c:v>
                      </c:pt>
                      <c:pt idx="121">
                        <c:v>1.4949398403029999</c:v>
                      </c:pt>
                      <c:pt idx="122">
                        <c:v>0.83612458589700001</c:v>
                      </c:pt>
                      <c:pt idx="123">
                        <c:v>0.50486757324199993</c:v>
                      </c:pt>
                      <c:pt idx="124">
                        <c:v>0.37544087233200002</c:v>
                      </c:pt>
                      <c:pt idx="125">
                        <c:v>0.41997980347500002</c:v>
                      </c:pt>
                      <c:pt idx="126">
                        <c:v>0.97253915185500084</c:v>
                      </c:pt>
                      <c:pt idx="127">
                        <c:v>1.6437604339599998</c:v>
                      </c:pt>
                      <c:pt idx="128">
                        <c:v>1.9401637163530001</c:v>
                      </c:pt>
                      <c:pt idx="129">
                        <c:v>2.0259602233839997</c:v>
                      </c:pt>
                      <c:pt idx="130">
                        <c:v>2.1306051617590001</c:v>
                      </c:pt>
                      <c:pt idx="131">
                        <c:v>2.3377024979909997</c:v>
                      </c:pt>
                      <c:pt idx="132">
                        <c:v>2.699512677475</c:v>
                      </c:pt>
                      <c:pt idx="133">
                        <c:v>3.0864318527629999</c:v>
                      </c:pt>
                      <c:pt idx="134">
                        <c:v>3.2558657092420002</c:v>
                      </c:pt>
                      <c:pt idx="135">
                        <c:v>3.1236064775100001</c:v>
                      </c:pt>
                      <c:pt idx="136">
                        <c:v>2.7800357470229997</c:v>
                      </c:pt>
                      <c:pt idx="137">
                        <c:v>2.6355542610999998</c:v>
                      </c:pt>
                      <c:pt idx="138">
                        <c:v>2.5860774352100004</c:v>
                      </c:pt>
                      <c:pt idx="139">
                        <c:v>2.802887254546</c:v>
                      </c:pt>
                      <c:pt idx="140">
                        <c:v>3.0830724020420002</c:v>
                      </c:pt>
                      <c:pt idx="141">
                        <c:v>3.5367596187170012</c:v>
                      </c:pt>
                      <c:pt idx="142">
                        <c:v>3.774498368737</c:v>
                      </c:pt>
                      <c:pt idx="143">
                        <c:v>3.4751501923439996</c:v>
                      </c:pt>
                      <c:pt idx="144">
                        <c:v>2.5302994338400002</c:v>
                      </c:pt>
                      <c:pt idx="145">
                        <c:v>1.5381635448989999</c:v>
                      </c:pt>
                      <c:pt idx="146">
                        <c:v>0.878887238622999</c:v>
                      </c:pt>
                      <c:pt idx="147">
                        <c:v>0.51740359526200008</c:v>
                      </c:pt>
                      <c:pt idx="148">
                        <c:v>0.37218829226299999</c:v>
                      </c:pt>
                      <c:pt idx="149">
                        <c:v>0.42545876381999997</c:v>
                      </c:pt>
                      <c:pt idx="150">
                        <c:v>1.000464971268</c:v>
                      </c:pt>
                      <c:pt idx="151">
                        <c:v>1.6810996880470002</c:v>
                      </c:pt>
                      <c:pt idx="152">
                        <c:v>1.9881850446130001</c:v>
                      </c:pt>
                      <c:pt idx="153">
                        <c:v>2.042007341468</c:v>
                      </c:pt>
                      <c:pt idx="154">
                        <c:v>2.128205255068</c:v>
                      </c:pt>
                      <c:pt idx="155">
                        <c:v>2.3578846194919998</c:v>
                      </c:pt>
                      <c:pt idx="156">
                        <c:v>2.6234049693700001</c:v>
                      </c:pt>
                      <c:pt idx="157">
                        <c:v>2.8991926493759999</c:v>
                      </c:pt>
                      <c:pt idx="158">
                        <c:v>3.0988604775500006</c:v>
                      </c:pt>
                      <c:pt idx="159">
                        <c:v>3.0761360196210004</c:v>
                      </c:pt>
                      <c:pt idx="160">
                        <c:v>2.7980187175930005</c:v>
                      </c:pt>
                      <c:pt idx="161">
                        <c:v>2.6961649190750001</c:v>
                      </c:pt>
                      <c:pt idx="162">
                        <c:v>2.5374803964420001</c:v>
                      </c:pt>
                      <c:pt idx="163">
                        <c:v>2.74195928971</c:v>
                      </c:pt>
                      <c:pt idx="164">
                        <c:v>3.090366324298</c:v>
                      </c:pt>
                      <c:pt idx="165">
                        <c:v>3.5264397001229999</c:v>
                      </c:pt>
                      <c:pt idx="166">
                        <c:v>3.8321858825950001</c:v>
                      </c:pt>
                      <c:pt idx="167">
                        <c:v>3.4728758503330002</c:v>
                      </c:pt>
                      <c:pt idx="168">
                        <c:v>2.5008375690150002</c:v>
                      </c:pt>
                      <c:pt idx="169">
                        <c:v>1.5478316268840002</c:v>
                      </c:pt>
                      <c:pt idx="170">
                        <c:v>0.86630569404199997</c:v>
                      </c:pt>
                      <c:pt idx="171">
                        <c:v>0.51972121505400093</c:v>
                      </c:pt>
                      <c:pt idx="172">
                        <c:v>0.39061812524200101</c:v>
                      </c:pt>
                      <c:pt idx="173">
                        <c:v>0.44658730797300106</c:v>
                      </c:pt>
                      <c:pt idx="174">
                        <c:v>1.039026757321001</c:v>
                      </c:pt>
                      <c:pt idx="175">
                        <c:v>1.7801766255039999</c:v>
                      </c:pt>
                      <c:pt idx="176">
                        <c:v>2.0863222718839998</c:v>
                      </c:pt>
                      <c:pt idx="177">
                        <c:v>2.173570282754</c:v>
                      </c:pt>
                      <c:pt idx="178">
                        <c:v>2.2483979979819999</c:v>
                      </c:pt>
                      <c:pt idx="179">
                        <c:v>2.4399567480429996</c:v>
                      </c:pt>
                      <c:pt idx="180">
                        <c:v>2.7569038856130001</c:v>
                      </c:pt>
                      <c:pt idx="181">
                        <c:v>3.038792021536</c:v>
                      </c:pt>
                      <c:pt idx="182">
                        <c:v>3.2419285396519997</c:v>
                      </c:pt>
                      <c:pt idx="183">
                        <c:v>3.1809875819779996</c:v>
                      </c:pt>
                      <c:pt idx="184">
                        <c:v>2.8805362372430001</c:v>
                      </c:pt>
                      <c:pt idx="185">
                        <c:v>2.6816240585959994</c:v>
                      </c:pt>
                      <c:pt idx="186">
                        <c:v>2.5454667940640001</c:v>
                      </c:pt>
                      <c:pt idx="187">
                        <c:v>2.8010176113209999</c:v>
                      </c:pt>
                      <c:pt idx="188">
                        <c:v>3.1182807908980004</c:v>
                      </c:pt>
                      <c:pt idx="189">
                        <c:v>3.597189805413</c:v>
                      </c:pt>
                      <c:pt idx="190">
                        <c:v>3.8841666527779899</c:v>
                      </c:pt>
                      <c:pt idx="191">
                        <c:v>3.63601954599</c:v>
                      </c:pt>
                      <c:pt idx="192">
                        <c:v>2.8096690773860002</c:v>
                      </c:pt>
                      <c:pt idx="193">
                        <c:v>1.8111144468790001</c:v>
                      </c:pt>
                      <c:pt idx="194">
                        <c:v>1.0865935475900002</c:v>
                      </c:pt>
                      <c:pt idx="195">
                        <c:v>0.66044117844299899</c:v>
                      </c:pt>
                      <c:pt idx="196">
                        <c:v>0.44458140844800004</c:v>
                      </c:pt>
                      <c:pt idx="197">
                        <c:v>0.44371318796499998</c:v>
                      </c:pt>
                      <c:pt idx="198">
                        <c:v>0.9549163402780001</c:v>
                      </c:pt>
                      <c:pt idx="199">
                        <c:v>1.5984673581610001</c:v>
                      </c:pt>
                      <c:pt idx="200">
                        <c:v>2.0555068289210001</c:v>
                      </c:pt>
                      <c:pt idx="201">
                        <c:v>2.3240410451070002</c:v>
                      </c:pt>
                      <c:pt idx="202">
                        <c:v>2.4746223977390001</c:v>
                      </c:pt>
                      <c:pt idx="203">
                        <c:v>2.7649618870310002</c:v>
                      </c:pt>
                      <c:pt idx="204">
                        <c:v>2.9881934284020097</c:v>
                      </c:pt>
                      <c:pt idx="205">
                        <c:v>3.0461839100339998</c:v>
                      </c:pt>
                      <c:pt idx="206">
                        <c:v>3.5538924863829999</c:v>
                      </c:pt>
                      <c:pt idx="207">
                        <c:v>3.5203636860370002</c:v>
                      </c:pt>
                      <c:pt idx="208">
                        <c:v>3.0179273615119997</c:v>
                      </c:pt>
                      <c:pt idx="209">
                        <c:v>2.8073595113090004</c:v>
                      </c:pt>
                      <c:pt idx="210">
                        <c:v>2.6436325182270002</c:v>
                      </c:pt>
                      <c:pt idx="211">
                        <c:v>2.9601565957160099</c:v>
                      </c:pt>
                      <c:pt idx="212">
                        <c:v>3.26318178475</c:v>
                      </c:pt>
                      <c:pt idx="213">
                        <c:v>3.6916003533310002</c:v>
                      </c:pt>
                      <c:pt idx="214">
                        <c:v>4.0075488480140011</c:v>
                      </c:pt>
                      <c:pt idx="215">
                        <c:v>3.7351238052460003</c:v>
                      </c:pt>
                      <c:pt idx="216">
                        <c:v>2.8571912699349999</c:v>
                      </c:pt>
                      <c:pt idx="217">
                        <c:v>1.814696189188</c:v>
                      </c:pt>
                      <c:pt idx="218">
                        <c:v>1.0901333069820001</c:v>
                      </c:pt>
                      <c:pt idx="219">
                        <c:v>0.63463178771899997</c:v>
                      </c:pt>
                      <c:pt idx="220">
                        <c:v>0.426308995641</c:v>
                      </c:pt>
                      <c:pt idx="221">
                        <c:v>0.44689130853799897</c:v>
                      </c:pt>
                      <c:pt idx="222">
                        <c:v>0.94706418128100001</c:v>
                      </c:pt>
                      <c:pt idx="223">
                        <c:v>1.6376921139239999</c:v>
                      </c:pt>
                      <c:pt idx="224">
                        <c:v>2.0544408529560001</c:v>
                      </c:pt>
                      <c:pt idx="225">
                        <c:v>2.2581742958970001</c:v>
                      </c:pt>
                      <c:pt idx="226">
                        <c:v>2.3370356446850002</c:v>
                      </c:pt>
                      <c:pt idx="227">
                        <c:v>2.574789723286</c:v>
                      </c:pt>
                      <c:pt idx="228">
                        <c:v>2.7939085978860003</c:v>
                      </c:pt>
                      <c:pt idx="229">
                        <c:v>3.128762427277</c:v>
                      </c:pt>
                      <c:pt idx="230">
                        <c:v>3.433277345764</c:v>
                      </c:pt>
                      <c:pt idx="231">
                        <c:v>3.3172407995720001</c:v>
                      </c:pt>
                      <c:pt idx="232">
                        <c:v>2.9037312812399998</c:v>
                      </c:pt>
                      <c:pt idx="233">
                        <c:v>2.6894546185060002</c:v>
                      </c:pt>
                      <c:pt idx="234">
                        <c:v>2.5953878741810001</c:v>
                      </c:pt>
                      <c:pt idx="235">
                        <c:v>2.8876777391840003</c:v>
                      </c:pt>
                      <c:pt idx="236">
                        <c:v>3.2168371195560002</c:v>
                      </c:pt>
                      <c:pt idx="237">
                        <c:v>3.6540919627259898</c:v>
                      </c:pt>
                      <c:pt idx="238">
                        <c:v>3.8447261331120006</c:v>
                      </c:pt>
                      <c:pt idx="239">
                        <c:v>3.5142752934709995</c:v>
                      </c:pt>
                      <c:pt idx="240">
                        <c:v>2.5126301275280003</c:v>
                      </c:pt>
                      <c:pt idx="241">
                        <c:v>1.5434187925300002</c:v>
                      </c:pt>
                      <c:pt idx="242">
                        <c:v>0.89951234030899996</c:v>
                      </c:pt>
                      <c:pt idx="243">
                        <c:v>0.55034001945500099</c:v>
                      </c:pt>
                      <c:pt idx="244">
                        <c:v>0.40797059415799902</c:v>
                      </c:pt>
                      <c:pt idx="245">
                        <c:v>0.45073382608499901</c:v>
                      </c:pt>
                      <c:pt idx="246">
                        <c:v>1.0182511211370011</c:v>
                      </c:pt>
                      <c:pt idx="247">
                        <c:v>1.734879542521</c:v>
                      </c:pt>
                      <c:pt idx="248">
                        <c:v>2.0490883847919998</c:v>
                      </c:pt>
                      <c:pt idx="249">
                        <c:v>2.1390387409689997</c:v>
                      </c:pt>
                      <c:pt idx="250">
                        <c:v>2.2378912985500001</c:v>
                      </c:pt>
                      <c:pt idx="251">
                        <c:v>2.4148481124720003</c:v>
                      </c:pt>
                      <c:pt idx="252">
                        <c:v>2.683320989921</c:v>
                      </c:pt>
                      <c:pt idx="253">
                        <c:v>2.9546603443199997</c:v>
                      </c:pt>
                      <c:pt idx="254">
                        <c:v>3.1926350133690002</c:v>
                      </c:pt>
                      <c:pt idx="255">
                        <c:v>3.1679025287220002</c:v>
                      </c:pt>
                      <c:pt idx="256">
                        <c:v>2.883841708476</c:v>
                      </c:pt>
                      <c:pt idx="257">
                        <c:v>2.8346719474850004</c:v>
                      </c:pt>
                      <c:pt idx="258">
                        <c:v>2.693208400924</c:v>
                      </c:pt>
                      <c:pt idx="259">
                        <c:v>2.9328621123979999</c:v>
                      </c:pt>
                      <c:pt idx="260">
                        <c:v>3.2385046088189999</c:v>
                      </c:pt>
                      <c:pt idx="261">
                        <c:v>3.6796575217239993</c:v>
                      </c:pt>
                      <c:pt idx="262">
                        <c:v>3.8886514809710113</c:v>
                      </c:pt>
                      <c:pt idx="263">
                        <c:v>3.4452045131069999</c:v>
                      </c:pt>
                      <c:pt idx="264">
                        <c:v>2.4253701452059997</c:v>
                      </c:pt>
                      <c:pt idx="265">
                        <c:v>1.4311759431340001</c:v>
                      </c:pt>
                      <c:pt idx="266">
                        <c:v>0.82532273290500102</c:v>
                      </c:pt>
                      <c:pt idx="267">
                        <c:v>0.53241157537700001</c:v>
                      </c:pt>
                      <c:pt idx="268">
                        <c:v>0.40182573560599999</c:v>
                      </c:pt>
                      <c:pt idx="269">
                        <c:v>0.45422776656899905</c:v>
                      </c:pt>
                      <c:pt idx="270">
                        <c:v>1.030240533832</c:v>
                      </c:pt>
                      <c:pt idx="271">
                        <c:v>1.736232954678</c:v>
                      </c:pt>
                      <c:pt idx="272">
                        <c:v>2.0363753654809997</c:v>
                      </c:pt>
                      <c:pt idx="273">
                        <c:v>2.0594367656370003</c:v>
                      </c:pt>
                      <c:pt idx="274">
                        <c:v>2.1360842018390001</c:v>
                      </c:pt>
                      <c:pt idx="275">
                        <c:v>2.348721878109</c:v>
                      </c:pt>
                      <c:pt idx="276">
                        <c:v>2.5997484242109996</c:v>
                      </c:pt>
                      <c:pt idx="277">
                        <c:v>2.9279514043049999</c:v>
                      </c:pt>
                      <c:pt idx="278">
                        <c:v>3.1280993622630002</c:v>
                      </c:pt>
                      <c:pt idx="279">
                        <c:v>3.0847802463940002</c:v>
                      </c:pt>
                      <c:pt idx="280">
                        <c:v>2.81921999932</c:v>
                      </c:pt>
                      <c:pt idx="281">
                        <c:v>2.6902833911370001</c:v>
                      </c:pt>
                      <c:pt idx="282">
                        <c:v>2.5355946703800001</c:v>
                      </c:pt>
                      <c:pt idx="283">
                        <c:v>2.80787646623501</c:v>
                      </c:pt>
                      <c:pt idx="284">
                        <c:v>3.199396224035</c:v>
                      </c:pt>
                      <c:pt idx="285">
                        <c:v>3.623364942764999</c:v>
                      </c:pt>
                      <c:pt idx="286">
                        <c:v>3.8613664042580003</c:v>
                      </c:pt>
                      <c:pt idx="287">
                        <c:v>3.4667840146060001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5-6C6F-49E4-8F59-330269BCC199}"/>
                  </c:ext>
                </c:extLst>
              </c15:ser>
            </c15:filteredLineSeries>
            <c15:filteredLineSeries>
              <c15:ser>
                <c:idx val="32"/>
                <c:order val="3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12-10-2026'!$AH$1</c15:sqref>
                        </c15:formulaRef>
                      </c:ext>
                    </c:extLst>
                    <c:strCache>
                      <c:ptCount val="1"/>
                      <c:pt idx="0">
                        <c:v>vEPG BMR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12-10-2026'!$AH$2:$AH$289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37.935634462308997</c:v>
                      </c:pt>
                      <c:pt idx="1">
                        <c:v>24.512020604551999</c:v>
                      </c:pt>
                      <c:pt idx="2">
                        <c:v>14.365118729134</c:v>
                      </c:pt>
                      <c:pt idx="3">
                        <c:v>8.1320890419049991</c:v>
                      </c:pt>
                      <c:pt idx="4">
                        <c:v>5.5796243791369999</c:v>
                      </c:pt>
                      <c:pt idx="5">
                        <c:v>5.3962944631259999</c:v>
                      </c:pt>
                      <c:pt idx="6">
                        <c:v>10.379938748886</c:v>
                      </c:pt>
                      <c:pt idx="7">
                        <c:v>17.217898443810999</c:v>
                      </c:pt>
                      <c:pt idx="8">
                        <c:v>22.443328294088001</c:v>
                      </c:pt>
                      <c:pt idx="9">
                        <c:v>25.249559714303</c:v>
                      </c:pt>
                      <c:pt idx="10">
                        <c:v>28.351388612448002</c:v>
                      </c:pt>
                      <c:pt idx="11">
                        <c:v>32.126923049055002</c:v>
                      </c:pt>
                      <c:pt idx="12">
                        <c:v>34.715152558531997</c:v>
                      </c:pt>
                      <c:pt idx="13">
                        <c:v>38.091129535458002</c:v>
                      </c:pt>
                      <c:pt idx="14">
                        <c:v>41.030074712374997</c:v>
                      </c:pt>
                      <c:pt idx="15">
                        <c:v>39.021415248628003</c:v>
                      </c:pt>
                      <c:pt idx="16">
                        <c:v>34.946189424958</c:v>
                      </c:pt>
                      <c:pt idx="17">
                        <c:v>34.763799764567999</c:v>
                      </c:pt>
                      <c:pt idx="18">
                        <c:v>33.929502037218001</c:v>
                      </c:pt>
                      <c:pt idx="19">
                        <c:v>35.256198862795998</c:v>
                      </c:pt>
                      <c:pt idx="20">
                        <c:v>41.176544075424999</c:v>
                      </c:pt>
                      <c:pt idx="21">
                        <c:v>47.458641566178997</c:v>
                      </c:pt>
                      <c:pt idx="22">
                        <c:v>51.823063330353001</c:v>
                      </c:pt>
                      <c:pt idx="23">
                        <c:v>50.643258819937998</c:v>
                      </c:pt>
                      <c:pt idx="24">
                        <c:v>40.886499250153996</c:v>
                      </c:pt>
                      <c:pt idx="25">
                        <c:v>26.787717228413001</c:v>
                      </c:pt>
                      <c:pt idx="26">
                        <c:v>14.714107089332</c:v>
                      </c:pt>
                      <c:pt idx="27">
                        <c:v>9.5919868124539995</c:v>
                      </c:pt>
                      <c:pt idx="28">
                        <c:v>6.1994831664110004</c:v>
                      </c:pt>
                      <c:pt idx="29">
                        <c:v>5.2216462456070003</c:v>
                      </c:pt>
                      <c:pt idx="30">
                        <c:v>9.2724447006229997</c:v>
                      </c:pt>
                      <c:pt idx="31">
                        <c:v>14.969095603103</c:v>
                      </c:pt>
                      <c:pt idx="32">
                        <c:v>20.794895230369001</c:v>
                      </c:pt>
                      <c:pt idx="33">
                        <c:v>26.013978919542001</c:v>
                      </c:pt>
                      <c:pt idx="34">
                        <c:v>30.332470234690998</c:v>
                      </c:pt>
                      <c:pt idx="35">
                        <c:v>35.620076019588005</c:v>
                      </c:pt>
                      <c:pt idx="36">
                        <c:v>37.610796894972999</c:v>
                      </c:pt>
                      <c:pt idx="37">
                        <c:v>36.387541338410003</c:v>
                      </c:pt>
                      <c:pt idx="38">
                        <c:v>44.813596838536</c:v>
                      </c:pt>
                      <c:pt idx="39">
                        <c:v>43.193848635202002</c:v>
                      </c:pt>
                      <c:pt idx="40">
                        <c:v>36.778816616545001</c:v>
                      </c:pt>
                      <c:pt idx="41">
                        <c:v>35.234668489027001</c:v>
                      </c:pt>
                      <c:pt idx="42">
                        <c:v>34.166624251892003</c:v>
                      </c:pt>
                      <c:pt idx="43">
                        <c:v>36.870408926674003</c:v>
                      </c:pt>
                      <c:pt idx="44">
                        <c:v>43.206195258171</c:v>
                      </c:pt>
                      <c:pt idx="45">
                        <c:v>49.901833673818999</c:v>
                      </c:pt>
                      <c:pt idx="46">
                        <c:v>53.531083230789001</c:v>
                      </c:pt>
                      <c:pt idx="47">
                        <c:v>52.161862223744002</c:v>
                      </c:pt>
                      <c:pt idx="48">
                        <c:v>42.784790487922997</c:v>
                      </c:pt>
                      <c:pt idx="49">
                        <c:v>29.526768849450999</c:v>
                      </c:pt>
                      <c:pt idx="50">
                        <c:v>17.789016696493</c:v>
                      </c:pt>
                      <c:pt idx="51">
                        <c:v>10.354436417593</c:v>
                      </c:pt>
                      <c:pt idx="52">
                        <c:v>6.3143869992359996</c:v>
                      </c:pt>
                      <c:pt idx="53">
                        <c:v>5.1729087960479996</c:v>
                      </c:pt>
                      <c:pt idx="54">
                        <c:v>9.3829790727559992</c:v>
                      </c:pt>
                      <c:pt idx="55">
                        <c:v>15.489045444462</c:v>
                      </c:pt>
                      <c:pt idx="56">
                        <c:v>20.772497614728003</c:v>
                      </c:pt>
                      <c:pt idx="57">
                        <c:v>25.336272698473</c:v>
                      </c:pt>
                      <c:pt idx="58">
                        <c:v>28.965396536576002</c:v>
                      </c:pt>
                      <c:pt idx="59">
                        <c:v>33.467843074790999</c:v>
                      </c:pt>
                      <c:pt idx="60">
                        <c:v>35.807211656625</c:v>
                      </c:pt>
                      <c:pt idx="61">
                        <c:v>39.696413156148999</c:v>
                      </c:pt>
                      <c:pt idx="62">
                        <c:v>43.669913699374</c:v>
                      </c:pt>
                      <c:pt idx="63">
                        <c:v>41.596097929633999</c:v>
                      </c:pt>
                      <c:pt idx="64">
                        <c:v>36.661812306207999</c:v>
                      </c:pt>
                      <c:pt idx="65">
                        <c:v>35.605589488641002</c:v>
                      </c:pt>
                      <c:pt idx="66">
                        <c:v>33.989904528559002</c:v>
                      </c:pt>
                      <c:pt idx="67">
                        <c:v>36.210826458492996</c:v>
                      </c:pt>
                      <c:pt idx="68">
                        <c:v>41.675908424287002</c:v>
                      </c:pt>
                      <c:pt idx="69">
                        <c:v>47.567277637445002</c:v>
                      </c:pt>
                      <c:pt idx="70">
                        <c:v>51.487298761060998</c:v>
                      </c:pt>
                      <c:pt idx="71">
                        <c:v>49.011353630342001</c:v>
                      </c:pt>
                      <c:pt idx="72">
                        <c:v>37.900484579211003</c:v>
                      </c:pt>
                      <c:pt idx="73">
                        <c:v>23.981021027535999</c:v>
                      </c:pt>
                      <c:pt idx="74">
                        <c:v>13.661842153754</c:v>
                      </c:pt>
                      <c:pt idx="75">
                        <c:v>7.9349301181560001</c:v>
                      </c:pt>
                      <c:pt idx="76">
                        <c:v>5.3334867768530003</c:v>
                      </c:pt>
                      <c:pt idx="77">
                        <c:v>4.9807700208699996</c:v>
                      </c:pt>
                      <c:pt idx="78">
                        <c:v>9.8358466848670005</c:v>
                      </c:pt>
                      <c:pt idx="79">
                        <c:v>16.107145483446001</c:v>
                      </c:pt>
                      <c:pt idx="80">
                        <c:v>21.146825747377999</c:v>
                      </c:pt>
                      <c:pt idx="81">
                        <c:v>24.594508072470997</c:v>
                      </c:pt>
                      <c:pt idx="82">
                        <c:v>27.748911536936998</c:v>
                      </c:pt>
                      <c:pt idx="83">
                        <c:v>31.141522293824</c:v>
                      </c:pt>
                      <c:pt idx="84">
                        <c:v>33.594726166682001</c:v>
                      </c:pt>
                      <c:pt idx="85">
                        <c:v>36.612001178680003</c:v>
                      </c:pt>
                      <c:pt idx="86">
                        <c:v>39.121880433436999</c:v>
                      </c:pt>
                      <c:pt idx="87">
                        <c:v>37.195370943796</c:v>
                      </c:pt>
                      <c:pt idx="88">
                        <c:v>33.726654897591999</c:v>
                      </c:pt>
                      <c:pt idx="89">
                        <c:v>33.976433327305998</c:v>
                      </c:pt>
                      <c:pt idx="90">
                        <c:v>33.272070800320002</c:v>
                      </c:pt>
                      <c:pt idx="91">
                        <c:v>35.510537452595997</c:v>
                      </c:pt>
                      <c:pt idx="92">
                        <c:v>41.543737789136998</c:v>
                      </c:pt>
                      <c:pt idx="93">
                        <c:v>48.037795825235001</c:v>
                      </c:pt>
                      <c:pt idx="94">
                        <c:v>51.737334406432005</c:v>
                      </c:pt>
                      <c:pt idx="95">
                        <c:v>48.235328241402001</c:v>
                      </c:pt>
                      <c:pt idx="96">
                        <c:v>36.547404754642997</c:v>
                      </c:pt>
                      <c:pt idx="97">
                        <c:v>22.952890365161</c:v>
                      </c:pt>
                      <c:pt idx="98">
                        <c:v>12.952568104373999</c:v>
                      </c:pt>
                      <c:pt idx="99">
                        <c:v>7.434792266014</c:v>
                      </c:pt>
                      <c:pt idx="100">
                        <c:v>5.1784938319560005</c:v>
                      </c:pt>
                      <c:pt idx="101">
                        <c:v>4.7705481537029994</c:v>
                      </c:pt>
                      <c:pt idx="102">
                        <c:v>9.4885239228499998</c:v>
                      </c:pt>
                      <c:pt idx="103">
                        <c:v>16.338174113400999</c:v>
                      </c:pt>
                      <c:pt idx="104">
                        <c:v>21.319769024168</c:v>
                      </c:pt>
                      <c:pt idx="105">
                        <c:v>24.552914726541999</c:v>
                      </c:pt>
                      <c:pt idx="106">
                        <c:v>27.777411222644002</c:v>
                      </c:pt>
                      <c:pt idx="107">
                        <c:v>31.553196713342</c:v>
                      </c:pt>
                      <c:pt idx="108">
                        <c:v>33.914460564014</c:v>
                      </c:pt>
                      <c:pt idx="109">
                        <c:v>37.075446328996996</c:v>
                      </c:pt>
                      <c:pt idx="110">
                        <c:v>39.343436204809997</c:v>
                      </c:pt>
                      <c:pt idx="111">
                        <c:v>37.519274553712002</c:v>
                      </c:pt>
                      <c:pt idx="112">
                        <c:v>34.138947586284999</c:v>
                      </c:pt>
                      <c:pt idx="113">
                        <c:v>34.252490390673003</c:v>
                      </c:pt>
                      <c:pt idx="114">
                        <c:v>33.508395432017998</c:v>
                      </c:pt>
                      <c:pt idx="115">
                        <c:v>35.862210331413998</c:v>
                      </c:pt>
                      <c:pt idx="116">
                        <c:v>41.670304603866001</c:v>
                      </c:pt>
                      <c:pt idx="117">
                        <c:v>48.924791388384001</c:v>
                      </c:pt>
                      <c:pt idx="118">
                        <c:v>52.255456745446999</c:v>
                      </c:pt>
                      <c:pt idx="119">
                        <c:v>48.754014332016993</c:v>
                      </c:pt>
                      <c:pt idx="120">
                        <c:v>36.513860727452006</c:v>
                      </c:pt>
                      <c:pt idx="121">
                        <c:v>22.664928594747003</c:v>
                      </c:pt>
                      <c:pt idx="122">
                        <c:v>12.757179494191</c:v>
                      </c:pt>
                      <c:pt idx="123">
                        <c:v>7.3915701154890003</c:v>
                      </c:pt>
                      <c:pt idx="124">
                        <c:v>5.2935330961189999</c:v>
                      </c:pt>
                      <c:pt idx="125">
                        <c:v>5.0754254692479996</c:v>
                      </c:pt>
                      <c:pt idx="126">
                        <c:v>9.99711889698</c:v>
                      </c:pt>
                      <c:pt idx="127">
                        <c:v>17.018018279374001</c:v>
                      </c:pt>
                      <c:pt idx="128">
                        <c:v>22.185325675767</c:v>
                      </c:pt>
                      <c:pt idx="129">
                        <c:v>25.631329242093003</c:v>
                      </c:pt>
                      <c:pt idx="130">
                        <c:v>28.194847447680001</c:v>
                      </c:pt>
                      <c:pt idx="131">
                        <c:v>31.616306587574002</c:v>
                      </c:pt>
                      <c:pt idx="132">
                        <c:v>34.512159078185</c:v>
                      </c:pt>
                      <c:pt idx="133">
                        <c:v>38.779940384587</c:v>
                      </c:pt>
                      <c:pt idx="134">
                        <c:v>40.830727285720997</c:v>
                      </c:pt>
                      <c:pt idx="135">
                        <c:v>38.489061008717997</c:v>
                      </c:pt>
                      <c:pt idx="136">
                        <c:v>34.278918572473998</c:v>
                      </c:pt>
                      <c:pt idx="137">
                        <c:v>34.353911061841998</c:v>
                      </c:pt>
                      <c:pt idx="138">
                        <c:v>38.234006578429998</c:v>
                      </c:pt>
                      <c:pt idx="139">
                        <c:v>41.640124274705997</c:v>
                      </c:pt>
                      <c:pt idx="140">
                        <c:v>43.302709887397995</c:v>
                      </c:pt>
                      <c:pt idx="141">
                        <c:v>49.805189923798004</c:v>
                      </c:pt>
                      <c:pt idx="142">
                        <c:v>52.683947013692006</c:v>
                      </c:pt>
                      <c:pt idx="143">
                        <c:v>48.78861966649</c:v>
                      </c:pt>
                      <c:pt idx="144">
                        <c:v>37.795266844819004</c:v>
                      </c:pt>
                      <c:pt idx="145">
                        <c:v>23.551144602082999</c:v>
                      </c:pt>
                      <c:pt idx="146">
                        <c:v>13.912581170972</c:v>
                      </c:pt>
                      <c:pt idx="147">
                        <c:v>7.7079424800190006</c:v>
                      </c:pt>
                      <c:pt idx="148">
                        <c:v>5.035792790206</c:v>
                      </c:pt>
                      <c:pt idx="149">
                        <c:v>4.8554034611520001</c:v>
                      </c:pt>
                      <c:pt idx="150">
                        <c:v>10.052259399244001</c:v>
                      </c:pt>
                      <c:pt idx="151">
                        <c:v>17.338423113733999</c:v>
                      </c:pt>
                      <c:pt idx="152">
                        <c:v>22.700645646247001</c:v>
                      </c:pt>
                      <c:pt idx="153">
                        <c:v>25.647336186371</c:v>
                      </c:pt>
                      <c:pt idx="154">
                        <c:v>28.530112250586999</c:v>
                      </c:pt>
                      <c:pt idx="155">
                        <c:v>32.033917869391999</c:v>
                      </c:pt>
                      <c:pt idx="156">
                        <c:v>34.193237271077003</c:v>
                      </c:pt>
                      <c:pt idx="157">
                        <c:v>37.319343968314996</c:v>
                      </c:pt>
                      <c:pt idx="158">
                        <c:v>39.630538039779005</c:v>
                      </c:pt>
                      <c:pt idx="159">
                        <c:v>38.530046671066003</c:v>
                      </c:pt>
                      <c:pt idx="160">
                        <c:v>35.005770554896003</c:v>
                      </c:pt>
                      <c:pt idx="161">
                        <c:v>35.091063449032006</c:v>
                      </c:pt>
                      <c:pt idx="162">
                        <c:v>34.394464921507002</c:v>
                      </c:pt>
                      <c:pt idx="163">
                        <c:v>37.032725259960003</c:v>
                      </c:pt>
                      <c:pt idx="164">
                        <c:v>41.785521675821002</c:v>
                      </c:pt>
                      <c:pt idx="165">
                        <c:v>48.381935928341001</c:v>
                      </c:pt>
                      <c:pt idx="166">
                        <c:v>52.765408452457997</c:v>
                      </c:pt>
                      <c:pt idx="167">
                        <c:v>48.486680009849003</c:v>
                      </c:pt>
                      <c:pt idx="168">
                        <c:v>36.280508299607</c:v>
                      </c:pt>
                      <c:pt idx="169">
                        <c:v>22.750522128805002</c:v>
                      </c:pt>
                      <c:pt idx="170">
                        <c:v>12.834804493511999</c:v>
                      </c:pt>
                      <c:pt idx="171">
                        <c:v>7.5136457261130003</c:v>
                      </c:pt>
                      <c:pt idx="172">
                        <c:v>5.219212212445</c:v>
                      </c:pt>
                      <c:pt idx="173">
                        <c:v>5.0283008315069999</c:v>
                      </c:pt>
                      <c:pt idx="174">
                        <c:v>10.473447695836001</c:v>
                      </c:pt>
                      <c:pt idx="175">
                        <c:v>18.426956887111</c:v>
                      </c:pt>
                      <c:pt idx="176">
                        <c:v>23.966812734321</c:v>
                      </c:pt>
                      <c:pt idx="177">
                        <c:v>28.784510168943001</c:v>
                      </c:pt>
                      <c:pt idx="178">
                        <c:v>31.680369189651998</c:v>
                      </c:pt>
                      <c:pt idx="179">
                        <c:v>34.564926208559996</c:v>
                      </c:pt>
                      <c:pt idx="180">
                        <c:v>36.471823102921995</c:v>
                      </c:pt>
                      <c:pt idx="181">
                        <c:v>39.414373822728997</c:v>
                      </c:pt>
                      <c:pt idx="182">
                        <c:v>41.553351330692998</c:v>
                      </c:pt>
                      <c:pt idx="183">
                        <c:v>40.022571594336</c:v>
                      </c:pt>
                      <c:pt idx="184">
                        <c:v>35.899606521895997</c:v>
                      </c:pt>
                      <c:pt idx="185">
                        <c:v>35.531426271860994</c:v>
                      </c:pt>
                      <c:pt idx="186">
                        <c:v>34.620402863568998</c:v>
                      </c:pt>
                      <c:pt idx="187">
                        <c:v>38.481972479926</c:v>
                      </c:pt>
                      <c:pt idx="188">
                        <c:v>42.733741174732003</c:v>
                      </c:pt>
                      <c:pt idx="189">
                        <c:v>49.461195409963999</c:v>
                      </c:pt>
                      <c:pt idx="190">
                        <c:v>53.502603856137995</c:v>
                      </c:pt>
                      <c:pt idx="191">
                        <c:v>50.597855029625997</c:v>
                      </c:pt>
                      <c:pt idx="192">
                        <c:v>40.192314175421998</c:v>
                      </c:pt>
                      <c:pt idx="193">
                        <c:v>26.575744083380997</c:v>
                      </c:pt>
                      <c:pt idx="194">
                        <c:v>16.063084382393001</c:v>
                      </c:pt>
                      <c:pt idx="195">
                        <c:v>9.6265978003049995</c:v>
                      </c:pt>
                      <c:pt idx="196">
                        <c:v>6.2243932429810007</c:v>
                      </c:pt>
                      <c:pt idx="197">
                        <c:v>5.1939697370340001</c:v>
                      </c:pt>
                      <c:pt idx="198">
                        <c:v>9.7019881457359993</c:v>
                      </c:pt>
                      <c:pt idx="199">
                        <c:v>15.961220845024</c:v>
                      </c:pt>
                      <c:pt idx="200">
                        <c:v>21.654914996382001</c:v>
                      </c:pt>
                      <c:pt idx="201">
                        <c:v>26.497465299744</c:v>
                      </c:pt>
                      <c:pt idx="202">
                        <c:v>30.798476231631</c:v>
                      </c:pt>
                      <c:pt idx="203">
                        <c:v>35.943996472370998</c:v>
                      </c:pt>
                      <c:pt idx="204">
                        <c:v>37.359290996915995</c:v>
                      </c:pt>
                      <c:pt idx="205">
                        <c:v>36.808274806900002</c:v>
                      </c:pt>
                      <c:pt idx="206">
                        <c:v>45.125493243918996</c:v>
                      </c:pt>
                      <c:pt idx="207">
                        <c:v>43.384894891106995</c:v>
                      </c:pt>
                      <c:pt idx="208">
                        <c:v>37.009520951992002</c:v>
                      </c:pt>
                      <c:pt idx="209">
                        <c:v>35.840229254881997</c:v>
                      </c:pt>
                      <c:pt idx="210">
                        <c:v>34.994884948360998</c:v>
                      </c:pt>
                      <c:pt idx="211">
                        <c:v>39.765975475658003</c:v>
                      </c:pt>
                      <c:pt idx="212">
                        <c:v>44.260018892839</c:v>
                      </c:pt>
                      <c:pt idx="213">
                        <c:v>50.737775407591002</c:v>
                      </c:pt>
                      <c:pt idx="214">
                        <c:v>55.323861006769995</c:v>
                      </c:pt>
                      <c:pt idx="215">
                        <c:v>51.805188096201</c:v>
                      </c:pt>
                      <c:pt idx="216">
                        <c:v>40.903931725417003</c:v>
                      </c:pt>
                      <c:pt idx="217">
                        <c:v>27.120545016761998</c:v>
                      </c:pt>
                      <c:pt idx="218">
                        <c:v>16.148642702741999</c:v>
                      </c:pt>
                      <c:pt idx="219">
                        <c:v>9.3779865309280002</c:v>
                      </c:pt>
                      <c:pt idx="220">
                        <c:v>5.9328517065650006</c:v>
                      </c:pt>
                      <c:pt idx="221">
                        <c:v>5.0812363042339994</c:v>
                      </c:pt>
                      <c:pt idx="222">
                        <c:v>9.6274440650670012</c:v>
                      </c:pt>
                      <c:pt idx="223">
                        <c:v>16.472653169995002</c:v>
                      </c:pt>
                      <c:pt idx="224">
                        <c:v>22.258815401581</c:v>
                      </c:pt>
                      <c:pt idx="225">
                        <c:v>26.561114528315002</c:v>
                      </c:pt>
                      <c:pt idx="226">
                        <c:v>29.871038238987001</c:v>
                      </c:pt>
                      <c:pt idx="227">
                        <c:v>33.654044710294997</c:v>
                      </c:pt>
                      <c:pt idx="228">
                        <c:v>35.915052324611999</c:v>
                      </c:pt>
                      <c:pt idx="229">
                        <c:v>39.762821075817996</c:v>
                      </c:pt>
                      <c:pt idx="230">
                        <c:v>43.488132087627001</c:v>
                      </c:pt>
                      <c:pt idx="231">
                        <c:v>41.720242627549005</c:v>
                      </c:pt>
                      <c:pt idx="232">
                        <c:v>36.838462865893</c:v>
                      </c:pt>
                      <c:pt idx="233">
                        <c:v>36.406353656972001</c:v>
                      </c:pt>
                      <c:pt idx="234">
                        <c:v>36.147814341844004</c:v>
                      </c:pt>
                      <c:pt idx="235">
                        <c:v>39.624163884742003</c:v>
                      </c:pt>
                      <c:pt idx="236">
                        <c:v>44.323801433145995</c:v>
                      </c:pt>
                      <c:pt idx="237">
                        <c:v>51.213262902577</c:v>
                      </c:pt>
                      <c:pt idx="238">
                        <c:v>52.801308239984003</c:v>
                      </c:pt>
                      <c:pt idx="239">
                        <c:v>48.630095122697</c:v>
                      </c:pt>
                      <c:pt idx="240">
                        <c:v>36.029570825637002</c:v>
                      </c:pt>
                      <c:pt idx="241">
                        <c:v>22.928536942435002</c:v>
                      </c:pt>
                      <c:pt idx="242">
                        <c:v>13.134625231543</c:v>
                      </c:pt>
                      <c:pt idx="243">
                        <c:v>7.7613153228040002</c:v>
                      </c:pt>
                      <c:pt idx="244">
                        <c:v>5.2004969690039999</c:v>
                      </c:pt>
                      <c:pt idx="245">
                        <c:v>4.8391878121210006</c:v>
                      </c:pt>
                      <c:pt idx="246">
                        <c:v>10.030829481642</c:v>
                      </c:pt>
                      <c:pt idx="247">
                        <c:v>17.095997742399</c:v>
                      </c:pt>
                      <c:pt idx="248">
                        <c:v>22.443544937258999</c:v>
                      </c:pt>
                      <c:pt idx="249">
                        <c:v>25.835220662118999</c:v>
                      </c:pt>
                      <c:pt idx="250">
                        <c:v>29.220606836988001</c:v>
                      </c:pt>
                      <c:pt idx="251">
                        <c:v>32.912835653763004</c:v>
                      </c:pt>
                      <c:pt idx="252">
                        <c:v>35.087608694863</c:v>
                      </c:pt>
                      <c:pt idx="253">
                        <c:v>38.157527295879994</c:v>
                      </c:pt>
                      <c:pt idx="254">
                        <c:v>40.713163987534998</c:v>
                      </c:pt>
                      <c:pt idx="255">
                        <c:v>39.410000355042001</c:v>
                      </c:pt>
                      <c:pt idx="256">
                        <c:v>35.686358540811</c:v>
                      </c:pt>
                      <c:pt idx="257">
                        <c:v>37.925357524288998</c:v>
                      </c:pt>
                      <c:pt idx="258">
                        <c:v>37.233032116598999</c:v>
                      </c:pt>
                      <c:pt idx="259">
                        <c:v>39.945635653284995</c:v>
                      </c:pt>
                      <c:pt idx="260">
                        <c:v>43.354232422037995</c:v>
                      </c:pt>
                      <c:pt idx="261">
                        <c:v>49.833821443246997</c:v>
                      </c:pt>
                      <c:pt idx="262">
                        <c:v>52.665213947984995</c:v>
                      </c:pt>
                      <c:pt idx="263">
                        <c:v>47.041064229867004</c:v>
                      </c:pt>
                      <c:pt idx="264">
                        <c:v>34.080249591411999</c:v>
                      </c:pt>
                      <c:pt idx="265">
                        <c:v>20.551992286024998</c:v>
                      </c:pt>
                      <c:pt idx="266">
                        <c:v>11.552577308532001</c:v>
                      </c:pt>
                      <c:pt idx="267">
                        <c:v>6.9733965723719997</c:v>
                      </c:pt>
                      <c:pt idx="268">
                        <c:v>4.8415387986029996</c:v>
                      </c:pt>
                      <c:pt idx="269">
                        <c:v>4.7173583196979996</c:v>
                      </c:pt>
                      <c:pt idx="270">
                        <c:v>9.7998528325740004</c:v>
                      </c:pt>
                      <c:pt idx="271">
                        <c:v>17.094192585563</c:v>
                      </c:pt>
                      <c:pt idx="272">
                        <c:v>22.104891517353</c:v>
                      </c:pt>
                      <c:pt idx="273">
                        <c:v>25.080508243356999</c:v>
                      </c:pt>
                      <c:pt idx="274">
                        <c:v>27.892525500122002</c:v>
                      </c:pt>
                      <c:pt idx="275">
                        <c:v>31.700628030851</c:v>
                      </c:pt>
                      <c:pt idx="276">
                        <c:v>33.757111594154999</c:v>
                      </c:pt>
                      <c:pt idx="277">
                        <c:v>36.750430478089001</c:v>
                      </c:pt>
                      <c:pt idx="278">
                        <c:v>38.753385016266002</c:v>
                      </c:pt>
                      <c:pt idx="279">
                        <c:v>37.946420612251998</c:v>
                      </c:pt>
                      <c:pt idx="280">
                        <c:v>34.411554374125998</c:v>
                      </c:pt>
                      <c:pt idx="281">
                        <c:v>35.464174344023995</c:v>
                      </c:pt>
                      <c:pt idx="282">
                        <c:v>34.567761139376998</c:v>
                      </c:pt>
                      <c:pt idx="283">
                        <c:v>38.756250412217</c:v>
                      </c:pt>
                      <c:pt idx="284">
                        <c:v>42.991363244227003</c:v>
                      </c:pt>
                      <c:pt idx="285">
                        <c:v>50.133773584804999</c:v>
                      </c:pt>
                      <c:pt idx="286">
                        <c:v>53.547520928598004</c:v>
                      </c:pt>
                      <c:pt idx="287">
                        <c:v>48.038008554455004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6-6C6F-49E4-8F59-330269BCC199}"/>
                  </c:ext>
                </c:extLst>
              </c15:ser>
            </c15:filteredLineSeries>
            <c15:filteredLineSeries>
              <c15:ser>
                <c:idx val="33"/>
                <c:order val="3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12-10-2026'!$AI$1</c15:sqref>
                        </c15:formulaRef>
                      </c:ext>
                    </c:extLst>
                    <c:strCache>
                      <c:ptCount val="1"/>
                      <c:pt idx="0">
                        <c:v>Huawei SGI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12-10-2026'!$AI$2:$AI$289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187.46696135899998</c:v>
                      </c:pt>
                      <c:pt idx="1">
                        <c:v>117.88921813900001</c:v>
                      </c:pt>
                      <c:pt idx="2">
                        <c:v>70.069284902999996</c:v>
                      </c:pt>
                      <c:pt idx="3">
                        <c:v>45.122984993999999</c:v>
                      </c:pt>
                      <c:pt idx="4">
                        <c:v>35.536835783000001</c:v>
                      </c:pt>
                      <c:pt idx="5">
                        <c:v>45.990574733000003</c:v>
                      </c:pt>
                      <c:pt idx="6">
                        <c:v>87.481406819999989</c:v>
                      </c:pt>
                      <c:pt idx="7">
                        <c:v>126.83241651200001</c:v>
                      </c:pt>
                      <c:pt idx="8">
                        <c:v>153.65663006899999</c:v>
                      </c:pt>
                      <c:pt idx="9">
                        <c:v>167.476497408</c:v>
                      </c:pt>
                      <c:pt idx="10">
                        <c:v>184.87874734500002</c:v>
                      </c:pt>
                      <c:pt idx="11">
                        <c:v>206.67004559699998</c:v>
                      </c:pt>
                      <c:pt idx="12">
                        <c:v>222.136038652</c:v>
                      </c:pt>
                      <c:pt idx="13">
                        <c:v>250.12867172800003</c:v>
                      </c:pt>
                      <c:pt idx="14">
                        <c:v>254.38137182200001</c:v>
                      </c:pt>
                      <c:pt idx="15">
                        <c:v>243.20892254899996</c:v>
                      </c:pt>
                      <c:pt idx="16">
                        <c:v>221.942388053</c:v>
                      </c:pt>
                      <c:pt idx="17">
                        <c:v>228.53969704599996</c:v>
                      </c:pt>
                      <c:pt idx="18">
                        <c:v>226.80739363499998</c:v>
                      </c:pt>
                      <c:pt idx="19">
                        <c:v>264.27036843100001</c:v>
                      </c:pt>
                      <c:pt idx="20">
                        <c:v>294.330474783</c:v>
                      </c:pt>
                      <c:pt idx="21">
                        <c:v>328.77870370599999</c:v>
                      </c:pt>
                      <c:pt idx="22">
                        <c:v>323.72101672900004</c:v>
                      </c:pt>
                      <c:pt idx="23">
                        <c:v>278.53602867000001</c:v>
                      </c:pt>
                      <c:pt idx="24">
                        <c:v>207.20621600600001</c:v>
                      </c:pt>
                      <c:pt idx="25">
                        <c:v>136.516466597</c:v>
                      </c:pt>
                      <c:pt idx="26">
                        <c:v>83.595327795000003</c:v>
                      </c:pt>
                      <c:pt idx="27">
                        <c:v>52.802198273000002</c:v>
                      </c:pt>
                      <c:pt idx="28">
                        <c:v>38.524861772999998</c:v>
                      </c:pt>
                      <c:pt idx="29">
                        <c:v>44.905577053000002</c:v>
                      </c:pt>
                      <c:pt idx="30">
                        <c:v>77.726337791999995</c:v>
                      </c:pt>
                      <c:pt idx="31">
                        <c:v>113.22272106299999</c:v>
                      </c:pt>
                      <c:pt idx="32">
                        <c:v>152.005826681</c:v>
                      </c:pt>
                      <c:pt idx="33">
                        <c:v>181.31334270800002</c:v>
                      </c:pt>
                      <c:pt idx="34">
                        <c:v>206.19456412900001</c:v>
                      </c:pt>
                      <c:pt idx="35">
                        <c:v>231.55612114599998</c:v>
                      </c:pt>
                      <c:pt idx="36">
                        <c:v>233.87848296099997</c:v>
                      </c:pt>
                      <c:pt idx="37">
                        <c:v>250.07212709000001</c:v>
                      </c:pt>
                      <c:pt idx="38">
                        <c:v>289.90738547500001</c:v>
                      </c:pt>
                      <c:pt idx="39">
                        <c:v>268.873378554</c:v>
                      </c:pt>
                      <c:pt idx="40">
                        <c:v>235.20339866799998</c:v>
                      </c:pt>
                      <c:pt idx="41">
                        <c:v>236.87292185899997</c:v>
                      </c:pt>
                      <c:pt idx="42">
                        <c:v>232.68300412900001</c:v>
                      </c:pt>
                      <c:pt idx="43">
                        <c:v>270.927435237</c:v>
                      </c:pt>
                      <c:pt idx="44">
                        <c:v>303.902306549</c:v>
                      </c:pt>
                      <c:pt idx="45">
                        <c:v>341.66835393399998</c:v>
                      </c:pt>
                      <c:pt idx="46">
                        <c:v>333.887491426</c:v>
                      </c:pt>
                      <c:pt idx="47">
                        <c:v>287.24974278899998</c:v>
                      </c:pt>
                      <c:pt idx="48">
                        <c:v>213.79887115400001</c:v>
                      </c:pt>
                      <c:pt idx="49">
                        <c:v>139.85029455699998</c:v>
                      </c:pt>
                      <c:pt idx="50">
                        <c:v>83.675179463000006</c:v>
                      </c:pt>
                      <c:pt idx="51">
                        <c:v>52.235300704000004</c:v>
                      </c:pt>
                      <c:pt idx="52">
                        <c:v>38.351828197000003</c:v>
                      </c:pt>
                      <c:pt idx="53">
                        <c:v>45.752794899999998</c:v>
                      </c:pt>
                      <c:pt idx="54">
                        <c:v>81.460540234999996</c:v>
                      </c:pt>
                      <c:pt idx="55">
                        <c:v>118.64329198899999</c:v>
                      </c:pt>
                      <c:pt idx="56">
                        <c:v>154.10970263199999</c:v>
                      </c:pt>
                      <c:pt idx="57">
                        <c:v>176.783049433</c:v>
                      </c:pt>
                      <c:pt idx="58">
                        <c:v>194.20709566400001</c:v>
                      </c:pt>
                      <c:pt idx="59">
                        <c:v>214.91698045300001</c:v>
                      </c:pt>
                      <c:pt idx="60">
                        <c:v>225.68477263800003</c:v>
                      </c:pt>
                      <c:pt idx="61">
                        <c:v>258.54502250500002</c:v>
                      </c:pt>
                      <c:pt idx="62">
                        <c:v>267.34538523700002</c:v>
                      </c:pt>
                      <c:pt idx="63">
                        <c:v>252.44247678800002</c:v>
                      </c:pt>
                      <c:pt idx="64">
                        <c:v>226.80959674900004</c:v>
                      </c:pt>
                      <c:pt idx="65">
                        <c:v>231.45012808599998</c:v>
                      </c:pt>
                      <c:pt idx="66">
                        <c:v>226.83392049199998</c:v>
                      </c:pt>
                      <c:pt idx="67">
                        <c:v>262.70820185600002</c:v>
                      </c:pt>
                      <c:pt idx="68">
                        <c:v>295.522619255</c:v>
                      </c:pt>
                      <c:pt idx="69">
                        <c:v>329.75184657099999</c:v>
                      </c:pt>
                      <c:pt idx="70">
                        <c:v>318.49775707399999</c:v>
                      </c:pt>
                      <c:pt idx="71">
                        <c:v>264.138124576</c:v>
                      </c:pt>
                      <c:pt idx="72">
                        <c:v>185.44364313099999</c:v>
                      </c:pt>
                      <c:pt idx="73">
                        <c:v>114.12190770400001</c:v>
                      </c:pt>
                      <c:pt idx="74">
                        <c:v>67.865369649000002</c:v>
                      </c:pt>
                      <c:pt idx="75">
                        <c:v>43.682311757000008</c:v>
                      </c:pt>
                      <c:pt idx="76">
                        <c:v>34.655273184000002</c:v>
                      </c:pt>
                      <c:pt idx="77">
                        <c:v>44.225631087000004</c:v>
                      </c:pt>
                      <c:pt idx="78">
                        <c:v>84.230668198000004</c:v>
                      </c:pt>
                      <c:pt idx="79">
                        <c:v>120.3748149</c:v>
                      </c:pt>
                      <c:pt idx="80">
                        <c:v>147.79801191000001</c:v>
                      </c:pt>
                      <c:pt idx="81">
                        <c:v>162.15290402300002</c:v>
                      </c:pt>
                      <c:pt idx="82">
                        <c:v>178.10262338000001</c:v>
                      </c:pt>
                      <c:pt idx="83">
                        <c:v>199.85552438599998</c:v>
                      </c:pt>
                      <c:pt idx="84">
                        <c:v>212.659007583</c:v>
                      </c:pt>
                      <c:pt idx="85">
                        <c:v>238.36886941099999</c:v>
                      </c:pt>
                      <c:pt idx="86">
                        <c:v>241.87795501700003</c:v>
                      </c:pt>
                      <c:pt idx="87">
                        <c:v>229.511550524</c:v>
                      </c:pt>
                      <c:pt idx="88">
                        <c:v>217.93525535899997</c:v>
                      </c:pt>
                      <c:pt idx="89">
                        <c:v>227.13321222299999</c:v>
                      </c:pt>
                      <c:pt idx="90">
                        <c:v>224.42159662499998</c:v>
                      </c:pt>
                      <c:pt idx="91">
                        <c:v>261.15045181699998</c:v>
                      </c:pt>
                      <c:pt idx="92">
                        <c:v>295.91793926100001</c:v>
                      </c:pt>
                      <c:pt idx="93">
                        <c:v>328.92297720900007</c:v>
                      </c:pt>
                      <c:pt idx="94">
                        <c:v>313.90061367000004</c:v>
                      </c:pt>
                      <c:pt idx="95">
                        <c:v>254.55765629800004</c:v>
                      </c:pt>
                      <c:pt idx="96">
                        <c:v>174.734946519</c:v>
                      </c:pt>
                      <c:pt idx="97">
                        <c:v>106.66667902</c:v>
                      </c:pt>
                      <c:pt idx="98">
                        <c:v>63.655751055999993</c:v>
                      </c:pt>
                      <c:pt idx="99">
                        <c:v>42.006200444999998</c:v>
                      </c:pt>
                      <c:pt idx="100">
                        <c:v>33.929428942999998</c:v>
                      </c:pt>
                      <c:pt idx="101">
                        <c:v>43.919723200999996</c:v>
                      </c:pt>
                      <c:pt idx="102">
                        <c:v>86.022834982999996</c:v>
                      </c:pt>
                      <c:pt idx="103">
                        <c:v>123.78884334200001</c:v>
                      </c:pt>
                      <c:pt idx="104">
                        <c:v>149.26835171499999</c:v>
                      </c:pt>
                      <c:pt idx="105">
                        <c:v>162.97621594899999</c:v>
                      </c:pt>
                      <c:pt idx="106">
                        <c:v>178.54064482200002</c:v>
                      </c:pt>
                      <c:pt idx="107">
                        <c:v>201.57608627900001</c:v>
                      </c:pt>
                      <c:pt idx="108">
                        <c:v>214.236229022</c:v>
                      </c:pt>
                      <c:pt idx="109">
                        <c:v>240.134683177</c:v>
                      </c:pt>
                      <c:pt idx="110">
                        <c:v>241.282188937</c:v>
                      </c:pt>
                      <c:pt idx="111">
                        <c:v>229.453483858</c:v>
                      </c:pt>
                      <c:pt idx="112">
                        <c:v>217.19825167900001</c:v>
                      </c:pt>
                      <c:pt idx="113">
                        <c:v>224.61672832100001</c:v>
                      </c:pt>
                      <c:pt idx="114">
                        <c:v>222.94729423799998</c:v>
                      </c:pt>
                      <c:pt idx="115">
                        <c:v>260.66472477399998</c:v>
                      </c:pt>
                      <c:pt idx="116">
                        <c:v>296.52507194899999</c:v>
                      </c:pt>
                      <c:pt idx="117">
                        <c:v>332.12090223000001</c:v>
                      </c:pt>
                      <c:pt idx="118">
                        <c:v>316.35848857200006</c:v>
                      </c:pt>
                      <c:pt idx="119">
                        <c:v>257.74125643600001</c:v>
                      </c:pt>
                      <c:pt idx="120">
                        <c:v>177.40802804700002</c:v>
                      </c:pt>
                      <c:pt idx="121">
                        <c:v>108.09880977799999</c:v>
                      </c:pt>
                      <c:pt idx="122">
                        <c:v>63.822781469000006</c:v>
                      </c:pt>
                      <c:pt idx="123">
                        <c:v>41.729720912999994</c:v>
                      </c:pt>
                      <c:pt idx="124">
                        <c:v>33.585241961000001</c:v>
                      </c:pt>
                      <c:pt idx="125">
                        <c:v>43.757949985000003</c:v>
                      </c:pt>
                      <c:pt idx="126">
                        <c:v>86.507182556999993</c:v>
                      </c:pt>
                      <c:pt idx="127">
                        <c:v>125.08205572</c:v>
                      </c:pt>
                      <c:pt idx="128">
                        <c:v>150.77876050500001</c:v>
                      </c:pt>
                      <c:pt idx="129">
                        <c:v>165.11111727700001</c:v>
                      </c:pt>
                      <c:pt idx="130">
                        <c:v>182.42757955899998</c:v>
                      </c:pt>
                      <c:pt idx="131">
                        <c:v>202.767352558</c:v>
                      </c:pt>
                      <c:pt idx="132">
                        <c:v>220.39204464299999</c:v>
                      </c:pt>
                      <c:pt idx="133">
                        <c:v>256.41052153200002</c:v>
                      </c:pt>
                      <c:pt idx="134">
                        <c:v>258.503693242</c:v>
                      </c:pt>
                      <c:pt idx="135">
                        <c:v>241.88796231399999</c:v>
                      </c:pt>
                      <c:pt idx="136">
                        <c:v>220.29396321500002</c:v>
                      </c:pt>
                      <c:pt idx="137">
                        <c:v>226.20606187800001</c:v>
                      </c:pt>
                      <c:pt idx="138">
                        <c:v>241.80356955900001</c:v>
                      </c:pt>
                      <c:pt idx="139">
                        <c:v>277.59297253800003</c:v>
                      </c:pt>
                      <c:pt idx="140">
                        <c:v>299.972481421</c:v>
                      </c:pt>
                      <c:pt idx="141">
                        <c:v>332.86449789699998</c:v>
                      </c:pt>
                      <c:pt idx="142">
                        <c:v>316.84499662099995</c:v>
                      </c:pt>
                      <c:pt idx="143">
                        <c:v>258.32375102199995</c:v>
                      </c:pt>
                      <c:pt idx="144">
                        <c:v>183.77054994900001</c:v>
                      </c:pt>
                      <c:pt idx="145">
                        <c:v>113.85403834500001</c:v>
                      </c:pt>
                      <c:pt idx="146">
                        <c:v>69.360402833999999</c:v>
                      </c:pt>
                      <c:pt idx="147">
                        <c:v>43.24307374</c:v>
                      </c:pt>
                      <c:pt idx="148">
                        <c:v>34.142928732999998</c:v>
                      </c:pt>
                      <c:pt idx="149">
                        <c:v>44.679418843999997</c:v>
                      </c:pt>
                      <c:pt idx="150">
                        <c:v>88.930274842000017</c:v>
                      </c:pt>
                      <c:pt idx="151">
                        <c:v>127.023884474</c:v>
                      </c:pt>
                      <c:pt idx="152">
                        <c:v>153.04071489799998</c:v>
                      </c:pt>
                      <c:pt idx="153">
                        <c:v>166.56542839700001</c:v>
                      </c:pt>
                      <c:pt idx="154">
                        <c:v>181.863910422</c:v>
                      </c:pt>
                      <c:pt idx="155">
                        <c:v>202.89436547499997</c:v>
                      </c:pt>
                      <c:pt idx="156">
                        <c:v>215.27852330400003</c:v>
                      </c:pt>
                      <c:pt idx="157">
                        <c:v>240.82265977500003</c:v>
                      </c:pt>
                      <c:pt idx="158">
                        <c:v>243.460534053</c:v>
                      </c:pt>
                      <c:pt idx="159">
                        <c:v>231.455642926</c:v>
                      </c:pt>
                      <c:pt idx="160">
                        <c:v>222.05262091200001</c:v>
                      </c:pt>
                      <c:pt idx="161">
                        <c:v>230.087785575</c:v>
                      </c:pt>
                      <c:pt idx="162">
                        <c:v>228.39799118799999</c:v>
                      </c:pt>
                      <c:pt idx="163">
                        <c:v>263.50487898299997</c:v>
                      </c:pt>
                      <c:pt idx="164">
                        <c:v>296.31327164599998</c:v>
                      </c:pt>
                      <c:pt idx="165">
                        <c:v>328.35081979300003</c:v>
                      </c:pt>
                      <c:pt idx="166">
                        <c:v>315.39282597699997</c:v>
                      </c:pt>
                      <c:pt idx="167">
                        <c:v>255.85195362899998</c:v>
                      </c:pt>
                      <c:pt idx="168">
                        <c:v>177.43791699499999</c:v>
                      </c:pt>
                      <c:pt idx="169">
                        <c:v>109.03618791199999</c:v>
                      </c:pt>
                      <c:pt idx="170">
                        <c:v>65.423581776999995</c:v>
                      </c:pt>
                      <c:pt idx="171">
                        <c:v>43.020902790000008</c:v>
                      </c:pt>
                      <c:pt idx="172">
                        <c:v>34.851374704000001</c:v>
                      </c:pt>
                      <c:pt idx="173">
                        <c:v>45.511479451</c:v>
                      </c:pt>
                      <c:pt idx="174">
                        <c:v>90.794675807999994</c:v>
                      </c:pt>
                      <c:pt idx="175">
                        <c:v>132.78118974200001</c:v>
                      </c:pt>
                      <c:pt idx="176">
                        <c:v>164.93265427399999</c:v>
                      </c:pt>
                      <c:pt idx="177">
                        <c:v>187.137719167</c:v>
                      </c:pt>
                      <c:pt idx="178">
                        <c:v>195.09651627700001</c:v>
                      </c:pt>
                      <c:pt idx="179">
                        <c:v>210.95150063300002</c:v>
                      </c:pt>
                      <c:pt idx="180">
                        <c:v>226.547820879</c:v>
                      </c:pt>
                      <c:pt idx="181">
                        <c:v>252.71000907499999</c:v>
                      </c:pt>
                      <c:pt idx="182">
                        <c:v>253.59507997899999</c:v>
                      </c:pt>
                      <c:pt idx="183">
                        <c:v>239.83906745199999</c:v>
                      </c:pt>
                      <c:pt idx="184">
                        <c:v>224.44622121499998</c:v>
                      </c:pt>
                      <c:pt idx="185">
                        <c:v>229.92496057900001</c:v>
                      </c:pt>
                      <c:pt idx="186">
                        <c:v>232.39881581999998</c:v>
                      </c:pt>
                      <c:pt idx="187">
                        <c:v>271.47995073200002</c:v>
                      </c:pt>
                      <c:pt idx="188">
                        <c:v>303.35051463999997</c:v>
                      </c:pt>
                      <c:pt idx="189">
                        <c:v>333.60621722999997</c:v>
                      </c:pt>
                      <c:pt idx="190">
                        <c:v>325.30109538199997</c:v>
                      </c:pt>
                      <c:pt idx="191">
                        <c:v>275.06780367499999</c:v>
                      </c:pt>
                      <c:pt idx="192">
                        <c:v>201.94741467800003</c:v>
                      </c:pt>
                      <c:pt idx="193">
                        <c:v>130.55946335500002</c:v>
                      </c:pt>
                      <c:pt idx="194">
                        <c:v>79.673070684999999</c:v>
                      </c:pt>
                      <c:pt idx="195">
                        <c:v>52.264068037999998</c:v>
                      </c:pt>
                      <c:pt idx="196">
                        <c:v>39.28709472700001</c:v>
                      </c:pt>
                      <c:pt idx="197">
                        <c:v>44.149702372</c:v>
                      </c:pt>
                      <c:pt idx="198">
                        <c:v>79.873265703000001</c:v>
                      </c:pt>
                      <c:pt idx="199">
                        <c:v>116.350942518</c:v>
                      </c:pt>
                      <c:pt idx="200">
                        <c:v>156.22013937</c:v>
                      </c:pt>
                      <c:pt idx="201">
                        <c:v>184.39324069900002</c:v>
                      </c:pt>
                      <c:pt idx="202">
                        <c:v>208.64088169099998</c:v>
                      </c:pt>
                      <c:pt idx="203">
                        <c:v>232.50095807399998</c:v>
                      </c:pt>
                      <c:pt idx="204">
                        <c:v>233.28918536999998</c:v>
                      </c:pt>
                      <c:pt idx="205">
                        <c:v>251.14396488200001</c:v>
                      </c:pt>
                      <c:pt idx="206">
                        <c:v>289.87850168699998</c:v>
                      </c:pt>
                      <c:pt idx="207">
                        <c:v>266.70831015699997</c:v>
                      </c:pt>
                      <c:pt idx="208">
                        <c:v>241.98741843900001</c:v>
                      </c:pt>
                      <c:pt idx="209">
                        <c:v>244.57090432500001</c:v>
                      </c:pt>
                      <c:pt idx="210">
                        <c:v>241.40105687700003</c:v>
                      </c:pt>
                      <c:pt idx="211">
                        <c:v>277.83881710100002</c:v>
                      </c:pt>
                      <c:pt idx="212">
                        <c:v>311.20936946099999</c:v>
                      </c:pt>
                      <c:pt idx="213">
                        <c:v>341.760550733</c:v>
                      </c:pt>
                      <c:pt idx="214">
                        <c:v>334.37429565499997</c:v>
                      </c:pt>
                      <c:pt idx="215">
                        <c:v>280.66772010599999</c:v>
                      </c:pt>
                      <c:pt idx="216">
                        <c:v>203.09663789899997</c:v>
                      </c:pt>
                      <c:pt idx="217">
                        <c:v>128.98699106699999</c:v>
                      </c:pt>
                      <c:pt idx="218">
                        <c:v>78.425430173999999</c:v>
                      </c:pt>
                      <c:pt idx="219">
                        <c:v>49.639331087000002</c:v>
                      </c:pt>
                      <c:pt idx="220">
                        <c:v>37.250333189999999</c:v>
                      </c:pt>
                      <c:pt idx="221">
                        <c:v>44.103543264999999</c:v>
                      </c:pt>
                      <c:pt idx="222">
                        <c:v>82.785974390000007</c:v>
                      </c:pt>
                      <c:pt idx="223">
                        <c:v>121.35563635600001</c:v>
                      </c:pt>
                      <c:pt idx="224">
                        <c:v>156.492312005</c:v>
                      </c:pt>
                      <c:pt idx="225">
                        <c:v>176.764971546</c:v>
                      </c:pt>
                      <c:pt idx="226">
                        <c:v>193.45410377000002</c:v>
                      </c:pt>
                      <c:pt idx="227">
                        <c:v>213.198819437</c:v>
                      </c:pt>
                      <c:pt idx="228">
                        <c:v>222.682192628</c:v>
                      </c:pt>
                      <c:pt idx="229">
                        <c:v>256.44645892800003</c:v>
                      </c:pt>
                      <c:pt idx="230">
                        <c:v>265.083143431</c:v>
                      </c:pt>
                      <c:pt idx="231">
                        <c:v>247.844181179</c:v>
                      </c:pt>
                      <c:pt idx="232">
                        <c:v>228.15487695300001</c:v>
                      </c:pt>
                      <c:pt idx="233">
                        <c:v>234.025195078</c:v>
                      </c:pt>
                      <c:pt idx="234">
                        <c:v>235.71161550300002</c:v>
                      </c:pt>
                      <c:pt idx="235">
                        <c:v>269.599517144</c:v>
                      </c:pt>
                      <c:pt idx="236">
                        <c:v>308.162524443</c:v>
                      </c:pt>
                      <c:pt idx="237">
                        <c:v>339.22481165899995</c:v>
                      </c:pt>
                      <c:pt idx="238">
                        <c:v>318.345960676</c:v>
                      </c:pt>
                      <c:pt idx="239">
                        <c:v>256.47872087500002</c:v>
                      </c:pt>
                      <c:pt idx="240">
                        <c:v>176.03389176799999</c:v>
                      </c:pt>
                      <c:pt idx="241">
                        <c:v>108.205781762</c:v>
                      </c:pt>
                      <c:pt idx="242">
                        <c:v>64.899733151000007</c:v>
                      </c:pt>
                      <c:pt idx="243">
                        <c:v>42.915002049999998</c:v>
                      </c:pt>
                      <c:pt idx="244">
                        <c:v>34.588124645999997</c:v>
                      </c:pt>
                      <c:pt idx="245">
                        <c:v>42.90528965899999</c:v>
                      </c:pt>
                      <c:pt idx="246">
                        <c:v>85.447897284999982</c:v>
                      </c:pt>
                      <c:pt idx="247">
                        <c:v>122.41784707900001</c:v>
                      </c:pt>
                      <c:pt idx="248">
                        <c:v>150.59027594200001</c:v>
                      </c:pt>
                      <c:pt idx="249">
                        <c:v>161.71695325900001</c:v>
                      </c:pt>
                      <c:pt idx="250">
                        <c:v>175.68552656599999</c:v>
                      </c:pt>
                      <c:pt idx="251">
                        <c:v>195.880102661</c:v>
                      </c:pt>
                      <c:pt idx="252">
                        <c:v>210.278532082</c:v>
                      </c:pt>
                      <c:pt idx="253">
                        <c:v>236.42173578000001</c:v>
                      </c:pt>
                      <c:pt idx="254">
                        <c:v>239.55970311600004</c:v>
                      </c:pt>
                      <c:pt idx="255">
                        <c:v>227.678434463</c:v>
                      </c:pt>
                      <c:pt idx="256">
                        <c:v>222.349779738</c:v>
                      </c:pt>
                      <c:pt idx="257">
                        <c:v>233.78404357299996</c:v>
                      </c:pt>
                      <c:pt idx="258">
                        <c:v>234.38688153499996</c:v>
                      </c:pt>
                      <c:pt idx="259">
                        <c:v>267.29895006700002</c:v>
                      </c:pt>
                      <c:pt idx="260">
                        <c:v>303.41080034000004</c:v>
                      </c:pt>
                      <c:pt idx="261">
                        <c:v>330.599526019</c:v>
                      </c:pt>
                      <c:pt idx="262">
                        <c:v>313.28545395099997</c:v>
                      </c:pt>
                      <c:pt idx="263">
                        <c:v>248.62760410199996</c:v>
                      </c:pt>
                      <c:pt idx="264">
                        <c:v>171.38814323599999</c:v>
                      </c:pt>
                      <c:pt idx="265">
                        <c:v>103.38155439499999</c:v>
                      </c:pt>
                      <c:pt idx="266">
                        <c:v>61.750631010000006</c:v>
                      </c:pt>
                      <c:pt idx="267">
                        <c:v>41.145618482999993</c:v>
                      </c:pt>
                      <c:pt idx="268">
                        <c:v>33.588993062</c:v>
                      </c:pt>
                      <c:pt idx="269">
                        <c:v>42.841192513000003</c:v>
                      </c:pt>
                      <c:pt idx="270">
                        <c:v>87.846212964000003</c:v>
                      </c:pt>
                      <c:pt idx="271">
                        <c:v>126.712829197</c:v>
                      </c:pt>
                      <c:pt idx="272">
                        <c:v>152.03119952599999</c:v>
                      </c:pt>
                      <c:pt idx="273">
                        <c:v>164.71245664999998</c:v>
                      </c:pt>
                      <c:pt idx="274">
                        <c:v>180.15967297500003</c:v>
                      </c:pt>
                      <c:pt idx="275">
                        <c:v>201.38916662299999</c:v>
                      </c:pt>
                      <c:pt idx="276">
                        <c:v>214.67899741900001</c:v>
                      </c:pt>
                      <c:pt idx="277">
                        <c:v>240.12789334799999</c:v>
                      </c:pt>
                      <c:pt idx="278">
                        <c:v>240.17443131099998</c:v>
                      </c:pt>
                      <c:pt idx="279">
                        <c:v>228.344466842</c:v>
                      </c:pt>
                      <c:pt idx="280">
                        <c:v>223.19664330000001</c:v>
                      </c:pt>
                      <c:pt idx="281">
                        <c:v>231.85614887499997</c:v>
                      </c:pt>
                      <c:pt idx="282">
                        <c:v>233.01782162699999</c:v>
                      </c:pt>
                      <c:pt idx="283">
                        <c:v>270.24346595000003</c:v>
                      </c:pt>
                      <c:pt idx="284">
                        <c:v>307.70573640200001</c:v>
                      </c:pt>
                      <c:pt idx="285">
                        <c:v>335.75872259599998</c:v>
                      </c:pt>
                      <c:pt idx="286">
                        <c:v>313.48510527500002</c:v>
                      </c:pt>
                      <c:pt idx="287">
                        <c:v>248.269448109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7-6C6F-49E4-8F59-330269BCC199}"/>
                  </c:ext>
                </c:extLst>
              </c15:ser>
            </c15:filteredLineSeries>
            <c15:filteredLineSeries>
              <c15:ser>
                <c:idx val="34"/>
                <c:order val="3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12-10-2026'!$AJ$1</c15:sqref>
                        </c15:formulaRef>
                      </c:ext>
                    </c:extLst>
                    <c:strCache>
                      <c:ptCount val="1"/>
                      <c:pt idx="0">
                        <c:v>Ericsson SGI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12-10-2026'!$AJ$2:$AJ$289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159.565929408269</c:v>
                      </c:pt>
                      <c:pt idx="1">
                        <c:v>101.388959776538</c:v>
                      </c:pt>
                      <c:pt idx="2">
                        <c:v>60.933134680962993</c:v>
                      </c:pt>
                      <c:pt idx="3">
                        <c:v>37.599420147977</c:v>
                      </c:pt>
                      <c:pt idx="4">
                        <c:v>27.209030917080003</c:v>
                      </c:pt>
                      <c:pt idx="5">
                        <c:v>28.247139746367999</c:v>
                      </c:pt>
                      <c:pt idx="6">
                        <c:v>54.734091645412001</c:v>
                      </c:pt>
                      <c:pt idx="7">
                        <c:v>86.151483474174</c:v>
                      </c:pt>
                      <c:pt idx="8">
                        <c:v>109.105618380566</c:v>
                      </c:pt>
                      <c:pt idx="9">
                        <c:v>120.362476185421</c:v>
                      </c:pt>
                      <c:pt idx="10">
                        <c:v>135.14984405832001</c:v>
                      </c:pt>
                      <c:pt idx="11">
                        <c:v>152.645075322694</c:v>
                      </c:pt>
                      <c:pt idx="12">
                        <c:v>165.433138720003</c:v>
                      </c:pt>
                      <c:pt idx="13">
                        <c:v>182.73838879996399</c:v>
                      </c:pt>
                      <c:pt idx="14">
                        <c:v>193.68021905863202</c:v>
                      </c:pt>
                      <c:pt idx="15">
                        <c:v>190.562283630884</c:v>
                      </c:pt>
                      <c:pt idx="16">
                        <c:v>171.070886184025</c:v>
                      </c:pt>
                      <c:pt idx="17">
                        <c:v>178.26695787996803</c:v>
                      </c:pt>
                      <c:pt idx="18">
                        <c:v>177.08921061089501</c:v>
                      </c:pt>
                      <c:pt idx="19">
                        <c:v>194.961146087792</c:v>
                      </c:pt>
                      <c:pt idx="20">
                        <c:v>215.23094646248401</c:v>
                      </c:pt>
                      <c:pt idx="21">
                        <c:v>257.27942247462101</c:v>
                      </c:pt>
                      <c:pt idx="22">
                        <c:v>265.050988247867</c:v>
                      </c:pt>
                      <c:pt idx="23">
                        <c:v>234.64235065867598</c:v>
                      </c:pt>
                      <c:pt idx="24">
                        <c:v>178.40893422098901</c:v>
                      </c:pt>
                      <c:pt idx="25">
                        <c:v>116.39871981150898</c:v>
                      </c:pt>
                      <c:pt idx="26">
                        <c:v>69.409917806102001</c:v>
                      </c:pt>
                      <c:pt idx="27">
                        <c:v>45.407834538144996</c:v>
                      </c:pt>
                      <c:pt idx="28">
                        <c:v>30.963365409218</c:v>
                      </c:pt>
                      <c:pt idx="29">
                        <c:v>28.115829645541002</c:v>
                      </c:pt>
                      <c:pt idx="30">
                        <c:v>46.891502087112002</c:v>
                      </c:pt>
                      <c:pt idx="31">
                        <c:v>68.205872395260002</c:v>
                      </c:pt>
                      <c:pt idx="32">
                        <c:v>97.877652180903993</c:v>
                      </c:pt>
                      <c:pt idx="33">
                        <c:v>124.17389438009903</c:v>
                      </c:pt>
                      <c:pt idx="34">
                        <c:v>147.04698513865699</c:v>
                      </c:pt>
                      <c:pt idx="35">
                        <c:v>168.100666579495</c:v>
                      </c:pt>
                      <c:pt idx="36">
                        <c:v>175.47981834557299</c:v>
                      </c:pt>
                      <c:pt idx="37">
                        <c:v>180.70675485538999</c:v>
                      </c:pt>
                      <c:pt idx="38">
                        <c:v>225.92152503165704</c:v>
                      </c:pt>
                      <c:pt idx="39">
                        <c:v>215.66355789858198</c:v>
                      </c:pt>
                      <c:pt idx="40">
                        <c:v>181.83086992026901</c:v>
                      </c:pt>
                      <c:pt idx="41">
                        <c:v>183.75298010439002</c:v>
                      </c:pt>
                      <c:pt idx="42">
                        <c:v>181.40079549487399</c:v>
                      </c:pt>
                      <c:pt idx="43">
                        <c:v>202.59535879696898</c:v>
                      </c:pt>
                      <c:pt idx="44">
                        <c:v>224.658604156168</c:v>
                      </c:pt>
                      <c:pt idx="45">
                        <c:v>269.95587714879798</c:v>
                      </c:pt>
                      <c:pt idx="46">
                        <c:v>274.19278745388397</c:v>
                      </c:pt>
                      <c:pt idx="47">
                        <c:v>244.599199456272</c:v>
                      </c:pt>
                      <c:pt idx="48">
                        <c:v>186.93884941410499</c:v>
                      </c:pt>
                      <c:pt idx="49">
                        <c:v>124.88896641602199</c:v>
                      </c:pt>
                      <c:pt idx="50">
                        <c:v>75.742426868519999</c:v>
                      </c:pt>
                      <c:pt idx="51">
                        <c:v>45.777378225489997</c:v>
                      </c:pt>
                      <c:pt idx="52">
                        <c:v>30.348680893417999</c:v>
                      </c:pt>
                      <c:pt idx="53">
                        <c:v>27.687562329598997</c:v>
                      </c:pt>
                      <c:pt idx="54">
                        <c:v>48.220767701765993</c:v>
                      </c:pt>
                      <c:pt idx="55">
                        <c:v>72.820138344371998</c:v>
                      </c:pt>
                      <c:pt idx="56">
                        <c:v>101.21201726666</c:v>
                      </c:pt>
                      <c:pt idx="57">
                        <c:v>123.86995298199301</c:v>
                      </c:pt>
                      <c:pt idx="58">
                        <c:v>141.093455946479</c:v>
                      </c:pt>
                      <c:pt idx="59">
                        <c:v>160.44113857196402</c:v>
                      </c:pt>
                      <c:pt idx="60">
                        <c:v>171.36242187406299</c:v>
                      </c:pt>
                      <c:pt idx="61">
                        <c:v>193.41800600589698</c:v>
                      </c:pt>
                      <c:pt idx="62">
                        <c:v>209.00540768016</c:v>
                      </c:pt>
                      <c:pt idx="63">
                        <c:v>202.18149463989801</c:v>
                      </c:pt>
                      <c:pt idx="64">
                        <c:v>177.37513427428598</c:v>
                      </c:pt>
                      <c:pt idx="65">
                        <c:v>182.10350288475303</c:v>
                      </c:pt>
                      <c:pt idx="66">
                        <c:v>180.11639354432501</c:v>
                      </c:pt>
                      <c:pt idx="67">
                        <c:v>197.74864341207501</c:v>
                      </c:pt>
                      <c:pt idx="68">
                        <c:v>217.584011729206</c:v>
                      </c:pt>
                      <c:pt idx="69">
                        <c:v>260.05152597086197</c:v>
                      </c:pt>
                      <c:pt idx="70">
                        <c:v>262.706349980357</c:v>
                      </c:pt>
                      <c:pt idx="71">
                        <c:v>223.94676705244601</c:v>
                      </c:pt>
                      <c:pt idx="72">
                        <c:v>159.560448768014</c:v>
                      </c:pt>
                      <c:pt idx="73">
                        <c:v>99.627981036395994</c:v>
                      </c:pt>
                      <c:pt idx="74">
                        <c:v>59.141093769341992</c:v>
                      </c:pt>
                      <c:pt idx="75">
                        <c:v>36.653141156036</c:v>
                      </c:pt>
                      <c:pt idx="76">
                        <c:v>26.326960532176003</c:v>
                      </c:pt>
                      <c:pt idx="77">
                        <c:v>26.74712407578</c:v>
                      </c:pt>
                      <c:pt idx="78">
                        <c:v>52.189652078259996</c:v>
                      </c:pt>
                      <c:pt idx="79">
                        <c:v>82.293780509849</c:v>
                      </c:pt>
                      <c:pt idx="80">
                        <c:v>105.498683678237</c:v>
                      </c:pt>
                      <c:pt idx="81">
                        <c:v>118.52734894209601</c:v>
                      </c:pt>
                      <c:pt idx="82">
                        <c:v>132.925006200609</c:v>
                      </c:pt>
                      <c:pt idx="83">
                        <c:v>150.10764366150698</c:v>
                      </c:pt>
                      <c:pt idx="84">
                        <c:v>161.29462109034802</c:v>
                      </c:pt>
                      <c:pt idx="85">
                        <c:v>176.33349459502199</c:v>
                      </c:pt>
                      <c:pt idx="86">
                        <c:v>184.577440124916</c:v>
                      </c:pt>
                      <c:pt idx="87">
                        <c:v>180.28739964546199</c:v>
                      </c:pt>
                      <c:pt idx="88">
                        <c:v>167.08671279304198</c:v>
                      </c:pt>
                      <c:pt idx="89">
                        <c:v>177.610377189909</c:v>
                      </c:pt>
                      <c:pt idx="90">
                        <c:v>175.03793233259</c:v>
                      </c:pt>
                      <c:pt idx="91">
                        <c:v>196.07037385476596</c:v>
                      </c:pt>
                      <c:pt idx="92">
                        <c:v>217.31161721417701</c:v>
                      </c:pt>
                      <c:pt idx="93">
                        <c:v>260.99607712525301</c:v>
                      </c:pt>
                      <c:pt idx="94">
                        <c:v>261.20152924585301</c:v>
                      </c:pt>
                      <c:pt idx="95">
                        <c:v>218.25730659572102</c:v>
                      </c:pt>
                      <c:pt idx="96">
                        <c:v>153.620341110015</c:v>
                      </c:pt>
                      <c:pt idx="97">
                        <c:v>95.416579128270996</c:v>
                      </c:pt>
                      <c:pt idx="98">
                        <c:v>56.082370646710999</c:v>
                      </c:pt>
                      <c:pt idx="99">
                        <c:v>34.918153442201998</c:v>
                      </c:pt>
                      <c:pt idx="100">
                        <c:v>25.613297204003</c:v>
                      </c:pt>
                      <c:pt idx="101">
                        <c:v>26.092257765567002</c:v>
                      </c:pt>
                      <c:pt idx="102">
                        <c:v>52.575575461475005</c:v>
                      </c:pt>
                      <c:pt idx="103">
                        <c:v>84.447826248343006</c:v>
                      </c:pt>
                      <c:pt idx="104">
                        <c:v>107.130219307475</c:v>
                      </c:pt>
                      <c:pt idx="105">
                        <c:v>119.106968781006</c:v>
                      </c:pt>
                      <c:pt idx="106">
                        <c:v>133.685377123145</c:v>
                      </c:pt>
                      <c:pt idx="107">
                        <c:v>152.35471081277501</c:v>
                      </c:pt>
                      <c:pt idx="108">
                        <c:v>163.85848820221497</c:v>
                      </c:pt>
                      <c:pt idx="109">
                        <c:v>178.71511456528401</c:v>
                      </c:pt>
                      <c:pt idx="110">
                        <c:v>186.36898511238599</c:v>
                      </c:pt>
                      <c:pt idx="111">
                        <c:v>182.28952042246999</c:v>
                      </c:pt>
                      <c:pt idx="112">
                        <c:v>168.29818070876098</c:v>
                      </c:pt>
                      <c:pt idx="113">
                        <c:v>178.42023697945001</c:v>
                      </c:pt>
                      <c:pt idx="114">
                        <c:v>176.48877847833899</c:v>
                      </c:pt>
                      <c:pt idx="115">
                        <c:v>197.448285321855</c:v>
                      </c:pt>
                      <c:pt idx="116">
                        <c:v>219.03269810823301</c:v>
                      </c:pt>
                      <c:pt idx="117">
                        <c:v>265.29336931226396</c:v>
                      </c:pt>
                      <c:pt idx="118">
                        <c:v>263.11653099822001</c:v>
                      </c:pt>
                      <c:pt idx="119">
                        <c:v>220.18119194875598</c:v>
                      </c:pt>
                      <c:pt idx="120">
                        <c:v>153.72285523590102</c:v>
                      </c:pt>
                      <c:pt idx="121">
                        <c:v>95.129123681535006</c:v>
                      </c:pt>
                      <c:pt idx="122">
                        <c:v>55.697952774488996</c:v>
                      </c:pt>
                      <c:pt idx="123">
                        <c:v>34.560072744318994</c:v>
                      </c:pt>
                      <c:pt idx="124">
                        <c:v>25.496566202186997</c:v>
                      </c:pt>
                      <c:pt idx="125">
                        <c:v>26.575141036472999</c:v>
                      </c:pt>
                      <c:pt idx="126">
                        <c:v>54.155133666590004</c:v>
                      </c:pt>
                      <c:pt idx="127">
                        <c:v>86.914998081792987</c:v>
                      </c:pt>
                      <c:pt idx="128">
                        <c:v>110.00885794263598</c:v>
                      </c:pt>
                      <c:pt idx="129">
                        <c:v>122.30166628345999</c:v>
                      </c:pt>
                      <c:pt idx="130">
                        <c:v>136.31830945287501</c:v>
                      </c:pt>
                      <c:pt idx="131">
                        <c:v>153.00515191832801</c:v>
                      </c:pt>
                      <c:pt idx="132">
                        <c:v>167.97560386508502</c:v>
                      </c:pt>
                      <c:pt idx="133">
                        <c:v>192.249957179809</c:v>
                      </c:pt>
                      <c:pt idx="134">
                        <c:v>199.99797215548699</c:v>
                      </c:pt>
                      <c:pt idx="135">
                        <c:v>192.19646220052601</c:v>
                      </c:pt>
                      <c:pt idx="136">
                        <c:v>170.92963068958503</c:v>
                      </c:pt>
                      <c:pt idx="137">
                        <c:v>180.58068471985501</c:v>
                      </c:pt>
                      <c:pt idx="138">
                        <c:v>197.26161918559001</c:v>
                      </c:pt>
                      <c:pt idx="139">
                        <c:v>220.72634255219998</c:v>
                      </c:pt>
                      <c:pt idx="140">
                        <c:v>226.06798260870599</c:v>
                      </c:pt>
                      <c:pt idx="141">
                        <c:v>269.33596336813702</c:v>
                      </c:pt>
                      <c:pt idx="142">
                        <c:v>264.81608732398701</c:v>
                      </c:pt>
                      <c:pt idx="143">
                        <c:v>220.544376205628</c:v>
                      </c:pt>
                      <c:pt idx="144">
                        <c:v>160.250151990821</c:v>
                      </c:pt>
                      <c:pt idx="145">
                        <c:v>99.755734090379008</c:v>
                      </c:pt>
                      <c:pt idx="146">
                        <c:v>61.130218835313002</c:v>
                      </c:pt>
                      <c:pt idx="147">
                        <c:v>35.976212307661001</c:v>
                      </c:pt>
                      <c:pt idx="148">
                        <c:v>26.200878114561</c:v>
                      </c:pt>
                      <c:pt idx="149">
                        <c:v>27.309118059154997</c:v>
                      </c:pt>
                      <c:pt idx="150">
                        <c:v>54.784010839860002</c:v>
                      </c:pt>
                      <c:pt idx="151">
                        <c:v>88.043785060402996</c:v>
                      </c:pt>
                      <c:pt idx="152">
                        <c:v>112.232306579577</c:v>
                      </c:pt>
                      <c:pt idx="153">
                        <c:v>123.21963067638301</c:v>
                      </c:pt>
                      <c:pt idx="154">
                        <c:v>136.83449556356402</c:v>
                      </c:pt>
                      <c:pt idx="155">
                        <c:v>152.26399937492201</c:v>
                      </c:pt>
                      <c:pt idx="156">
                        <c:v>163.68812410906799</c:v>
                      </c:pt>
                      <c:pt idx="157">
                        <c:v>178.73715586876202</c:v>
                      </c:pt>
                      <c:pt idx="158">
                        <c:v>187.700523927869</c:v>
                      </c:pt>
                      <c:pt idx="159">
                        <c:v>184.365608767266</c:v>
                      </c:pt>
                      <c:pt idx="160">
                        <c:v>171.97389510648699</c:v>
                      </c:pt>
                      <c:pt idx="161">
                        <c:v>184.03948942050201</c:v>
                      </c:pt>
                      <c:pt idx="162">
                        <c:v>181.78508557307299</c:v>
                      </c:pt>
                      <c:pt idx="163">
                        <c:v>203.86034670833598</c:v>
                      </c:pt>
                      <c:pt idx="164">
                        <c:v>222.29003240581801</c:v>
                      </c:pt>
                      <c:pt idx="165">
                        <c:v>265.03024489412201</c:v>
                      </c:pt>
                      <c:pt idx="166">
                        <c:v>263.81297607133803</c:v>
                      </c:pt>
                      <c:pt idx="167">
                        <c:v>215.70690584313701</c:v>
                      </c:pt>
                      <c:pt idx="168">
                        <c:v>150.40791424355001</c:v>
                      </c:pt>
                      <c:pt idx="169">
                        <c:v>92.387209881052001</c:v>
                      </c:pt>
                      <c:pt idx="170">
                        <c:v>55.580607314009995</c:v>
                      </c:pt>
                      <c:pt idx="171">
                        <c:v>35.195532765943994</c:v>
                      </c:pt>
                      <c:pt idx="172">
                        <c:v>26.133933945590996</c:v>
                      </c:pt>
                      <c:pt idx="173">
                        <c:v>27.672555908345</c:v>
                      </c:pt>
                      <c:pt idx="174">
                        <c:v>56.689019479937002</c:v>
                      </c:pt>
                      <c:pt idx="175">
                        <c:v>94.196682055805979</c:v>
                      </c:pt>
                      <c:pt idx="176">
                        <c:v>121.534136577491</c:v>
                      </c:pt>
                      <c:pt idx="177">
                        <c:v>137.038343058332</c:v>
                      </c:pt>
                      <c:pt idx="178">
                        <c:v>148.646420218272</c:v>
                      </c:pt>
                      <c:pt idx="179">
                        <c:v>161.79440083088298</c:v>
                      </c:pt>
                      <c:pt idx="180">
                        <c:v>172.00225015818899</c:v>
                      </c:pt>
                      <c:pt idx="181">
                        <c:v>187.406240140036</c:v>
                      </c:pt>
                      <c:pt idx="182">
                        <c:v>195.51886402599499</c:v>
                      </c:pt>
                      <c:pt idx="183">
                        <c:v>191.47112525776498</c:v>
                      </c:pt>
                      <c:pt idx="184">
                        <c:v>174.22393611225701</c:v>
                      </c:pt>
                      <c:pt idx="185">
                        <c:v>182.94148740625499</c:v>
                      </c:pt>
                      <c:pt idx="186">
                        <c:v>181.51190304137299</c:v>
                      </c:pt>
                      <c:pt idx="187">
                        <c:v>207.71494144375004</c:v>
                      </c:pt>
                      <c:pt idx="188">
                        <c:v>224.39006803038899</c:v>
                      </c:pt>
                      <c:pt idx="189">
                        <c:v>264.49331526930598</c:v>
                      </c:pt>
                      <c:pt idx="190">
                        <c:v>268.02468509322398</c:v>
                      </c:pt>
                      <c:pt idx="191">
                        <c:v>231.52408946775</c:v>
                      </c:pt>
                      <c:pt idx="192">
                        <c:v>172.994387805879</c:v>
                      </c:pt>
                      <c:pt idx="193">
                        <c:v>114.59333758837599</c:v>
                      </c:pt>
                      <c:pt idx="194">
                        <c:v>71.311857148393997</c:v>
                      </c:pt>
                      <c:pt idx="195">
                        <c:v>45.460430833743004</c:v>
                      </c:pt>
                      <c:pt idx="196">
                        <c:v>31.091617834975999</c:v>
                      </c:pt>
                      <c:pt idx="197">
                        <c:v>27.654500628929</c:v>
                      </c:pt>
                      <c:pt idx="198">
                        <c:v>48.032179456534003</c:v>
                      </c:pt>
                      <c:pt idx="199">
                        <c:v>72.580962326503993</c:v>
                      </c:pt>
                      <c:pt idx="200">
                        <c:v>103.02443133455603</c:v>
                      </c:pt>
                      <c:pt idx="201">
                        <c:v>128.99330743987801</c:v>
                      </c:pt>
                      <c:pt idx="202">
                        <c:v>150.93236076986199</c:v>
                      </c:pt>
                      <c:pt idx="203">
                        <c:v>173.17743477997999</c:v>
                      </c:pt>
                      <c:pt idx="204">
                        <c:v>177.00689116599401</c:v>
                      </c:pt>
                      <c:pt idx="205">
                        <c:v>183.32587301630801</c:v>
                      </c:pt>
                      <c:pt idx="206">
                        <c:v>227.43135163807403</c:v>
                      </c:pt>
                      <c:pt idx="207">
                        <c:v>215.062201194354</c:v>
                      </c:pt>
                      <c:pt idx="208">
                        <c:v>183.998722349616</c:v>
                      </c:pt>
                      <c:pt idx="209">
                        <c:v>188.20389264275099</c:v>
                      </c:pt>
                      <c:pt idx="210">
                        <c:v>183.51481143737698</c:v>
                      </c:pt>
                      <c:pt idx="211">
                        <c:v>211.34916648786196</c:v>
                      </c:pt>
                      <c:pt idx="212">
                        <c:v>229.61136923356401</c:v>
                      </c:pt>
                      <c:pt idx="213">
                        <c:v>271.64387956654895</c:v>
                      </c:pt>
                      <c:pt idx="214">
                        <c:v>278.39164641259202</c:v>
                      </c:pt>
                      <c:pt idx="215">
                        <c:v>239.44314652516701</c:v>
                      </c:pt>
                      <c:pt idx="216">
                        <c:v>176.52745847256398</c:v>
                      </c:pt>
                      <c:pt idx="217">
                        <c:v>113.96649232298401</c:v>
                      </c:pt>
                      <c:pt idx="218">
                        <c:v>68.56414617028301</c:v>
                      </c:pt>
                      <c:pt idx="219">
                        <c:v>41.643896183132</c:v>
                      </c:pt>
                      <c:pt idx="220">
                        <c:v>28.563002454009997</c:v>
                      </c:pt>
                      <c:pt idx="221">
                        <c:v>26.587824600649999</c:v>
                      </c:pt>
                      <c:pt idx="222">
                        <c:v>48.522134884416005</c:v>
                      </c:pt>
                      <c:pt idx="223">
                        <c:v>75.819503781517994</c:v>
                      </c:pt>
                      <c:pt idx="224">
                        <c:v>104.84298471230299</c:v>
                      </c:pt>
                      <c:pt idx="225">
                        <c:v>126.31206810438098</c:v>
                      </c:pt>
                      <c:pt idx="226">
                        <c:v>142.93905727592201</c:v>
                      </c:pt>
                      <c:pt idx="227">
                        <c:v>160.85690983160799</c:v>
                      </c:pt>
                      <c:pt idx="228">
                        <c:v>170.12532424769</c:v>
                      </c:pt>
                      <c:pt idx="229">
                        <c:v>193.77099500511798</c:v>
                      </c:pt>
                      <c:pt idx="230">
                        <c:v>209.019112713813</c:v>
                      </c:pt>
                      <c:pt idx="231">
                        <c:v>201.88805119813298</c:v>
                      </c:pt>
                      <c:pt idx="232">
                        <c:v>177.96689624060403</c:v>
                      </c:pt>
                      <c:pt idx="233">
                        <c:v>185.91958719653201</c:v>
                      </c:pt>
                      <c:pt idx="234">
                        <c:v>183.43253997063101</c:v>
                      </c:pt>
                      <c:pt idx="235">
                        <c:v>206.56093398843799</c:v>
                      </c:pt>
                      <c:pt idx="236">
                        <c:v>228.94485313611801</c:v>
                      </c:pt>
                      <c:pt idx="237">
                        <c:v>273.09013768620002</c:v>
                      </c:pt>
                      <c:pt idx="238">
                        <c:v>264.112518869788</c:v>
                      </c:pt>
                      <c:pt idx="239">
                        <c:v>217.33392766477499</c:v>
                      </c:pt>
                      <c:pt idx="240">
                        <c:v>150.51104559630699</c:v>
                      </c:pt>
                      <c:pt idx="241">
                        <c:v>93.475424167531997</c:v>
                      </c:pt>
                      <c:pt idx="242">
                        <c:v>54.941967046523004</c:v>
                      </c:pt>
                      <c:pt idx="243">
                        <c:v>34.328949681897001</c:v>
                      </c:pt>
                      <c:pt idx="244">
                        <c:v>25.323771287630997</c:v>
                      </c:pt>
                      <c:pt idx="245">
                        <c:v>26.063556544576997</c:v>
                      </c:pt>
                      <c:pt idx="246">
                        <c:v>53.195269004902997</c:v>
                      </c:pt>
                      <c:pt idx="247">
                        <c:v>85.853079829953998</c:v>
                      </c:pt>
                      <c:pt idx="248">
                        <c:v>108.19167670027099</c:v>
                      </c:pt>
                      <c:pt idx="249">
                        <c:v>119.32368734596298</c:v>
                      </c:pt>
                      <c:pt idx="250">
                        <c:v>134.014005111382</c:v>
                      </c:pt>
                      <c:pt idx="251">
                        <c:v>152.22467111506398</c:v>
                      </c:pt>
                      <c:pt idx="252">
                        <c:v>163.527251365979</c:v>
                      </c:pt>
                      <c:pt idx="253">
                        <c:v>180.02504961346699</c:v>
                      </c:pt>
                      <c:pt idx="254">
                        <c:v>188.765296902633</c:v>
                      </c:pt>
                      <c:pt idx="255">
                        <c:v>185.273169252369</c:v>
                      </c:pt>
                      <c:pt idx="256">
                        <c:v>174.42035202550699</c:v>
                      </c:pt>
                      <c:pt idx="257">
                        <c:v>190.67882261856198</c:v>
                      </c:pt>
                      <c:pt idx="258">
                        <c:v>185.689403572934</c:v>
                      </c:pt>
                      <c:pt idx="259">
                        <c:v>207.268714789607</c:v>
                      </c:pt>
                      <c:pt idx="260">
                        <c:v>226.826346075716</c:v>
                      </c:pt>
                      <c:pt idx="261">
                        <c:v>267.24312376348905</c:v>
                      </c:pt>
                      <c:pt idx="262">
                        <c:v>261.11142689637995</c:v>
                      </c:pt>
                      <c:pt idx="263">
                        <c:v>209.84572438806103</c:v>
                      </c:pt>
                      <c:pt idx="264">
                        <c:v>142.55525090473</c:v>
                      </c:pt>
                      <c:pt idx="265">
                        <c:v>85.934584032212996</c:v>
                      </c:pt>
                      <c:pt idx="266">
                        <c:v>50.422411972239004</c:v>
                      </c:pt>
                      <c:pt idx="267">
                        <c:v>32.358538844214003</c:v>
                      </c:pt>
                      <c:pt idx="268">
                        <c:v>24.440435342647998</c:v>
                      </c:pt>
                      <c:pt idx="269">
                        <c:v>25.641041115764001</c:v>
                      </c:pt>
                      <c:pt idx="270">
                        <c:v>53.561387815010008</c:v>
                      </c:pt>
                      <c:pt idx="271">
                        <c:v>88.176075327926014</c:v>
                      </c:pt>
                      <c:pt idx="272">
                        <c:v>110.223731715566</c:v>
                      </c:pt>
                      <c:pt idx="273">
                        <c:v>121.34423670136398</c:v>
                      </c:pt>
                      <c:pt idx="274">
                        <c:v>135.21375740192499</c:v>
                      </c:pt>
                      <c:pt idx="275">
                        <c:v>153.14976981960899</c:v>
                      </c:pt>
                      <c:pt idx="276">
                        <c:v>163.71528769961702</c:v>
                      </c:pt>
                      <c:pt idx="277">
                        <c:v>179.100393192322</c:v>
                      </c:pt>
                      <c:pt idx="278">
                        <c:v>187.00869990478702</c:v>
                      </c:pt>
                      <c:pt idx="279">
                        <c:v>183.75321289859599</c:v>
                      </c:pt>
                      <c:pt idx="280">
                        <c:v>172.87704162656902</c:v>
                      </c:pt>
                      <c:pt idx="281">
                        <c:v>185.28051691546901</c:v>
                      </c:pt>
                      <c:pt idx="282">
                        <c:v>180.60187615285002</c:v>
                      </c:pt>
                      <c:pt idx="283">
                        <c:v>206.88868104081001</c:v>
                      </c:pt>
                      <c:pt idx="284">
                        <c:v>229.43260715473102</c:v>
                      </c:pt>
                      <c:pt idx="285">
                        <c:v>272.50845471742201</c:v>
                      </c:pt>
                      <c:pt idx="286">
                        <c:v>264.58035766087301</c:v>
                      </c:pt>
                      <c:pt idx="287">
                        <c:v>211.846810774803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8-6C6F-49E4-8F59-330269BCC199}"/>
                  </c:ext>
                </c:extLst>
              </c15:ser>
            </c15:filteredLineSeries>
            <c15:filteredLineSeries>
              <c15:ser>
                <c:idx val="36"/>
                <c:order val="3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12-10-2026'!$AL$1</c15:sqref>
                        </c15:formulaRef>
                      </c:ext>
                    </c:extLst>
                    <c:strCache>
                      <c:ptCount val="1"/>
                      <c:pt idx="0">
                        <c:v>Huawei GI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12-10-2026'!$AL$2:$AL$289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53.961048048999999</c:v>
                      </c:pt>
                      <c:pt idx="1">
                        <c:v>33.934879475999999</c:v>
                      </c:pt>
                      <c:pt idx="2">
                        <c:v>20.458453175000002</c:v>
                      </c:pt>
                      <c:pt idx="3">
                        <c:v>13.515246553000001</c:v>
                      </c:pt>
                      <c:pt idx="4">
                        <c:v>11.199342841</c:v>
                      </c:pt>
                      <c:pt idx="5">
                        <c:v>15.633548565000002</c:v>
                      </c:pt>
                      <c:pt idx="6">
                        <c:v>30.516773288</c:v>
                      </c:pt>
                      <c:pt idx="7">
                        <c:v>41.913903500999993</c:v>
                      </c:pt>
                      <c:pt idx="8">
                        <c:v>47.909843838</c:v>
                      </c:pt>
                      <c:pt idx="9">
                        <c:v>49.803241591999999</c:v>
                      </c:pt>
                      <c:pt idx="10">
                        <c:v>53.218076741000004</c:v>
                      </c:pt>
                      <c:pt idx="11">
                        <c:v>58.440214566999998</c:v>
                      </c:pt>
                      <c:pt idx="12">
                        <c:v>64.013387005999988</c:v>
                      </c:pt>
                      <c:pt idx="13">
                        <c:v>71.479161863999991</c:v>
                      </c:pt>
                      <c:pt idx="14">
                        <c:v>72.786498520000009</c:v>
                      </c:pt>
                      <c:pt idx="15">
                        <c:v>69.656784191999989</c:v>
                      </c:pt>
                      <c:pt idx="16">
                        <c:v>62.692507108000001</c:v>
                      </c:pt>
                      <c:pt idx="17">
                        <c:v>61.981945622999994</c:v>
                      </c:pt>
                      <c:pt idx="18">
                        <c:v>61.651109806999997</c:v>
                      </c:pt>
                      <c:pt idx="19">
                        <c:v>70.968180586000003</c:v>
                      </c:pt>
                      <c:pt idx="20">
                        <c:v>77.712025797999999</c:v>
                      </c:pt>
                      <c:pt idx="21">
                        <c:v>87.105576611000004</c:v>
                      </c:pt>
                      <c:pt idx="22">
                        <c:v>88.433498696000001</c:v>
                      </c:pt>
                      <c:pt idx="23">
                        <c:v>78.035758367</c:v>
                      </c:pt>
                      <c:pt idx="24">
                        <c:v>59.036733967999993</c:v>
                      </c:pt>
                      <c:pt idx="25">
                        <c:v>39.012867626000002</c:v>
                      </c:pt>
                      <c:pt idx="26">
                        <c:v>24.255259156000001</c:v>
                      </c:pt>
                      <c:pt idx="27">
                        <c:v>15.69046878</c:v>
                      </c:pt>
                      <c:pt idx="28">
                        <c:v>11.889327358999999</c:v>
                      </c:pt>
                      <c:pt idx="29">
                        <c:v>15.046525666999997</c:v>
                      </c:pt>
                      <c:pt idx="30">
                        <c:v>27.436517350000003</c:v>
                      </c:pt>
                      <c:pt idx="31">
                        <c:v>38.554395462000002</c:v>
                      </c:pt>
                      <c:pt idx="32">
                        <c:v>48.341318554000004</c:v>
                      </c:pt>
                      <c:pt idx="33">
                        <c:v>54.40400708</c:v>
                      </c:pt>
                      <c:pt idx="34">
                        <c:v>59.497142034999996</c:v>
                      </c:pt>
                      <c:pt idx="35">
                        <c:v>65.787198036000007</c:v>
                      </c:pt>
                      <c:pt idx="36">
                        <c:v>68.003646361999998</c:v>
                      </c:pt>
                      <c:pt idx="37">
                        <c:v>71.600549530999999</c:v>
                      </c:pt>
                      <c:pt idx="38">
                        <c:v>81.237301926000001</c:v>
                      </c:pt>
                      <c:pt idx="39">
                        <c:v>75.830493257000001</c:v>
                      </c:pt>
                      <c:pt idx="40">
                        <c:v>65.977852354999996</c:v>
                      </c:pt>
                      <c:pt idx="41">
                        <c:v>63.916553901999997</c:v>
                      </c:pt>
                      <c:pt idx="42">
                        <c:v>63.231395914000004</c:v>
                      </c:pt>
                      <c:pt idx="43">
                        <c:v>72.970423568000001</c:v>
                      </c:pt>
                      <c:pt idx="44">
                        <c:v>80.418602921000002</c:v>
                      </c:pt>
                      <c:pt idx="45">
                        <c:v>90.314250755000003</c:v>
                      </c:pt>
                      <c:pt idx="46">
                        <c:v>90.573097134999998</c:v>
                      </c:pt>
                      <c:pt idx="47">
                        <c:v>79.915384368000005</c:v>
                      </c:pt>
                      <c:pt idx="48">
                        <c:v>60.432754686999999</c:v>
                      </c:pt>
                      <c:pt idx="49">
                        <c:v>39.877346684999999</c:v>
                      </c:pt>
                      <c:pt idx="50">
                        <c:v>24.240434090000001</c:v>
                      </c:pt>
                      <c:pt idx="51">
                        <c:v>15.559706990999999</c:v>
                      </c:pt>
                      <c:pt idx="52">
                        <c:v>12.119077467</c:v>
                      </c:pt>
                      <c:pt idx="53">
                        <c:v>15.664858150000001</c:v>
                      </c:pt>
                      <c:pt idx="54">
                        <c:v>28.734960816999997</c:v>
                      </c:pt>
                      <c:pt idx="55">
                        <c:v>40.228211696999999</c:v>
                      </c:pt>
                      <c:pt idx="56">
                        <c:v>48.769106445000006</c:v>
                      </c:pt>
                      <c:pt idx="57">
                        <c:v>52.486300454000002</c:v>
                      </c:pt>
                      <c:pt idx="58">
                        <c:v>55.936915390000003</c:v>
                      </c:pt>
                      <c:pt idx="59">
                        <c:v>60.737801238999999</c:v>
                      </c:pt>
                      <c:pt idx="60">
                        <c:v>64.878831730999991</c:v>
                      </c:pt>
                      <c:pt idx="61">
                        <c:v>73.173957373999997</c:v>
                      </c:pt>
                      <c:pt idx="62">
                        <c:v>76.101408052000011</c:v>
                      </c:pt>
                      <c:pt idx="63">
                        <c:v>72.106558010000001</c:v>
                      </c:pt>
                      <c:pt idx="64">
                        <c:v>63.723195673999996</c:v>
                      </c:pt>
                      <c:pt idx="65">
                        <c:v>62.228002205000003</c:v>
                      </c:pt>
                      <c:pt idx="66">
                        <c:v>61.088416026999994</c:v>
                      </c:pt>
                      <c:pt idx="67">
                        <c:v>70.335165823000011</c:v>
                      </c:pt>
                      <c:pt idx="68">
                        <c:v>77.995733586999989</c:v>
                      </c:pt>
                      <c:pt idx="69">
                        <c:v>87.41699289799999</c:v>
                      </c:pt>
                      <c:pt idx="70">
                        <c:v>87.148446499000002</c:v>
                      </c:pt>
                      <c:pt idx="71">
                        <c:v>74.440371499999998</c:v>
                      </c:pt>
                      <c:pt idx="72">
                        <c:v>53.347118545999997</c:v>
                      </c:pt>
                      <c:pt idx="73">
                        <c:v>33.075760187</c:v>
                      </c:pt>
                      <c:pt idx="74">
                        <c:v>19.945756433</c:v>
                      </c:pt>
                      <c:pt idx="75">
                        <c:v>13.16120991</c:v>
                      </c:pt>
                      <c:pt idx="76">
                        <c:v>10.999494760000001</c:v>
                      </c:pt>
                      <c:pt idx="77">
                        <c:v>15.178544813</c:v>
                      </c:pt>
                      <c:pt idx="78">
                        <c:v>29.605555205999998</c:v>
                      </c:pt>
                      <c:pt idx="79">
                        <c:v>40.073107309999997</c:v>
                      </c:pt>
                      <c:pt idx="80">
                        <c:v>46.026290924999998</c:v>
                      </c:pt>
                      <c:pt idx="81">
                        <c:v>48.099671415000003</c:v>
                      </c:pt>
                      <c:pt idx="82">
                        <c:v>51.088508671999996</c:v>
                      </c:pt>
                      <c:pt idx="83">
                        <c:v>56.268320889999998</c:v>
                      </c:pt>
                      <c:pt idx="84">
                        <c:v>61.278391262</c:v>
                      </c:pt>
                      <c:pt idx="85">
                        <c:v>68.200348986999998</c:v>
                      </c:pt>
                      <c:pt idx="86">
                        <c:v>69.178828092000003</c:v>
                      </c:pt>
                      <c:pt idx="87">
                        <c:v>65.755036212000007</c:v>
                      </c:pt>
                      <c:pt idx="88">
                        <c:v>60.645383154000001</c:v>
                      </c:pt>
                      <c:pt idx="89">
                        <c:v>60.228766052000005</c:v>
                      </c:pt>
                      <c:pt idx="90">
                        <c:v>60.015982078999997</c:v>
                      </c:pt>
                      <c:pt idx="91">
                        <c:v>69.553288014999993</c:v>
                      </c:pt>
                      <c:pt idx="92">
                        <c:v>77.482774112000001</c:v>
                      </c:pt>
                      <c:pt idx="93">
                        <c:v>86.964712340999995</c:v>
                      </c:pt>
                      <c:pt idx="94">
                        <c:v>85.993075473999994</c:v>
                      </c:pt>
                      <c:pt idx="95">
                        <c:v>71.717626574999997</c:v>
                      </c:pt>
                      <c:pt idx="96">
                        <c:v>50.022969750999998</c:v>
                      </c:pt>
                      <c:pt idx="97">
                        <c:v>30.859466329999997</c:v>
                      </c:pt>
                      <c:pt idx="98">
                        <c:v>18.660908860999999</c:v>
                      </c:pt>
                      <c:pt idx="99">
                        <c:v>12.520913726</c:v>
                      </c:pt>
                      <c:pt idx="100">
                        <c:v>10.696100568999999</c:v>
                      </c:pt>
                      <c:pt idx="101">
                        <c:v>14.949010214999999</c:v>
                      </c:pt>
                      <c:pt idx="102">
                        <c:v>29.842050498999999</c:v>
                      </c:pt>
                      <c:pt idx="103">
                        <c:v>40.672688884999999</c:v>
                      </c:pt>
                      <c:pt idx="104">
                        <c:v>46.279349811000003</c:v>
                      </c:pt>
                      <c:pt idx="105">
                        <c:v>48.225371628000005</c:v>
                      </c:pt>
                      <c:pt idx="106">
                        <c:v>51.119315350000001</c:v>
                      </c:pt>
                      <c:pt idx="107">
                        <c:v>56.857299053000006</c:v>
                      </c:pt>
                      <c:pt idx="108">
                        <c:v>61.787993780000008</c:v>
                      </c:pt>
                      <c:pt idx="109">
                        <c:v>68.788553239999999</c:v>
                      </c:pt>
                      <c:pt idx="110">
                        <c:v>69.276779156000003</c:v>
                      </c:pt>
                      <c:pt idx="111">
                        <c:v>65.702595790999993</c:v>
                      </c:pt>
                      <c:pt idx="112">
                        <c:v>60.638279718</c:v>
                      </c:pt>
                      <c:pt idx="113">
                        <c:v>60.222301395000002</c:v>
                      </c:pt>
                      <c:pt idx="114">
                        <c:v>60.126781029</c:v>
                      </c:pt>
                      <c:pt idx="115">
                        <c:v>69.875357715999996</c:v>
                      </c:pt>
                      <c:pt idx="116">
                        <c:v>77.801759779000008</c:v>
                      </c:pt>
                      <c:pt idx="117">
                        <c:v>88.013506806999999</c:v>
                      </c:pt>
                      <c:pt idx="118">
                        <c:v>86.656073417000002</c:v>
                      </c:pt>
                      <c:pt idx="119">
                        <c:v>72.745189758999999</c:v>
                      </c:pt>
                      <c:pt idx="120">
                        <c:v>50.85645756000001</c:v>
                      </c:pt>
                      <c:pt idx="121">
                        <c:v>31.237904672999999</c:v>
                      </c:pt>
                      <c:pt idx="122">
                        <c:v>18.809625209</c:v>
                      </c:pt>
                      <c:pt idx="123">
                        <c:v>12.524213945</c:v>
                      </c:pt>
                      <c:pt idx="124">
                        <c:v>10.640888636000001</c:v>
                      </c:pt>
                      <c:pt idx="125">
                        <c:v>14.890802008999998</c:v>
                      </c:pt>
                      <c:pt idx="126">
                        <c:v>30.136199638000001</c:v>
                      </c:pt>
                      <c:pt idx="127">
                        <c:v>41.113212701999998</c:v>
                      </c:pt>
                      <c:pt idx="128">
                        <c:v>46.715320458000001</c:v>
                      </c:pt>
                      <c:pt idx="129">
                        <c:v>48.733542788999998</c:v>
                      </c:pt>
                      <c:pt idx="130">
                        <c:v>52.037374526999997</c:v>
                      </c:pt>
                      <c:pt idx="131">
                        <c:v>57.034030506999997</c:v>
                      </c:pt>
                      <c:pt idx="132">
                        <c:v>63.274832758999999</c:v>
                      </c:pt>
                      <c:pt idx="133">
                        <c:v>72.483670588999999</c:v>
                      </c:pt>
                      <c:pt idx="134">
                        <c:v>73.600434071999999</c:v>
                      </c:pt>
                      <c:pt idx="135">
                        <c:v>69.417002870999994</c:v>
                      </c:pt>
                      <c:pt idx="136">
                        <c:v>61.434704533000001</c:v>
                      </c:pt>
                      <c:pt idx="137">
                        <c:v>60.561656675999998</c:v>
                      </c:pt>
                      <c:pt idx="138">
                        <c:v>64.569228154000001</c:v>
                      </c:pt>
                      <c:pt idx="139">
                        <c:v>74.159598082999992</c:v>
                      </c:pt>
                      <c:pt idx="140">
                        <c:v>78.883173370000009</c:v>
                      </c:pt>
                      <c:pt idx="141">
                        <c:v>88.174549375999987</c:v>
                      </c:pt>
                      <c:pt idx="142">
                        <c:v>87.044337432999995</c:v>
                      </c:pt>
                      <c:pt idx="143">
                        <c:v>72.776419099000009</c:v>
                      </c:pt>
                      <c:pt idx="144">
                        <c:v>52.230181242</c:v>
                      </c:pt>
                      <c:pt idx="145">
                        <c:v>32.778093780999995</c:v>
                      </c:pt>
                      <c:pt idx="146">
                        <c:v>20.109782379999999</c:v>
                      </c:pt>
                      <c:pt idx="147">
                        <c:v>13.023306447</c:v>
                      </c:pt>
                      <c:pt idx="148">
                        <c:v>10.867242294</c:v>
                      </c:pt>
                      <c:pt idx="149">
                        <c:v>15.107818971999999</c:v>
                      </c:pt>
                      <c:pt idx="150">
                        <c:v>30.881430487999999</c:v>
                      </c:pt>
                      <c:pt idx="151">
                        <c:v>41.698238361000001</c:v>
                      </c:pt>
                      <c:pt idx="152">
                        <c:v>47.244425262</c:v>
                      </c:pt>
                      <c:pt idx="153">
                        <c:v>49.021612082000004</c:v>
                      </c:pt>
                      <c:pt idx="154">
                        <c:v>51.802681101999994</c:v>
                      </c:pt>
                      <c:pt idx="155">
                        <c:v>57.250349455999995</c:v>
                      </c:pt>
                      <c:pt idx="156">
                        <c:v>62.106661809000002</c:v>
                      </c:pt>
                      <c:pt idx="157">
                        <c:v>69.014236255</c:v>
                      </c:pt>
                      <c:pt idx="158">
                        <c:v>69.691577112999994</c:v>
                      </c:pt>
                      <c:pt idx="159">
                        <c:v>66.667244814</c:v>
                      </c:pt>
                      <c:pt idx="160">
                        <c:v>62.086576109999996</c:v>
                      </c:pt>
                      <c:pt idx="161">
                        <c:v>61.451874446999994</c:v>
                      </c:pt>
                      <c:pt idx="162">
                        <c:v>61.235998116999994</c:v>
                      </c:pt>
                      <c:pt idx="163">
                        <c:v>70.373820358000003</c:v>
                      </c:pt>
                      <c:pt idx="164">
                        <c:v>77.931515861000008</c:v>
                      </c:pt>
                      <c:pt idx="165">
                        <c:v>87.113978114999995</c:v>
                      </c:pt>
                      <c:pt idx="166">
                        <c:v>86.466176872999995</c:v>
                      </c:pt>
                      <c:pt idx="167">
                        <c:v>72.462759296000002</c:v>
                      </c:pt>
                      <c:pt idx="168">
                        <c:v>50.957414048000004</c:v>
                      </c:pt>
                      <c:pt idx="169">
                        <c:v>31.639815945000002</c:v>
                      </c:pt>
                      <c:pt idx="170">
                        <c:v>19.443210089000001</c:v>
                      </c:pt>
                      <c:pt idx="171">
                        <c:v>13.046458910999998</c:v>
                      </c:pt>
                      <c:pt idx="172">
                        <c:v>11.142256143000001</c:v>
                      </c:pt>
                      <c:pt idx="173">
                        <c:v>15.386462504000001</c:v>
                      </c:pt>
                      <c:pt idx="174">
                        <c:v>31.463996713999997</c:v>
                      </c:pt>
                      <c:pt idx="175">
                        <c:v>43.618279048000005</c:v>
                      </c:pt>
                      <c:pt idx="176">
                        <c:v>50.771207158999999</c:v>
                      </c:pt>
                      <c:pt idx="177">
                        <c:v>53.855534024999997</c:v>
                      </c:pt>
                      <c:pt idx="178">
                        <c:v>54.709601980000002</c:v>
                      </c:pt>
                      <c:pt idx="179">
                        <c:v>58.787482564000001</c:v>
                      </c:pt>
                      <c:pt idx="180">
                        <c:v>64.315471813000002</c:v>
                      </c:pt>
                      <c:pt idx="181">
                        <c:v>71.728417624000002</c:v>
                      </c:pt>
                      <c:pt idx="182">
                        <c:v>72.247846831000004</c:v>
                      </c:pt>
                      <c:pt idx="183">
                        <c:v>68.420820652000003</c:v>
                      </c:pt>
                      <c:pt idx="184">
                        <c:v>62.960864690999998</c:v>
                      </c:pt>
                      <c:pt idx="185">
                        <c:v>61.916546302</c:v>
                      </c:pt>
                      <c:pt idx="186">
                        <c:v>62.986221787999995</c:v>
                      </c:pt>
                      <c:pt idx="187">
                        <c:v>72.891657559000009</c:v>
                      </c:pt>
                      <c:pt idx="188">
                        <c:v>79.653075916000006</c:v>
                      </c:pt>
                      <c:pt idx="189">
                        <c:v>88.193827777999999</c:v>
                      </c:pt>
                      <c:pt idx="190">
                        <c:v>88.660658974</c:v>
                      </c:pt>
                      <c:pt idx="191">
                        <c:v>77.354256334000013</c:v>
                      </c:pt>
                      <c:pt idx="192">
                        <c:v>57.835881156999996</c:v>
                      </c:pt>
                      <c:pt idx="193">
                        <c:v>37.847203388000004</c:v>
                      </c:pt>
                      <c:pt idx="194">
                        <c:v>23.262664893</c:v>
                      </c:pt>
                      <c:pt idx="195">
                        <c:v>15.744015932</c:v>
                      </c:pt>
                      <c:pt idx="196">
                        <c:v>12.365899811</c:v>
                      </c:pt>
                      <c:pt idx="197">
                        <c:v>15.048348609</c:v>
                      </c:pt>
                      <c:pt idx="198">
                        <c:v>28.093946209999999</c:v>
                      </c:pt>
                      <c:pt idx="199">
                        <c:v>39.574851525999996</c:v>
                      </c:pt>
                      <c:pt idx="200">
                        <c:v>49.530406434</c:v>
                      </c:pt>
                      <c:pt idx="201">
                        <c:v>54.956933322000012</c:v>
                      </c:pt>
                      <c:pt idx="202">
                        <c:v>59.814796288000004</c:v>
                      </c:pt>
                      <c:pt idx="203">
                        <c:v>65.782811558000006</c:v>
                      </c:pt>
                      <c:pt idx="204">
                        <c:v>67.768638632000005</c:v>
                      </c:pt>
                      <c:pt idx="205">
                        <c:v>71.382123784000001</c:v>
                      </c:pt>
                      <c:pt idx="206">
                        <c:v>80.876956002</c:v>
                      </c:pt>
                      <c:pt idx="207">
                        <c:v>75.084040458999993</c:v>
                      </c:pt>
                      <c:pt idx="208">
                        <c:v>66.649167904999999</c:v>
                      </c:pt>
                      <c:pt idx="209">
                        <c:v>65.092530640000007</c:v>
                      </c:pt>
                      <c:pt idx="210">
                        <c:v>65.022443664999997</c:v>
                      </c:pt>
                      <c:pt idx="211">
                        <c:v>74.514440329999999</c:v>
                      </c:pt>
                      <c:pt idx="212">
                        <c:v>82.190452125000007</c:v>
                      </c:pt>
                      <c:pt idx="213">
                        <c:v>90.724769041000002</c:v>
                      </c:pt>
                      <c:pt idx="214">
                        <c:v>91.079486118000005</c:v>
                      </c:pt>
                      <c:pt idx="215">
                        <c:v>78.839939904000005</c:v>
                      </c:pt>
                      <c:pt idx="216">
                        <c:v>58.416709417999996</c:v>
                      </c:pt>
                      <c:pt idx="217">
                        <c:v>37.720880640000004</c:v>
                      </c:pt>
                      <c:pt idx="218">
                        <c:v>23.470642804000001</c:v>
                      </c:pt>
                      <c:pt idx="219">
                        <c:v>15.268478323</c:v>
                      </c:pt>
                      <c:pt idx="220">
                        <c:v>12.086890586999999</c:v>
                      </c:pt>
                      <c:pt idx="221">
                        <c:v>15.08354437</c:v>
                      </c:pt>
                      <c:pt idx="222">
                        <c:v>29.260158363999999</c:v>
                      </c:pt>
                      <c:pt idx="223">
                        <c:v>41.110128618999994</c:v>
                      </c:pt>
                      <c:pt idx="224">
                        <c:v>49.434429952000002</c:v>
                      </c:pt>
                      <c:pt idx="225">
                        <c:v>52.979937968000002</c:v>
                      </c:pt>
                      <c:pt idx="226">
                        <c:v>55.873985597000001</c:v>
                      </c:pt>
                      <c:pt idx="227">
                        <c:v>60.555452105000001</c:v>
                      </c:pt>
                      <c:pt idx="228">
                        <c:v>64.588379799999998</c:v>
                      </c:pt>
                      <c:pt idx="229">
                        <c:v>72.749505081999999</c:v>
                      </c:pt>
                      <c:pt idx="230">
                        <c:v>75.297597245999995</c:v>
                      </c:pt>
                      <c:pt idx="231">
                        <c:v>70.913894706999997</c:v>
                      </c:pt>
                      <c:pt idx="232">
                        <c:v>63.649775177000002</c:v>
                      </c:pt>
                      <c:pt idx="233">
                        <c:v>62.818698561999994</c:v>
                      </c:pt>
                      <c:pt idx="234">
                        <c:v>63.660729586999992</c:v>
                      </c:pt>
                      <c:pt idx="235">
                        <c:v>72.556388369000004</c:v>
                      </c:pt>
                      <c:pt idx="236">
                        <c:v>81.273806135000001</c:v>
                      </c:pt>
                      <c:pt idx="237">
                        <c:v>90.183566049999996</c:v>
                      </c:pt>
                      <c:pt idx="238">
                        <c:v>87.825287954999993</c:v>
                      </c:pt>
                      <c:pt idx="239">
                        <c:v>72.898766148999997</c:v>
                      </c:pt>
                      <c:pt idx="240">
                        <c:v>50.985466489000004</c:v>
                      </c:pt>
                      <c:pt idx="241">
                        <c:v>31.556823626</c:v>
                      </c:pt>
                      <c:pt idx="242">
                        <c:v>19.427032836999999</c:v>
                      </c:pt>
                      <c:pt idx="243">
                        <c:v>13.219399372</c:v>
                      </c:pt>
                      <c:pt idx="244">
                        <c:v>11.227820856000001</c:v>
                      </c:pt>
                      <c:pt idx="245">
                        <c:v>14.796910221999999</c:v>
                      </c:pt>
                      <c:pt idx="246">
                        <c:v>29.802194614999998</c:v>
                      </c:pt>
                      <c:pt idx="247">
                        <c:v>40.711574312000003</c:v>
                      </c:pt>
                      <c:pt idx="248">
                        <c:v>47.316381242999995</c:v>
                      </c:pt>
                      <c:pt idx="249">
                        <c:v>48.477315480000001</c:v>
                      </c:pt>
                      <c:pt idx="250">
                        <c:v>50.646084555999998</c:v>
                      </c:pt>
                      <c:pt idx="251">
                        <c:v>55.686987006000003</c:v>
                      </c:pt>
                      <c:pt idx="252">
                        <c:v>60.843181397000002</c:v>
                      </c:pt>
                      <c:pt idx="253">
                        <c:v>67.913741152999989</c:v>
                      </c:pt>
                      <c:pt idx="254">
                        <c:v>68.653797226999998</c:v>
                      </c:pt>
                      <c:pt idx="255">
                        <c:v>65.479847626000009</c:v>
                      </c:pt>
                      <c:pt idx="256">
                        <c:v>61.691605475999999</c:v>
                      </c:pt>
                      <c:pt idx="257">
                        <c:v>62.701276479000001</c:v>
                      </c:pt>
                      <c:pt idx="258">
                        <c:v>63.794898914000001</c:v>
                      </c:pt>
                      <c:pt idx="259">
                        <c:v>72.248412009999996</c:v>
                      </c:pt>
                      <c:pt idx="260">
                        <c:v>80.047630748999993</c:v>
                      </c:pt>
                      <c:pt idx="261">
                        <c:v>88.264824031000003</c:v>
                      </c:pt>
                      <c:pt idx="262">
                        <c:v>86.263728397999998</c:v>
                      </c:pt>
                      <c:pt idx="263">
                        <c:v>70.321677880999999</c:v>
                      </c:pt>
                      <c:pt idx="264">
                        <c:v>49.930848886999996</c:v>
                      </c:pt>
                      <c:pt idx="265">
                        <c:v>30.747398893</c:v>
                      </c:pt>
                      <c:pt idx="266">
                        <c:v>18.781097937000002</c:v>
                      </c:pt>
                      <c:pt idx="267">
                        <c:v>12.837068175999999</c:v>
                      </c:pt>
                      <c:pt idx="268">
                        <c:v>10.826848172</c:v>
                      </c:pt>
                      <c:pt idx="269">
                        <c:v>14.831156523000001</c:v>
                      </c:pt>
                      <c:pt idx="270">
                        <c:v>30.758814026</c:v>
                      </c:pt>
                      <c:pt idx="271">
                        <c:v>41.990556371000004</c:v>
                      </c:pt>
                      <c:pt idx="272">
                        <c:v>47.608450382000001</c:v>
                      </c:pt>
                      <c:pt idx="273">
                        <c:v>48.952831727000003</c:v>
                      </c:pt>
                      <c:pt idx="274">
                        <c:v>51.595999837999997</c:v>
                      </c:pt>
                      <c:pt idx="275">
                        <c:v>56.985140797</c:v>
                      </c:pt>
                      <c:pt idx="276">
                        <c:v>62.017947462999999</c:v>
                      </c:pt>
                      <c:pt idx="277">
                        <c:v>68.891342176999999</c:v>
                      </c:pt>
                      <c:pt idx="278">
                        <c:v>68.983155036999989</c:v>
                      </c:pt>
                      <c:pt idx="279">
                        <c:v>65.743085292000004</c:v>
                      </c:pt>
                      <c:pt idx="280">
                        <c:v>62.166039932000004</c:v>
                      </c:pt>
                      <c:pt idx="281">
                        <c:v>62.345006652999999</c:v>
                      </c:pt>
                      <c:pt idx="282">
                        <c:v>63.411963314999994</c:v>
                      </c:pt>
                      <c:pt idx="283">
                        <c:v>73.031932604999994</c:v>
                      </c:pt>
                      <c:pt idx="284">
                        <c:v>81.198742258999999</c:v>
                      </c:pt>
                      <c:pt idx="285">
                        <c:v>89.447987397999995</c:v>
                      </c:pt>
                      <c:pt idx="286">
                        <c:v>86.115771367000008</c:v>
                      </c:pt>
                      <c:pt idx="287">
                        <c:v>70.366918368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9-6C6F-49E4-8F59-330269BCC199}"/>
                  </c:ext>
                </c:extLst>
              </c15:ser>
            </c15:filteredLineSeries>
            <c15:filteredLineSeries>
              <c15:ser>
                <c:idx val="37"/>
                <c:order val="3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12-10-2026'!$AM$1</c15:sqref>
                        </c15:formulaRef>
                      </c:ext>
                    </c:extLst>
                    <c:strCache>
                      <c:ptCount val="1"/>
                      <c:pt idx="0">
                        <c:v>Ericsson GI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12-10-2026'!$AM$2:$AM$289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14.405648131578001</c:v>
                      </c:pt>
                      <c:pt idx="1">
                        <c:v>8.9336232401290108</c:v>
                      </c:pt>
                      <c:pt idx="2">
                        <c:v>5.3142647985249987</c:v>
                      </c:pt>
                      <c:pt idx="3">
                        <c:v>3.4429187478359999</c:v>
                      </c:pt>
                      <c:pt idx="4">
                        <c:v>2.7078716518080017</c:v>
                      </c:pt>
                      <c:pt idx="5">
                        <c:v>3.3695060234560001</c:v>
                      </c:pt>
                      <c:pt idx="6">
                        <c:v>7.2359212906890011</c:v>
                      </c:pt>
                      <c:pt idx="7">
                        <c:v>10.825752460478</c:v>
                      </c:pt>
                      <c:pt idx="8">
                        <c:v>12.716469768557999</c:v>
                      </c:pt>
                      <c:pt idx="9">
                        <c:v>13.090653874879001</c:v>
                      </c:pt>
                      <c:pt idx="10">
                        <c:v>14.019185921120002</c:v>
                      </c:pt>
                      <c:pt idx="11">
                        <c:v>15.641314629651987</c:v>
                      </c:pt>
                      <c:pt idx="12">
                        <c:v>17.71821619008</c:v>
                      </c:pt>
                      <c:pt idx="13">
                        <c:v>19.512501428608001</c:v>
                      </c:pt>
                      <c:pt idx="14">
                        <c:v>20.505445423078001</c:v>
                      </c:pt>
                      <c:pt idx="15">
                        <c:v>20.240172940827001</c:v>
                      </c:pt>
                      <c:pt idx="16">
                        <c:v>18.093651715172999</c:v>
                      </c:pt>
                      <c:pt idx="17">
                        <c:v>18.097345165237989</c:v>
                      </c:pt>
                      <c:pt idx="18">
                        <c:v>17.709415408909003</c:v>
                      </c:pt>
                      <c:pt idx="19">
                        <c:v>19.407109826784989</c:v>
                      </c:pt>
                      <c:pt idx="20">
                        <c:v>21.192243505080988</c:v>
                      </c:pt>
                      <c:pt idx="21">
                        <c:v>24.606968801537999</c:v>
                      </c:pt>
                      <c:pt idx="22">
                        <c:v>25.3226663714</c:v>
                      </c:pt>
                      <c:pt idx="23">
                        <c:v>21.957617707345005</c:v>
                      </c:pt>
                      <c:pt idx="24">
                        <c:v>16.094171539657012</c:v>
                      </c:pt>
                      <c:pt idx="25">
                        <c:v>10.330323306731</c:v>
                      </c:pt>
                      <c:pt idx="26">
                        <c:v>6.1532676710820002</c:v>
                      </c:pt>
                      <c:pt idx="27">
                        <c:v>4.1083255718960006</c:v>
                      </c:pt>
                      <c:pt idx="28">
                        <c:v>2.9840363470580007</c:v>
                      </c:pt>
                      <c:pt idx="29">
                        <c:v>3.3030710196790003</c:v>
                      </c:pt>
                      <c:pt idx="30">
                        <c:v>6.2150010317699991</c:v>
                      </c:pt>
                      <c:pt idx="31">
                        <c:v>9.1796690320060002</c:v>
                      </c:pt>
                      <c:pt idx="32">
                        <c:v>12.558990618279999</c:v>
                      </c:pt>
                      <c:pt idx="33">
                        <c:v>14.570087627902998</c:v>
                      </c:pt>
                      <c:pt idx="34">
                        <c:v>16.094632013808003</c:v>
                      </c:pt>
                      <c:pt idx="35">
                        <c:v>18.448375216074002</c:v>
                      </c:pt>
                      <c:pt idx="36">
                        <c:v>18.900106393629009</c:v>
                      </c:pt>
                      <c:pt idx="37">
                        <c:v>19.654130216278997</c:v>
                      </c:pt>
                      <c:pt idx="38">
                        <c:v>22.974610095246998</c:v>
                      </c:pt>
                      <c:pt idx="39">
                        <c:v>22.146311891316998</c:v>
                      </c:pt>
                      <c:pt idx="40">
                        <c:v>18.802419335932001</c:v>
                      </c:pt>
                      <c:pt idx="41">
                        <c:v>18.29607510872799</c:v>
                      </c:pt>
                      <c:pt idx="42">
                        <c:v>17.80889300970501</c:v>
                      </c:pt>
                      <c:pt idx="43">
                        <c:v>19.798907055282008</c:v>
                      </c:pt>
                      <c:pt idx="44">
                        <c:v>21.520610451257003</c:v>
                      </c:pt>
                      <c:pt idx="45">
                        <c:v>25.220730484217018</c:v>
                      </c:pt>
                      <c:pt idx="46">
                        <c:v>25.843355518289989</c:v>
                      </c:pt>
                      <c:pt idx="47">
                        <c:v>22.801279061271007</c:v>
                      </c:pt>
                      <c:pt idx="48">
                        <c:v>16.911948081242002</c:v>
                      </c:pt>
                      <c:pt idx="49">
                        <c:v>10.985869702607008</c:v>
                      </c:pt>
                      <c:pt idx="50">
                        <c:v>6.5196517693009994</c:v>
                      </c:pt>
                      <c:pt idx="51">
                        <c:v>4.0563745777650011</c:v>
                      </c:pt>
                      <c:pt idx="52">
                        <c:v>2.9435550204909999</c:v>
                      </c:pt>
                      <c:pt idx="53">
                        <c:v>3.3045353866450005</c:v>
                      </c:pt>
                      <c:pt idx="54">
                        <c:v>6.4476716852699996</c:v>
                      </c:pt>
                      <c:pt idx="55">
                        <c:v>9.5738774121669987</c:v>
                      </c:pt>
                      <c:pt idx="56">
                        <c:v>12.605177993324999</c:v>
                      </c:pt>
                      <c:pt idx="57">
                        <c:v>14.213219858831</c:v>
                      </c:pt>
                      <c:pt idx="58">
                        <c:v>15.211292570861001</c:v>
                      </c:pt>
                      <c:pt idx="59">
                        <c:v>16.798838091179999</c:v>
                      </c:pt>
                      <c:pt idx="60">
                        <c:v>18.278328086464001</c:v>
                      </c:pt>
                      <c:pt idx="61">
                        <c:v>20.348148813201</c:v>
                      </c:pt>
                      <c:pt idx="62">
                        <c:v>21.61428183787201</c:v>
                      </c:pt>
                      <c:pt idx="63">
                        <c:v>20.833485525796011</c:v>
                      </c:pt>
                      <c:pt idx="64">
                        <c:v>18.187190363923001</c:v>
                      </c:pt>
                      <c:pt idx="65">
                        <c:v>17.775031940800009</c:v>
                      </c:pt>
                      <c:pt idx="66">
                        <c:v>17.433004374180001</c:v>
                      </c:pt>
                      <c:pt idx="67">
                        <c:v>19.087742172732021</c:v>
                      </c:pt>
                      <c:pt idx="68">
                        <c:v>20.741579620210999</c:v>
                      </c:pt>
                      <c:pt idx="69">
                        <c:v>24.351490732767999</c:v>
                      </c:pt>
                      <c:pt idx="70">
                        <c:v>24.810242473734995</c:v>
                      </c:pt>
                      <c:pt idx="71">
                        <c:v>20.81903809447601</c:v>
                      </c:pt>
                      <c:pt idx="72">
                        <c:v>14.295524464148</c:v>
                      </c:pt>
                      <c:pt idx="73">
                        <c:v>8.6747872993620003</c:v>
                      </c:pt>
                      <c:pt idx="74">
                        <c:v>5.0875442329030021</c:v>
                      </c:pt>
                      <c:pt idx="75">
                        <c:v>3.2903622947020001</c:v>
                      </c:pt>
                      <c:pt idx="76">
                        <c:v>2.640843897381</c:v>
                      </c:pt>
                      <c:pt idx="77">
                        <c:v>3.2293658284140001</c:v>
                      </c:pt>
                      <c:pt idx="78">
                        <c:v>6.9132005672540018</c:v>
                      </c:pt>
                      <c:pt idx="79">
                        <c:v>10.181085948479</c:v>
                      </c:pt>
                      <c:pt idx="80">
                        <c:v>11.992097643950991</c:v>
                      </c:pt>
                      <c:pt idx="81">
                        <c:v>12.377850337135001</c:v>
                      </c:pt>
                      <c:pt idx="82">
                        <c:v>13.293297898018999</c:v>
                      </c:pt>
                      <c:pt idx="83">
                        <c:v>15.10448057920301</c:v>
                      </c:pt>
                      <c:pt idx="84">
                        <c:v>17.013700115852991</c:v>
                      </c:pt>
                      <c:pt idx="85">
                        <c:v>18.369277072021003</c:v>
                      </c:pt>
                      <c:pt idx="86">
                        <c:v>19.266510885525999</c:v>
                      </c:pt>
                      <c:pt idx="87">
                        <c:v>18.913652909168007</c:v>
                      </c:pt>
                      <c:pt idx="88">
                        <c:v>17.405623541083003</c:v>
                      </c:pt>
                      <c:pt idx="89">
                        <c:v>17.572907688086001</c:v>
                      </c:pt>
                      <c:pt idx="90">
                        <c:v>16.926994021681001</c:v>
                      </c:pt>
                      <c:pt idx="91">
                        <c:v>18.891604597545001</c:v>
                      </c:pt>
                      <c:pt idx="92">
                        <c:v>20.675099799006997</c:v>
                      </c:pt>
                      <c:pt idx="93">
                        <c:v>24.285341311420002</c:v>
                      </c:pt>
                      <c:pt idx="94">
                        <c:v>24.355251560789991</c:v>
                      </c:pt>
                      <c:pt idx="95">
                        <c:v>20.08390799090601</c:v>
                      </c:pt>
                      <c:pt idx="96">
                        <c:v>13.570146416523999</c:v>
                      </c:pt>
                      <c:pt idx="97">
                        <c:v>8.2200181549559979</c:v>
                      </c:pt>
                      <c:pt idx="98">
                        <c:v>4.8130807924599992</c:v>
                      </c:pt>
                      <c:pt idx="99">
                        <c:v>3.1485969073880016</c:v>
                      </c:pt>
                      <c:pt idx="100">
                        <c:v>2.5223612373900011</c:v>
                      </c:pt>
                      <c:pt idx="101">
                        <c:v>3.1442139592660001</c:v>
                      </c:pt>
                      <c:pt idx="102">
                        <c:v>6.9570339376960009</c:v>
                      </c:pt>
                      <c:pt idx="103">
                        <c:v>10.430827091329</c:v>
                      </c:pt>
                      <c:pt idx="104">
                        <c:v>12.298327816857</c:v>
                      </c:pt>
                      <c:pt idx="105">
                        <c:v>12.618302323279</c:v>
                      </c:pt>
                      <c:pt idx="106">
                        <c:v>13.479227543108999</c:v>
                      </c:pt>
                      <c:pt idx="107">
                        <c:v>15.284397127323</c:v>
                      </c:pt>
                      <c:pt idx="108">
                        <c:v>17.105085877954998</c:v>
                      </c:pt>
                      <c:pt idx="109">
                        <c:v>18.651417861712989</c:v>
                      </c:pt>
                      <c:pt idx="110">
                        <c:v>19.306381919332001</c:v>
                      </c:pt>
                      <c:pt idx="111">
                        <c:v>18.923260184526001</c:v>
                      </c:pt>
                      <c:pt idx="112">
                        <c:v>17.291945894865002</c:v>
                      </c:pt>
                      <c:pt idx="113">
                        <c:v>17.442167998061002</c:v>
                      </c:pt>
                      <c:pt idx="114">
                        <c:v>17.073518584224999</c:v>
                      </c:pt>
                      <c:pt idx="115">
                        <c:v>18.948735995214992</c:v>
                      </c:pt>
                      <c:pt idx="116">
                        <c:v>20.798225534433996</c:v>
                      </c:pt>
                      <c:pt idx="117">
                        <c:v>24.475451571461992</c:v>
                      </c:pt>
                      <c:pt idx="118">
                        <c:v>24.453690784874993</c:v>
                      </c:pt>
                      <c:pt idx="119">
                        <c:v>20.15735210272501</c:v>
                      </c:pt>
                      <c:pt idx="120">
                        <c:v>13.539144999960001</c:v>
                      </c:pt>
                      <c:pt idx="121">
                        <c:v>8.1255339307919989</c:v>
                      </c:pt>
                      <c:pt idx="122">
                        <c:v>4.7556669728190002</c:v>
                      </c:pt>
                      <c:pt idx="123">
                        <c:v>3.1256172221870009</c:v>
                      </c:pt>
                      <c:pt idx="124">
                        <c:v>2.4894184400530022</c:v>
                      </c:pt>
                      <c:pt idx="125">
                        <c:v>3.1063271434520008</c:v>
                      </c:pt>
                      <c:pt idx="126">
                        <c:v>6.9991670323870006</c:v>
                      </c:pt>
                      <c:pt idx="127">
                        <c:v>10.573584370368998</c:v>
                      </c:pt>
                      <c:pt idx="128">
                        <c:v>12.427063334752008</c:v>
                      </c:pt>
                      <c:pt idx="129">
                        <c:v>12.733056789587</c:v>
                      </c:pt>
                      <c:pt idx="130">
                        <c:v>13.742714625190999</c:v>
                      </c:pt>
                      <c:pt idx="131">
                        <c:v>15.193230418813002</c:v>
                      </c:pt>
                      <c:pt idx="132">
                        <c:v>17.470955386754998</c:v>
                      </c:pt>
                      <c:pt idx="133">
                        <c:v>20.128734112151999</c:v>
                      </c:pt>
                      <c:pt idx="134">
                        <c:v>20.845422994200007</c:v>
                      </c:pt>
                      <c:pt idx="135">
                        <c:v>20.031014590892006</c:v>
                      </c:pt>
                      <c:pt idx="136">
                        <c:v>17.546513246164011</c:v>
                      </c:pt>
                      <c:pt idx="137">
                        <c:v>17.621815569285999</c:v>
                      </c:pt>
                      <c:pt idx="138">
                        <c:v>17.793854141122001</c:v>
                      </c:pt>
                      <c:pt idx="139">
                        <c:v>19.882569539656011</c:v>
                      </c:pt>
                      <c:pt idx="140">
                        <c:v>21.239577309937999</c:v>
                      </c:pt>
                      <c:pt idx="141">
                        <c:v>24.831076467553999</c:v>
                      </c:pt>
                      <c:pt idx="142">
                        <c:v>24.732906031045999</c:v>
                      </c:pt>
                      <c:pt idx="143">
                        <c:v>20.311022566569008</c:v>
                      </c:pt>
                      <c:pt idx="144">
                        <c:v>13.85568014583999</c:v>
                      </c:pt>
                      <c:pt idx="145">
                        <c:v>8.3701770441779999</c:v>
                      </c:pt>
                      <c:pt idx="146">
                        <c:v>5.0797151164000001</c:v>
                      </c:pt>
                      <c:pt idx="147">
                        <c:v>3.3312539304939999</c:v>
                      </c:pt>
                      <c:pt idx="148">
                        <c:v>2.6598580112040007</c:v>
                      </c:pt>
                      <c:pt idx="149">
                        <c:v>3.2937268600520002</c:v>
                      </c:pt>
                      <c:pt idx="150">
                        <c:v>7.3148361702090003</c:v>
                      </c:pt>
                      <c:pt idx="151">
                        <c:v>10.877265402622999</c:v>
                      </c:pt>
                      <c:pt idx="152">
                        <c:v>12.772797076572001</c:v>
                      </c:pt>
                      <c:pt idx="153">
                        <c:v>12.921337642415001</c:v>
                      </c:pt>
                      <c:pt idx="154">
                        <c:v>13.758912060528001</c:v>
                      </c:pt>
                      <c:pt idx="155">
                        <c:v>15.311392861992999</c:v>
                      </c:pt>
                      <c:pt idx="156">
                        <c:v>17.043099669507001</c:v>
                      </c:pt>
                      <c:pt idx="157">
                        <c:v>18.534497259811999</c:v>
                      </c:pt>
                      <c:pt idx="158">
                        <c:v>19.433769014666002</c:v>
                      </c:pt>
                      <c:pt idx="159">
                        <c:v>19.118037479083998</c:v>
                      </c:pt>
                      <c:pt idx="160">
                        <c:v>17.731543783336988</c:v>
                      </c:pt>
                      <c:pt idx="161">
                        <c:v>18.114652260387</c:v>
                      </c:pt>
                      <c:pt idx="162">
                        <c:v>17.717520094523</c:v>
                      </c:pt>
                      <c:pt idx="163">
                        <c:v>19.785581531934998</c:v>
                      </c:pt>
                      <c:pt idx="164">
                        <c:v>21.417377160840999</c:v>
                      </c:pt>
                      <c:pt idx="165">
                        <c:v>24.855274597787002</c:v>
                      </c:pt>
                      <c:pt idx="166">
                        <c:v>24.687432110216996</c:v>
                      </c:pt>
                      <c:pt idx="167">
                        <c:v>19.941139854886</c:v>
                      </c:pt>
                      <c:pt idx="168">
                        <c:v>13.336531209720992</c:v>
                      </c:pt>
                      <c:pt idx="169">
                        <c:v>7.9642675660840005</c:v>
                      </c:pt>
                      <c:pt idx="170">
                        <c:v>4.8109539239990005</c:v>
                      </c:pt>
                      <c:pt idx="171">
                        <c:v>3.2071771478430007</c:v>
                      </c:pt>
                      <c:pt idx="172">
                        <c:v>2.6099859386770001</c:v>
                      </c:pt>
                      <c:pt idx="173">
                        <c:v>3.327489243351001</c:v>
                      </c:pt>
                      <c:pt idx="174">
                        <c:v>7.4649536334290012</c:v>
                      </c:pt>
                      <c:pt idx="175">
                        <c:v>11.607703209277998</c:v>
                      </c:pt>
                      <c:pt idx="176">
                        <c:v>13.779227794275009</c:v>
                      </c:pt>
                      <c:pt idx="177">
                        <c:v>13.676291784346997</c:v>
                      </c:pt>
                      <c:pt idx="178">
                        <c:v>14.229060832628999</c:v>
                      </c:pt>
                      <c:pt idx="179">
                        <c:v>15.623089125372989</c:v>
                      </c:pt>
                      <c:pt idx="180">
                        <c:v>17.546455913656011</c:v>
                      </c:pt>
                      <c:pt idx="181">
                        <c:v>19.222378310149992</c:v>
                      </c:pt>
                      <c:pt idx="182">
                        <c:v>19.977835241464</c:v>
                      </c:pt>
                      <c:pt idx="183">
                        <c:v>19.697653728466985</c:v>
                      </c:pt>
                      <c:pt idx="184">
                        <c:v>17.843925135126</c:v>
                      </c:pt>
                      <c:pt idx="185">
                        <c:v>18.003118022069991</c:v>
                      </c:pt>
                      <c:pt idx="186">
                        <c:v>17.699624371079999</c:v>
                      </c:pt>
                      <c:pt idx="187">
                        <c:v>20.075834499622001</c:v>
                      </c:pt>
                      <c:pt idx="188">
                        <c:v>21.577757395452011</c:v>
                      </c:pt>
                      <c:pt idx="189">
                        <c:v>24.987850054740008</c:v>
                      </c:pt>
                      <c:pt idx="190">
                        <c:v>25.086060743577999</c:v>
                      </c:pt>
                      <c:pt idx="191">
                        <c:v>21.413515693517009</c:v>
                      </c:pt>
                      <c:pt idx="192">
                        <c:v>15.501883867340002</c:v>
                      </c:pt>
                      <c:pt idx="193">
                        <c:v>9.9578875212519993</c:v>
                      </c:pt>
                      <c:pt idx="194">
                        <c:v>6.140056239163</c:v>
                      </c:pt>
                      <c:pt idx="195">
                        <c:v>4.002339245158999</c:v>
                      </c:pt>
                      <c:pt idx="196">
                        <c:v>3.0210193456540004</c:v>
                      </c:pt>
                      <c:pt idx="197">
                        <c:v>3.2126700103629999</c:v>
                      </c:pt>
                      <c:pt idx="198">
                        <c:v>6.3876925253890002</c:v>
                      </c:pt>
                      <c:pt idx="199">
                        <c:v>9.6172071118260014</c:v>
                      </c:pt>
                      <c:pt idx="200">
                        <c:v>12.936640143569999</c:v>
                      </c:pt>
                      <c:pt idx="201">
                        <c:v>14.797728294201001</c:v>
                      </c:pt>
                      <c:pt idx="202">
                        <c:v>15.951776584299001</c:v>
                      </c:pt>
                      <c:pt idx="203">
                        <c:v>17.689462182713992</c:v>
                      </c:pt>
                      <c:pt idx="204">
                        <c:v>18.366574205036002</c:v>
                      </c:pt>
                      <c:pt idx="205">
                        <c:v>19.395821991483988</c:v>
                      </c:pt>
                      <c:pt idx="206">
                        <c:v>22.628429538285008</c:v>
                      </c:pt>
                      <c:pt idx="207">
                        <c:v>21.694807296552995</c:v>
                      </c:pt>
                      <c:pt idx="208">
                        <c:v>18.653935754321992</c:v>
                      </c:pt>
                      <c:pt idx="209">
                        <c:v>18.429617972696001</c:v>
                      </c:pt>
                      <c:pt idx="210">
                        <c:v>17.727495783454</c:v>
                      </c:pt>
                      <c:pt idx="211">
                        <c:v>20.296515744032025</c:v>
                      </c:pt>
                      <c:pt idx="212">
                        <c:v>22.056606788418989</c:v>
                      </c:pt>
                      <c:pt idx="213">
                        <c:v>25.448458540148998</c:v>
                      </c:pt>
                      <c:pt idx="214">
                        <c:v>25.687626914238987</c:v>
                      </c:pt>
                      <c:pt idx="215">
                        <c:v>21.992709794709022</c:v>
                      </c:pt>
                      <c:pt idx="216">
                        <c:v>15.845833753554</c:v>
                      </c:pt>
                      <c:pt idx="217">
                        <c:v>9.8985671596410008</c:v>
                      </c:pt>
                      <c:pt idx="218">
                        <c:v>5.9983840783530002</c:v>
                      </c:pt>
                      <c:pt idx="219">
                        <c:v>3.7371646055130001</c:v>
                      </c:pt>
                      <c:pt idx="220">
                        <c:v>2.804993357989999</c:v>
                      </c:pt>
                      <c:pt idx="221">
                        <c:v>3.1380587510729989</c:v>
                      </c:pt>
                      <c:pt idx="222">
                        <c:v>6.4933185150079993</c:v>
                      </c:pt>
                      <c:pt idx="223">
                        <c:v>9.7732356094289994</c:v>
                      </c:pt>
                      <c:pt idx="224">
                        <c:v>12.771035520245</c:v>
                      </c:pt>
                      <c:pt idx="225">
                        <c:v>14.161643073955</c:v>
                      </c:pt>
                      <c:pt idx="226">
                        <c:v>14.929055204575002</c:v>
                      </c:pt>
                      <c:pt idx="227">
                        <c:v>16.329098903119</c:v>
                      </c:pt>
                      <c:pt idx="228">
                        <c:v>17.55641674000201</c:v>
                      </c:pt>
                      <c:pt idx="229">
                        <c:v>19.870781632899998</c:v>
                      </c:pt>
                      <c:pt idx="230">
                        <c:v>21.225590994190011</c:v>
                      </c:pt>
                      <c:pt idx="231">
                        <c:v>20.364808110842013</c:v>
                      </c:pt>
                      <c:pt idx="232">
                        <c:v>17.749991835492999</c:v>
                      </c:pt>
                      <c:pt idx="233">
                        <c:v>17.559431130294989</c:v>
                      </c:pt>
                      <c:pt idx="234">
                        <c:v>17.218720567304992</c:v>
                      </c:pt>
                      <c:pt idx="235">
                        <c:v>19.528211073628988</c:v>
                      </c:pt>
                      <c:pt idx="236">
                        <c:v>21.413170500382989</c:v>
                      </c:pt>
                      <c:pt idx="237">
                        <c:v>24.884468877847986</c:v>
                      </c:pt>
                      <c:pt idx="238">
                        <c:v>24.464287883668003</c:v>
                      </c:pt>
                      <c:pt idx="239">
                        <c:v>19.866955792210987</c:v>
                      </c:pt>
                      <c:pt idx="240">
                        <c:v>13.186071128386001</c:v>
                      </c:pt>
                      <c:pt idx="241">
                        <c:v>7.8625045090609991</c:v>
                      </c:pt>
                      <c:pt idx="242">
                        <c:v>4.6654276616120001</c:v>
                      </c:pt>
                      <c:pt idx="243">
                        <c:v>3.106370520251001</c:v>
                      </c:pt>
                      <c:pt idx="244">
                        <c:v>2.494020824524998</c:v>
                      </c:pt>
                      <c:pt idx="245">
                        <c:v>3.0325856369290003</c:v>
                      </c:pt>
                      <c:pt idx="246">
                        <c:v>6.8688555981470012</c:v>
                      </c:pt>
                      <c:pt idx="247">
                        <c:v>10.328489783970999</c:v>
                      </c:pt>
                      <c:pt idx="248">
                        <c:v>12.195454301029001</c:v>
                      </c:pt>
                      <c:pt idx="249">
                        <c:v>12.330989697136001</c:v>
                      </c:pt>
                      <c:pt idx="250">
                        <c:v>13.173494759012</c:v>
                      </c:pt>
                      <c:pt idx="251">
                        <c:v>14.837709326632002</c:v>
                      </c:pt>
                      <c:pt idx="252">
                        <c:v>16.575193238280999</c:v>
                      </c:pt>
                      <c:pt idx="253">
                        <c:v>18.148318068089011</c:v>
                      </c:pt>
                      <c:pt idx="254">
                        <c:v>19.119888029656998</c:v>
                      </c:pt>
                      <c:pt idx="255">
                        <c:v>18.87516394496199</c:v>
                      </c:pt>
                      <c:pt idx="256">
                        <c:v>17.564550872741002</c:v>
                      </c:pt>
                      <c:pt idx="257">
                        <c:v>18.101711249283991</c:v>
                      </c:pt>
                      <c:pt idx="258">
                        <c:v>17.64531932783899</c:v>
                      </c:pt>
                      <c:pt idx="259">
                        <c:v>19.87816984235101</c:v>
                      </c:pt>
                      <c:pt idx="260">
                        <c:v>21.727726660474978</c:v>
                      </c:pt>
                      <c:pt idx="261">
                        <c:v>25.020397474403989</c:v>
                      </c:pt>
                      <c:pt idx="262">
                        <c:v>24.285895881920009</c:v>
                      </c:pt>
                      <c:pt idx="263">
                        <c:v>19.248217972671991</c:v>
                      </c:pt>
                      <c:pt idx="264">
                        <c:v>12.555779012071</c:v>
                      </c:pt>
                      <c:pt idx="265">
                        <c:v>7.4445130587809993</c:v>
                      </c:pt>
                      <c:pt idx="266">
                        <c:v>4.4328829708690005</c:v>
                      </c:pt>
                      <c:pt idx="267">
                        <c:v>3.0429831382629993</c:v>
                      </c:pt>
                      <c:pt idx="268">
                        <c:v>2.5340142462379998</c:v>
                      </c:pt>
                      <c:pt idx="269">
                        <c:v>3.1558227223859987</c:v>
                      </c:pt>
                      <c:pt idx="270">
                        <c:v>7.1731118663960007</c:v>
                      </c:pt>
                      <c:pt idx="271">
                        <c:v>10.937334437684001</c:v>
                      </c:pt>
                      <c:pt idx="272">
                        <c:v>12.551603133086001</c:v>
                      </c:pt>
                      <c:pt idx="273">
                        <c:v>12.627940655072011</c:v>
                      </c:pt>
                      <c:pt idx="274">
                        <c:v>13.443339299114012</c:v>
                      </c:pt>
                      <c:pt idx="275">
                        <c:v>15.152359443534998</c:v>
                      </c:pt>
                      <c:pt idx="276">
                        <c:v>16.831346769899</c:v>
                      </c:pt>
                      <c:pt idx="277">
                        <c:v>18.52590533665801</c:v>
                      </c:pt>
                      <c:pt idx="278">
                        <c:v>19.198007886519008</c:v>
                      </c:pt>
                      <c:pt idx="279">
                        <c:v>18.891195215533003</c:v>
                      </c:pt>
                      <c:pt idx="280">
                        <c:v>17.526448648132003</c:v>
                      </c:pt>
                      <c:pt idx="281">
                        <c:v>17.920262576751991</c:v>
                      </c:pt>
                      <c:pt idx="282">
                        <c:v>17.368604476167999</c:v>
                      </c:pt>
                      <c:pt idx="283">
                        <c:v>19.858750756498019</c:v>
                      </c:pt>
                      <c:pt idx="284">
                        <c:v>21.940031215127998</c:v>
                      </c:pt>
                      <c:pt idx="285">
                        <c:v>25.343077685414002</c:v>
                      </c:pt>
                      <c:pt idx="286">
                        <c:v>24.608631609193001</c:v>
                      </c:pt>
                      <c:pt idx="287">
                        <c:v>19.411745290045001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A-6C6F-49E4-8F59-330269BCC199}"/>
                  </c:ext>
                </c:extLst>
              </c15:ser>
            </c15:filteredLineSeries>
            <c15:filteredLineSeries>
              <c15:ser>
                <c:idx val="39"/>
                <c:order val="3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12-10-2026'!$AO$1</c15:sqref>
                        </c15:formulaRef>
                      </c:ext>
                    </c:extLst>
                    <c:strCache>
                      <c:ptCount val="1"/>
                      <c:pt idx="0">
                        <c:v>Huawei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12-10-2026'!$AO$2:$AO$289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241.42800940799998</c:v>
                      </c:pt>
                      <c:pt idx="1">
                        <c:v>151.824097615</c:v>
                      </c:pt>
                      <c:pt idx="2">
                        <c:v>90.527738077999999</c:v>
                      </c:pt>
                      <c:pt idx="3">
                        <c:v>58.638231547000004</c:v>
                      </c:pt>
                      <c:pt idx="4">
                        <c:v>46.736178624000004</c:v>
                      </c:pt>
                      <c:pt idx="5">
                        <c:v>61.624123298000001</c:v>
                      </c:pt>
                      <c:pt idx="6">
                        <c:v>117.99818010799999</c:v>
                      </c:pt>
                      <c:pt idx="7">
                        <c:v>168.746320013</c:v>
                      </c:pt>
                      <c:pt idx="8">
                        <c:v>201.56647390699999</c:v>
                      </c:pt>
                      <c:pt idx="9">
                        <c:v>217.27973900000001</c:v>
                      </c:pt>
                      <c:pt idx="10">
                        <c:v>238.09682408600003</c:v>
                      </c:pt>
                      <c:pt idx="11">
                        <c:v>265.11026016400001</c:v>
                      </c:pt>
                      <c:pt idx="12">
                        <c:v>286.14942565799998</c:v>
                      </c:pt>
                      <c:pt idx="13">
                        <c:v>321.60783359200002</c:v>
                      </c:pt>
                      <c:pt idx="14">
                        <c:v>327.16787034200001</c:v>
                      </c:pt>
                      <c:pt idx="15">
                        <c:v>312.86570674099994</c:v>
                      </c:pt>
                      <c:pt idx="16">
                        <c:v>284.63489516100003</c:v>
                      </c:pt>
                      <c:pt idx="17">
                        <c:v>290.52164266899996</c:v>
                      </c:pt>
                      <c:pt idx="18">
                        <c:v>288.45850344199999</c:v>
                      </c:pt>
                      <c:pt idx="19">
                        <c:v>335.23854901700003</c:v>
                      </c:pt>
                      <c:pt idx="20">
                        <c:v>372.04250058100001</c:v>
                      </c:pt>
                      <c:pt idx="21">
                        <c:v>415.88428031699999</c:v>
                      </c:pt>
                      <c:pt idx="22">
                        <c:v>412.15451542500006</c:v>
                      </c:pt>
                      <c:pt idx="23">
                        <c:v>356.57178703700004</c:v>
                      </c:pt>
                      <c:pt idx="24">
                        <c:v>266.242949974</c:v>
                      </c:pt>
                      <c:pt idx="25">
                        <c:v>175.52933422300001</c:v>
                      </c:pt>
                      <c:pt idx="26">
                        <c:v>107.850586951</c:v>
                      </c:pt>
                      <c:pt idx="27">
                        <c:v>68.492667053000005</c:v>
                      </c:pt>
                      <c:pt idx="28">
                        <c:v>50.414189131999997</c:v>
                      </c:pt>
                      <c:pt idx="29">
                        <c:v>59.952102719999999</c:v>
                      </c:pt>
                      <c:pt idx="30">
                        <c:v>105.162855142</c:v>
                      </c:pt>
                      <c:pt idx="31">
                        <c:v>151.777116525</c:v>
                      </c:pt>
                      <c:pt idx="32">
                        <c:v>200.347145235</c:v>
                      </c:pt>
                      <c:pt idx="33">
                        <c:v>235.71734978800004</c:v>
                      </c:pt>
                      <c:pt idx="34">
                        <c:v>265.69170616400004</c:v>
                      </c:pt>
                      <c:pt idx="35">
                        <c:v>297.34331918199996</c:v>
                      </c:pt>
                      <c:pt idx="36">
                        <c:v>301.88212932299996</c:v>
                      </c:pt>
                      <c:pt idx="37">
                        <c:v>321.67267662099999</c:v>
                      </c:pt>
                      <c:pt idx="38">
                        <c:v>371.144687401</c:v>
                      </c:pt>
                      <c:pt idx="39">
                        <c:v>344.703871811</c:v>
                      </c:pt>
                      <c:pt idx="40">
                        <c:v>301.18125102299996</c:v>
                      </c:pt>
                      <c:pt idx="41">
                        <c:v>300.78947576099995</c:v>
                      </c:pt>
                      <c:pt idx="42">
                        <c:v>295.914400043</c:v>
                      </c:pt>
                      <c:pt idx="43">
                        <c:v>343.897858805</c:v>
                      </c:pt>
                      <c:pt idx="44">
                        <c:v>384.32090947</c:v>
                      </c:pt>
                      <c:pt idx="45">
                        <c:v>431.98260468899997</c:v>
                      </c:pt>
                      <c:pt idx="46">
                        <c:v>424.46058856100001</c:v>
                      </c:pt>
                      <c:pt idx="47">
                        <c:v>367.16512715699997</c:v>
                      </c:pt>
                      <c:pt idx="48">
                        <c:v>274.23162584099998</c:v>
                      </c:pt>
                      <c:pt idx="49">
                        <c:v>179.72764124199998</c:v>
                      </c:pt>
                      <c:pt idx="50">
                        <c:v>107.91561355300001</c:v>
                      </c:pt>
                      <c:pt idx="51">
                        <c:v>67.79500769500001</c:v>
                      </c:pt>
                      <c:pt idx="52">
                        <c:v>50.470905664</c:v>
                      </c:pt>
                      <c:pt idx="53">
                        <c:v>61.417653049999998</c:v>
                      </c:pt>
                      <c:pt idx="54">
                        <c:v>110.195501052</c:v>
                      </c:pt>
                      <c:pt idx="55">
                        <c:v>158.87150368599998</c:v>
                      </c:pt>
                      <c:pt idx="56">
                        <c:v>202.878809077</c:v>
                      </c:pt>
                      <c:pt idx="57">
                        <c:v>229.269349887</c:v>
                      </c:pt>
                      <c:pt idx="58">
                        <c:v>250.144011054</c:v>
                      </c:pt>
                      <c:pt idx="59">
                        <c:v>275.65478169200003</c:v>
                      </c:pt>
                      <c:pt idx="60">
                        <c:v>290.56360436900002</c:v>
                      </c:pt>
                      <c:pt idx="61">
                        <c:v>331.71897987900002</c:v>
                      </c:pt>
                      <c:pt idx="62">
                        <c:v>343.44679328900003</c:v>
                      </c:pt>
                      <c:pt idx="63">
                        <c:v>324.54903479800004</c:v>
                      </c:pt>
                      <c:pt idx="64">
                        <c:v>290.53279242300005</c:v>
                      </c:pt>
                      <c:pt idx="65">
                        <c:v>293.678130291</c:v>
                      </c:pt>
                      <c:pt idx="66">
                        <c:v>287.92233651899994</c:v>
                      </c:pt>
                      <c:pt idx="67">
                        <c:v>333.04336767900003</c:v>
                      </c:pt>
                      <c:pt idx="68">
                        <c:v>373.51835284200001</c:v>
                      </c:pt>
                      <c:pt idx="69">
                        <c:v>417.16883946899998</c:v>
                      </c:pt>
                      <c:pt idx="70">
                        <c:v>405.64620357299998</c:v>
                      </c:pt>
                      <c:pt idx="71">
                        <c:v>338.57849607599996</c:v>
                      </c:pt>
                      <c:pt idx="72">
                        <c:v>238.79076167699998</c:v>
                      </c:pt>
                      <c:pt idx="73">
                        <c:v>147.19766789100001</c:v>
                      </c:pt>
                      <c:pt idx="74">
                        <c:v>87.811126082000001</c:v>
                      </c:pt>
                      <c:pt idx="75">
                        <c:v>56.843521667000005</c:v>
                      </c:pt>
                      <c:pt idx="76">
                        <c:v>45.654767944</c:v>
                      </c:pt>
                      <c:pt idx="77">
                        <c:v>59.404175900000006</c:v>
                      </c:pt>
                      <c:pt idx="78">
                        <c:v>113.83622340400001</c:v>
                      </c:pt>
                      <c:pt idx="79">
                        <c:v>160.44792221</c:v>
                      </c:pt>
                      <c:pt idx="80">
                        <c:v>193.82430283500003</c:v>
                      </c:pt>
                      <c:pt idx="81">
                        <c:v>210.25257543800001</c:v>
                      </c:pt>
                      <c:pt idx="82">
                        <c:v>229.191132052</c:v>
                      </c:pt>
                      <c:pt idx="83">
                        <c:v>256.123845276</c:v>
                      </c:pt>
                      <c:pt idx="84">
                        <c:v>273.93739884500002</c:v>
                      </c:pt>
                      <c:pt idx="85">
                        <c:v>306.56921839799998</c:v>
                      </c:pt>
                      <c:pt idx="86">
                        <c:v>311.05678310900004</c:v>
                      </c:pt>
                      <c:pt idx="87">
                        <c:v>295.26658673600002</c:v>
                      </c:pt>
                      <c:pt idx="88">
                        <c:v>278.58063851299994</c:v>
                      </c:pt>
                      <c:pt idx="89">
                        <c:v>287.36197827500001</c:v>
                      </c:pt>
                      <c:pt idx="90">
                        <c:v>284.43757870399998</c:v>
                      </c:pt>
                      <c:pt idx="91">
                        <c:v>330.703739832</c:v>
                      </c:pt>
                      <c:pt idx="92">
                        <c:v>373.40071337300003</c:v>
                      </c:pt>
                      <c:pt idx="93">
                        <c:v>415.88768955000006</c:v>
                      </c:pt>
                      <c:pt idx="94">
                        <c:v>399.89368914400006</c:v>
                      </c:pt>
                      <c:pt idx="95">
                        <c:v>326.27528287300004</c:v>
                      </c:pt>
                      <c:pt idx="96">
                        <c:v>224.75791627000001</c:v>
                      </c:pt>
                      <c:pt idx="97">
                        <c:v>137.52614535000001</c:v>
                      </c:pt>
                      <c:pt idx="98">
                        <c:v>82.316659916999996</c:v>
                      </c:pt>
                      <c:pt idx="99">
                        <c:v>54.527114170999994</c:v>
                      </c:pt>
                      <c:pt idx="100">
                        <c:v>44.625529512</c:v>
                      </c:pt>
                      <c:pt idx="101">
                        <c:v>58.868733415999998</c:v>
                      </c:pt>
                      <c:pt idx="102">
                        <c:v>115.86488548199999</c:v>
                      </c:pt>
                      <c:pt idx="103">
                        <c:v>164.46153222700002</c:v>
                      </c:pt>
                      <c:pt idx="104">
                        <c:v>195.547701526</c:v>
                      </c:pt>
                      <c:pt idx="105">
                        <c:v>211.201587577</c:v>
                      </c:pt>
                      <c:pt idx="106">
                        <c:v>229.65996017200001</c:v>
                      </c:pt>
                      <c:pt idx="107">
                        <c:v>258.433385332</c:v>
                      </c:pt>
                      <c:pt idx="108">
                        <c:v>276.024222802</c:v>
                      </c:pt>
                      <c:pt idx="109">
                        <c:v>308.923236417</c:v>
                      </c:pt>
                      <c:pt idx="110">
                        <c:v>310.55896809299998</c:v>
                      </c:pt>
                      <c:pt idx="111">
                        <c:v>295.15607964899999</c:v>
                      </c:pt>
                      <c:pt idx="112">
                        <c:v>277.83653139699999</c:v>
                      </c:pt>
                      <c:pt idx="113">
                        <c:v>284.83902971600003</c:v>
                      </c:pt>
                      <c:pt idx="114">
                        <c:v>283.07407526700001</c:v>
                      </c:pt>
                      <c:pt idx="115">
                        <c:v>330.54008248999997</c:v>
                      </c:pt>
                      <c:pt idx="116">
                        <c:v>374.326831728</c:v>
                      </c:pt>
                      <c:pt idx="117">
                        <c:v>420.13440903700001</c:v>
                      </c:pt>
                      <c:pt idx="118">
                        <c:v>403.01456198900007</c:v>
                      </c:pt>
                      <c:pt idx="119">
                        <c:v>330.48644619499998</c:v>
                      </c:pt>
                      <c:pt idx="120">
                        <c:v>228.26448560700004</c:v>
                      </c:pt>
                      <c:pt idx="121">
                        <c:v>139.33671445099998</c:v>
                      </c:pt>
                      <c:pt idx="122">
                        <c:v>82.632406678000009</c:v>
                      </c:pt>
                      <c:pt idx="123">
                        <c:v>54.253934857999994</c:v>
                      </c:pt>
                      <c:pt idx="124">
                        <c:v>44.226130597000001</c:v>
                      </c:pt>
                      <c:pt idx="125">
                        <c:v>58.648751994000001</c:v>
                      </c:pt>
                      <c:pt idx="126">
                        <c:v>116.64338219499999</c:v>
                      </c:pt>
                      <c:pt idx="127">
                        <c:v>166.195268422</c:v>
                      </c:pt>
                      <c:pt idx="128">
                        <c:v>197.49408096300002</c:v>
                      </c:pt>
                      <c:pt idx="129">
                        <c:v>213.84466006600002</c:v>
                      </c:pt>
                      <c:pt idx="130">
                        <c:v>234.46495408599998</c:v>
                      </c:pt>
                      <c:pt idx="131">
                        <c:v>259.80138306499998</c:v>
                      </c:pt>
                      <c:pt idx="132">
                        <c:v>283.66687740200001</c:v>
                      </c:pt>
                      <c:pt idx="133">
                        <c:v>328.894192121</c:v>
                      </c:pt>
                      <c:pt idx="134">
                        <c:v>332.10412731399998</c:v>
                      </c:pt>
                      <c:pt idx="135">
                        <c:v>311.30496518500001</c:v>
                      </c:pt>
                      <c:pt idx="136">
                        <c:v>281.72866774800002</c:v>
                      </c:pt>
                      <c:pt idx="137">
                        <c:v>286.767718554</c:v>
                      </c:pt>
                      <c:pt idx="138">
                        <c:v>306.37279771300001</c:v>
                      </c:pt>
                      <c:pt idx="139">
                        <c:v>351.75257062100002</c:v>
                      </c:pt>
                      <c:pt idx="140">
                        <c:v>378.85565479100001</c:v>
                      </c:pt>
                      <c:pt idx="141">
                        <c:v>421.03904727299994</c:v>
                      </c:pt>
                      <c:pt idx="142">
                        <c:v>403.88933405399996</c:v>
                      </c:pt>
                      <c:pt idx="143">
                        <c:v>331.10017012099996</c:v>
                      </c:pt>
                      <c:pt idx="144">
                        <c:v>236.000731191</c:v>
                      </c:pt>
                      <c:pt idx="145">
                        <c:v>146.63213212599999</c:v>
                      </c:pt>
                      <c:pt idx="146">
                        <c:v>89.470185213999997</c:v>
                      </c:pt>
                      <c:pt idx="147">
                        <c:v>56.266380186999996</c:v>
                      </c:pt>
                      <c:pt idx="148">
                        <c:v>45.010171026999998</c:v>
                      </c:pt>
                      <c:pt idx="149">
                        <c:v>59.787237815999994</c:v>
                      </c:pt>
                      <c:pt idx="150">
                        <c:v>119.81170533000002</c:v>
                      </c:pt>
                      <c:pt idx="151">
                        <c:v>168.72212283499999</c:v>
                      </c:pt>
                      <c:pt idx="152">
                        <c:v>200.28514015999997</c:v>
                      </c:pt>
                      <c:pt idx="153">
                        <c:v>215.587040479</c:v>
                      </c:pt>
                      <c:pt idx="154">
                        <c:v>233.66659152400001</c:v>
                      </c:pt>
                      <c:pt idx="155">
                        <c:v>260.14471493099995</c:v>
                      </c:pt>
                      <c:pt idx="156">
                        <c:v>277.38518511300003</c:v>
                      </c:pt>
                      <c:pt idx="157">
                        <c:v>309.83689603000005</c:v>
                      </c:pt>
                      <c:pt idx="158">
                        <c:v>313.152111166</c:v>
                      </c:pt>
                      <c:pt idx="159">
                        <c:v>298.12288774000001</c:v>
                      </c:pt>
                      <c:pt idx="160">
                        <c:v>284.13919702200002</c:v>
                      </c:pt>
                      <c:pt idx="161">
                        <c:v>291.53966002200002</c:v>
                      </c:pt>
                      <c:pt idx="162">
                        <c:v>289.633989305</c:v>
                      </c:pt>
                      <c:pt idx="163">
                        <c:v>333.87869934099996</c:v>
                      </c:pt>
                      <c:pt idx="164">
                        <c:v>374.24478750699996</c:v>
                      </c:pt>
                      <c:pt idx="165">
                        <c:v>415.46479790800004</c:v>
                      </c:pt>
                      <c:pt idx="166">
                        <c:v>401.85900284999997</c:v>
                      </c:pt>
                      <c:pt idx="167">
                        <c:v>328.31471292499998</c:v>
                      </c:pt>
                      <c:pt idx="168">
                        <c:v>228.395331043</c:v>
                      </c:pt>
                      <c:pt idx="169">
                        <c:v>140.67600385699998</c:v>
                      </c:pt>
                      <c:pt idx="170">
                        <c:v>84.866791866</c:v>
                      </c:pt>
                      <c:pt idx="171">
                        <c:v>56.06736170100001</c:v>
                      </c:pt>
                      <c:pt idx="172">
                        <c:v>45.993630847000006</c:v>
                      </c:pt>
                      <c:pt idx="173">
                        <c:v>60.897941955</c:v>
                      </c:pt>
                      <c:pt idx="174">
                        <c:v>122.25867252199998</c:v>
                      </c:pt>
                      <c:pt idx="175">
                        <c:v>176.39946879000001</c:v>
                      </c:pt>
                      <c:pt idx="176">
                        <c:v>215.70386143299999</c:v>
                      </c:pt>
                      <c:pt idx="177">
                        <c:v>240.993253192</c:v>
                      </c:pt>
                      <c:pt idx="178">
                        <c:v>249.80611825700001</c:v>
                      </c:pt>
                      <c:pt idx="179">
                        <c:v>269.73898319700004</c:v>
                      </c:pt>
                      <c:pt idx="180">
                        <c:v>290.86329269200002</c:v>
                      </c:pt>
                      <c:pt idx="181">
                        <c:v>324.43842669899999</c:v>
                      </c:pt>
                      <c:pt idx="182">
                        <c:v>325.84292680999999</c:v>
                      </c:pt>
                      <c:pt idx="183">
                        <c:v>308.25988810399997</c:v>
                      </c:pt>
                      <c:pt idx="184">
                        <c:v>287.40708590599996</c:v>
                      </c:pt>
                      <c:pt idx="185">
                        <c:v>291.84150688099999</c:v>
                      </c:pt>
                      <c:pt idx="186">
                        <c:v>295.38503760799995</c:v>
                      </c:pt>
                      <c:pt idx="187">
                        <c:v>344.37160829100003</c:v>
                      </c:pt>
                      <c:pt idx="188">
                        <c:v>383.00359055599995</c:v>
                      </c:pt>
                      <c:pt idx="189">
                        <c:v>421.80004500799998</c:v>
                      </c:pt>
                      <c:pt idx="190">
                        <c:v>413.96175435599997</c:v>
                      </c:pt>
                      <c:pt idx="191">
                        <c:v>352.42206000900001</c:v>
                      </c:pt>
                      <c:pt idx="192">
                        <c:v>259.78329583500005</c:v>
                      </c:pt>
                      <c:pt idx="193">
                        <c:v>168.40666674300002</c:v>
                      </c:pt>
                      <c:pt idx="194">
                        <c:v>102.93573557799999</c:v>
                      </c:pt>
                      <c:pt idx="195">
                        <c:v>68.008083970000001</c:v>
                      </c:pt>
                      <c:pt idx="196">
                        <c:v>51.652994538000009</c:v>
                      </c:pt>
                      <c:pt idx="197">
                        <c:v>59.198050981000002</c:v>
                      </c:pt>
                      <c:pt idx="198">
                        <c:v>107.967211913</c:v>
                      </c:pt>
                      <c:pt idx="199">
                        <c:v>155.92579404399999</c:v>
                      </c:pt>
                      <c:pt idx="200">
                        <c:v>205.75054580400001</c:v>
                      </c:pt>
                      <c:pt idx="201">
                        <c:v>239.35017402100004</c:v>
                      </c:pt>
                      <c:pt idx="202">
                        <c:v>268.45567797899997</c:v>
                      </c:pt>
                      <c:pt idx="203">
                        <c:v>298.28376963199997</c:v>
                      </c:pt>
                      <c:pt idx="204">
                        <c:v>301.05782400199996</c:v>
                      </c:pt>
                      <c:pt idx="205">
                        <c:v>322.52608866600002</c:v>
                      </c:pt>
                      <c:pt idx="206">
                        <c:v>370.75545768899997</c:v>
                      </c:pt>
                      <c:pt idx="207">
                        <c:v>341.79235061599996</c:v>
                      </c:pt>
                      <c:pt idx="208">
                        <c:v>308.63658634400002</c:v>
                      </c:pt>
                      <c:pt idx="209">
                        <c:v>309.66343496500002</c:v>
                      </c:pt>
                      <c:pt idx="210">
                        <c:v>306.42350054200006</c:v>
                      </c:pt>
                      <c:pt idx="211">
                        <c:v>352.35325743100003</c:v>
                      </c:pt>
                      <c:pt idx="212">
                        <c:v>393.39982158600003</c:v>
                      </c:pt>
                      <c:pt idx="213">
                        <c:v>432.485319774</c:v>
                      </c:pt>
                      <c:pt idx="214">
                        <c:v>425.45378177299995</c:v>
                      </c:pt>
                      <c:pt idx="215">
                        <c:v>359.50766001</c:v>
                      </c:pt>
                      <c:pt idx="216">
                        <c:v>261.51334731699995</c:v>
                      </c:pt>
                      <c:pt idx="217">
                        <c:v>166.70787170699998</c:v>
                      </c:pt>
                      <c:pt idx="218">
                        <c:v>101.89607297800001</c:v>
                      </c:pt>
                      <c:pt idx="219">
                        <c:v>64.907809409999999</c:v>
                      </c:pt>
                      <c:pt idx="220">
                        <c:v>49.337223776999998</c:v>
                      </c:pt>
                      <c:pt idx="221">
                        <c:v>59.187087634999997</c:v>
                      </c:pt>
                      <c:pt idx="222">
                        <c:v>112.04613275400001</c:v>
                      </c:pt>
                      <c:pt idx="223">
                        <c:v>162.46576497500001</c:v>
                      </c:pt>
                      <c:pt idx="224">
                        <c:v>205.92674195699999</c:v>
                      </c:pt>
                      <c:pt idx="225">
                        <c:v>229.744909514</c:v>
                      </c:pt>
                      <c:pt idx="226">
                        <c:v>249.32808936700002</c:v>
                      </c:pt>
                      <c:pt idx="227">
                        <c:v>273.75427154199997</c:v>
                      </c:pt>
                      <c:pt idx="228">
                        <c:v>287.27057242799998</c:v>
                      </c:pt>
                      <c:pt idx="229">
                        <c:v>329.19596401000001</c:v>
                      </c:pt>
                      <c:pt idx="230">
                        <c:v>340.38074067700001</c:v>
                      </c:pt>
                      <c:pt idx="231">
                        <c:v>318.75807588600003</c:v>
                      </c:pt>
                      <c:pt idx="232">
                        <c:v>291.80465213000002</c:v>
                      </c:pt>
                      <c:pt idx="233">
                        <c:v>296.84389363999998</c:v>
                      </c:pt>
                      <c:pt idx="234">
                        <c:v>299.37234509000001</c:v>
                      </c:pt>
                      <c:pt idx="235">
                        <c:v>342.15590551299999</c:v>
                      </c:pt>
                      <c:pt idx="236">
                        <c:v>389.43633057800002</c:v>
                      </c:pt>
                      <c:pt idx="237">
                        <c:v>429.40837770899998</c:v>
                      </c:pt>
                      <c:pt idx="238">
                        <c:v>406.17124863100003</c:v>
                      </c:pt>
                      <c:pt idx="239">
                        <c:v>329.377487024</c:v>
                      </c:pt>
                      <c:pt idx="240">
                        <c:v>227.01935825699999</c:v>
                      </c:pt>
                      <c:pt idx="241">
                        <c:v>139.762605388</c:v>
                      </c:pt>
                      <c:pt idx="242">
                        <c:v>84.326765988000005</c:v>
                      </c:pt>
                      <c:pt idx="243">
                        <c:v>56.134401421999996</c:v>
                      </c:pt>
                      <c:pt idx="244">
                        <c:v>45.815945501999998</c:v>
                      </c:pt>
                      <c:pt idx="245">
                        <c:v>57.702199880999991</c:v>
                      </c:pt>
                      <c:pt idx="246">
                        <c:v>115.25009189999997</c:v>
                      </c:pt>
                      <c:pt idx="247">
                        <c:v>163.12942139100002</c:v>
                      </c:pt>
                      <c:pt idx="248">
                        <c:v>197.906657185</c:v>
                      </c:pt>
                      <c:pt idx="249">
                        <c:v>210.19426873899999</c:v>
                      </c:pt>
                      <c:pt idx="250">
                        <c:v>226.331611122</c:v>
                      </c:pt>
                      <c:pt idx="251">
                        <c:v>251.567089667</c:v>
                      </c:pt>
                      <c:pt idx="252">
                        <c:v>271.12171347899999</c:v>
                      </c:pt>
                      <c:pt idx="253">
                        <c:v>304.335476933</c:v>
                      </c:pt>
                      <c:pt idx="254">
                        <c:v>308.21350034300002</c:v>
                      </c:pt>
                      <c:pt idx="255">
                        <c:v>293.15828208900001</c:v>
                      </c:pt>
                      <c:pt idx="256">
                        <c:v>284.041385214</c:v>
                      </c:pt>
                      <c:pt idx="257">
                        <c:v>296.48532005199996</c:v>
                      </c:pt>
                      <c:pt idx="258">
                        <c:v>298.18178044899997</c:v>
                      </c:pt>
                      <c:pt idx="259">
                        <c:v>339.547362077</c:v>
                      </c:pt>
                      <c:pt idx="260">
                        <c:v>383.45843108900004</c:v>
                      </c:pt>
                      <c:pt idx="261">
                        <c:v>418.86435004999998</c:v>
                      </c:pt>
                      <c:pt idx="262">
                        <c:v>399.54918234899998</c:v>
                      </c:pt>
                      <c:pt idx="263">
                        <c:v>318.94928198299999</c:v>
                      </c:pt>
                      <c:pt idx="264">
                        <c:v>221.31899212299999</c:v>
                      </c:pt>
                      <c:pt idx="265">
                        <c:v>134.12895328799999</c:v>
                      </c:pt>
                      <c:pt idx="266">
                        <c:v>80.531728947000005</c:v>
                      </c:pt>
                      <c:pt idx="267">
                        <c:v>53.982686658999995</c:v>
                      </c:pt>
                      <c:pt idx="268">
                        <c:v>44.415841233999998</c:v>
                      </c:pt>
                      <c:pt idx="269">
                        <c:v>57.672349036</c:v>
                      </c:pt>
                      <c:pt idx="270">
                        <c:v>118.60502699</c:v>
                      </c:pt>
                      <c:pt idx="271">
                        <c:v>168.70338556800002</c:v>
                      </c:pt>
                      <c:pt idx="272">
                        <c:v>199.639649908</c:v>
                      </c:pt>
                      <c:pt idx="273">
                        <c:v>213.66528837699997</c:v>
                      </c:pt>
                      <c:pt idx="274">
                        <c:v>231.75567281300005</c:v>
                      </c:pt>
                      <c:pt idx="275">
                        <c:v>258.37430741999998</c:v>
                      </c:pt>
                      <c:pt idx="276">
                        <c:v>276.69694488200003</c:v>
                      </c:pt>
                      <c:pt idx="277">
                        <c:v>309.019235525</c:v>
                      </c:pt>
                      <c:pt idx="278">
                        <c:v>309.157586348</c:v>
                      </c:pt>
                      <c:pt idx="279">
                        <c:v>294.08755213400002</c:v>
                      </c:pt>
                      <c:pt idx="280">
                        <c:v>285.36268323199999</c:v>
                      </c:pt>
                      <c:pt idx="281">
                        <c:v>294.20115552799996</c:v>
                      </c:pt>
                      <c:pt idx="282">
                        <c:v>296.42978494199997</c:v>
                      </c:pt>
                      <c:pt idx="283">
                        <c:v>343.27539855500004</c:v>
                      </c:pt>
                      <c:pt idx="284">
                        <c:v>388.90447866099998</c:v>
                      </c:pt>
                      <c:pt idx="285">
                        <c:v>425.20670999399999</c:v>
                      </c:pt>
                      <c:pt idx="286">
                        <c:v>399.600876642</c:v>
                      </c:pt>
                      <c:pt idx="287">
                        <c:v>318.63636647700002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B-6C6F-49E4-8F59-330269BCC199}"/>
                  </c:ext>
                </c:extLst>
              </c15:ser>
            </c15:filteredLineSeries>
            <c15:filteredLineSeries>
              <c15:ser>
                <c:idx val="40"/>
                <c:order val="4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12-10-2026'!$AP$1</c15:sqref>
                        </c15:formulaRef>
                      </c:ext>
                    </c:extLst>
                    <c:strCache>
                      <c:ptCount val="1"/>
                      <c:pt idx="0">
                        <c:v>Ericsson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12-10-2026'!$AP$2:$AP$289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173.971577539847</c:v>
                      </c:pt>
                      <c:pt idx="1">
                        <c:v>110.32258301666701</c:v>
                      </c:pt>
                      <c:pt idx="2">
                        <c:v>66.247399479487996</c:v>
                      </c:pt>
                      <c:pt idx="3">
                        <c:v>41.042338895813003</c:v>
                      </c:pt>
                      <c:pt idx="4">
                        <c:v>29.916902568888005</c:v>
                      </c:pt>
                      <c:pt idx="5">
                        <c:v>31.616645769824</c:v>
                      </c:pt>
                      <c:pt idx="6">
                        <c:v>61.970012936101</c:v>
                      </c:pt>
                      <c:pt idx="7">
                        <c:v>96.977235934652001</c:v>
                      </c:pt>
                      <c:pt idx="8">
                        <c:v>121.822088149124</c:v>
                      </c:pt>
                      <c:pt idx="9">
                        <c:v>133.4531300603</c:v>
                      </c:pt>
                      <c:pt idx="10">
                        <c:v>149.16902997944001</c:v>
                      </c:pt>
                      <c:pt idx="11">
                        <c:v>168.28638995234598</c:v>
                      </c:pt>
                      <c:pt idx="12">
                        <c:v>183.151354910083</c:v>
                      </c:pt>
                      <c:pt idx="13">
                        <c:v>202.25089022857199</c:v>
                      </c:pt>
                      <c:pt idx="14">
                        <c:v>214.18566448171003</c:v>
                      </c:pt>
                      <c:pt idx="15">
                        <c:v>210.80245657171099</c:v>
                      </c:pt>
                      <c:pt idx="16">
                        <c:v>189.164537899198</c:v>
                      </c:pt>
                      <c:pt idx="17">
                        <c:v>196.36430304520601</c:v>
                      </c:pt>
                      <c:pt idx="18">
                        <c:v>194.798626019804</c:v>
                      </c:pt>
                      <c:pt idx="19">
                        <c:v>214.36825591457699</c:v>
                      </c:pt>
                      <c:pt idx="20">
                        <c:v>236.42318996756501</c:v>
                      </c:pt>
                      <c:pt idx="21">
                        <c:v>281.88639127615903</c:v>
                      </c:pt>
                      <c:pt idx="22">
                        <c:v>290.37365461926697</c:v>
                      </c:pt>
                      <c:pt idx="23">
                        <c:v>256.59996836602096</c:v>
                      </c:pt>
                      <c:pt idx="24">
                        <c:v>194.50310576064601</c:v>
                      </c:pt>
                      <c:pt idx="25">
                        <c:v>126.72904311823999</c:v>
                      </c:pt>
                      <c:pt idx="26">
                        <c:v>75.563185477184007</c:v>
                      </c:pt>
                      <c:pt idx="27">
                        <c:v>49.516160110041</c:v>
                      </c:pt>
                      <c:pt idx="28">
                        <c:v>33.947401756276001</c:v>
                      </c:pt>
                      <c:pt idx="29">
                        <c:v>31.418900665220001</c:v>
                      </c:pt>
                      <c:pt idx="30">
                        <c:v>53.106503118882003</c:v>
                      </c:pt>
                      <c:pt idx="31">
                        <c:v>77.385541427266006</c:v>
                      </c:pt>
                      <c:pt idx="32">
                        <c:v>110.436642799184</c:v>
                      </c:pt>
                      <c:pt idx="33">
                        <c:v>138.74398200800204</c:v>
                      </c:pt>
                      <c:pt idx="34">
                        <c:v>163.14161715246499</c:v>
                      </c:pt>
                      <c:pt idx="35">
                        <c:v>186.549041795569</c:v>
                      </c:pt>
                      <c:pt idx="36">
                        <c:v>194.37992473920201</c:v>
                      </c:pt>
                      <c:pt idx="37">
                        <c:v>200.36088507166897</c:v>
                      </c:pt>
                      <c:pt idx="38">
                        <c:v>248.89613512690403</c:v>
                      </c:pt>
                      <c:pt idx="39">
                        <c:v>237.80986978989898</c:v>
                      </c:pt>
                      <c:pt idx="40">
                        <c:v>200.63328925620101</c:v>
                      </c:pt>
                      <c:pt idx="41">
                        <c:v>202.04905521311801</c:v>
                      </c:pt>
                      <c:pt idx="42">
                        <c:v>199.20968850457899</c:v>
                      </c:pt>
                      <c:pt idx="43">
                        <c:v>222.39426585225098</c:v>
                      </c:pt>
                      <c:pt idx="44">
                        <c:v>246.179214607425</c:v>
                      </c:pt>
                      <c:pt idx="45">
                        <c:v>295.17660763301501</c:v>
                      </c:pt>
                      <c:pt idx="46">
                        <c:v>300.03614297217393</c:v>
                      </c:pt>
                      <c:pt idx="47">
                        <c:v>267.40047851754304</c:v>
                      </c:pt>
                      <c:pt idx="48">
                        <c:v>203.850797495347</c:v>
                      </c:pt>
                      <c:pt idx="49">
                        <c:v>135.87483611862899</c:v>
                      </c:pt>
                      <c:pt idx="50">
                        <c:v>82.262078637820991</c:v>
                      </c:pt>
                      <c:pt idx="51">
                        <c:v>49.833752803254995</c:v>
                      </c:pt>
                      <c:pt idx="52">
                        <c:v>33.292235913908996</c:v>
                      </c:pt>
                      <c:pt idx="53">
                        <c:v>30.992097716243997</c:v>
                      </c:pt>
                      <c:pt idx="54">
                        <c:v>54.668439387035995</c:v>
                      </c:pt>
                      <c:pt idx="55">
                        <c:v>82.394015756538991</c:v>
                      </c:pt>
                      <c:pt idx="56">
                        <c:v>113.817195259985</c:v>
                      </c:pt>
                      <c:pt idx="57">
                        <c:v>138.08317284082401</c:v>
                      </c:pt>
                      <c:pt idx="58">
                        <c:v>156.30474851733999</c:v>
                      </c:pt>
                      <c:pt idx="59">
                        <c:v>177.23997666314401</c:v>
                      </c:pt>
                      <c:pt idx="60">
                        <c:v>189.64074996052699</c:v>
                      </c:pt>
                      <c:pt idx="61">
                        <c:v>213.76615481909798</c:v>
                      </c:pt>
                      <c:pt idx="62">
                        <c:v>230.619689518032</c:v>
                      </c:pt>
                      <c:pt idx="63">
                        <c:v>223.01498016569403</c:v>
                      </c:pt>
                      <c:pt idx="64">
                        <c:v>195.56232463820899</c:v>
                      </c:pt>
                      <c:pt idx="65">
                        <c:v>199.87853482555303</c:v>
                      </c:pt>
                      <c:pt idx="66">
                        <c:v>197.54939791850501</c:v>
                      </c:pt>
                      <c:pt idx="67">
                        <c:v>216.83638558480703</c:v>
                      </c:pt>
                      <c:pt idx="68">
                        <c:v>238.32559134941698</c:v>
                      </c:pt>
                      <c:pt idx="69">
                        <c:v>284.40301670362999</c:v>
                      </c:pt>
                      <c:pt idx="70">
                        <c:v>287.51659245409201</c:v>
                      </c:pt>
                      <c:pt idx="71">
                        <c:v>244.76580514692202</c:v>
                      </c:pt>
                      <c:pt idx="72">
                        <c:v>173.855973232162</c:v>
                      </c:pt>
                      <c:pt idx="73">
                        <c:v>108.30276833575799</c:v>
                      </c:pt>
                      <c:pt idx="74">
                        <c:v>64.228638002244992</c:v>
                      </c:pt>
                      <c:pt idx="75">
                        <c:v>39.943503450738</c:v>
                      </c:pt>
                      <c:pt idx="76">
                        <c:v>28.967804429557003</c:v>
                      </c:pt>
                      <c:pt idx="77">
                        <c:v>29.976489904194001</c:v>
                      </c:pt>
                      <c:pt idx="78">
                        <c:v>59.102852645513998</c:v>
                      </c:pt>
                      <c:pt idx="79">
                        <c:v>92.474866458327995</c:v>
                      </c:pt>
                      <c:pt idx="80">
                        <c:v>117.49078132218798</c:v>
                      </c:pt>
                      <c:pt idx="81">
                        <c:v>130.905199279231</c:v>
                      </c:pt>
                      <c:pt idx="82">
                        <c:v>146.21830409862801</c:v>
                      </c:pt>
                      <c:pt idx="83">
                        <c:v>165.21212424070998</c:v>
                      </c:pt>
                      <c:pt idx="84">
                        <c:v>178.30832120620101</c:v>
                      </c:pt>
                      <c:pt idx="85">
                        <c:v>194.70277166704298</c:v>
                      </c:pt>
                      <c:pt idx="86">
                        <c:v>203.843951010442</c:v>
                      </c:pt>
                      <c:pt idx="87">
                        <c:v>199.20105255463</c:v>
                      </c:pt>
                      <c:pt idx="88">
                        <c:v>184.49233633412499</c:v>
                      </c:pt>
                      <c:pt idx="89">
                        <c:v>195.18328487799499</c:v>
                      </c:pt>
                      <c:pt idx="90">
                        <c:v>191.964926354271</c:v>
                      </c:pt>
                      <c:pt idx="91">
                        <c:v>214.96197845231097</c:v>
                      </c:pt>
                      <c:pt idx="92">
                        <c:v>237.98671701318401</c:v>
                      </c:pt>
                      <c:pt idx="93">
                        <c:v>285.28141843667299</c:v>
                      </c:pt>
                      <c:pt idx="94">
                        <c:v>285.55678080664302</c:v>
                      </c:pt>
                      <c:pt idx="95">
                        <c:v>238.34121458662702</c:v>
                      </c:pt>
                      <c:pt idx="96">
                        <c:v>167.19048752653902</c:v>
                      </c:pt>
                      <c:pt idx="97">
                        <c:v>103.63659728322699</c:v>
                      </c:pt>
                      <c:pt idx="98">
                        <c:v>60.895451439170998</c:v>
                      </c:pt>
                      <c:pt idx="99">
                        <c:v>38.066750349590002</c:v>
                      </c:pt>
                      <c:pt idx="100">
                        <c:v>28.135658441393002</c:v>
                      </c:pt>
                      <c:pt idx="101">
                        <c:v>29.236471724833002</c:v>
                      </c:pt>
                      <c:pt idx="102">
                        <c:v>59.532609399171008</c:v>
                      </c:pt>
                      <c:pt idx="103">
                        <c:v>94.878653339672013</c:v>
                      </c:pt>
                      <c:pt idx="104">
                        <c:v>119.428547124332</c:v>
                      </c:pt>
                      <c:pt idx="105">
                        <c:v>131.72527110428501</c:v>
                      </c:pt>
                      <c:pt idx="106">
                        <c:v>147.16460466625401</c:v>
                      </c:pt>
                      <c:pt idx="107">
                        <c:v>167.639107940098</c:v>
                      </c:pt>
                      <c:pt idx="108">
                        <c:v>180.96357408016996</c:v>
                      </c:pt>
                      <c:pt idx="109">
                        <c:v>197.366532426997</c:v>
                      </c:pt>
                      <c:pt idx="110">
                        <c:v>205.675367031718</c:v>
                      </c:pt>
                      <c:pt idx="111">
                        <c:v>201.21278060699598</c:v>
                      </c:pt>
                      <c:pt idx="112">
                        <c:v>185.59012660362598</c:v>
                      </c:pt>
                      <c:pt idx="113">
                        <c:v>195.86240497751101</c:v>
                      </c:pt>
                      <c:pt idx="114">
                        <c:v>193.56229706256397</c:v>
                      </c:pt>
                      <c:pt idx="115">
                        <c:v>216.39702131707</c:v>
                      </c:pt>
                      <c:pt idx="116">
                        <c:v>239.83092364266702</c:v>
                      </c:pt>
                      <c:pt idx="117">
                        <c:v>289.76882088372594</c:v>
                      </c:pt>
                      <c:pt idx="118">
                        <c:v>287.57022178309501</c:v>
                      </c:pt>
                      <c:pt idx="119">
                        <c:v>240.33854405148099</c:v>
                      </c:pt>
                      <c:pt idx="120">
                        <c:v>167.26200023586102</c:v>
                      </c:pt>
                      <c:pt idx="121">
                        <c:v>103.25465761232701</c:v>
                      </c:pt>
                      <c:pt idx="122">
                        <c:v>60.453619747307997</c:v>
                      </c:pt>
                      <c:pt idx="123">
                        <c:v>37.685689966505997</c:v>
                      </c:pt>
                      <c:pt idx="124">
                        <c:v>27.985984642239998</c:v>
                      </c:pt>
                      <c:pt idx="125">
                        <c:v>29.681468179924998</c:v>
                      </c:pt>
                      <c:pt idx="126">
                        <c:v>61.154300698977003</c:v>
                      </c:pt>
                      <c:pt idx="127">
                        <c:v>97.488582452161978</c:v>
                      </c:pt>
                      <c:pt idx="128">
                        <c:v>122.43592127738799</c:v>
                      </c:pt>
                      <c:pt idx="129">
                        <c:v>135.03472307304699</c:v>
                      </c:pt>
                      <c:pt idx="130">
                        <c:v>150.061024078066</c:v>
                      </c:pt>
                      <c:pt idx="131">
                        <c:v>168.19838233714103</c:v>
                      </c:pt>
                      <c:pt idx="132">
                        <c:v>185.44655925184003</c:v>
                      </c:pt>
                      <c:pt idx="133">
                        <c:v>212.37869129196099</c:v>
                      </c:pt>
                      <c:pt idx="134">
                        <c:v>220.84339514968701</c:v>
                      </c:pt>
                      <c:pt idx="135">
                        <c:v>212.22747679141801</c:v>
                      </c:pt>
                      <c:pt idx="136">
                        <c:v>188.47614393574904</c:v>
                      </c:pt>
                      <c:pt idx="137">
                        <c:v>198.20250028914103</c:v>
                      </c:pt>
                      <c:pt idx="138">
                        <c:v>215.05547332671202</c:v>
                      </c:pt>
                      <c:pt idx="139">
                        <c:v>240.60891209185598</c:v>
                      </c:pt>
                      <c:pt idx="140">
                        <c:v>247.30755991864399</c:v>
                      </c:pt>
                      <c:pt idx="141">
                        <c:v>294.16703983569101</c:v>
                      </c:pt>
                      <c:pt idx="142">
                        <c:v>289.54899335503302</c:v>
                      </c:pt>
                      <c:pt idx="143">
                        <c:v>240.85539877219702</c:v>
                      </c:pt>
                      <c:pt idx="144">
                        <c:v>174.10583213666098</c:v>
                      </c:pt>
                      <c:pt idx="145">
                        <c:v>108.12591113455701</c:v>
                      </c:pt>
                      <c:pt idx="146">
                        <c:v>66.209933951712998</c:v>
                      </c:pt>
                      <c:pt idx="147">
                        <c:v>39.307466238155001</c:v>
                      </c:pt>
                      <c:pt idx="148">
                        <c:v>28.860736125765001</c:v>
                      </c:pt>
                      <c:pt idx="149">
                        <c:v>30.602844919206998</c:v>
                      </c:pt>
                      <c:pt idx="150">
                        <c:v>62.098847010069001</c:v>
                      </c:pt>
                      <c:pt idx="151">
                        <c:v>98.921050463025992</c:v>
                      </c:pt>
                      <c:pt idx="152">
                        <c:v>125.005103656149</c:v>
                      </c:pt>
                      <c:pt idx="153">
                        <c:v>136.140968318798</c:v>
                      </c:pt>
                      <c:pt idx="154">
                        <c:v>150.59340762409201</c:v>
                      </c:pt>
                      <c:pt idx="155">
                        <c:v>167.57539223691501</c:v>
                      </c:pt>
                      <c:pt idx="156">
                        <c:v>180.73122377857499</c:v>
                      </c:pt>
                      <c:pt idx="157">
                        <c:v>197.27165312857403</c:v>
                      </c:pt>
                      <c:pt idx="158">
                        <c:v>207.13429294253501</c:v>
                      </c:pt>
                      <c:pt idx="159">
                        <c:v>203.48364624634999</c:v>
                      </c:pt>
                      <c:pt idx="160">
                        <c:v>189.70543888982399</c:v>
                      </c:pt>
                      <c:pt idx="161">
                        <c:v>202.15414168088901</c:v>
                      </c:pt>
                      <c:pt idx="162">
                        <c:v>199.50260566759599</c:v>
                      </c:pt>
                      <c:pt idx="163">
                        <c:v>223.64592824027099</c:v>
                      </c:pt>
                      <c:pt idx="164">
                        <c:v>243.70740956665901</c:v>
                      </c:pt>
                      <c:pt idx="165">
                        <c:v>289.88551949190901</c:v>
                      </c:pt>
                      <c:pt idx="166">
                        <c:v>288.50040818155503</c:v>
                      </c:pt>
                      <c:pt idx="167">
                        <c:v>235.648045698023</c:v>
                      </c:pt>
                      <c:pt idx="168">
                        <c:v>163.744445453271</c:v>
                      </c:pt>
                      <c:pt idx="169">
                        <c:v>100.35147744713601</c:v>
                      </c:pt>
                      <c:pt idx="170">
                        <c:v>60.391561238008997</c:v>
                      </c:pt>
                      <c:pt idx="171">
                        <c:v>38.402709913786993</c:v>
                      </c:pt>
                      <c:pt idx="172">
                        <c:v>28.743919884267996</c:v>
                      </c:pt>
                      <c:pt idx="173">
                        <c:v>31.000045151696</c:v>
                      </c:pt>
                      <c:pt idx="174">
                        <c:v>64.153973113366007</c:v>
                      </c:pt>
                      <c:pt idx="175">
                        <c:v>105.80438526508398</c:v>
                      </c:pt>
                      <c:pt idx="176">
                        <c:v>135.313364371766</c:v>
                      </c:pt>
                      <c:pt idx="177">
                        <c:v>150.714634842679</c:v>
                      </c:pt>
                      <c:pt idx="178">
                        <c:v>162.87548105090099</c:v>
                      </c:pt>
                      <c:pt idx="179">
                        <c:v>177.41748995625596</c:v>
                      </c:pt>
                      <c:pt idx="180">
                        <c:v>189.548706071845</c:v>
                      </c:pt>
                      <c:pt idx="181">
                        <c:v>206.628618450186</c:v>
                      </c:pt>
                      <c:pt idx="182">
                        <c:v>215.49669926745898</c:v>
                      </c:pt>
                      <c:pt idx="183">
                        <c:v>211.16877898623196</c:v>
                      </c:pt>
                      <c:pt idx="184">
                        <c:v>192.06786124738301</c:v>
                      </c:pt>
                      <c:pt idx="185">
                        <c:v>200.94460542832499</c:v>
                      </c:pt>
                      <c:pt idx="186">
                        <c:v>199.21152741245299</c:v>
                      </c:pt>
                      <c:pt idx="187">
                        <c:v>227.79077594337204</c:v>
                      </c:pt>
                      <c:pt idx="188">
                        <c:v>245.967825425841</c:v>
                      </c:pt>
                      <c:pt idx="189">
                        <c:v>289.481165324046</c:v>
                      </c:pt>
                      <c:pt idx="190">
                        <c:v>293.11074583680198</c:v>
                      </c:pt>
                      <c:pt idx="191">
                        <c:v>252.93760516126702</c:v>
                      </c:pt>
                      <c:pt idx="192">
                        <c:v>188.49627167321901</c:v>
                      </c:pt>
                      <c:pt idx="193">
                        <c:v>124.55122510962799</c:v>
                      </c:pt>
                      <c:pt idx="194">
                        <c:v>77.451913387556999</c:v>
                      </c:pt>
                      <c:pt idx="195">
                        <c:v>49.462770078902004</c:v>
                      </c:pt>
                      <c:pt idx="196">
                        <c:v>34.112637180630003</c:v>
                      </c:pt>
                      <c:pt idx="197">
                        <c:v>30.867170639291999</c:v>
                      </c:pt>
                      <c:pt idx="198">
                        <c:v>54.419871981923002</c:v>
                      </c:pt>
                      <c:pt idx="199">
                        <c:v>82.198169438329998</c:v>
                      </c:pt>
                      <c:pt idx="200">
                        <c:v>115.96107147812603</c:v>
                      </c:pt>
                      <c:pt idx="201">
                        <c:v>143.791035734079</c:v>
                      </c:pt>
                      <c:pt idx="202">
                        <c:v>166.884137354161</c:v>
                      </c:pt>
                      <c:pt idx="203">
                        <c:v>190.86689696269397</c:v>
                      </c:pt>
                      <c:pt idx="204">
                        <c:v>195.37346537103002</c:v>
                      </c:pt>
                      <c:pt idx="205">
                        <c:v>202.72169500779199</c:v>
                      </c:pt>
                      <c:pt idx="206">
                        <c:v>250.05978117635905</c:v>
                      </c:pt>
                      <c:pt idx="207">
                        <c:v>236.757008490907</c:v>
                      </c:pt>
                      <c:pt idx="208">
                        <c:v>202.65265810393799</c:v>
                      </c:pt>
                      <c:pt idx="209">
                        <c:v>206.63351061544699</c:v>
                      </c:pt>
                      <c:pt idx="210">
                        <c:v>201.24230722083098</c:v>
                      </c:pt>
                      <c:pt idx="211">
                        <c:v>231.645682231894</c:v>
                      </c:pt>
                      <c:pt idx="212">
                        <c:v>251.66797602198301</c:v>
                      </c:pt>
                      <c:pt idx="213">
                        <c:v>297.09233810669792</c:v>
                      </c:pt>
                      <c:pt idx="214">
                        <c:v>304.07927332683101</c:v>
                      </c:pt>
                      <c:pt idx="215">
                        <c:v>261.43585631987605</c:v>
                      </c:pt>
                      <c:pt idx="216">
                        <c:v>192.37329222611797</c:v>
                      </c:pt>
                      <c:pt idx="217">
                        <c:v>123.86505948262501</c:v>
                      </c:pt>
                      <c:pt idx="218">
                        <c:v>74.562530248636008</c:v>
                      </c:pt>
                      <c:pt idx="219">
                        <c:v>45.381060788645001</c:v>
                      </c:pt>
                      <c:pt idx="220">
                        <c:v>31.367995811999997</c:v>
                      </c:pt>
                      <c:pt idx="221">
                        <c:v>29.725883351722999</c:v>
                      </c:pt>
                      <c:pt idx="222">
                        <c:v>55.015453399424004</c:v>
                      </c:pt>
                      <c:pt idx="223">
                        <c:v>85.592739390946988</c:v>
                      </c:pt>
                      <c:pt idx="224">
                        <c:v>117.614020232548</c:v>
                      </c:pt>
                      <c:pt idx="225">
                        <c:v>140.47371117833598</c:v>
                      </c:pt>
                      <c:pt idx="226">
                        <c:v>157.86811248049702</c:v>
                      </c:pt>
                      <c:pt idx="227">
                        <c:v>177.18600873472698</c:v>
                      </c:pt>
                      <c:pt idx="228">
                        <c:v>187.68174098769202</c:v>
                      </c:pt>
                      <c:pt idx="229">
                        <c:v>213.64177663801797</c:v>
                      </c:pt>
                      <c:pt idx="230">
                        <c:v>230.24470370800302</c:v>
                      </c:pt>
                      <c:pt idx="231">
                        <c:v>222.25285930897499</c:v>
                      </c:pt>
                      <c:pt idx="232">
                        <c:v>195.71688807609704</c:v>
                      </c:pt>
                      <c:pt idx="233">
                        <c:v>203.479018326827</c:v>
                      </c:pt>
                      <c:pt idx="234">
                        <c:v>200.651260537936</c:v>
                      </c:pt>
                      <c:pt idx="235">
                        <c:v>226.08914506206699</c:v>
                      </c:pt>
                      <c:pt idx="236">
                        <c:v>250.358023636501</c:v>
                      </c:pt>
                      <c:pt idx="237">
                        <c:v>297.97460656404803</c:v>
                      </c:pt>
                      <c:pt idx="238">
                        <c:v>288.57680675345603</c:v>
                      </c:pt>
                      <c:pt idx="239">
                        <c:v>237.20088345698599</c:v>
                      </c:pt>
                      <c:pt idx="240">
                        <c:v>163.69711672469299</c:v>
                      </c:pt>
                      <c:pt idx="241">
                        <c:v>101.33792867659299</c:v>
                      </c:pt>
                      <c:pt idx="242">
                        <c:v>59.607394708135004</c:v>
                      </c:pt>
                      <c:pt idx="243">
                        <c:v>37.435320202147999</c:v>
                      </c:pt>
                      <c:pt idx="244">
                        <c:v>27.817792112155995</c:v>
                      </c:pt>
                      <c:pt idx="245">
                        <c:v>29.096142181505996</c:v>
                      </c:pt>
                      <c:pt idx="246">
                        <c:v>60.064124603049997</c:v>
                      </c:pt>
                      <c:pt idx="247">
                        <c:v>96.181569613924992</c:v>
                      </c:pt>
                      <c:pt idx="248">
                        <c:v>120.38713100129999</c:v>
                      </c:pt>
                      <c:pt idx="249">
                        <c:v>131.65467704309899</c:v>
                      </c:pt>
                      <c:pt idx="250">
                        <c:v>147.18749987039399</c:v>
                      </c:pt>
                      <c:pt idx="251">
                        <c:v>167.06238044169598</c:v>
                      </c:pt>
                      <c:pt idx="252">
                        <c:v>180.10244460426</c:v>
                      </c:pt>
                      <c:pt idx="253">
                        <c:v>198.17336768155599</c:v>
                      </c:pt>
                      <c:pt idx="254">
                        <c:v>207.88518493229</c:v>
                      </c:pt>
                      <c:pt idx="255">
                        <c:v>204.148333197331</c:v>
                      </c:pt>
                      <c:pt idx="256">
                        <c:v>191.98490289824798</c:v>
                      </c:pt>
                      <c:pt idx="257">
                        <c:v>208.78053386784597</c:v>
                      </c:pt>
                      <c:pt idx="258">
                        <c:v>203.33472290077299</c:v>
                      </c:pt>
                      <c:pt idx="259">
                        <c:v>227.14688463195802</c:v>
                      </c:pt>
                      <c:pt idx="260">
                        <c:v>248.55407273619099</c:v>
                      </c:pt>
                      <c:pt idx="261">
                        <c:v>292.26352123789303</c:v>
                      </c:pt>
                      <c:pt idx="262">
                        <c:v>285.39732277829995</c:v>
                      </c:pt>
                      <c:pt idx="263">
                        <c:v>229.09394236073302</c:v>
                      </c:pt>
                      <c:pt idx="264">
                        <c:v>155.11102991680099</c:v>
                      </c:pt>
                      <c:pt idx="265">
                        <c:v>93.379097090993994</c:v>
                      </c:pt>
                      <c:pt idx="266">
                        <c:v>54.855294943108007</c:v>
                      </c:pt>
                      <c:pt idx="267">
                        <c:v>35.401521982477</c:v>
                      </c:pt>
                      <c:pt idx="268">
                        <c:v>26.974449588885996</c:v>
                      </c:pt>
                      <c:pt idx="269">
                        <c:v>28.796863838149999</c:v>
                      </c:pt>
                      <c:pt idx="270">
                        <c:v>60.734499681406007</c:v>
                      </c:pt>
                      <c:pt idx="271">
                        <c:v>99.113409765610015</c:v>
                      </c:pt>
                      <c:pt idx="272">
                        <c:v>122.77533484865201</c:v>
                      </c:pt>
                      <c:pt idx="273">
                        <c:v>133.97217735643599</c:v>
                      </c:pt>
                      <c:pt idx="274">
                        <c:v>148.65709670103899</c:v>
                      </c:pt>
                      <c:pt idx="275">
                        <c:v>168.302129263144</c:v>
                      </c:pt>
                      <c:pt idx="276">
                        <c:v>180.54663446951602</c:v>
                      </c:pt>
                      <c:pt idx="277">
                        <c:v>197.62629852898002</c:v>
                      </c:pt>
                      <c:pt idx="278">
                        <c:v>206.20670779130603</c:v>
                      </c:pt>
                      <c:pt idx="279">
                        <c:v>202.64440811412899</c:v>
                      </c:pt>
                      <c:pt idx="280">
                        <c:v>190.40349027470103</c:v>
                      </c:pt>
                      <c:pt idx="281">
                        <c:v>203.20077949222099</c:v>
                      </c:pt>
                      <c:pt idx="282">
                        <c:v>197.97048062901803</c:v>
                      </c:pt>
                      <c:pt idx="283">
                        <c:v>226.74743179730802</c:v>
                      </c:pt>
                      <c:pt idx="284">
                        <c:v>251.372638369859</c:v>
                      </c:pt>
                      <c:pt idx="285">
                        <c:v>297.85153240283603</c:v>
                      </c:pt>
                      <c:pt idx="286">
                        <c:v>289.18898927006603</c:v>
                      </c:pt>
                      <c:pt idx="287">
                        <c:v>231.25855606484799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C-6C6F-49E4-8F59-330269BCC199}"/>
                  </c:ext>
                </c:extLst>
              </c15:ser>
            </c15:filteredLineSeries>
          </c:ext>
        </c:extLst>
      </c:lineChart>
      <c:catAx>
        <c:axId val="228096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28096864"/>
        <c:crosses val="autoZero"/>
        <c:auto val="1"/>
        <c:lblAlgn val="ctr"/>
        <c:lblOffset val="100"/>
        <c:noMultiLvlLbl val="0"/>
      </c:catAx>
      <c:valAx>
        <c:axId val="22809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28096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1800" dirty="0">
                <a:solidFill>
                  <a:schemeClr val="accent1"/>
                </a:solidFill>
              </a:rPr>
              <a:t> </a:t>
            </a:r>
            <a:r>
              <a:rPr lang="fr-FR" sz="1800" dirty="0" err="1">
                <a:solidFill>
                  <a:schemeClr val="accent1"/>
                </a:solidFill>
              </a:rPr>
              <a:t>SGi</a:t>
            </a:r>
            <a:r>
              <a:rPr lang="fr-FR" sz="1800" baseline="0" dirty="0">
                <a:solidFill>
                  <a:schemeClr val="accent1"/>
                </a:solidFill>
              </a:rPr>
              <a:t> </a:t>
            </a:r>
            <a:r>
              <a:rPr lang="fr-FR" sz="1800" dirty="0">
                <a:solidFill>
                  <a:schemeClr val="accent1"/>
                </a:solidFill>
              </a:rPr>
              <a:t>Traffic Per </a:t>
            </a:r>
            <a:r>
              <a:rPr lang="fr-FR" sz="1800" dirty="0" err="1">
                <a:solidFill>
                  <a:schemeClr val="accent1"/>
                </a:solidFill>
              </a:rPr>
              <a:t>Vendor</a:t>
            </a:r>
            <a:r>
              <a:rPr lang="fr-FR" sz="1800" baseline="0" dirty="0">
                <a:solidFill>
                  <a:schemeClr val="accent1"/>
                </a:solidFill>
              </a:rPr>
              <a:t> (TB)</a:t>
            </a:r>
            <a:endParaRPr lang="fr-FR" sz="1800" dirty="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8.5996531731196604E-2"/>
          <c:y val="0.14817772969557422"/>
          <c:w val="0.88067018567453526"/>
          <c:h val="0.48280912295986389"/>
        </c:manualLayout>
      </c:layout>
      <c:lineChart>
        <c:grouping val="standard"/>
        <c:varyColors val="0"/>
        <c:ser>
          <c:idx val="33"/>
          <c:order val="33"/>
          <c:tx>
            <c:strRef>
              <c:f>'01-10 12-10-2026'!$AI$1</c:f>
              <c:strCache>
                <c:ptCount val="1"/>
                <c:pt idx="0">
                  <c:v>Huawei SGI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F782-4DD4-8B67-32577BCE01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12-10-2026'!$AI$2:$AI$289</c:f>
              <c:numCache>
                <c:formatCode>0</c:formatCode>
                <c:ptCount val="288"/>
                <c:pt idx="0">
                  <c:v>187.46696135899998</c:v>
                </c:pt>
                <c:pt idx="1">
                  <c:v>117.88921813900001</c:v>
                </c:pt>
                <c:pt idx="2">
                  <c:v>70.069284902999996</c:v>
                </c:pt>
                <c:pt idx="3">
                  <c:v>45.122984993999999</c:v>
                </c:pt>
                <c:pt idx="4">
                  <c:v>35.536835783000001</c:v>
                </c:pt>
                <c:pt idx="5">
                  <c:v>45.990574733000003</c:v>
                </c:pt>
                <c:pt idx="6">
                  <c:v>87.481406819999989</c:v>
                </c:pt>
                <c:pt idx="7">
                  <c:v>126.83241651200001</c:v>
                </c:pt>
                <c:pt idx="8">
                  <c:v>153.65663006899999</c:v>
                </c:pt>
                <c:pt idx="9">
                  <c:v>167.476497408</c:v>
                </c:pt>
                <c:pt idx="10">
                  <c:v>184.87874734500002</c:v>
                </c:pt>
                <c:pt idx="11">
                  <c:v>206.67004559699998</c:v>
                </c:pt>
                <c:pt idx="12">
                  <c:v>222.136038652</c:v>
                </c:pt>
                <c:pt idx="13">
                  <c:v>250.12867172800003</c:v>
                </c:pt>
                <c:pt idx="14">
                  <c:v>254.38137182200001</c:v>
                </c:pt>
                <c:pt idx="15">
                  <c:v>243.20892254899996</c:v>
                </c:pt>
                <c:pt idx="16">
                  <c:v>221.942388053</c:v>
                </c:pt>
                <c:pt idx="17">
                  <c:v>228.53969704599996</c:v>
                </c:pt>
                <c:pt idx="18">
                  <c:v>226.80739363499998</c:v>
                </c:pt>
                <c:pt idx="19">
                  <c:v>264.27036843100001</c:v>
                </c:pt>
                <c:pt idx="20">
                  <c:v>294.330474783</c:v>
                </c:pt>
                <c:pt idx="21">
                  <c:v>328.77870370599999</c:v>
                </c:pt>
                <c:pt idx="22">
                  <c:v>323.72101672900004</c:v>
                </c:pt>
                <c:pt idx="23">
                  <c:v>278.53602867000001</c:v>
                </c:pt>
                <c:pt idx="24">
                  <c:v>207.20621600600001</c:v>
                </c:pt>
                <c:pt idx="25">
                  <c:v>136.516466597</c:v>
                </c:pt>
                <c:pt idx="26">
                  <c:v>83.595327795000003</c:v>
                </c:pt>
                <c:pt idx="27">
                  <c:v>52.802198273000002</c:v>
                </c:pt>
                <c:pt idx="28">
                  <c:v>38.524861772999998</c:v>
                </c:pt>
                <c:pt idx="29">
                  <c:v>44.905577053000002</c:v>
                </c:pt>
                <c:pt idx="30">
                  <c:v>77.726337791999995</c:v>
                </c:pt>
                <c:pt idx="31">
                  <c:v>113.22272106299999</c:v>
                </c:pt>
                <c:pt idx="32">
                  <c:v>152.005826681</c:v>
                </c:pt>
                <c:pt idx="33">
                  <c:v>181.31334270800002</c:v>
                </c:pt>
                <c:pt idx="34">
                  <c:v>206.19456412900001</c:v>
                </c:pt>
                <c:pt idx="35">
                  <c:v>231.55612114599998</c:v>
                </c:pt>
                <c:pt idx="36">
                  <c:v>233.87848296099997</c:v>
                </c:pt>
                <c:pt idx="37">
                  <c:v>250.07212709000001</c:v>
                </c:pt>
                <c:pt idx="38">
                  <c:v>289.90738547500001</c:v>
                </c:pt>
                <c:pt idx="39">
                  <c:v>268.873378554</c:v>
                </c:pt>
                <c:pt idx="40">
                  <c:v>235.20339866799998</c:v>
                </c:pt>
                <c:pt idx="41">
                  <c:v>236.87292185899997</c:v>
                </c:pt>
                <c:pt idx="42">
                  <c:v>232.68300412900001</c:v>
                </c:pt>
                <c:pt idx="43">
                  <c:v>270.927435237</c:v>
                </c:pt>
                <c:pt idx="44">
                  <c:v>303.902306549</c:v>
                </c:pt>
                <c:pt idx="45">
                  <c:v>341.66835393399998</c:v>
                </c:pt>
                <c:pt idx="46">
                  <c:v>333.887491426</c:v>
                </c:pt>
                <c:pt idx="47">
                  <c:v>287.24974278899998</c:v>
                </c:pt>
                <c:pt idx="48">
                  <c:v>213.79887115400001</c:v>
                </c:pt>
                <c:pt idx="49">
                  <c:v>139.85029455699998</c:v>
                </c:pt>
                <c:pt idx="50">
                  <c:v>83.675179463000006</c:v>
                </c:pt>
                <c:pt idx="51">
                  <c:v>52.235300704000004</c:v>
                </c:pt>
                <c:pt idx="52">
                  <c:v>38.351828197000003</c:v>
                </c:pt>
                <c:pt idx="53">
                  <c:v>45.752794899999998</c:v>
                </c:pt>
                <c:pt idx="54">
                  <c:v>81.460540234999996</c:v>
                </c:pt>
                <c:pt idx="55">
                  <c:v>118.64329198899999</c:v>
                </c:pt>
                <c:pt idx="56">
                  <c:v>154.10970263199999</c:v>
                </c:pt>
                <c:pt idx="57">
                  <c:v>176.783049433</c:v>
                </c:pt>
                <c:pt idx="58">
                  <c:v>194.20709566400001</c:v>
                </c:pt>
                <c:pt idx="59">
                  <c:v>214.91698045300001</c:v>
                </c:pt>
                <c:pt idx="60">
                  <c:v>225.68477263800003</c:v>
                </c:pt>
                <c:pt idx="61">
                  <c:v>258.54502250500002</c:v>
                </c:pt>
                <c:pt idx="62">
                  <c:v>267.34538523700002</c:v>
                </c:pt>
                <c:pt idx="63">
                  <c:v>252.44247678800002</c:v>
                </c:pt>
                <c:pt idx="64">
                  <c:v>226.80959674900004</c:v>
                </c:pt>
                <c:pt idx="65">
                  <c:v>231.45012808599998</c:v>
                </c:pt>
                <c:pt idx="66">
                  <c:v>226.83392049199998</c:v>
                </c:pt>
                <c:pt idx="67">
                  <c:v>262.70820185600002</c:v>
                </c:pt>
                <c:pt idx="68">
                  <c:v>295.522619255</c:v>
                </c:pt>
                <c:pt idx="69">
                  <c:v>329.75184657099999</c:v>
                </c:pt>
                <c:pt idx="70">
                  <c:v>318.49775707399999</c:v>
                </c:pt>
                <c:pt idx="71">
                  <c:v>264.138124576</c:v>
                </c:pt>
                <c:pt idx="72">
                  <c:v>185.44364313099999</c:v>
                </c:pt>
                <c:pt idx="73">
                  <c:v>114.12190770400001</c:v>
                </c:pt>
                <c:pt idx="74">
                  <c:v>67.865369649000002</c:v>
                </c:pt>
                <c:pt idx="75">
                  <c:v>43.682311757000008</c:v>
                </c:pt>
                <c:pt idx="76">
                  <c:v>34.655273184000002</c:v>
                </c:pt>
                <c:pt idx="77">
                  <c:v>44.225631087000004</c:v>
                </c:pt>
                <c:pt idx="78">
                  <c:v>84.230668198000004</c:v>
                </c:pt>
                <c:pt idx="79">
                  <c:v>120.3748149</c:v>
                </c:pt>
                <c:pt idx="80">
                  <c:v>147.79801191000001</c:v>
                </c:pt>
                <c:pt idx="81">
                  <c:v>162.15290402300002</c:v>
                </c:pt>
                <c:pt idx="82">
                  <c:v>178.10262338000001</c:v>
                </c:pt>
                <c:pt idx="83">
                  <c:v>199.85552438599998</c:v>
                </c:pt>
                <c:pt idx="84">
                  <c:v>212.659007583</c:v>
                </c:pt>
                <c:pt idx="85">
                  <c:v>238.36886941099999</c:v>
                </c:pt>
                <c:pt idx="86">
                  <c:v>241.87795501700003</c:v>
                </c:pt>
                <c:pt idx="87">
                  <c:v>229.511550524</c:v>
                </c:pt>
                <c:pt idx="88">
                  <c:v>217.93525535899997</c:v>
                </c:pt>
                <c:pt idx="89">
                  <c:v>227.13321222299999</c:v>
                </c:pt>
                <c:pt idx="90">
                  <c:v>224.42159662499998</c:v>
                </c:pt>
                <c:pt idx="91">
                  <c:v>261.15045181699998</c:v>
                </c:pt>
                <c:pt idx="92">
                  <c:v>295.91793926100001</c:v>
                </c:pt>
                <c:pt idx="93">
                  <c:v>328.92297720900007</c:v>
                </c:pt>
                <c:pt idx="94">
                  <c:v>313.90061367000004</c:v>
                </c:pt>
                <c:pt idx="95">
                  <c:v>254.55765629800004</c:v>
                </c:pt>
                <c:pt idx="96">
                  <c:v>174.734946519</c:v>
                </c:pt>
                <c:pt idx="97">
                  <c:v>106.66667902</c:v>
                </c:pt>
                <c:pt idx="98">
                  <c:v>63.655751055999993</c:v>
                </c:pt>
                <c:pt idx="99">
                  <c:v>42.006200444999998</c:v>
                </c:pt>
                <c:pt idx="100">
                  <c:v>33.929428942999998</c:v>
                </c:pt>
                <c:pt idx="101">
                  <c:v>43.919723200999996</c:v>
                </c:pt>
                <c:pt idx="102">
                  <c:v>86.022834982999996</c:v>
                </c:pt>
                <c:pt idx="103">
                  <c:v>123.78884334200001</c:v>
                </c:pt>
                <c:pt idx="104">
                  <c:v>149.26835171499999</c:v>
                </c:pt>
                <c:pt idx="105">
                  <c:v>162.97621594899999</c:v>
                </c:pt>
                <c:pt idx="106">
                  <c:v>178.54064482200002</c:v>
                </c:pt>
                <c:pt idx="107">
                  <c:v>201.57608627900001</c:v>
                </c:pt>
                <c:pt idx="108">
                  <c:v>214.236229022</c:v>
                </c:pt>
                <c:pt idx="109">
                  <c:v>240.134683177</c:v>
                </c:pt>
                <c:pt idx="110">
                  <c:v>241.282188937</c:v>
                </c:pt>
                <c:pt idx="111">
                  <c:v>229.453483858</c:v>
                </c:pt>
                <c:pt idx="112">
                  <c:v>217.19825167900001</c:v>
                </c:pt>
                <c:pt idx="113">
                  <c:v>224.61672832100001</c:v>
                </c:pt>
                <c:pt idx="114">
                  <c:v>222.94729423799998</c:v>
                </c:pt>
                <c:pt idx="115">
                  <c:v>260.66472477399998</c:v>
                </c:pt>
                <c:pt idx="116">
                  <c:v>296.52507194899999</c:v>
                </c:pt>
                <c:pt idx="117">
                  <c:v>332.12090223000001</c:v>
                </c:pt>
                <c:pt idx="118">
                  <c:v>316.35848857200006</c:v>
                </c:pt>
                <c:pt idx="119">
                  <c:v>257.74125643600001</c:v>
                </c:pt>
                <c:pt idx="120">
                  <c:v>177.40802804700002</c:v>
                </c:pt>
                <c:pt idx="121">
                  <c:v>108.09880977799999</c:v>
                </c:pt>
                <c:pt idx="122">
                  <c:v>63.822781469000006</c:v>
                </c:pt>
                <c:pt idx="123">
                  <c:v>41.729720912999994</c:v>
                </c:pt>
                <c:pt idx="124">
                  <c:v>33.585241961000001</c:v>
                </c:pt>
                <c:pt idx="125">
                  <c:v>43.757949985000003</c:v>
                </c:pt>
                <c:pt idx="126">
                  <c:v>86.507182556999993</c:v>
                </c:pt>
                <c:pt idx="127">
                  <c:v>125.08205572</c:v>
                </c:pt>
                <c:pt idx="128">
                  <c:v>150.77876050500001</c:v>
                </c:pt>
                <c:pt idx="129">
                  <c:v>165.11111727700001</c:v>
                </c:pt>
                <c:pt idx="130">
                  <c:v>182.42757955899998</c:v>
                </c:pt>
                <c:pt idx="131">
                  <c:v>202.767352558</c:v>
                </c:pt>
                <c:pt idx="132">
                  <c:v>220.39204464299999</c:v>
                </c:pt>
                <c:pt idx="133">
                  <c:v>256.41052153200002</c:v>
                </c:pt>
                <c:pt idx="134">
                  <c:v>258.503693242</c:v>
                </c:pt>
                <c:pt idx="135">
                  <c:v>241.88796231399999</c:v>
                </c:pt>
                <c:pt idx="136">
                  <c:v>220.29396321500002</c:v>
                </c:pt>
                <c:pt idx="137">
                  <c:v>226.20606187800001</c:v>
                </c:pt>
                <c:pt idx="138">
                  <c:v>241.80356955900001</c:v>
                </c:pt>
                <c:pt idx="139">
                  <c:v>277.59297253800003</c:v>
                </c:pt>
                <c:pt idx="140">
                  <c:v>299.972481421</c:v>
                </c:pt>
                <c:pt idx="141">
                  <c:v>332.86449789699998</c:v>
                </c:pt>
                <c:pt idx="142">
                  <c:v>316.84499662099995</c:v>
                </c:pt>
                <c:pt idx="143">
                  <c:v>258.32375102199995</c:v>
                </c:pt>
                <c:pt idx="144">
                  <c:v>183.77054994900001</c:v>
                </c:pt>
                <c:pt idx="145">
                  <c:v>113.85403834500001</c:v>
                </c:pt>
                <c:pt idx="146">
                  <c:v>69.360402833999999</c:v>
                </c:pt>
                <c:pt idx="147">
                  <c:v>43.24307374</c:v>
                </c:pt>
                <c:pt idx="148">
                  <c:v>34.142928732999998</c:v>
                </c:pt>
                <c:pt idx="149">
                  <c:v>44.679418843999997</c:v>
                </c:pt>
                <c:pt idx="150">
                  <c:v>88.930274842000017</c:v>
                </c:pt>
                <c:pt idx="151">
                  <c:v>127.023884474</c:v>
                </c:pt>
                <c:pt idx="152">
                  <c:v>153.04071489799998</c:v>
                </c:pt>
                <c:pt idx="153">
                  <c:v>166.56542839700001</c:v>
                </c:pt>
                <c:pt idx="154">
                  <c:v>181.863910422</c:v>
                </c:pt>
                <c:pt idx="155">
                  <c:v>202.89436547499997</c:v>
                </c:pt>
                <c:pt idx="156">
                  <c:v>215.27852330400003</c:v>
                </c:pt>
                <c:pt idx="157">
                  <c:v>240.82265977500003</c:v>
                </c:pt>
                <c:pt idx="158">
                  <c:v>243.460534053</c:v>
                </c:pt>
                <c:pt idx="159">
                  <c:v>231.455642926</c:v>
                </c:pt>
                <c:pt idx="160">
                  <c:v>222.05262091200001</c:v>
                </c:pt>
                <c:pt idx="161">
                  <c:v>230.087785575</c:v>
                </c:pt>
                <c:pt idx="162">
                  <c:v>228.39799118799999</c:v>
                </c:pt>
                <c:pt idx="163">
                  <c:v>263.50487898299997</c:v>
                </c:pt>
                <c:pt idx="164">
                  <c:v>296.31327164599998</c:v>
                </c:pt>
                <c:pt idx="165">
                  <c:v>328.35081979300003</c:v>
                </c:pt>
                <c:pt idx="166">
                  <c:v>315.39282597699997</c:v>
                </c:pt>
                <c:pt idx="167">
                  <c:v>255.85195362899998</c:v>
                </c:pt>
                <c:pt idx="168">
                  <c:v>177.43791699499999</c:v>
                </c:pt>
                <c:pt idx="169">
                  <c:v>109.03618791199999</c:v>
                </c:pt>
                <c:pt idx="170">
                  <c:v>65.423581776999995</c:v>
                </c:pt>
                <c:pt idx="171">
                  <c:v>43.020902790000008</c:v>
                </c:pt>
                <c:pt idx="172">
                  <c:v>34.851374704000001</c:v>
                </c:pt>
                <c:pt idx="173">
                  <c:v>45.511479451</c:v>
                </c:pt>
                <c:pt idx="174">
                  <c:v>90.794675807999994</c:v>
                </c:pt>
                <c:pt idx="175">
                  <c:v>132.78118974200001</c:v>
                </c:pt>
                <c:pt idx="176">
                  <c:v>164.93265427399999</c:v>
                </c:pt>
                <c:pt idx="177">
                  <c:v>187.137719167</c:v>
                </c:pt>
                <c:pt idx="178">
                  <c:v>195.09651627700001</c:v>
                </c:pt>
                <c:pt idx="179">
                  <c:v>210.95150063300002</c:v>
                </c:pt>
                <c:pt idx="180">
                  <c:v>226.547820879</c:v>
                </c:pt>
                <c:pt idx="181">
                  <c:v>252.71000907499999</c:v>
                </c:pt>
                <c:pt idx="182">
                  <c:v>253.59507997899999</c:v>
                </c:pt>
                <c:pt idx="183">
                  <c:v>239.83906745199999</c:v>
                </c:pt>
                <c:pt idx="184">
                  <c:v>224.44622121499998</c:v>
                </c:pt>
                <c:pt idx="185">
                  <c:v>229.92496057900001</c:v>
                </c:pt>
                <c:pt idx="186">
                  <c:v>232.39881581999998</c:v>
                </c:pt>
                <c:pt idx="187">
                  <c:v>271.47995073200002</c:v>
                </c:pt>
                <c:pt idx="188">
                  <c:v>303.35051463999997</c:v>
                </c:pt>
                <c:pt idx="189">
                  <c:v>333.60621722999997</c:v>
                </c:pt>
                <c:pt idx="190">
                  <c:v>325.30109538199997</c:v>
                </c:pt>
                <c:pt idx="191">
                  <c:v>275.06780367499999</c:v>
                </c:pt>
                <c:pt idx="192">
                  <c:v>201.94741467800003</c:v>
                </c:pt>
                <c:pt idx="193">
                  <c:v>130.55946335500002</c:v>
                </c:pt>
                <c:pt idx="194">
                  <c:v>79.673070684999999</c:v>
                </c:pt>
                <c:pt idx="195">
                  <c:v>52.264068037999998</c:v>
                </c:pt>
                <c:pt idx="196">
                  <c:v>39.28709472700001</c:v>
                </c:pt>
                <c:pt idx="197">
                  <c:v>44.149702372</c:v>
                </c:pt>
                <c:pt idx="198">
                  <c:v>79.873265703000001</c:v>
                </c:pt>
                <c:pt idx="199">
                  <c:v>116.350942518</c:v>
                </c:pt>
                <c:pt idx="200">
                  <c:v>156.22013937</c:v>
                </c:pt>
                <c:pt idx="201">
                  <c:v>184.39324069900002</c:v>
                </c:pt>
                <c:pt idx="202">
                  <c:v>208.64088169099998</c:v>
                </c:pt>
                <c:pt idx="203">
                  <c:v>232.50095807399998</c:v>
                </c:pt>
                <c:pt idx="204">
                  <c:v>233.28918536999998</c:v>
                </c:pt>
                <c:pt idx="205">
                  <c:v>251.14396488200001</c:v>
                </c:pt>
                <c:pt idx="206">
                  <c:v>289.87850168699998</c:v>
                </c:pt>
                <c:pt idx="207">
                  <c:v>266.70831015699997</c:v>
                </c:pt>
                <c:pt idx="208">
                  <c:v>241.98741843900001</c:v>
                </c:pt>
                <c:pt idx="209">
                  <c:v>244.57090432500001</c:v>
                </c:pt>
                <c:pt idx="210">
                  <c:v>241.40105687700003</c:v>
                </c:pt>
                <c:pt idx="211">
                  <c:v>277.83881710100002</c:v>
                </c:pt>
                <c:pt idx="212">
                  <c:v>311.20936946099999</c:v>
                </c:pt>
                <c:pt idx="213">
                  <c:v>341.760550733</c:v>
                </c:pt>
                <c:pt idx="214">
                  <c:v>334.37429565499997</c:v>
                </c:pt>
                <c:pt idx="215">
                  <c:v>280.66772010599999</c:v>
                </c:pt>
                <c:pt idx="216">
                  <c:v>203.09663789899997</c:v>
                </c:pt>
                <c:pt idx="217">
                  <c:v>128.98699106699999</c:v>
                </c:pt>
                <c:pt idx="218">
                  <c:v>78.425430173999999</c:v>
                </c:pt>
                <c:pt idx="219">
                  <c:v>49.639331087000002</c:v>
                </c:pt>
                <c:pt idx="220">
                  <c:v>37.250333189999999</c:v>
                </c:pt>
                <c:pt idx="221">
                  <c:v>44.103543264999999</c:v>
                </c:pt>
                <c:pt idx="222">
                  <c:v>82.785974390000007</c:v>
                </c:pt>
                <c:pt idx="223">
                  <c:v>121.35563635600001</c:v>
                </c:pt>
                <c:pt idx="224">
                  <c:v>156.492312005</c:v>
                </c:pt>
                <c:pt idx="225">
                  <c:v>176.764971546</c:v>
                </c:pt>
                <c:pt idx="226">
                  <c:v>193.45410377000002</c:v>
                </c:pt>
                <c:pt idx="227">
                  <c:v>213.198819437</c:v>
                </c:pt>
                <c:pt idx="228">
                  <c:v>222.682192628</c:v>
                </c:pt>
                <c:pt idx="229">
                  <c:v>256.44645892800003</c:v>
                </c:pt>
                <c:pt idx="230">
                  <c:v>265.083143431</c:v>
                </c:pt>
                <c:pt idx="231">
                  <c:v>247.844181179</c:v>
                </c:pt>
                <c:pt idx="232">
                  <c:v>228.15487695300001</c:v>
                </c:pt>
                <c:pt idx="233">
                  <c:v>234.025195078</c:v>
                </c:pt>
                <c:pt idx="234">
                  <c:v>235.71161550300002</c:v>
                </c:pt>
                <c:pt idx="235">
                  <c:v>269.599517144</c:v>
                </c:pt>
                <c:pt idx="236">
                  <c:v>308.162524443</c:v>
                </c:pt>
                <c:pt idx="237">
                  <c:v>339.22481165899995</c:v>
                </c:pt>
                <c:pt idx="238">
                  <c:v>318.345960676</c:v>
                </c:pt>
                <c:pt idx="239">
                  <c:v>256.47872087500002</c:v>
                </c:pt>
                <c:pt idx="240">
                  <c:v>176.03389176799999</c:v>
                </c:pt>
                <c:pt idx="241">
                  <c:v>108.205781762</c:v>
                </c:pt>
                <c:pt idx="242">
                  <c:v>64.899733151000007</c:v>
                </c:pt>
                <c:pt idx="243">
                  <c:v>42.915002049999998</c:v>
                </c:pt>
                <c:pt idx="244">
                  <c:v>34.588124645999997</c:v>
                </c:pt>
                <c:pt idx="245">
                  <c:v>42.90528965899999</c:v>
                </c:pt>
                <c:pt idx="246">
                  <c:v>85.447897284999982</c:v>
                </c:pt>
                <c:pt idx="247">
                  <c:v>122.41784707900001</c:v>
                </c:pt>
                <c:pt idx="248">
                  <c:v>150.59027594200001</c:v>
                </c:pt>
                <c:pt idx="249">
                  <c:v>161.71695325900001</c:v>
                </c:pt>
                <c:pt idx="250">
                  <c:v>175.68552656599999</c:v>
                </c:pt>
                <c:pt idx="251">
                  <c:v>195.880102661</c:v>
                </c:pt>
                <c:pt idx="252">
                  <c:v>210.278532082</c:v>
                </c:pt>
                <c:pt idx="253">
                  <c:v>236.42173578000001</c:v>
                </c:pt>
                <c:pt idx="254">
                  <c:v>239.55970311600004</c:v>
                </c:pt>
                <c:pt idx="255">
                  <c:v>227.678434463</c:v>
                </c:pt>
                <c:pt idx="256">
                  <c:v>222.349779738</c:v>
                </c:pt>
                <c:pt idx="257">
                  <c:v>233.78404357299996</c:v>
                </c:pt>
                <c:pt idx="258">
                  <c:v>234.38688153499996</c:v>
                </c:pt>
                <c:pt idx="259">
                  <c:v>267.29895006700002</c:v>
                </c:pt>
                <c:pt idx="260">
                  <c:v>303.41080034000004</c:v>
                </c:pt>
                <c:pt idx="261">
                  <c:v>330.599526019</c:v>
                </c:pt>
                <c:pt idx="262">
                  <c:v>313.28545395099997</c:v>
                </c:pt>
                <c:pt idx="263">
                  <c:v>248.62760410199996</c:v>
                </c:pt>
                <c:pt idx="264">
                  <c:v>171.38814323599999</c:v>
                </c:pt>
                <c:pt idx="265">
                  <c:v>103.38155439499999</c:v>
                </c:pt>
                <c:pt idx="266">
                  <c:v>61.750631010000006</c:v>
                </c:pt>
                <c:pt idx="267">
                  <c:v>41.145618482999993</c:v>
                </c:pt>
                <c:pt idx="268">
                  <c:v>33.588993062</c:v>
                </c:pt>
                <c:pt idx="269">
                  <c:v>42.841192513000003</c:v>
                </c:pt>
                <c:pt idx="270">
                  <c:v>87.846212964000003</c:v>
                </c:pt>
                <c:pt idx="271">
                  <c:v>126.712829197</c:v>
                </c:pt>
                <c:pt idx="272">
                  <c:v>152.03119952599999</c:v>
                </c:pt>
                <c:pt idx="273">
                  <c:v>164.71245664999998</c:v>
                </c:pt>
                <c:pt idx="274">
                  <c:v>180.15967297500003</c:v>
                </c:pt>
                <c:pt idx="275">
                  <c:v>201.38916662299999</c:v>
                </c:pt>
                <c:pt idx="276">
                  <c:v>214.67899741900001</c:v>
                </c:pt>
                <c:pt idx="277">
                  <c:v>240.12789334799999</c:v>
                </c:pt>
                <c:pt idx="278">
                  <c:v>240.17443131099998</c:v>
                </c:pt>
                <c:pt idx="279">
                  <c:v>228.344466842</c:v>
                </c:pt>
                <c:pt idx="280">
                  <c:v>223.19664330000001</c:v>
                </c:pt>
                <c:pt idx="281">
                  <c:v>231.85614887499997</c:v>
                </c:pt>
                <c:pt idx="282">
                  <c:v>233.01782162699999</c:v>
                </c:pt>
                <c:pt idx="283">
                  <c:v>270.24346595000003</c:v>
                </c:pt>
                <c:pt idx="284">
                  <c:v>307.70573640200001</c:v>
                </c:pt>
                <c:pt idx="285">
                  <c:v>335.75872259599998</c:v>
                </c:pt>
                <c:pt idx="286">
                  <c:v>313.48510527500002</c:v>
                </c:pt>
                <c:pt idx="287">
                  <c:v>248.269448109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82-4DD4-8B67-32577BCE01C1}"/>
            </c:ext>
          </c:extLst>
        </c:ser>
        <c:ser>
          <c:idx val="34"/>
          <c:order val="34"/>
          <c:tx>
            <c:strRef>
              <c:f>'01-10 12-10-2026'!$AJ$1</c:f>
              <c:strCache>
                <c:ptCount val="1"/>
                <c:pt idx="0">
                  <c:v>Ericsson SGI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14"/>
              <c:layout>
                <c:manualLayout>
                  <c:x val="-5.6515730477892439E-3"/>
                  <c:y val="-1.66956675753884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F782-4DD4-8B67-32577BCE01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12-10-2026'!$AJ$2:$AJ$289</c:f>
              <c:numCache>
                <c:formatCode>0</c:formatCode>
                <c:ptCount val="288"/>
                <c:pt idx="0">
                  <c:v>159.565929408269</c:v>
                </c:pt>
                <c:pt idx="1">
                  <c:v>101.388959776538</c:v>
                </c:pt>
                <c:pt idx="2">
                  <c:v>60.933134680962993</c:v>
                </c:pt>
                <c:pt idx="3">
                  <c:v>37.599420147977</c:v>
                </c:pt>
                <c:pt idx="4">
                  <c:v>27.209030917080003</c:v>
                </c:pt>
                <c:pt idx="5">
                  <c:v>28.247139746367999</c:v>
                </c:pt>
                <c:pt idx="6">
                  <c:v>54.734091645412001</c:v>
                </c:pt>
                <c:pt idx="7">
                  <c:v>86.151483474174</c:v>
                </c:pt>
                <c:pt idx="8">
                  <c:v>109.105618380566</c:v>
                </c:pt>
                <c:pt idx="9">
                  <c:v>120.362476185421</c:v>
                </c:pt>
                <c:pt idx="10">
                  <c:v>135.14984405832001</c:v>
                </c:pt>
                <c:pt idx="11">
                  <c:v>152.645075322694</c:v>
                </c:pt>
                <c:pt idx="12">
                  <c:v>165.433138720003</c:v>
                </c:pt>
                <c:pt idx="13">
                  <c:v>182.73838879996399</c:v>
                </c:pt>
                <c:pt idx="14">
                  <c:v>193.68021905863202</c:v>
                </c:pt>
                <c:pt idx="15">
                  <c:v>190.562283630884</c:v>
                </c:pt>
                <c:pt idx="16">
                  <c:v>171.070886184025</c:v>
                </c:pt>
                <c:pt idx="17">
                  <c:v>178.26695787996803</c:v>
                </c:pt>
                <c:pt idx="18">
                  <c:v>177.08921061089501</c:v>
                </c:pt>
                <c:pt idx="19">
                  <c:v>194.961146087792</c:v>
                </c:pt>
                <c:pt idx="20">
                  <c:v>215.23094646248401</c:v>
                </c:pt>
                <c:pt idx="21">
                  <c:v>257.27942247462101</c:v>
                </c:pt>
                <c:pt idx="22">
                  <c:v>265.050988247867</c:v>
                </c:pt>
                <c:pt idx="23">
                  <c:v>234.64235065867598</c:v>
                </c:pt>
                <c:pt idx="24">
                  <c:v>178.40893422098901</c:v>
                </c:pt>
                <c:pt idx="25">
                  <c:v>116.39871981150898</c:v>
                </c:pt>
                <c:pt idx="26">
                  <c:v>69.409917806102001</c:v>
                </c:pt>
                <c:pt idx="27">
                  <c:v>45.407834538144996</c:v>
                </c:pt>
                <c:pt idx="28">
                  <c:v>30.963365409218</c:v>
                </c:pt>
                <c:pt idx="29">
                  <c:v>28.115829645541002</c:v>
                </c:pt>
                <c:pt idx="30">
                  <c:v>46.891502087112002</c:v>
                </c:pt>
                <c:pt idx="31">
                  <c:v>68.205872395260002</c:v>
                </c:pt>
                <c:pt idx="32">
                  <c:v>97.877652180903993</c:v>
                </c:pt>
                <c:pt idx="33">
                  <c:v>124.17389438009903</c:v>
                </c:pt>
                <c:pt idx="34">
                  <c:v>147.04698513865699</c:v>
                </c:pt>
                <c:pt idx="35">
                  <c:v>168.100666579495</c:v>
                </c:pt>
                <c:pt idx="36">
                  <c:v>175.47981834557299</c:v>
                </c:pt>
                <c:pt idx="37">
                  <c:v>180.70675485538999</c:v>
                </c:pt>
                <c:pt idx="38">
                  <c:v>225.92152503165704</c:v>
                </c:pt>
                <c:pt idx="39">
                  <c:v>215.66355789858198</c:v>
                </c:pt>
                <c:pt idx="40">
                  <c:v>181.83086992026901</c:v>
                </c:pt>
                <c:pt idx="41">
                  <c:v>183.75298010439002</c:v>
                </c:pt>
                <c:pt idx="42">
                  <c:v>181.40079549487399</c:v>
                </c:pt>
                <c:pt idx="43">
                  <c:v>202.59535879696898</c:v>
                </c:pt>
                <c:pt idx="44">
                  <c:v>224.658604156168</c:v>
                </c:pt>
                <c:pt idx="45">
                  <c:v>269.95587714879798</c:v>
                </c:pt>
                <c:pt idx="46">
                  <c:v>274.19278745388397</c:v>
                </c:pt>
                <c:pt idx="47">
                  <c:v>244.599199456272</c:v>
                </c:pt>
                <c:pt idx="48">
                  <c:v>186.93884941410499</c:v>
                </c:pt>
                <c:pt idx="49">
                  <c:v>124.88896641602199</c:v>
                </c:pt>
                <c:pt idx="50">
                  <c:v>75.742426868519999</c:v>
                </c:pt>
                <c:pt idx="51">
                  <c:v>45.777378225489997</c:v>
                </c:pt>
                <c:pt idx="52">
                  <c:v>30.348680893417999</c:v>
                </c:pt>
                <c:pt idx="53">
                  <c:v>27.687562329598997</c:v>
                </c:pt>
                <c:pt idx="54">
                  <c:v>48.220767701765993</c:v>
                </c:pt>
                <c:pt idx="55">
                  <c:v>72.820138344371998</c:v>
                </c:pt>
                <c:pt idx="56">
                  <c:v>101.21201726666</c:v>
                </c:pt>
                <c:pt idx="57">
                  <c:v>123.86995298199301</c:v>
                </c:pt>
                <c:pt idx="58">
                  <c:v>141.093455946479</c:v>
                </c:pt>
                <c:pt idx="59">
                  <c:v>160.44113857196402</c:v>
                </c:pt>
                <c:pt idx="60">
                  <c:v>171.36242187406299</c:v>
                </c:pt>
                <c:pt idx="61">
                  <c:v>193.41800600589698</c:v>
                </c:pt>
                <c:pt idx="62">
                  <c:v>209.00540768016</c:v>
                </c:pt>
                <c:pt idx="63">
                  <c:v>202.18149463989801</c:v>
                </c:pt>
                <c:pt idx="64">
                  <c:v>177.37513427428598</c:v>
                </c:pt>
                <c:pt idx="65">
                  <c:v>182.10350288475303</c:v>
                </c:pt>
                <c:pt idx="66">
                  <c:v>180.11639354432501</c:v>
                </c:pt>
                <c:pt idx="67">
                  <c:v>197.74864341207501</c:v>
                </c:pt>
                <c:pt idx="68">
                  <c:v>217.584011729206</c:v>
                </c:pt>
                <c:pt idx="69">
                  <c:v>260.05152597086197</c:v>
                </c:pt>
                <c:pt idx="70">
                  <c:v>262.706349980357</c:v>
                </c:pt>
                <c:pt idx="71">
                  <c:v>223.94676705244601</c:v>
                </c:pt>
                <c:pt idx="72">
                  <c:v>159.560448768014</c:v>
                </c:pt>
                <c:pt idx="73">
                  <c:v>99.627981036395994</c:v>
                </c:pt>
                <c:pt idx="74">
                  <c:v>59.141093769341992</c:v>
                </c:pt>
                <c:pt idx="75">
                  <c:v>36.653141156036</c:v>
                </c:pt>
                <c:pt idx="76">
                  <c:v>26.326960532176003</c:v>
                </c:pt>
                <c:pt idx="77">
                  <c:v>26.74712407578</c:v>
                </c:pt>
                <c:pt idx="78">
                  <c:v>52.189652078259996</c:v>
                </c:pt>
                <c:pt idx="79">
                  <c:v>82.293780509849</c:v>
                </c:pt>
                <c:pt idx="80">
                  <c:v>105.498683678237</c:v>
                </c:pt>
                <c:pt idx="81">
                  <c:v>118.52734894209601</c:v>
                </c:pt>
                <c:pt idx="82">
                  <c:v>132.925006200609</c:v>
                </c:pt>
                <c:pt idx="83">
                  <c:v>150.10764366150698</c:v>
                </c:pt>
                <c:pt idx="84">
                  <c:v>161.29462109034802</c:v>
                </c:pt>
                <c:pt idx="85">
                  <c:v>176.33349459502199</c:v>
                </c:pt>
                <c:pt idx="86">
                  <c:v>184.577440124916</c:v>
                </c:pt>
                <c:pt idx="87">
                  <c:v>180.28739964546199</c:v>
                </c:pt>
                <c:pt idx="88">
                  <c:v>167.08671279304198</c:v>
                </c:pt>
                <c:pt idx="89">
                  <c:v>177.610377189909</c:v>
                </c:pt>
                <c:pt idx="90">
                  <c:v>175.03793233259</c:v>
                </c:pt>
                <c:pt idx="91">
                  <c:v>196.07037385476596</c:v>
                </c:pt>
                <c:pt idx="92">
                  <c:v>217.31161721417701</c:v>
                </c:pt>
                <c:pt idx="93">
                  <c:v>260.99607712525301</c:v>
                </c:pt>
                <c:pt idx="94">
                  <c:v>261.20152924585301</c:v>
                </c:pt>
                <c:pt idx="95">
                  <c:v>218.25730659572102</c:v>
                </c:pt>
                <c:pt idx="96">
                  <c:v>153.620341110015</c:v>
                </c:pt>
                <c:pt idx="97">
                  <c:v>95.416579128270996</c:v>
                </c:pt>
                <c:pt idx="98">
                  <c:v>56.082370646710999</c:v>
                </c:pt>
                <c:pt idx="99">
                  <c:v>34.918153442201998</c:v>
                </c:pt>
                <c:pt idx="100">
                  <c:v>25.613297204003</c:v>
                </c:pt>
                <c:pt idx="101">
                  <c:v>26.092257765567002</c:v>
                </c:pt>
                <c:pt idx="102">
                  <c:v>52.575575461475005</c:v>
                </c:pt>
                <c:pt idx="103">
                  <c:v>84.447826248343006</c:v>
                </c:pt>
                <c:pt idx="104">
                  <c:v>107.130219307475</c:v>
                </c:pt>
                <c:pt idx="105">
                  <c:v>119.106968781006</c:v>
                </c:pt>
                <c:pt idx="106">
                  <c:v>133.685377123145</c:v>
                </c:pt>
                <c:pt idx="107">
                  <c:v>152.35471081277501</c:v>
                </c:pt>
                <c:pt idx="108">
                  <c:v>163.85848820221497</c:v>
                </c:pt>
                <c:pt idx="109">
                  <c:v>178.71511456528401</c:v>
                </c:pt>
                <c:pt idx="110">
                  <c:v>186.36898511238599</c:v>
                </c:pt>
                <c:pt idx="111">
                  <c:v>182.28952042246999</c:v>
                </c:pt>
                <c:pt idx="112">
                  <c:v>168.29818070876098</c:v>
                </c:pt>
                <c:pt idx="113">
                  <c:v>178.42023697945001</c:v>
                </c:pt>
                <c:pt idx="114">
                  <c:v>176.48877847833899</c:v>
                </c:pt>
                <c:pt idx="115">
                  <c:v>197.448285321855</c:v>
                </c:pt>
                <c:pt idx="116">
                  <c:v>219.03269810823301</c:v>
                </c:pt>
                <c:pt idx="117">
                  <c:v>265.29336931226396</c:v>
                </c:pt>
                <c:pt idx="118">
                  <c:v>263.11653099822001</c:v>
                </c:pt>
                <c:pt idx="119">
                  <c:v>220.18119194875598</c:v>
                </c:pt>
                <c:pt idx="120">
                  <c:v>153.72285523590102</c:v>
                </c:pt>
                <c:pt idx="121">
                  <c:v>95.129123681535006</c:v>
                </c:pt>
                <c:pt idx="122">
                  <c:v>55.697952774488996</c:v>
                </c:pt>
                <c:pt idx="123">
                  <c:v>34.560072744318994</c:v>
                </c:pt>
                <c:pt idx="124">
                  <c:v>25.496566202186997</c:v>
                </c:pt>
                <c:pt idx="125">
                  <c:v>26.575141036472999</c:v>
                </c:pt>
                <c:pt idx="126">
                  <c:v>54.155133666590004</c:v>
                </c:pt>
                <c:pt idx="127">
                  <c:v>86.914998081792987</c:v>
                </c:pt>
                <c:pt idx="128">
                  <c:v>110.00885794263598</c:v>
                </c:pt>
                <c:pt idx="129">
                  <c:v>122.30166628345999</c:v>
                </c:pt>
                <c:pt idx="130">
                  <c:v>136.31830945287501</c:v>
                </c:pt>
                <c:pt idx="131">
                  <c:v>153.00515191832801</c:v>
                </c:pt>
                <c:pt idx="132">
                  <c:v>167.97560386508502</c:v>
                </c:pt>
                <c:pt idx="133">
                  <c:v>192.249957179809</c:v>
                </c:pt>
                <c:pt idx="134">
                  <c:v>199.99797215548699</c:v>
                </c:pt>
                <c:pt idx="135">
                  <c:v>192.19646220052601</c:v>
                </c:pt>
                <c:pt idx="136">
                  <c:v>170.92963068958503</c:v>
                </c:pt>
                <c:pt idx="137">
                  <c:v>180.58068471985501</c:v>
                </c:pt>
                <c:pt idx="138">
                  <c:v>197.26161918559001</c:v>
                </c:pt>
                <c:pt idx="139">
                  <c:v>220.72634255219998</c:v>
                </c:pt>
                <c:pt idx="140">
                  <c:v>226.06798260870599</c:v>
                </c:pt>
                <c:pt idx="141">
                  <c:v>269.33596336813702</c:v>
                </c:pt>
                <c:pt idx="142">
                  <c:v>264.81608732398701</c:v>
                </c:pt>
                <c:pt idx="143">
                  <c:v>220.544376205628</c:v>
                </c:pt>
                <c:pt idx="144">
                  <c:v>160.250151990821</c:v>
                </c:pt>
                <c:pt idx="145">
                  <c:v>99.755734090379008</c:v>
                </c:pt>
                <c:pt idx="146">
                  <c:v>61.130218835313002</c:v>
                </c:pt>
                <c:pt idx="147">
                  <c:v>35.976212307661001</c:v>
                </c:pt>
                <c:pt idx="148">
                  <c:v>26.200878114561</c:v>
                </c:pt>
                <c:pt idx="149">
                  <c:v>27.309118059154997</c:v>
                </c:pt>
                <c:pt idx="150">
                  <c:v>54.784010839860002</c:v>
                </c:pt>
                <c:pt idx="151">
                  <c:v>88.043785060402996</c:v>
                </c:pt>
                <c:pt idx="152">
                  <c:v>112.232306579577</c:v>
                </c:pt>
                <c:pt idx="153">
                  <c:v>123.21963067638301</c:v>
                </c:pt>
                <c:pt idx="154">
                  <c:v>136.83449556356402</c:v>
                </c:pt>
                <c:pt idx="155">
                  <c:v>152.26399937492201</c:v>
                </c:pt>
                <c:pt idx="156">
                  <c:v>163.68812410906799</c:v>
                </c:pt>
                <c:pt idx="157">
                  <c:v>178.73715586876202</c:v>
                </c:pt>
                <c:pt idx="158">
                  <c:v>187.700523927869</c:v>
                </c:pt>
                <c:pt idx="159">
                  <c:v>184.365608767266</c:v>
                </c:pt>
                <c:pt idx="160">
                  <c:v>171.97389510648699</c:v>
                </c:pt>
                <c:pt idx="161">
                  <c:v>184.03948942050201</c:v>
                </c:pt>
                <c:pt idx="162">
                  <c:v>181.78508557307299</c:v>
                </c:pt>
                <c:pt idx="163">
                  <c:v>203.86034670833598</c:v>
                </c:pt>
                <c:pt idx="164">
                  <c:v>222.29003240581801</c:v>
                </c:pt>
                <c:pt idx="165">
                  <c:v>265.03024489412201</c:v>
                </c:pt>
                <c:pt idx="166">
                  <c:v>263.81297607133803</c:v>
                </c:pt>
                <c:pt idx="167">
                  <c:v>215.70690584313701</c:v>
                </c:pt>
                <c:pt idx="168">
                  <c:v>150.40791424355001</c:v>
                </c:pt>
                <c:pt idx="169">
                  <c:v>92.387209881052001</c:v>
                </c:pt>
                <c:pt idx="170">
                  <c:v>55.580607314009995</c:v>
                </c:pt>
                <c:pt idx="171">
                  <c:v>35.195532765943994</c:v>
                </c:pt>
                <c:pt idx="172">
                  <c:v>26.133933945590996</c:v>
                </c:pt>
                <c:pt idx="173">
                  <c:v>27.672555908345</c:v>
                </c:pt>
                <c:pt idx="174">
                  <c:v>56.689019479937002</c:v>
                </c:pt>
                <c:pt idx="175">
                  <c:v>94.196682055805979</c:v>
                </c:pt>
                <c:pt idx="176">
                  <c:v>121.534136577491</c:v>
                </c:pt>
                <c:pt idx="177">
                  <c:v>137.038343058332</c:v>
                </c:pt>
                <c:pt idx="178">
                  <c:v>148.646420218272</c:v>
                </c:pt>
                <c:pt idx="179">
                  <c:v>161.79440083088298</c:v>
                </c:pt>
                <c:pt idx="180">
                  <c:v>172.00225015818899</c:v>
                </c:pt>
                <c:pt idx="181">
                  <c:v>187.406240140036</c:v>
                </c:pt>
                <c:pt idx="182">
                  <c:v>195.51886402599499</c:v>
                </c:pt>
                <c:pt idx="183">
                  <c:v>191.47112525776498</c:v>
                </c:pt>
                <c:pt idx="184">
                  <c:v>174.22393611225701</c:v>
                </c:pt>
                <c:pt idx="185">
                  <c:v>182.94148740625499</c:v>
                </c:pt>
                <c:pt idx="186">
                  <c:v>181.51190304137299</c:v>
                </c:pt>
                <c:pt idx="187">
                  <c:v>207.71494144375004</c:v>
                </c:pt>
                <c:pt idx="188">
                  <c:v>224.39006803038899</c:v>
                </c:pt>
                <c:pt idx="189">
                  <c:v>264.49331526930598</c:v>
                </c:pt>
                <c:pt idx="190">
                  <c:v>268.02468509322398</c:v>
                </c:pt>
                <c:pt idx="191">
                  <c:v>231.52408946775</c:v>
                </c:pt>
                <c:pt idx="192">
                  <c:v>172.994387805879</c:v>
                </c:pt>
                <c:pt idx="193">
                  <c:v>114.59333758837599</c:v>
                </c:pt>
                <c:pt idx="194">
                  <c:v>71.311857148393997</c:v>
                </c:pt>
                <c:pt idx="195">
                  <c:v>45.460430833743004</c:v>
                </c:pt>
                <c:pt idx="196">
                  <c:v>31.091617834975999</c:v>
                </c:pt>
                <c:pt idx="197">
                  <c:v>27.654500628929</c:v>
                </c:pt>
                <c:pt idx="198">
                  <c:v>48.032179456534003</c:v>
                </c:pt>
                <c:pt idx="199">
                  <c:v>72.580962326503993</c:v>
                </c:pt>
                <c:pt idx="200">
                  <c:v>103.02443133455603</c:v>
                </c:pt>
                <c:pt idx="201">
                  <c:v>128.99330743987801</c:v>
                </c:pt>
                <c:pt idx="202">
                  <c:v>150.93236076986199</c:v>
                </c:pt>
                <c:pt idx="203">
                  <c:v>173.17743477997999</c:v>
                </c:pt>
                <c:pt idx="204">
                  <c:v>177.00689116599401</c:v>
                </c:pt>
                <c:pt idx="205">
                  <c:v>183.32587301630801</c:v>
                </c:pt>
                <c:pt idx="206">
                  <c:v>227.43135163807403</c:v>
                </c:pt>
                <c:pt idx="207">
                  <c:v>215.062201194354</c:v>
                </c:pt>
                <c:pt idx="208">
                  <c:v>183.998722349616</c:v>
                </c:pt>
                <c:pt idx="209">
                  <c:v>188.20389264275099</c:v>
                </c:pt>
                <c:pt idx="210">
                  <c:v>183.51481143737698</c:v>
                </c:pt>
                <c:pt idx="211">
                  <c:v>211.34916648786196</c:v>
                </c:pt>
                <c:pt idx="212">
                  <c:v>229.61136923356401</c:v>
                </c:pt>
                <c:pt idx="213">
                  <c:v>271.64387956654895</c:v>
                </c:pt>
                <c:pt idx="214">
                  <c:v>278.39164641259202</c:v>
                </c:pt>
                <c:pt idx="215">
                  <c:v>239.44314652516701</c:v>
                </c:pt>
                <c:pt idx="216">
                  <c:v>176.52745847256398</c:v>
                </c:pt>
                <c:pt idx="217">
                  <c:v>113.96649232298401</c:v>
                </c:pt>
                <c:pt idx="218">
                  <c:v>68.56414617028301</c:v>
                </c:pt>
                <c:pt idx="219">
                  <c:v>41.643896183132</c:v>
                </c:pt>
                <c:pt idx="220">
                  <c:v>28.563002454009997</c:v>
                </c:pt>
                <c:pt idx="221">
                  <c:v>26.587824600649999</c:v>
                </c:pt>
                <c:pt idx="222">
                  <c:v>48.522134884416005</c:v>
                </c:pt>
                <c:pt idx="223">
                  <c:v>75.819503781517994</c:v>
                </c:pt>
                <c:pt idx="224">
                  <c:v>104.84298471230299</c:v>
                </c:pt>
                <c:pt idx="225">
                  <c:v>126.31206810438098</c:v>
                </c:pt>
                <c:pt idx="226">
                  <c:v>142.93905727592201</c:v>
                </c:pt>
                <c:pt idx="227">
                  <c:v>160.85690983160799</c:v>
                </c:pt>
                <c:pt idx="228">
                  <c:v>170.12532424769</c:v>
                </c:pt>
                <c:pt idx="229">
                  <c:v>193.77099500511798</c:v>
                </c:pt>
                <c:pt idx="230">
                  <c:v>209.019112713813</c:v>
                </c:pt>
                <c:pt idx="231">
                  <c:v>201.88805119813298</c:v>
                </c:pt>
                <c:pt idx="232">
                  <c:v>177.96689624060403</c:v>
                </c:pt>
                <c:pt idx="233">
                  <c:v>185.91958719653201</c:v>
                </c:pt>
                <c:pt idx="234">
                  <c:v>183.43253997063101</c:v>
                </c:pt>
                <c:pt idx="235">
                  <c:v>206.56093398843799</c:v>
                </c:pt>
                <c:pt idx="236">
                  <c:v>228.94485313611801</c:v>
                </c:pt>
                <c:pt idx="237">
                  <c:v>273.09013768620002</c:v>
                </c:pt>
                <c:pt idx="238">
                  <c:v>264.112518869788</c:v>
                </c:pt>
                <c:pt idx="239">
                  <c:v>217.33392766477499</c:v>
                </c:pt>
                <c:pt idx="240">
                  <c:v>150.51104559630699</c:v>
                </c:pt>
                <c:pt idx="241">
                  <c:v>93.475424167531997</c:v>
                </c:pt>
                <c:pt idx="242">
                  <c:v>54.941967046523004</c:v>
                </c:pt>
                <c:pt idx="243">
                  <c:v>34.328949681897001</c:v>
                </c:pt>
                <c:pt idx="244">
                  <c:v>25.323771287630997</c:v>
                </c:pt>
                <c:pt idx="245">
                  <c:v>26.063556544576997</c:v>
                </c:pt>
                <c:pt idx="246">
                  <c:v>53.195269004902997</c:v>
                </c:pt>
                <c:pt idx="247">
                  <c:v>85.853079829953998</c:v>
                </c:pt>
                <c:pt idx="248">
                  <c:v>108.19167670027099</c:v>
                </c:pt>
                <c:pt idx="249">
                  <c:v>119.32368734596298</c:v>
                </c:pt>
                <c:pt idx="250">
                  <c:v>134.014005111382</c:v>
                </c:pt>
                <c:pt idx="251">
                  <c:v>152.22467111506398</c:v>
                </c:pt>
                <c:pt idx="252">
                  <c:v>163.527251365979</c:v>
                </c:pt>
                <c:pt idx="253">
                  <c:v>180.02504961346699</c:v>
                </c:pt>
                <c:pt idx="254">
                  <c:v>188.765296902633</c:v>
                </c:pt>
                <c:pt idx="255">
                  <c:v>185.273169252369</c:v>
                </c:pt>
                <c:pt idx="256">
                  <c:v>174.42035202550699</c:v>
                </c:pt>
                <c:pt idx="257">
                  <c:v>190.67882261856198</c:v>
                </c:pt>
                <c:pt idx="258">
                  <c:v>185.689403572934</c:v>
                </c:pt>
                <c:pt idx="259">
                  <c:v>207.268714789607</c:v>
                </c:pt>
                <c:pt idx="260">
                  <c:v>226.826346075716</c:v>
                </c:pt>
                <c:pt idx="261">
                  <c:v>267.24312376348905</c:v>
                </c:pt>
                <c:pt idx="262">
                  <c:v>261.11142689637995</c:v>
                </c:pt>
                <c:pt idx="263">
                  <c:v>209.84572438806103</c:v>
                </c:pt>
                <c:pt idx="264">
                  <c:v>142.55525090473</c:v>
                </c:pt>
                <c:pt idx="265">
                  <c:v>85.934584032212996</c:v>
                </c:pt>
                <c:pt idx="266">
                  <c:v>50.422411972239004</c:v>
                </c:pt>
                <c:pt idx="267">
                  <c:v>32.358538844214003</c:v>
                </c:pt>
                <c:pt idx="268">
                  <c:v>24.440435342647998</c:v>
                </c:pt>
                <c:pt idx="269">
                  <c:v>25.641041115764001</c:v>
                </c:pt>
                <c:pt idx="270">
                  <c:v>53.561387815010008</c:v>
                </c:pt>
                <c:pt idx="271">
                  <c:v>88.176075327926014</c:v>
                </c:pt>
                <c:pt idx="272">
                  <c:v>110.223731715566</c:v>
                </c:pt>
                <c:pt idx="273">
                  <c:v>121.34423670136398</c:v>
                </c:pt>
                <c:pt idx="274">
                  <c:v>135.21375740192499</c:v>
                </c:pt>
                <c:pt idx="275">
                  <c:v>153.14976981960899</c:v>
                </c:pt>
                <c:pt idx="276">
                  <c:v>163.71528769961702</c:v>
                </c:pt>
                <c:pt idx="277">
                  <c:v>179.100393192322</c:v>
                </c:pt>
                <c:pt idx="278">
                  <c:v>187.00869990478702</c:v>
                </c:pt>
                <c:pt idx="279">
                  <c:v>183.75321289859599</c:v>
                </c:pt>
                <c:pt idx="280">
                  <c:v>172.87704162656902</c:v>
                </c:pt>
                <c:pt idx="281">
                  <c:v>185.28051691546901</c:v>
                </c:pt>
                <c:pt idx="282">
                  <c:v>180.60187615285002</c:v>
                </c:pt>
                <c:pt idx="283">
                  <c:v>206.88868104081001</c:v>
                </c:pt>
                <c:pt idx="284">
                  <c:v>229.43260715473102</c:v>
                </c:pt>
                <c:pt idx="285">
                  <c:v>272.50845471742201</c:v>
                </c:pt>
                <c:pt idx="286">
                  <c:v>264.58035766087301</c:v>
                </c:pt>
                <c:pt idx="287">
                  <c:v>211.846810774803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782-4DD4-8B67-32577BCE01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8096536"/>
        <c:axId val="228096864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'01-10 12-10-2026'!$B$1</c15:sqref>
                        </c15:formulaRef>
                      </c:ext>
                    </c:extLst>
                    <c:strCache>
                      <c:ptCount val="1"/>
                      <c:pt idx="0">
                        <c:v>ANB-DGW1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'01-10 12-10-2026'!$B$2:$B$289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37.722343291999998</c:v>
                      </c:pt>
                      <c:pt idx="1">
                        <c:v>24.145887159000001</c:v>
                      </c:pt>
                      <c:pt idx="2">
                        <c:v>14.702230242000001</c:v>
                      </c:pt>
                      <c:pt idx="3">
                        <c:v>9.6597148340000007</c:v>
                      </c:pt>
                      <c:pt idx="4">
                        <c:v>7.6634728330000002</c:v>
                      </c:pt>
                      <c:pt idx="5">
                        <c:v>10.076575760000001</c:v>
                      </c:pt>
                      <c:pt idx="6">
                        <c:v>17.451226182999999</c:v>
                      </c:pt>
                      <c:pt idx="7">
                        <c:v>25.671749238</c:v>
                      </c:pt>
                      <c:pt idx="8">
                        <c:v>31.472451665000001</c:v>
                      </c:pt>
                      <c:pt idx="9">
                        <c:v>34.376243232</c:v>
                      </c:pt>
                      <c:pt idx="10">
                        <c:v>37.647726216000002</c:v>
                      </c:pt>
                      <c:pt idx="11">
                        <c:v>42.167380426999998</c:v>
                      </c:pt>
                      <c:pt idx="12">
                        <c:v>44.896289052</c:v>
                      </c:pt>
                      <c:pt idx="13">
                        <c:v>50.839268376</c:v>
                      </c:pt>
                      <c:pt idx="14">
                        <c:v>51.847091737</c:v>
                      </c:pt>
                      <c:pt idx="15">
                        <c:v>49.419396355000003</c:v>
                      </c:pt>
                      <c:pt idx="16">
                        <c:v>45.806526179000002</c:v>
                      </c:pt>
                      <c:pt idx="17">
                        <c:v>47.674313499999997</c:v>
                      </c:pt>
                      <c:pt idx="18">
                        <c:v>47.877328869999999</c:v>
                      </c:pt>
                      <c:pt idx="19">
                        <c:v>55.927170254000004</c:v>
                      </c:pt>
                      <c:pt idx="20">
                        <c:v>62.857139338000003</c:v>
                      </c:pt>
                      <c:pt idx="21">
                        <c:v>69.079106683999996</c:v>
                      </c:pt>
                      <c:pt idx="22">
                        <c:v>67.044979372</c:v>
                      </c:pt>
                      <c:pt idx="23">
                        <c:v>56.828734179000001</c:v>
                      </c:pt>
                      <c:pt idx="24">
                        <c:v>42.036318153000003</c:v>
                      </c:pt>
                      <c:pt idx="25">
                        <c:v>27.747670681999999</c:v>
                      </c:pt>
                      <c:pt idx="26">
                        <c:v>17.226038311</c:v>
                      </c:pt>
                      <c:pt idx="27">
                        <c:v>11.171151713</c:v>
                      </c:pt>
                      <c:pt idx="28">
                        <c:v>8.2830100009999992</c:v>
                      </c:pt>
                      <c:pt idx="29">
                        <c:v>9.6889501340000006</c:v>
                      </c:pt>
                      <c:pt idx="30">
                        <c:v>15.191034303</c:v>
                      </c:pt>
                      <c:pt idx="31">
                        <c:v>22.921499662999999</c:v>
                      </c:pt>
                      <c:pt idx="32">
                        <c:v>31.575913184000001</c:v>
                      </c:pt>
                      <c:pt idx="33">
                        <c:v>37.537963173000001</c:v>
                      </c:pt>
                      <c:pt idx="34">
                        <c:v>42.343879794999999</c:v>
                      </c:pt>
                      <c:pt idx="35">
                        <c:v>47.478879675000002</c:v>
                      </c:pt>
                      <c:pt idx="36">
                        <c:v>47.599674917999998</c:v>
                      </c:pt>
                      <c:pt idx="37">
                        <c:v>52.246253631000002</c:v>
                      </c:pt>
                      <c:pt idx="38">
                        <c:v>60.106113594</c:v>
                      </c:pt>
                      <c:pt idx="39">
                        <c:v>55.983755817000002</c:v>
                      </c:pt>
                      <c:pt idx="40">
                        <c:v>50.131677961999998</c:v>
                      </c:pt>
                      <c:pt idx="41">
                        <c:v>50.821307756000003</c:v>
                      </c:pt>
                      <c:pt idx="42">
                        <c:v>49.570989482999998</c:v>
                      </c:pt>
                      <c:pt idx="43">
                        <c:v>56.913588347999998</c:v>
                      </c:pt>
                      <c:pt idx="44">
                        <c:v>64.658131225999995</c:v>
                      </c:pt>
                      <c:pt idx="45">
                        <c:v>71.503956576999997</c:v>
                      </c:pt>
                      <c:pt idx="46">
                        <c:v>69.441691141000007</c:v>
                      </c:pt>
                      <c:pt idx="47">
                        <c:v>59.077300125000001</c:v>
                      </c:pt>
                      <c:pt idx="48">
                        <c:v>43.813133442999998</c:v>
                      </c:pt>
                      <c:pt idx="49">
                        <c:v>28.863796873999998</c:v>
                      </c:pt>
                      <c:pt idx="50">
                        <c:v>17.424508671000002</c:v>
                      </c:pt>
                      <c:pt idx="51">
                        <c:v>10.94489709</c:v>
                      </c:pt>
                      <c:pt idx="52">
                        <c:v>8.0351589350000001</c:v>
                      </c:pt>
                      <c:pt idx="53">
                        <c:v>9.8130062789999997</c:v>
                      </c:pt>
                      <c:pt idx="54">
                        <c:v>16.015797810999999</c:v>
                      </c:pt>
                      <c:pt idx="55">
                        <c:v>24.140824597999998</c:v>
                      </c:pt>
                      <c:pt idx="56">
                        <c:v>32.115332590999998</c:v>
                      </c:pt>
                      <c:pt idx="57">
                        <c:v>36.858491434000001</c:v>
                      </c:pt>
                      <c:pt idx="58">
                        <c:v>40.280661811999998</c:v>
                      </c:pt>
                      <c:pt idx="59">
                        <c:v>44.638809191999997</c:v>
                      </c:pt>
                      <c:pt idx="60">
                        <c:v>46.645061595999998</c:v>
                      </c:pt>
                      <c:pt idx="61">
                        <c:v>53.725821420999999</c:v>
                      </c:pt>
                      <c:pt idx="62">
                        <c:v>54.933505279999999</c:v>
                      </c:pt>
                      <c:pt idx="63">
                        <c:v>51.440147506999999</c:v>
                      </c:pt>
                      <c:pt idx="64">
                        <c:v>47.399983470999999</c:v>
                      </c:pt>
                      <c:pt idx="65">
                        <c:v>48.982706035</c:v>
                      </c:pt>
                      <c:pt idx="66">
                        <c:v>48.289765719999998</c:v>
                      </c:pt>
                      <c:pt idx="67">
                        <c:v>55.145497816999999</c:v>
                      </c:pt>
                      <c:pt idx="68">
                        <c:v>62.871486222999998</c:v>
                      </c:pt>
                      <c:pt idx="69">
                        <c:v>68.950817338999997</c:v>
                      </c:pt>
                      <c:pt idx="70">
                        <c:v>65.625586986000002</c:v>
                      </c:pt>
                      <c:pt idx="71">
                        <c:v>53.503328863999997</c:v>
                      </c:pt>
                      <c:pt idx="72">
                        <c:v>37.448278197999997</c:v>
                      </c:pt>
                      <c:pt idx="73">
                        <c:v>23.256622975999999</c:v>
                      </c:pt>
                      <c:pt idx="74">
                        <c:v>14.133039875</c:v>
                      </c:pt>
                      <c:pt idx="75">
                        <c:v>9.3100507869999998</c:v>
                      </c:pt>
                      <c:pt idx="76">
                        <c:v>7.4656021490000004</c:v>
                      </c:pt>
                      <c:pt idx="77">
                        <c:v>9.5878770640000006</c:v>
                      </c:pt>
                      <c:pt idx="78">
                        <c:v>16.789950574999999</c:v>
                      </c:pt>
                      <c:pt idx="79">
                        <c:v>24.292290768000001</c:v>
                      </c:pt>
                      <c:pt idx="80">
                        <c:v>30.323243581</c:v>
                      </c:pt>
                      <c:pt idx="81">
                        <c:v>33.219075767</c:v>
                      </c:pt>
                      <c:pt idx="82">
                        <c:v>36.253629351999997</c:v>
                      </c:pt>
                      <c:pt idx="83">
                        <c:v>40.712463802999999</c:v>
                      </c:pt>
                      <c:pt idx="84">
                        <c:v>42.936865259000001</c:v>
                      </c:pt>
                      <c:pt idx="85">
                        <c:v>48.126910541999997</c:v>
                      </c:pt>
                      <c:pt idx="86">
                        <c:v>49.345605194000001</c:v>
                      </c:pt>
                      <c:pt idx="87">
                        <c:v>46.547518234999998</c:v>
                      </c:pt>
                      <c:pt idx="88">
                        <c:v>45.472715954999998</c:v>
                      </c:pt>
                      <c:pt idx="89">
                        <c:v>48.061011413000003</c:v>
                      </c:pt>
                      <c:pt idx="90">
                        <c:v>47.847150675999998</c:v>
                      </c:pt>
                      <c:pt idx="91">
                        <c:v>54.903252240999997</c:v>
                      </c:pt>
                      <c:pt idx="92">
                        <c:v>62.836585192999998</c:v>
                      </c:pt>
                      <c:pt idx="93">
                        <c:v>68.507259618999996</c:v>
                      </c:pt>
                      <c:pt idx="94">
                        <c:v>64.208953668000007</c:v>
                      </c:pt>
                      <c:pt idx="95">
                        <c:v>51.092314698999999</c:v>
                      </c:pt>
                      <c:pt idx="96">
                        <c:v>34.893297222000001</c:v>
                      </c:pt>
                      <c:pt idx="97">
                        <c:v>21.702265122</c:v>
                      </c:pt>
                      <c:pt idx="98">
                        <c:v>13.407486756999999</c:v>
                      </c:pt>
                      <c:pt idx="99">
                        <c:v>9.0465496699999992</c:v>
                      </c:pt>
                      <c:pt idx="100">
                        <c:v>7.3397419590000004</c:v>
                      </c:pt>
                      <c:pt idx="101">
                        <c:v>9.6883949890000007</c:v>
                      </c:pt>
                      <c:pt idx="102">
                        <c:v>17.411375449000001</c:v>
                      </c:pt>
                      <c:pt idx="103">
                        <c:v>25.275291182</c:v>
                      </c:pt>
                      <c:pt idx="104">
                        <c:v>30.634623374</c:v>
                      </c:pt>
                      <c:pt idx="105">
                        <c:v>33.459265907999999</c:v>
                      </c:pt>
                      <c:pt idx="106">
                        <c:v>36.414304573999999</c:v>
                      </c:pt>
                      <c:pt idx="107">
                        <c:v>41.075267635000003</c:v>
                      </c:pt>
                      <c:pt idx="108">
                        <c:v>43.526272951000003</c:v>
                      </c:pt>
                      <c:pt idx="109">
                        <c:v>48.576973305000003</c:v>
                      </c:pt>
                      <c:pt idx="110">
                        <c:v>49.033419373000001</c:v>
                      </c:pt>
                      <c:pt idx="111">
                        <c:v>46.289395888000001</c:v>
                      </c:pt>
                      <c:pt idx="112">
                        <c:v>45.114741838</c:v>
                      </c:pt>
                      <c:pt idx="113">
                        <c:v>46.997171334999997</c:v>
                      </c:pt>
                      <c:pt idx="114">
                        <c:v>47.079571678000001</c:v>
                      </c:pt>
                      <c:pt idx="115">
                        <c:v>54.564609748999999</c:v>
                      </c:pt>
                      <c:pt idx="116">
                        <c:v>62.807242750999997</c:v>
                      </c:pt>
                      <c:pt idx="117">
                        <c:v>68.878337333000005</c:v>
                      </c:pt>
                      <c:pt idx="118">
                        <c:v>64.688653121000002</c:v>
                      </c:pt>
                      <c:pt idx="119">
                        <c:v>51.904073136000001</c:v>
                      </c:pt>
                      <c:pt idx="120">
                        <c:v>35.631017034999999</c:v>
                      </c:pt>
                      <c:pt idx="121">
                        <c:v>22.127616108000002</c:v>
                      </c:pt>
                      <c:pt idx="122">
                        <c:v>13.276909649</c:v>
                      </c:pt>
                      <c:pt idx="123">
                        <c:v>8.90812618</c:v>
                      </c:pt>
                      <c:pt idx="124">
                        <c:v>7.1906241910000004</c:v>
                      </c:pt>
                      <c:pt idx="125">
                        <c:v>9.4725215330000001</c:v>
                      </c:pt>
                      <c:pt idx="126">
                        <c:v>17.299951762999999</c:v>
                      </c:pt>
                      <c:pt idx="127">
                        <c:v>25.375849272</c:v>
                      </c:pt>
                      <c:pt idx="128">
                        <c:v>30.957367195</c:v>
                      </c:pt>
                      <c:pt idx="129">
                        <c:v>33.87005834</c:v>
                      </c:pt>
                      <c:pt idx="130">
                        <c:v>37.344047304</c:v>
                      </c:pt>
                      <c:pt idx="131">
                        <c:v>41.403031429000002</c:v>
                      </c:pt>
                      <c:pt idx="132">
                        <c:v>44.800148917999998</c:v>
                      </c:pt>
                      <c:pt idx="133">
                        <c:v>52.703264247</c:v>
                      </c:pt>
                      <c:pt idx="134">
                        <c:v>53.150156250000002</c:v>
                      </c:pt>
                      <c:pt idx="135">
                        <c:v>49.557161516999997</c:v>
                      </c:pt>
                      <c:pt idx="136">
                        <c:v>46.176372121</c:v>
                      </c:pt>
                      <c:pt idx="137">
                        <c:v>47.689308551000003</c:v>
                      </c:pt>
                      <c:pt idx="138">
                        <c:v>50.912855129</c:v>
                      </c:pt>
                      <c:pt idx="139">
                        <c:v>57.838020481000001</c:v>
                      </c:pt>
                      <c:pt idx="140">
                        <c:v>63.836449674000001</c:v>
                      </c:pt>
                      <c:pt idx="141">
                        <c:v>69.446834542999994</c:v>
                      </c:pt>
                      <c:pt idx="142">
                        <c:v>64.998225966999996</c:v>
                      </c:pt>
                      <c:pt idx="143">
                        <c:v>51.592158431999998</c:v>
                      </c:pt>
                      <c:pt idx="144">
                        <c:v>36.207478408999997</c:v>
                      </c:pt>
                      <c:pt idx="145">
                        <c:v>22.550102991999999</c:v>
                      </c:pt>
                      <c:pt idx="146">
                        <c:v>14.021489165</c:v>
                      </c:pt>
                      <c:pt idx="147">
                        <c:v>9.0524205480000006</c:v>
                      </c:pt>
                      <c:pt idx="148">
                        <c:v>7.1966161790000003</c:v>
                      </c:pt>
                      <c:pt idx="149">
                        <c:v>9.6324284280000008</c:v>
                      </c:pt>
                      <c:pt idx="150">
                        <c:v>17.851548853000001</c:v>
                      </c:pt>
                      <c:pt idx="151">
                        <c:v>25.80510786</c:v>
                      </c:pt>
                      <c:pt idx="152">
                        <c:v>31.723913738</c:v>
                      </c:pt>
                      <c:pt idx="153">
                        <c:v>34.338394510000001</c:v>
                      </c:pt>
                      <c:pt idx="154">
                        <c:v>37.340533145000002</c:v>
                      </c:pt>
                      <c:pt idx="155">
                        <c:v>41.734957174000002</c:v>
                      </c:pt>
                      <c:pt idx="156">
                        <c:v>43.911618390000001</c:v>
                      </c:pt>
                      <c:pt idx="157">
                        <c:v>49.083155024</c:v>
                      </c:pt>
                      <c:pt idx="158">
                        <c:v>49.718012227999999</c:v>
                      </c:pt>
                      <c:pt idx="159">
                        <c:v>47.089079744000003</c:v>
                      </c:pt>
                      <c:pt idx="160">
                        <c:v>46.333373827000003</c:v>
                      </c:pt>
                      <c:pt idx="161">
                        <c:v>48.266731114999999</c:v>
                      </c:pt>
                      <c:pt idx="162">
                        <c:v>48.148165034999998</c:v>
                      </c:pt>
                      <c:pt idx="163">
                        <c:v>55.310440174999997</c:v>
                      </c:pt>
                      <c:pt idx="164">
                        <c:v>62.927918026</c:v>
                      </c:pt>
                      <c:pt idx="165">
                        <c:v>68.445422612000002</c:v>
                      </c:pt>
                      <c:pt idx="166">
                        <c:v>64.919677367999995</c:v>
                      </c:pt>
                      <c:pt idx="167">
                        <c:v>51.902744671000001</c:v>
                      </c:pt>
                      <c:pt idx="168">
                        <c:v>35.823547806999997</c:v>
                      </c:pt>
                      <c:pt idx="169">
                        <c:v>22.286222989999999</c:v>
                      </c:pt>
                      <c:pt idx="170">
                        <c:v>13.646292528</c:v>
                      </c:pt>
                      <c:pt idx="171">
                        <c:v>9.2133494240000005</c:v>
                      </c:pt>
                      <c:pt idx="172">
                        <c:v>7.54941979</c:v>
                      </c:pt>
                      <c:pt idx="173">
                        <c:v>10.054208888</c:v>
                      </c:pt>
                      <c:pt idx="174">
                        <c:v>18.602127655</c:v>
                      </c:pt>
                      <c:pt idx="175">
                        <c:v>27.339868363000001</c:v>
                      </c:pt>
                      <c:pt idx="176">
                        <c:v>34.696428167000001</c:v>
                      </c:pt>
                      <c:pt idx="177">
                        <c:v>39.767718160999998</c:v>
                      </c:pt>
                      <c:pt idx="178">
                        <c:v>40.985676812000001</c:v>
                      </c:pt>
                      <c:pt idx="179">
                        <c:v>44.592308742</c:v>
                      </c:pt>
                      <c:pt idx="180">
                        <c:v>47.821259296000001</c:v>
                      </c:pt>
                      <c:pt idx="181">
                        <c:v>53.204990965999997</c:v>
                      </c:pt>
                      <c:pt idx="182">
                        <c:v>53.447635488000003</c:v>
                      </c:pt>
                      <c:pt idx="183">
                        <c:v>50.415502914999998</c:v>
                      </c:pt>
                      <c:pt idx="184">
                        <c:v>48.178929312999998</c:v>
                      </c:pt>
                      <c:pt idx="185">
                        <c:v>49.649108650999999</c:v>
                      </c:pt>
                      <c:pt idx="186">
                        <c:v>50.808753613999997</c:v>
                      </c:pt>
                      <c:pt idx="187">
                        <c:v>59.049467473</c:v>
                      </c:pt>
                      <c:pt idx="188">
                        <c:v>67.012162365999998</c:v>
                      </c:pt>
                      <c:pt idx="189">
                        <c:v>72.247792251000007</c:v>
                      </c:pt>
                      <c:pt idx="190">
                        <c:v>69.401367751999999</c:v>
                      </c:pt>
                      <c:pt idx="191">
                        <c:v>57.514088684999997</c:v>
                      </c:pt>
                      <c:pt idx="192">
                        <c:v>41.807986829999997</c:v>
                      </c:pt>
                      <c:pt idx="193">
                        <c:v>26.954218586</c:v>
                      </c:pt>
                      <c:pt idx="194">
                        <c:v>16.720306825000002</c:v>
                      </c:pt>
                      <c:pt idx="195">
                        <c:v>11.361043449</c:v>
                      </c:pt>
                      <c:pt idx="196">
                        <c:v>8.8736187599999994</c:v>
                      </c:pt>
                      <c:pt idx="197">
                        <c:v>9.9345452919999993</c:v>
                      </c:pt>
                      <c:pt idx="198">
                        <c:v>16.254302307</c:v>
                      </c:pt>
                      <c:pt idx="199">
                        <c:v>24.227983131999999</c:v>
                      </c:pt>
                      <c:pt idx="200">
                        <c:v>33.804394737000003</c:v>
                      </c:pt>
                      <c:pt idx="201">
                        <c:v>40.133590769000001</c:v>
                      </c:pt>
                      <c:pt idx="202">
                        <c:v>45.085941024999997</c:v>
                      </c:pt>
                      <c:pt idx="203">
                        <c:v>49.834831502</c:v>
                      </c:pt>
                      <c:pt idx="204">
                        <c:v>49.423343207999999</c:v>
                      </c:pt>
                      <c:pt idx="205">
                        <c:v>54.569770429999998</c:v>
                      </c:pt>
                      <c:pt idx="206">
                        <c:v>62.943547920999997</c:v>
                      </c:pt>
                      <c:pt idx="207">
                        <c:v>57.815242024</c:v>
                      </c:pt>
                      <c:pt idx="208">
                        <c:v>54.120173481999998</c:v>
                      </c:pt>
                      <c:pt idx="209">
                        <c:v>55.274960487999998</c:v>
                      </c:pt>
                      <c:pt idx="210">
                        <c:v>54.778099699999999</c:v>
                      </c:pt>
                      <c:pt idx="211">
                        <c:v>61.318424391999997</c:v>
                      </c:pt>
                      <c:pt idx="212">
                        <c:v>68.962276860000003</c:v>
                      </c:pt>
                      <c:pt idx="213">
                        <c:v>74.302937846000006</c:v>
                      </c:pt>
                      <c:pt idx="214">
                        <c:v>71.544918577999994</c:v>
                      </c:pt>
                      <c:pt idx="215">
                        <c:v>58.979516570000001</c:v>
                      </c:pt>
                      <c:pt idx="216">
                        <c:v>42.052708223000003</c:v>
                      </c:pt>
                      <c:pt idx="217">
                        <c:v>26.686286043999999</c:v>
                      </c:pt>
                      <c:pt idx="218">
                        <c:v>16.433999303</c:v>
                      </c:pt>
                      <c:pt idx="219">
                        <c:v>10.647384135999999</c:v>
                      </c:pt>
                      <c:pt idx="220">
                        <c:v>8.1453342749999997</c:v>
                      </c:pt>
                      <c:pt idx="221">
                        <c:v>9.8258439489999994</c:v>
                      </c:pt>
                      <c:pt idx="222">
                        <c:v>16.929414774000001</c:v>
                      </c:pt>
                      <c:pt idx="223">
                        <c:v>25.295349885</c:v>
                      </c:pt>
                      <c:pt idx="224">
                        <c:v>33.920701780000002</c:v>
                      </c:pt>
                      <c:pt idx="225">
                        <c:v>38.301712342000002</c:v>
                      </c:pt>
                      <c:pt idx="226">
                        <c:v>41.484038902999998</c:v>
                      </c:pt>
                      <c:pt idx="227">
                        <c:v>45.597334572999998</c:v>
                      </c:pt>
                      <c:pt idx="228">
                        <c:v>46.890870661000001</c:v>
                      </c:pt>
                      <c:pt idx="229">
                        <c:v>54.323097543999999</c:v>
                      </c:pt>
                      <c:pt idx="230">
                        <c:v>55.842505369999998</c:v>
                      </c:pt>
                      <c:pt idx="231">
                        <c:v>52.019731495999999</c:v>
                      </c:pt>
                      <c:pt idx="232">
                        <c:v>49.307330491999998</c:v>
                      </c:pt>
                      <c:pt idx="233">
                        <c:v>51.216711205000003</c:v>
                      </c:pt>
                      <c:pt idx="234">
                        <c:v>51.857530640999997</c:v>
                      </c:pt>
                      <c:pt idx="235">
                        <c:v>58.529978018999998</c:v>
                      </c:pt>
                      <c:pt idx="236">
                        <c:v>67.680482565000005</c:v>
                      </c:pt>
                      <c:pt idx="237">
                        <c:v>72.802259000000006</c:v>
                      </c:pt>
                      <c:pt idx="238">
                        <c:v>67.390315860000001</c:v>
                      </c:pt>
                      <c:pt idx="239">
                        <c:v>53.177197538999998</c:v>
                      </c:pt>
                      <c:pt idx="240">
                        <c:v>36.234576799000003</c:v>
                      </c:pt>
                      <c:pt idx="241">
                        <c:v>22.515163090000001</c:v>
                      </c:pt>
                      <c:pt idx="242">
                        <c:v>13.715615155</c:v>
                      </c:pt>
                      <c:pt idx="243">
                        <c:v>9.2463865910000003</c:v>
                      </c:pt>
                      <c:pt idx="244">
                        <c:v>7.5213891400000001</c:v>
                      </c:pt>
                      <c:pt idx="245">
                        <c:v>9.4664726679999998</c:v>
                      </c:pt>
                      <c:pt idx="246">
                        <c:v>17.551289300000001</c:v>
                      </c:pt>
                      <c:pt idx="247">
                        <c:v>25.485121236000001</c:v>
                      </c:pt>
                      <c:pt idx="248">
                        <c:v>31.905024267000002</c:v>
                      </c:pt>
                      <c:pt idx="249">
                        <c:v>34.239586602000003</c:v>
                      </c:pt>
                      <c:pt idx="250">
                        <c:v>37.077797887999999</c:v>
                      </c:pt>
                      <c:pt idx="251">
                        <c:v>41.162320843000003</c:v>
                      </c:pt>
                      <c:pt idx="252">
                        <c:v>43.777259282000003</c:v>
                      </c:pt>
                      <c:pt idx="253">
                        <c:v>49.170232806999998</c:v>
                      </c:pt>
                      <c:pt idx="254">
                        <c:v>50.176420309000001</c:v>
                      </c:pt>
                      <c:pt idx="255">
                        <c:v>47.411942889000002</c:v>
                      </c:pt>
                      <c:pt idx="256">
                        <c:v>48.050136389999999</c:v>
                      </c:pt>
                      <c:pt idx="257">
                        <c:v>50.297599761000001</c:v>
                      </c:pt>
                      <c:pt idx="258">
                        <c:v>50.768183170999997</c:v>
                      </c:pt>
                      <c:pt idx="259">
                        <c:v>57.468381332</c:v>
                      </c:pt>
                      <c:pt idx="260">
                        <c:v>66.314262483999997</c:v>
                      </c:pt>
                      <c:pt idx="261">
                        <c:v>70.928821541000005</c:v>
                      </c:pt>
                      <c:pt idx="262">
                        <c:v>66.375293350000007</c:v>
                      </c:pt>
                      <c:pt idx="263">
                        <c:v>51.791880651</c:v>
                      </c:pt>
                      <c:pt idx="264">
                        <c:v>35.069377998999997</c:v>
                      </c:pt>
                      <c:pt idx="265">
                        <c:v>20.902105103</c:v>
                      </c:pt>
                      <c:pt idx="266">
                        <c:v>12.732903929000001</c:v>
                      </c:pt>
                      <c:pt idx="267">
                        <c:v>8.7397040159999992</c:v>
                      </c:pt>
                      <c:pt idx="268">
                        <c:v>7.2795221010000004</c:v>
                      </c:pt>
                      <c:pt idx="269">
                        <c:v>9.4458385119999999</c:v>
                      </c:pt>
                      <c:pt idx="270">
                        <c:v>17.950254706999999</c:v>
                      </c:pt>
                      <c:pt idx="271">
                        <c:v>26.379751225</c:v>
                      </c:pt>
                      <c:pt idx="272">
                        <c:v>32.169561029999997</c:v>
                      </c:pt>
                      <c:pt idx="273">
                        <c:v>34.879438223000001</c:v>
                      </c:pt>
                      <c:pt idx="274">
                        <c:v>38.320449791999998</c:v>
                      </c:pt>
                      <c:pt idx="275">
                        <c:v>42.843358852000001</c:v>
                      </c:pt>
                      <c:pt idx="276">
                        <c:v>45.104040208000001</c:v>
                      </c:pt>
                      <c:pt idx="277">
                        <c:v>50.216717889999998</c:v>
                      </c:pt>
                      <c:pt idx="278">
                        <c:v>50.876804233999998</c:v>
                      </c:pt>
                      <c:pt idx="279">
                        <c:v>47.918043728000001</c:v>
                      </c:pt>
                      <c:pt idx="280">
                        <c:v>48.120500385</c:v>
                      </c:pt>
                      <c:pt idx="281">
                        <c:v>50.083724300999997</c:v>
                      </c:pt>
                      <c:pt idx="282">
                        <c:v>50.852739302000003</c:v>
                      </c:pt>
                      <c:pt idx="283">
                        <c:v>58.393057249000002</c:v>
                      </c:pt>
                      <c:pt idx="284">
                        <c:v>67.54805125</c:v>
                      </c:pt>
                      <c:pt idx="285">
                        <c:v>72.377026443999995</c:v>
                      </c:pt>
                      <c:pt idx="286">
                        <c:v>66.656498471000006</c:v>
                      </c:pt>
                      <c:pt idx="287">
                        <c:v>51.772946591999997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F782-4DD4-8B67-32577BCE01C1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12-10-2026'!$C$1</c15:sqref>
                        </c15:formulaRef>
                      </c:ext>
                    </c:extLst>
                    <c:strCache>
                      <c:ptCount val="1"/>
                      <c:pt idx="0">
                        <c:v>ANB-DGW1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12-10-2026'!$C$2:$C$289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4.9972709760000003</c:v>
                      </c:pt>
                      <c:pt idx="1">
                        <c:v>3.1860026079999999</c:v>
                      </c:pt>
                      <c:pt idx="2">
                        <c:v>2.0168194810000002</c:v>
                      </c:pt>
                      <c:pt idx="3">
                        <c:v>1.381702819</c:v>
                      </c:pt>
                      <c:pt idx="4">
                        <c:v>1.2312585199999999</c:v>
                      </c:pt>
                      <c:pt idx="5">
                        <c:v>1.884187101</c:v>
                      </c:pt>
                      <c:pt idx="6">
                        <c:v>3.2790683280000001</c:v>
                      </c:pt>
                      <c:pt idx="7">
                        <c:v>4.5243139159999997</c:v>
                      </c:pt>
                      <c:pt idx="8">
                        <c:v>4.97264383</c:v>
                      </c:pt>
                      <c:pt idx="9">
                        <c:v>4.9160988760000004</c:v>
                      </c:pt>
                      <c:pt idx="10">
                        <c:v>5.0393847200000002</c:v>
                      </c:pt>
                      <c:pt idx="11">
                        <c:v>5.4779176339999998</c:v>
                      </c:pt>
                      <c:pt idx="12">
                        <c:v>6.084455868</c:v>
                      </c:pt>
                      <c:pt idx="13">
                        <c:v>6.8179224530000004</c:v>
                      </c:pt>
                      <c:pt idx="14">
                        <c:v>6.9906920819999998</c:v>
                      </c:pt>
                      <c:pt idx="15">
                        <c:v>6.6899191839999999</c:v>
                      </c:pt>
                      <c:pt idx="16">
                        <c:v>5.9508570919999997</c:v>
                      </c:pt>
                      <c:pt idx="17">
                        <c:v>5.815979617</c:v>
                      </c:pt>
                      <c:pt idx="18">
                        <c:v>6.0128303860000001</c:v>
                      </c:pt>
                      <c:pt idx="19">
                        <c:v>6.9731569679999996</c:v>
                      </c:pt>
                      <c:pt idx="20">
                        <c:v>7.5900051309999998</c:v>
                      </c:pt>
                      <c:pt idx="21">
                        <c:v>8.3747093669999995</c:v>
                      </c:pt>
                      <c:pt idx="22">
                        <c:v>8.4731728870000005</c:v>
                      </c:pt>
                      <c:pt idx="23">
                        <c:v>7.4624718019999996</c:v>
                      </c:pt>
                      <c:pt idx="24">
                        <c:v>5.5049058679999998</c:v>
                      </c:pt>
                      <c:pt idx="25">
                        <c:v>3.5974495270000002</c:v>
                      </c:pt>
                      <c:pt idx="26">
                        <c:v>2.218430466</c:v>
                      </c:pt>
                      <c:pt idx="27">
                        <c:v>1.51844712</c:v>
                      </c:pt>
                      <c:pt idx="28">
                        <c:v>1.265061668</c:v>
                      </c:pt>
                      <c:pt idx="29">
                        <c:v>1.78393913</c:v>
                      </c:pt>
                      <c:pt idx="30">
                        <c:v>2.8497941510000002</c:v>
                      </c:pt>
                      <c:pt idx="31">
                        <c:v>4.1994425419999999</c:v>
                      </c:pt>
                      <c:pt idx="32">
                        <c:v>5.341778047</c:v>
                      </c:pt>
                      <c:pt idx="33">
                        <c:v>5.5816526209999999</c:v>
                      </c:pt>
                      <c:pt idx="34">
                        <c:v>5.773952092</c:v>
                      </c:pt>
                      <c:pt idx="35">
                        <c:v>6.308384577</c:v>
                      </c:pt>
                      <c:pt idx="36">
                        <c:v>6.6393928310000003</c:v>
                      </c:pt>
                      <c:pt idx="37">
                        <c:v>7.2168475230000002</c:v>
                      </c:pt>
                      <c:pt idx="38">
                        <c:v>7.8700260220000002</c:v>
                      </c:pt>
                      <c:pt idx="39">
                        <c:v>7.4317841600000003</c:v>
                      </c:pt>
                      <c:pt idx="40">
                        <c:v>6.4141046250000002</c:v>
                      </c:pt>
                      <c:pt idx="41">
                        <c:v>6.110620709</c:v>
                      </c:pt>
                      <c:pt idx="42">
                        <c:v>6.1881935950000004</c:v>
                      </c:pt>
                      <c:pt idx="43">
                        <c:v>7.077492908</c:v>
                      </c:pt>
                      <c:pt idx="44">
                        <c:v>7.706043362</c:v>
                      </c:pt>
                      <c:pt idx="45">
                        <c:v>8.5648485749999992</c:v>
                      </c:pt>
                      <c:pt idx="46">
                        <c:v>8.621954766</c:v>
                      </c:pt>
                      <c:pt idx="47">
                        <c:v>7.626679427</c:v>
                      </c:pt>
                      <c:pt idx="48">
                        <c:v>5.7142875950000001</c:v>
                      </c:pt>
                      <c:pt idx="49">
                        <c:v>3.7024208440000002</c:v>
                      </c:pt>
                      <c:pt idx="50">
                        <c:v>2.2354624950000002</c:v>
                      </c:pt>
                      <c:pt idx="51">
                        <c:v>1.525635195</c:v>
                      </c:pt>
                      <c:pt idx="52">
                        <c:v>1.2821371610000001</c:v>
                      </c:pt>
                      <c:pt idx="53">
                        <c:v>1.831822305</c:v>
                      </c:pt>
                      <c:pt idx="54">
                        <c:v>3.0310000989999999</c:v>
                      </c:pt>
                      <c:pt idx="55">
                        <c:v>4.377053697</c:v>
                      </c:pt>
                      <c:pt idx="56">
                        <c:v>5.3247240409999996</c:v>
                      </c:pt>
                      <c:pt idx="57">
                        <c:v>5.4576970039999999</c:v>
                      </c:pt>
                      <c:pt idx="58">
                        <c:v>5.4856484270000001</c:v>
                      </c:pt>
                      <c:pt idx="59">
                        <c:v>5.8727213220000003</c:v>
                      </c:pt>
                      <c:pt idx="60">
                        <c:v>6.3076344320000004</c:v>
                      </c:pt>
                      <c:pt idx="61">
                        <c:v>7.1471404449999998</c:v>
                      </c:pt>
                      <c:pt idx="62">
                        <c:v>7.3765252569999999</c:v>
                      </c:pt>
                      <c:pt idx="63">
                        <c:v>6.9387700790000002</c:v>
                      </c:pt>
                      <c:pt idx="64">
                        <c:v>6.0934127509999998</c:v>
                      </c:pt>
                      <c:pt idx="65">
                        <c:v>5.9733927329999998</c:v>
                      </c:pt>
                      <c:pt idx="66">
                        <c:v>6.0957495149999996</c:v>
                      </c:pt>
                      <c:pt idx="67">
                        <c:v>6.8580441580000002</c:v>
                      </c:pt>
                      <c:pt idx="68">
                        <c:v>7.5160994490000004</c:v>
                      </c:pt>
                      <c:pt idx="69">
                        <c:v>8.3778334040000004</c:v>
                      </c:pt>
                      <c:pt idx="70">
                        <c:v>8.3200461669999992</c:v>
                      </c:pt>
                      <c:pt idx="71">
                        <c:v>6.9385074580000001</c:v>
                      </c:pt>
                      <c:pt idx="72">
                        <c:v>4.8282656800000003</c:v>
                      </c:pt>
                      <c:pt idx="73">
                        <c:v>3.0523195849999998</c:v>
                      </c:pt>
                      <c:pt idx="74">
                        <c:v>1.8966320169999999</c:v>
                      </c:pt>
                      <c:pt idx="75">
                        <c:v>1.344256192</c:v>
                      </c:pt>
                      <c:pt idx="76">
                        <c:v>1.2134773670000001</c:v>
                      </c:pt>
                      <c:pt idx="77">
                        <c:v>1.786182103</c:v>
                      </c:pt>
                      <c:pt idx="78">
                        <c:v>3.1458243490000002</c:v>
                      </c:pt>
                      <c:pt idx="79">
                        <c:v>4.2375528889999998</c:v>
                      </c:pt>
                      <c:pt idx="80">
                        <c:v>4.7519298059999997</c:v>
                      </c:pt>
                      <c:pt idx="81">
                        <c:v>4.6916637269999999</c:v>
                      </c:pt>
                      <c:pt idx="82">
                        <c:v>4.7519677419999997</c:v>
                      </c:pt>
                      <c:pt idx="83">
                        <c:v>5.1614510070000001</c:v>
                      </c:pt>
                      <c:pt idx="84">
                        <c:v>5.7487050919999998</c:v>
                      </c:pt>
                      <c:pt idx="85">
                        <c:v>6.3644089580000003</c:v>
                      </c:pt>
                      <c:pt idx="86">
                        <c:v>6.5388240800000004</c:v>
                      </c:pt>
                      <c:pt idx="87">
                        <c:v>6.2070127429999999</c:v>
                      </c:pt>
                      <c:pt idx="88">
                        <c:v>5.7134707450000004</c:v>
                      </c:pt>
                      <c:pt idx="89">
                        <c:v>5.7289571390000003</c:v>
                      </c:pt>
                      <c:pt idx="90">
                        <c:v>5.9215295809999997</c:v>
                      </c:pt>
                      <c:pt idx="91">
                        <c:v>6.76866608</c:v>
                      </c:pt>
                      <c:pt idx="92">
                        <c:v>7.4868506640000003</c:v>
                      </c:pt>
                      <c:pt idx="93">
                        <c:v>8.2511946829999996</c:v>
                      </c:pt>
                      <c:pt idx="94">
                        <c:v>8.1571377839999997</c:v>
                      </c:pt>
                      <c:pt idx="95">
                        <c:v>6.7128785759999996</c:v>
                      </c:pt>
                      <c:pt idx="96">
                        <c:v>4.5974061239999999</c:v>
                      </c:pt>
                      <c:pt idx="97">
                        <c:v>2.8698148610000001</c:v>
                      </c:pt>
                      <c:pt idx="98">
                        <c:v>1.8581322309999999</c:v>
                      </c:pt>
                      <c:pt idx="99">
                        <c:v>1.3199648020000001</c:v>
                      </c:pt>
                      <c:pt idx="100">
                        <c:v>1.171986153</c:v>
                      </c:pt>
                      <c:pt idx="101">
                        <c:v>1.775360689</c:v>
                      </c:pt>
                      <c:pt idx="102">
                        <c:v>3.2184764549999998</c:v>
                      </c:pt>
                      <c:pt idx="103">
                        <c:v>4.346326855</c:v>
                      </c:pt>
                      <c:pt idx="104">
                        <c:v>4.7452671640000004</c:v>
                      </c:pt>
                      <c:pt idx="105">
                        <c:v>4.7301757369999997</c:v>
                      </c:pt>
                      <c:pt idx="106">
                        <c:v>4.7388560999999996</c:v>
                      </c:pt>
                      <c:pt idx="107">
                        <c:v>5.2628126330000002</c:v>
                      </c:pt>
                      <c:pt idx="108">
                        <c:v>5.7782562000000004</c:v>
                      </c:pt>
                      <c:pt idx="109">
                        <c:v>6.3774132479999999</c:v>
                      </c:pt>
                      <c:pt idx="110">
                        <c:v>6.4783920940000002</c:v>
                      </c:pt>
                      <c:pt idx="111">
                        <c:v>6.1916821720000002</c:v>
                      </c:pt>
                      <c:pt idx="112">
                        <c:v>5.7521323239999997</c:v>
                      </c:pt>
                      <c:pt idx="113">
                        <c:v>5.6236330780000001</c:v>
                      </c:pt>
                      <c:pt idx="114">
                        <c:v>5.8370751790000002</c:v>
                      </c:pt>
                      <c:pt idx="115">
                        <c:v>6.7360514350000003</c:v>
                      </c:pt>
                      <c:pt idx="116">
                        <c:v>7.3507265750000004</c:v>
                      </c:pt>
                      <c:pt idx="117">
                        <c:v>8.2594302269999993</c:v>
                      </c:pt>
                      <c:pt idx="118">
                        <c:v>8.118141928</c:v>
                      </c:pt>
                      <c:pt idx="119">
                        <c:v>6.7473800429999997</c:v>
                      </c:pt>
                      <c:pt idx="120">
                        <c:v>4.6351472810000001</c:v>
                      </c:pt>
                      <c:pt idx="121">
                        <c:v>2.8906258629999999</c:v>
                      </c:pt>
                      <c:pt idx="122">
                        <c:v>1.822386195</c:v>
                      </c:pt>
                      <c:pt idx="123">
                        <c:v>1.3223569580000001</c:v>
                      </c:pt>
                      <c:pt idx="124">
                        <c:v>1.162602838</c:v>
                      </c:pt>
                      <c:pt idx="125">
                        <c:v>1.7480212070000001</c:v>
                      </c:pt>
                      <c:pt idx="126">
                        <c:v>3.2381598130000002</c:v>
                      </c:pt>
                      <c:pt idx="127">
                        <c:v>4.4073880660000002</c:v>
                      </c:pt>
                      <c:pt idx="128">
                        <c:v>4.816830478</c:v>
                      </c:pt>
                      <c:pt idx="129">
                        <c:v>4.7379025500000003</c:v>
                      </c:pt>
                      <c:pt idx="130">
                        <c:v>4.8710538620000001</c:v>
                      </c:pt>
                      <c:pt idx="131">
                        <c:v>5.2944334919999996</c:v>
                      </c:pt>
                      <c:pt idx="132">
                        <c:v>6.0021423230000002</c:v>
                      </c:pt>
                      <c:pt idx="133">
                        <c:v>6.9416966569999996</c:v>
                      </c:pt>
                      <c:pt idx="134">
                        <c:v>7.1284040810000002</c:v>
                      </c:pt>
                      <c:pt idx="135">
                        <c:v>6.5993522779999996</c:v>
                      </c:pt>
                      <c:pt idx="136">
                        <c:v>5.8648716050000003</c:v>
                      </c:pt>
                      <c:pt idx="137">
                        <c:v>5.7016358680000003</c:v>
                      </c:pt>
                      <c:pt idx="138">
                        <c:v>6.1523008770000001</c:v>
                      </c:pt>
                      <c:pt idx="139">
                        <c:v>6.9532933760000004</c:v>
                      </c:pt>
                      <c:pt idx="140">
                        <c:v>7.5463083329999998</c:v>
                      </c:pt>
                      <c:pt idx="141">
                        <c:v>8.348930331</c:v>
                      </c:pt>
                      <c:pt idx="142">
                        <c:v>8.2365642030000004</c:v>
                      </c:pt>
                      <c:pt idx="143">
                        <c:v>6.7021592239999999</c:v>
                      </c:pt>
                      <c:pt idx="144">
                        <c:v>4.6943548770000003</c:v>
                      </c:pt>
                      <c:pt idx="145">
                        <c:v>2.9555912630000001</c:v>
                      </c:pt>
                      <c:pt idx="146">
                        <c:v>1.905778559</c:v>
                      </c:pt>
                      <c:pt idx="147">
                        <c:v>1.3054578400000001</c:v>
                      </c:pt>
                      <c:pt idx="148">
                        <c:v>1.1736746199999999</c:v>
                      </c:pt>
                      <c:pt idx="149">
                        <c:v>1.8097503020000001</c:v>
                      </c:pt>
                      <c:pt idx="150">
                        <c:v>3.320471457</c:v>
                      </c:pt>
                      <c:pt idx="151">
                        <c:v>4.4752249229999999</c:v>
                      </c:pt>
                      <c:pt idx="152">
                        <c:v>4.9845294280000001</c:v>
                      </c:pt>
                      <c:pt idx="153">
                        <c:v>4.848357568</c:v>
                      </c:pt>
                      <c:pt idx="154">
                        <c:v>4.8239062810000002</c:v>
                      </c:pt>
                      <c:pt idx="155">
                        <c:v>5.2796013039999998</c:v>
                      </c:pt>
                      <c:pt idx="156">
                        <c:v>5.8030986750000002</c:v>
                      </c:pt>
                      <c:pt idx="157">
                        <c:v>6.4676811650000001</c:v>
                      </c:pt>
                      <c:pt idx="158">
                        <c:v>6.5726196259999998</c:v>
                      </c:pt>
                      <c:pt idx="159">
                        <c:v>6.2098688370000001</c:v>
                      </c:pt>
                      <c:pt idx="160">
                        <c:v>5.8487302139999997</c:v>
                      </c:pt>
                      <c:pt idx="161">
                        <c:v>5.7679636350000001</c:v>
                      </c:pt>
                      <c:pt idx="162">
                        <c:v>5.9795879840000001</c:v>
                      </c:pt>
                      <c:pt idx="163">
                        <c:v>6.8477489650000001</c:v>
                      </c:pt>
                      <c:pt idx="164">
                        <c:v>7.538291622</c:v>
                      </c:pt>
                      <c:pt idx="165">
                        <c:v>8.2823351350000003</c:v>
                      </c:pt>
                      <c:pt idx="166">
                        <c:v>8.2272975810000002</c:v>
                      </c:pt>
                      <c:pt idx="167">
                        <c:v>6.7538775199999996</c:v>
                      </c:pt>
                      <c:pt idx="168">
                        <c:v>4.6714873800000003</c:v>
                      </c:pt>
                      <c:pt idx="169">
                        <c:v>2.933777284</c:v>
                      </c:pt>
                      <c:pt idx="170">
                        <c:v>1.8865688860000001</c:v>
                      </c:pt>
                      <c:pt idx="171">
                        <c:v>1.3469380440000001</c:v>
                      </c:pt>
                      <c:pt idx="172">
                        <c:v>1.234747579</c:v>
                      </c:pt>
                      <c:pt idx="173">
                        <c:v>1.879036677</c:v>
                      </c:pt>
                      <c:pt idx="174">
                        <c:v>3.5031047169999998</c:v>
                      </c:pt>
                      <c:pt idx="175">
                        <c:v>4.7938937590000004</c:v>
                      </c:pt>
                      <c:pt idx="176">
                        <c:v>5.4680290759999997</c:v>
                      </c:pt>
                      <c:pt idx="177">
                        <c:v>5.4255890170000001</c:v>
                      </c:pt>
                      <c:pt idx="178">
                        <c:v>5.1741781959999997</c:v>
                      </c:pt>
                      <c:pt idx="179">
                        <c:v>5.595683964</c:v>
                      </c:pt>
                      <c:pt idx="180">
                        <c:v>6.2888862809999999</c:v>
                      </c:pt>
                      <c:pt idx="181">
                        <c:v>7.0377097119999998</c:v>
                      </c:pt>
                      <c:pt idx="182">
                        <c:v>7.13615522</c:v>
                      </c:pt>
                      <c:pt idx="183">
                        <c:v>6.7551150460000002</c:v>
                      </c:pt>
                      <c:pt idx="184">
                        <c:v>6.0994978309999999</c:v>
                      </c:pt>
                      <c:pt idx="185">
                        <c:v>5.9882308709999998</c:v>
                      </c:pt>
                      <c:pt idx="186">
                        <c:v>6.3632078300000003</c:v>
                      </c:pt>
                      <c:pt idx="187">
                        <c:v>7.3128440010000002</c:v>
                      </c:pt>
                      <c:pt idx="188">
                        <c:v>7.9774482109999996</c:v>
                      </c:pt>
                      <c:pt idx="189">
                        <c:v>8.6421874669999994</c:v>
                      </c:pt>
                      <c:pt idx="190">
                        <c:v>8.6637417810000006</c:v>
                      </c:pt>
                      <c:pt idx="191">
                        <c:v>7.3489634199999996</c:v>
                      </c:pt>
                      <c:pt idx="192">
                        <c:v>5.4049286409999997</c:v>
                      </c:pt>
                      <c:pt idx="193">
                        <c:v>3.5071452980000002</c:v>
                      </c:pt>
                      <c:pt idx="194">
                        <c:v>2.2303674629999999</c:v>
                      </c:pt>
                      <c:pt idx="195">
                        <c:v>1.6602317289999999</c:v>
                      </c:pt>
                      <c:pt idx="196">
                        <c:v>1.3850009169999999</c:v>
                      </c:pt>
                      <c:pt idx="197">
                        <c:v>1.8312883550000001</c:v>
                      </c:pt>
                      <c:pt idx="198">
                        <c:v>3.0966327979999999</c:v>
                      </c:pt>
                      <c:pt idx="199">
                        <c:v>4.5572904909999998</c:v>
                      </c:pt>
                      <c:pt idx="200">
                        <c:v>5.8453159680000004</c:v>
                      </c:pt>
                      <c:pt idx="201">
                        <c:v>6.0369458810000003</c:v>
                      </c:pt>
                      <c:pt idx="202">
                        <c:v>6.092011555</c:v>
                      </c:pt>
                      <c:pt idx="203">
                        <c:v>6.5400174240000002</c:v>
                      </c:pt>
                      <c:pt idx="204">
                        <c:v>6.770628555</c:v>
                      </c:pt>
                      <c:pt idx="205">
                        <c:v>7.3326305380000001</c:v>
                      </c:pt>
                      <c:pt idx="206">
                        <c:v>8.0441628600000001</c:v>
                      </c:pt>
                      <c:pt idx="207">
                        <c:v>7.4974138699999999</c:v>
                      </c:pt>
                      <c:pt idx="208">
                        <c:v>6.6999948079999996</c:v>
                      </c:pt>
                      <c:pt idx="209">
                        <c:v>6.5859721630000001</c:v>
                      </c:pt>
                      <c:pt idx="210">
                        <c:v>6.8417773540000004</c:v>
                      </c:pt>
                      <c:pt idx="211">
                        <c:v>7.587346589</c:v>
                      </c:pt>
                      <c:pt idx="212">
                        <c:v>8.2582984530000001</c:v>
                      </c:pt>
                      <c:pt idx="213">
                        <c:v>8.9439767010000004</c:v>
                      </c:pt>
                      <c:pt idx="214">
                        <c:v>8.9363520570000006</c:v>
                      </c:pt>
                      <c:pt idx="215">
                        <c:v>7.5688166969999999</c:v>
                      </c:pt>
                      <c:pt idx="216">
                        <c:v>5.4873181349999998</c:v>
                      </c:pt>
                      <c:pt idx="217">
                        <c:v>3.5707069169999999</c:v>
                      </c:pt>
                      <c:pt idx="218">
                        <c:v>2.2388646670000001</c:v>
                      </c:pt>
                      <c:pt idx="219">
                        <c:v>1.527910334</c:v>
                      </c:pt>
                      <c:pt idx="220">
                        <c:v>1.3237589729999999</c:v>
                      </c:pt>
                      <c:pt idx="221">
                        <c:v>1.8182212499999999</c:v>
                      </c:pt>
                      <c:pt idx="222">
                        <c:v>3.2068958379999999</c:v>
                      </c:pt>
                      <c:pt idx="223">
                        <c:v>4.5687241370000002</c:v>
                      </c:pt>
                      <c:pt idx="224">
                        <c:v>5.5967454229999998</c:v>
                      </c:pt>
                      <c:pt idx="225">
                        <c:v>5.5873431880000002</c:v>
                      </c:pt>
                      <c:pt idx="226">
                        <c:v>5.5586625190000003</c:v>
                      </c:pt>
                      <c:pt idx="227">
                        <c:v>5.8490520090000002</c:v>
                      </c:pt>
                      <c:pt idx="228">
                        <c:v>6.2502646979999996</c:v>
                      </c:pt>
                      <c:pt idx="229">
                        <c:v>7.1150053829999997</c:v>
                      </c:pt>
                      <c:pt idx="230">
                        <c:v>7.3167563529999997</c:v>
                      </c:pt>
                      <c:pt idx="231">
                        <c:v>6.8488943359999999</c:v>
                      </c:pt>
                      <c:pt idx="232">
                        <c:v>6.2302703069999996</c:v>
                      </c:pt>
                      <c:pt idx="233">
                        <c:v>6.1402290979999998</c:v>
                      </c:pt>
                      <c:pt idx="234">
                        <c:v>6.4631662009999999</c:v>
                      </c:pt>
                      <c:pt idx="235">
                        <c:v>7.1947386880000002</c:v>
                      </c:pt>
                      <c:pt idx="236">
                        <c:v>7.9730750309999996</c:v>
                      </c:pt>
                      <c:pt idx="237">
                        <c:v>8.7295013269999995</c:v>
                      </c:pt>
                      <c:pt idx="238">
                        <c:v>8.5277831810000002</c:v>
                      </c:pt>
                      <c:pt idx="239">
                        <c:v>6.9218359500000002</c:v>
                      </c:pt>
                      <c:pt idx="240">
                        <c:v>4.6989994519999998</c:v>
                      </c:pt>
                      <c:pt idx="241">
                        <c:v>2.941039655</c:v>
                      </c:pt>
                      <c:pt idx="242">
                        <c:v>1.8770380790000001</c:v>
                      </c:pt>
                      <c:pt idx="243">
                        <c:v>1.373280488</c:v>
                      </c:pt>
                      <c:pt idx="244">
                        <c:v>1.2411382280000001</c:v>
                      </c:pt>
                      <c:pt idx="245">
                        <c:v>1.795931693</c:v>
                      </c:pt>
                      <c:pt idx="246">
                        <c:v>3.3109266910000001</c:v>
                      </c:pt>
                      <c:pt idx="247">
                        <c:v>4.4601303620000001</c:v>
                      </c:pt>
                      <c:pt idx="248">
                        <c:v>5.0366755689999998</c:v>
                      </c:pt>
                      <c:pt idx="249">
                        <c:v>4.8901594670000001</c:v>
                      </c:pt>
                      <c:pt idx="250">
                        <c:v>4.8402201900000001</c:v>
                      </c:pt>
                      <c:pt idx="251">
                        <c:v>5.2389985030000004</c:v>
                      </c:pt>
                      <c:pt idx="252">
                        <c:v>5.8027633060000001</c:v>
                      </c:pt>
                      <c:pt idx="253">
                        <c:v>6.442988647</c:v>
                      </c:pt>
                      <c:pt idx="254">
                        <c:v>6.6091307810000002</c:v>
                      </c:pt>
                      <c:pt idx="255">
                        <c:v>6.2907881200000002</c:v>
                      </c:pt>
                      <c:pt idx="256">
                        <c:v>5.9856208180000001</c:v>
                      </c:pt>
                      <c:pt idx="257">
                        <c:v>5.9174018430000004</c:v>
                      </c:pt>
                      <c:pt idx="258">
                        <c:v>6.263807484</c:v>
                      </c:pt>
                      <c:pt idx="259">
                        <c:v>7.1254945799999998</c:v>
                      </c:pt>
                      <c:pt idx="260">
                        <c:v>7.9046549959999997</c:v>
                      </c:pt>
                      <c:pt idx="261">
                        <c:v>8.6181167120000008</c:v>
                      </c:pt>
                      <c:pt idx="262">
                        <c:v>8.352800212</c:v>
                      </c:pt>
                      <c:pt idx="263">
                        <c:v>6.6941138230000004</c:v>
                      </c:pt>
                      <c:pt idx="264">
                        <c:v>4.5263706289999996</c:v>
                      </c:pt>
                      <c:pt idx="265">
                        <c:v>2.8142513349999998</c:v>
                      </c:pt>
                      <c:pt idx="266">
                        <c:v>1.794208069</c:v>
                      </c:pt>
                      <c:pt idx="267">
                        <c:v>1.290508258</c:v>
                      </c:pt>
                      <c:pt idx="268">
                        <c:v>1.181112216</c:v>
                      </c:pt>
                      <c:pt idx="269">
                        <c:v>1.763932018</c:v>
                      </c:pt>
                      <c:pt idx="270">
                        <c:v>3.3444390089999998</c:v>
                      </c:pt>
                      <c:pt idx="271">
                        <c:v>4.5459925710000002</c:v>
                      </c:pt>
                      <c:pt idx="272">
                        <c:v>5.0169041380000001</c:v>
                      </c:pt>
                      <c:pt idx="273">
                        <c:v>4.8389252200000001</c:v>
                      </c:pt>
                      <c:pt idx="274">
                        <c:v>4.8993247330000003</c:v>
                      </c:pt>
                      <c:pt idx="275">
                        <c:v>5.3986876400000003</c:v>
                      </c:pt>
                      <c:pt idx="276">
                        <c:v>5.9823583979999997</c:v>
                      </c:pt>
                      <c:pt idx="277">
                        <c:v>6.5277953809999998</c:v>
                      </c:pt>
                      <c:pt idx="278">
                        <c:v>6.6620075630000004</c:v>
                      </c:pt>
                      <c:pt idx="279">
                        <c:v>6.3203102739999997</c:v>
                      </c:pt>
                      <c:pt idx="280">
                        <c:v>6.0007148289999996</c:v>
                      </c:pt>
                      <c:pt idx="281">
                        <c:v>5.9423646730000002</c:v>
                      </c:pt>
                      <c:pt idx="282">
                        <c:v>6.4116609770000004</c:v>
                      </c:pt>
                      <c:pt idx="283">
                        <c:v>7.18699011</c:v>
                      </c:pt>
                      <c:pt idx="284">
                        <c:v>7.9685325520000001</c:v>
                      </c:pt>
                      <c:pt idx="285">
                        <c:v>8.7778742160000007</c:v>
                      </c:pt>
                      <c:pt idx="286">
                        <c:v>8.4274218990000005</c:v>
                      </c:pt>
                      <c:pt idx="287">
                        <c:v>6.6788377729999997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F782-4DD4-8B67-32577BCE01C1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12-10-2026'!$D$1</c15:sqref>
                        </c15:formulaRef>
                      </c:ext>
                    </c:extLst>
                    <c:strCache>
                      <c:ptCount val="1"/>
                      <c:pt idx="0">
                        <c:v>ANB-DGW1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12-10-2026'!$D$2:$D$289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42.719614268000001</c:v>
                      </c:pt>
                      <c:pt idx="1">
                        <c:v>27.331889767</c:v>
                      </c:pt>
                      <c:pt idx="2">
                        <c:v>16.719049723000001</c:v>
                      </c:pt>
                      <c:pt idx="3">
                        <c:v>11.041417653</c:v>
                      </c:pt>
                      <c:pt idx="4">
                        <c:v>8.8947313529999992</c:v>
                      </c:pt>
                      <c:pt idx="5">
                        <c:v>11.960762860999999</c:v>
                      </c:pt>
                      <c:pt idx="6">
                        <c:v>20.730294511</c:v>
                      </c:pt>
                      <c:pt idx="7">
                        <c:v>30.196063154000001</c:v>
                      </c:pt>
                      <c:pt idx="8">
                        <c:v>36.445095494999997</c:v>
                      </c:pt>
                      <c:pt idx="9">
                        <c:v>39.292342108</c:v>
                      </c:pt>
                      <c:pt idx="10">
                        <c:v>42.687110936000003</c:v>
                      </c:pt>
                      <c:pt idx="11">
                        <c:v>47.645298060999998</c:v>
                      </c:pt>
                      <c:pt idx="12">
                        <c:v>50.980744919999999</c:v>
                      </c:pt>
                      <c:pt idx="13">
                        <c:v>57.657190829000001</c:v>
                      </c:pt>
                      <c:pt idx="14">
                        <c:v>58.837783819000002</c:v>
                      </c:pt>
                      <c:pt idx="15">
                        <c:v>56.109315539000001</c:v>
                      </c:pt>
                      <c:pt idx="16">
                        <c:v>51.757383271000002</c:v>
                      </c:pt>
                      <c:pt idx="17">
                        <c:v>53.490293117</c:v>
                      </c:pt>
                      <c:pt idx="18">
                        <c:v>53.890159255999997</c:v>
                      </c:pt>
                      <c:pt idx="19">
                        <c:v>62.900327222000001</c:v>
                      </c:pt>
                      <c:pt idx="20">
                        <c:v>70.447144468999994</c:v>
                      </c:pt>
                      <c:pt idx="21">
                        <c:v>77.453816051000004</c:v>
                      </c:pt>
                      <c:pt idx="22">
                        <c:v>75.518152259000004</c:v>
                      </c:pt>
                      <c:pt idx="23">
                        <c:v>64.291205981000004</c:v>
                      </c:pt>
                      <c:pt idx="24">
                        <c:v>47.541224020999998</c:v>
                      </c:pt>
                      <c:pt idx="25">
                        <c:v>31.345120209000001</c:v>
                      </c:pt>
                      <c:pt idx="26">
                        <c:v>19.444468777000001</c:v>
                      </c:pt>
                      <c:pt idx="27">
                        <c:v>12.689598833</c:v>
                      </c:pt>
                      <c:pt idx="28">
                        <c:v>9.5480716690000005</c:v>
                      </c:pt>
                      <c:pt idx="29">
                        <c:v>11.472889264000001</c:v>
                      </c:pt>
                      <c:pt idx="30">
                        <c:v>18.040828454</c:v>
                      </c:pt>
                      <c:pt idx="31">
                        <c:v>27.120942204999999</c:v>
                      </c:pt>
                      <c:pt idx="32">
                        <c:v>36.917691230999999</c:v>
                      </c:pt>
                      <c:pt idx="33">
                        <c:v>43.119615793999998</c:v>
                      </c:pt>
                      <c:pt idx="34">
                        <c:v>48.117831887000001</c:v>
                      </c:pt>
                      <c:pt idx="35">
                        <c:v>53.787264252</c:v>
                      </c:pt>
                      <c:pt idx="36">
                        <c:v>54.239067749</c:v>
                      </c:pt>
                      <c:pt idx="37">
                        <c:v>59.463101154</c:v>
                      </c:pt>
                      <c:pt idx="38">
                        <c:v>67.976139615999998</c:v>
                      </c:pt>
                      <c:pt idx="39">
                        <c:v>63.415539977000002</c:v>
                      </c:pt>
                      <c:pt idx="40">
                        <c:v>56.545782586999998</c:v>
                      </c:pt>
                      <c:pt idx="41">
                        <c:v>56.931928464999999</c:v>
                      </c:pt>
                      <c:pt idx="42">
                        <c:v>55.759183078</c:v>
                      </c:pt>
                      <c:pt idx="43">
                        <c:v>63.991081256000001</c:v>
                      </c:pt>
                      <c:pt idx="44">
                        <c:v>72.364174587999997</c:v>
                      </c:pt>
                      <c:pt idx="45">
                        <c:v>80.068805151999996</c:v>
                      </c:pt>
                      <c:pt idx="46">
                        <c:v>78.063645906999994</c:v>
                      </c:pt>
                      <c:pt idx="47">
                        <c:v>66.703979552000007</c:v>
                      </c:pt>
                      <c:pt idx="48">
                        <c:v>49.527421038</c:v>
                      </c:pt>
                      <c:pt idx="49">
                        <c:v>32.566217717999997</c:v>
                      </c:pt>
                      <c:pt idx="50">
                        <c:v>19.659971165999998</c:v>
                      </c:pt>
                      <c:pt idx="51">
                        <c:v>12.470532285000001</c:v>
                      </c:pt>
                      <c:pt idx="52">
                        <c:v>9.3172960959999997</c:v>
                      </c:pt>
                      <c:pt idx="53">
                        <c:v>11.644828584000001</c:v>
                      </c:pt>
                      <c:pt idx="54">
                        <c:v>19.046797909999999</c:v>
                      </c:pt>
                      <c:pt idx="55">
                        <c:v>28.517878294999999</c:v>
                      </c:pt>
                      <c:pt idx="56">
                        <c:v>37.440056632000001</c:v>
                      </c:pt>
                      <c:pt idx="57">
                        <c:v>42.316188437999998</c:v>
                      </c:pt>
                      <c:pt idx="58">
                        <c:v>45.766310238999999</c:v>
                      </c:pt>
                      <c:pt idx="59">
                        <c:v>50.511530514</c:v>
                      </c:pt>
                      <c:pt idx="60">
                        <c:v>52.952696027999998</c:v>
                      </c:pt>
                      <c:pt idx="61">
                        <c:v>60.872961865999997</c:v>
                      </c:pt>
                      <c:pt idx="62">
                        <c:v>62.310030537000003</c:v>
                      </c:pt>
                      <c:pt idx="63">
                        <c:v>58.378917586</c:v>
                      </c:pt>
                      <c:pt idx="64">
                        <c:v>53.493396222000001</c:v>
                      </c:pt>
                      <c:pt idx="65">
                        <c:v>54.956098767999997</c:v>
                      </c:pt>
                      <c:pt idx="66">
                        <c:v>54.385515235</c:v>
                      </c:pt>
                      <c:pt idx="67">
                        <c:v>62.003541974999997</c:v>
                      </c:pt>
                      <c:pt idx="68">
                        <c:v>70.387585672</c:v>
                      </c:pt>
                      <c:pt idx="69">
                        <c:v>77.328650742999997</c:v>
                      </c:pt>
                      <c:pt idx="70">
                        <c:v>73.945633153000003</c:v>
                      </c:pt>
                      <c:pt idx="71">
                        <c:v>60.441836322</c:v>
                      </c:pt>
                      <c:pt idx="72">
                        <c:v>42.276543877999998</c:v>
                      </c:pt>
                      <c:pt idx="73">
                        <c:v>26.308942560999999</c:v>
                      </c:pt>
                      <c:pt idx="74">
                        <c:v>16.029671892</c:v>
                      </c:pt>
                      <c:pt idx="75">
                        <c:v>10.654306978999999</c:v>
                      </c:pt>
                      <c:pt idx="76">
                        <c:v>8.6790795159999998</c:v>
                      </c:pt>
                      <c:pt idx="77">
                        <c:v>11.374059167</c:v>
                      </c:pt>
                      <c:pt idx="78">
                        <c:v>19.935774924</c:v>
                      </c:pt>
                      <c:pt idx="79">
                        <c:v>28.529843657000001</c:v>
                      </c:pt>
                      <c:pt idx="80">
                        <c:v>35.075173387</c:v>
                      </c:pt>
                      <c:pt idx="81">
                        <c:v>37.910739493999998</c:v>
                      </c:pt>
                      <c:pt idx="82">
                        <c:v>41.005597094000002</c:v>
                      </c:pt>
                      <c:pt idx="83">
                        <c:v>45.873914810000002</c:v>
                      </c:pt>
                      <c:pt idx="84">
                        <c:v>48.685570351000003</c:v>
                      </c:pt>
                      <c:pt idx="85">
                        <c:v>54.491319500000003</c:v>
                      </c:pt>
                      <c:pt idx="86">
                        <c:v>55.884429273999999</c:v>
                      </c:pt>
                      <c:pt idx="87">
                        <c:v>52.754530977999998</c:v>
                      </c:pt>
                      <c:pt idx="88">
                        <c:v>51.1861867</c:v>
                      </c:pt>
                      <c:pt idx="89">
                        <c:v>53.789968551999998</c:v>
                      </c:pt>
                      <c:pt idx="90">
                        <c:v>53.768680257</c:v>
                      </c:pt>
                      <c:pt idx="91">
                        <c:v>61.671918321</c:v>
                      </c:pt>
                      <c:pt idx="92">
                        <c:v>70.323435857000007</c:v>
                      </c:pt>
                      <c:pt idx="93">
                        <c:v>76.758454302000004</c:v>
                      </c:pt>
                      <c:pt idx="94">
                        <c:v>72.366091452000006</c:v>
                      </c:pt>
                      <c:pt idx="95">
                        <c:v>57.805193275000001</c:v>
                      </c:pt>
                      <c:pt idx="96">
                        <c:v>39.490703345999997</c:v>
                      </c:pt>
                      <c:pt idx="97">
                        <c:v>24.572079982999998</c:v>
                      </c:pt>
                      <c:pt idx="98">
                        <c:v>15.265618988</c:v>
                      </c:pt>
                      <c:pt idx="99">
                        <c:v>10.366514472</c:v>
                      </c:pt>
                      <c:pt idx="100">
                        <c:v>8.5117281120000001</c:v>
                      </c:pt>
                      <c:pt idx="101">
                        <c:v>11.463755678</c:v>
                      </c:pt>
                      <c:pt idx="102">
                        <c:v>20.629851903999999</c:v>
                      </c:pt>
                      <c:pt idx="103">
                        <c:v>29.621618037000001</c:v>
                      </c:pt>
                      <c:pt idx="104">
                        <c:v>35.379890537999998</c:v>
                      </c:pt>
                      <c:pt idx="105">
                        <c:v>38.189441645000002</c:v>
                      </c:pt>
                      <c:pt idx="106">
                        <c:v>41.153160673999999</c:v>
                      </c:pt>
                      <c:pt idx="107">
                        <c:v>46.338080267999999</c:v>
                      </c:pt>
                      <c:pt idx="108">
                        <c:v>49.304529150999997</c:v>
                      </c:pt>
                      <c:pt idx="109">
                        <c:v>54.954386552999999</c:v>
                      </c:pt>
                      <c:pt idx="110">
                        <c:v>55.511811467000001</c:v>
                      </c:pt>
                      <c:pt idx="111">
                        <c:v>52.481078060000002</c:v>
                      </c:pt>
                      <c:pt idx="112">
                        <c:v>50.866874162000002</c:v>
                      </c:pt>
                      <c:pt idx="113">
                        <c:v>52.620804413000002</c:v>
                      </c:pt>
                      <c:pt idx="114">
                        <c:v>52.916646857000003</c:v>
                      </c:pt>
                      <c:pt idx="115">
                        <c:v>61.300661183999999</c:v>
                      </c:pt>
                      <c:pt idx="116">
                        <c:v>70.157969326</c:v>
                      </c:pt>
                      <c:pt idx="117">
                        <c:v>77.13776756</c:v>
                      </c:pt>
                      <c:pt idx="118">
                        <c:v>72.806795049000002</c:v>
                      </c:pt>
                      <c:pt idx="119">
                        <c:v>58.651453179000001</c:v>
                      </c:pt>
                      <c:pt idx="120">
                        <c:v>40.266164316000001</c:v>
                      </c:pt>
                      <c:pt idx="121">
                        <c:v>25.018241970999998</c:v>
                      </c:pt>
                      <c:pt idx="122">
                        <c:v>15.099295844</c:v>
                      </c:pt>
                      <c:pt idx="123">
                        <c:v>10.230483138</c:v>
                      </c:pt>
                      <c:pt idx="124">
                        <c:v>8.3532270289999992</c:v>
                      </c:pt>
                      <c:pt idx="125">
                        <c:v>11.220542740000001</c:v>
                      </c:pt>
                      <c:pt idx="126">
                        <c:v>20.538111575999999</c:v>
                      </c:pt>
                      <c:pt idx="127">
                        <c:v>29.783237337999999</c:v>
                      </c:pt>
                      <c:pt idx="128">
                        <c:v>35.774197673000003</c:v>
                      </c:pt>
                      <c:pt idx="129">
                        <c:v>38.607960890000001</c:v>
                      </c:pt>
                      <c:pt idx="130">
                        <c:v>42.215101165999997</c:v>
                      </c:pt>
                      <c:pt idx="131">
                        <c:v>46.697464920999998</c:v>
                      </c:pt>
                      <c:pt idx="132">
                        <c:v>50.802291240999999</c:v>
                      </c:pt>
                      <c:pt idx="133">
                        <c:v>59.644960904000001</c:v>
                      </c:pt>
                      <c:pt idx="134">
                        <c:v>60.278560331000001</c:v>
                      </c:pt>
                      <c:pt idx="135">
                        <c:v>56.156513795000002</c:v>
                      </c:pt>
                      <c:pt idx="136">
                        <c:v>52.041243725999998</c:v>
                      </c:pt>
                      <c:pt idx="137">
                        <c:v>53.390944419</c:v>
                      </c:pt>
                      <c:pt idx="138">
                        <c:v>57.065156006000002</c:v>
                      </c:pt>
                      <c:pt idx="139">
                        <c:v>64.791313857000006</c:v>
                      </c:pt>
                      <c:pt idx="140">
                        <c:v>71.382758007000007</c:v>
                      </c:pt>
                      <c:pt idx="141">
                        <c:v>77.795764874</c:v>
                      </c:pt>
                      <c:pt idx="142">
                        <c:v>73.234790169999997</c:v>
                      </c:pt>
                      <c:pt idx="143">
                        <c:v>58.294317655999997</c:v>
                      </c:pt>
                      <c:pt idx="144">
                        <c:v>40.901833285999999</c:v>
                      </c:pt>
                      <c:pt idx="145">
                        <c:v>25.505694255000002</c:v>
                      </c:pt>
                      <c:pt idx="146">
                        <c:v>15.927267724</c:v>
                      </c:pt>
                      <c:pt idx="147">
                        <c:v>10.357878388</c:v>
                      </c:pt>
                      <c:pt idx="148">
                        <c:v>8.3702907989999993</c:v>
                      </c:pt>
                      <c:pt idx="149">
                        <c:v>11.44217873</c:v>
                      </c:pt>
                      <c:pt idx="150">
                        <c:v>21.172020310000001</c:v>
                      </c:pt>
                      <c:pt idx="151">
                        <c:v>30.280332782999999</c:v>
                      </c:pt>
                      <c:pt idx="152">
                        <c:v>36.708443166000002</c:v>
                      </c:pt>
                      <c:pt idx="153">
                        <c:v>39.186752077999998</c:v>
                      </c:pt>
                      <c:pt idx="154">
                        <c:v>42.164439426000001</c:v>
                      </c:pt>
                      <c:pt idx="155">
                        <c:v>47.014558477999998</c:v>
                      </c:pt>
                      <c:pt idx="156">
                        <c:v>49.714717065000002</c:v>
                      </c:pt>
                      <c:pt idx="157">
                        <c:v>55.550836189000002</c:v>
                      </c:pt>
                      <c:pt idx="158">
                        <c:v>56.290631853999997</c:v>
                      </c:pt>
                      <c:pt idx="159">
                        <c:v>53.298948580999998</c:v>
                      </c:pt>
                      <c:pt idx="160">
                        <c:v>52.182104041000002</c:v>
                      </c:pt>
                      <c:pt idx="161">
                        <c:v>54.03469475</c:v>
                      </c:pt>
                      <c:pt idx="162">
                        <c:v>54.127753018999996</c:v>
                      </c:pt>
                      <c:pt idx="163">
                        <c:v>62.158189139999998</c:v>
                      </c:pt>
                      <c:pt idx="164">
                        <c:v>70.466209648000003</c:v>
                      </c:pt>
                      <c:pt idx="165">
                        <c:v>76.727757746999998</c:v>
                      </c:pt>
                      <c:pt idx="166">
                        <c:v>73.146974948999997</c:v>
                      </c:pt>
                      <c:pt idx="167">
                        <c:v>58.656622190999997</c:v>
                      </c:pt>
                      <c:pt idx="168">
                        <c:v>40.495035186999999</c:v>
                      </c:pt>
                      <c:pt idx="169">
                        <c:v>25.220000274</c:v>
                      </c:pt>
                      <c:pt idx="170">
                        <c:v>15.532861413999999</c:v>
                      </c:pt>
                      <c:pt idx="171">
                        <c:v>10.560287468</c:v>
                      </c:pt>
                      <c:pt idx="172">
                        <c:v>8.7841673690000004</c:v>
                      </c:pt>
                      <c:pt idx="173">
                        <c:v>11.933245565</c:v>
                      </c:pt>
                      <c:pt idx="174">
                        <c:v>22.105232372</c:v>
                      </c:pt>
                      <c:pt idx="175">
                        <c:v>32.133762122</c:v>
                      </c:pt>
                      <c:pt idx="176">
                        <c:v>40.164457243000001</c:v>
                      </c:pt>
                      <c:pt idx="177">
                        <c:v>45.193307177999998</c:v>
                      </c:pt>
                      <c:pt idx="178">
                        <c:v>46.159855008000001</c:v>
                      </c:pt>
                      <c:pt idx="179">
                        <c:v>50.187992706000003</c:v>
                      </c:pt>
                      <c:pt idx="180">
                        <c:v>54.110145576999997</c:v>
                      </c:pt>
                      <c:pt idx="181">
                        <c:v>60.242700677999999</c:v>
                      </c:pt>
                      <c:pt idx="182">
                        <c:v>60.583790708000002</c:v>
                      </c:pt>
                      <c:pt idx="183">
                        <c:v>57.170617960999998</c:v>
                      </c:pt>
                      <c:pt idx="184">
                        <c:v>54.278427143999998</c:v>
                      </c:pt>
                      <c:pt idx="185">
                        <c:v>55.637339521999998</c:v>
                      </c:pt>
                      <c:pt idx="186">
                        <c:v>57.171961443999997</c:v>
                      </c:pt>
                      <c:pt idx="187">
                        <c:v>66.362311473999995</c:v>
                      </c:pt>
                      <c:pt idx="188">
                        <c:v>74.989610576999993</c:v>
                      </c:pt>
                      <c:pt idx="189">
                        <c:v>80.889979718000006</c:v>
                      </c:pt>
                      <c:pt idx="190">
                        <c:v>78.065109532999998</c:v>
                      </c:pt>
                      <c:pt idx="191">
                        <c:v>64.863052104999994</c:v>
                      </c:pt>
                      <c:pt idx="192">
                        <c:v>47.212915471000002</c:v>
                      </c:pt>
                      <c:pt idx="193">
                        <c:v>30.461363884000001</c:v>
                      </c:pt>
                      <c:pt idx="194">
                        <c:v>18.950674287999998</c:v>
                      </c:pt>
                      <c:pt idx="195">
                        <c:v>13.021275178</c:v>
                      </c:pt>
                      <c:pt idx="196">
                        <c:v>10.258619677</c:v>
                      </c:pt>
                      <c:pt idx="197">
                        <c:v>11.765833646999999</c:v>
                      </c:pt>
                      <c:pt idx="198">
                        <c:v>19.350935105000001</c:v>
                      </c:pt>
                      <c:pt idx="199">
                        <c:v>28.785273622999998</c:v>
                      </c:pt>
                      <c:pt idx="200">
                        <c:v>39.649710704999997</c:v>
                      </c:pt>
                      <c:pt idx="201">
                        <c:v>46.170536650000003</c:v>
                      </c:pt>
                      <c:pt idx="202">
                        <c:v>51.177952580000003</c:v>
                      </c:pt>
                      <c:pt idx="203">
                        <c:v>56.374848925999999</c:v>
                      </c:pt>
                      <c:pt idx="204">
                        <c:v>56.193971763</c:v>
                      </c:pt>
                      <c:pt idx="205">
                        <c:v>61.902400968000002</c:v>
                      </c:pt>
                      <c:pt idx="206">
                        <c:v>70.987710781000004</c:v>
                      </c:pt>
                      <c:pt idx="207">
                        <c:v>65.312655894000002</c:v>
                      </c:pt>
                      <c:pt idx="208">
                        <c:v>60.820168289999998</c:v>
                      </c:pt>
                      <c:pt idx="209">
                        <c:v>61.860932650999999</c:v>
                      </c:pt>
                      <c:pt idx="210">
                        <c:v>61.619877054</c:v>
                      </c:pt>
                      <c:pt idx="211">
                        <c:v>68.905770981000003</c:v>
                      </c:pt>
                      <c:pt idx="212">
                        <c:v>77.220575312999998</c:v>
                      </c:pt>
                      <c:pt idx="213">
                        <c:v>83.246914547000003</c:v>
                      </c:pt>
                      <c:pt idx="214">
                        <c:v>80.481270635000001</c:v>
                      </c:pt>
                      <c:pt idx="215">
                        <c:v>66.548333267000004</c:v>
                      </c:pt>
                      <c:pt idx="216">
                        <c:v>47.540026357999999</c:v>
                      </c:pt>
                      <c:pt idx="217">
                        <c:v>30.256992961000002</c:v>
                      </c:pt>
                      <c:pt idx="218">
                        <c:v>18.672863970000002</c:v>
                      </c:pt>
                      <c:pt idx="219">
                        <c:v>12.175294470000001</c:v>
                      </c:pt>
                      <c:pt idx="220">
                        <c:v>9.4690932480000001</c:v>
                      </c:pt>
                      <c:pt idx="221">
                        <c:v>11.644065199</c:v>
                      </c:pt>
                      <c:pt idx="222">
                        <c:v>20.136310611999999</c:v>
                      </c:pt>
                      <c:pt idx="223">
                        <c:v>29.864074022</c:v>
                      </c:pt>
                      <c:pt idx="224">
                        <c:v>39.517447203000003</c:v>
                      </c:pt>
                      <c:pt idx="225">
                        <c:v>43.88905553</c:v>
                      </c:pt>
                      <c:pt idx="226">
                        <c:v>47.042701422</c:v>
                      </c:pt>
                      <c:pt idx="227">
                        <c:v>51.446386582000002</c:v>
                      </c:pt>
                      <c:pt idx="228">
                        <c:v>53.141135359000003</c:v>
                      </c:pt>
                      <c:pt idx="229">
                        <c:v>61.438102927000003</c:v>
                      </c:pt>
                      <c:pt idx="230">
                        <c:v>63.159261723</c:v>
                      </c:pt>
                      <c:pt idx="231">
                        <c:v>58.868625831999999</c:v>
                      </c:pt>
                      <c:pt idx="232">
                        <c:v>55.537600799000003</c:v>
                      </c:pt>
                      <c:pt idx="233">
                        <c:v>57.356940303000002</c:v>
                      </c:pt>
                      <c:pt idx="234">
                        <c:v>58.320696841999997</c:v>
                      </c:pt>
                      <c:pt idx="235">
                        <c:v>65.724716706999999</c:v>
                      </c:pt>
                      <c:pt idx="236">
                        <c:v>75.653557595999999</c:v>
                      </c:pt>
                      <c:pt idx="237">
                        <c:v>81.531760327000001</c:v>
                      </c:pt>
                      <c:pt idx="238">
                        <c:v>75.918099041000005</c:v>
                      </c:pt>
                      <c:pt idx="239">
                        <c:v>60.099033489</c:v>
                      </c:pt>
                      <c:pt idx="240">
                        <c:v>40.933576250999998</c:v>
                      </c:pt>
                      <c:pt idx="241">
                        <c:v>25.456202744999999</c:v>
                      </c:pt>
                      <c:pt idx="242">
                        <c:v>15.592653234</c:v>
                      </c:pt>
                      <c:pt idx="243">
                        <c:v>10.619667078999999</c:v>
                      </c:pt>
                      <c:pt idx="244">
                        <c:v>8.7625273680000006</c:v>
                      </c:pt>
                      <c:pt idx="245">
                        <c:v>11.262404361</c:v>
                      </c:pt>
                      <c:pt idx="246">
                        <c:v>20.862215990999999</c:v>
                      </c:pt>
                      <c:pt idx="247">
                        <c:v>29.945251597999999</c:v>
                      </c:pt>
                      <c:pt idx="248">
                        <c:v>36.941699835999998</c:v>
                      </c:pt>
                      <c:pt idx="249">
                        <c:v>39.129746068999999</c:v>
                      </c:pt>
                      <c:pt idx="250">
                        <c:v>41.918018078000003</c:v>
                      </c:pt>
                      <c:pt idx="251">
                        <c:v>46.401319346000001</c:v>
                      </c:pt>
                      <c:pt idx="252">
                        <c:v>49.580022587999999</c:v>
                      </c:pt>
                      <c:pt idx="253">
                        <c:v>55.613221453999998</c:v>
                      </c:pt>
                      <c:pt idx="254">
                        <c:v>56.785551089999998</c:v>
                      </c:pt>
                      <c:pt idx="255">
                        <c:v>53.702731008999997</c:v>
                      </c:pt>
                      <c:pt idx="256">
                        <c:v>54.035757208</c:v>
                      </c:pt>
                      <c:pt idx="257">
                        <c:v>56.215001604000001</c:v>
                      </c:pt>
                      <c:pt idx="258">
                        <c:v>57.031990655000001</c:v>
                      </c:pt>
                      <c:pt idx="259">
                        <c:v>64.593875912000001</c:v>
                      </c:pt>
                      <c:pt idx="260">
                        <c:v>74.218917480000002</c:v>
                      </c:pt>
                      <c:pt idx="261">
                        <c:v>79.546938252999993</c:v>
                      </c:pt>
                      <c:pt idx="262">
                        <c:v>74.728093561999998</c:v>
                      </c:pt>
                      <c:pt idx="263">
                        <c:v>58.485994474000002</c:v>
                      </c:pt>
                      <c:pt idx="264">
                        <c:v>39.595748628000003</c:v>
                      </c:pt>
                      <c:pt idx="265">
                        <c:v>23.716356437999998</c:v>
                      </c:pt>
                      <c:pt idx="266">
                        <c:v>14.527111998000001</c:v>
                      </c:pt>
                      <c:pt idx="267">
                        <c:v>10.030212274</c:v>
                      </c:pt>
                      <c:pt idx="268">
                        <c:v>8.4606343170000002</c:v>
                      </c:pt>
                      <c:pt idx="269">
                        <c:v>11.20977053</c:v>
                      </c:pt>
                      <c:pt idx="270">
                        <c:v>21.294693716000001</c:v>
                      </c:pt>
                      <c:pt idx="271">
                        <c:v>30.925743795999999</c:v>
                      </c:pt>
                      <c:pt idx="272">
                        <c:v>37.186465167999998</c:v>
                      </c:pt>
                      <c:pt idx="273">
                        <c:v>39.718363443000001</c:v>
                      </c:pt>
                      <c:pt idx="274">
                        <c:v>43.219774524999998</c:v>
                      </c:pt>
                      <c:pt idx="275">
                        <c:v>48.242046492</c:v>
                      </c:pt>
                      <c:pt idx="276">
                        <c:v>51.086398606000003</c:v>
                      </c:pt>
                      <c:pt idx="277">
                        <c:v>56.744513271000002</c:v>
                      </c:pt>
                      <c:pt idx="278">
                        <c:v>57.538811797000001</c:v>
                      </c:pt>
                      <c:pt idx="279">
                        <c:v>54.238354002000001</c:v>
                      </c:pt>
                      <c:pt idx="280">
                        <c:v>54.121215214000003</c:v>
                      </c:pt>
                      <c:pt idx="281">
                        <c:v>56.026088973999997</c:v>
                      </c:pt>
                      <c:pt idx="282">
                        <c:v>57.264400279</c:v>
                      </c:pt>
                      <c:pt idx="283">
                        <c:v>65.580047359000005</c:v>
                      </c:pt>
                      <c:pt idx="284">
                        <c:v>75.516583802</c:v>
                      </c:pt>
                      <c:pt idx="285">
                        <c:v>81.154900659999996</c:v>
                      </c:pt>
                      <c:pt idx="286">
                        <c:v>75.083920370000001</c:v>
                      </c:pt>
                      <c:pt idx="287">
                        <c:v>58.451784365000002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F782-4DD4-8B67-32577BCE01C1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12-10-2026'!$E$1</c15:sqref>
                        </c15:formulaRef>
                      </c:ext>
                    </c:extLst>
                    <c:strCache>
                      <c:ptCount val="1"/>
                      <c:pt idx="0">
                        <c:v>ANB-DGW2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12-10-2026'!$E$2:$E$289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42.085607781</c:v>
                      </c:pt>
                      <c:pt idx="1">
                        <c:v>26.878881093</c:v>
                      </c:pt>
                      <c:pt idx="2">
                        <c:v>16.337048801000002</c:v>
                      </c:pt>
                      <c:pt idx="3">
                        <c:v>10.703480874</c:v>
                      </c:pt>
                      <c:pt idx="4">
                        <c:v>8.6435233629999999</c:v>
                      </c:pt>
                      <c:pt idx="5">
                        <c:v>11.336655056</c:v>
                      </c:pt>
                      <c:pt idx="6">
                        <c:v>20.138315350999999</c:v>
                      </c:pt>
                      <c:pt idx="7">
                        <c:v>29.586789504999999</c:v>
                      </c:pt>
                      <c:pt idx="8">
                        <c:v>36.289029448999997</c:v>
                      </c:pt>
                      <c:pt idx="9">
                        <c:v>39.463796942999998</c:v>
                      </c:pt>
                      <c:pt idx="10">
                        <c:v>43.450479987000001</c:v>
                      </c:pt>
                      <c:pt idx="11">
                        <c:v>48.459683069999997</c:v>
                      </c:pt>
                      <c:pt idx="12">
                        <c:v>51.650936964000003</c:v>
                      </c:pt>
                      <c:pt idx="13">
                        <c:v>58.273893960999999</c:v>
                      </c:pt>
                      <c:pt idx="14">
                        <c:v>59.187575615</c:v>
                      </c:pt>
                      <c:pt idx="15">
                        <c:v>56.406590201999997</c:v>
                      </c:pt>
                      <c:pt idx="16">
                        <c:v>52.471826663999998</c:v>
                      </c:pt>
                      <c:pt idx="17">
                        <c:v>54.785052352000001</c:v>
                      </c:pt>
                      <c:pt idx="18">
                        <c:v>55.036269963000002</c:v>
                      </c:pt>
                      <c:pt idx="19">
                        <c:v>64.158620647000006</c:v>
                      </c:pt>
                      <c:pt idx="20">
                        <c:v>71.991661351999994</c:v>
                      </c:pt>
                      <c:pt idx="21">
                        <c:v>78.778707271000002</c:v>
                      </c:pt>
                      <c:pt idx="22">
                        <c:v>76.252530347000004</c:v>
                      </c:pt>
                      <c:pt idx="23">
                        <c:v>64.231600725000007</c:v>
                      </c:pt>
                      <c:pt idx="24">
                        <c:v>47.099176894999999</c:v>
                      </c:pt>
                      <c:pt idx="25">
                        <c:v>31.257569456999999</c:v>
                      </c:pt>
                      <c:pt idx="26">
                        <c:v>19.170253906999999</c:v>
                      </c:pt>
                      <c:pt idx="27">
                        <c:v>12.302058088000001</c:v>
                      </c:pt>
                      <c:pt idx="28">
                        <c:v>9.2042914390000004</c:v>
                      </c:pt>
                      <c:pt idx="29">
                        <c:v>11.137491455999999</c:v>
                      </c:pt>
                      <c:pt idx="30">
                        <c:v>17.698862416000001</c:v>
                      </c:pt>
                      <c:pt idx="31">
                        <c:v>26.262401365999999</c:v>
                      </c:pt>
                      <c:pt idx="32">
                        <c:v>36.108476414999998</c:v>
                      </c:pt>
                      <c:pt idx="33">
                        <c:v>42.730493408000001</c:v>
                      </c:pt>
                      <c:pt idx="34">
                        <c:v>48.167444615000001</c:v>
                      </c:pt>
                      <c:pt idx="35">
                        <c:v>53.761275443000002</c:v>
                      </c:pt>
                      <c:pt idx="36">
                        <c:v>53.619763863999999</c:v>
                      </c:pt>
                      <c:pt idx="37">
                        <c:v>58.765740520999998</c:v>
                      </c:pt>
                      <c:pt idx="38">
                        <c:v>68.090692587000007</c:v>
                      </c:pt>
                      <c:pt idx="39">
                        <c:v>62.156093081999998</c:v>
                      </c:pt>
                      <c:pt idx="40">
                        <c:v>55.927004879000002</c:v>
                      </c:pt>
                      <c:pt idx="41">
                        <c:v>57.081580719000002</c:v>
                      </c:pt>
                      <c:pt idx="42">
                        <c:v>56.004159100999999</c:v>
                      </c:pt>
                      <c:pt idx="43">
                        <c:v>64.853653464000004</c:v>
                      </c:pt>
                      <c:pt idx="44">
                        <c:v>73.672104106000006</c:v>
                      </c:pt>
                      <c:pt idx="45">
                        <c:v>81.584851369000006</c:v>
                      </c:pt>
                      <c:pt idx="46">
                        <c:v>78.593496557999998</c:v>
                      </c:pt>
                      <c:pt idx="47">
                        <c:v>66.251825319999995</c:v>
                      </c:pt>
                      <c:pt idx="48">
                        <c:v>48.793409421</c:v>
                      </c:pt>
                      <c:pt idx="49">
                        <c:v>32.027334951</c:v>
                      </c:pt>
                      <c:pt idx="50">
                        <c:v>19.187805209</c:v>
                      </c:pt>
                      <c:pt idx="51">
                        <c:v>12.196353361</c:v>
                      </c:pt>
                      <c:pt idx="52">
                        <c:v>9.1347722460000007</c:v>
                      </c:pt>
                      <c:pt idx="53">
                        <c:v>11.092936933000001</c:v>
                      </c:pt>
                      <c:pt idx="54">
                        <c:v>18.392070566000001</c:v>
                      </c:pt>
                      <c:pt idx="55">
                        <c:v>27.600270091999999</c:v>
                      </c:pt>
                      <c:pt idx="56">
                        <c:v>36.548788856000002</c:v>
                      </c:pt>
                      <c:pt idx="57">
                        <c:v>42.033905785999998</c:v>
                      </c:pt>
                      <c:pt idx="58">
                        <c:v>45.916207958999998</c:v>
                      </c:pt>
                      <c:pt idx="59">
                        <c:v>51.020847662999998</c:v>
                      </c:pt>
                      <c:pt idx="60">
                        <c:v>52.819654581000002</c:v>
                      </c:pt>
                      <c:pt idx="61">
                        <c:v>61.340824120999997</c:v>
                      </c:pt>
                      <c:pt idx="62">
                        <c:v>62.861915588000002</c:v>
                      </c:pt>
                      <c:pt idx="63">
                        <c:v>58.613779803</c:v>
                      </c:pt>
                      <c:pt idx="64">
                        <c:v>54.097146608999999</c:v>
                      </c:pt>
                      <c:pt idx="65">
                        <c:v>56.277986650999999</c:v>
                      </c:pt>
                      <c:pt idx="66">
                        <c:v>55.377546330999998</c:v>
                      </c:pt>
                      <c:pt idx="67">
                        <c:v>63.36610546</c:v>
                      </c:pt>
                      <c:pt idx="68">
                        <c:v>71.932890846999996</c:v>
                      </c:pt>
                      <c:pt idx="69">
                        <c:v>78.779015724000004</c:v>
                      </c:pt>
                      <c:pt idx="70">
                        <c:v>74.537905086999999</c:v>
                      </c:pt>
                      <c:pt idx="71">
                        <c:v>60.10621888</c:v>
                      </c:pt>
                      <c:pt idx="72">
                        <c:v>41.635892274</c:v>
                      </c:pt>
                      <c:pt idx="73">
                        <c:v>25.802998889000001</c:v>
                      </c:pt>
                      <c:pt idx="74">
                        <c:v>15.612508063</c:v>
                      </c:pt>
                      <c:pt idx="75">
                        <c:v>10.353370202000001</c:v>
                      </c:pt>
                      <c:pt idx="76">
                        <c:v>8.3446677129999998</c:v>
                      </c:pt>
                      <c:pt idx="77">
                        <c:v>10.840163128</c:v>
                      </c:pt>
                      <c:pt idx="78">
                        <c:v>19.396601455999999</c:v>
                      </c:pt>
                      <c:pt idx="79">
                        <c:v>27.976908101999999</c:v>
                      </c:pt>
                      <c:pt idx="80">
                        <c:v>34.879422558000002</c:v>
                      </c:pt>
                      <c:pt idx="81">
                        <c:v>38.275815620000003</c:v>
                      </c:pt>
                      <c:pt idx="82">
                        <c:v>41.962270136999997</c:v>
                      </c:pt>
                      <c:pt idx="83">
                        <c:v>46.957926665000002</c:v>
                      </c:pt>
                      <c:pt idx="84">
                        <c:v>49.259565369000001</c:v>
                      </c:pt>
                      <c:pt idx="85">
                        <c:v>55.456649853000002</c:v>
                      </c:pt>
                      <c:pt idx="86">
                        <c:v>56.702567182000003</c:v>
                      </c:pt>
                      <c:pt idx="87">
                        <c:v>53.227317049</c:v>
                      </c:pt>
                      <c:pt idx="88">
                        <c:v>52.05306891</c:v>
                      </c:pt>
                      <c:pt idx="89">
                        <c:v>55.135429621</c:v>
                      </c:pt>
                      <c:pt idx="90">
                        <c:v>54.673594141000002</c:v>
                      </c:pt>
                      <c:pt idx="91">
                        <c:v>62.902572333000002</c:v>
                      </c:pt>
                      <c:pt idx="92">
                        <c:v>72.401564473999997</c:v>
                      </c:pt>
                      <c:pt idx="93">
                        <c:v>78.613220146000003</c:v>
                      </c:pt>
                      <c:pt idx="94">
                        <c:v>73.240630198000005</c:v>
                      </c:pt>
                      <c:pt idx="95">
                        <c:v>57.984418253000001</c:v>
                      </c:pt>
                      <c:pt idx="96">
                        <c:v>39.295588537</c:v>
                      </c:pt>
                      <c:pt idx="97">
                        <c:v>24.155239418000001</c:v>
                      </c:pt>
                      <c:pt idx="98">
                        <c:v>14.658112794999999</c:v>
                      </c:pt>
                      <c:pt idx="99">
                        <c:v>9.8791372719999995</c:v>
                      </c:pt>
                      <c:pt idx="100">
                        <c:v>8.1376858950000006</c:v>
                      </c:pt>
                      <c:pt idx="101">
                        <c:v>10.833455345000001</c:v>
                      </c:pt>
                      <c:pt idx="102">
                        <c:v>19.731480166000001</c:v>
                      </c:pt>
                      <c:pt idx="103">
                        <c:v>28.710249017999999</c:v>
                      </c:pt>
                      <c:pt idx="104">
                        <c:v>35.241043050000002</c:v>
                      </c:pt>
                      <c:pt idx="105">
                        <c:v>38.433281547999997</c:v>
                      </c:pt>
                      <c:pt idx="106">
                        <c:v>42.038569985000002</c:v>
                      </c:pt>
                      <c:pt idx="107">
                        <c:v>47.347039244000001</c:v>
                      </c:pt>
                      <c:pt idx="108">
                        <c:v>49.74683632</c:v>
                      </c:pt>
                      <c:pt idx="109">
                        <c:v>55.908135602999998</c:v>
                      </c:pt>
                      <c:pt idx="110">
                        <c:v>56.126960660000002</c:v>
                      </c:pt>
                      <c:pt idx="111">
                        <c:v>53.009849584000001</c:v>
                      </c:pt>
                      <c:pt idx="112">
                        <c:v>51.930994396000003</c:v>
                      </c:pt>
                      <c:pt idx="113">
                        <c:v>53.892173806999999</c:v>
                      </c:pt>
                      <c:pt idx="114">
                        <c:v>53.706312775999997</c:v>
                      </c:pt>
                      <c:pt idx="115">
                        <c:v>62.371338430000002</c:v>
                      </c:pt>
                      <c:pt idx="116">
                        <c:v>72.264502828999994</c:v>
                      </c:pt>
                      <c:pt idx="117">
                        <c:v>79.335786475000006</c:v>
                      </c:pt>
                      <c:pt idx="118">
                        <c:v>73.923176892000001</c:v>
                      </c:pt>
                      <c:pt idx="119">
                        <c:v>58.727528126999999</c:v>
                      </c:pt>
                      <c:pt idx="120">
                        <c:v>39.83519596</c:v>
                      </c:pt>
                      <c:pt idx="121">
                        <c:v>24.444084686</c:v>
                      </c:pt>
                      <c:pt idx="122">
                        <c:v>14.644590515000001</c:v>
                      </c:pt>
                      <c:pt idx="123">
                        <c:v>9.8957323810000002</c:v>
                      </c:pt>
                      <c:pt idx="124">
                        <c:v>8.0803111699999999</c:v>
                      </c:pt>
                      <c:pt idx="125">
                        <c:v>10.819006266000001</c:v>
                      </c:pt>
                      <c:pt idx="126">
                        <c:v>19.922841014999999</c:v>
                      </c:pt>
                      <c:pt idx="127">
                        <c:v>29.165775030999999</c:v>
                      </c:pt>
                      <c:pt idx="128">
                        <c:v>35.805298790000002</c:v>
                      </c:pt>
                      <c:pt idx="129">
                        <c:v>39.062738678000002</c:v>
                      </c:pt>
                      <c:pt idx="130">
                        <c:v>43.004008526</c:v>
                      </c:pt>
                      <c:pt idx="131">
                        <c:v>47.617673146999998</c:v>
                      </c:pt>
                      <c:pt idx="132">
                        <c:v>51.294520016</c:v>
                      </c:pt>
                      <c:pt idx="133">
                        <c:v>60.412515728000002</c:v>
                      </c:pt>
                      <c:pt idx="134">
                        <c:v>60.788319776000002</c:v>
                      </c:pt>
                      <c:pt idx="135">
                        <c:v>56.267979173999997</c:v>
                      </c:pt>
                      <c:pt idx="136">
                        <c:v>53.017194836000002</c:v>
                      </c:pt>
                      <c:pt idx="137">
                        <c:v>54.944659194000003</c:v>
                      </c:pt>
                      <c:pt idx="138">
                        <c:v>58.450209237000003</c:v>
                      </c:pt>
                      <c:pt idx="139">
                        <c:v>66.614435924000006</c:v>
                      </c:pt>
                      <c:pt idx="140">
                        <c:v>73.369046580000003</c:v>
                      </c:pt>
                      <c:pt idx="141">
                        <c:v>79.689449839999995</c:v>
                      </c:pt>
                      <c:pt idx="142">
                        <c:v>74.064878266999997</c:v>
                      </c:pt>
                      <c:pt idx="143">
                        <c:v>58.490594596000001</c:v>
                      </c:pt>
                      <c:pt idx="144">
                        <c:v>40.903543823</c:v>
                      </c:pt>
                      <c:pt idx="145">
                        <c:v>25.49017147</c:v>
                      </c:pt>
                      <c:pt idx="146">
                        <c:v>15.790016044</c:v>
                      </c:pt>
                      <c:pt idx="147">
                        <c:v>10.261141561000001</c:v>
                      </c:pt>
                      <c:pt idx="148">
                        <c:v>8.2072533500000002</c:v>
                      </c:pt>
                      <c:pt idx="149">
                        <c:v>11.110683772</c:v>
                      </c:pt>
                      <c:pt idx="150">
                        <c:v>20.604814191999999</c:v>
                      </c:pt>
                      <c:pt idx="151">
                        <c:v>29.687828486000001</c:v>
                      </c:pt>
                      <c:pt idx="152">
                        <c:v>36.471653711999998</c:v>
                      </c:pt>
                      <c:pt idx="153">
                        <c:v>39.654335185000001</c:v>
                      </c:pt>
                      <c:pt idx="154">
                        <c:v>42.992638822000004</c:v>
                      </c:pt>
                      <c:pt idx="155">
                        <c:v>47.700340255999997</c:v>
                      </c:pt>
                      <c:pt idx="156">
                        <c:v>49.998091447</c:v>
                      </c:pt>
                      <c:pt idx="157">
                        <c:v>55.896613174000002</c:v>
                      </c:pt>
                      <c:pt idx="158">
                        <c:v>57.030179400999998</c:v>
                      </c:pt>
                      <c:pt idx="159">
                        <c:v>53.301323801000002</c:v>
                      </c:pt>
                      <c:pt idx="160">
                        <c:v>52.918891602999999</c:v>
                      </c:pt>
                      <c:pt idx="161">
                        <c:v>55.103492875999997</c:v>
                      </c:pt>
                      <c:pt idx="162">
                        <c:v>54.848548043999998</c:v>
                      </c:pt>
                      <c:pt idx="163">
                        <c:v>63.139657202000002</c:v>
                      </c:pt>
                      <c:pt idx="164">
                        <c:v>72.282955072999997</c:v>
                      </c:pt>
                      <c:pt idx="165">
                        <c:v>78.228811217000001</c:v>
                      </c:pt>
                      <c:pt idx="166">
                        <c:v>73.810649002000005</c:v>
                      </c:pt>
                      <c:pt idx="167">
                        <c:v>58.506791425000003</c:v>
                      </c:pt>
                      <c:pt idx="168">
                        <c:v>40.206695021999998</c:v>
                      </c:pt>
                      <c:pt idx="169">
                        <c:v>24.666846529000001</c:v>
                      </c:pt>
                      <c:pt idx="170">
                        <c:v>14.960883108999999</c:v>
                      </c:pt>
                      <c:pt idx="171">
                        <c:v>10.107379149</c:v>
                      </c:pt>
                      <c:pt idx="172">
                        <c:v>8.2821452420000004</c:v>
                      </c:pt>
                      <c:pt idx="173">
                        <c:v>11.142756069000001</c:v>
                      </c:pt>
                      <c:pt idx="174">
                        <c:v>20.878698030999999</c:v>
                      </c:pt>
                      <c:pt idx="175">
                        <c:v>30.773326861000001</c:v>
                      </c:pt>
                      <c:pt idx="176">
                        <c:v>39.019663848</c:v>
                      </c:pt>
                      <c:pt idx="177">
                        <c:v>44.872189257000002</c:v>
                      </c:pt>
                      <c:pt idx="178">
                        <c:v>45.753904253000002</c:v>
                      </c:pt>
                      <c:pt idx="179">
                        <c:v>49.021210308999997</c:v>
                      </c:pt>
                      <c:pt idx="180">
                        <c:v>52.034675208000003</c:v>
                      </c:pt>
                      <c:pt idx="181">
                        <c:v>58.065187979999997</c:v>
                      </c:pt>
                      <c:pt idx="182">
                        <c:v>58.350768529</c:v>
                      </c:pt>
                      <c:pt idx="183">
                        <c:v>54.860546806999999</c:v>
                      </c:pt>
                      <c:pt idx="184">
                        <c:v>52.155867180000001</c:v>
                      </c:pt>
                      <c:pt idx="185">
                        <c:v>53.956216982000001</c:v>
                      </c:pt>
                      <c:pt idx="186">
                        <c:v>55.081266749000001</c:v>
                      </c:pt>
                      <c:pt idx="187">
                        <c:v>63.934983600000002</c:v>
                      </c:pt>
                      <c:pt idx="188">
                        <c:v>72.519599679999999</c:v>
                      </c:pt>
                      <c:pt idx="189">
                        <c:v>78.196571492999993</c:v>
                      </c:pt>
                      <c:pt idx="190">
                        <c:v>74.877667810999995</c:v>
                      </c:pt>
                      <c:pt idx="191">
                        <c:v>61.756339938000004</c:v>
                      </c:pt>
                      <c:pt idx="192">
                        <c:v>44.821719418000001</c:v>
                      </c:pt>
                      <c:pt idx="193">
                        <c:v>28.842766559000001</c:v>
                      </c:pt>
                      <c:pt idx="194">
                        <c:v>17.928871453999999</c:v>
                      </c:pt>
                      <c:pt idx="195">
                        <c:v>12.166477075</c:v>
                      </c:pt>
                      <c:pt idx="196">
                        <c:v>9.3044154760000009</c:v>
                      </c:pt>
                      <c:pt idx="197">
                        <c:v>10.633367687</c:v>
                      </c:pt>
                      <c:pt idx="198">
                        <c:v>17.796085461000001</c:v>
                      </c:pt>
                      <c:pt idx="199">
                        <c:v>26.490146255999999</c:v>
                      </c:pt>
                      <c:pt idx="200">
                        <c:v>36.661372198999999</c:v>
                      </c:pt>
                      <c:pt idx="201">
                        <c:v>43.012908052999997</c:v>
                      </c:pt>
                      <c:pt idx="202">
                        <c:v>48.093731065999997</c:v>
                      </c:pt>
                      <c:pt idx="203">
                        <c:v>53.222791909999998</c:v>
                      </c:pt>
                      <c:pt idx="204">
                        <c:v>52.316506316000002</c:v>
                      </c:pt>
                      <c:pt idx="205">
                        <c:v>57.814380632000002</c:v>
                      </c:pt>
                      <c:pt idx="206">
                        <c:v>66.892326315000005</c:v>
                      </c:pt>
                      <c:pt idx="207">
                        <c:v>61.50507339</c:v>
                      </c:pt>
                      <c:pt idx="208">
                        <c:v>57.943174145999997</c:v>
                      </c:pt>
                      <c:pt idx="209">
                        <c:v>59.245844232000003</c:v>
                      </c:pt>
                      <c:pt idx="210">
                        <c:v>58.419395408</c:v>
                      </c:pt>
                      <c:pt idx="211">
                        <c:v>65.680010668999998</c:v>
                      </c:pt>
                      <c:pt idx="212">
                        <c:v>74.205796555000006</c:v>
                      </c:pt>
                      <c:pt idx="213">
                        <c:v>79.387733280000006</c:v>
                      </c:pt>
                      <c:pt idx="214">
                        <c:v>76.138824720000002</c:v>
                      </c:pt>
                      <c:pt idx="215">
                        <c:v>62.396072519999997</c:v>
                      </c:pt>
                      <c:pt idx="216">
                        <c:v>44.362445541</c:v>
                      </c:pt>
                      <c:pt idx="217">
                        <c:v>28.193136425999999</c:v>
                      </c:pt>
                      <c:pt idx="218">
                        <c:v>17.365689745000001</c:v>
                      </c:pt>
                      <c:pt idx="219">
                        <c:v>11.189986026</c:v>
                      </c:pt>
                      <c:pt idx="220">
                        <c:v>8.612378562</c:v>
                      </c:pt>
                      <c:pt idx="221">
                        <c:v>10.520120785</c:v>
                      </c:pt>
                      <c:pt idx="222">
                        <c:v>18.316853488</c:v>
                      </c:pt>
                      <c:pt idx="223">
                        <c:v>27.273660664000001</c:v>
                      </c:pt>
                      <c:pt idx="224">
                        <c:v>36.17211829</c:v>
                      </c:pt>
                      <c:pt idx="225">
                        <c:v>40.757119693</c:v>
                      </c:pt>
                      <c:pt idx="226">
                        <c:v>44.055144126000002</c:v>
                      </c:pt>
                      <c:pt idx="227">
                        <c:v>48.561821598999998</c:v>
                      </c:pt>
                      <c:pt idx="228">
                        <c:v>49.928105309000003</c:v>
                      </c:pt>
                      <c:pt idx="229">
                        <c:v>58.113195378999997</c:v>
                      </c:pt>
                      <c:pt idx="230">
                        <c:v>59.857282152000003</c:v>
                      </c:pt>
                      <c:pt idx="231">
                        <c:v>55.621762404999998</c:v>
                      </c:pt>
                      <c:pt idx="232">
                        <c:v>53.125240234000003</c:v>
                      </c:pt>
                      <c:pt idx="233">
                        <c:v>55.042642338</c:v>
                      </c:pt>
                      <c:pt idx="234">
                        <c:v>55.800762267000003</c:v>
                      </c:pt>
                      <c:pt idx="235">
                        <c:v>62.976795787999997</c:v>
                      </c:pt>
                      <c:pt idx="236">
                        <c:v>72.656391232999994</c:v>
                      </c:pt>
                      <c:pt idx="237">
                        <c:v>78.224870420000002</c:v>
                      </c:pt>
                      <c:pt idx="238">
                        <c:v>71.941444105000002</c:v>
                      </c:pt>
                      <c:pt idx="239">
                        <c:v>56.312195897999999</c:v>
                      </c:pt>
                      <c:pt idx="240">
                        <c:v>38.260373242999997</c:v>
                      </c:pt>
                      <c:pt idx="241">
                        <c:v>23.430035128</c:v>
                      </c:pt>
                      <c:pt idx="242">
                        <c:v>14.322047499</c:v>
                      </c:pt>
                      <c:pt idx="243">
                        <c:v>9.7901095270000003</c:v>
                      </c:pt>
                      <c:pt idx="244">
                        <c:v>8.0192913529999998</c:v>
                      </c:pt>
                      <c:pt idx="245">
                        <c:v>10.296466951999999</c:v>
                      </c:pt>
                      <c:pt idx="246">
                        <c:v>19.113886269000002</c:v>
                      </c:pt>
                      <c:pt idx="247">
                        <c:v>27.631216546000001</c:v>
                      </c:pt>
                      <c:pt idx="248">
                        <c:v>34.486737331999997</c:v>
                      </c:pt>
                      <c:pt idx="249">
                        <c:v>37.103439756</c:v>
                      </c:pt>
                      <c:pt idx="250">
                        <c:v>39.89167415</c:v>
                      </c:pt>
                      <c:pt idx="251">
                        <c:v>44.277622434000001</c:v>
                      </c:pt>
                      <c:pt idx="252">
                        <c:v>47.043330347999998</c:v>
                      </c:pt>
                      <c:pt idx="253">
                        <c:v>53.045138330999997</c:v>
                      </c:pt>
                      <c:pt idx="254">
                        <c:v>54.133197090000003</c:v>
                      </c:pt>
                      <c:pt idx="255">
                        <c:v>51.025973104999998</c:v>
                      </c:pt>
                      <c:pt idx="256">
                        <c:v>51.482454826999998</c:v>
                      </c:pt>
                      <c:pt idx="257">
                        <c:v>53.920397895999997</c:v>
                      </c:pt>
                      <c:pt idx="258">
                        <c:v>54.177476400000003</c:v>
                      </c:pt>
                      <c:pt idx="259">
                        <c:v>61.739006731000003</c:v>
                      </c:pt>
                      <c:pt idx="260">
                        <c:v>71.376695818000002</c:v>
                      </c:pt>
                      <c:pt idx="261">
                        <c:v>76.042894673999996</c:v>
                      </c:pt>
                      <c:pt idx="262">
                        <c:v>70.833693621999998</c:v>
                      </c:pt>
                      <c:pt idx="263">
                        <c:v>54.992786545000001</c:v>
                      </c:pt>
                      <c:pt idx="264">
                        <c:v>37.093459023000001</c:v>
                      </c:pt>
                      <c:pt idx="265">
                        <c:v>22.141229687999999</c:v>
                      </c:pt>
                      <c:pt idx="266">
                        <c:v>13.594456738</c:v>
                      </c:pt>
                      <c:pt idx="267">
                        <c:v>9.3480795669999992</c:v>
                      </c:pt>
                      <c:pt idx="268">
                        <c:v>7.7694809380000001</c:v>
                      </c:pt>
                      <c:pt idx="269">
                        <c:v>10.206214998</c:v>
                      </c:pt>
                      <c:pt idx="270">
                        <c:v>19.465339404000002</c:v>
                      </c:pt>
                      <c:pt idx="271">
                        <c:v>28.332016394</c:v>
                      </c:pt>
                      <c:pt idx="272">
                        <c:v>34.650253137999997</c:v>
                      </c:pt>
                      <c:pt idx="273">
                        <c:v>37.631378636999997</c:v>
                      </c:pt>
                      <c:pt idx="274">
                        <c:v>40.731879225</c:v>
                      </c:pt>
                      <c:pt idx="275">
                        <c:v>45.873931585999998</c:v>
                      </c:pt>
                      <c:pt idx="276">
                        <c:v>47.871928617999998</c:v>
                      </c:pt>
                      <c:pt idx="277">
                        <c:v>53.950262315000003</c:v>
                      </c:pt>
                      <c:pt idx="278">
                        <c:v>54.227400162000002</c:v>
                      </c:pt>
                      <c:pt idx="279">
                        <c:v>51.340093424999999</c:v>
                      </c:pt>
                      <c:pt idx="280">
                        <c:v>51.426305728000003</c:v>
                      </c:pt>
                      <c:pt idx="281">
                        <c:v>53.503575628999997</c:v>
                      </c:pt>
                      <c:pt idx="282">
                        <c:v>54.357749810000001</c:v>
                      </c:pt>
                      <c:pt idx="283">
                        <c:v>62.51295373</c:v>
                      </c:pt>
                      <c:pt idx="284">
                        <c:v>72.121428438999999</c:v>
                      </c:pt>
                      <c:pt idx="285">
                        <c:v>77.099897404000004</c:v>
                      </c:pt>
                      <c:pt idx="286">
                        <c:v>71.118795851000002</c:v>
                      </c:pt>
                      <c:pt idx="287">
                        <c:v>54.774180915999999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F782-4DD4-8B67-32577BCE01C1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12-10-2026'!$F$1</c15:sqref>
                        </c15:formulaRef>
                      </c:ext>
                    </c:extLst>
                    <c:strCache>
                      <c:ptCount val="1"/>
                      <c:pt idx="0">
                        <c:v>ANB-DGW2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12-10-2026'!$F$2:$F$289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5.4258014660000002</c:v>
                      </c:pt>
                      <c:pt idx="1">
                        <c:v>3.382807804</c:v>
                      </c:pt>
                      <c:pt idx="2">
                        <c:v>2.104301811</c:v>
                      </c:pt>
                      <c:pt idx="3">
                        <c:v>1.4825704829999999</c:v>
                      </c:pt>
                      <c:pt idx="4">
                        <c:v>1.3394749969999999</c:v>
                      </c:pt>
                      <c:pt idx="5">
                        <c:v>2.0674489110000001</c:v>
                      </c:pt>
                      <c:pt idx="6">
                        <c:v>3.6753909359999999</c:v>
                      </c:pt>
                      <c:pt idx="7">
                        <c:v>5.106376858</c:v>
                      </c:pt>
                      <c:pt idx="8">
                        <c:v>5.6338145280000003</c:v>
                      </c:pt>
                      <c:pt idx="9">
                        <c:v>5.5331511369999999</c:v>
                      </c:pt>
                      <c:pt idx="10">
                        <c:v>5.6394774070000002</c:v>
                      </c:pt>
                      <c:pt idx="11">
                        <c:v>6.1576868669999998</c:v>
                      </c:pt>
                      <c:pt idx="12">
                        <c:v>6.8843537110000002</c:v>
                      </c:pt>
                      <c:pt idx="13">
                        <c:v>7.6378523759999997</c:v>
                      </c:pt>
                      <c:pt idx="14">
                        <c:v>7.7606707259999999</c:v>
                      </c:pt>
                      <c:pt idx="15">
                        <c:v>7.4290198329999999</c:v>
                      </c:pt>
                      <c:pt idx="16">
                        <c:v>6.5665373899999997</c:v>
                      </c:pt>
                      <c:pt idx="17">
                        <c:v>6.4591021919999996</c:v>
                      </c:pt>
                      <c:pt idx="18">
                        <c:v>6.7190659310000003</c:v>
                      </c:pt>
                      <c:pt idx="19">
                        <c:v>7.7305964899999999</c:v>
                      </c:pt>
                      <c:pt idx="20">
                        <c:v>8.4056596760000009</c:v>
                      </c:pt>
                      <c:pt idx="21">
                        <c:v>9.2552328250000002</c:v>
                      </c:pt>
                      <c:pt idx="22">
                        <c:v>9.3725519080000002</c:v>
                      </c:pt>
                      <c:pt idx="23">
                        <c:v>8.0940654429999999</c:v>
                      </c:pt>
                      <c:pt idx="24">
                        <c:v>6.0052295420000004</c:v>
                      </c:pt>
                      <c:pt idx="25">
                        <c:v>3.8820022010000002</c:v>
                      </c:pt>
                      <c:pt idx="26">
                        <c:v>2.3576138759999998</c:v>
                      </c:pt>
                      <c:pt idx="27">
                        <c:v>1.6059644239999999</c:v>
                      </c:pt>
                      <c:pt idx="28">
                        <c:v>1.3044526139999999</c:v>
                      </c:pt>
                      <c:pt idx="29">
                        <c:v>1.8718077719999999</c:v>
                      </c:pt>
                      <c:pt idx="30">
                        <c:v>3.183587513</c:v>
                      </c:pt>
                      <c:pt idx="31">
                        <c:v>4.7163566599999998</c:v>
                      </c:pt>
                      <c:pt idx="32">
                        <c:v>5.9812128050000002</c:v>
                      </c:pt>
                      <c:pt idx="33">
                        <c:v>6.3632486930000001</c:v>
                      </c:pt>
                      <c:pt idx="34">
                        <c:v>6.5524796060000003</c:v>
                      </c:pt>
                      <c:pt idx="35">
                        <c:v>7.1072905879999997</c:v>
                      </c:pt>
                      <c:pt idx="36">
                        <c:v>7.3236186129999998</c:v>
                      </c:pt>
                      <c:pt idx="37">
                        <c:v>7.9674252919999997</c:v>
                      </c:pt>
                      <c:pt idx="38">
                        <c:v>8.8172572169999999</c:v>
                      </c:pt>
                      <c:pt idx="39">
                        <c:v>8.1146246160000004</c:v>
                      </c:pt>
                      <c:pt idx="40">
                        <c:v>7.0932305710000003</c:v>
                      </c:pt>
                      <c:pt idx="41">
                        <c:v>6.8504543509999998</c:v>
                      </c:pt>
                      <c:pt idx="42">
                        <c:v>6.9328660209999997</c:v>
                      </c:pt>
                      <c:pt idx="43">
                        <c:v>7.8611220780000002</c:v>
                      </c:pt>
                      <c:pt idx="44">
                        <c:v>8.5915494500000005</c:v>
                      </c:pt>
                      <c:pt idx="45">
                        <c:v>9.4904369580000001</c:v>
                      </c:pt>
                      <c:pt idx="46">
                        <c:v>9.5698451260000006</c:v>
                      </c:pt>
                      <c:pt idx="47">
                        <c:v>8.3526989979999993</c:v>
                      </c:pt>
                      <c:pt idx="48">
                        <c:v>6.1767657089999997</c:v>
                      </c:pt>
                      <c:pt idx="49">
                        <c:v>4.0501450480000001</c:v>
                      </c:pt>
                      <c:pt idx="50">
                        <c:v>2.4442601439999998</c:v>
                      </c:pt>
                      <c:pt idx="51">
                        <c:v>1.6296932820000001</c:v>
                      </c:pt>
                      <c:pt idx="52">
                        <c:v>1.3897638000000001</c:v>
                      </c:pt>
                      <c:pt idx="53">
                        <c:v>2.0063455810000002</c:v>
                      </c:pt>
                      <c:pt idx="54">
                        <c:v>3.404682218</c:v>
                      </c:pt>
                      <c:pt idx="55">
                        <c:v>4.9074371680000004</c:v>
                      </c:pt>
                      <c:pt idx="56">
                        <c:v>5.9314439239999999</c:v>
                      </c:pt>
                      <c:pt idx="57">
                        <c:v>6.1223700699999997</c:v>
                      </c:pt>
                      <c:pt idx="58">
                        <c:v>6.1123701820000003</c:v>
                      </c:pt>
                      <c:pt idx="59">
                        <c:v>6.5478998989999999</c:v>
                      </c:pt>
                      <c:pt idx="60">
                        <c:v>7.0846762119999998</c:v>
                      </c:pt>
                      <c:pt idx="61">
                        <c:v>7.9704095700000002</c:v>
                      </c:pt>
                      <c:pt idx="62">
                        <c:v>8.1928820340000001</c:v>
                      </c:pt>
                      <c:pt idx="63">
                        <c:v>7.6841666100000001</c:v>
                      </c:pt>
                      <c:pt idx="64">
                        <c:v>6.7751097170000003</c:v>
                      </c:pt>
                      <c:pt idx="65">
                        <c:v>6.6220252110000004</c:v>
                      </c:pt>
                      <c:pt idx="66">
                        <c:v>6.8248383480000001</c:v>
                      </c:pt>
                      <c:pt idx="67">
                        <c:v>7.6608985059999997</c:v>
                      </c:pt>
                      <c:pt idx="68">
                        <c:v>8.4200750319999997</c:v>
                      </c:pt>
                      <c:pt idx="69">
                        <c:v>9.3028608120000005</c:v>
                      </c:pt>
                      <c:pt idx="70">
                        <c:v>9.1989926200000003</c:v>
                      </c:pt>
                      <c:pt idx="71">
                        <c:v>7.5875063310000002</c:v>
                      </c:pt>
                      <c:pt idx="72">
                        <c:v>5.3562100920000004</c:v>
                      </c:pt>
                      <c:pt idx="73">
                        <c:v>3.2838130109999999</c:v>
                      </c:pt>
                      <c:pt idx="74">
                        <c:v>2.0547713440000002</c:v>
                      </c:pt>
                      <c:pt idx="75">
                        <c:v>1.4404806720000001</c:v>
                      </c:pt>
                      <c:pt idx="76">
                        <c:v>1.3063538219999999</c:v>
                      </c:pt>
                      <c:pt idx="77">
                        <c:v>2.026119622</c:v>
                      </c:pt>
                      <c:pt idx="78">
                        <c:v>3.6190207980000002</c:v>
                      </c:pt>
                      <c:pt idx="79">
                        <c:v>4.8269055029999999</c:v>
                      </c:pt>
                      <c:pt idx="80">
                        <c:v>5.4472600179999997</c:v>
                      </c:pt>
                      <c:pt idx="81">
                        <c:v>5.3577903259999999</c:v>
                      </c:pt>
                      <c:pt idx="82">
                        <c:v>5.3662204039999999</c:v>
                      </c:pt>
                      <c:pt idx="83">
                        <c:v>5.8690643060000003</c:v>
                      </c:pt>
                      <c:pt idx="84">
                        <c:v>6.4364714919999999</c:v>
                      </c:pt>
                      <c:pt idx="85">
                        <c:v>7.0890010810000001</c:v>
                      </c:pt>
                      <c:pt idx="86">
                        <c:v>7.3409541540000003</c:v>
                      </c:pt>
                      <c:pt idx="87">
                        <c:v>6.939003102</c:v>
                      </c:pt>
                      <c:pt idx="88">
                        <c:v>6.3894443179999998</c:v>
                      </c:pt>
                      <c:pt idx="89">
                        <c:v>6.3331428230000002</c:v>
                      </c:pt>
                      <c:pt idx="90">
                        <c:v>6.5376190479999998</c:v>
                      </c:pt>
                      <c:pt idx="91">
                        <c:v>7.5111830350000002</c:v>
                      </c:pt>
                      <c:pt idx="92">
                        <c:v>8.3219997659999994</c:v>
                      </c:pt>
                      <c:pt idx="93">
                        <c:v>9.2204711960000001</c:v>
                      </c:pt>
                      <c:pt idx="94">
                        <c:v>8.9923062829999996</c:v>
                      </c:pt>
                      <c:pt idx="95">
                        <c:v>7.2887304840000002</c:v>
                      </c:pt>
                      <c:pt idx="96">
                        <c:v>4.9119957149999998</c:v>
                      </c:pt>
                      <c:pt idx="97">
                        <c:v>3.0350973259999998</c:v>
                      </c:pt>
                      <c:pt idx="98">
                        <c:v>1.91436373</c:v>
                      </c:pt>
                      <c:pt idx="99">
                        <c:v>1.3629293069999999</c:v>
                      </c:pt>
                      <c:pt idx="100">
                        <c:v>1.273838807</c:v>
                      </c:pt>
                      <c:pt idx="101">
                        <c:v>1.987950237</c:v>
                      </c:pt>
                      <c:pt idx="102">
                        <c:v>3.639870926</c:v>
                      </c:pt>
                      <c:pt idx="103">
                        <c:v>4.930765504</c:v>
                      </c:pt>
                      <c:pt idx="104">
                        <c:v>5.4531944059999997</c:v>
                      </c:pt>
                      <c:pt idx="105">
                        <c:v>5.2805274840000003</c:v>
                      </c:pt>
                      <c:pt idx="106">
                        <c:v>5.3937314199999999</c:v>
                      </c:pt>
                      <c:pt idx="107">
                        <c:v>5.9426712510000002</c:v>
                      </c:pt>
                      <c:pt idx="108">
                        <c:v>6.5735767789999997</c:v>
                      </c:pt>
                      <c:pt idx="109">
                        <c:v>7.2713545650000002</c:v>
                      </c:pt>
                      <c:pt idx="110">
                        <c:v>7.3612629460000001</c:v>
                      </c:pt>
                      <c:pt idx="111">
                        <c:v>6.9563174090000004</c:v>
                      </c:pt>
                      <c:pt idx="112">
                        <c:v>6.4158531879999998</c:v>
                      </c:pt>
                      <c:pt idx="113">
                        <c:v>6.2924828430000002</c:v>
                      </c:pt>
                      <c:pt idx="114">
                        <c:v>6.5172188139999996</c:v>
                      </c:pt>
                      <c:pt idx="115">
                        <c:v>7.4426012960000003</c:v>
                      </c:pt>
                      <c:pt idx="116">
                        <c:v>8.2308249450000002</c:v>
                      </c:pt>
                      <c:pt idx="117">
                        <c:v>9.1977219090000002</c:v>
                      </c:pt>
                      <c:pt idx="118">
                        <c:v>9.0392431779999995</c:v>
                      </c:pt>
                      <c:pt idx="119">
                        <c:v>7.377009224</c:v>
                      </c:pt>
                      <c:pt idx="120">
                        <c:v>5.0378799320000001</c:v>
                      </c:pt>
                      <c:pt idx="121">
                        <c:v>3.128953434</c:v>
                      </c:pt>
                      <c:pt idx="122">
                        <c:v>1.9769267530000001</c:v>
                      </c:pt>
                      <c:pt idx="123">
                        <c:v>1.3862330890000001</c:v>
                      </c:pt>
                      <c:pt idx="124">
                        <c:v>1.270292515</c:v>
                      </c:pt>
                      <c:pt idx="125">
                        <c:v>1.9412261500000001</c:v>
                      </c:pt>
                      <c:pt idx="126">
                        <c:v>3.6333256280000001</c:v>
                      </c:pt>
                      <c:pt idx="127">
                        <c:v>4.948959415</c:v>
                      </c:pt>
                      <c:pt idx="128">
                        <c:v>5.4854787280000004</c:v>
                      </c:pt>
                      <c:pt idx="129">
                        <c:v>5.3559008690000001</c:v>
                      </c:pt>
                      <c:pt idx="130">
                        <c:v>5.490780998</c:v>
                      </c:pt>
                      <c:pt idx="131">
                        <c:v>5.9731772449999996</c:v>
                      </c:pt>
                      <c:pt idx="132">
                        <c:v>6.7265161879999997</c:v>
                      </c:pt>
                      <c:pt idx="133">
                        <c:v>7.8062649369999999</c:v>
                      </c:pt>
                      <c:pt idx="134">
                        <c:v>7.9424122940000004</c:v>
                      </c:pt>
                      <c:pt idx="135">
                        <c:v>7.4439697069999999</c:v>
                      </c:pt>
                      <c:pt idx="136">
                        <c:v>6.5574421379999999</c:v>
                      </c:pt>
                      <c:pt idx="137">
                        <c:v>6.3891161990000001</c:v>
                      </c:pt>
                      <c:pt idx="138">
                        <c:v>6.8368687880000003</c:v>
                      </c:pt>
                      <c:pt idx="139">
                        <c:v>7.7791662600000002</c:v>
                      </c:pt>
                      <c:pt idx="140">
                        <c:v>8.4108146829999999</c:v>
                      </c:pt>
                      <c:pt idx="141">
                        <c:v>9.2767085179999995</c:v>
                      </c:pt>
                      <c:pt idx="142">
                        <c:v>9.0841297619999999</c:v>
                      </c:pt>
                      <c:pt idx="143">
                        <c:v>7.3427555580000003</c:v>
                      </c:pt>
                      <c:pt idx="144">
                        <c:v>5.0214179909999999</c:v>
                      </c:pt>
                      <c:pt idx="145">
                        <c:v>3.1665706560000002</c:v>
                      </c:pt>
                      <c:pt idx="146">
                        <c:v>1.987427329</c:v>
                      </c:pt>
                      <c:pt idx="147">
                        <c:v>1.388535901</c:v>
                      </c:pt>
                      <c:pt idx="148">
                        <c:v>1.2841381839999999</c:v>
                      </c:pt>
                      <c:pt idx="149">
                        <c:v>1.9951206889999999</c:v>
                      </c:pt>
                      <c:pt idx="150">
                        <c:v>3.7835931760000001</c:v>
                      </c:pt>
                      <c:pt idx="151">
                        <c:v>5.072948899</c:v>
                      </c:pt>
                      <c:pt idx="152">
                        <c:v>5.601123029</c:v>
                      </c:pt>
                      <c:pt idx="153">
                        <c:v>5.3872196600000004</c:v>
                      </c:pt>
                      <c:pt idx="154">
                        <c:v>5.4048394679999996</c:v>
                      </c:pt>
                      <c:pt idx="155">
                        <c:v>5.9129337169999996</c:v>
                      </c:pt>
                      <c:pt idx="156">
                        <c:v>6.5458766639999997</c:v>
                      </c:pt>
                      <c:pt idx="157">
                        <c:v>7.1960195950000001</c:v>
                      </c:pt>
                      <c:pt idx="158">
                        <c:v>7.361450187</c:v>
                      </c:pt>
                      <c:pt idx="159">
                        <c:v>6.993750758</c:v>
                      </c:pt>
                      <c:pt idx="160">
                        <c:v>6.5761770899999998</c:v>
                      </c:pt>
                      <c:pt idx="161">
                        <c:v>6.4013208390000003</c:v>
                      </c:pt>
                      <c:pt idx="162">
                        <c:v>6.6089831200000004</c:v>
                      </c:pt>
                      <c:pt idx="163">
                        <c:v>7.5366182500000001</c:v>
                      </c:pt>
                      <c:pt idx="164">
                        <c:v>8.3257979540000004</c:v>
                      </c:pt>
                      <c:pt idx="165">
                        <c:v>9.1962245199999995</c:v>
                      </c:pt>
                      <c:pt idx="166">
                        <c:v>9.0058898149999997</c:v>
                      </c:pt>
                      <c:pt idx="167">
                        <c:v>7.3233770329999999</c:v>
                      </c:pt>
                      <c:pt idx="168">
                        <c:v>4.9799854149999998</c:v>
                      </c:pt>
                      <c:pt idx="169">
                        <c:v>3.088848788</c:v>
                      </c:pt>
                      <c:pt idx="170">
                        <c:v>1.9742204990000001</c:v>
                      </c:pt>
                      <c:pt idx="171">
                        <c:v>1.384902995</c:v>
                      </c:pt>
                      <c:pt idx="172">
                        <c:v>1.2829743300000001</c:v>
                      </c:pt>
                      <c:pt idx="173">
                        <c:v>2.0095633610000001</c:v>
                      </c:pt>
                      <c:pt idx="174">
                        <c:v>3.7531872420000001</c:v>
                      </c:pt>
                      <c:pt idx="175">
                        <c:v>5.1616944790000003</c:v>
                      </c:pt>
                      <c:pt idx="176">
                        <c:v>5.8037432899999999</c:v>
                      </c:pt>
                      <c:pt idx="177">
                        <c:v>5.8067993659999999</c:v>
                      </c:pt>
                      <c:pt idx="178">
                        <c:v>5.520260049</c:v>
                      </c:pt>
                      <c:pt idx="179">
                        <c:v>5.9388052419999999</c:v>
                      </c:pt>
                      <c:pt idx="180">
                        <c:v>6.6298139410000001</c:v>
                      </c:pt>
                      <c:pt idx="181">
                        <c:v>7.3691102160000002</c:v>
                      </c:pt>
                      <c:pt idx="182">
                        <c:v>7.5526503890000001</c:v>
                      </c:pt>
                      <c:pt idx="183">
                        <c:v>7.1391039559999996</c:v>
                      </c:pt>
                      <c:pt idx="184">
                        <c:v>6.470784836</c:v>
                      </c:pt>
                      <c:pt idx="185">
                        <c:v>6.326186892</c:v>
                      </c:pt>
                      <c:pt idx="186">
                        <c:v>6.7714275089999996</c:v>
                      </c:pt>
                      <c:pt idx="187">
                        <c:v>7.7071690310000003</c:v>
                      </c:pt>
                      <c:pt idx="188">
                        <c:v>8.3758175179999999</c:v>
                      </c:pt>
                      <c:pt idx="189">
                        <c:v>9.1636563550000005</c:v>
                      </c:pt>
                      <c:pt idx="190">
                        <c:v>9.0972336489999996</c:v>
                      </c:pt>
                      <c:pt idx="191">
                        <c:v>7.7491822539999999</c:v>
                      </c:pt>
                      <c:pt idx="192">
                        <c:v>5.6235765210000004</c:v>
                      </c:pt>
                      <c:pt idx="193">
                        <c:v>3.5933456669999999</c:v>
                      </c:pt>
                      <c:pt idx="194">
                        <c:v>2.2820451980000001</c:v>
                      </c:pt>
                      <c:pt idx="195">
                        <c:v>1.730693362</c:v>
                      </c:pt>
                      <c:pt idx="196">
                        <c:v>1.4470870330000001</c:v>
                      </c:pt>
                      <c:pt idx="197">
                        <c:v>1.959951043</c:v>
                      </c:pt>
                      <c:pt idx="198">
                        <c:v>3.273718954</c:v>
                      </c:pt>
                      <c:pt idx="199">
                        <c:v>4.8006295379999999</c:v>
                      </c:pt>
                      <c:pt idx="200">
                        <c:v>6.1722649289999998</c:v>
                      </c:pt>
                      <c:pt idx="201">
                        <c:v>6.3861901430000003</c:v>
                      </c:pt>
                      <c:pt idx="202">
                        <c:v>6.4715610510000001</c:v>
                      </c:pt>
                      <c:pt idx="203">
                        <c:v>6.9235972439999998</c:v>
                      </c:pt>
                      <c:pt idx="204">
                        <c:v>7.1087788500000002</c:v>
                      </c:pt>
                      <c:pt idx="205">
                        <c:v>7.683130566</c:v>
                      </c:pt>
                      <c:pt idx="206">
                        <c:v>8.4677699519999994</c:v>
                      </c:pt>
                      <c:pt idx="207">
                        <c:v>7.8918317900000003</c:v>
                      </c:pt>
                      <c:pt idx="208">
                        <c:v>7.12246544</c:v>
                      </c:pt>
                      <c:pt idx="209">
                        <c:v>6.9107134129999999</c:v>
                      </c:pt>
                      <c:pt idx="210">
                        <c:v>7.1334160779999998</c:v>
                      </c:pt>
                      <c:pt idx="211">
                        <c:v>7.8349654329999998</c:v>
                      </c:pt>
                      <c:pt idx="212">
                        <c:v>8.6430974169999999</c:v>
                      </c:pt>
                      <c:pt idx="213">
                        <c:v>9.3700969559999994</c:v>
                      </c:pt>
                      <c:pt idx="214">
                        <c:v>9.2304048259999991</c:v>
                      </c:pt>
                      <c:pt idx="215">
                        <c:v>7.7726746809999998</c:v>
                      </c:pt>
                      <c:pt idx="216">
                        <c:v>5.6262480110000004</c:v>
                      </c:pt>
                      <c:pt idx="217">
                        <c:v>3.4857497190000002</c:v>
                      </c:pt>
                      <c:pt idx="218">
                        <c:v>2.2153783429999998</c:v>
                      </c:pt>
                      <c:pt idx="219">
                        <c:v>1.566301714</c:v>
                      </c:pt>
                      <c:pt idx="220">
                        <c:v>1.343842209</c:v>
                      </c:pt>
                      <c:pt idx="221">
                        <c:v>1.915448225</c:v>
                      </c:pt>
                      <c:pt idx="222">
                        <c:v>3.3719643119999998</c:v>
                      </c:pt>
                      <c:pt idx="223">
                        <c:v>4.8553758589999996</c:v>
                      </c:pt>
                      <c:pt idx="224">
                        <c:v>5.844275541</c:v>
                      </c:pt>
                      <c:pt idx="225">
                        <c:v>5.9228893009999997</c:v>
                      </c:pt>
                      <c:pt idx="226">
                        <c:v>5.8122967919999997</c:v>
                      </c:pt>
                      <c:pt idx="227">
                        <c:v>6.2039788700000003</c:v>
                      </c:pt>
                      <c:pt idx="228">
                        <c:v>6.622553913</c:v>
                      </c:pt>
                      <c:pt idx="229">
                        <c:v>7.5164676300000002</c:v>
                      </c:pt>
                      <c:pt idx="230">
                        <c:v>7.7568940629999998</c:v>
                      </c:pt>
                      <c:pt idx="231">
                        <c:v>7.309654739</c:v>
                      </c:pt>
                      <c:pt idx="232">
                        <c:v>6.5355932240000003</c:v>
                      </c:pt>
                      <c:pt idx="233">
                        <c:v>6.4507306849999999</c:v>
                      </c:pt>
                      <c:pt idx="234">
                        <c:v>6.803146935</c:v>
                      </c:pt>
                      <c:pt idx="235">
                        <c:v>7.6126929700000003</c:v>
                      </c:pt>
                      <c:pt idx="236">
                        <c:v>8.4355205120000001</c:v>
                      </c:pt>
                      <c:pt idx="237">
                        <c:v>9.1625516890000007</c:v>
                      </c:pt>
                      <c:pt idx="238">
                        <c:v>8.8517912800000005</c:v>
                      </c:pt>
                      <c:pt idx="239">
                        <c:v>7.0809521220000002</c:v>
                      </c:pt>
                      <c:pt idx="240">
                        <c:v>4.8257180010000003</c:v>
                      </c:pt>
                      <c:pt idx="241">
                        <c:v>2.972623172</c:v>
                      </c:pt>
                      <c:pt idx="242">
                        <c:v>1.922768231</c:v>
                      </c:pt>
                      <c:pt idx="243">
                        <c:v>1.394180486</c:v>
                      </c:pt>
                      <c:pt idx="244">
                        <c:v>1.304356297</c:v>
                      </c:pt>
                      <c:pt idx="245">
                        <c:v>1.86239244</c:v>
                      </c:pt>
                      <c:pt idx="246">
                        <c:v>3.4823714959999998</c:v>
                      </c:pt>
                      <c:pt idx="247">
                        <c:v>4.7461934049999996</c:v>
                      </c:pt>
                      <c:pt idx="248">
                        <c:v>5.372065911</c:v>
                      </c:pt>
                      <c:pt idx="249">
                        <c:v>5.1049779449999999</c:v>
                      </c:pt>
                      <c:pt idx="250">
                        <c:v>5.0928352490000002</c:v>
                      </c:pt>
                      <c:pt idx="251">
                        <c:v>5.510345117</c:v>
                      </c:pt>
                      <c:pt idx="252">
                        <c:v>6.1186478759999998</c:v>
                      </c:pt>
                      <c:pt idx="253">
                        <c:v>6.7995683939999996</c:v>
                      </c:pt>
                      <c:pt idx="254">
                        <c:v>7.0164709729999997</c:v>
                      </c:pt>
                      <c:pt idx="255">
                        <c:v>6.6232802250000002</c:v>
                      </c:pt>
                      <c:pt idx="256">
                        <c:v>6.2680332160000001</c:v>
                      </c:pt>
                      <c:pt idx="257">
                        <c:v>6.1743098769999998</c:v>
                      </c:pt>
                      <c:pt idx="258">
                        <c:v>6.5583728399999996</c:v>
                      </c:pt>
                      <c:pt idx="259">
                        <c:v>7.4075151830000001</c:v>
                      </c:pt>
                      <c:pt idx="260">
                        <c:v>8.2110770520000003</c:v>
                      </c:pt>
                      <c:pt idx="261">
                        <c:v>8.9539187089999999</c:v>
                      </c:pt>
                      <c:pt idx="262">
                        <c:v>8.6301274249999995</c:v>
                      </c:pt>
                      <c:pt idx="263">
                        <c:v>6.7613309030000002</c:v>
                      </c:pt>
                      <c:pt idx="264">
                        <c:v>4.5899352740000001</c:v>
                      </c:pt>
                      <c:pt idx="265">
                        <c:v>2.8337986829999999</c:v>
                      </c:pt>
                      <c:pt idx="266">
                        <c:v>1.820678682</c:v>
                      </c:pt>
                      <c:pt idx="267">
                        <c:v>1.346092434</c:v>
                      </c:pt>
                      <c:pt idx="268">
                        <c:v>1.2431518690000001</c:v>
                      </c:pt>
                      <c:pt idx="269">
                        <c:v>1.8568205499999999</c:v>
                      </c:pt>
                      <c:pt idx="270">
                        <c:v>3.4987982620000002</c:v>
                      </c:pt>
                      <c:pt idx="271">
                        <c:v>4.8135264539999998</c:v>
                      </c:pt>
                      <c:pt idx="272">
                        <c:v>5.3183317160000003</c:v>
                      </c:pt>
                      <c:pt idx="273">
                        <c:v>5.163462794</c:v>
                      </c:pt>
                      <c:pt idx="274">
                        <c:v>5.2375581960000002</c:v>
                      </c:pt>
                      <c:pt idx="275">
                        <c:v>5.6816672229999998</c:v>
                      </c:pt>
                      <c:pt idx="276">
                        <c:v>6.2823380899999997</c:v>
                      </c:pt>
                      <c:pt idx="277">
                        <c:v>6.8899665270000003</c:v>
                      </c:pt>
                      <c:pt idx="278">
                        <c:v>7.0653846390000004</c:v>
                      </c:pt>
                      <c:pt idx="279">
                        <c:v>6.6369847860000002</c:v>
                      </c:pt>
                      <c:pt idx="280">
                        <c:v>6.2519756119999998</c:v>
                      </c:pt>
                      <c:pt idx="281">
                        <c:v>6.2373222789999998</c:v>
                      </c:pt>
                      <c:pt idx="282">
                        <c:v>6.6287070290000001</c:v>
                      </c:pt>
                      <c:pt idx="283">
                        <c:v>7.5551767649999997</c:v>
                      </c:pt>
                      <c:pt idx="284">
                        <c:v>8.4042173909999995</c:v>
                      </c:pt>
                      <c:pt idx="285">
                        <c:v>9.1847584700000002</c:v>
                      </c:pt>
                      <c:pt idx="286">
                        <c:v>8.7557741010000001</c:v>
                      </c:pt>
                      <c:pt idx="287">
                        <c:v>6.9256430590000004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F782-4DD4-8B67-32577BCE01C1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12-10-2026'!$G$1</c15:sqref>
                        </c15:formulaRef>
                      </c:ext>
                    </c:extLst>
                    <c:strCache>
                      <c:ptCount val="1"/>
                      <c:pt idx="0">
                        <c:v>ANB-DGW2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12-10-2026'!$G$2:$G$289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47.511409247000003</c:v>
                      </c:pt>
                      <c:pt idx="1">
                        <c:v>30.261688896999999</c:v>
                      </c:pt>
                      <c:pt idx="2">
                        <c:v>18.441350612000001</c:v>
                      </c:pt>
                      <c:pt idx="3">
                        <c:v>12.186051357</c:v>
                      </c:pt>
                      <c:pt idx="4">
                        <c:v>9.9829983599999998</c:v>
                      </c:pt>
                      <c:pt idx="5">
                        <c:v>13.404103966999999</c:v>
                      </c:pt>
                      <c:pt idx="6">
                        <c:v>23.813706286999999</c:v>
                      </c:pt>
                      <c:pt idx="7">
                        <c:v>34.693166363000003</c:v>
                      </c:pt>
                      <c:pt idx="8">
                        <c:v>41.922843976999999</c:v>
                      </c:pt>
                      <c:pt idx="9">
                        <c:v>44.996948080000003</c:v>
                      </c:pt>
                      <c:pt idx="10">
                        <c:v>49.089957394000002</c:v>
                      </c:pt>
                      <c:pt idx="11">
                        <c:v>54.617369936999999</c:v>
                      </c:pt>
                      <c:pt idx="12">
                        <c:v>58.535290674999999</c:v>
                      </c:pt>
                      <c:pt idx="13">
                        <c:v>65.911746336999997</c:v>
                      </c:pt>
                      <c:pt idx="14">
                        <c:v>66.948246341000001</c:v>
                      </c:pt>
                      <c:pt idx="15">
                        <c:v>63.835610035000002</c:v>
                      </c:pt>
                      <c:pt idx="16">
                        <c:v>59.038364053999999</c:v>
                      </c:pt>
                      <c:pt idx="17">
                        <c:v>61.244154543999997</c:v>
                      </c:pt>
                      <c:pt idx="18">
                        <c:v>61.755335893999998</c:v>
                      </c:pt>
                      <c:pt idx="19">
                        <c:v>71.889217137000003</c:v>
                      </c:pt>
                      <c:pt idx="20">
                        <c:v>80.397321027999993</c:v>
                      </c:pt>
                      <c:pt idx="21">
                        <c:v>88.033940095999995</c:v>
                      </c:pt>
                      <c:pt idx="22">
                        <c:v>85.625082254999995</c:v>
                      </c:pt>
                      <c:pt idx="23">
                        <c:v>72.325666167999998</c:v>
                      </c:pt>
                      <c:pt idx="24">
                        <c:v>53.104406437000002</c:v>
                      </c:pt>
                      <c:pt idx="25">
                        <c:v>35.139571658000001</c:v>
                      </c:pt>
                      <c:pt idx="26">
                        <c:v>21.527867783000001</c:v>
                      </c:pt>
                      <c:pt idx="27">
                        <c:v>13.908022512000001</c:v>
                      </c:pt>
                      <c:pt idx="28">
                        <c:v>10.508744052999999</c:v>
                      </c:pt>
                      <c:pt idx="29">
                        <c:v>13.009299228</c:v>
                      </c:pt>
                      <c:pt idx="30">
                        <c:v>20.882449929</c:v>
                      </c:pt>
                      <c:pt idx="31">
                        <c:v>30.978758026000001</c:v>
                      </c:pt>
                      <c:pt idx="32">
                        <c:v>42.089689219999997</c:v>
                      </c:pt>
                      <c:pt idx="33">
                        <c:v>49.093742100999997</c:v>
                      </c:pt>
                      <c:pt idx="34">
                        <c:v>54.719924220999999</c:v>
                      </c:pt>
                      <c:pt idx="35">
                        <c:v>60.868566031</c:v>
                      </c:pt>
                      <c:pt idx="36">
                        <c:v>60.943382477</c:v>
                      </c:pt>
                      <c:pt idx="37">
                        <c:v>66.733165812999999</c:v>
                      </c:pt>
                      <c:pt idx="38">
                        <c:v>76.907949803999998</c:v>
                      </c:pt>
                      <c:pt idx="39">
                        <c:v>70.270717697999999</c:v>
                      </c:pt>
                      <c:pt idx="40">
                        <c:v>63.020235450000001</c:v>
                      </c:pt>
                      <c:pt idx="41">
                        <c:v>63.932035069999998</c:v>
                      </c:pt>
                      <c:pt idx="42">
                        <c:v>62.937025122000001</c:v>
                      </c:pt>
                      <c:pt idx="43">
                        <c:v>72.714775541999998</c:v>
                      </c:pt>
                      <c:pt idx="44">
                        <c:v>82.263653555999994</c:v>
                      </c:pt>
                      <c:pt idx="45">
                        <c:v>91.075288326999996</c:v>
                      </c:pt>
                      <c:pt idx="46">
                        <c:v>88.163341684000002</c:v>
                      </c:pt>
                      <c:pt idx="47">
                        <c:v>74.604524318000003</c:v>
                      </c:pt>
                      <c:pt idx="48">
                        <c:v>54.970175130000001</c:v>
                      </c:pt>
                      <c:pt idx="49">
                        <c:v>36.077479998999998</c:v>
                      </c:pt>
                      <c:pt idx="50">
                        <c:v>21.632065353000002</c:v>
                      </c:pt>
                      <c:pt idx="51">
                        <c:v>13.826046643</c:v>
                      </c:pt>
                      <c:pt idx="52">
                        <c:v>10.524536046</c:v>
                      </c:pt>
                      <c:pt idx="53">
                        <c:v>13.099282514</c:v>
                      </c:pt>
                      <c:pt idx="54">
                        <c:v>21.796752783999999</c:v>
                      </c:pt>
                      <c:pt idx="55">
                        <c:v>32.507707259999997</c:v>
                      </c:pt>
                      <c:pt idx="56">
                        <c:v>42.480232780000001</c:v>
                      </c:pt>
                      <c:pt idx="57">
                        <c:v>48.156275856000001</c:v>
                      </c:pt>
                      <c:pt idx="58">
                        <c:v>52.028578140999997</c:v>
                      </c:pt>
                      <c:pt idx="59">
                        <c:v>57.568747561999999</c:v>
                      </c:pt>
                      <c:pt idx="60">
                        <c:v>59.904330793</c:v>
                      </c:pt>
                      <c:pt idx="61">
                        <c:v>69.311233690999998</c:v>
                      </c:pt>
                      <c:pt idx="62">
                        <c:v>71.054797621999995</c:v>
                      </c:pt>
                      <c:pt idx="63">
                        <c:v>66.297946413000005</c:v>
                      </c:pt>
                      <c:pt idx="64">
                        <c:v>60.872256325999999</c:v>
                      </c:pt>
                      <c:pt idx="65">
                        <c:v>62.900011861999999</c:v>
                      </c:pt>
                      <c:pt idx="66">
                        <c:v>62.202384678999998</c:v>
                      </c:pt>
                      <c:pt idx="67">
                        <c:v>71.027003965999995</c:v>
                      </c:pt>
                      <c:pt idx="68">
                        <c:v>80.352965878999996</c:v>
                      </c:pt>
                      <c:pt idx="69">
                        <c:v>88.081876535999996</c:v>
                      </c:pt>
                      <c:pt idx="70">
                        <c:v>83.736897706999997</c:v>
                      </c:pt>
                      <c:pt idx="71">
                        <c:v>67.693725211</c:v>
                      </c:pt>
                      <c:pt idx="72">
                        <c:v>46.992102365999997</c:v>
                      </c:pt>
                      <c:pt idx="73">
                        <c:v>29.086811900000001</c:v>
                      </c:pt>
                      <c:pt idx="74">
                        <c:v>17.667279406999999</c:v>
                      </c:pt>
                      <c:pt idx="75">
                        <c:v>11.793850874</c:v>
                      </c:pt>
                      <c:pt idx="76">
                        <c:v>9.6510215349999999</c:v>
                      </c:pt>
                      <c:pt idx="77">
                        <c:v>12.86628275</c:v>
                      </c:pt>
                      <c:pt idx="78">
                        <c:v>23.015622254</c:v>
                      </c:pt>
                      <c:pt idx="79">
                        <c:v>32.803813605000002</c:v>
                      </c:pt>
                      <c:pt idx="80">
                        <c:v>40.326682576000003</c:v>
                      </c:pt>
                      <c:pt idx="81">
                        <c:v>43.633605946000003</c:v>
                      </c:pt>
                      <c:pt idx="82">
                        <c:v>47.328490541000001</c:v>
                      </c:pt>
                      <c:pt idx="83">
                        <c:v>52.826990971000001</c:v>
                      </c:pt>
                      <c:pt idx="84">
                        <c:v>55.696036861000003</c:v>
                      </c:pt>
                      <c:pt idx="85">
                        <c:v>62.545650934000001</c:v>
                      </c:pt>
                      <c:pt idx="86">
                        <c:v>64.043521335999998</c:v>
                      </c:pt>
                      <c:pt idx="87">
                        <c:v>60.166320151000001</c:v>
                      </c:pt>
                      <c:pt idx="88">
                        <c:v>58.442513228000003</c:v>
                      </c:pt>
                      <c:pt idx="89">
                        <c:v>61.468572444000003</c:v>
                      </c:pt>
                      <c:pt idx="90">
                        <c:v>61.211213188999999</c:v>
                      </c:pt>
                      <c:pt idx="91">
                        <c:v>70.413755367999997</c:v>
                      </c:pt>
                      <c:pt idx="92">
                        <c:v>80.723564240000002</c:v>
                      </c:pt>
                      <c:pt idx="93">
                        <c:v>87.833691341999995</c:v>
                      </c:pt>
                      <c:pt idx="94">
                        <c:v>82.232936480999996</c:v>
                      </c:pt>
                      <c:pt idx="95">
                        <c:v>65.273148737</c:v>
                      </c:pt>
                      <c:pt idx="96">
                        <c:v>44.207584251999997</c:v>
                      </c:pt>
                      <c:pt idx="97">
                        <c:v>27.190336744</c:v>
                      </c:pt>
                      <c:pt idx="98">
                        <c:v>16.572476524999999</c:v>
                      </c:pt>
                      <c:pt idx="99">
                        <c:v>11.242066578999999</c:v>
                      </c:pt>
                      <c:pt idx="100">
                        <c:v>9.4115247019999995</c:v>
                      </c:pt>
                      <c:pt idx="101">
                        <c:v>12.821405582000001</c:v>
                      </c:pt>
                      <c:pt idx="102">
                        <c:v>23.371351092000001</c:v>
                      </c:pt>
                      <c:pt idx="103">
                        <c:v>33.641014521999999</c:v>
                      </c:pt>
                      <c:pt idx="104">
                        <c:v>40.694237456000003</c:v>
                      </c:pt>
                      <c:pt idx="105">
                        <c:v>43.713809032</c:v>
                      </c:pt>
                      <c:pt idx="106">
                        <c:v>47.432301404999997</c:v>
                      </c:pt>
                      <c:pt idx="107">
                        <c:v>53.289710495000001</c:v>
                      </c:pt>
                      <c:pt idx="108">
                        <c:v>56.320413099</c:v>
                      </c:pt>
                      <c:pt idx="109">
                        <c:v>63.179490168000001</c:v>
                      </c:pt>
                      <c:pt idx="110">
                        <c:v>63.488223605999998</c:v>
                      </c:pt>
                      <c:pt idx="111">
                        <c:v>59.966166993000002</c:v>
                      </c:pt>
                      <c:pt idx="112">
                        <c:v>58.346847584000002</c:v>
                      </c:pt>
                      <c:pt idx="113">
                        <c:v>60.184656650000001</c:v>
                      </c:pt>
                      <c:pt idx="114">
                        <c:v>60.22353159</c:v>
                      </c:pt>
                      <c:pt idx="115">
                        <c:v>69.813939726000001</c:v>
                      </c:pt>
                      <c:pt idx="116">
                        <c:v>80.495327774000003</c:v>
                      </c:pt>
                      <c:pt idx="117">
                        <c:v>88.533508384000001</c:v>
                      </c:pt>
                      <c:pt idx="118">
                        <c:v>82.962420069999993</c:v>
                      </c:pt>
                      <c:pt idx="119">
                        <c:v>66.104537351000005</c:v>
                      </c:pt>
                      <c:pt idx="120">
                        <c:v>44.873075892000003</c:v>
                      </c:pt>
                      <c:pt idx="121">
                        <c:v>27.57303812</c:v>
                      </c:pt>
                      <c:pt idx="122">
                        <c:v>16.621517268000002</c:v>
                      </c:pt>
                      <c:pt idx="123">
                        <c:v>11.281965469999999</c:v>
                      </c:pt>
                      <c:pt idx="124">
                        <c:v>9.3506036849999994</c:v>
                      </c:pt>
                      <c:pt idx="125">
                        <c:v>12.760232415999999</c:v>
                      </c:pt>
                      <c:pt idx="126">
                        <c:v>23.556166643000001</c:v>
                      </c:pt>
                      <c:pt idx="127">
                        <c:v>34.114734446</c:v>
                      </c:pt>
                      <c:pt idx="128">
                        <c:v>41.290777517999999</c:v>
                      </c:pt>
                      <c:pt idx="129">
                        <c:v>44.418639546999998</c:v>
                      </c:pt>
                      <c:pt idx="130">
                        <c:v>48.494789523999998</c:v>
                      </c:pt>
                      <c:pt idx="131">
                        <c:v>53.590850392</c:v>
                      </c:pt>
                      <c:pt idx="132">
                        <c:v>58.021036203999998</c:v>
                      </c:pt>
                      <c:pt idx="133">
                        <c:v>68.218780664999997</c:v>
                      </c:pt>
                      <c:pt idx="134">
                        <c:v>68.730732070000002</c:v>
                      </c:pt>
                      <c:pt idx="135">
                        <c:v>63.711948880999998</c:v>
                      </c:pt>
                      <c:pt idx="136">
                        <c:v>59.574636974000001</c:v>
                      </c:pt>
                      <c:pt idx="137">
                        <c:v>61.333775393000003</c:v>
                      </c:pt>
                      <c:pt idx="138">
                        <c:v>65.287078025</c:v>
                      </c:pt>
                      <c:pt idx="139">
                        <c:v>74.393602184000002</c:v>
                      </c:pt>
                      <c:pt idx="140">
                        <c:v>81.779861263000001</c:v>
                      </c:pt>
                      <c:pt idx="141">
                        <c:v>88.966158358000001</c:v>
                      </c:pt>
                      <c:pt idx="142">
                        <c:v>83.149008029000001</c:v>
                      </c:pt>
                      <c:pt idx="143">
                        <c:v>65.833350154000001</c:v>
                      </c:pt>
                      <c:pt idx="144">
                        <c:v>45.924961814</c:v>
                      </c:pt>
                      <c:pt idx="145">
                        <c:v>28.656742126000001</c:v>
                      </c:pt>
                      <c:pt idx="146">
                        <c:v>17.777443373000001</c:v>
                      </c:pt>
                      <c:pt idx="147">
                        <c:v>11.649677462</c:v>
                      </c:pt>
                      <c:pt idx="148">
                        <c:v>9.4913915339999999</c:v>
                      </c:pt>
                      <c:pt idx="149">
                        <c:v>13.105804461</c:v>
                      </c:pt>
                      <c:pt idx="150">
                        <c:v>24.388407367999999</c:v>
                      </c:pt>
                      <c:pt idx="151">
                        <c:v>34.760777384999997</c:v>
                      </c:pt>
                      <c:pt idx="152">
                        <c:v>42.072776740999998</c:v>
                      </c:pt>
                      <c:pt idx="153">
                        <c:v>45.041554845</c:v>
                      </c:pt>
                      <c:pt idx="154">
                        <c:v>48.397478290000002</c:v>
                      </c:pt>
                      <c:pt idx="155">
                        <c:v>53.613273972999998</c:v>
                      </c:pt>
                      <c:pt idx="156">
                        <c:v>56.543968110999998</c:v>
                      </c:pt>
                      <c:pt idx="157">
                        <c:v>63.092632768999998</c:v>
                      </c:pt>
                      <c:pt idx="158">
                        <c:v>64.391629588000001</c:v>
                      </c:pt>
                      <c:pt idx="159">
                        <c:v>60.295074559</c:v>
                      </c:pt>
                      <c:pt idx="160">
                        <c:v>59.495068693</c:v>
                      </c:pt>
                      <c:pt idx="161">
                        <c:v>61.504813714999997</c:v>
                      </c:pt>
                      <c:pt idx="162">
                        <c:v>61.457531164000002</c:v>
                      </c:pt>
                      <c:pt idx="163">
                        <c:v>70.676275451999999</c:v>
                      </c:pt>
                      <c:pt idx="164">
                        <c:v>80.608753027000006</c:v>
                      </c:pt>
                      <c:pt idx="165">
                        <c:v>87.425035737000002</c:v>
                      </c:pt>
                      <c:pt idx="166">
                        <c:v>82.816538816999994</c:v>
                      </c:pt>
                      <c:pt idx="167">
                        <c:v>65.830168458000003</c:v>
                      </c:pt>
                      <c:pt idx="168">
                        <c:v>45.186680437</c:v>
                      </c:pt>
                      <c:pt idx="169">
                        <c:v>27.755695317000001</c:v>
                      </c:pt>
                      <c:pt idx="170">
                        <c:v>16.935103607999999</c:v>
                      </c:pt>
                      <c:pt idx="171">
                        <c:v>11.492282144000001</c:v>
                      </c:pt>
                      <c:pt idx="172">
                        <c:v>9.5651195720000004</c:v>
                      </c:pt>
                      <c:pt idx="173">
                        <c:v>13.15231943</c:v>
                      </c:pt>
                      <c:pt idx="174">
                        <c:v>24.631885273000002</c:v>
                      </c:pt>
                      <c:pt idx="175">
                        <c:v>35.935021339999999</c:v>
                      </c:pt>
                      <c:pt idx="176">
                        <c:v>44.823407138</c:v>
                      </c:pt>
                      <c:pt idx="177">
                        <c:v>50.678988623000002</c:v>
                      </c:pt>
                      <c:pt idx="178">
                        <c:v>51.274164302000003</c:v>
                      </c:pt>
                      <c:pt idx="179">
                        <c:v>54.960015550999998</c:v>
                      </c:pt>
                      <c:pt idx="180">
                        <c:v>58.664489148999998</c:v>
                      </c:pt>
                      <c:pt idx="181">
                        <c:v>65.434298196</c:v>
                      </c:pt>
                      <c:pt idx="182">
                        <c:v>65.903418918</c:v>
                      </c:pt>
                      <c:pt idx="183">
                        <c:v>61.999650762999998</c:v>
                      </c:pt>
                      <c:pt idx="184">
                        <c:v>58.626652016000001</c:v>
                      </c:pt>
                      <c:pt idx="185">
                        <c:v>60.282403874000003</c:v>
                      </c:pt>
                      <c:pt idx="186">
                        <c:v>61.852694258</c:v>
                      </c:pt>
                      <c:pt idx="187">
                        <c:v>71.642152631000002</c:v>
                      </c:pt>
                      <c:pt idx="188">
                        <c:v>80.895417198000004</c:v>
                      </c:pt>
                      <c:pt idx="189">
                        <c:v>87.360227847999994</c:v>
                      </c:pt>
                      <c:pt idx="190">
                        <c:v>83.974901459999998</c:v>
                      </c:pt>
                      <c:pt idx="191">
                        <c:v>69.505522192000001</c:v>
                      </c:pt>
                      <c:pt idx="192">
                        <c:v>50.445295938999998</c:v>
                      </c:pt>
                      <c:pt idx="193">
                        <c:v>32.436112225999999</c:v>
                      </c:pt>
                      <c:pt idx="194">
                        <c:v>20.210916652000002</c:v>
                      </c:pt>
                      <c:pt idx="195">
                        <c:v>13.897170437</c:v>
                      </c:pt>
                      <c:pt idx="196">
                        <c:v>10.751502509</c:v>
                      </c:pt>
                      <c:pt idx="197">
                        <c:v>12.59331873</c:v>
                      </c:pt>
                      <c:pt idx="198">
                        <c:v>21.069804415</c:v>
                      </c:pt>
                      <c:pt idx="199">
                        <c:v>31.290775794000002</c:v>
                      </c:pt>
                      <c:pt idx="200">
                        <c:v>42.833637127999999</c:v>
                      </c:pt>
                      <c:pt idx="201">
                        <c:v>49.399098195999997</c:v>
                      </c:pt>
                      <c:pt idx="202">
                        <c:v>54.565292116999998</c:v>
                      </c:pt>
                      <c:pt idx="203">
                        <c:v>60.146389153999998</c:v>
                      </c:pt>
                      <c:pt idx="204">
                        <c:v>59.425285166000002</c:v>
                      </c:pt>
                      <c:pt idx="205">
                        <c:v>65.497511197999998</c:v>
                      </c:pt>
                      <c:pt idx="206">
                        <c:v>75.360096267000003</c:v>
                      </c:pt>
                      <c:pt idx="207">
                        <c:v>69.396905180000005</c:v>
                      </c:pt>
                      <c:pt idx="208">
                        <c:v>65.065639586000003</c:v>
                      </c:pt>
                      <c:pt idx="209">
                        <c:v>66.156557645000007</c:v>
                      </c:pt>
                      <c:pt idx="210">
                        <c:v>65.552811485999996</c:v>
                      </c:pt>
                      <c:pt idx="211">
                        <c:v>73.514976102000006</c:v>
                      </c:pt>
                      <c:pt idx="212">
                        <c:v>82.848893971999999</c:v>
                      </c:pt>
                      <c:pt idx="213">
                        <c:v>88.757830236000004</c:v>
                      </c:pt>
                      <c:pt idx="214">
                        <c:v>85.369229546</c:v>
                      </c:pt>
                      <c:pt idx="215">
                        <c:v>70.168747201000002</c:v>
                      </c:pt>
                      <c:pt idx="216">
                        <c:v>49.988693552000001</c:v>
                      </c:pt>
                      <c:pt idx="217">
                        <c:v>31.678886145</c:v>
                      </c:pt>
                      <c:pt idx="218">
                        <c:v>19.581068087999999</c:v>
                      </c:pt>
                      <c:pt idx="219">
                        <c:v>12.756287739999999</c:v>
                      </c:pt>
                      <c:pt idx="220">
                        <c:v>9.9562207709999999</c:v>
                      </c:pt>
                      <c:pt idx="221">
                        <c:v>12.43556901</c:v>
                      </c:pt>
                      <c:pt idx="222">
                        <c:v>21.688817799999999</c:v>
                      </c:pt>
                      <c:pt idx="223">
                        <c:v>32.129036523000003</c:v>
                      </c:pt>
                      <c:pt idx="224">
                        <c:v>42.016393831000002</c:v>
                      </c:pt>
                      <c:pt idx="225">
                        <c:v>46.680008993999998</c:v>
                      </c:pt>
                      <c:pt idx="226">
                        <c:v>49.867440918</c:v>
                      </c:pt>
                      <c:pt idx="227">
                        <c:v>54.765800468999998</c:v>
                      </c:pt>
                      <c:pt idx="228">
                        <c:v>56.550659222</c:v>
                      </c:pt>
                      <c:pt idx="229">
                        <c:v>65.629663008999998</c:v>
                      </c:pt>
                      <c:pt idx="230">
                        <c:v>67.614176215000001</c:v>
                      </c:pt>
                      <c:pt idx="231">
                        <c:v>62.931417144000001</c:v>
                      </c:pt>
                      <c:pt idx="232">
                        <c:v>59.660833457999999</c:v>
                      </c:pt>
                      <c:pt idx="233">
                        <c:v>61.493373022999997</c:v>
                      </c:pt>
                      <c:pt idx="234">
                        <c:v>62.603909201999997</c:v>
                      </c:pt>
                      <c:pt idx="235">
                        <c:v>70.589488758000002</c:v>
                      </c:pt>
                      <c:pt idx="236">
                        <c:v>81.091911745000004</c:v>
                      </c:pt>
                      <c:pt idx="237">
                        <c:v>87.387422108999999</c:v>
                      </c:pt>
                      <c:pt idx="238">
                        <c:v>80.793235385000003</c:v>
                      </c:pt>
                      <c:pt idx="239">
                        <c:v>63.393148019999998</c:v>
                      </c:pt>
                      <c:pt idx="240">
                        <c:v>43.086091244000002</c:v>
                      </c:pt>
                      <c:pt idx="241">
                        <c:v>26.402658299999999</c:v>
                      </c:pt>
                      <c:pt idx="242">
                        <c:v>16.244815729999999</c:v>
                      </c:pt>
                      <c:pt idx="243">
                        <c:v>11.184290013</c:v>
                      </c:pt>
                      <c:pt idx="244">
                        <c:v>9.3236476499999998</c:v>
                      </c:pt>
                      <c:pt idx="245">
                        <c:v>12.158859392</c:v>
                      </c:pt>
                      <c:pt idx="246">
                        <c:v>22.596257765000001</c:v>
                      </c:pt>
                      <c:pt idx="247">
                        <c:v>32.377409950999997</c:v>
                      </c:pt>
                      <c:pt idx="248">
                        <c:v>39.858803242999997</c:v>
                      </c:pt>
                      <c:pt idx="249">
                        <c:v>42.208417701000002</c:v>
                      </c:pt>
                      <c:pt idx="250">
                        <c:v>44.984509398999997</c:v>
                      </c:pt>
                      <c:pt idx="251">
                        <c:v>49.787967551000001</c:v>
                      </c:pt>
                      <c:pt idx="252">
                        <c:v>53.161978224000002</c:v>
                      </c:pt>
                      <c:pt idx="253">
                        <c:v>59.844706725000002</c:v>
                      </c:pt>
                      <c:pt idx="254">
                        <c:v>61.149668063</c:v>
                      </c:pt>
                      <c:pt idx="255">
                        <c:v>57.649253330000001</c:v>
                      </c:pt>
                      <c:pt idx="256">
                        <c:v>57.750488042999997</c:v>
                      </c:pt>
                      <c:pt idx="257">
                        <c:v>60.094707773000003</c:v>
                      </c:pt>
                      <c:pt idx="258">
                        <c:v>60.73584924</c:v>
                      </c:pt>
                      <c:pt idx="259">
                        <c:v>69.146521914000004</c:v>
                      </c:pt>
                      <c:pt idx="260">
                        <c:v>79.587772869999995</c:v>
                      </c:pt>
                      <c:pt idx="261">
                        <c:v>84.996813383000003</c:v>
                      </c:pt>
                      <c:pt idx="262">
                        <c:v>79.463821046999996</c:v>
                      </c:pt>
                      <c:pt idx="263">
                        <c:v>61.754117448000002</c:v>
                      </c:pt>
                      <c:pt idx="264">
                        <c:v>41.683394297</c:v>
                      </c:pt>
                      <c:pt idx="265">
                        <c:v>24.975028371000001</c:v>
                      </c:pt>
                      <c:pt idx="266">
                        <c:v>15.41513542</c:v>
                      </c:pt>
                      <c:pt idx="267">
                        <c:v>10.694172001</c:v>
                      </c:pt>
                      <c:pt idx="268">
                        <c:v>9.0126328069999992</c:v>
                      </c:pt>
                      <c:pt idx="269">
                        <c:v>12.063035548</c:v>
                      </c:pt>
                      <c:pt idx="270">
                        <c:v>22.964137665999999</c:v>
                      </c:pt>
                      <c:pt idx="271">
                        <c:v>33.145542847999998</c:v>
                      </c:pt>
                      <c:pt idx="272">
                        <c:v>39.968584853999999</c:v>
                      </c:pt>
                      <c:pt idx="273">
                        <c:v>42.794841431000002</c:v>
                      </c:pt>
                      <c:pt idx="274">
                        <c:v>45.969437421000002</c:v>
                      </c:pt>
                      <c:pt idx="275">
                        <c:v>51.555598809000003</c:v>
                      </c:pt>
                      <c:pt idx="276">
                        <c:v>54.154266708000002</c:v>
                      </c:pt>
                      <c:pt idx="277">
                        <c:v>60.840228842000002</c:v>
                      </c:pt>
                      <c:pt idx="278">
                        <c:v>61.292784801000003</c:v>
                      </c:pt>
                      <c:pt idx="279">
                        <c:v>57.977078210999998</c:v>
                      </c:pt>
                      <c:pt idx="280">
                        <c:v>57.678281339999998</c:v>
                      </c:pt>
                      <c:pt idx="281">
                        <c:v>59.740897908000001</c:v>
                      </c:pt>
                      <c:pt idx="282">
                        <c:v>60.986456838999999</c:v>
                      </c:pt>
                      <c:pt idx="283">
                        <c:v>70.068130495000005</c:v>
                      </c:pt>
                      <c:pt idx="284">
                        <c:v>80.525645830000002</c:v>
                      </c:pt>
                      <c:pt idx="285">
                        <c:v>86.284655873999995</c:v>
                      </c:pt>
                      <c:pt idx="286">
                        <c:v>79.874569952000002</c:v>
                      </c:pt>
                      <c:pt idx="287">
                        <c:v>61.699823975000001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F782-4DD4-8B67-32577BCE01C1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12-10-2026'!$H$1</c15:sqref>
                        </c15:formulaRef>
                      </c:ext>
                    </c:extLst>
                    <c:strCache>
                      <c:ptCount val="1"/>
                      <c:pt idx="0">
                        <c:v>ANB-DGW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12-10-2026'!$H$2:$H$289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90.231023515000004</c:v>
                      </c:pt>
                      <c:pt idx="1">
                        <c:v>57.593578663999999</c:v>
                      </c:pt>
                      <c:pt idx="2">
                        <c:v>35.160400335000006</c:v>
                      </c:pt>
                      <c:pt idx="3">
                        <c:v>23.22746901</c:v>
                      </c:pt>
                      <c:pt idx="4">
                        <c:v>18.877729713000001</c:v>
                      </c:pt>
                      <c:pt idx="5">
                        <c:v>25.364866827999997</c:v>
                      </c:pt>
                      <c:pt idx="6">
                        <c:v>44.544000797999999</c:v>
                      </c:pt>
                      <c:pt idx="7">
                        <c:v>64.889229517000004</c:v>
                      </c:pt>
                      <c:pt idx="8">
                        <c:v>78.367939471999989</c:v>
                      </c:pt>
                      <c:pt idx="9">
                        <c:v>84.289290187999995</c:v>
                      </c:pt>
                      <c:pt idx="10">
                        <c:v>91.777068330000006</c:v>
                      </c:pt>
                      <c:pt idx="11">
                        <c:v>102.262667998</c:v>
                      </c:pt>
                      <c:pt idx="12">
                        <c:v>109.51603559500001</c:v>
                      </c:pt>
                      <c:pt idx="13">
                        <c:v>123.568937166</c:v>
                      </c:pt>
                      <c:pt idx="14">
                        <c:v>125.78603016</c:v>
                      </c:pt>
                      <c:pt idx="15">
                        <c:v>119.944925574</c:v>
                      </c:pt>
                      <c:pt idx="16">
                        <c:v>110.79574732500001</c:v>
                      </c:pt>
                      <c:pt idx="17">
                        <c:v>114.73444766099999</c:v>
                      </c:pt>
                      <c:pt idx="18">
                        <c:v>115.64549514999999</c:v>
                      </c:pt>
                      <c:pt idx="19">
                        <c:v>134.78954435899999</c:v>
                      </c:pt>
                      <c:pt idx="20">
                        <c:v>150.84446549699999</c:v>
                      </c:pt>
                      <c:pt idx="21">
                        <c:v>165.487756147</c:v>
                      </c:pt>
                      <c:pt idx="22">
                        <c:v>161.143234514</c:v>
                      </c:pt>
                      <c:pt idx="23">
                        <c:v>136.61687214900002</c:v>
                      </c:pt>
                      <c:pt idx="24">
                        <c:v>100.645630458</c:v>
                      </c:pt>
                      <c:pt idx="25">
                        <c:v>66.484691867000009</c:v>
                      </c:pt>
                      <c:pt idx="26">
                        <c:v>40.972336560000002</c:v>
                      </c:pt>
                      <c:pt idx="27">
                        <c:v>26.597621345</c:v>
                      </c:pt>
                      <c:pt idx="28">
                        <c:v>20.056815722</c:v>
                      </c:pt>
                      <c:pt idx="29">
                        <c:v>24.482188491999999</c:v>
                      </c:pt>
                      <c:pt idx="30">
                        <c:v>38.923278382999996</c:v>
                      </c:pt>
                      <c:pt idx="31">
                        <c:v>58.099700231</c:v>
                      </c:pt>
                      <c:pt idx="32">
                        <c:v>79.007380450999989</c:v>
                      </c:pt>
                      <c:pt idx="33">
                        <c:v>92.213357895000001</c:v>
                      </c:pt>
                      <c:pt idx="34">
                        <c:v>102.83775610800001</c:v>
                      </c:pt>
                      <c:pt idx="35">
                        <c:v>114.655830283</c:v>
                      </c:pt>
                      <c:pt idx="36">
                        <c:v>115.182450226</c:v>
                      </c:pt>
                      <c:pt idx="37">
                        <c:v>126.196266967</c:v>
                      </c:pt>
                      <c:pt idx="38">
                        <c:v>144.88408942000001</c:v>
                      </c:pt>
                      <c:pt idx="39">
                        <c:v>133.68625767500001</c:v>
                      </c:pt>
                      <c:pt idx="40">
                        <c:v>119.56601803699999</c:v>
                      </c:pt>
                      <c:pt idx="41">
                        <c:v>120.863963535</c:v>
                      </c:pt>
                      <c:pt idx="42">
                        <c:v>118.6962082</c:v>
                      </c:pt>
                      <c:pt idx="43">
                        <c:v>136.70585679800001</c:v>
                      </c:pt>
                      <c:pt idx="44">
                        <c:v>154.62782814399998</c:v>
                      </c:pt>
                      <c:pt idx="45">
                        <c:v>171.14409347899999</c:v>
                      </c:pt>
                      <c:pt idx="46">
                        <c:v>166.22698759100001</c:v>
                      </c:pt>
                      <c:pt idx="47">
                        <c:v>141.30850387000001</c:v>
                      </c:pt>
                      <c:pt idx="48">
                        <c:v>104.497596168</c:v>
                      </c:pt>
                      <c:pt idx="49">
                        <c:v>68.643697716999995</c:v>
                      </c:pt>
                      <c:pt idx="50">
                        <c:v>41.292036519</c:v>
                      </c:pt>
                      <c:pt idx="51">
                        <c:v>26.296578928000002</c:v>
                      </c:pt>
                      <c:pt idx="52">
                        <c:v>19.841832142000001</c:v>
                      </c:pt>
                      <c:pt idx="53">
                        <c:v>24.744111098000001</c:v>
                      </c:pt>
                      <c:pt idx="54">
                        <c:v>40.843550694000001</c:v>
                      </c:pt>
                      <c:pt idx="55">
                        <c:v>61.025585554999992</c:v>
                      </c:pt>
                      <c:pt idx="56">
                        <c:v>79.920289412000002</c:v>
                      </c:pt>
                      <c:pt idx="57">
                        <c:v>90.472464293999991</c:v>
                      </c:pt>
                      <c:pt idx="58">
                        <c:v>97.794888380000003</c:v>
                      </c:pt>
                      <c:pt idx="59">
                        <c:v>108.080278076</c:v>
                      </c:pt>
                      <c:pt idx="60">
                        <c:v>112.85702682100001</c:v>
                      </c:pt>
                      <c:pt idx="61">
                        <c:v>130.18419555700001</c:v>
                      </c:pt>
                      <c:pt idx="62">
                        <c:v>133.36482815900001</c:v>
                      </c:pt>
                      <c:pt idx="63">
                        <c:v>124.67686399900001</c:v>
                      </c:pt>
                      <c:pt idx="64">
                        <c:v>114.365652548</c:v>
                      </c:pt>
                      <c:pt idx="65">
                        <c:v>117.85611062999999</c:v>
                      </c:pt>
                      <c:pt idx="66">
                        <c:v>116.58789991399999</c:v>
                      </c:pt>
                      <c:pt idx="67">
                        <c:v>133.03054594099999</c:v>
                      </c:pt>
                      <c:pt idx="68">
                        <c:v>150.74055155100001</c:v>
                      </c:pt>
                      <c:pt idx="69">
                        <c:v>165.41052727900001</c:v>
                      </c:pt>
                      <c:pt idx="70">
                        <c:v>157.68253085999999</c:v>
                      </c:pt>
                      <c:pt idx="71">
                        <c:v>128.13556153299999</c:v>
                      </c:pt>
                      <c:pt idx="72">
                        <c:v>89.268646243999996</c:v>
                      </c:pt>
                      <c:pt idx="73">
                        <c:v>55.395754460999996</c:v>
                      </c:pt>
                      <c:pt idx="74">
                        <c:v>33.696951298999998</c:v>
                      </c:pt>
                      <c:pt idx="75">
                        <c:v>22.448157852999998</c:v>
                      </c:pt>
                      <c:pt idx="76">
                        <c:v>18.330101051</c:v>
                      </c:pt>
                      <c:pt idx="77">
                        <c:v>24.240341917000002</c:v>
                      </c:pt>
                      <c:pt idx="78">
                        <c:v>42.951397178000001</c:v>
                      </c:pt>
                      <c:pt idx="79">
                        <c:v>61.333657262000003</c:v>
                      </c:pt>
                      <c:pt idx="80">
                        <c:v>75.401855963000003</c:v>
                      </c:pt>
                      <c:pt idx="81">
                        <c:v>81.544345440000001</c:v>
                      </c:pt>
                      <c:pt idx="82">
                        <c:v>88.334087635000003</c:v>
                      </c:pt>
                      <c:pt idx="83">
                        <c:v>98.700905781000003</c:v>
                      </c:pt>
                      <c:pt idx="84">
                        <c:v>104.38160721200001</c:v>
                      </c:pt>
                      <c:pt idx="85">
                        <c:v>117.03697043400001</c:v>
                      </c:pt>
                      <c:pt idx="86">
                        <c:v>119.92795061</c:v>
                      </c:pt>
                      <c:pt idx="87">
                        <c:v>112.920851129</c:v>
                      </c:pt>
                      <c:pt idx="88">
                        <c:v>109.628699928</c:v>
                      </c:pt>
                      <c:pt idx="89">
                        <c:v>115.25854099599999</c:v>
                      </c:pt>
                      <c:pt idx="90">
                        <c:v>114.97989344600001</c:v>
                      </c:pt>
                      <c:pt idx="91">
                        <c:v>132.085673689</c:v>
                      </c:pt>
                      <c:pt idx="92">
                        <c:v>151.04700009700002</c:v>
                      </c:pt>
                      <c:pt idx="93">
                        <c:v>164.592145644</c:v>
                      </c:pt>
                      <c:pt idx="94">
                        <c:v>154.599027933</c:v>
                      </c:pt>
                      <c:pt idx="95">
                        <c:v>123.07834201200001</c:v>
                      </c:pt>
                      <c:pt idx="96">
                        <c:v>83.698287597999993</c:v>
                      </c:pt>
                      <c:pt idx="97">
                        <c:v>51.762416727000002</c:v>
                      </c:pt>
                      <c:pt idx="98">
                        <c:v>31.838095512999999</c:v>
                      </c:pt>
                      <c:pt idx="99">
                        <c:v>21.608581051000002</c:v>
                      </c:pt>
                      <c:pt idx="100">
                        <c:v>17.923252814000001</c:v>
                      </c:pt>
                      <c:pt idx="101">
                        <c:v>24.285161260000002</c:v>
                      </c:pt>
                      <c:pt idx="102">
                        <c:v>44.001202996000004</c:v>
                      </c:pt>
                      <c:pt idx="103">
                        <c:v>63.262632558999996</c:v>
                      </c:pt>
                      <c:pt idx="104">
                        <c:v>76.074127994000008</c:v>
                      </c:pt>
                      <c:pt idx="105">
                        <c:v>81.903250677000003</c:v>
                      </c:pt>
                      <c:pt idx="106">
                        <c:v>88.585462078999996</c:v>
                      </c:pt>
                      <c:pt idx="107">
                        <c:v>99.627790763000007</c:v>
                      </c:pt>
                      <c:pt idx="108">
                        <c:v>105.62494225</c:v>
                      </c:pt>
                      <c:pt idx="109">
                        <c:v>118.13387672100001</c:v>
                      </c:pt>
                      <c:pt idx="110">
                        <c:v>119.00003507299999</c:v>
                      </c:pt>
                      <c:pt idx="111">
                        <c:v>112.447245053</c:v>
                      </c:pt>
                      <c:pt idx="112">
                        <c:v>109.213721746</c:v>
                      </c:pt>
                      <c:pt idx="113">
                        <c:v>112.805461063</c:v>
                      </c:pt>
                      <c:pt idx="114">
                        <c:v>113.14017844700001</c:v>
                      </c:pt>
                      <c:pt idx="115">
                        <c:v>131.11460091000001</c:v>
                      </c:pt>
                      <c:pt idx="116">
                        <c:v>150.6532971</c:v>
                      </c:pt>
                      <c:pt idx="117">
                        <c:v>165.671275944</c:v>
                      </c:pt>
                      <c:pt idx="118">
                        <c:v>155.76921511899999</c:v>
                      </c:pt>
                      <c:pt idx="119">
                        <c:v>124.75599053000001</c:v>
                      </c:pt>
                      <c:pt idx="120">
                        <c:v>85.139240208000004</c:v>
                      </c:pt>
                      <c:pt idx="121">
                        <c:v>52.591280091000002</c:v>
                      </c:pt>
                      <c:pt idx="122">
                        <c:v>31.720813112000002</c:v>
                      </c:pt>
                      <c:pt idx="123">
                        <c:v>21.512448608</c:v>
                      </c:pt>
                      <c:pt idx="124">
                        <c:v>17.703830713999999</c:v>
                      </c:pt>
                      <c:pt idx="125">
                        <c:v>23.980775156</c:v>
                      </c:pt>
                      <c:pt idx="126">
                        <c:v>44.094278219000003</c:v>
                      </c:pt>
                      <c:pt idx="127">
                        <c:v>63.897971783999999</c:v>
                      </c:pt>
                      <c:pt idx="128">
                        <c:v>77.064975191000002</c:v>
                      </c:pt>
                      <c:pt idx="129">
                        <c:v>83.026600436999999</c:v>
                      </c:pt>
                      <c:pt idx="130">
                        <c:v>90.709890689999995</c:v>
                      </c:pt>
                      <c:pt idx="131">
                        <c:v>100.288315313</c:v>
                      </c:pt>
                      <c:pt idx="132">
                        <c:v>108.82332744499999</c:v>
                      </c:pt>
                      <c:pt idx="133">
                        <c:v>127.863741569</c:v>
                      </c:pt>
                      <c:pt idx="134">
                        <c:v>129.00929240100001</c:v>
                      </c:pt>
                      <c:pt idx="135">
                        <c:v>119.86846267600001</c:v>
                      </c:pt>
                      <c:pt idx="136">
                        <c:v>111.61588069999999</c:v>
                      </c:pt>
                      <c:pt idx="137">
                        <c:v>114.724719812</c:v>
                      </c:pt>
                      <c:pt idx="138">
                        <c:v>122.35223403099999</c:v>
                      </c:pt>
                      <c:pt idx="139">
                        <c:v>139.18491604100001</c:v>
                      </c:pt>
                      <c:pt idx="140">
                        <c:v>153.16261926999999</c:v>
                      </c:pt>
                      <c:pt idx="141">
                        <c:v>166.76192323200002</c:v>
                      </c:pt>
                      <c:pt idx="142">
                        <c:v>156.38379819900001</c:v>
                      </c:pt>
                      <c:pt idx="143">
                        <c:v>124.12766780999999</c:v>
                      </c:pt>
                      <c:pt idx="144">
                        <c:v>86.826795099999998</c:v>
                      </c:pt>
                      <c:pt idx="145">
                        <c:v>54.162436381000006</c:v>
                      </c:pt>
                      <c:pt idx="146">
                        <c:v>33.704711097000001</c:v>
                      </c:pt>
                      <c:pt idx="147">
                        <c:v>22.007555849999999</c:v>
                      </c:pt>
                      <c:pt idx="148">
                        <c:v>17.861682332999997</c:v>
                      </c:pt>
                      <c:pt idx="149">
                        <c:v>24.547983191</c:v>
                      </c:pt>
                      <c:pt idx="150">
                        <c:v>45.560427677999996</c:v>
                      </c:pt>
                      <c:pt idx="151">
                        <c:v>65.041110167999989</c:v>
                      </c:pt>
                      <c:pt idx="152">
                        <c:v>78.781219907000008</c:v>
                      </c:pt>
                      <c:pt idx="153">
                        <c:v>84.228306922999991</c:v>
                      </c:pt>
                      <c:pt idx="154">
                        <c:v>90.561917716000011</c:v>
                      </c:pt>
                      <c:pt idx="155">
                        <c:v>100.62783245099999</c:v>
                      </c:pt>
                      <c:pt idx="156">
                        <c:v>106.258685176</c:v>
                      </c:pt>
                      <c:pt idx="157">
                        <c:v>118.643468958</c:v>
                      </c:pt>
                      <c:pt idx="158">
                        <c:v>120.682261442</c:v>
                      </c:pt>
                      <c:pt idx="159">
                        <c:v>113.59402313999999</c:v>
                      </c:pt>
                      <c:pt idx="160">
                        <c:v>111.67717273400001</c:v>
                      </c:pt>
                      <c:pt idx="161">
                        <c:v>115.539508465</c:v>
                      </c:pt>
                      <c:pt idx="162">
                        <c:v>115.585284183</c:v>
                      </c:pt>
                      <c:pt idx="163">
                        <c:v>132.83446459199999</c:v>
                      </c:pt>
                      <c:pt idx="164">
                        <c:v>151.07496267499999</c:v>
                      </c:pt>
                      <c:pt idx="165">
                        <c:v>164.152793484</c:v>
                      </c:pt>
                      <c:pt idx="166">
                        <c:v>155.96351376600001</c:v>
                      </c:pt>
                      <c:pt idx="167">
                        <c:v>124.486790649</c:v>
                      </c:pt>
                      <c:pt idx="168">
                        <c:v>85.681715623999992</c:v>
                      </c:pt>
                      <c:pt idx="169">
                        <c:v>52.975695591000004</c:v>
                      </c:pt>
                      <c:pt idx="170">
                        <c:v>32.467965022000001</c:v>
                      </c:pt>
                      <c:pt idx="171">
                        <c:v>22.052569611999999</c:v>
                      </c:pt>
                      <c:pt idx="172">
                        <c:v>18.349286941000003</c:v>
                      </c:pt>
                      <c:pt idx="173">
                        <c:v>25.085564994999999</c:v>
                      </c:pt>
                      <c:pt idx="174">
                        <c:v>46.737117644999998</c:v>
                      </c:pt>
                      <c:pt idx="175">
                        <c:v>68.068783461999999</c:v>
                      </c:pt>
                      <c:pt idx="176">
                        <c:v>84.987864381000009</c:v>
                      </c:pt>
                      <c:pt idx="177">
                        <c:v>95.872295801000007</c:v>
                      </c:pt>
                      <c:pt idx="178">
                        <c:v>97.434019309999996</c:v>
                      </c:pt>
                      <c:pt idx="179">
                        <c:v>105.148008257</c:v>
                      </c:pt>
                      <c:pt idx="180">
                        <c:v>112.77463472599999</c:v>
                      </c:pt>
                      <c:pt idx="181">
                        <c:v>125.67699887399999</c:v>
                      </c:pt>
                      <c:pt idx="182">
                        <c:v>126.48720962600001</c:v>
                      </c:pt>
                      <c:pt idx="183">
                        <c:v>119.170268724</c:v>
                      </c:pt>
                      <c:pt idx="184">
                        <c:v>112.90507916</c:v>
                      </c:pt>
                      <c:pt idx="185">
                        <c:v>115.919743396</c:v>
                      </c:pt>
                      <c:pt idx="186">
                        <c:v>119.02465570199999</c:v>
                      </c:pt>
                      <c:pt idx="187">
                        <c:v>138.00446410500001</c:v>
                      </c:pt>
                      <c:pt idx="188">
                        <c:v>155.885027775</c:v>
                      </c:pt>
                      <c:pt idx="189">
                        <c:v>168.250207566</c:v>
                      </c:pt>
                      <c:pt idx="190">
                        <c:v>162.04001099300001</c:v>
                      </c:pt>
                      <c:pt idx="191">
                        <c:v>134.36857429700001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F782-4DD4-8B67-32577BCE01C1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12-10-2026'!$I$1</c15:sqref>
                        </c15:formulaRef>
                      </c:ext>
                    </c:extLst>
                    <c:strCache>
                      <c:ptCount val="1"/>
                      <c:pt idx="0">
                        <c:v>BMR-DGW1 SGi 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12-10-2026'!$I$2:$I$289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20.503738777999999</c:v>
                      </c:pt>
                      <c:pt idx="1">
                        <c:v>12.479797476</c:v>
                      </c:pt>
                      <c:pt idx="2">
                        <c:v>6.9911246069999997</c:v>
                      </c:pt>
                      <c:pt idx="3">
                        <c:v>4.3475962800000003</c:v>
                      </c:pt>
                      <c:pt idx="4">
                        <c:v>3.2577272000000002</c:v>
                      </c:pt>
                      <c:pt idx="5">
                        <c:v>3.8927321209999999</c:v>
                      </c:pt>
                      <c:pt idx="6">
                        <c:v>7.9369419069999996</c:v>
                      </c:pt>
                      <c:pt idx="7">
                        <c:v>12.267516672999999</c:v>
                      </c:pt>
                      <c:pt idx="8">
                        <c:v>14.924779098</c:v>
                      </c:pt>
                      <c:pt idx="9">
                        <c:v>16.541799906000001</c:v>
                      </c:pt>
                      <c:pt idx="10">
                        <c:v>18.517862257000001</c:v>
                      </c:pt>
                      <c:pt idx="11">
                        <c:v>20.982998929000001</c:v>
                      </c:pt>
                      <c:pt idx="12">
                        <c:v>23.101838512</c:v>
                      </c:pt>
                      <c:pt idx="13">
                        <c:v>26.494430547</c:v>
                      </c:pt>
                      <c:pt idx="14">
                        <c:v>27.310882470999999</c:v>
                      </c:pt>
                      <c:pt idx="15">
                        <c:v>26.366519037</c:v>
                      </c:pt>
                      <c:pt idx="16">
                        <c:v>22.97038641</c:v>
                      </c:pt>
                      <c:pt idx="17">
                        <c:v>23.505286749</c:v>
                      </c:pt>
                      <c:pt idx="18">
                        <c:v>23.382033937999999</c:v>
                      </c:pt>
                      <c:pt idx="19">
                        <c:v>27.745214467</c:v>
                      </c:pt>
                      <c:pt idx="20">
                        <c:v>31.010420831000001</c:v>
                      </c:pt>
                      <c:pt idx="21">
                        <c:v>35.943908409999999</c:v>
                      </c:pt>
                      <c:pt idx="22">
                        <c:v>35.563306046999998</c:v>
                      </c:pt>
                      <c:pt idx="23">
                        <c:v>30.484310853</c:v>
                      </c:pt>
                      <c:pt idx="24">
                        <c:v>22.436407778</c:v>
                      </c:pt>
                      <c:pt idx="25">
                        <c:v>14.288766369999999</c:v>
                      </c:pt>
                      <c:pt idx="26">
                        <c:v>8.4278774030000001</c:v>
                      </c:pt>
                      <c:pt idx="27">
                        <c:v>5.0871982219999996</c:v>
                      </c:pt>
                      <c:pt idx="28">
                        <c:v>3.5257184289999999</c:v>
                      </c:pt>
                      <c:pt idx="29">
                        <c:v>3.793182141</c:v>
                      </c:pt>
                      <c:pt idx="30">
                        <c:v>6.930885451</c:v>
                      </c:pt>
                      <c:pt idx="31">
                        <c:v>10.579326102</c:v>
                      </c:pt>
                      <c:pt idx="32">
                        <c:v>15.034635265</c:v>
                      </c:pt>
                      <c:pt idx="33">
                        <c:v>18.496935178000001</c:v>
                      </c:pt>
                      <c:pt idx="34">
                        <c:v>21.272313683</c:v>
                      </c:pt>
                      <c:pt idx="35">
                        <c:v>24.536567261999998</c:v>
                      </c:pt>
                      <c:pt idx="36">
                        <c:v>25.056133167999999</c:v>
                      </c:pt>
                      <c:pt idx="37">
                        <c:v>26.999611357999999</c:v>
                      </c:pt>
                      <c:pt idx="38">
                        <c:v>31.595986500999999</c:v>
                      </c:pt>
                      <c:pt idx="39">
                        <c:v>29.469453266999999</c:v>
                      </c:pt>
                      <c:pt idx="40">
                        <c:v>24.203546337999999</c:v>
                      </c:pt>
                      <c:pt idx="41">
                        <c:v>24.57201586</c:v>
                      </c:pt>
                      <c:pt idx="42">
                        <c:v>24.521048624999999</c:v>
                      </c:pt>
                      <c:pt idx="43">
                        <c:v>29.116840327999999</c:v>
                      </c:pt>
                      <c:pt idx="44">
                        <c:v>32.407007403000001</c:v>
                      </c:pt>
                      <c:pt idx="45">
                        <c:v>37.691726228999997</c:v>
                      </c:pt>
                      <c:pt idx="46">
                        <c:v>36.784256091000003</c:v>
                      </c:pt>
                      <c:pt idx="47">
                        <c:v>31.747970612</c:v>
                      </c:pt>
                      <c:pt idx="48">
                        <c:v>23.118827265</c:v>
                      </c:pt>
                      <c:pt idx="49">
                        <c:v>14.684160897</c:v>
                      </c:pt>
                      <c:pt idx="50">
                        <c:v>8.4290903000000004</c:v>
                      </c:pt>
                      <c:pt idx="51">
                        <c:v>5.0535621080000004</c:v>
                      </c:pt>
                      <c:pt idx="52">
                        <c:v>3.6226410969999998</c:v>
                      </c:pt>
                      <c:pt idx="53">
                        <c:v>3.993191328</c:v>
                      </c:pt>
                      <c:pt idx="54">
                        <c:v>7.3027386429999996</c:v>
                      </c:pt>
                      <c:pt idx="55">
                        <c:v>11.067845953000001</c:v>
                      </c:pt>
                      <c:pt idx="56">
                        <c:v>15.191328760999999</c:v>
                      </c:pt>
                      <c:pt idx="57">
                        <c:v>17.799614486999999</c:v>
                      </c:pt>
                      <c:pt idx="58">
                        <c:v>19.811124283000002</c:v>
                      </c:pt>
                      <c:pt idx="59">
                        <c:v>22.071682455000001</c:v>
                      </c:pt>
                      <c:pt idx="60">
                        <c:v>23.422888438000001</c:v>
                      </c:pt>
                      <c:pt idx="61">
                        <c:v>27.153518243000001</c:v>
                      </c:pt>
                      <c:pt idx="62">
                        <c:v>28.616359823</c:v>
                      </c:pt>
                      <c:pt idx="63">
                        <c:v>27.383921390000001</c:v>
                      </c:pt>
                      <c:pt idx="64">
                        <c:v>23.225945617000001</c:v>
                      </c:pt>
                      <c:pt idx="65">
                        <c:v>23.808665490999999</c:v>
                      </c:pt>
                      <c:pt idx="66">
                        <c:v>23.889477668000001</c:v>
                      </c:pt>
                      <c:pt idx="67">
                        <c:v>28.234251115999999</c:v>
                      </c:pt>
                      <c:pt idx="68">
                        <c:v>31.453935478999998</c:v>
                      </c:pt>
                      <c:pt idx="69">
                        <c:v>36.324943073</c:v>
                      </c:pt>
                      <c:pt idx="70">
                        <c:v>35.284452459999997</c:v>
                      </c:pt>
                      <c:pt idx="71">
                        <c:v>29.118554178</c:v>
                      </c:pt>
                      <c:pt idx="72">
                        <c:v>19.995381846000001</c:v>
                      </c:pt>
                      <c:pt idx="73">
                        <c:v>11.968878201000001</c:v>
                      </c:pt>
                      <c:pt idx="74">
                        <c:v>6.7401356669999997</c:v>
                      </c:pt>
                      <c:pt idx="75">
                        <c:v>4.1727615289999997</c:v>
                      </c:pt>
                      <c:pt idx="76">
                        <c:v>3.1942599550000002</c:v>
                      </c:pt>
                      <c:pt idx="77">
                        <c:v>3.7103736779999998</c:v>
                      </c:pt>
                      <c:pt idx="78">
                        <c:v>7.6937006649999997</c:v>
                      </c:pt>
                      <c:pt idx="79">
                        <c:v>11.630570365000001</c:v>
                      </c:pt>
                      <c:pt idx="80">
                        <c:v>14.52674279</c:v>
                      </c:pt>
                      <c:pt idx="81">
                        <c:v>16.073180273999998</c:v>
                      </c:pt>
                      <c:pt idx="82">
                        <c:v>17.825434688000001</c:v>
                      </c:pt>
                      <c:pt idx="83">
                        <c:v>20.587285349999998</c:v>
                      </c:pt>
                      <c:pt idx="84">
                        <c:v>21.891266262999999</c:v>
                      </c:pt>
                      <c:pt idx="85">
                        <c:v>24.796959212000001</c:v>
                      </c:pt>
                      <c:pt idx="86">
                        <c:v>25.187454585000001</c:v>
                      </c:pt>
                      <c:pt idx="87">
                        <c:v>24.502350852999999</c:v>
                      </c:pt>
                      <c:pt idx="88">
                        <c:v>22.265728292999999</c:v>
                      </c:pt>
                      <c:pt idx="89">
                        <c:v>23.625786595000001</c:v>
                      </c:pt>
                      <c:pt idx="90">
                        <c:v>23.562140806999999</c:v>
                      </c:pt>
                      <c:pt idx="91">
                        <c:v>28.151051109000001</c:v>
                      </c:pt>
                      <c:pt idx="92">
                        <c:v>31.519462783000002</c:v>
                      </c:pt>
                      <c:pt idx="93">
                        <c:v>36.094267649999999</c:v>
                      </c:pt>
                      <c:pt idx="94">
                        <c:v>34.604852745999999</c:v>
                      </c:pt>
                      <c:pt idx="95">
                        <c:v>28.042251792999998</c:v>
                      </c:pt>
                      <c:pt idx="96">
                        <c:v>18.905430170999999</c:v>
                      </c:pt>
                      <c:pt idx="97">
                        <c:v>11.082682116000001</c:v>
                      </c:pt>
                      <c:pt idx="98">
                        <c:v>6.3242040209999999</c:v>
                      </c:pt>
                      <c:pt idx="99">
                        <c:v>3.9838188589999999</c:v>
                      </c:pt>
                      <c:pt idx="100">
                        <c:v>3.1000860129999999</c:v>
                      </c:pt>
                      <c:pt idx="101">
                        <c:v>3.693235075</c:v>
                      </c:pt>
                      <c:pt idx="102">
                        <c:v>7.806561694</c:v>
                      </c:pt>
                      <c:pt idx="103">
                        <c:v>12.23696539</c:v>
                      </c:pt>
                      <c:pt idx="104">
                        <c:v>14.684208915999999</c:v>
                      </c:pt>
                      <c:pt idx="105">
                        <c:v>16.077688554000002</c:v>
                      </c:pt>
                      <c:pt idx="106">
                        <c:v>17.750741566999999</c:v>
                      </c:pt>
                      <c:pt idx="107">
                        <c:v>20.388466133000001</c:v>
                      </c:pt>
                      <c:pt idx="108">
                        <c:v>21.921248389999999</c:v>
                      </c:pt>
                      <c:pt idx="109">
                        <c:v>25.009257852000001</c:v>
                      </c:pt>
                      <c:pt idx="110">
                        <c:v>25.494510900000002</c:v>
                      </c:pt>
                      <c:pt idx="111">
                        <c:v>24.800547748</c:v>
                      </c:pt>
                      <c:pt idx="112">
                        <c:v>22.274228950000001</c:v>
                      </c:pt>
                      <c:pt idx="113">
                        <c:v>23.47132663</c:v>
                      </c:pt>
                      <c:pt idx="114">
                        <c:v>23.446627796000001</c:v>
                      </c:pt>
                      <c:pt idx="115">
                        <c:v>27.982620021999999</c:v>
                      </c:pt>
                      <c:pt idx="116">
                        <c:v>31.499827566</c:v>
                      </c:pt>
                      <c:pt idx="117">
                        <c:v>36.569523965000002</c:v>
                      </c:pt>
                      <c:pt idx="118">
                        <c:v>34.885123749000002</c:v>
                      </c:pt>
                      <c:pt idx="119">
                        <c:v>28.36644476</c:v>
                      </c:pt>
                      <c:pt idx="120">
                        <c:v>19.119880591000001</c:v>
                      </c:pt>
                      <c:pt idx="121">
                        <c:v>11.270251665</c:v>
                      </c:pt>
                      <c:pt idx="122">
                        <c:v>6.3392835319999996</c:v>
                      </c:pt>
                      <c:pt idx="123">
                        <c:v>4.0220061950000003</c:v>
                      </c:pt>
                      <c:pt idx="124">
                        <c:v>3.1160373080000001</c:v>
                      </c:pt>
                      <c:pt idx="125">
                        <c:v>3.6598260200000001</c:v>
                      </c:pt>
                      <c:pt idx="126">
                        <c:v>7.9517287980000004</c:v>
                      </c:pt>
                      <c:pt idx="127">
                        <c:v>12.192166158999999</c:v>
                      </c:pt>
                      <c:pt idx="128">
                        <c:v>14.529297186999999</c:v>
                      </c:pt>
                      <c:pt idx="129">
                        <c:v>16.146638165999999</c:v>
                      </c:pt>
                      <c:pt idx="130">
                        <c:v>18.146255767</c:v>
                      </c:pt>
                      <c:pt idx="131">
                        <c:v>20.691160755999999</c:v>
                      </c:pt>
                      <c:pt idx="132">
                        <c:v>22.823809994000001</c:v>
                      </c:pt>
                      <c:pt idx="133">
                        <c:v>27.094559032999999</c:v>
                      </c:pt>
                      <c:pt idx="134">
                        <c:v>27.557258206</c:v>
                      </c:pt>
                      <c:pt idx="135">
                        <c:v>25.914704440000001</c:v>
                      </c:pt>
                      <c:pt idx="136">
                        <c:v>22.535489363</c:v>
                      </c:pt>
                      <c:pt idx="137">
                        <c:v>23.483181587000001</c:v>
                      </c:pt>
                      <c:pt idx="138">
                        <c:v>25.328622784</c:v>
                      </c:pt>
                      <c:pt idx="139">
                        <c:v>29.158372289999999</c:v>
                      </c:pt>
                      <c:pt idx="140">
                        <c:v>31.588716671</c:v>
                      </c:pt>
                      <c:pt idx="141">
                        <c:v>36.293959440999998</c:v>
                      </c:pt>
                      <c:pt idx="142">
                        <c:v>34.669037836999998</c:v>
                      </c:pt>
                      <c:pt idx="143">
                        <c:v>28.928594683</c:v>
                      </c:pt>
                      <c:pt idx="144">
                        <c:v>20.264667792000001</c:v>
                      </c:pt>
                      <c:pt idx="145">
                        <c:v>12.083444642</c:v>
                      </c:pt>
                      <c:pt idx="146">
                        <c:v>7.2078506119999997</c:v>
                      </c:pt>
                      <c:pt idx="147">
                        <c:v>4.2192279490000004</c:v>
                      </c:pt>
                      <c:pt idx="148">
                        <c:v>3.1862874109999999</c:v>
                      </c:pt>
                      <c:pt idx="149">
                        <c:v>3.7854060920000001</c:v>
                      </c:pt>
                      <c:pt idx="150">
                        <c:v>8.1010931119999992</c:v>
                      </c:pt>
                      <c:pt idx="151">
                        <c:v>12.227061925999999</c:v>
                      </c:pt>
                      <c:pt idx="152">
                        <c:v>14.754776247000001</c:v>
                      </c:pt>
                      <c:pt idx="153">
                        <c:v>16.140126939000002</c:v>
                      </c:pt>
                      <c:pt idx="154">
                        <c:v>17.968221269000001</c:v>
                      </c:pt>
                      <c:pt idx="155">
                        <c:v>20.306789212999998</c:v>
                      </c:pt>
                      <c:pt idx="156">
                        <c:v>21.93841488</c:v>
                      </c:pt>
                      <c:pt idx="157">
                        <c:v>24.876758895999998</c:v>
                      </c:pt>
                      <c:pt idx="158">
                        <c:v>25.519181409000002</c:v>
                      </c:pt>
                      <c:pt idx="159">
                        <c:v>24.540995594999998</c:v>
                      </c:pt>
                      <c:pt idx="160">
                        <c:v>22.649500865</c:v>
                      </c:pt>
                      <c:pt idx="161">
                        <c:v>24.077783381</c:v>
                      </c:pt>
                      <c:pt idx="162">
                        <c:v>24.149254603999999</c:v>
                      </c:pt>
                      <c:pt idx="163">
                        <c:v>28.255458054999998</c:v>
                      </c:pt>
                      <c:pt idx="164">
                        <c:v>31.462613390000001</c:v>
                      </c:pt>
                      <c:pt idx="165">
                        <c:v>36.010962171000003</c:v>
                      </c:pt>
                      <c:pt idx="166">
                        <c:v>34.423980151999999</c:v>
                      </c:pt>
                      <c:pt idx="167">
                        <c:v>27.563088086</c:v>
                      </c:pt>
                      <c:pt idx="168">
                        <c:v>18.811941519000001</c:v>
                      </c:pt>
                      <c:pt idx="169">
                        <c:v>11.159006914000001</c:v>
                      </c:pt>
                      <c:pt idx="170">
                        <c:v>6.4002210230000003</c:v>
                      </c:pt>
                      <c:pt idx="171">
                        <c:v>4.0130153899999996</c:v>
                      </c:pt>
                      <c:pt idx="172">
                        <c:v>3.1291753280000001</c:v>
                      </c:pt>
                      <c:pt idx="173">
                        <c:v>3.8024749720000002</c:v>
                      </c:pt>
                      <c:pt idx="174">
                        <c:v>8.1996919300000002</c:v>
                      </c:pt>
                      <c:pt idx="175">
                        <c:v>12.753359628</c:v>
                      </c:pt>
                      <c:pt idx="176">
                        <c:v>15.771783321999999</c:v>
                      </c:pt>
                      <c:pt idx="177">
                        <c:v>18.071730602999999</c:v>
                      </c:pt>
                      <c:pt idx="178">
                        <c:v>19.457917733999999</c:v>
                      </c:pt>
                      <c:pt idx="179">
                        <c:v>21.314392193</c:v>
                      </c:pt>
                      <c:pt idx="180">
                        <c:v>23.218097241999999</c:v>
                      </c:pt>
                      <c:pt idx="181">
                        <c:v>26.238298203999999</c:v>
                      </c:pt>
                      <c:pt idx="182">
                        <c:v>26.883395892999999</c:v>
                      </c:pt>
                      <c:pt idx="183">
                        <c:v>25.711689859</c:v>
                      </c:pt>
                      <c:pt idx="184">
                        <c:v>22.870948698999999</c:v>
                      </c:pt>
                      <c:pt idx="185">
                        <c:v>23.862970272999998</c:v>
                      </c:pt>
                      <c:pt idx="186">
                        <c:v>24.121158197</c:v>
                      </c:pt>
                      <c:pt idx="187">
                        <c:v>28.808317035000002</c:v>
                      </c:pt>
                      <c:pt idx="188">
                        <c:v>32.117525049000001</c:v>
                      </c:pt>
                      <c:pt idx="189">
                        <c:v>36.448169342</c:v>
                      </c:pt>
                      <c:pt idx="190">
                        <c:v>35.537485908999997</c:v>
                      </c:pt>
                      <c:pt idx="191">
                        <c:v>29.759094942000001</c:v>
                      </c:pt>
                      <c:pt idx="192">
                        <c:v>21.297251154000001</c:v>
                      </c:pt>
                      <c:pt idx="193">
                        <c:v>13.539310205</c:v>
                      </c:pt>
                      <c:pt idx="194">
                        <c:v>7.8748917650000001</c:v>
                      </c:pt>
                      <c:pt idx="195">
                        <c:v>4.8790966979999997</c:v>
                      </c:pt>
                      <c:pt idx="196">
                        <c:v>3.4690751820000001</c:v>
                      </c:pt>
                      <c:pt idx="197">
                        <c:v>3.674780749</c:v>
                      </c:pt>
                      <c:pt idx="198">
                        <c:v>7.2304108060000001</c:v>
                      </c:pt>
                      <c:pt idx="199">
                        <c:v>11.00269207</c:v>
                      </c:pt>
                      <c:pt idx="200">
                        <c:v>15.388810491999999</c:v>
                      </c:pt>
                      <c:pt idx="201">
                        <c:v>18.390224678999999</c:v>
                      </c:pt>
                      <c:pt idx="202">
                        <c:v>21.196135312999999</c:v>
                      </c:pt>
                      <c:pt idx="203">
                        <c:v>24.050991135</c:v>
                      </c:pt>
                      <c:pt idx="204">
                        <c:v>24.358244499000001</c:v>
                      </c:pt>
                      <c:pt idx="205">
                        <c:v>26.395667577000001</c:v>
                      </c:pt>
                      <c:pt idx="206">
                        <c:v>30.640055505999999</c:v>
                      </c:pt>
                      <c:pt idx="207">
                        <c:v>28.127913129</c:v>
                      </c:pt>
                      <c:pt idx="208">
                        <c:v>23.715602632</c:v>
                      </c:pt>
                      <c:pt idx="209">
                        <c:v>24.272101719999998</c:v>
                      </c:pt>
                      <c:pt idx="210">
                        <c:v>23.994818675000001</c:v>
                      </c:pt>
                      <c:pt idx="211">
                        <c:v>28.984683576999998</c:v>
                      </c:pt>
                      <c:pt idx="212">
                        <c:v>32.536057239999998</c:v>
                      </c:pt>
                      <c:pt idx="213">
                        <c:v>37.162039532999998</c:v>
                      </c:pt>
                      <c:pt idx="214">
                        <c:v>36.491588927999999</c:v>
                      </c:pt>
                      <c:pt idx="215">
                        <c:v>30.434770845999999</c:v>
                      </c:pt>
                      <c:pt idx="216">
                        <c:v>21.467852957000002</c:v>
                      </c:pt>
                      <c:pt idx="217">
                        <c:v>12.992269681</c:v>
                      </c:pt>
                      <c:pt idx="218">
                        <c:v>7.475550149</c:v>
                      </c:pt>
                      <c:pt idx="219">
                        <c:v>4.5109935700000001</c:v>
                      </c:pt>
                      <c:pt idx="220">
                        <c:v>3.307809351</c:v>
                      </c:pt>
                      <c:pt idx="221">
                        <c:v>3.61994032</c:v>
                      </c:pt>
                      <c:pt idx="222">
                        <c:v>7.2131376490000001</c:v>
                      </c:pt>
                      <c:pt idx="223">
                        <c:v>11.239337580999999</c:v>
                      </c:pt>
                      <c:pt idx="224">
                        <c:v>15.041555203</c:v>
                      </c:pt>
                      <c:pt idx="225">
                        <c:v>17.464318340999998</c:v>
                      </c:pt>
                      <c:pt idx="226">
                        <c:v>19.302320869999999</c:v>
                      </c:pt>
                      <c:pt idx="227">
                        <c:v>21.507638198999999</c:v>
                      </c:pt>
                      <c:pt idx="228">
                        <c:v>22.842897911000001</c:v>
                      </c:pt>
                      <c:pt idx="229">
                        <c:v>26.997366836000001</c:v>
                      </c:pt>
                      <c:pt idx="230">
                        <c:v>28.289772551999999</c:v>
                      </c:pt>
                      <c:pt idx="231">
                        <c:v>26.642841321999999</c:v>
                      </c:pt>
                      <c:pt idx="232">
                        <c:v>23.132616529</c:v>
                      </c:pt>
                      <c:pt idx="233">
                        <c:v>23.910491561000001</c:v>
                      </c:pt>
                      <c:pt idx="234">
                        <c:v>24.163914311999999</c:v>
                      </c:pt>
                      <c:pt idx="235">
                        <c:v>28.389761323999998</c:v>
                      </c:pt>
                      <c:pt idx="236">
                        <c:v>32.510205628000001</c:v>
                      </c:pt>
                      <c:pt idx="237">
                        <c:v>37.167334238000002</c:v>
                      </c:pt>
                      <c:pt idx="238">
                        <c:v>34.701396516999999</c:v>
                      </c:pt>
                      <c:pt idx="239">
                        <c:v>27.773855176000001</c:v>
                      </c:pt>
                      <c:pt idx="240">
                        <c:v>18.460975538</c:v>
                      </c:pt>
                      <c:pt idx="241">
                        <c:v>10.92827426</c:v>
                      </c:pt>
                      <c:pt idx="242">
                        <c:v>6.2534828290000002</c:v>
                      </c:pt>
                      <c:pt idx="243">
                        <c:v>4.0233712739999996</c:v>
                      </c:pt>
                      <c:pt idx="244">
                        <c:v>3.1235692099999999</c:v>
                      </c:pt>
                      <c:pt idx="245">
                        <c:v>3.6108854990000001</c:v>
                      </c:pt>
                      <c:pt idx="246">
                        <c:v>7.7343417539999999</c:v>
                      </c:pt>
                      <c:pt idx="247">
                        <c:v>11.762020328</c:v>
                      </c:pt>
                      <c:pt idx="248">
                        <c:v>14.494629057999999</c:v>
                      </c:pt>
                      <c:pt idx="249">
                        <c:v>15.430342606</c:v>
                      </c:pt>
                      <c:pt idx="250">
                        <c:v>17.05880818</c:v>
                      </c:pt>
                      <c:pt idx="251">
                        <c:v>19.537115265000001</c:v>
                      </c:pt>
                      <c:pt idx="252">
                        <c:v>21.221972795999999</c:v>
                      </c:pt>
                      <c:pt idx="253">
                        <c:v>24.367756190000001</c:v>
                      </c:pt>
                      <c:pt idx="254">
                        <c:v>25.071461077999999</c:v>
                      </c:pt>
                      <c:pt idx="255">
                        <c:v>24.088511296</c:v>
                      </c:pt>
                      <c:pt idx="256">
                        <c:v>22.528717022999999</c:v>
                      </c:pt>
                      <c:pt idx="257">
                        <c:v>24.244008053999998</c:v>
                      </c:pt>
                      <c:pt idx="258">
                        <c:v>24.473516269000001</c:v>
                      </c:pt>
                      <c:pt idx="259">
                        <c:v>28.536173739999999</c:v>
                      </c:pt>
                      <c:pt idx="260">
                        <c:v>32.430090706999998</c:v>
                      </c:pt>
                      <c:pt idx="261">
                        <c:v>36.272683029</c:v>
                      </c:pt>
                      <c:pt idx="262">
                        <c:v>34.242414056000001</c:v>
                      </c:pt>
                      <c:pt idx="263">
                        <c:v>27.045451583999998</c:v>
                      </c:pt>
                      <c:pt idx="264">
                        <c:v>17.825825171999998</c:v>
                      </c:pt>
                      <c:pt idx="265">
                        <c:v>10.497034649</c:v>
                      </c:pt>
                      <c:pt idx="266">
                        <c:v>5.937494912</c:v>
                      </c:pt>
                      <c:pt idx="267">
                        <c:v>3.8149110080000002</c:v>
                      </c:pt>
                      <c:pt idx="268">
                        <c:v>3.0554174399999998</c:v>
                      </c:pt>
                      <c:pt idx="269">
                        <c:v>3.5947938179999999</c:v>
                      </c:pt>
                      <c:pt idx="270">
                        <c:v>7.9711745729999999</c:v>
                      </c:pt>
                      <c:pt idx="271">
                        <c:v>12.198330736000001</c:v>
                      </c:pt>
                      <c:pt idx="272">
                        <c:v>14.585763964</c:v>
                      </c:pt>
                      <c:pt idx="273">
                        <c:v>15.93657537</c:v>
                      </c:pt>
                      <c:pt idx="274">
                        <c:v>17.668849466000001</c:v>
                      </c:pt>
                      <c:pt idx="275">
                        <c:v>19.967613556</c:v>
                      </c:pt>
                      <c:pt idx="276">
                        <c:v>21.797294293</c:v>
                      </c:pt>
                      <c:pt idx="277">
                        <c:v>24.807141527999999</c:v>
                      </c:pt>
                      <c:pt idx="278">
                        <c:v>25.014788303</c:v>
                      </c:pt>
                      <c:pt idx="279">
                        <c:v>24.070787688999999</c:v>
                      </c:pt>
                      <c:pt idx="280">
                        <c:v>22.653797473000001</c:v>
                      </c:pt>
                      <c:pt idx="281">
                        <c:v>24.086572492999998</c:v>
                      </c:pt>
                      <c:pt idx="282">
                        <c:v>24.092599345</c:v>
                      </c:pt>
                      <c:pt idx="283">
                        <c:v>28.599631391999999</c:v>
                      </c:pt>
                      <c:pt idx="284">
                        <c:v>32.740950089999998</c:v>
                      </c:pt>
                      <c:pt idx="285">
                        <c:v>37.015981007000001</c:v>
                      </c:pt>
                      <c:pt idx="286">
                        <c:v>34.474748697999999</c:v>
                      </c:pt>
                      <c:pt idx="287">
                        <c:v>27.162920796000002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F782-4DD4-8B67-32577BCE01C1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12-10-2026'!$J$1</c15:sqref>
                        </c15:formulaRef>
                      </c:ext>
                    </c:extLst>
                    <c:strCache>
                      <c:ptCount val="1"/>
                      <c:pt idx="0">
                        <c:v>BMR-DGW1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12-10-2026'!$J$2:$J$289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2.121788864</c:v>
                      </c:pt>
                      <c:pt idx="1">
                        <c:v>1.2570672329999999</c:v>
                      </c:pt>
                      <c:pt idx="2">
                        <c:v>0.72635821199999995</c:v>
                      </c:pt>
                      <c:pt idx="3">
                        <c:v>0.47049861900000001</c:v>
                      </c:pt>
                      <c:pt idx="4">
                        <c:v>0.41394859699999997</c:v>
                      </c:pt>
                      <c:pt idx="5">
                        <c:v>0.612424843</c:v>
                      </c:pt>
                      <c:pt idx="6">
                        <c:v>1.22247083</c:v>
                      </c:pt>
                      <c:pt idx="7">
                        <c:v>1.783072518</c:v>
                      </c:pt>
                      <c:pt idx="8">
                        <c:v>1.920881131</c:v>
                      </c:pt>
                      <c:pt idx="9">
                        <c:v>1.9079571950000001</c:v>
                      </c:pt>
                      <c:pt idx="10">
                        <c:v>1.955704479</c:v>
                      </c:pt>
                      <c:pt idx="11">
                        <c:v>2.1646975350000002</c:v>
                      </c:pt>
                      <c:pt idx="12">
                        <c:v>2.4680575810000001</c:v>
                      </c:pt>
                      <c:pt idx="13">
                        <c:v>2.8305649860000002</c:v>
                      </c:pt>
                      <c:pt idx="14">
                        <c:v>2.9823086920000001</c:v>
                      </c:pt>
                      <c:pt idx="15">
                        <c:v>2.8601559820000002</c:v>
                      </c:pt>
                      <c:pt idx="16">
                        <c:v>2.3905218330000002</c:v>
                      </c:pt>
                      <c:pt idx="17">
                        <c:v>2.2023622199999999</c:v>
                      </c:pt>
                      <c:pt idx="18">
                        <c:v>2.2646771559999999</c:v>
                      </c:pt>
                      <c:pt idx="19">
                        <c:v>2.7439918630000002</c:v>
                      </c:pt>
                      <c:pt idx="20">
                        <c:v>2.9621299130000001</c:v>
                      </c:pt>
                      <c:pt idx="21">
                        <c:v>3.409913832</c:v>
                      </c:pt>
                      <c:pt idx="22">
                        <c:v>3.5346896980000002</c:v>
                      </c:pt>
                      <c:pt idx="23">
                        <c:v>3.0899426289999998</c:v>
                      </c:pt>
                      <c:pt idx="24">
                        <c:v>2.2850509579999998</c:v>
                      </c:pt>
                      <c:pt idx="25">
                        <c:v>1.431644798</c:v>
                      </c:pt>
                      <c:pt idx="26">
                        <c:v>0.83869434099999995</c:v>
                      </c:pt>
                      <c:pt idx="27">
                        <c:v>0.53614105400000001</c:v>
                      </c:pt>
                      <c:pt idx="28">
                        <c:v>0.42304219799999998</c:v>
                      </c:pt>
                      <c:pt idx="29">
                        <c:v>0.56075966099999996</c:v>
                      </c:pt>
                      <c:pt idx="30">
                        <c:v>1.0635442399999999</c:v>
                      </c:pt>
                      <c:pt idx="31">
                        <c:v>1.603162607</c:v>
                      </c:pt>
                      <c:pt idx="32">
                        <c:v>2.0701419169999999</c:v>
                      </c:pt>
                      <c:pt idx="33">
                        <c:v>2.2204380029999999</c:v>
                      </c:pt>
                      <c:pt idx="34">
                        <c:v>2.3265983960000001</c:v>
                      </c:pt>
                      <c:pt idx="35">
                        <c:v>2.599523671</c:v>
                      </c:pt>
                      <c:pt idx="36">
                        <c:v>2.77739789</c:v>
                      </c:pt>
                      <c:pt idx="37">
                        <c:v>3.0068359390000001</c:v>
                      </c:pt>
                      <c:pt idx="38">
                        <c:v>3.3414939189999999</c:v>
                      </c:pt>
                      <c:pt idx="39">
                        <c:v>3.1399882950000002</c:v>
                      </c:pt>
                      <c:pt idx="40">
                        <c:v>2.5147602899999999</c:v>
                      </c:pt>
                      <c:pt idx="41">
                        <c:v>2.3278012320000001</c:v>
                      </c:pt>
                      <c:pt idx="42">
                        <c:v>2.410646689</c:v>
                      </c:pt>
                      <c:pt idx="43">
                        <c:v>2.877553362</c:v>
                      </c:pt>
                      <c:pt idx="44">
                        <c:v>3.0694866630000002</c:v>
                      </c:pt>
                      <c:pt idx="45">
                        <c:v>3.5296338289999998</c:v>
                      </c:pt>
                      <c:pt idx="46">
                        <c:v>3.646204344</c:v>
                      </c:pt>
                      <c:pt idx="47">
                        <c:v>3.1963952459999998</c:v>
                      </c:pt>
                      <c:pt idx="48">
                        <c:v>2.3496384689999998</c:v>
                      </c:pt>
                      <c:pt idx="49">
                        <c:v>1.4410213780000001</c:v>
                      </c:pt>
                      <c:pt idx="50">
                        <c:v>0.86732615199999996</c:v>
                      </c:pt>
                      <c:pt idx="51">
                        <c:v>0.55662190199999995</c:v>
                      </c:pt>
                      <c:pt idx="52">
                        <c:v>0.47035218699999998</c:v>
                      </c:pt>
                      <c:pt idx="53">
                        <c:v>0.63422599499999999</c:v>
                      </c:pt>
                      <c:pt idx="54">
                        <c:v>1.156783501</c:v>
                      </c:pt>
                      <c:pt idx="55">
                        <c:v>1.713735113</c:v>
                      </c:pt>
                      <c:pt idx="56">
                        <c:v>2.0606859599999998</c:v>
                      </c:pt>
                      <c:pt idx="57">
                        <c:v>2.1398819389999999</c:v>
                      </c:pt>
                      <c:pt idx="58">
                        <c:v>2.1715205160000002</c:v>
                      </c:pt>
                      <c:pt idx="59">
                        <c:v>2.349348108</c:v>
                      </c:pt>
                      <c:pt idx="60">
                        <c:v>2.55902005</c:v>
                      </c:pt>
                      <c:pt idx="61">
                        <c:v>2.9374856029999998</c:v>
                      </c:pt>
                      <c:pt idx="62">
                        <c:v>3.1201474029999998</c:v>
                      </c:pt>
                      <c:pt idx="63">
                        <c:v>2.9285661850000002</c:v>
                      </c:pt>
                      <c:pt idx="64">
                        <c:v>2.408719198</c:v>
                      </c:pt>
                      <c:pt idx="65">
                        <c:v>2.2467787669999999</c:v>
                      </c:pt>
                      <c:pt idx="66">
                        <c:v>2.3205807740000002</c:v>
                      </c:pt>
                      <c:pt idx="67">
                        <c:v>2.782447275</c:v>
                      </c:pt>
                      <c:pt idx="68">
                        <c:v>3.0279090329999998</c:v>
                      </c:pt>
                      <c:pt idx="69">
                        <c:v>3.4440235260000001</c:v>
                      </c:pt>
                      <c:pt idx="70">
                        <c:v>3.5037776100000002</c:v>
                      </c:pt>
                      <c:pt idx="71">
                        <c:v>2.9801727960000002</c:v>
                      </c:pt>
                      <c:pt idx="72">
                        <c:v>2.0189243619999999</c:v>
                      </c:pt>
                      <c:pt idx="73">
                        <c:v>1.1997354840000001</c:v>
                      </c:pt>
                      <c:pt idx="74">
                        <c:v>0.72338216399999999</c:v>
                      </c:pt>
                      <c:pt idx="75">
                        <c:v>0.49856092000000002</c:v>
                      </c:pt>
                      <c:pt idx="76">
                        <c:v>0.44802069900000002</c:v>
                      </c:pt>
                      <c:pt idx="77">
                        <c:v>0.59895174500000004</c:v>
                      </c:pt>
                      <c:pt idx="78">
                        <c:v>1.2135181939999999</c:v>
                      </c:pt>
                      <c:pt idx="79">
                        <c:v>1.6999746840000001</c:v>
                      </c:pt>
                      <c:pt idx="80">
                        <c:v>1.8757002039999999</c:v>
                      </c:pt>
                      <c:pt idx="81">
                        <c:v>1.8856233979999999</c:v>
                      </c:pt>
                      <c:pt idx="82">
                        <c:v>1.9067343779999999</c:v>
                      </c:pt>
                      <c:pt idx="83">
                        <c:v>2.102071188</c:v>
                      </c:pt>
                      <c:pt idx="84">
                        <c:v>2.340289142</c:v>
                      </c:pt>
                      <c:pt idx="85">
                        <c:v>2.6486668959999999</c:v>
                      </c:pt>
                      <c:pt idx="86">
                        <c:v>2.7333914720000001</c:v>
                      </c:pt>
                      <c:pt idx="87">
                        <c:v>2.648675898</c:v>
                      </c:pt>
                      <c:pt idx="88">
                        <c:v>2.2950430100000001</c:v>
                      </c:pt>
                      <c:pt idx="89">
                        <c:v>2.1343422529999998</c:v>
                      </c:pt>
                      <c:pt idx="90">
                        <c:v>2.282143799</c:v>
                      </c:pt>
                      <c:pt idx="91">
                        <c:v>2.7182221110000002</c:v>
                      </c:pt>
                      <c:pt idx="92">
                        <c:v>2.943531154</c:v>
                      </c:pt>
                      <c:pt idx="93">
                        <c:v>3.3786999450000001</c:v>
                      </c:pt>
                      <c:pt idx="94">
                        <c:v>3.4113541199999999</c:v>
                      </c:pt>
                      <c:pt idx="95">
                        <c:v>2.850156057</c:v>
                      </c:pt>
                      <c:pt idx="96">
                        <c:v>1.919652098</c:v>
                      </c:pt>
                      <c:pt idx="97">
                        <c:v>1.1178558300000001</c:v>
                      </c:pt>
                      <c:pt idx="98">
                        <c:v>0.65262551300000005</c:v>
                      </c:pt>
                      <c:pt idx="99">
                        <c:v>0.449199242</c:v>
                      </c:pt>
                      <c:pt idx="100">
                        <c:v>0.40490953499999999</c:v>
                      </c:pt>
                      <c:pt idx="101">
                        <c:v>0.576476918</c:v>
                      </c:pt>
                      <c:pt idx="102">
                        <c:v>1.2149525290000001</c:v>
                      </c:pt>
                      <c:pt idx="103">
                        <c:v>1.72095609</c:v>
                      </c:pt>
                      <c:pt idx="104">
                        <c:v>1.887049811</c:v>
                      </c:pt>
                      <c:pt idx="105">
                        <c:v>1.83493526</c:v>
                      </c:pt>
                      <c:pt idx="106">
                        <c:v>1.872067825</c:v>
                      </c:pt>
                      <c:pt idx="107">
                        <c:v>2.0843643959999998</c:v>
                      </c:pt>
                      <c:pt idx="108">
                        <c:v>2.3602088179999998</c:v>
                      </c:pt>
                      <c:pt idx="109">
                        <c:v>2.6802332739999999</c:v>
                      </c:pt>
                      <c:pt idx="110">
                        <c:v>2.769806075</c:v>
                      </c:pt>
                      <c:pt idx="111">
                        <c:v>2.6834158540000002</c:v>
                      </c:pt>
                      <c:pt idx="112">
                        <c:v>2.3146968829999999</c:v>
                      </c:pt>
                      <c:pt idx="113">
                        <c:v>2.1569349729999998</c:v>
                      </c:pt>
                      <c:pt idx="114">
                        <c:v>2.2727930540000001</c:v>
                      </c:pt>
                      <c:pt idx="115">
                        <c:v>2.7545171989999999</c:v>
                      </c:pt>
                      <c:pt idx="116">
                        <c:v>2.9733465350000001</c:v>
                      </c:pt>
                      <c:pt idx="117">
                        <c:v>3.3892937230000002</c:v>
                      </c:pt>
                      <c:pt idx="118">
                        <c:v>3.4891874679999999</c:v>
                      </c:pt>
                      <c:pt idx="119">
                        <c:v>2.8812709029999999</c:v>
                      </c:pt>
                      <c:pt idx="120">
                        <c:v>1.95760935</c:v>
                      </c:pt>
                      <c:pt idx="121">
                        <c:v>1.1564221640000001</c:v>
                      </c:pt>
                      <c:pt idx="122">
                        <c:v>0.679852385</c:v>
                      </c:pt>
                      <c:pt idx="123">
                        <c:v>0.456656587</c:v>
                      </c:pt>
                      <c:pt idx="124">
                        <c:v>0.41719193599999999</c:v>
                      </c:pt>
                      <c:pt idx="125">
                        <c:v>0.59793128799999995</c:v>
                      </c:pt>
                      <c:pt idx="126">
                        <c:v>1.260785587</c:v>
                      </c:pt>
                      <c:pt idx="127">
                        <c:v>1.754095038</c:v>
                      </c:pt>
                      <c:pt idx="128">
                        <c:v>1.8624289700000001</c:v>
                      </c:pt>
                      <c:pt idx="129">
                        <c:v>1.8582242</c:v>
                      </c:pt>
                      <c:pt idx="130">
                        <c:v>1.891527843</c:v>
                      </c:pt>
                      <c:pt idx="131">
                        <c:v>2.1177647259999999</c:v>
                      </c:pt>
                      <c:pt idx="132">
                        <c:v>2.4407504000000002</c:v>
                      </c:pt>
                      <c:pt idx="133">
                        <c:v>2.8929188130000001</c:v>
                      </c:pt>
                      <c:pt idx="134">
                        <c:v>3.0382662379999998</c:v>
                      </c:pt>
                      <c:pt idx="135">
                        <c:v>2.8682505699999998</c:v>
                      </c:pt>
                      <c:pt idx="136">
                        <c:v>2.3458382699999998</c:v>
                      </c:pt>
                      <c:pt idx="137">
                        <c:v>2.2067564289999999</c:v>
                      </c:pt>
                      <c:pt idx="138">
                        <c:v>2.4059508470000002</c:v>
                      </c:pt>
                      <c:pt idx="139">
                        <c:v>2.8213776660000001</c:v>
                      </c:pt>
                      <c:pt idx="140">
                        <c:v>2.9753379259999999</c:v>
                      </c:pt>
                      <c:pt idx="141">
                        <c:v>3.4137863689999999</c:v>
                      </c:pt>
                      <c:pt idx="142">
                        <c:v>3.4617659029999999</c:v>
                      </c:pt>
                      <c:pt idx="143">
                        <c:v>2.911369944</c:v>
                      </c:pt>
                      <c:pt idx="144">
                        <c:v>1.979668169</c:v>
                      </c:pt>
                      <c:pt idx="145">
                        <c:v>1.1852283180000001</c:v>
                      </c:pt>
                      <c:pt idx="146">
                        <c:v>0.72322773600000001</c:v>
                      </c:pt>
                      <c:pt idx="147">
                        <c:v>0.49439852099999998</c:v>
                      </c:pt>
                      <c:pt idx="148">
                        <c:v>0.43686795499999997</c:v>
                      </c:pt>
                      <c:pt idx="149">
                        <c:v>0.60904673899999995</c:v>
                      </c:pt>
                      <c:pt idx="150">
                        <c:v>1.2788652789999999</c:v>
                      </c:pt>
                      <c:pt idx="151">
                        <c:v>1.76165912</c:v>
                      </c:pt>
                      <c:pt idx="152">
                        <c:v>1.881805642</c:v>
                      </c:pt>
                      <c:pt idx="153">
                        <c:v>1.8539733309999999</c:v>
                      </c:pt>
                      <c:pt idx="154">
                        <c:v>1.889304259</c:v>
                      </c:pt>
                      <c:pt idx="155">
                        <c:v>2.0967084150000002</c:v>
                      </c:pt>
                      <c:pt idx="156">
                        <c:v>2.3643157440000002</c:v>
                      </c:pt>
                      <c:pt idx="157">
                        <c:v>2.6924456339999998</c:v>
                      </c:pt>
                      <c:pt idx="158">
                        <c:v>2.791930319</c:v>
                      </c:pt>
                      <c:pt idx="159">
                        <c:v>2.6612401829999999</c:v>
                      </c:pt>
                      <c:pt idx="160">
                        <c:v>2.3262219399999999</c:v>
                      </c:pt>
                      <c:pt idx="161">
                        <c:v>2.2084465770000001</c:v>
                      </c:pt>
                      <c:pt idx="162">
                        <c:v>2.367687257</c:v>
                      </c:pt>
                      <c:pt idx="163">
                        <c:v>2.817469687</c:v>
                      </c:pt>
                      <c:pt idx="164">
                        <c:v>3.0110603980000001</c:v>
                      </c:pt>
                      <c:pt idx="165">
                        <c:v>3.4142417370000002</c:v>
                      </c:pt>
                      <c:pt idx="166">
                        <c:v>3.46171001</c:v>
                      </c:pt>
                      <c:pt idx="167">
                        <c:v>2.8202998469999998</c:v>
                      </c:pt>
                      <c:pt idx="168">
                        <c:v>1.9189984179999999</c:v>
                      </c:pt>
                      <c:pt idx="169">
                        <c:v>1.157771941</c:v>
                      </c:pt>
                      <c:pt idx="170">
                        <c:v>0.67625855000000001</c:v>
                      </c:pt>
                      <c:pt idx="171">
                        <c:v>0.47466281399999999</c:v>
                      </c:pt>
                      <c:pt idx="172">
                        <c:v>0.44085180400000001</c:v>
                      </c:pt>
                      <c:pt idx="173">
                        <c:v>0.60504482699999995</c:v>
                      </c:pt>
                      <c:pt idx="174">
                        <c:v>1.30135749</c:v>
                      </c:pt>
                      <c:pt idx="175">
                        <c:v>1.8261073759999999</c:v>
                      </c:pt>
                      <c:pt idx="176">
                        <c:v>2.0008854509999998</c:v>
                      </c:pt>
                      <c:pt idx="177">
                        <c:v>1.971742678</c:v>
                      </c:pt>
                      <c:pt idx="178">
                        <c:v>1.973601648</c:v>
                      </c:pt>
                      <c:pt idx="179">
                        <c:v>2.1490417769999999</c:v>
                      </c:pt>
                      <c:pt idx="180">
                        <c:v>2.4385432339999999</c:v>
                      </c:pt>
                      <c:pt idx="181">
                        <c:v>2.7817019909999998</c:v>
                      </c:pt>
                      <c:pt idx="182">
                        <c:v>2.9078170229999998</c:v>
                      </c:pt>
                      <c:pt idx="183">
                        <c:v>2.7981865080000001</c:v>
                      </c:pt>
                      <c:pt idx="184">
                        <c:v>2.3473583549999999</c:v>
                      </c:pt>
                      <c:pt idx="185">
                        <c:v>2.2581609839999999</c:v>
                      </c:pt>
                      <c:pt idx="186">
                        <c:v>2.406648262</c:v>
                      </c:pt>
                      <c:pt idx="187">
                        <c:v>2.852743179</c:v>
                      </c:pt>
                      <c:pt idx="188">
                        <c:v>3.0743159069999999</c:v>
                      </c:pt>
                      <c:pt idx="189">
                        <c:v>3.4454239900000001</c:v>
                      </c:pt>
                      <c:pt idx="190">
                        <c:v>3.540024818</c:v>
                      </c:pt>
                      <c:pt idx="191">
                        <c:v>3.037941081</c:v>
                      </c:pt>
                      <c:pt idx="192">
                        <c:v>2.193009725</c:v>
                      </c:pt>
                      <c:pt idx="193">
                        <c:v>1.371084781</c:v>
                      </c:pt>
                      <c:pt idx="194">
                        <c:v>0.79354091100000002</c:v>
                      </c:pt>
                      <c:pt idx="195">
                        <c:v>0.54017924699999997</c:v>
                      </c:pt>
                      <c:pt idx="196">
                        <c:v>0.46694456699999998</c:v>
                      </c:pt>
                      <c:pt idx="197">
                        <c:v>0.574861387</c:v>
                      </c:pt>
                      <c:pt idx="198">
                        <c:v>1.128328553</c:v>
                      </c:pt>
                      <c:pt idx="199">
                        <c:v>1.69528839</c:v>
                      </c:pt>
                      <c:pt idx="200">
                        <c:v>2.1183532139999999</c:v>
                      </c:pt>
                      <c:pt idx="201">
                        <c:v>2.254743597</c:v>
                      </c:pt>
                      <c:pt idx="202">
                        <c:v>2.325236968</c:v>
                      </c:pt>
                      <c:pt idx="203">
                        <c:v>2.5628906699999998</c:v>
                      </c:pt>
                      <c:pt idx="204">
                        <c:v>2.7302552269999998</c:v>
                      </c:pt>
                      <c:pt idx="205">
                        <c:v>2.92853282</c:v>
                      </c:pt>
                      <c:pt idx="206">
                        <c:v>3.228287527</c:v>
                      </c:pt>
                      <c:pt idx="207">
                        <c:v>3.0234490439999999</c:v>
                      </c:pt>
                      <c:pt idx="208">
                        <c:v>2.4740354230000001</c:v>
                      </c:pt>
                      <c:pt idx="209">
                        <c:v>2.3188994279999999</c:v>
                      </c:pt>
                      <c:pt idx="210">
                        <c:v>2.432314061</c:v>
                      </c:pt>
                      <c:pt idx="211">
                        <c:v>2.9004929590000001</c:v>
                      </c:pt>
                      <c:pt idx="212">
                        <c:v>3.1102490409999999</c:v>
                      </c:pt>
                      <c:pt idx="213">
                        <c:v>3.5473910009999998</c:v>
                      </c:pt>
                      <c:pt idx="214">
                        <c:v>3.6179825050000001</c:v>
                      </c:pt>
                      <c:pt idx="215">
                        <c:v>3.120480809</c:v>
                      </c:pt>
                      <c:pt idx="216">
                        <c:v>2.2287715490000002</c:v>
                      </c:pt>
                      <c:pt idx="217">
                        <c:v>1.3497466469999999</c:v>
                      </c:pt>
                      <c:pt idx="218">
                        <c:v>0.80572354499999999</c:v>
                      </c:pt>
                      <c:pt idx="219">
                        <c:v>0.53593951100000004</c:v>
                      </c:pt>
                      <c:pt idx="220">
                        <c:v>0.47096875999999999</c:v>
                      </c:pt>
                      <c:pt idx="221">
                        <c:v>0.59078776300000002</c:v>
                      </c:pt>
                      <c:pt idx="222">
                        <c:v>1.2041599279999999</c:v>
                      </c:pt>
                      <c:pt idx="223">
                        <c:v>1.731895948</c:v>
                      </c:pt>
                      <c:pt idx="224">
                        <c:v>2.0325242170000002</c:v>
                      </c:pt>
                      <c:pt idx="225">
                        <c:v>2.0702409930000001</c:v>
                      </c:pt>
                      <c:pt idx="226">
                        <c:v>2.1078399659999998</c:v>
                      </c:pt>
                      <c:pt idx="227">
                        <c:v>2.2735911409999998</c:v>
                      </c:pt>
                      <c:pt idx="228">
                        <c:v>2.49494594</c:v>
                      </c:pt>
                      <c:pt idx="229">
                        <c:v>2.8920049969999999</c:v>
                      </c:pt>
                      <c:pt idx="230">
                        <c:v>3.0794756740000002</c:v>
                      </c:pt>
                      <c:pt idx="231">
                        <c:v>2.8711538879999998</c:v>
                      </c:pt>
                      <c:pt idx="232">
                        <c:v>2.3699619479999998</c:v>
                      </c:pt>
                      <c:pt idx="233">
                        <c:v>2.2246919030000001</c:v>
                      </c:pt>
                      <c:pt idx="234">
                        <c:v>2.3480834449999999</c:v>
                      </c:pt>
                      <c:pt idx="235">
                        <c:v>2.7754225350000001</c:v>
                      </c:pt>
                      <c:pt idx="236">
                        <c:v>3.056137654</c:v>
                      </c:pt>
                      <c:pt idx="237">
                        <c:v>3.4842567199999999</c:v>
                      </c:pt>
                      <c:pt idx="238">
                        <c:v>3.4523783190000001</c:v>
                      </c:pt>
                      <c:pt idx="239">
                        <c:v>2.7944030500000001</c:v>
                      </c:pt>
                      <c:pt idx="240">
                        <c:v>1.8724364760000001</c:v>
                      </c:pt>
                      <c:pt idx="241">
                        <c:v>1.0909551930000001</c:v>
                      </c:pt>
                      <c:pt idx="242">
                        <c:v>0.68112118700000002</c:v>
                      </c:pt>
                      <c:pt idx="243">
                        <c:v>0.47953807799999998</c:v>
                      </c:pt>
                      <c:pt idx="244">
                        <c:v>0.41795161600000003</c:v>
                      </c:pt>
                      <c:pt idx="245">
                        <c:v>0.56945153900000001</c:v>
                      </c:pt>
                      <c:pt idx="246">
                        <c:v>1.220706745</c:v>
                      </c:pt>
                      <c:pt idx="247">
                        <c:v>1.7269501570000001</c:v>
                      </c:pt>
                      <c:pt idx="248">
                        <c:v>1.8307515969999999</c:v>
                      </c:pt>
                      <c:pt idx="249">
                        <c:v>1.7983238560000001</c:v>
                      </c:pt>
                      <c:pt idx="250">
                        <c:v>1.828993769</c:v>
                      </c:pt>
                      <c:pt idx="251">
                        <c:v>2.006387191</c:v>
                      </c:pt>
                      <c:pt idx="252">
                        <c:v>2.289653607</c:v>
                      </c:pt>
                      <c:pt idx="253">
                        <c:v>2.604514504</c:v>
                      </c:pt>
                      <c:pt idx="254">
                        <c:v>2.7336859580000001</c:v>
                      </c:pt>
                      <c:pt idx="255">
                        <c:v>2.6313416410000001</c:v>
                      </c:pt>
                      <c:pt idx="256">
                        <c:v>2.2746632299999998</c:v>
                      </c:pt>
                      <c:pt idx="257">
                        <c:v>2.2147353540000001</c:v>
                      </c:pt>
                      <c:pt idx="258">
                        <c:v>2.3558034800000001</c:v>
                      </c:pt>
                      <c:pt idx="259">
                        <c:v>2.7969613560000002</c:v>
                      </c:pt>
                      <c:pt idx="260">
                        <c:v>3.0459110869999999</c:v>
                      </c:pt>
                      <c:pt idx="261">
                        <c:v>3.4789026889999999</c:v>
                      </c:pt>
                      <c:pt idx="262">
                        <c:v>3.4259428569999999</c:v>
                      </c:pt>
                      <c:pt idx="263">
                        <c:v>2.7798211350000002</c:v>
                      </c:pt>
                      <c:pt idx="264">
                        <c:v>1.867022414</c:v>
                      </c:pt>
                      <c:pt idx="265">
                        <c:v>1.0843468510000001</c:v>
                      </c:pt>
                      <c:pt idx="266">
                        <c:v>0.66150977700000002</c:v>
                      </c:pt>
                      <c:pt idx="267">
                        <c:v>0.473833161</c:v>
                      </c:pt>
                      <c:pt idx="268">
                        <c:v>0.41707091000000002</c:v>
                      </c:pt>
                      <c:pt idx="269">
                        <c:v>0.58800535200000004</c:v>
                      </c:pt>
                      <c:pt idx="270">
                        <c:v>1.2551497519999999</c:v>
                      </c:pt>
                      <c:pt idx="271">
                        <c:v>1.756098637</c:v>
                      </c:pt>
                      <c:pt idx="272">
                        <c:v>1.8917615750000001</c:v>
                      </c:pt>
                      <c:pt idx="273">
                        <c:v>1.835473248</c:v>
                      </c:pt>
                      <c:pt idx="274">
                        <c:v>1.8611829600000001</c:v>
                      </c:pt>
                      <c:pt idx="275">
                        <c:v>2.0681401579999998</c:v>
                      </c:pt>
                      <c:pt idx="276">
                        <c:v>2.308819664</c:v>
                      </c:pt>
                      <c:pt idx="277">
                        <c:v>2.6199090420000002</c:v>
                      </c:pt>
                      <c:pt idx="278">
                        <c:v>2.6794251760000001</c:v>
                      </c:pt>
                      <c:pt idx="279">
                        <c:v>2.6246726339999999</c:v>
                      </c:pt>
                      <c:pt idx="280">
                        <c:v>2.300367783</c:v>
                      </c:pt>
                      <c:pt idx="281">
                        <c:v>2.2096779820000001</c:v>
                      </c:pt>
                      <c:pt idx="282">
                        <c:v>2.3475634460000001</c:v>
                      </c:pt>
                      <c:pt idx="283">
                        <c:v>2.7818634040000001</c:v>
                      </c:pt>
                      <c:pt idx="284">
                        <c:v>3.0701917339999998</c:v>
                      </c:pt>
                      <c:pt idx="285">
                        <c:v>3.482932827</c:v>
                      </c:pt>
                      <c:pt idx="286">
                        <c:v>3.4072769530000002</c:v>
                      </c:pt>
                      <c:pt idx="287">
                        <c:v>2.715414113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F782-4DD4-8B67-32577BCE01C1}"/>
                  </c:ext>
                </c:extLst>
              </c15:ser>
            </c15:filteredLineSeries>
            <c15:filteredLin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12-10-2026'!$K$1</c15:sqref>
                        </c15:formulaRef>
                      </c:ext>
                    </c:extLst>
                    <c:strCache>
                      <c:ptCount val="1"/>
                      <c:pt idx="0">
                        <c:v>BMR-DGW1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12-10-2026'!$K$2:$K$289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22.625527642000002</c:v>
                      </c:pt>
                      <c:pt idx="1">
                        <c:v>13.736864709000001</c:v>
                      </c:pt>
                      <c:pt idx="2">
                        <c:v>7.7174828189999998</c:v>
                      </c:pt>
                      <c:pt idx="3">
                        <c:v>4.8180948990000001</c:v>
                      </c:pt>
                      <c:pt idx="4">
                        <c:v>3.6716757969999998</c:v>
                      </c:pt>
                      <c:pt idx="5">
                        <c:v>4.5051569640000002</c:v>
                      </c:pt>
                      <c:pt idx="6">
                        <c:v>9.1594127370000002</c:v>
                      </c:pt>
                      <c:pt idx="7">
                        <c:v>14.050589191</c:v>
                      </c:pt>
                      <c:pt idx="8">
                        <c:v>16.845660229</c:v>
                      </c:pt>
                      <c:pt idx="9">
                        <c:v>18.449757100999999</c:v>
                      </c:pt>
                      <c:pt idx="10">
                        <c:v>20.473566735999999</c:v>
                      </c:pt>
                      <c:pt idx="11">
                        <c:v>23.147696463999999</c:v>
                      </c:pt>
                      <c:pt idx="12">
                        <c:v>25.569896093000001</c:v>
                      </c:pt>
                      <c:pt idx="13">
                        <c:v>29.324995532999999</c:v>
                      </c:pt>
                      <c:pt idx="14">
                        <c:v>30.293191162999999</c:v>
                      </c:pt>
                      <c:pt idx="15">
                        <c:v>29.226675019000002</c:v>
                      </c:pt>
                      <c:pt idx="16">
                        <c:v>25.360908243000001</c:v>
                      </c:pt>
                      <c:pt idx="17">
                        <c:v>25.707648969000001</c:v>
                      </c:pt>
                      <c:pt idx="18">
                        <c:v>25.646711094</c:v>
                      </c:pt>
                      <c:pt idx="19">
                        <c:v>30.489206329999998</c:v>
                      </c:pt>
                      <c:pt idx="20">
                        <c:v>33.972550744000003</c:v>
                      </c:pt>
                      <c:pt idx="21">
                        <c:v>39.353822242</c:v>
                      </c:pt>
                      <c:pt idx="22">
                        <c:v>39.097995744999999</c:v>
                      </c:pt>
                      <c:pt idx="23">
                        <c:v>33.574253482000003</c:v>
                      </c:pt>
                      <c:pt idx="24">
                        <c:v>24.721458735999999</c:v>
                      </c:pt>
                      <c:pt idx="25">
                        <c:v>15.720411168</c:v>
                      </c:pt>
                      <c:pt idx="26">
                        <c:v>9.2665717440000002</c:v>
                      </c:pt>
                      <c:pt idx="27">
                        <c:v>5.6233392760000003</c:v>
                      </c:pt>
                      <c:pt idx="28">
                        <c:v>3.948760627</c:v>
                      </c:pt>
                      <c:pt idx="29">
                        <c:v>4.3539418019999996</c:v>
                      </c:pt>
                      <c:pt idx="30">
                        <c:v>7.9944296909999997</c:v>
                      </c:pt>
                      <c:pt idx="31">
                        <c:v>12.182488708999999</c:v>
                      </c:pt>
                      <c:pt idx="32">
                        <c:v>17.104777181999999</c:v>
                      </c:pt>
                      <c:pt idx="33">
                        <c:v>20.717373180999999</c:v>
                      </c:pt>
                      <c:pt idx="34">
                        <c:v>23.598912079000002</c:v>
                      </c:pt>
                      <c:pt idx="35">
                        <c:v>27.136090932999998</c:v>
                      </c:pt>
                      <c:pt idx="36">
                        <c:v>27.833531057999998</c:v>
                      </c:pt>
                      <c:pt idx="37">
                        <c:v>30.006447297000001</c:v>
                      </c:pt>
                      <c:pt idx="38">
                        <c:v>34.93748042</c:v>
                      </c:pt>
                      <c:pt idx="39">
                        <c:v>32.609441562000001</c:v>
                      </c:pt>
                      <c:pt idx="40">
                        <c:v>26.718306628000001</c:v>
                      </c:pt>
                      <c:pt idx="41">
                        <c:v>26.899817091999999</c:v>
                      </c:pt>
                      <c:pt idx="42">
                        <c:v>26.931695313999999</c:v>
                      </c:pt>
                      <c:pt idx="43">
                        <c:v>31.994393689999999</c:v>
                      </c:pt>
                      <c:pt idx="44">
                        <c:v>35.476494066000001</c:v>
                      </c:pt>
                      <c:pt idx="45">
                        <c:v>41.221360058000002</c:v>
                      </c:pt>
                      <c:pt idx="46">
                        <c:v>40.430460435000001</c:v>
                      </c:pt>
                      <c:pt idx="47">
                        <c:v>34.944365857999998</c:v>
                      </c:pt>
                      <c:pt idx="48">
                        <c:v>25.468465733999999</c:v>
                      </c:pt>
                      <c:pt idx="49">
                        <c:v>16.125182275</c:v>
                      </c:pt>
                      <c:pt idx="50">
                        <c:v>9.2964164520000008</c:v>
                      </c:pt>
                      <c:pt idx="51">
                        <c:v>5.6101840100000002</c:v>
                      </c:pt>
                      <c:pt idx="52">
                        <c:v>4.0929932840000003</c:v>
                      </c:pt>
                      <c:pt idx="53">
                        <c:v>4.6274173230000004</c:v>
                      </c:pt>
                      <c:pt idx="54">
                        <c:v>8.4595221439999992</c:v>
                      </c:pt>
                      <c:pt idx="55">
                        <c:v>12.781581065999999</c:v>
                      </c:pt>
                      <c:pt idx="56">
                        <c:v>17.252014720999998</c:v>
                      </c:pt>
                      <c:pt idx="57">
                        <c:v>19.939496426000002</c:v>
                      </c:pt>
                      <c:pt idx="58">
                        <c:v>21.982644798999999</c:v>
                      </c:pt>
                      <c:pt idx="59">
                        <c:v>24.421030562999999</c:v>
                      </c:pt>
                      <c:pt idx="60">
                        <c:v>25.981908487999998</c:v>
                      </c:pt>
                      <c:pt idx="61">
                        <c:v>30.091003846</c:v>
                      </c:pt>
                      <c:pt idx="62">
                        <c:v>31.736507226000001</c:v>
                      </c:pt>
                      <c:pt idx="63">
                        <c:v>30.312487574999999</c:v>
                      </c:pt>
                      <c:pt idx="64">
                        <c:v>25.634664815000001</c:v>
                      </c:pt>
                      <c:pt idx="65">
                        <c:v>26.055444258000001</c:v>
                      </c:pt>
                      <c:pt idx="66">
                        <c:v>26.210058442000001</c:v>
                      </c:pt>
                      <c:pt idx="67">
                        <c:v>31.016698390999998</c:v>
                      </c:pt>
                      <c:pt idx="68">
                        <c:v>34.481844512000002</c:v>
                      </c:pt>
                      <c:pt idx="69">
                        <c:v>39.768966599000002</c:v>
                      </c:pt>
                      <c:pt idx="70">
                        <c:v>38.788230069999997</c:v>
                      </c:pt>
                      <c:pt idx="71">
                        <c:v>32.098726974000002</c:v>
                      </c:pt>
                      <c:pt idx="72">
                        <c:v>22.014306208000001</c:v>
                      </c:pt>
                      <c:pt idx="73">
                        <c:v>13.168613685</c:v>
                      </c:pt>
                      <c:pt idx="74">
                        <c:v>7.4635178309999999</c:v>
                      </c:pt>
                      <c:pt idx="75">
                        <c:v>4.6713224489999998</c:v>
                      </c:pt>
                      <c:pt idx="76">
                        <c:v>3.6422806539999999</c:v>
                      </c:pt>
                      <c:pt idx="77">
                        <c:v>4.3093254229999998</c:v>
                      </c:pt>
                      <c:pt idx="78">
                        <c:v>8.9072188590000003</c:v>
                      </c:pt>
                      <c:pt idx="79">
                        <c:v>13.330545048999999</c:v>
                      </c:pt>
                      <c:pt idx="80">
                        <c:v>16.402442994000001</c:v>
                      </c:pt>
                      <c:pt idx="81">
                        <c:v>17.958803671999998</c:v>
                      </c:pt>
                      <c:pt idx="82">
                        <c:v>19.732169066000001</c:v>
                      </c:pt>
                      <c:pt idx="83">
                        <c:v>22.689356537999998</c:v>
                      </c:pt>
                      <c:pt idx="84">
                        <c:v>24.231555405000002</c:v>
                      </c:pt>
                      <c:pt idx="85">
                        <c:v>27.445626107999999</c:v>
                      </c:pt>
                      <c:pt idx="86">
                        <c:v>27.920846056999999</c:v>
                      </c:pt>
                      <c:pt idx="87">
                        <c:v>27.151026751</c:v>
                      </c:pt>
                      <c:pt idx="88">
                        <c:v>24.560771302999999</c:v>
                      </c:pt>
                      <c:pt idx="89">
                        <c:v>25.760128848000001</c:v>
                      </c:pt>
                      <c:pt idx="90">
                        <c:v>25.844284605999999</c:v>
                      </c:pt>
                      <c:pt idx="91">
                        <c:v>30.86927322</c:v>
                      </c:pt>
                      <c:pt idx="92">
                        <c:v>34.462993937</c:v>
                      </c:pt>
                      <c:pt idx="93">
                        <c:v>39.472967595</c:v>
                      </c:pt>
                      <c:pt idx="94">
                        <c:v>38.016206865999997</c:v>
                      </c:pt>
                      <c:pt idx="95">
                        <c:v>30.892407850000001</c:v>
                      </c:pt>
                      <c:pt idx="96">
                        <c:v>20.825082268999999</c:v>
                      </c:pt>
                      <c:pt idx="97">
                        <c:v>12.200537946000001</c:v>
                      </c:pt>
                      <c:pt idx="98">
                        <c:v>6.9768295340000002</c:v>
                      </c:pt>
                      <c:pt idx="99">
                        <c:v>4.433018101</c:v>
                      </c:pt>
                      <c:pt idx="100">
                        <c:v>3.5049955480000001</c:v>
                      </c:pt>
                      <c:pt idx="101">
                        <c:v>4.2697119929999996</c:v>
                      </c:pt>
                      <c:pt idx="102">
                        <c:v>9.0215142230000005</c:v>
                      </c:pt>
                      <c:pt idx="103">
                        <c:v>13.95792148</c:v>
                      </c:pt>
                      <c:pt idx="104">
                        <c:v>16.571258727</c:v>
                      </c:pt>
                      <c:pt idx="105">
                        <c:v>17.912623814</c:v>
                      </c:pt>
                      <c:pt idx="106">
                        <c:v>19.622809392000001</c:v>
                      </c:pt>
                      <c:pt idx="107">
                        <c:v>22.472830528999999</c:v>
                      </c:pt>
                      <c:pt idx="108">
                        <c:v>24.281457207999999</c:v>
                      </c:pt>
                      <c:pt idx="109">
                        <c:v>27.689491126</c:v>
                      </c:pt>
                      <c:pt idx="110">
                        <c:v>28.264316975</c:v>
                      </c:pt>
                      <c:pt idx="111">
                        <c:v>27.483963601999999</c:v>
                      </c:pt>
                      <c:pt idx="112">
                        <c:v>24.588925833000001</c:v>
                      </c:pt>
                      <c:pt idx="113">
                        <c:v>25.628261602999999</c:v>
                      </c:pt>
                      <c:pt idx="114">
                        <c:v>25.719420849999999</c:v>
                      </c:pt>
                      <c:pt idx="115">
                        <c:v>30.737137221000001</c:v>
                      </c:pt>
                      <c:pt idx="116">
                        <c:v>34.473174100999998</c:v>
                      </c:pt>
                      <c:pt idx="117">
                        <c:v>39.958817688000003</c:v>
                      </c:pt>
                      <c:pt idx="118">
                        <c:v>38.374311216999999</c:v>
                      </c:pt>
                      <c:pt idx="119">
                        <c:v>31.247715663000001</c:v>
                      </c:pt>
                      <c:pt idx="120">
                        <c:v>21.077489941</c:v>
                      </c:pt>
                      <c:pt idx="121">
                        <c:v>12.426673829</c:v>
                      </c:pt>
                      <c:pt idx="122">
                        <c:v>7.0191359169999998</c:v>
                      </c:pt>
                      <c:pt idx="123">
                        <c:v>4.4786627819999998</c:v>
                      </c:pt>
                      <c:pt idx="124">
                        <c:v>3.5332292440000002</c:v>
                      </c:pt>
                      <c:pt idx="125">
                        <c:v>4.2577573080000004</c:v>
                      </c:pt>
                      <c:pt idx="126">
                        <c:v>9.2125143850000004</c:v>
                      </c:pt>
                      <c:pt idx="127">
                        <c:v>13.946261197</c:v>
                      </c:pt>
                      <c:pt idx="128">
                        <c:v>16.391726157000001</c:v>
                      </c:pt>
                      <c:pt idx="129">
                        <c:v>18.004862366000001</c:v>
                      </c:pt>
                      <c:pt idx="130">
                        <c:v>20.037783610000002</c:v>
                      </c:pt>
                      <c:pt idx="131">
                        <c:v>22.808925481999999</c:v>
                      </c:pt>
                      <c:pt idx="132">
                        <c:v>25.264560394</c:v>
                      </c:pt>
                      <c:pt idx="133">
                        <c:v>29.987477846000001</c:v>
                      </c:pt>
                      <c:pt idx="134">
                        <c:v>30.595524443999999</c:v>
                      </c:pt>
                      <c:pt idx="135">
                        <c:v>28.782955009999998</c:v>
                      </c:pt>
                      <c:pt idx="136">
                        <c:v>24.881327633000001</c:v>
                      </c:pt>
                      <c:pt idx="137">
                        <c:v>25.689938015999999</c:v>
                      </c:pt>
                      <c:pt idx="138">
                        <c:v>27.734573631</c:v>
                      </c:pt>
                      <c:pt idx="139">
                        <c:v>31.979749955999999</c:v>
                      </c:pt>
                      <c:pt idx="140">
                        <c:v>34.564054597000002</c:v>
                      </c:pt>
                      <c:pt idx="141">
                        <c:v>39.707745809999999</c:v>
                      </c:pt>
                      <c:pt idx="142">
                        <c:v>38.130803739999998</c:v>
                      </c:pt>
                      <c:pt idx="143">
                        <c:v>31.839964627000001</c:v>
                      </c:pt>
                      <c:pt idx="144">
                        <c:v>22.244335961000001</c:v>
                      </c:pt>
                      <c:pt idx="145">
                        <c:v>13.26867296</c:v>
                      </c:pt>
                      <c:pt idx="146">
                        <c:v>7.9310783479999998</c:v>
                      </c:pt>
                      <c:pt idx="147">
                        <c:v>4.7136264700000003</c:v>
                      </c:pt>
                      <c:pt idx="148">
                        <c:v>3.6231553660000002</c:v>
                      </c:pt>
                      <c:pt idx="149">
                        <c:v>4.3944528309999997</c:v>
                      </c:pt>
                      <c:pt idx="150">
                        <c:v>9.3799583910000006</c:v>
                      </c:pt>
                      <c:pt idx="151">
                        <c:v>13.988721046</c:v>
                      </c:pt>
                      <c:pt idx="152">
                        <c:v>16.636581888999999</c:v>
                      </c:pt>
                      <c:pt idx="153">
                        <c:v>17.994100270000001</c:v>
                      </c:pt>
                      <c:pt idx="154">
                        <c:v>19.857525528</c:v>
                      </c:pt>
                      <c:pt idx="155">
                        <c:v>22.403497628</c:v>
                      </c:pt>
                      <c:pt idx="156">
                        <c:v>24.302730623999999</c:v>
                      </c:pt>
                      <c:pt idx="157">
                        <c:v>27.56920453</c:v>
                      </c:pt>
                      <c:pt idx="158">
                        <c:v>28.311111728</c:v>
                      </c:pt>
                      <c:pt idx="159">
                        <c:v>27.202235777999999</c:v>
                      </c:pt>
                      <c:pt idx="160">
                        <c:v>24.975722805</c:v>
                      </c:pt>
                      <c:pt idx="161">
                        <c:v>26.286229958</c:v>
                      </c:pt>
                      <c:pt idx="162">
                        <c:v>26.516941860999999</c:v>
                      </c:pt>
                      <c:pt idx="163">
                        <c:v>31.072927742000001</c:v>
                      </c:pt>
                      <c:pt idx="164">
                        <c:v>34.473673787999999</c:v>
                      </c:pt>
                      <c:pt idx="165">
                        <c:v>39.425203908</c:v>
                      </c:pt>
                      <c:pt idx="166">
                        <c:v>37.885690162000003</c:v>
                      </c:pt>
                      <c:pt idx="167">
                        <c:v>30.383387933000002</c:v>
                      </c:pt>
                      <c:pt idx="168">
                        <c:v>20.730939936999999</c:v>
                      </c:pt>
                      <c:pt idx="169">
                        <c:v>12.316778855000001</c:v>
                      </c:pt>
                      <c:pt idx="170">
                        <c:v>7.0764795730000003</c:v>
                      </c:pt>
                      <c:pt idx="171">
                        <c:v>4.4876782039999998</c:v>
                      </c:pt>
                      <c:pt idx="172">
                        <c:v>3.5700271319999999</c:v>
                      </c:pt>
                      <c:pt idx="173">
                        <c:v>4.4075197990000001</c:v>
                      </c:pt>
                      <c:pt idx="174">
                        <c:v>9.5010494199999993</c:v>
                      </c:pt>
                      <c:pt idx="175">
                        <c:v>14.579467004</c:v>
                      </c:pt>
                      <c:pt idx="176">
                        <c:v>17.772668772999999</c:v>
                      </c:pt>
                      <c:pt idx="177">
                        <c:v>20.043473281000001</c:v>
                      </c:pt>
                      <c:pt idx="178">
                        <c:v>21.431519382000001</c:v>
                      </c:pt>
                      <c:pt idx="179">
                        <c:v>23.463433970000001</c:v>
                      </c:pt>
                      <c:pt idx="180">
                        <c:v>25.656640476</c:v>
                      </c:pt>
                      <c:pt idx="181">
                        <c:v>29.020000195000001</c:v>
                      </c:pt>
                      <c:pt idx="182">
                        <c:v>29.791212915999999</c:v>
                      </c:pt>
                      <c:pt idx="183">
                        <c:v>28.509876367</c:v>
                      </c:pt>
                      <c:pt idx="184">
                        <c:v>25.218307054</c:v>
                      </c:pt>
                      <c:pt idx="185">
                        <c:v>26.121131256999998</c:v>
                      </c:pt>
                      <c:pt idx="186">
                        <c:v>26.527806459000001</c:v>
                      </c:pt>
                      <c:pt idx="187">
                        <c:v>31.661060213999999</c:v>
                      </c:pt>
                      <c:pt idx="188">
                        <c:v>35.191840956</c:v>
                      </c:pt>
                      <c:pt idx="189">
                        <c:v>39.893593332000002</c:v>
                      </c:pt>
                      <c:pt idx="190">
                        <c:v>39.077510727000003</c:v>
                      </c:pt>
                      <c:pt idx="191">
                        <c:v>32.797036022999997</c:v>
                      </c:pt>
                      <c:pt idx="192">
                        <c:v>23.490260879000001</c:v>
                      </c:pt>
                      <c:pt idx="193">
                        <c:v>14.910394986</c:v>
                      </c:pt>
                      <c:pt idx="194">
                        <c:v>8.6684326760000001</c:v>
                      </c:pt>
                      <c:pt idx="195">
                        <c:v>5.4192759449999999</c:v>
                      </c:pt>
                      <c:pt idx="196">
                        <c:v>3.9360197490000002</c:v>
                      </c:pt>
                      <c:pt idx="197">
                        <c:v>4.2496421360000003</c:v>
                      </c:pt>
                      <c:pt idx="198">
                        <c:v>8.3587393589999994</c:v>
                      </c:pt>
                      <c:pt idx="199">
                        <c:v>12.69798046</c:v>
                      </c:pt>
                      <c:pt idx="200">
                        <c:v>17.507163706</c:v>
                      </c:pt>
                      <c:pt idx="201">
                        <c:v>20.644968276</c:v>
                      </c:pt>
                      <c:pt idx="202">
                        <c:v>23.521372281000001</c:v>
                      </c:pt>
                      <c:pt idx="203">
                        <c:v>26.613881804999998</c:v>
                      </c:pt>
                      <c:pt idx="204">
                        <c:v>27.088499725999998</c:v>
                      </c:pt>
                      <c:pt idx="205">
                        <c:v>29.324200396999998</c:v>
                      </c:pt>
                      <c:pt idx="206">
                        <c:v>33.868343033000002</c:v>
                      </c:pt>
                      <c:pt idx="207">
                        <c:v>31.151362172999999</c:v>
                      </c:pt>
                      <c:pt idx="208">
                        <c:v>26.189638055</c:v>
                      </c:pt>
                      <c:pt idx="209">
                        <c:v>26.591001148</c:v>
                      </c:pt>
                      <c:pt idx="210">
                        <c:v>26.427132736000001</c:v>
                      </c:pt>
                      <c:pt idx="211">
                        <c:v>31.885176535999999</c:v>
                      </c:pt>
                      <c:pt idx="212">
                        <c:v>35.646306281000001</c:v>
                      </c:pt>
                      <c:pt idx="213">
                        <c:v>40.709430533999999</c:v>
                      </c:pt>
                      <c:pt idx="214">
                        <c:v>40.109571432999999</c:v>
                      </c:pt>
                      <c:pt idx="215">
                        <c:v>33.555251654999999</c:v>
                      </c:pt>
                      <c:pt idx="216">
                        <c:v>23.696624505999999</c:v>
                      </c:pt>
                      <c:pt idx="217">
                        <c:v>14.342016328</c:v>
                      </c:pt>
                      <c:pt idx="218">
                        <c:v>8.2812736939999994</c:v>
                      </c:pt>
                      <c:pt idx="219">
                        <c:v>5.0469330809999997</c:v>
                      </c:pt>
                      <c:pt idx="220">
                        <c:v>3.7787781109999998</c:v>
                      </c:pt>
                      <c:pt idx="221">
                        <c:v>4.2107280830000002</c:v>
                      </c:pt>
                      <c:pt idx="222">
                        <c:v>8.4172975769999994</c:v>
                      </c:pt>
                      <c:pt idx="223">
                        <c:v>12.971233528999999</c:v>
                      </c:pt>
                      <c:pt idx="224">
                        <c:v>17.07407942</c:v>
                      </c:pt>
                      <c:pt idx="225">
                        <c:v>19.534559334000001</c:v>
                      </c:pt>
                      <c:pt idx="226">
                        <c:v>21.410160835999999</c:v>
                      </c:pt>
                      <c:pt idx="227">
                        <c:v>23.781229339999999</c:v>
                      </c:pt>
                      <c:pt idx="228">
                        <c:v>25.337843850999999</c:v>
                      </c:pt>
                      <c:pt idx="229">
                        <c:v>29.889371832999998</c:v>
                      </c:pt>
                      <c:pt idx="230">
                        <c:v>31.369248226</c:v>
                      </c:pt>
                      <c:pt idx="231">
                        <c:v>29.513995210000001</c:v>
                      </c:pt>
                      <c:pt idx="232">
                        <c:v>25.502578477</c:v>
                      </c:pt>
                      <c:pt idx="233">
                        <c:v>26.135183464000001</c:v>
                      </c:pt>
                      <c:pt idx="234">
                        <c:v>26.511997757</c:v>
                      </c:pt>
                      <c:pt idx="235">
                        <c:v>31.165183858999999</c:v>
                      </c:pt>
                      <c:pt idx="236">
                        <c:v>35.566343281999998</c:v>
                      </c:pt>
                      <c:pt idx="237">
                        <c:v>40.651590958</c:v>
                      </c:pt>
                      <c:pt idx="238">
                        <c:v>38.153774835999997</c:v>
                      </c:pt>
                      <c:pt idx="239">
                        <c:v>30.568258226000001</c:v>
                      </c:pt>
                      <c:pt idx="240">
                        <c:v>20.333412014</c:v>
                      </c:pt>
                      <c:pt idx="241">
                        <c:v>12.019229452999999</c:v>
                      </c:pt>
                      <c:pt idx="242">
                        <c:v>6.9346040159999998</c:v>
                      </c:pt>
                      <c:pt idx="243">
                        <c:v>4.5029093519999996</c:v>
                      </c:pt>
                      <c:pt idx="244">
                        <c:v>3.5415208260000002</c:v>
                      </c:pt>
                      <c:pt idx="245">
                        <c:v>4.1803370380000002</c:v>
                      </c:pt>
                      <c:pt idx="246">
                        <c:v>8.9550484990000001</c:v>
                      </c:pt>
                      <c:pt idx="247">
                        <c:v>13.488970484999999</c:v>
                      </c:pt>
                      <c:pt idx="248">
                        <c:v>16.325380655</c:v>
                      </c:pt>
                      <c:pt idx="249">
                        <c:v>17.228666462</c:v>
                      </c:pt>
                      <c:pt idx="250">
                        <c:v>18.887801949</c:v>
                      </c:pt>
                      <c:pt idx="251">
                        <c:v>21.543502455999999</c:v>
                      </c:pt>
                      <c:pt idx="252">
                        <c:v>23.511626403000001</c:v>
                      </c:pt>
                      <c:pt idx="253">
                        <c:v>26.972270693999999</c:v>
                      </c:pt>
                      <c:pt idx="254">
                        <c:v>27.805147036000001</c:v>
                      </c:pt>
                      <c:pt idx="255">
                        <c:v>26.719852936999999</c:v>
                      </c:pt>
                      <c:pt idx="256">
                        <c:v>24.803380253</c:v>
                      </c:pt>
                      <c:pt idx="257">
                        <c:v>26.458743408</c:v>
                      </c:pt>
                      <c:pt idx="258">
                        <c:v>26.829319749</c:v>
                      </c:pt>
                      <c:pt idx="259">
                        <c:v>31.333135095999999</c:v>
                      </c:pt>
                      <c:pt idx="260">
                        <c:v>35.476001793999998</c:v>
                      </c:pt>
                      <c:pt idx="261">
                        <c:v>39.751585718000001</c:v>
                      </c:pt>
                      <c:pt idx="262">
                        <c:v>37.668356912999997</c:v>
                      </c:pt>
                      <c:pt idx="263">
                        <c:v>29.825272719000001</c:v>
                      </c:pt>
                      <c:pt idx="264">
                        <c:v>19.692847585999999</c:v>
                      </c:pt>
                      <c:pt idx="265">
                        <c:v>11.581381500000001</c:v>
                      </c:pt>
                      <c:pt idx="266">
                        <c:v>6.599004689</c:v>
                      </c:pt>
                      <c:pt idx="267">
                        <c:v>4.2887441690000001</c:v>
                      </c:pt>
                      <c:pt idx="268">
                        <c:v>3.4724883499999999</c:v>
                      </c:pt>
                      <c:pt idx="269">
                        <c:v>4.18279917</c:v>
                      </c:pt>
                      <c:pt idx="270">
                        <c:v>9.2263243250000002</c:v>
                      </c:pt>
                      <c:pt idx="271">
                        <c:v>13.954429373</c:v>
                      </c:pt>
                      <c:pt idx="272">
                        <c:v>16.477525538999998</c:v>
                      </c:pt>
                      <c:pt idx="273">
                        <c:v>17.772048617999999</c:v>
                      </c:pt>
                      <c:pt idx="274">
                        <c:v>19.530032425999998</c:v>
                      </c:pt>
                      <c:pt idx="275">
                        <c:v>22.035753713999998</c:v>
                      </c:pt>
                      <c:pt idx="276">
                        <c:v>24.106113957000002</c:v>
                      </c:pt>
                      <c:pt idx="277">
                        <c:v>27.427050569999999</c:v>
                      </c:pt>
                      <c:pt idx="278">
                        <c:v>27.694213478999998</c:v>
                      </c:pt>
                      <c:pt idx="279">
                        <c:v>26.695460322999999</c:v>
                      </c:pt>
                      <c:pt idx="280">
                        <c:v>24.954165256</c:v>
                      </c:pt>
                      <c:pt idx="281">
                        <c:v>26.296250475000001</c:v>
                      </c:pt>
                      <c:pt idx="282">
                        <c:v>26.440162790999999</c:v>
                      </c:pt>
                      <c:pt idx="283">
                        <c:v>31.381494795999998</c:v>
                      </c:pt>
                      <c:pt idx="284">
                        <c:v>35.811141824000003</c:v>
                      </c:pt>
                      <c:pt idx="285">
                        <c:v>40.498913834</c:v>
                      </c:pt>
                      <c:pt idx="286">
                        <c:v>37.882025650999999</c:v>
                      </c:pt>
                      <c:pt idx="287">
                        <c:v>29.878334908999999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F782-4DD4-8B67-32577BCE01C1}"/>
                  </c:ext>
                </c:extLst>
              </c15:ser>
            </c15:filteredLineSeries>
            <c15:filteredLine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12-10-2026'!$L$1</c15:sqref>
                        </c15:formulaRef>
                      </c:ext>
                    </c:extLst>
                    <c:strCache>
                      <c:ptCount val="1"/>
                      <c:pt idx="0">
                        <c:v>BMR-DGW2 SGi 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12-10-2026'!$L$2:$L$289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20.423270535</c:v>
                      </c:pt>
                      <c:pt idx="1">
                        <c:v>12.411712295999999</c:v>
                      </c:pt>
                      <c:pt idx="2">
                        <c:v>7.0348068540000002</c:v>
                      </c:pt>
                      <c:pt idx="3">
                        <c:v>4.3501962939999999</c:v>
                      </c:pt>
                      <c:pt idx="4">
                        <c:v>3.2567542309999999</c:v>
                      </c:pt>
                      <c:pt idx="5">
                        <c:v>3.8989175519999999</c:v>
                      </c:pt>
                      <c:pt idx="6">
                        <c:v>7.9459767460000004</c:v>
                      </c:pt>
                      <c:pt idx="7">
                        <c:v>12.315370869000001</c:v>
                      </c:pt>
                      <c:pt idx="8">
                        <c:v>14.960166293</c:v>
                      </c:pt>
                      <c:pt idx="9">
                        <c:v>16.560662639</c:v>
                      </c:pt>
                      <c:pt idx="10">
                        <c:v>18.545066661</c:v>
                      </c:pt>
                      <c:pt idx="11">
                        <c:v>20.933363578000002</c:v>
                      </c:pt>
                      <c:pt idx="12">
                        <c:v>23.00153929</c:v>
                      </c:pt>
                      <c:pt idx="13">
                        <c:v>26.443919008000002</c:v>
                      </c:pt>
                      <c:pt idx="14">
                        <c:v>27.210876616</c:v>
                      </c:pt>
                      <c:pt idx="15">
                        <c:v>26.262482835</c:v>
                      </c:pt>
                      <c:pt idx="16">
                        <c:v>22.884774492999998</c:v>
                      </c:pt>
                      <c:pt idx="17">
                        <c:v>23.583726701</c:v>
                      </c:pt>
                      <c:pt idx="18">
                        <c:v>23.474375195</c:v>
                      </c:pt>
                      <c:pt idx="19">
                        <c:v>27.804699199000002</c:v>
                      </c:pt>
                      <c:pt idx="20">
                        <c:v>31.025441536999999</c:v>
                      </c:pt>
                      <c:pt idx="21">
                        <c:v>35.843568150000003</c:v>
                      </c:pt>
                      <c:pt idx="22">
                        <c:v>35.481885828000003</c:v>
                      </c:pt>
                      <c:pt idx="23">
                        <c:v>30.596565983000001</c:v>
                      </c:pt>
                      <c:pt idx="24">
                        <c:v>22.382822514000001</c:v>
                      </c:pt>
                      <c:pt idx="25">
                        <c:v>14.340636129</c:v>
                      </c:pt>
                      <c:pt idx="26">
                        <c:v>8.5296438610000003</c:v>
                      </c:pt>
                      <c:pt idx="27">
                        <c:v>5.1463460640000003</c:v>
                      </c:pt>
                      <c:pt idx="28">
                        <c:v>3.524389529</c:v>
                      </c:pt>
                      <c:pt idx="29">
                        <c:v>3.7633337130000002</c:v>
                      </c:pt>
                      <c:pt idx="30">
                        <c:v>6.9593748</c:v>
                      </c:pt>
                      <c:pt idx="31">
                        <c:v>10.589578925</c:v>
                      </c:pt>
                      <c:pt idx="32">
                        <c:v>15.077867571000001</c:v>
                      </c:pt>
                      <c:pt idx="33">
                        <c:v>18.590088786999999</c:v>
                      </c:pt>
                      <c:pt idx="34">
                        <c:v>21.405434883000002</c:v>
                      </c:pt>
                      <c:pt idx="35">
                        <c:v>24.658509117000001</c:v>
                      </c:pt>
                      <c:pt idx="36">
                        <c:v>25.174725078000002</c:v>
                      </c:pt>
                      <c:pt idx="37">
                        <c:v>27.026194500999999</c:v>
                      </c:pt>
                      <c:pt idx="38">
                        <c:v>31.619085330000001</c:v>
                      </c:pt>
                      <c:pt idx="39">
                        <c:v>29.444846254000002</c:v>
                      </c:pt>
                      <c:pt idx="40">
                        <c:v>23.988692532999998</c:v>
                      </c:pt>
                      <c:pt idx="41">
                        <c:v>24.414701616999999</c:v>
                      </c:pt>
                      <c:pt idx="42">
                        <c:v>24.223010801000001</c:v>
                      </c:pt>
                      <c:pt idx="43">
                        <c:v>28.853732642000001</c:v>
                      </c:pt>
                      <c:pt idx="44">
                        <c:v>31.923073076000001</c:v>
                      </c:pt>
                      <c:pt idx="45">
                        <c:v>37.185842837000003</c:v>
                      </c:pt>
                      <c:pt idx="46">
                        <c:v>36.627649888000001</c:v>
                      </c:pt>
                      <c:pt idx="47">
                        <c:v>31.450105804</c:v>
                      </c:pt>
                      <c:pt idx="48">
                        <c:v>23.082492889000001</c:v>
                      </c:pt>
                      <c:pt idx="49">
                        <c:v>14.559679091</c:v>
                      </c:pt>
                      <c:pt idx="50">
                        <c:v>8.4986888090000008</c:v>
                      </c:pt>
                      <c:pt idx="51">
                        <c:v>5.1558459680000004</c:v>
                      </c:pt>
                      <c:pt idx="52">
                        <c:v>3.5546556979999999</c:v>
                      </c:pt>
                      <c:pt idx="53">
                        <c:v>3.9044546649999998</c:v>
                      </c:pt>
                      <c:pt idx="54">
                        <c:v>7.2869611519999999</c:v>
                      </c:pt>
                      <c:pt idx="55">
                        <c:v>11.084181527</c:v>
                      </c:pt>
                      <c:pt idx="56">
                        <c:v>15.268354885000001</c:v>
                      </c:pt>
                      <c:pt idx="57">
                        <c:v>17.897343136</c:v>
                      </c:pt>
                      <c:pt idx="58">
                        <c:v>19.712336519000001</c:v>
                      </c:pt>
                      <c:pt idx="59">
                        <c:v>21.961147792999999</c:v>
                      </c:pt>
                      <c:pt idx="60">
                        <c:v>23.386512928999998</c:v>
                      </c:pt>
                      <c:pt idx="61">
                        <c:v>27.227906124</c:v>
                      </c:pt>
                      <c:pt idx="62">
                        <c:v>28.648807544</c:v>
                      </c:pt>
                      <c:pt idx="63">
                        <c:v>27.479685884999999</c:v>
                      </c:pt>
                      <c:pt idx="64">
                        <c:v>23.245232564999998</c:v>
                      </c:pt>
                      <c:pt idx="65">
                        <c:v>23.782214331999999</c:v>
                      </c:pt>
                      <c:pt idx="66">
                        <c:v>23.795964393999999</c:v>
                      </c:pt>
                      <c:pt idx="67">
                        <c:v>28.161795014999999</c:v>
                      </c:pt>
                      <c:pt idx="68">
                        <c:v>31.144451048000001</c:v>
                      </c:pt>
                      <c:pt idx="69">
                        <c:v>35.985697901999998</c:v>
                      </c:pt>
                      <c:pt idx="70">
                        <c:v>34.866912137</c:v>
                      </c:pt>
                      <c:pt idx="71">
                        <c:v>29.023873669</c:v>
                      </c:pt>
                      <c:pt idx="72">
                        <c:v>20.090664903</c:v>
                      </c:pt>
                      <c:pt idx="73">
                        <c:v>11.902018376999999</c:v>
                      </c:pt>
                      <c:pt idx="74">
                        <c:v>6.853629669</c:v>
                      </c:pt>
                      <c:pt idx="75">
                        <c:v>4.2004572370000002</c:v>
                      </c:pt>
                      <c:pt idx="76">
                        <c:v>3.163761424</c:v>
                      </c:pt>
                      <c:pt idx="77">
                        <c:v>3.7965748160000001</c:v>
                      </c:pt>
                      <c:pt idx="78">
                        <c:v>7.6877565409999997</c:v>
                      </c:pt>
                      <c:pt idx="79">
                        <c:v>11.545520421000001</c:v>
                      </c:pt>
                      <c:pt idx="80">
                        <c:v>14.411628970000001</c:v>
                      </c:pt>
                      <c:pt idx="81">
                        <c:v>15.919582985</c:v>
                      </c:pt>
                      <c:pt idx="82">
                        <c:v>17.753632941999999</c:v>
                      </c:pt>
                      <c:pt idx="83">
                        <c:v>20.170156383999998</c:v>
                      </c:pt>
                      <c:pt idx="84">
                        <c:v>21.837689468000001</c:v>
                      </c:pt>
                      <c:pt idx="85">
                        <c:v>24.779669269999999</c:v>
                      </c:pt>
                      <c:pt idx="86">
                        <c:v>25.339939718</c:v>
                      </c:pt>
                      <c:pt idx="87">
                        <c:v>24.466019193000001</c:v>
                      </c:pt>
                      <c:pt idx="88">
                        <c:v>22.465779342000001</c:v>
                      </c:pt>
                      <c:pt idx="89">
                        <c:v>23.521883533</c:v>
                      </c:pt>
                      <c:pt idx="90">
                        <c:v>23.486556460999999</c:v>
                      </c:pt>
                      <c:pt idx="91">
                        <c:v>27.879893617</c:v>
                      </c:pt>
                      <c:pt idx="92">
                        <c:v>31.353014933000001</c:v>
                      </c:pt>
                      <c:pt idx="93">
                        <c:v>36.111712206999997</c:v>
                      </c:pt>
                      <c:pt idx="94">
                        <c:v>34.536887565999997</c:v>
                      </c:pt>
                      <c:pt idx="95">
                        <c:v>27.791527385999999</c:v>
                      </c:pt>
                      <c:pt idx="96">
                        <c:v>18.714183229</c:v>
                      </c:pt>
                      <c:pt idx="97">
                        <c:v>10.939431769</c:v>
                      </c:pt>
                      <c:pt idx="98">
                        <c:v>6.2041673670000002</c:v>
                      </c:pt>
                      <c:pt idx="99">
                        <c:v>3.9668767759999999</c:v>
                      </c:pt>
                      <c:pt idx="100">
                        <c:v>3.0766912259999999</c:v>
                      </c:pt>
                      <c:pt idx="101">
                        <c:v>3.6510941589999999</c:v>
                      </c:pt>
                      <c:pt idx="102">
                        <c:v>7.8371835890000003</c:v>
                      </c:pt>
                      <c:pt idx="103">
                        <c:v>11.935319718000001</c:v>
                      </c:pt>
                      <c:pt idx="104">
                        <c:v>14.538940974000001</c:v>
                      </c:pt>
                      <c:pt idx="105">
                        <c:v>15.892682676</c:v>
                      </c:pt>
                      <c:pt idx="106">
                        <c:v>17.641927537000001</c:v>
                      </c:pt>
                      <c:pt idx="107">
                        <c:v>20.368738936</c:v>
                      </c:pt>
                      <c:pt idx="108">
                        <c:v>21.920522244000001</c:v>
                      </c:pt>
                      <c:pt idx="109">
                        <c:v>24.987331293</c:v>
                      </c:pt>
                      <c:pt idx="110">
                        <c:v>25.218438969000001</c:v>
                      </c:pt>
                      <c:pt idx="111">
                        <c:v>24.61119695</c:v>
                      </c:pt>
                      <c:pt idx="112">
                        <c:v>22.207465946999999</c:v>
                      </c:pt>
                      <c:pt idx="113">
                        <c:v>23.240304556000002</c:v>
                      </c:pt>
                      <c:pt idx="114">
                        <c:v>23.394487926</c:v>
                      </c:pt>
                      <c:pt idx="115">
                        <c:v>27.672067148</c:v>
                      </c:pt>
                      <c:pt idx="116">
                        <c:v>31.146320482</c:v>
                      </c:pt>
                      <c:pt idx="117">
                        <c:v>36.095273030999998</c:v>
                      </c:pt>
                      <c:pt idx="118">
                        <c:v>34.639901682999998</c:v>
                      </c:pt>
                      <c:pt idx="119">
                        <c:v>28.321954785999999</c:v>
                      </c:pt>
                      <c:pt idx="120">
                        <c:v>19.238777573</c:v>
                      </c:pt>
                      <c:pt idx="121">
                        <c:v>11.305476258000001</c:v>
                      </c:pt>
                      <c:pt idx="122">
                        <c:v>6.4784511389999997</c:v>
                      </c:pt>
                      <c:pt idx="123">
                        <c:v>4.035821426</c:v>
                      </c:pt>
                      <c:pt idx="124">
                        <c:v>3.097538948</c:v>
                      </c:pt>
                      <c:pt idx="125">
                        <c:v>3.7060845709999999</c:v>
                      </c:pt>
                      <c:pt idx="126">
                        <c:v>7.861942022</c:v>
                      </c:pt>
                      <c:pt idx="127">
                        <c:v>12.053768635000001</c:v>
                      </c:pt>
                      <c:pt idx="128">
                        <c:v>14.674637049999999</c:v>
                      </c:pt>
                      <c:pt idx="129">
                        <c:v>16.109018374000001</c:v>
                      </c:pt>
                      <c:pt idx="130">
                        <c:v>18.126869361000001</c:v>
                      </c:pt>
                      <c:pt idx="131">
                        <c:v>20.539058545</c:v>
                      </c:pt>
                      <c:pt idx="132">
                        <c:v>22.642087971999999</c:v>
                      </c:pt>
                      <c:pt idx="133">
                        <c:v>27.003881947</c:v>
                      </c:pt>
                      <c:pt idx="134">
                        <c:v>27.441675414999999</c:v>
                      </c:pt>
                      <c:pt idx="135">
                        <c:v>25.768474527999999</c:v>
                      </c:pt>
                      <c:pt idx="136">
                        <c:v>22.632479931999999</c:v>
                      </c:pt>
                      <c:pt idx="137">
                        <c:v>23.510672635999999</c:v>
                      </c:pt>
                      <c:pt idx="138">
                        <c:v>25.488661613000001</c:v>
                      </c:pt>
                      <c:pt idx="139">
                        <c:v>29.363646708000001</c:v>
                      </c:pt>
                      <c:pt idx="140">
                        <c:v>31.460517061000001</c:v>
                      </c:pt>
                      <c:pt idx="141">
                        <c:v>36.423469484000002</c:v>
                      </c:pt>
                      <c:pt idx="142">
                        <c:v>34.906018881999998</c:v>
                      </c:pt>
                      <c:pt idx="143">
                        <c:v>28.853232550000001</c:v>
                      </c:pt>
                      <c:pt idx="144">
                        <c:v>20.406858752000002</c:v>
                      </c:pt>
                      <c:pt idx="145">
                        <c:v>12.307464457</c:v>
                      </c:pt>
                      <c:pt idx="146">
                        <c:v>7.3918834689999997</c:v>
                      </c:pt>
                      <c:pt idx="147">
                        <c:v>4.3661275259999996</c:v>
                      </c:pt>
                      <c:pt idx="148">
                        <c:v>3.3047072069999999</c:v>
                      </c:pt>
                      <c:pt idx="149">
                        <c:v>3.8935510189999998</c:v>
                      </c:pt>
                      <c:pt idx="150">
                        <c:v>8.1511071190000006</c:v>
                      </c:pt>
                      <c:pt idx="151">
                        <c:v>12.395243322000001</c:v>
                      </c:pt>
                      <c:pt idx="152">
                        <c:v>14.942607899</c:v>
                      </c:pt>
                      <c:pt idx="153">
                        <c:v>16.308556951</c:v>
                      </c:pt>
                      <c:pt idx="154">
                        <c:v>17.991711693999999</c:v>
                      </c:pt>
                      <c:pt idx="155">
                        <c:v>20.468006769999999</c:v>
                      </c:pt>
                      <c:pt idx="156">
                        <c:v>21.967263108000001</c:v>
                      </c:pt>
                      <c:pt idx="157">
                        <c:v>25.09444809</c:v>
                      </c:pt>
                      <c:pt idx="158">
                        <c:v>25.471567644</c:v>
                      </c:pt>
                      <c:pt idx="159">
                        <c:v>24.681036825</c:v>
                      </c:pt>
                      <c:pt idx="160">
                        <c:v>22.950199522999998</c:v>
                      </c:pt>
                      <c:pt idx="161">
                        <c:v>24.293158674000001</c:v>
                      </c:pt>
                      <c:pt idx="162">
                        <c:v>24.540204152000001</c:v>
                      </c:pt>
                      <c:pt idx="163">
                        <c:v>28.428192106000001</c:v>
                      </c:pt>
                      <c:pt idx="164">
                        <c:v>31.667165938</c:v>
                      </c:pt>
                      <c:pt idx="165">
                        <c:v>36.117484417999997</c:v>
                      </c:pt>
                      <c:pt idx="166">
                        <c:v>34.528756211999998</c:v>
                      </c:pt>
                      <c:pt idx="167">
                        <c:v>27.708750307999999</c:v>
                      </c:pt>
                      <c:pt idx="168">
                        <c:v>18.844769565</c:v>
                      </c:pt>
                      <c:pt idx="169">
                        <c:v>11.275485446999999</c:v>
                      </c:pt>
                      <c:pt idx="170">
                        <c:v>6.4979143989999999</c:v>
                      </c:pt>
                      <c:pt idx="171">
                        <c:v>4.1012178500000003</c:v>
                      </c:pt>
                      <c:pt idx="172">
                        <c:v>3.152221478</c:v>
                      </c:pt>
                      <c:pt idx="173">
                        <c:v>3.7926336520000001</c:v>
                      </c:pt>
                      <c:pt idx="174">
                        <c:v>8.2547250870000006</c:v>
                      </c:pt>
                      <c:pt idx="175">
                        <c:v>12.847749553</c:v>
                      </c:pt>
                      <c:pt idx="176">
                        <c:v>15.747916118999999</c:v>
                      </c:pt>
                      <c:pt idx="177">
                        <c:v>17.922789185999999</c:v>
                      </c:pt>
                      <c:pt idx="178">
                        <c:v>19.251239804000001</c:v>
                      </c:pt>
                      <c:pt idx="179">
                        <c:v>21.239911615</c:v>
                      </c:pt>
                      <c:pt idx="180">
                        <c:v>23.289727567</c:v>
                      </c:pt>
                      <c:pt idx="181">
                        <c:v>26.286627737</c:v>
                      </c:pt>
                      <c:pt idx="182">
                        <c:v>26.672462491000001</c:v>
                      </c:pt>
                      <c:pt idx="183">
                        <c:v>25.625852428999998</c:v>
                      </c:pt>
                      <c:pt idx="184">
                        <c:v>23.041049619999999</c:v>
                      </c:pt>
                      <c:pt idx="185">
                        <c:v>24.021624116000002</c:v>
                      </c:pt>
                      <c:pt idx="186">
                        <c:v>24.272889148000001</c:v>
                      </c:pt>
                      <c:pt idx="187">
                        <c:v>28.85517089</c:v>
                      </c:pt>
                      <c:pt idx="188">
                        <c:v>32.154529441999998</c:v>
                      </c:pt>
                      <c:pt idx="189">
                        <c:v>36.377666245999997</c:v>
                      </c:pt>
                      <c:pt idx="190">
                        <c:v>35.346234733999999</c:v>
                      </c:pt>
                      <c:pt idx="191">
                        <c:v>29.543759184999999</c:v>
                      </c:pt>
                      <c:pt idx="192">
                        <c:v>21.197716641</c:v>
                      </c:pt>
                      <c:pt idx="193">
                        <c:v>13.311658205000001</c:v>
                      </c:pt>
                      <c:pt idx="194">
                        <c:v>7.8093918909999998</c:v>
                      </c:pt>
                      <c:pt idx="195">
                        <c:v>4.9105612550000002</c:v>
                      </c:pt>
                      <c:pt idx="196">
                        <c:v>3.5113725819999999</c:v>
                      </c:pt>
                      <c:pt idx="197">
                        <c:v>3.64436765</c:v>
                      </c:pt>
                      <c:pt idx="198">
                        <c:v>7.1028212960000001</c:v>
                      </c:pt>
                      <c:pt idx="199">
                        <c:v>11.036633235</c:v>
                      </c:pt>
                      <c:pt idx="200">
                        <c:v>15.346358594</c:v>
                      </c:pt>
                      <c:pt idx="201">
                        <c:v>18.614707721999999</c:v>
                      </c:pt>
                      <c:pt idx="202">
                        <c:v>21.127426707000001</c:v>
                      </c:pt>
                      <c:pt idx="203">
                        <c:v>24.106553464000001</c:v>
                      </c:pt>
                      <c:pt idx="204">
                        <c:v>24.484946361999999</c:v>
                      </c:pt>
                      <c:pt idx="205">
                        <c:v>26.647449803000001</c:v>
                      </c:pt>
                      <c:pt idx="206">
                        <c:v>30.787038945999999</c:v>
                      </c:pt>
                      <c:pt idx="207">
                        <c:v>28.265131741000001</c:v>
                      </c:pt>
                      <c:pt idx="208">
                        <c:v>23.851715251000002</c:v>
                      </c:pt>
                      <c:pt idx="209">
                        <c:v>24.213349334</c:v>
                      </c:pt>
                      <c:pt idx="210">
                        <c:v>23.999647183</c:v>
                      </c:pt>
                      <c:pt idx="211">
                        <c:v>28.753007165</c:v>
                      </c:pt>
                      <c:pt idx="212">
                        <c:v>32.446094991000002</c:v>
                      </c:pt>
                      <c:pt idx="213">
                        <c:v>37.059314817000001</c:v>
                      </c:pt>
                      <c:pt idx="214">
                        <c:v>36.464243611999997</c:v>
                      </c:pt>
                      <c:pt idx="215">
                        <c:v>30.374183614</c:v>
                      </c:pt>
                      <c:pt idx="216">
                        <c:v>21.539147106000001</c:v>
                      </c:pt>
                      <c:pt idx="217">
                        <c:v>13.185777986</c:v>
                      </c:pt>
                      <c:pt idx="218">
                        <c:v>7.6567578279999999</c:v>
                      </c:pt>
                      <c:pt idx="219">
                        <c:v>4.7106436269999996</c:v>
                      </c:pt>
                      <c:pt idx="220">
                        <c:v>3.4150089129999999</c:v>
                      </c:pt>
                      <c:pt idx="221">
                        <c:v>3.6511708600000001</c:v>
                      </c:pt>
                      <c:pt idx="222">
                        <c:v>7.3242123169999998</c:v>
                      </c:pt>
                      <c:pt idx="223">
                        <c:v>11.194670761999999</c:v>
                      </c:pt>
                      <c:pt idx="224">
                        <c:v>14.899915288000001</c:v>
                      </c:pt>
                      <c:pt idx="225">
                        <c:v>17.288052388000001</c:v>
                      </c:pt>
                      <c:pt idx="226">
                        <c:v>19.289695823999999</c:v>
                      </c:pt>
                      <c:pt idx="227">
                        <c:v>21.421390103</c:v>
                      </c:pt>
                      <c:pt idx="228">
                        <c:v>22.768923546</c:v>
                      </c:pt>
                      <c:pt idx="229">
                        <c:v>27.022409707000001</c:v>
                      </c:pt>
                      <c:pt idx="230">
                        <c:v>28.370003364999999</c:v>
                      </c:pt>
                      <c:pt idx="231">
                        <c:v>26.572247733000001</c:v>
                      </c:pt>
                      <c:pt idx="232">
                        <c:v>23.029762560000002</c:v>
                      </c:pt>
                      <c:pt idx="233">
                        <c:v>23.844072939</c:v>
                      </c:pt>
                      <c:pt idx="234">
                        <c:v>24.100065534999999</c:v>
                      </c:pt>
                      <c:pt idx="235">
                        <c:v>28.320036385000002</c:v>
                      </c:pt>
                      <c:pt idx="236">
                        <c:v>32.341054847999999</c:v>
                      </c:pt>
                      <c:pt idx="237">
                        <c:v>36.808367017999998</c:v>
                      </c:pt>
                      <c:pt idx="238">
                        <c:v>34.563343988</c:v>
                      </c:pt>
                      <c:pt idx="239">
                        <c:v>27.657018431000001</c:v>
                      </c:pt>
                      <c:pt idx="240">
                        <c:v>18.475859160999999</c:v>
                      </c:pt>
                      <c:pt idx="241">
                        <c:v>10.895744855</c:v>
                      </c:pt>
                      <c:pt idx="242">
                        <c:v>6.3392928829999997</c:v>
                      </c:pt>
                      <c:pt idx="243">
                        <c:v>3.9875279199999998</c:v>
                      </c:pt>
                      <c:pt idx="244">
                        <c:v>3.1008681409999999</c:v>
                      </c:pt>
                      <c:pt idx="245">
                        <c:v>3.5176718500000002</c:v>
                      </c:pt>
                      <c:pt idx="246">
                        <c:v>7.6411803669999996</c:v>
                      </c:pt>
                      <c:pt idx="247">
                        <c:v>11.541055564000001</c:v>
                      </c:pt>
                      <c:pt idx="248">
                        <c:v>14.179476653</c:v>
                      </c:pt>
                      <c:pt idx="249">
                        <c:v>15.439288483</c:v>
                      </c:pt>
                      <c:pt idx="250">
                        <c:v>17.108222716</c:v>
                      </c:pt>
                      <c:pt idx="251">
                        <c:v>19.552687969000001</c:v>
                      </c:pt>
                      <c:pt idx="252">
                        <c:v>21.283197867999998</c:v>
                      </c:pt>
                      <c:pt idx="253">
                        <c:v>24.456213871999999</c:v>
                      </c:pt>
                      <c:pt idx="254">
                        <c:v>25.031453805999998</c:v>
                      </c:pt>
                      <c:pt idx="255">
                        <c:v>24.047726409999999</c:v>
                      </c:pt>
                      <c:pt idx="256">
                        <c:v>22.646874672999999</c:v>
                      </c:pt>
                      <c:pt idx="257">
                        <c:v>24.340827526000002</c:v>
                      </c:pt>
                      <c:pt idx="258">
                        <c:v>24.442421381999999</c:v>
                      </c:pt>
                      <c:pt idx="259">
                        <c:v>28.440187509000001</c:v>
                      </c:pt>
                      <c:pt idx="260">
                        <c:v>32.218027534000001</c:v>
                      </c:pt>
                      <c:pt idx="261">
                        <c:v>36.113112088000001</c:v>
                      </c:pt>
                      <c:pt idx="262">
                        <c:v>34.08902586</c:v>
                      </c:pt>
                      <c:pt idx="263">
                        <c:v>27.058625499000001</c:v>
                      </c:pt>
                      <c:pt idx="264">
                        <c:v>17.840090410999998</c:v>
                      </c:pt>
                      <c:pt idx="265">
                        <c:v>10.484676292</c:v>
                      </c:pt>
                      <c:pt idx="266">
                        <c:v>6.0295857929999999</c:v>
                      </c:pt>
                      <c:pt idx="267">
                        <c:v>3.890313398</c:v>
                      </c:pt>
                      <c:pt idx="268">
                        <c:v>3.1422346430000001</c:v>
                      </c:pt>
                      <c:pt idx="269">
                        <c:v>3.5920333050000002</c:v>
                      </c:pt>
                      <c:pt idx="270">
                        <c:v>7.9105361150000002</c:v>
                      </c:pt>
                      <c:pt idx="271">
                        <c:v>12.207105081</c:v>
                      </c:pt>
                      <c:pt idx="272">
                        <c:v>14.477437919</c:v>
                      </c:pt>
                      <c:pt idx="273">
                        <c:v>15.931874192</c:v>
                      </c:pt>
                      <c:pt idx="274">
                        <c:v>17.765712434000001</c:v>
                      </c:pt>
                      <c:pt idx="275">
                        <c:v>19.982033447999999</c:v>
                      </c:pt>
                      <c:pt idx="276">
                        <c:v>21.831890812000001</c:v>
                      </c:pt>
                      <c:pt idx="277">
                        <c:v>24.863924900000001</c:v>
                      </c:pt>
                      <c:pt idx="278">
                        <c:v>24.861668366</c:v>
                      </c:pt>
                      <c:pt idx="279">
                        <c:v>23.918514889000001</c:v>
                      </c:pt>
                      <c:pt idx="280">
                        <c:v>22.682072053999999</c:v>
                      </c:pt>
                      <c:pt idx="281">
                        <c:v>24.146953164999999</c:v>
                      </c:pt>
                      <c:pt idx="282">
                        <c:v>24.136156788000001</c:v>
                      </c:pt>
                      <c:pt idx="283">
                        <c:v>28.71565301</c:v>
                      </c:pt>
                      <c:pt idx="284">
                        <c:v>32.608885858000001</c:v>
                      </c:pt>
                      <c:pt idx="285">
                        <c:v>36.910021866000001</c:v>
                      </c:pt>
                      <c:pt idx="286">
                        <c:v>34.476716363000001</c:v>
                      </c:pt>
                      <c:pt idx="287">
                        <c:v>26.955441614000001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F782-4DD4-8B67-32577BCE01C1}"/>
                  </c:ext>
                </c:extLst>
              </c15:ser>
            </c15:filteredLineSeries>
            <c15:filteredLin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12-10-2026'!$M$1</c15:sqref>
                        </c15:formulaRef>
                      </c:ext>
                    </c:extLst>
                    <c:strCache>
                      <c:ptCount val="1"/>
                      <c:pt idx="0">
                        <c:v>BMR-DGW2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12-10-2026'!$M$2:$M$289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2.1283529520000002</c:v>
                      </c:pt>
                      <c:pt idx="1">
                        <c:v>1.26578474</c:v>
                      </c:pt>
                      <c:pt idx="2">
                        <c:v>0.73647801199999996</c:v>
                      </c:pt>
                      <c:pt idx="3">
                        <c:v>0.48256605699999999</c:v>
                      </c:pt>
                      <c:pt idx="4">
                        <c:v>0.42288553499999998</c:v>
                      </c:pt>
                      <c:pt idx="5">
                        <c:v>0.60331888300000003</c:v>
                      </c:pt>
                      <c:pt idx="6">
                        <c:v>1.24513969</c:v>
                      </c:pt>
                      <c:pt idx="7">
                        <c:v>1.79012506</c:v>
                      </c:pt>
                      <c:pt idx="8">
                        <c:v>1.95635779</c:v>
                      </c:pt>
                      <c:pt idx="9">
                        <c:v>1.9236734369999999</c:v>
                      </c:pt>
                      <c:pt idx="10">
                        <c:v>1.950618433</c:v>
                      </c:pt>
                      <c:pt idx="11">
                        <c:v>2.1545736560000002</c:v>
                      </c:pt>
                      <c:pt idx="12">
                        <c:v>2.4657638820000001</c:v>
                      </c:pt>
                      <c:pt idx="13">
                        <c:v>2.8344101020000001</c:v>
                      </c:pt>
                      <c:pt idx="14">
                        <c:v>2.953377111</c:v>
                      </c:pt>
                      <c:pt idx="15">
                        <c:v>2.8553350279999998</c:v>
                      </c:pt>
                      <c:pt idx="16">
                        <c:v>2.3861878220000001</c:v>
                      </c:pt>
                      <c:pt idx="17">
                        <c:v>2.1890970470000002</c:v>
                      </c:pt>
                      <c:pt idx="18">
                        <c:v>2.2863049160000002</c:v>
                      </c:pt>
                      <c:pt idx="19">
                        <c:v>2.7503580209999998</c:v>
                      </c:pt>
                      <c:pt idx="20">
                        <c:v>3.0272730879999998</c:v>
                      </c:pt>
                      <c:pt idx="21">
                        <c:v>3.3830903380000001</c:v>
                      </c:pt>
                      <c:pt idx="22">
                        <c:v>3.5580192400000001</c:v>
                      </c:pt>
                      <c:pt idx="23">
                        <c:v>3.1293484359999999</c:v>
                      </c:pt>
                      <c:pt idx="24">
                        <c:v>2.2909266449999999</c:v>
                      </c:pt>
                      <c:pt idx="25">
                        <c:v>1.434558582</c:v>
                      </c:pt>
                      <c:pt idx="26">
                        <c:v>0.84368654200000004</c:v>
                      </c:pt>
                      <c:pt idx="27">
                        <c:v>0.54464148999999995</c:v>
                      </c:pt>
                      <c:pt idx="28">
                        <c:v>0.44414238499999997</c:v>
                      </c:pt>
                      <c:pt idx="29">
                        <c:v>0.57452825799999996</c:v>
                      </c:pt>
                      <c:pt idx="30">
                        <c:v>1.0935878729999999</c:v>
                      </c:pt>
                      <c:pt idx="31">
                        <c:v>1.649068354</c:v>
                      </c:pt>
                      <c:pt idx="32">
                        <c:v>2.088118047</c:v>
                      </c:pt>
                      <c:pt idx="33">
                        <c:v>2.2493324659999998</c:v>
                      </c:pt>
                      <c:pt idx="34">
                        <c:v>2.349125854</c:v>
                      </c:pt>
                      <c:pt idx="35">
                        <c:v>2.6148270259999999</c:v>
                      </c:pt>
                      <c:pt idx="36">
                        <c:v>2.8175756989999998</c:v>
                      </c:pt>
                      <c:pt idx="37">
                        <c:v>3.0699860929999998</c:v>
                      </c:pt>
                      <c:pt idx="38">
                        <c:v>3.3982806000000001</c:v>
                      </c:pt>
                      <c:pt idx="39">
                        <c:v>3.1380535840000001</c:v>
                      </c:pt>
                      <c:pt idx="40">
                        <c:v>2.5224895709999999</c:v>
                      </c:pt>
                      <c:pt idx="41">
                        <c:v>2.3161804589999999</c:v>
                      </c:pt>
                      <c:pt idx="42">
                        <c:v>2.3689572120000002</c:v>
                      </c:pt>
                      <c:pt idx="43">
                        <c:v>2.835684316</c:v>
                      </c:pt>
                      <c:pt idx="44">
                        <c:v>3.092963047</c:v>
                      </c:pt>
                      <c:pt idx="45">
                        <c:v>3.5025873359999999</c:v>
                      </c:pt>
                      <c:pt idx="46">
                        <c:v>3.6659938919999999</c:v>
                      </c:pt>
                      <c:pt idx="47">
                        <c:v>3.21402023</c:v>
                      </c:pt>
                      <c:pt idx="48">
                        <c:v>2.3471987400000001</c:v>
                      </c:pt>
                      <c:pt idx="49">
                        <c:v>1.4644877700000001</c:v>
                      </c:pt>
                      <c:pt idx="50">
                        <c:v>0.87624192599999995</c:v>
                      </c:pt>
                      <c:pt idx="51">
                        <c:v>0.55892350199999996</c:v>
                      </c:pt>
                      <c:pt idx="52">
                        <c:v>0.46480333200000001</c:v>
                      </c:pt>
                      <c:pt idx="53">
                        <c:v>0.62573444300000003</c:v>
                      </c:pt>
                      <c:pt idx="54">
                        <c:v>1.1714387079999999</c:v>
                      </c:pt>
                      <c:pt idx="55">
                        <c:v>1.709204253</c:v>
                      </c:pt>
                      <c:pt idx="56">
                        <c:v>2.0865209669999998</c:v>
                      </c:pt>
                      <c:pt idx="57">
                        <c:v>2.1410529399999998</c:v>
                      </c:pt>
                      <c:pt idx="58">
                        <c:v>2.175698106</c:v>
                      </c:pt>
                      <c:pt idx="59">
                        <c:v>2.3097442300000002</c:v>
                      </c:pt>
                      <c:pt idx="60">
                        <c:v>2.5622780920000001</c:v>
                      </c:pt>
                      <c:pt idx="61">
                        <c:v>2.9358297389999999</c:v>
                      </c:pt>
                      <c:pt idx="62">
                        <c:v>3.1099940479999999</c:v>
                      </c:pt>
                      <c:pt idx="63">
                        <c:v>2.998048286</c:v>
                      </c:pt>
                      <c:pt idx="64">
                        <c:v>2.4195286349999998</c:v>
                      </c:pt>
                      <c:pt idx="65">
                        <c:v>2.2502162239999999</c:v>
                      </c:pt>
                      <c:pt idx="66">
                        <c:v>2.3248900639999999</c:v>
                      </c:pt>
                      <c:pt idx="67">
                        <c:v>2.784683813</c:v>
                      </c:pt>
                      <c:pt idx="68">
                        <c:v>2.9918367419999998</c:v>
                      </c:pt>
                      <c:pt idx="69">
                        <c:v>3.3719878109999999</c:v>
                      </c:pt>
                      <c:pt idx="70">
                        <c:v>3.4523774719999998</c:v>
                      </c:pt>
                      <c:pt idx="71">
                        <c:v>2.9763092809999998</c:v>
                      </c:pt>
                      <c:pt idx="72">
                        <c:v>2.0670906590000002</c:v>
                      </c:pt>
                      <c:pt idx="73">
                        <c:v>1.231282269</c:v>
                      </c:pt>
                      <c:pt idx="74">
                        <c:v>0.74127209999999999</c:v>
                      </c:pt>
                      <c:pt idx="75">
                        <c:v>0.50576299199999997</c:v>
                      </c:pt>
                      <c:pt idx="76">
                        <c:v>0.434105719</c:v>
                      </c:pt>
                      <c:pt idx="77">
                        <c:v>0.59882046200000005</c:v>
                      </c:pt>
                      <c:pt idx="78">
                        <c:v>1.2497121040000001</c:v>
                      </c:pt>
                      <c:pt idx="79">
                        <c:v>1.733144247</c:v>
                      </c:pt>
                      <c:pt idx="80">
                        <c:v>1.8894423309999999</c:v>
                      </c:pt>
                      <c:pt idx="81">
                        <c:v>1.8733256300000001</c:v>
                      </c:pt>
                      <c:pt idx="82">
                        <c:v>1.8966999630000001</c:v>
                      </c:pt>
                      <c:pt idx="83">
                        <c:v>2.099399258</c:v>
                      </c:pt>
                      <c:pt idx="84">
                        <c:v>2.376688277</c:v>
                      </c:pt>
                      <c:pt idx="85">
                        <c:v>2.6452489680000002</c:v>
                      </c:pt>
                      <c:pt idx="86">
                        <c:v>2.7944485970000001</c:v>
                      </c:pt>
                      <c:pt idx="87">
                        <c:v>2.6721845640000002</c:v>
                      </c:pt>
                      <c:pt idx="88">
                        <c:v>2.2926101129999998</c:v>
                      </c:pt>
                      <c:pt idx="89">
                        <c:v>2.195185962</c:v>
                      </c:pt>
                      <c:pt idx="90">
                        <c:v>2.2505280550000002</c:v>
                      </c:pt>
                      <c:pt idx="91">
                        <c:v>2.7310710829999998</c:v>
                      </c:pt>
                      <c:pt idx="92">
                        <c:v>2.9567246649999999</c:v>
                      </c:pt>
                      <c:pt idx="93">
                        <c:v>3.3802921889999999</c:v>
                      </c:pt>
                      <c:pt idx="94">
                        <c:v>3.4634584450000001</c:v>
                      </c:pt>
                      <c:pt idx="95">
                        <c:v>2.8410974539999998</c:v>
                      </c:pt>
                      <c:pt idx="96">
                        <c:v>1.9016235669999999</c:v>
                      </c:pt>
                      <c:pt idx="97">
                        <c:v>1.0986704300000001</c:v>
                      </c:pt>
                      <c:pt idx="98">
                        <c:v>0.66471015099999997</c:v>
                      </c:pt>
                      <c:pt idx="99">
                        <c:v>0.44895648799999999</c:v>
                      </c:pt>
                      <c:pt idx="100">
                        <c:v>0.40602745099999998</c:v>
                      </c:pt>
                      <c:pt idx="101">
                        <c:v>0.58702541699999999</c:v>
                      </c:pt>
                      <c:pt idx="102">
                        <c:v>1.219080733</c:v>
                      </c:pt>
                      <c:pt idx="103">
                        <c:v>1.757386763</c:v>
                      </c:pt>
                      <c:pt idx="104">
                        <c:v>1.8837633869999999</c:v>
                      </c:pt>
                      <c:pt idx="105">
                        <c:v>1.8544848439999999</c:v>
                      </c:pt>
                      <c:pt idx="106">
                        <c:v>1.882132911</c:v>
                      </c:pt>
                      <c:pt idx="107">
                        <c:v>2.0943022340000002</c:v>
                      </c:pt>
                      <c:pt idx="108">
                        <c:v>2.3665703859999998</c:v>
                      </c:pt>
                      <c:pt idx="109">
                        <c:v>2.6806322310000001</c:v>
                      </c:pt>
                      <c:pt idx="110">
                        <c:v>2.7890534850000002</c:v>
                      </c:pt>
                      <c:pt idx="111">
                        <c:v>2.7101725409999999</c:v>
                      </c:pt>
                      <c:pt idx="112">
                        <c:v>2.3171561459999999</c:v>
                      </c:pt>
                      <c:pt idx="113">
                        <c:v>2.1763895039999999</c:v>
                      </c:pt>
                      <c:pt idx="114">
                        <c:v>2.2831656429999998</c:v>
                      </c:pt>
                      <c:pt idx="115">
                        <c:v>2.7246007730000001</c:v>
                      </c:pt>
                      <c:pt idx="116">
                        <c:v>2.962983817</c:v>
                      </c:pt>
                      <c:pt idx="117">
                        <c:v>3.3875111769999999</c:v>
                      </c:pt>
                      <c:pt idx="118">
                        <c:v>3.4386327410000002</c:v>
                      </c:pt>
                      <c:pt idx="119">
                        <c:v>2.918134314</c:v>
                      </c:pt>
                      <c:pt idx="120">
                        <c:v>1.962403736</c:v>
                      </c:pt>
                      <c:pt idx="121">
                        <c:v>1.134722633</c:v>
                      </c:pt>
                      <c:pt idx="122">
                        <c:v>0.68318000300000004</c:v>
                      </c:pt>
                      <c:pt idx="123">
                        <c:v>0.49056516</c:v>
                      </c:pt>
                      <c:pt idx="124">
                        <c:v>0.44138412900000001</c:v>
                      </c:pt>
                      <c:pt idx="125">
                        <c:v>0.59940261500000003</c:v>
                      </c:pt>
                      <c:pt idx="126">
                        <c:v>1.2506887719999999</c:v>
                      </c:pt>
                      <c:pt idx="127">
                        <c:v>1.7665567639999999</c:v>
                      </c:pt>
                      <c:pt idx="128">
                        <c:v>1.8963670530000001</c:v>
                      </c:pt>
                      <c:pt idx="129">
                        <c:v>1.886616286</c:v>
                      </c:pt>
                      <c:pt idx="130">
                        <c:v>1.9439704449999999</c:v>
                      </c:pt>
                      <c:pt idx="131">
                        <c:v>2.1551021189999999</c:v>
                      </c:pt>
                      <c:pt idx="132">
                        <c:v>2.4584493140000001</c:v>
                      </c:pt>
                      <c:pt idx="133">
                        <c:v>2.9195495079999998</c:v>
                      </c:pt>
                      <c:pt idx="134">
                        <c:v>3.0600754069999998</c:v>
                      </c:pt>
                      <c:pt idx="135">
                        <c:v>2.8938024379999998</c:v>
                      </c:pt>
                      <c:pt idx="136">
                        <c:v>2.3722696270000001</c:v>
                      </c:pt>
                      <c:pt idx="137">
                        <c:v>2.2231828849999999</c:v>
                      </c:pt>
                      <c:pt idx="138">
                        <c:v>2.4115379400000001</c:v>
                      </c:pt>
                      <c:pt idx="139">
                        <c:v>2.8328916039999998</c:v>
                      </c:pt>
                      <c:pt idx="140">
                        <c:v>2.9790711270000001</c:v>
                      </c:pt>
                      <c:pt idx="141">
                        <c:v>3.3877064419999998</c:v>
                      </c:pt>
                      <c:pt idx="142">
                        <c:v>3.4732827300000002</c:v>
                      </c:pt>
                      <c:pt idx="143">
                        <c:v>2.9222969249999999</c:v>
                      </c:pt>
                      <c:pt idx="144">
                        <c:v>1.9931791969999999</c:v>
                      </c:pt>
                      <c:pt idx="145">
                        <c:v>1.1995626070000001</c:v>
                      </c:pt>
                      <c:pt idx="146">
                        <c:v>0.75507689300000003</c:v>
                      </c:pt>
                      <c:pt idx="147">
                        <c:v>0.51104876200000005</c:v>
                      </c:pt>
                      <c:pt idx="148">
                        <c:v>0.44419544399999999</c:v>
                      </c:pt>
                      <c:pt idx="149">
                        <c:v>0.61437002399999996</c:v>
                      </c:pt>
                      <c:pt idx="150">
                        <c:v>1.260786789</c:v>
                      </c:pt>
                      <c:pt idx="151">
                        <c:v>1.785062049</c:v>
                      </c:pt>
                      <c:pt idx="152">
                        <c:v>1.9168567459999999</c:v>
                      </c:pt>
                      <c:pt idx="153">
                        <c:v>1.8910684069999999</c:v>
                      </c:pt>
                      <c:pt idx="154">
                        <c:v>1.9056613609999999</c:v>
                      </c:pt>
                      <c:pt idx="155">
                        <c:v>2.1280836719999998</c:v>
                      </c:pt>
                      <c:pt idx="156">
                        <c:v>2.3747200770000001</c:v>
                      </c:pt>
                      <c:pt idx="157">
                        <c:v>2.6709172259999998</c:v>
                      </c:pt>
                      <c:pt idx="158">
                        <c:v>2.7858933659999998</c:v>
                      </c:pt>
                      <c:pt idx="159">
                        <c:v>2.691844701</c:v>
                      </c:pt>
                      <c:pt idx="160">
                        <c:v>2.3262427090000002</c:v>
                      </c:pt>
                      <c:pt idx="161">
                        <c:v>2.2411282620000001</c:v>
                      </c:pt>
                      <c:pt idx="162">
                        <c:v>2.3897608180000001</c:v>
                      </c:pt>
                      <c:pt idx="163">
                        <c:v>2.822543885</c:v>
                      </c:pt>
                      <c:pt idx="164">
                        <c:v>3.074698513</c:v>
                      </c:pt>
                      <c:pt idx="165">
                        <c:v>3.4664942939999999</c:v>
                      </c:pt>
                      <c:pt idx="166">
                        <c:v>3.4549077920000002</c:v>
                      </c:pt>
                      <c:pt idx="167">
                        <c:v>2.8564074659999998</c:v>
                      </c:pt>
                      <c:pt idx="168">
                        <c:v>1.9117847530000001</c:v>
                      </c:pt>
                      <c:pt idx="169">
                        <c:v>1.1189397670000001</c:v>
                      </c:pt>
                      <c:pt idx="170">
                        <c:v>0.690099464</c:v>
                      </c:pt>
                      <c:pt idx="171">
                        <c:v>0.477565136</c:v>
                      </c:pt>
                      <c:pt idx="172">
                        <c:v>0.429207071</c:v>
                      </c:pt>
                      <c:pt idx="173">
                        <c:v>0.60613939100000003</c:v>
                      </c:pt>
                      <c:pt idx="174">
                        <c:v>1.2806141639999999</c:v>
                      </c:pt>
                      <c:pt idx="175">
                        <c:v>1.8398173520000001</c:v>
                      </c:pt>
                      <c:pt idx="176">
                        <c:v>1.986376642</c:v>
                      </c:pt>
                      <c:pt idx="177">
                        <c:v>1.9614871119999999</c:v>
                      </c:pt>
                      <c:pt idx="178">
                        <c:v>1.940873469</c:v>
                      </c:pt>
                      <c:pt idx="179">
                        <c:v>2.1237014030000001</c:v>
                      </c:pt>
                      <c:pt idx="180">
                        <c:v>2.4337667490000001</c:v>
                      </c:pt>
                      <c:pt idx="181">
                        <c:v>2.7621218999999999</c:v>
                      </c:pt>
                      <c:pt idx="182">
                        <c:v>2.8927786420000001</c:v>
                      </c:pt>
                      <c:pt idx="183">
                        <c:v>2.7690866559999998</c:v>
                      </c:pt>
                      <c:pt idx="184">
                        <c:v>2.3529473510000001</c:v>
                      </c:pt>
                      <c:pt idx="185">
                        <c:v>2.2291145550000002</c:v>
                      </c:pt>
                      <c:pt idx="186">
                        <c:v>2.3929915319999999</c:v>
                      </c:pt>
                      <c:pt idx="187">
                        <c:v>2.8585100639999999</c:v>
                      </c:pt>
                      <c:pt idx="188">
                        <c:v>3.0752403639999999</c:v>
                      </c:pt>
                      <c:pt idx="189">
                        <c:v>3.4720589679999998</c:v>
                      </c:pt>
                      <c:pt idx="190">
                        <c:v>3.5593561839999999</c:v>
                      </c:pt>
                      <c:pt idx="191">
                        <c:v>3.0503597490000001</c:v>
                      </c:pt>
                      <c:pt idx="192">
                        <c:v>2.1613661230000001</c:v>
                      </c:pt>
                      <c:pt idx="193">
                        <c:v>1.3598984649999999</c:v>
                      </c:pt>
                      <c:pt idx="194">
                        <c:v>0.78867973300000005</c:v>
                      </c:pt>
                      <c:pt idx="195">
                        <c:v>0.553572179</c:v>
                      </c:pt>
                      <c:pt idx="196">
                        <c:v>0.47516681100000002</c:v>
                      </c:pt>
                      <c:pt idx="197">
                        <c:v>0.58218492200000005</c:v>
                      </c:pt>
                      <c:pt idx="198">
                        <c:v>1.1604649170000001</c:v>
                      </c:pt>
                      <c:pt idx="199">
                        <c:v>1.7342277690000001</c:v>
                      </c:pt>
                      <c:pt idx="200">
                        <c:v>2.1409635269999998</c:v>
                      </c:pt>
                      <c:pt idx="201">
                        <c:v>2.2362874819999998</c:v>
                      </c:pt>
                      <c:pt idx="202">
                        <c:v>2.3122591560000001</c:v>
                      </c:pt>
                      <c:pt idx="203">
                        <c:v>2.5557101680000001</c:v>
                      </c:pt>
                      <c:pt idx="204">
                        <c:v>2.7261729909999999</c:v>
                      </c:pt>
                      <c:pt idx="205">
                        <c:v>2.9698136919999998</c:v>
                      </c:pt>
                      <c:pt idx="206">
                        <c:v>3.300014714</c:v>
                      </c:pt>
                      <c:pt idx="207">
                        <c:v>3.0483916880000002</c:v>
                      </c:pt>
                      <c:pt idx="208">
                        <c:v>2.4691953880000002</c:v>
                      </c:pt>
                      <c:pt idx="209">
                        <c:v>2.3276880489999998</c:v>
                      </c:pt>
                      <c:pt idx="210">
                        <c:v>2.4535854970000002</c:v>
                      </c:pt>
                      <c:pt idx="211">
                        <c:v>2.916752491</c:v>
                      </c:pt>
                      <c:pt idx="212">
                        <c:v>3.1589858770000001</c:v>
                      </c:pt>
                      <c:pt idx="213">
                        <c:v>3.5342047669999999</c:v>
                      </c:pt>
                      <c:pt idx="214">
                        <c:v>3.6397596010000002</c:v>
                      </c:pt>
                      <c:pt idx="215">
                        <c:v>3.0915351000000002</c:v>
                      </c:pt>
                      <c:pt idx="216">
                        <c:v>2.157136833</c:v>
                      </c:pt>
                      <c:pt idx="217">
                        <c:v>1.348623173</c:v>
                      </c:pt>
                      <c:pt idx="218">
                        <c:v>0.80893906999999998</c:v>
                      </c:pt>
                      <c:pt idx="219">
                        <c:v>0.54955617999999995</c:v>
                      </c:pt>
                      <c:pt idx="220">
                        <c:v>0.46290447400000001</c:v>
                      </c:pt>
                      <c:pt idx="221">
                        <c:v>0.58050162800000005</c:v>
                      </c:pt>
                      <c:pt idx="222">
                        <c:v>1.1780419470000001</c:v>
                      </c:pt>
                      <c:pt idx="223">
                        <c:v>1.7216099060000001</c:v>
                      </c:pt>
                      <c:pt idx="224">
                        <c:v>2.0522435290000001</c:v>
                      </c:pt>
                      <c:pt idx="225">
                        <c:v>2.1108451289999999</c:v>
                      </c:pt>
                      <c:pt idx="226">
                        <c:v>2.0908348170000002</c:v>
                      </c:pt>
                      <c:pt idx="227">
                        <c:v>2.2698657959999999</c:v>
                      </c:pt>
                      <c:pt idx="228">
                        <c:v>2.5307964900000002</c:v>
                      </c:pt>
                      <c:pt idx="229">
                        <c:v>2.9078359200000001</c:v>
                      </c:pt>
                      <c:pt idx="230">
                        <c:v>3.042677673</c:v>
                      </c:pt>
                      <c:pt idx="231">
                        <c:v>2.8477586549999998</c:v>
                      </c:pt>
                      <c:pt idx="232">
                        <c:v>2.3689763720000001</c:v>
                      </c:pt>
                      <c:pt idx="233">
                        <c:v>2.228432652</c:v>
                      </c:pt>
                      <c:pt idx="234">
                        <c:v>2.3755240820000001</c:v>
                      </c:pt>
                      <c:pt idx="235">
                        <c:v>2.8129567500000001</c:v>
                      </c:pt>
                      <c:pt idx="236">
                        <c:v>3.092821603</c:v>
                      </c:pt>
                      <c:pt idx="237">
                        <c:v>3.475320204</c:v>
                      </c:pt>
                      <c:pt idx="238">
                        <c:v>3.446109238</c:v>
                      </c:pt>
                      <c:pt idx="239">
                        <c:v>2.8044585899999999</c:v>
                      </c:pt>
                      <c:pt idx="240">
                        <c:v>1.8599461610000001</c:v>
                      </c:pt>
                      <c:pt idx="241">
                        <c:v>1.0949682510000001</c:v>
                      </c:pt>
                      <c:pt idx="242">
                        <c:v>0.66519884600000001</c:v>
                      </c:pt>
                      <c:pt idx="243">
                        <c:v>0.49161956499999998</c:v>
                      </c:pt>
                      <c:pt idx="244">
                        <c:v>0.43979098700000002</c:v>
                      </c:pt>
                      <c:pt idx="245">
                        <c:v>0.575424987</c:v>
                      </c:pt>
                      <c:pt idx="246">
                        <c:v>1.225134172</c:v>
                      </c:pt>
                      <c:pt idx="247">
                        <c:v>1.699644374</c:v>
                      </c:pt>
                      <c:pt idx="248">
                        <c:v>1.8840140480000001</c:v>
                      </c:pt>
                      <c:pt idx="249">
                        <c:v>1.8043715840000001</c:v>
                      </c:pt>
                      <c:pt idx="250">
                        <c:v>1.8035333250000001</c:v>
                      </c:pt>
                      <c:pt idx="251">
                        <c:v>2.039052571</c:v>
                      </c:pt>
                      <c:pt idx="252">
                        <c:v>2.3141083199999999</c:v>
                      </c:pt>
                      <c:pt idx="253">
                        <c:v>2.6003298419999998</c:v>
                      </c:pt>
                      <c:pt idx="254">
                        <c:v>2.7075189929999999</c:v>
                      </c:pt>
                      <c:pt idx="255">
                        <c:v>2.6108292419999999</c:v>
                      </c:pt>
                      <c:pt idx="256">
                        <c:v>2.2712472579999998</c:v>
                      </c:pt>
                      <c:pt idx="257">
                        <c:v>2.2024564459999998</c:v>
                      </c:pt>
                      <c:pt idx="258">
                        <c:v>2.3997495390000001</c:v>
                      </c:pt>
                      <c:pt idx="259">
                        <c:v>2.8033809669999998</c:v>
                      </c:pt>
                      <c:pt idx="260">
                        <c:v>3.0697268110000002</c:v>
                      </c:pt>
                      <c:pt idx="261">
                        <c:v>3.460360144</c:v>
                      </c:pt>
                      <c:pt idx="262">
                        <c:v>3.4380642400000001</c:v>
                      </c:pt>
                      <c:pt idx="263">
                        <c:v>2.7768235469999998</c:v>
                      </c:pt>
                      <c:pt idx="264">
                        <c:v>1.8437106640000001</c:v>
                      </c:pt>
                      <c:pt idx="265">
                        <c:v>1.070810627</c:v>
                      </c:pt>
                      <c:pt idx="266">
                        <c:v>0.67710968299999996</c:v>
                      </c:pt>
                      <c:pt idx="267">
                        <c:v>0.47911316799999998</c:v>
                      </c:pt>
                      <c:pt idx="268">
                        <c:v>0.43835134999999997</c:v>
                      </c:pt>
                      <c:pt idx="269">
                        <c:v>0.57270555599999995</c:v>
                      </c:pt>
                      <c:pt idx="270">
                        <c:v>1.264755385</c:v>
                      </c:pt>
                      <c:pt idx="271">
                        <c:v>1.809675948</c:v>
                      </c:pt>
                      <c:pt idx="272">
                        <c:v>1.919577858</c:v>
                      </c:pt>
                      <c:pt idx="273">
                        <c:v>1.8300686580000001</c:v>
                      </c:pt>
                      <c:pt idx="274">
                        <c:v>1.8624052099999999</c:v>
                      </c:pt>
                      <c:pt idx="275">
                        <c:v>2.0751489909999998</c:v>
                      </c:pt>
                      <c:pt idx="276">
                        <c:v>2.3474694280000001</c:v>
                      </c:pt>
                      <c:pt idx="277">
                        <c:v>2.6462931410000001</c:v>
                      </c:pt>
                      <c:pt idx="278">
                        <c:v>2.7462796699999998</c:v>
                      </c:pt>
                      <c:pt idx="279">
                        <c:v>2.6313399460000002</c:v>
                      </c:pt>
                      <c:pt idx="280">
                        <c:v>2.2928954450000001</c:v>
                      </c:pt>
                      <c:pt idx="281">
                        <c:v>2.2164604090000002</c:v>
                      </c:pt>
                      <c:pt idx="282">
                        <c:v>2.3879618520000001</c:v>
                      </c:pt>
                      <c:pt idx="283">
                        <c:v>2.8252264519999999</c:v>
                      </c:pt>
                      <c:pt idx="284">
                        <c:v>3.060163755</c:v>
                      </c:pt>
                      <c:pt idx="285">
                        <c:v>3.5052710810000001</c:v>
                      </c:pt>
                      <c:pt idx="286">
                        <c:v>3.4642341220000001</c:v>
                      </c:pt>
                      <c:pt idx="287">
                        <c:v>2.7671336910000002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F782-4DD4-8B67-32577BCE01C1}"/>
                  </c:ext>
                </c:extLst>
              </c15:ser>
            </c15:filteredLineSeries>
            <c15:filteredLine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12-10-2026'!$N$1</c15:sqref>
                        </c15:formulaRef>
                      </c:ext>
                    </c:extLst>
                    <c:strCache>
                      <c:ptCount val="1"/>
                      <c:pt idx="0">
                        <c:v>BMR-DGW2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12-10-2026'!$N$2:$N$289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22.551623487000001</c:v>
                      </c:pt>
                      <c:pt idx="1">
                        <c:v>13.677497036</c:v>
                      </c:pt>
                      <c:pt idx="2">
                        <c:v>7.7712848660000002</c:v>
                      </c:pt>
                      <c:pt idx="3">
                        <c:v>4.8327623510000004</c:v>
                      </c:pt>
                      <c:pt idx="4">
                        <c:v>3.6796397660000002</c:v>
                      </c:pt>
                      <c:pt idx="5">
                        <c:v>4.5022364350000004</c:v>
                      </c:pt>
                      <c:pt idx="6">
                        <c:v>9.1911164359999997</c:v>
                      </c:pt>
                      <c:pt idx="7">
                        <c:v>14.105495929</c:v>
                      </c:pt>
                      <c:pt idx="8">
                        <c:v>16.916524082999999</c:v>
                      </c:pt>
                      <c:pt idx="9">
                        <c:v>18.484336076000002</c:v>
                      </c:pt>
                      <c:pt idx="10">
                        <c:v>20.495685093999999</c:v>
                      </c:pt>
                      <c:pt idx="11">
                        <c:v>23.087937234000002</c:v>
                      </c:pt>
                      <c:pt idx="12">
                        <c:v>25.467303172000001</c:v>
                      </c:pt>
                      <c:pt idx="13">
                        <c:v>29.278329110000001</c:v>
                      </c:pt>
                      <c:pt idx="14">
                        <c:v>30.164253726999998</c:v>
                      </c:pt>
                      <c:pt idx="15">
                        <c:v>29.117817862999999</c:v>
                      </c:pt>
                      <c:pt idx="16">
                        <c:v>25.270962314999998</c:v>
                      </c:pt>
                      <c:pt idx="17">
                        <c:v>25.772823748</c:v>
                      </c:pt>
                      <c:pt idx="18">
                        <c:v>25.760680110999999</c:v>
                      </c:pt>
                      <c:pt idx="19">
                        <c:v>30.555057219999998</c:v>
                      </c:pt>
                      <c:pt idx="20">
                        <c:v>34.052714625</c:v>
                      </c:pt>
                      <c:pt idx="21">
                        <c:v>39.226658487999998</c:v>
                      </c:pt>
                      <c:pt idx="22">
                        <c:v>39.039905068000003</c:v>
                      </c:pt>
                      <c:pt idx="23">
                        <c:v>33.725914418999999</c:v>
                      </c:pt>
                      <c:pt idx="24">
                        <c:v>24.673749159</c:v>
                      </c:pt>
                      <c:pt idx="25">
                        <c:v>15.775194710999999</c:v>
                      </c:pt>
                      <c:pt idx="26">
                        <c:v>9.3733304030000006</c:v>
                      </c:pt>
                      <c:pt idx="27">
                        <c:v>5.6909875540000003</c:v>
                      </c:pt>
                      <c:pt idx="28">
                        <c:v>3.9685319140000002</c:v>
                      </c:pt>
                      <c:pt idx="29">
                        <c:v>4.3378619709999997</c:v>
                      </c:pt>
                      <c:pt idx="30">
                        <c:v>8.0529626729999997</c:v>
                      </c:pt>
                      <c:pt idx="31">
                        <c:v>12.238647279</c:v>
                      </c:pt>
                      <c:pt idx="32">
                        <c:v>17.165985618000001</c:v>
                      </c:pt>
                      <c:pt idx="33">
                        <c:v>20.839421253000001</c:v>
                      </c:pt>
                      <c:pt idx="34">
                        <c:v>23.754560736999998</c:v>
                      </c:pt>
                      <c:pt idx="35">
                        <c:v>27.273336143000002</c:v>
                      </c:pt>
                      <c:pt idx="36">
                        <c:v>27.992300777000001</c:v>
                      </c:pt>
                      <c:pt idx="37">
                        <c:v>30.096180594</c:v>
                      </c:pt>
                      <c:pt idx="38">
                        <c:v>35.017365929999997</c:v>
                      </c:pt>
                      <c:pt idx="39">
                        <c:v>32.582899838000003</c:v>
                      </c:pt>
                      <c:pt idx="40">
                        <c:v>26.511182104</c:v>
                      </c:pt>
                      <c:pt idx="41">
                        <c:v>26.730882076</c:v>
                      </c:pt>
                      <c:pt idx="42">
                        <c:v>26.591968012999999</c:v>
                      </c:pt>
                      <c:pt idx="43">
                        <c:v>31.689416957999999</c:v>
                      </c:pt>
                      <c:pt idx="44">
                        <c:v>35.016036122999999</c:v>
                      </c:pt>
                      <c:pt idx="45">
                        <c:v>40.688430173</c:v>
                      </c:pt>
                      <c:pt idx="46">
                        <c:v>40.293643779999996</c:v>
                      </c:pt>
                      <c:pt idx="47">
                        <c:v>34.664126033999999</c:v>
                      </c:pt>
                      <c:pt idx="48">
                        <c:v>25.429691629000001</c:v>
                      </c:pt>
                      <c:pt idx="49">
                        <c:v>16.024166861000001</c:v>
                      </c:pt>
                      <c:pt idx="50">
                        <c:v>9.3749307349999995</c:v>
                      </c:pt>
                      <c:pt idx="51">
                        <c:v>5.7147694700000002</c:v>
                      </c:pt>
                      <c:pt idx="52">
                        <c:v>4.0194590300000002</c:v>
                      </c:pt>
                      <c:pt idx="53">
                        <c:v>4.5301891080000001</c:v>
                      </c:pt>
                      <c:pt idx="54">
                        <c:v>8.4583998600000001</c:v>
                      </c:pt>
                      <c:pt idx="55">
                        <c:v>12.793385779999999</c:v>
                      </c:pt>
                      <c:pt idx="56">
                        <c:v>17.354875851999999</c:v>
                      </c:pt>
                      <c:pt idx="57">
                        <c:v>20.038396076000002</c:v>
                      </c:pt>
                      <c:pt idx="58">
                        <c:v>21.888034625</c:v>
                      </c:pt>
                      <c:pt idx="59">
                        <c:v>24.270892022999998</c:v>
                      </c:pt>
                      <c:pt idx="60">
                        <c:v>25.948791021000002</c:v>
                      </c:pt>
                      <c:pt idx="61">
                        <c:v>30.163735862999999</c:v>
                      </c:pt>
                      <c:pt idx="62">
                        <c:v>31.758801592000001</c:v>
                      </c:pt>
                      <c:pt idx="63">
                        <c:v>30.477734171000002</c:v>
                      </c:pt>
                      <c:pt idx="64">
                        <c:v>25.664761200000001</c:v>
                      </c:pt>
                      <c:pt idx="65">
                        <c:v>26.032430556000001</c:v>
                      </c:pt>
                      <c:pt idx="66">
                        <c:v>26.120854458</c:v>
                      </c:pt>
                      <c:pt idx="67">
                        <c:v>30.946478828</c:v>
                      </c:pt>
                      <c:pt idx="68">
                        <c:v>34.136287789999997</c:v>
                      </c:pt>
                      <c:pt idx="69">
                        <c:v>39.357685713000002</c:v>
                      </c:pt>
                      <c:pt idx="70">
                        <c:v>38.319289609000002</c:v>
                      </c:pt>
                      <c:pt idx="71">
                        <c:v>32.000182950000003</c:v>
                      </c:pt>
                      <c:pt idx="72">
                        <c:v>22.157755561999998</c:v>
                      </c:pt>
                      <c:pt idx="73">
                        <c:v>13.133300646</c:v>
                      </c:pt>
                      <c:pt idx="74">
                        <c:v>7.5949017689999998</c:v>
                      </c:pt>
                      <c:pt idx="75">
                        <c:v>4.7062202290000004</c:v>
                      </c:pt>
                      <c:pt idx="76">
                        <c:v>3.5978671430000002</c:v>
                      </c:pt>
                      <c:pt idx="77">
                        <c:v>4.3953952779999996</c:v>
                      </c:pt>
                      <c:pt idx="78">
                        <c:v>8.9374686449999992</c:v>
                      </c:pt>
                      <c:pt idx="79">
                        <c:v>13.278664667999999</c:v>
                      </c:pt>
                      <c:pt idx="80">
                        <c:v>16.301071301</c:v>
                      </c:pt>
                      <c:pt idx="81">
                        <c:v>17.792908615000002</c:v>
                      </c:pt>
                      <c:pt idx="82">
                        <c:v>19.650332904999999</c:v>
                      </c:pt>
                      <c:pt idx="83">
                        <c:v>22.269555642</c:v>
                      </c:pt>
                      <c:pt idx="84">
                        <c:v>24.214377745</c:v>
                      </c:pt>
                      <c:pt idx="85">
                        <c:v>27.424918238</c:v>
                      </c:pt>
                      <c:pt idx="86">
                        <c:v>28.134388314999999</c:v>
                      </c:pt>
                      <c:pt idx="87">
                        <c:v>27.138203756999999</c:v>
                      </c:pt>
                      <c:pt idx="88">
                        <c:v>24.758389455</c:v>
                      </c:pt>
                      <c:pt idx="89">
                        <c:v>25.717069495000001</c:v>
                      </c:pt>
                      <c:pt idx="90">
                        <c:v>25.737084515999999</c:v>
                      </c:pt>
                      <c:pt idx="91">
                        <c:v>30.6109647</c:v>
                      </c:pt>
                      <c:pt idx="92">
                        <c:v>34.309739598</c:v>
                      </c:pt>
                      <c:pt idx="93">
                        <c:v>39.492004395999999</c:v>
                      </c:pt>
                      <c:pt idx="94">
                        <c:v>38.000346010999998</c:v>
                      </c:pt>
                      <c:pt idx="95">
                        <c:v>30.632624839999998</c:v>
                      </c:pt>
                      <c:pt idx="96">
                        <c:v>20.615806796000001</c:v>
                      </c:pt>
                      <c:pt idx="97">
                        <c:v>12.038102199000001</c:v>
                      </c:pt>
                      <c:pt idx="98">
                        <c:v>6.8688775179999997</c:v>
                      </c:pt>
                      <c:pt idx="99">
                        <c:v>4.4158332639999998</c:v>
                      </c:pt>
                      <c:pt idx="100">
                        <c:v>3.4827186769999998</c:v>
                      </c:pt>
                      <c:pt idx="101">
                        <c:v>4.2381195759999999</c:v>
                      </c:pt>
                      <c:pt idx="102">
                        <c:v>9.0562643220000005</c:v>
                      </c:pt>
                      <c:pt idx="103">
                        <c:v>13.692706481</c:v>
                      </c:pt>
                      <c:pt idx="104">
                        <c:v>16.422704361000001</c:v>
                      </c:pt>
                      <c:pt idx="105">
                        <c:v>17.747167520000001</c:v>
                      </c:pt>
                      <c:pt idx="106">
                        <c:v>19.524060448</c:v>
                      </c:pt>
                      <c:pt idx="107">
                        <c:v>22.46304117</c:v>
                      </c:pt>
                      <c:pt idx="108">
                        <c:v>24.28709263</c:v>
                      </c:pt>
                      <c:pt idx="109">
                        <c:v>27.667963524000001</c:v>
                      </c:pt>
                      <c:pt idx="110">
                        <c:v>28.007492454000001</c:v>
                      </c:pt>
                      <c:pt idx="111">
                        <c:v>27.321369490999999</c:v>
                      </c:pt>
                      <c:pt idx="112">
                        <c:v>24.524622093000001</c:v>
                      </c:pt>
                      <c:pt idx="113">
                        <c:v>25.416694060000001</c:v>
                      </c:pt>
                      <c:pt idx="114">
                        <c:v>25.677653569</c:v>
                      </c:pt>
                      <c:pt idx="115">
                        <c:v>30.396667920999999</c:v>
                      </c:pt>
                      <c:pt idx="116">
                        <c:v>34.109304299000001</c:v>
                      </c:pt>
                      <c:pt idx="117">
                        <c:v>39.482784207999998</c:v>
                      </c:pt>
                      <c:pt idx="118">
                        <c:v>38.078534423999997</c:v>
                      </c:pt>
                      <c:pt idx="119">
                        <c:v>31.240089099999999</c:v>
                      </c:pt>
                      <c:pt idx="120">
                        <c:v>21.201181308999999</c:v>
                      </c:pt>
                      <c:pt idx="121">
                        <c:v>12.440198891</c:v>
                      </c:pt>
                      <c:pt idx="122">
                        <c:v>7.1616311420000001</c:v>
                      </c:pt>
                      <c:pt idx="123">
                        <c:v>4.5263865860000001</c:v>
                      </c:pt>
                      <c:pt idx="124">
                        <c:v>3.5389230770000002</c:v>
                      </c:pt>
                      <c:pt idx="125">
                        <c:v>4.3054871859999997</c:v>
                      </c:pt>
                      <c:pt idx="126">
                        <c:v>9.1126307939999993</c:v>
                      </c:pt>
                      <c:pt idx="127">
                        <c:v>13.820325399</c:v>
                      </c:pt>
                      <c:pt idx="128">
                        <c:v>16.571004103</c:v>
                      </c:pt>
                      <c:pt idx="129">
                        <c:v>17.99563466</c:v>
                      </c:pt>
                      <c:pt idx="130">
                        <c:v>20.070839805999999</c:v>
                      </c:pt>
                      <c:pt idx="131">
                        <c:v>22.694160664000002</c:v>
                      </c:pt>
                      <c:pt idx="132">
                        <c:v>25.100537286000002</c:v>
                      </c:pt>
                      <c:pt idx="133">
                        <c:v>29.923431454999999</c:v>
                      </c:pt>
                      <c:pt idx="134">
                        <c:v>30.501750822000002</c:v>
                      </c:pt>
                      <c:pt idx="135">
                        <c:v>28.662276966</c:v>
                      </c:pt>
                      <c:pt idx="136">
                        <c:v>25.004749559</c:v>
                      </c:pt>
                      <c:pt idx="137">
                        <c:v>25.733855520999999</c:v>
                      </c:pt>
                      <c:pt idx="138">
                        <c:v>27.900199553</c:v>
                      </c:pt>
                      <c:pt idx="139">
                        <c:v>32.196538312000001</c:v>
                      </c:pt>
                      <c:pt idx="140">
                        <c:v>34.439588188000002</c:v>
                      </c:pt>
                      <c:pt idx="141">
                        <c:v>39.811175925999997</c:v>
                      </c:pt>
                      <c:pt idx="142">
                        <c:v>38.379301611999999</c:v>
                      </c:pt>
                      <c:pt idx="143">
                        <c:v>31.775529474999999</c:v>
                      </c:pt>
                      <c:pt idx="144">
                        <c:v>22.400037949000001</c:v>
                      </c:pt>
                      <c:pt idx="145">
                        <c:v>13.507027064000001</c:v>
                      </c:pt>
                      <c:pt idx="146">
                        <c:v>8.1469603619999997</c:v>
                      </c:pt>
                      <c:pt idx="147">
                        <c:v>4.8771762880000002</c:v>
                      </c:pt>
                      <c:pt idx="148">
                        <c:v>3.7489026509999999</c:v>
                      </c:pt>
                      <c:pt idx="149">
                        <c:v>4.5079210429999996</c:v>
                      </c:pt>
                      <c:pt idx="150">
                        <c:v>9.4118939079999997</c:v>
                      </c:pt>
                      <c:pt idx="151">
                        <c:v>14.180305370999999</c:v>
                      </c:pt>
                      <c:pt idx="152">
                        <c:v>16.859464644999999</c:v>
                      </c:pt>
                      <c:pt idx="153">
                        <c:v>18.199625357999999</c:v>
                      </c:pt>
                      <c:pt idx="154">
                        <c:v>19.897373054999999</c:v>
                      </c:pt>
                      <c:pt idx="155">
                        <c:v>22.596090442000001</c:v>
                      </c:pt>
                      <c:pt idx="156">
                        <c:v>24.341983185</c:v>
                      </c:pt>
                      <c:pt idx="157">
                        <c:v>27.765365316</c:v>
                      </c:pt>
                      <c:pt idx="158">
                        <c:v>28.25746101</c:v>
                      </c:pt>
                      <c:pt idx="159">
                        <c:v>27.372881526</c:v>
                      </c:pt>
                      <c:pt idx="160">
                        <c:v>25.276442232000001</c:v>
                      </c:pt>
                      <c:pt idx="161">
                        <c:v>26.534286936000001</c:v>
                      </c:pt>
                      <c:pt idx="162">
                        <c:v>26.92996497</c:v>
                      </c:pt>
                      <c:pt idx="163">
                        <c:v>31.250735990999999</c:v>
                      </c:pt>
                      <c:pt idx="164">
                        <c:v>34.741864450999998</c:v>
                      </c:pt>
                      <c:pt idx="165">
                        <c:v>39.583978711999997</c:v>
                      </c:pt>
                      <c:pt idx="166">
                        <c:v>37.983664003999998</c:v>
                      </c:pt>
                      <c:pt idx="167">
                        <c:v>30.565157773999999</c:v>
                      </c:pt>
                      <c:pt idx="168">
                        <c:v>20.756554317999999</c:v>
                      </c:pt>
                      <c:pt idx="169">
                        <c:v>12.394425214</c:v>
                      </c:pt>
                      <c:pt idx="170">
                        <c:v>7.1880138630000001</c:v>
                      </c:pt>
                      <c:pt idx="171">
                        <c:v>4.5787829860000002</c:v>
                      </c:pt>
                      <c:pt idx="172">
                        <c:v>3.581428549</c:v>
                      </c:pt>
                      <c:pt idx="173">
                        <c:v>4.3987730430000003</c:v>
                      </c:pt>
                      <c:pt idx="174">
                        <c:v>9.5353392509999999</c:v>
                      </c:pt>
                      <c:pt idx="175">
                        <c:v>14.687566905000001</c:v>
                      </c:pt>
                      <c:pt idx="176">
                        <c:v>17.734292760999999</c:v>
                      </c:pt>
                      <c:pt idx="177">
                        <c:v>19.884276298</c:v>
                      </c:pt>
                      <c:pt idx="178">
                        <c:v>21.192113273</c:v>
                      </c:pt>
                      <c:pt idx="179">
                        <c:v>23.363613017999999</c:v>
                      </c:pt>
                      <c:pt idx="180">
                        <c:v>25.723494316</c:v>
                      </c:pt>
                      <c:pt idx="181">
                        <c:v>29.048749637</c:v>
                      </c:pt>
                      <c:pt idx="182">
                        <c:v>29.565241133000001</c:v>
                      </c:pt>
                      <c:pt idx="183">
                        <c:v>28.394939085000001</c:v>
                      </c:pt>
                      <c:pt idx="184">
                        <c:v>25.393996971</c:v>
                      </c:pt>
                      <c:pt idx="185">
                        <c:v>26.250738671000001</c:v>
                      </c:pt>
                      <c:pt idx="186">
                        <c:v>26.665880680000001</c:v>
                      </c:pt>
                      <c:pt idx="187">
                        <c:v>31.713680954000001</c:v>
                      </c:pt>
                      <c:pt idx="188">
                        <c:v>35.229769806</c:v>
                      </c:pt>
                      <c:pt idx="189">
                        <c:v>39.849725214000003</c:v>
                      </c:pt>
                      <c:pt idx="190">
                        <c:v>38.905590918000001</c:v>
                      </c:pt>
                      <c:pt idx="191">
                        <c:v>32.594118934000001</c:v>
                      </c:pt>
                      <c:pt idx="192">
                        <c:v>23.359082764</c:v>
                      </c:pt>
                      <c:pt idx="193">
                        <c:v>14.671556669999999</c:v>
                      </c:pt>
                      <c:pt idx="194">
                        <c:v>8.5980716239999992</c:v>
                      </c:pt>
                      <c:pt idx="195">
                        <c:v>5.4641334339999998</c:v>
                      </c:pt>
                      <c:pt idx="196">
                        <c:v>3.9865393930000002</c:v>
                      </c:pt>
                      <c:pt idx="197">
                        <c:v>4.2265525720000001</c:v>
                      </c:pt>
                      <c:pt idx="198">
                        <c:v>8.2632862130000007</c:v>
                      </c:pt>
                      <c:pt idx="199">
                        <c:v>12.770861004</c:v>
                      </c:pt>
                      <c:pt idx="200">
                        <c:v>17.487322120999998</c:v>
                      </c:pt>
                      <c:pt idx="201">
                        <c:v>20.850995204</c:v>
                      </c:pt>
                      <c:pt idx="202">
                        <c:v>23.439685863000001</c:v>
                      </c:pt>
                      <c:pt idx="203">
                        <c:v>26.662263631999998</c:v>
                      </c:pt>
                      <c:pt idx="204">
                        <c:v>27.211119353000001</c:v>
                      </c:pt>
                      <c:pt idx="205">
                        <c:v>29.617263495</c:v>
                      </c:pt>
                      <c:pt idx="206">
                        <c:v>34.087053660000002</c:v>
                      </c:pt>
                      <c:pt idx="207">
                        <c:v>31.313523429</c:v>
                      </c:pt>
                      <c:pt idx="208">
                        <c:v>26.320910639000001</c:v>
                      </c:pt>
                      <c:pt idx="209">
                        <c:v>26.541037382999999</c:v>
                      </c:pt>
                      <c:pt idx="210">
                        <c:v>26.453232679999999</c:v>
                      </c:pt>
                      <c:pt idx="211">
                        <c:v>31.669759656</c:v>
                      </c:pt>
                      <c:pt idx="212">
                        <c:v>35.605080868000002</c:v>
                      </c:pt>
                      <c:pt idx="213">
                        <c:v>40.593519583999999</c:v>
                      </c:pt>
                      <c:pt idx="214">
                        <c:v>40.104003212999999</c:v>
                      </c:pt>
                      <c:pt idx="215">
                        <c:v>33.465718713999998</c:v>
                      </c:pt>
                      <c:pt idx="216">
                        <c:v>23.696283939000001</c:v>
                      </c:pt>
                      <c:pt idx="217">
                        <c:v>14.534401159</c:v>
                      </c:pt>
                      <c:pt idx="218">
                        <c:v>8.4656968979999991</c:v>
                      </c:pt>
                      <c:pt idx="219">
                        <c:v>5.2601998070000002</c:v>
                      </c:pt>
                      <c:pt idx="220">
                        <c:v>3.877913387</c:v>
                      </c:pt>
                      <c:pt idx="221">
                        <c:v>4.2316724880000001</c:v>
                      </c:pt>
                      <c:pt idx="222">
                        <c:v>8.5022542639999994</c:v>
                      </c:pt>
                      <c:pt idx="223">
                        <c:v>12.916280668000001</c:v>
                      </c:pt>
                      <c:pt idx="224">
                        <c:v>16.952158817000001</c:v>
                      </c:pt>
                      <c:pt idx="225">
                        <c:v>19.398897517000002</c:v>
                      </c:pt>
                      <c:pt idx="226">
                        <c:v>21.380530641</c:v>
                      </c:pt>
                      <c:pt idx="227">
                        <c:v>23.691255899000002</c:v>
                      </c:pt>
                      <c:pt idx="228">
                        <c:v>25.299720036</c:v>
                      </c:pt>
                      <c:pt idx="229">
                        <c:v>29.930245627000001</c:v>
                      </c:pt>
                      <c:pt idx="230">
                        <c:v>31.412681037999999</c:v>
                      </c:pt>
                      <c:pt idx="231">
                        <c:v>29.420006388000001</c:v>
                      </c:pt>
                      <c:pt idx="232">
                        <c:v>25.398738932000001</c:v>
                      </c:pt>
                      <c:pt idx="233">
                        <c:v>26.072505590999999</c:v>
                      </c:pt>
                      <c:pt idx="234">
                        <c:v>26.475589617000001</c:v>
                      </c:pt>
                      <c:pt idx="235">
                        <c:v>31.132993135</c:v>
                      </c:pt>
                      <c:pt idx="236">
                        <c:v>35.433876451000003</c:v>
                      </c:pt>
                      <c:pt idx="237">
                        <c:v>40.283687221999998</c:v>
                      </c:pt>
                      <c:pt idx="238">
                        <c:v>38.009453225999998</c:v>
                      </c:pt>
                      <c:pt idx="239">
                        <c:v>30.461477021</c:v>
                      </c:pt>
                      <c:pt idx="240">
                        <c:v>20.335805321999999</c:v>
                      </c:pt>
                      <c:pt idx="241">
                        <c:v>11.990713105999999</c:v>
                      </c:pt>
                      <c:pt idx="242">
                        <c:v>7.0044917289999997</c:v>
                      </c:pt>
                      <c:pt idx="243">
                        <c:v>4.4791474850000004</c:v>
                      </c:pt>
                      <c:pt idx="244">
                        <c:v>3.5406591280000002</c:v>
                      </c:pt>
                      <c:pt idx="245">
                        <c:v>4.093096837</c:v>
                      </c:pt>
                      <c:pt idx="246">
                        <c:v>8.8663145389999993</c:v>
                      </c:pt>
                      <c:pt idx="247">
                        <c:v>13.240699938000001</c:v>
                      </c:pt>
                      <c:pt idx="248">
                        <c:v>16.063490700999999</c:v>
                      </c:pt>
                      <c:pt idx="249">
                        <c:v>17.243660067</c:v>
                      </c:pt>
                      <c:pt idx="250">
                        <c:v>18.911756041</c:v>
                      </c:pt>
                      <c:pt idx="251">
                        <c:v>21.59174054</c:v>
                      </c:pt>
                      <c:pt idx="252">
                        <c:v>23.597306188000001</c:v>
                      </c:pt>
                      <c:pt idx="253">
                        <c:v>27.056543714</c:v>
                      </c:pt>
                      <c:pt idx="254">
                        <c:v>27.738972798999999</c:v>
                      </c:pt>
                      <c:pt idx="255">
                        <c:v>26.658555652</c:v>
                      </c:pt>
                      <c:pt idx="256">
                        <c:v>24.918121931000002</c:v>
                      </c:pt>
                      <c:pt idx="257">
                        <c:v>26.543283972000001</c:v>
                      </c:pt>
                      <c:pt idx="258">
                        <c:v>26.842170921000001</c:v>
                      </c:pt>
                      <c:pt idx="259">
                        <c:v>31.243568476</c:v>
                      </c:pt>
                      <c:pt idx="260">
                        <c:v>35.287754345000003</c:v>
                      </c:pt>
                      <c:pt idx="261">
                        <c:v>39.573472232</c:v>
                      </c:pt>
                      <c:pt idx="262">
                        <c:v>37.527090100000002</c:v>
                      </c:pt>
                      <c:pt idx="263">
                        <c:v>29.835449046000001</c:v>
                      </c:pt>
                      <c:pt idx="264">
                        <c:v>19.683801075000002</c:v>
                      </c:pt>
                      <c:pt idx="265">
                        <c:v>11.555486919</c:v>
                      </c:pt>
                      <c:pt idx="266">
                        <c:v>6.7066954760000002</c:v>
                      </c:pt>
                      <c:pt idx="267">
                        <c:v>4.3694265659999996</c:v>
                      </c:pt>
                      <c:pt idx="268">
                        <c:v>3.5805859930000001</c:v>
                      </c:pt>
                      <c:pt idx="269">
                        <c:v>4.164738861</c:v>
                      </c:pt>
                      <c:pt idx="270">
                        <c:v>9.1752915000000002</c:v>
                      </c:pt>
                      <c:pt idx="271">
                        <c:v>14.016781029000001</c:v>
                      </c:pt>
                      <c:pt idx="272">
                        <c:v>16.397015777</c:v>
                      </c:pt>
                      <c:pt idx="273">
                        <c:v>17.761942850000001</c:v>
                      </c:pt>
                      <c:pt idx="274">
                        <c:v>19.628117644</c:v>
                      </c:pt>
                      <c:pt idx="275">
                        <c:v>22.057182439000002</c:v>
                      </c:pt>
                      <c:pt idx="276">
                        <c:v>24.179360240000001</c:v>
                      </c:pt>
                      <c:pt idx="277">
                        <c:v>27.510218041000002</c:v>
                      </c:pt>
                      <c:pt idx="278">
                        <c:v>27.607948036</c:v>
                      </c:pt>
                      <c:pt idx="279">
                        <c:v>26.549854835000001</c:v>
                      </c:pt>
                      <c:pt idx="280">
                        <c:v>24.974967499000002</c:v>
                      </c:pt>
                      <c:pt idx="281">
                        <c:v>26.363413573999999</c:v>
                      </c:pt>
                      <c:pt idx="282">
                        <c:v>26.524118640000001</c:v>
                      </c:pt>
                      <c:pt idx="283">
                        <c:v>31.540879461999999</c:v>
                      </c:pt>
                      <c:pt idx="284">
                        <c:v>35.669049612999999</c:v>
                      </c:pt>
                      <c:pt idx="285">
                        <c:v>40.415292946999998</c:v>
                      </c:pt>
                      <c:pt idx="286">
                        <c:v>37.940950485000002</c:v>
                      </c:pt>
                      <c:pt idx="287">
                        <c:v>29.722575304999999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F782-4DD4-8B67-32577BCE01C1}"/>
                  </c:ext>
                </c:extLst>
              </c15:ser>
            </c15:filteredLineSeries>
            <c15:filteredLine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12-10-2026'!$O$1</c15:sqref>
                        </c15:formulaRef>
                      </c:ext>
                    </c:extLst>
                    <c:strCache>
                      <c:ptCount val="1"/>
                      <c:pt idx="0">
                        <c:v>BMR-DGW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12-10-2026'!$O$2:$O$289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45.177151129000002</c:v>
                      </c:pt>
                      <c:pt idx="1">
                        <c:v>27.414361745000001</c:v>
                      </c:pt>
                      <c:pt idx="2">
                        <c:v>15.488767684999999</c:v>
                      </c:pt>
                      <c:pt idx="3">
                        <c:v>9.6508572500000014</c:v>
                      </c:pt>
                      <c:pt idx="4">
                        <c:v>7.351315563</c:v>
                      </c:pt>
                      <c:pt idx="5">
                        <c:v>9.0073933990000015</c:v>
                      </c:pt>
                      <c:pt idx="6">
                        <c:v>18.350529172999998</c:v>
                      </c:pt>
                      <c:pt idx="7">
                        <c:v>28.15608512</c:v>
                      </c:pt>
                      <c:pt idx="8">
                        <c:v>33.762184312000002</c:v>
                      </c:pt>
                      <c:pt idx="9">
                        <c:v>36.934093177000001</c:v>
                      </c:pt>
                      <c:pt idx="10">
                        <c:v>40.969251829999997</c:v>
                      </c:pt>
                      <c:pt idx="11">
                        <c:v>46.235633698000001</c:v>
                      </c:pt>
                      <c:pt idx="12">
                        <c:v>51.037199264999998</c:v>
                      </c:pt>
                      <c:pt idx="13">
                        <c:v>58.603324643000001</c:v>
                      </c:pt>
                      <c:pt idx="14">
                        <c:v>60.457444889999998</c:v>
                      </c:pt>
                      <c:pt idx="15">
                        <c:v>58.344492881999997</c:v>
                      </c:pt>
                      <c:pt idx="16">
                        <c:v>50.631870558000003</c:v>
                      </c:pt>
                      <c:pt idx="17">
                        <c:v>51.480472716999998</c:v>
                      </c:pt>
                      <c:pt idx="18">
                        <c:v>51.407391204999996</c:v>
                      </c:pt>
                      <c:pt idx="19">
                        <c:v>61.044263549999997</c:v>
                      </c:pt>
                      <c:pt idx="20">
                        <c:v>68.02526536900001</c:v>
                      </c:pt>
                      <c:pt idx="21">
                        <c:v>78.580480730000005</c:v>
                      </c:pt>
                      <c:pt idx="22">
                        <c:v>78.137900813000002</c:v>
                      </c:pt>
                      <c:pt idx="23">
                        <c:v>67.300167901000009</c:v>
                      </c:pt>
                      <c:pt idx="24">
                        <c:v>49.395207894999999</c:v>
                      </c:pt>
                      <c:pt idx="25">
                        <c:v>31.495605878999999</c:v>
                      </c:pt>
                      <c:pt idx="26">
                        <c:v>18.639902147000001</c:v>
                      </c:pt>
                      <c:pt idx="27">
                        <c:v>11.314326830000001</c:v>
                      </c:pt>
                      <c:pt idx="28">
                        <c:v>7.9172925410000001</c:v>
                      </c:pt>
                      <c:pt idx="29">
                        <c:v>8.6918037730000002</c:v>
                      </c:pt>
                      <c:pt idx="30">
                        <c:v>16.047392364</c:v>
                      </c:pt>
                      <c:pt idx="31">
                        <c:v>24.421135988</c:v>
                      </c:pt>
                      <c:pt idx="32">
                        <c:v>34.2707628</c:v>
                      </c:pt>
                      <c:pt idx="33">
                        <c:v>41.556794433999997</c:v>
                      </c:pt>
                      <c:pt idx="34">
                        <c:v>47.353472816</c:v>
                      </c:pt>
                      <c:pt idx="35">
                        <c:v>54.409427076</c:v>
                      </c:pt>
                      <c:pt idx="36">
                        <c:v>55.825831835000002</c:v>
                      </c:pt>
                      <c:pt idx="37">
                        <c:v>60.102627890999997</c:v>
                      </c:pt>
                      <c:pt idx="38">
                        <c:v>69.954846349999997</c:v>
                      </c:pt>
                      <c:pt idx="39">
                        <c:v>65.192341400000004</c:v>
                      </c:pt>
                      <c:pt idx="40">
                        <c:v>53.229488732</c:v>
                      </c:pt>
                      <c:pt idx="41">
                        <c:v>53.630699168</c:v>
                      </c:pt>
                      <c:pt idx="42">
                        <c:v>53.523663326999994</c:v>
                      </c:pt>
                      <c:pt idx="43">
                        <c:v>63.683810647999998</c:v>
                      </c:pt>
                      <c:pt idx="44">
                        <c:v>70.492530189000007</c:v>
                      </c:pt>
                      <c:pt idx="45">
                        <c:v>81.909790231000002</c:v>
                      </c:pt>
                      <c:pt idx="46">
                        <c:v>80.724104214999997</c:v>
                      </c:pt>
                      <c:pt idx="47">
                        <c:v>69.608491891999989</c:v>
                      </c:pt>
                      <c:pt idx="48">
                        <c:v>50.898157362999996</c:v>
                      </c:pt>
                      <c:pt idx="49">
                        <c:v>32.149349135999998</c:v>
                      </c:pt>
                      <c:pt idx="50">
                        <c:v>18.671347187000002</c:v>
                      </c:pt>
                      <c:pt idx="51">
                        <c:v>11.324953480000001</c:v>
                      </c:pt>
                      <c:pt idx="52">
                        <c:v>8.1124523140000004</c:v>
                      </c:pt>
                      <c:pt idx="53">
                        <c:v>9.1576064310000014</c:v>
                      </c:pt>
                      <c:pt idx="54">
                        <c:v>16.917922003999998</c:v>
                      </c:pt>
                      <c:pt idx="55">
                        <c:v>25.574966845999999</c:v>
                      </c:pt>
                      <c:pt idx="56">
                        <c:v>34.606890573000001</c:v>
                      </c:pt>
                      <c:pt idx="57">
                        <c:v>39.977892502000003</c:v>
                      </c:pt>
                      <c:pt idx="58">
                        <c:v>43.870679424000002</c:v>
                      </c:pt>
                      <c:pt idx="59">
                        <c:v>48.691922585999997</c:v>
                      </c:pt>
                      <c:pt idx="60">
                        <c:v>51.930699509</c:v>
                      </c:pt>
                      <c:pt idx="61">
                        <c:v>60.254739708999999</c:v>
                      </c:pt>
                      <c:pt idx="62">
                        <c:v>63.495308817999998</c:v>
                      </c:pt>
                      <c:pt idx="63">
                        <c:v>60.790221746</c:v>
                      </c:pt>
                      <c:pt idx="64">
                        <c:v>51.299426015000002</c:v>
                      </c:pt>
                      <c:pt idx="65">
                        <c:v>52.087874814000003</c:v>
                      </c:pt>
                      <c:pt idx="66">
                        <c:v>52.330912900000001</c:v>
                      </c:pt>
                      <c:pt idx="67">
                        <c:v>61.963177219000002</c:v>
                      </c:pt>
                      <c:pt idx="68">
                        <c:v>68.618132301999992</c:v>
                      </c:pt>
                      <c:pt idx="69">
                        <c:v>79.126652312000004</c:v>
                      </c:pt>
                      <c:pt idx="70">
                        <c:v>77.107519679000006</c:v>
                      </c:pt>
                      <c:pt idx="71">
                        <c:v>64.098909923999997</c:v>
                      </c:pt>
                      <c:pt idx="72">
                        <c:v>44.172061769999999</c:v>
                      </c:pt>
                      <c:pt idx="73">
                        <c:v>26.301914330999999</c:v>
                      </c:pt>
                      <c:pt idx="74">
                        <c:v>15.058419600000001</c:v>
                      </c:pt>
                      <c:pt idx="75">
                        <c:v>9.3775426780000011</c:v>
                      </c:pt>
                      <c:pt idx="76">
                        <c:v>7.2401477970000006</c:v>
                      </c:pt>
                      <c:pt idx="77">
                        <c:v>8.7047207009999994</c:v>
                      </c:pt>
                      <c:pt idx="78">
                        <c:v>17.844687503999999</c:v>
                      </c:pt>
                      <c:pt idx="79">
                        <c:v>26.609209716999999</c:v>
                      </c:pt>
                      <c:pt idx="80">
                        <c:v>32.703514295000005</c:v>
                      </c:pt>
                      <c:pt idx="81">
                        <c:v>35.751712287000004</c:v>
                      </c:pt>
                      <c:pt idx="82">
                        <c:v>39.382501970999996</c:v>
                      </c:pt>
                      <c:pt idx="83">
                        <c:v>44.958912179999999</c:v>
                      </c:pt>
                      <c:pt idx="84">
                        <c:v>48.445933150000002</c:v>
                      </c:pt>
                      <c:pt idx="85">
                        <c:v>54.870544346000003</c:v>
                      </c:pt>
                      <c:pt idx="86">
                        <c:v>56.055234372000001</c:v>
                      </c:pt>
                      <c:pt idx="87">
                        <c:v>54.289230508000003</c:v>
                      </c:pt>
                      <c:pt idx="88">
                        <c:v>49.319160757999995</c:v>
                      </c:pt>
                      <c:pt idx="89">
                        <c:v>51.477198342999998</c:v>
                      </c:pt>
                      <c:pt idx="90">
                        <c:v>51.581369121999998</c:v>
                      </c:pt>
                      <c:pt idx="91">
                        <c:v>61.48023792</c:v>
                      </c:pt>
                      <c:pt idx="92">
                        <c:v>68.772733535</c:v>
                      </c:pt>
                      <c:pt idx="93">
                        <c:v>78.964971990999999</c:v>
                      </c:pt>
                      <c:pt idx="94">
                        <c:v>76.016552876999995</c:v>
                      </c:pt>
                      <c:pt idx="95">
                        <c:v>61.525032690000003</c:v>
                      </c:pt>
                      <c:pt idx="96">
                        <c:v>41.440889065</c:v>
                      </c:pt>
                      <c:pt idx="97">
                        <c:v>24.238640145000002</c:v>
                      </c:pt>
                      <c:pt idx="98">
                        <c:v>13.845707052</c:v>
                      </c:pt>
                      <c:pt idx="99">
                        <c:v>8.8488513649999998</c:v>
                      </c:pt>
                      <c:pt idx="100">
                        <c:v>6.9877142249999995</c:v>
                      </c:pt>
                      <c:pt idx="101">
                        <c:v>8.5078315690000004</c:v>
                      </c:pt>
                      <c:pt idx="102">
                        <c:v>18.077778545000001</c:v>
                      </c:pt>
                      <c:pt idx="103">
                        <c:v>27.650627960999998</c:v>
                      </c:pt>
                      <c:pt idx="104">
                        <c:v>32.993963088000001</c:v>
                      </c:pt>
                      <c:pt idx="105">
                        <c:v>35.659791334000005</c:v>
                      </c:pt>
                      <c:pt idx="106">
                        <c:v>39.146869840000001</c:v>
                      </c:pt>
                      <c:pt idx="107">
                        <c:v>44.935871699000003</c:v>
                      </c:pt>
                      <c:pt idx="108">
                        <c:v>48.568549837999996</c:v>
                      </c:pt>
                      <c:pt idx="109">
                        <c:v>55.357454650000001</c:v>
                      </c:pt>
                      <c:pt idx="110">
                        <c:v>56.271809429000001</c:v>
                      </c:pt>
                      <c:pt idx="111">
                        <c:v>54.805333093000002</c:v>
                      </c:pt>
                      <c:pt idx="112">
                        <c:v>49.113547926000003</c:v>
                      </c:pt>
                      <c:pt idx="113">
                        <c:v>51.044955662999996</c:v>
                      </c:pt>
                      <c:pt idx="114">
                        <c:v>51.397074418999999</c:v>
                      </c:pt>
                      <c:pt idx="115">
                        <c:v>61.133805142</c:v>
                      </c:pt>
                      <c:pt idx="116">
                        <c:v>68.582478399999999</c:v>
                      </c:pt>
                      <c:pt idx="117">
                        <c:v>79.441601896000009</c:v>
                      </c:pt>
                      <c:pt idx="118">
                        <c:v>76.452845640999996</c:v>
                      </c:pt>
                      <c:pt idx="119">
                        <c:v>62.487804763</c:v>
                      </c:pt>
                      <c:pt idx="120">
                        <c:v>42.278671250000002</c:v>
                      </c:pt>
                      <c:pt idx="121">
                        <c:v>24.86687272</c:v>
                      </c:pt>
                      <c:pt idx="122">
                        <c:v>14.180767059000001</c:v>
                      </c:pt>
                      <c:pt idx="123">
                        <c:v>9.0050493679999999</c:v>
                      </c:pt>
                      <c:pt idx="124">
                        <c:v>7.0721523210000008</c:v>
                      </c:pt>
                      <c:pt idx="125">
                        <c:v>8.5632444939999992</c:v>
                      </c:pt>
                      <c:pt idx="126">
                        <c:v>18.325145179</c:v>
                      </c:pt>
                      <c:pt idx="127">
                        <c:v>27.766586596</c:v>
                      </c:pt>
                      <c:pt idx="128">
                        <c:v>32.962730260000001</c:v>
                      </c:pt>
                      <c:pt idx="129">
                        <c:v>36.000497026000005</c:v>
                      </c:pt>
                      <c:pt idx="130">
                        <c:v>40.108623416</c:v>
                      </c:pt>
                      <c:pt idx="131">
                        <c:v>45.503086146000001</c:v>
                      </c:pt>
                      <c:pt idx="132">
                        <c:v>50.365097680000005</c:v>
                      </c:pt>
                      <c:pt idx="133">
                        <c:v>59.910909301000004</c:v>
                      </c:pt>
                      <c:pt idx="134">
                        <c:v>61.097275265999997</c:v>
                      </c:pt>
                      <c:pt idx="135">
                        <c:v>57.445231976000002</c:v>
                      </c:pt>
                      <c:pt idx="136">
                        <c:v>49.886077192000002</c:v>
                      </c:pt>
                      <c:pt idx="137">
                        <c:v>51.423793536999995</c:v>
                      </c:pt>
                      <c:pt idx="138">
                        <c:v>55.634773183999997</c:v>
                      </c:pt>
                      <c:pt idx="139">
                        <c:v>64.176288268000008</c:v>
                      </c:pt>
                      <c:pt idx="140">
                        <c:v>69.003642785000011</c:v>
                      </c:pt>
                      <c:pt idx="141">
                        <c:v>79.518921735999996</c:v>
                      </c:pt>
                      <c:pt idx="142">
                        <c:v>76.510105351999997</c:v>
                      </c:pt>
                      <c:pt idx="143">
                        <c:v>63.615494102</c:v>
                      </c:pt>
                      <c:pt idx="144">
                        <c:v>44.644373909999999</c:v>
                      </c:pt>
                      <c:pt idx="145">
                        <c:v>26.775700024000002</c:v>
                      </c:pt>
                      <c:pt idx="146">
                        <c:v>16.078038710000001</c:v>
                      </c:pt>
                      <c:pt idx="147">
                        <c:v>9.5908027580000006</c:v>
                      </c:pt>
                      <c:pt idx="148">
                        <c:v>7.3720580170000005</c:v>
                      </c:pt>
                      <c:pt idx="149">
                        <c:v>8.9023738739999985</c:v>
                      </c:pt>
                      <c:pt idx="150">
                        <c:v>18.791852298999999</c:v>
                      </c:pt>
                      <c:pt idx="151">
                        <c:v>28.169026416999998</c:v>
                      </c:pt>
                      <c:pt idx="152">
                        <c:v>33.496046534000001</c:v>
                      </c:pt>
                      <c:pt idx="153">
                        <c:v>36.193725627999996</c:v>
                      </c:pt>
                      <c:pt idx="154">
                        <c:v>39.754898582999999</c:v>
                      </c:pt>
                      <c:pt idx="155">
                        <c:v>44.999588070000001</c:v>
                      </c:pt>
                      <c:pt idx="156">
                        <c:v>48.644713808999995</c:v>
                      </c:pt>
                      <c:pt idx="157">
                        <c:v>55.334569846000001</c:v>
                      </c:pt>
                      <c:pt idx="158">
                        <c:v>56.568572738</c:v>
                      </c:pt>
                      <c:pt idx="159">
                        <c:v>54.575117304000003</c:v>
                      </c:pt>
                      <c:pt idx="160">
                        <c:v>50.252165036999997</c:v>
                      </c:pt>
                      <c:pt idx="161">
                        <c:v>52.820516894000001</c:v>
                      </c:pt>
                      <c:pt idx="162">
                        <c:v>53.446906831</c:v>
                      </c:pt>
                      <c:pt idx="163">
                        <c:v>62.323663733000004</c:v>
                      </c:pt>
                      <c:pt idx="164">
                        <c:v>69.215538238999997</c:v>
                      </c:pt>
                      <c:pt idx="165">
                        <c:v>79.00918261999999</c:v>
                      </c:pt>
                      <c:pt idx="166">
                        <c:v>75.869354165999994</c:v>
                      </c:pt>
                      <c:pt idx="167">
                        <c:v>60.948545707000001</c:v>
                      </c:pt>
                      <c:pt idx="168">
                        <c:v>41.487494255000001</c:v>
                      </c:pt>
                      <c:pt idx="169">
                        <c:v>24.711204069000001</c:v>
                      </c:pt>
                      <c:pt idx="170">
                        <c:v>14.264493436</c:v>
                      </c:pt>
                      <c:pt idx="171">
                        <c:v>9.0664611900000001</c:v>
                      </c:pt>
                      <c:pt idx="172">
                        <c:v>7.1514556809999998</c:v>
                      </c:pt>
                      <c:pt idx="173">
                        <c:v>8.8062928420000013</c:v>
                      </c:pt>
                      <c:pt idx="174">
                        <c:v>19.036388670999997</c:v>
                      </c:pt>
                      <c:pt idx="175">
                        <c:v>29.267033908999998</c:v>
                      </c:pt>
                      <c:pt idx="176">
                        <c:v>35.506961533999998</c:v>
                      </c:pt>
                      <c:pt idx="177">
                        <c:v>39.927749579</c:v>
                      </c:pt>
                      <c:pt idx="178">
                        <c:v>42.623632655000002</c:v>
                      </c:pt>
                      <c:pt idx="179">
                        <c:v>46.827046987999999</c:v>
                      </c:pt>
                      <c:pt idx="180">
                        <c:v>51.380134792</c:v>
                      </c:pt>
                      <c:pt idx="181">
                        <c:v>58.068749832000002</c:v>
                      </c:pt>
                      <c:pt idx="182">
                        <c:v>59.356454049</c:v>
                      </c:pt>
                      <c:pt idx="183">
                        <c:v>56.904815452000001</c:v>
                      </c:pt>
                      <c:pt idx="184">
                        <c:v>50.612304025</c:v>
                      </c:pt>
                      <c:pt idx="185">
                        <c:v>52.371869927999995</c:v>
                      </c:pt>
                      <c:pt idx="186">
                        <c:v>53.193687139000005</c:v>
                      </c:pt>
                      <c:pt idx="187">
                        <c:v>63.374741168</c:v>
                      </c:pt>
                      <c:pt idx="188">
                        <c:v>70.421610762</c:v>
                      </c:pt>
                      <c:pt idx="189">
                        <c:v>79.743318546000012</c:v>
                      </c:pt>
                      <c:pt idx="190">
                        <c:v>77.983101645000005</c:v>
                      </c:pt>
                      <c:pt idx="191">
                        <c:v>65.391154956999998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F782-4DD4-8B67-32577BCE01C1}"/>
                  </c:ext>
                </c:extLst>
              </c15:ser>
            </c15:filteredLineSeries>
            <c15:filteredLine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12-10-2026'!$P$1</c15:sqref>
                        </c15:formulaRef>
                      </c:ext>
                    </c:extLst>
                    <c:strCache>
                      <c:ptCount val="1"/>
                      <c:pt idx="0">
                        <c:v>OUG-DGW1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12-10-2026'!$P$2:$P$289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33.252119170999997</c:v>
                      </c:pt>
                      <c:pt idx="1">
                        <c:v>20.832064173999999</c:v>
                      </c:pt>
                      <c:pt idx="2">
                        <c:v>12.494019412</c:v>
                      </c:pt>
                      <c:pt idx="3">
                        <c:v>8.0496036790000005</c:v>
                      </c:pt>
                      <c:pt idx="4">
                        <c:v>6.384213301</c:v>
                      </c:pt>
                      <c:pt idx="5">
                        <c:v>8.4138926569999999</c:v>
                      </c:pt>
                      <c:pt idx="6">
                        <c:v>16.987085858</c:v>
                      </c:pt>
                      <c:pt idx="7">
                        <c:v>23.526512788000002</c:v>
                      </c:pt>
                      <c:pt idx="8">
                        <c:v>27.974455288000001</c:v>
                      </c:pt>
                      <c:pt idx="9">
                        <c:v>30.147024814000002</c:v>
                      </c:pt>
                      <c:pt idx="10">
                        <c:v>33.234614428</c:v>
                      </c:pt>
                      <c:pt idx="11">
                        <c:v>37.187090816000001</c:v>
                      </c:pt>
                      <c:pt idx="12">
                        <c:v>39.660879104999999</c:v>
                      </c:pt>
                      <c:pt idx="13">
                        <c:v>43.950361780000001</c:v>
                      </c:pt>
                      <c:pt idx="14">
                        <c:v>44.321402544000001</c:v>
                      </c:pt>
                      <c:pt idx="15">
                        <c:v>42.307098314000001</c:v>
                      </c:pt>
                      <c:pt idx="16">
                        <c:v>38.816312009999997</c:v>
                      </c:pt>
                      <c:pt idx="17">
                        <c:v>39.410029858000001</c:v>
                      </c:pt>
                      <c:pt idx="18">
                        <c:v>38.434038547999997</c:v>
                      </c:pt>
                      <c:pt idx="19">
                        <c:v>44.252204851999998</c:v>
                      </c:pt>
                      <c:pt idx="20">
                        <c:v>48.743874777000002</c:v>
                      </c:pt>
                      <c:pt idx="21">
                        <c:v>54.504757136999999</c:v>
                      </c:pt>
                      <c:pt idx="22">
                        <c:v>54.564426414000003</c:v>
                      </c:pt>
                      <c:pt idx="23">
                        <c:v>48.156280516999999</c:v>
                      </c:pt>
                      <c:pt idx="24">
                        <c:v>36.582491456</c:v>
                      </c:pt>
                      <c:pt idx="25">
                        <c:v>24.496924155999999</c:v>
                      </c:pt>
                      <c:pt idx="26">
                        <c:v>14.996519914</c:v>
                      </c:pt>
                      <c:pt idx="27">
                        <c:v>9.4728762559999993</c:v>
                      </c:pt>
                      <c:pt idx="28">
                        <c:v>7.0515772569999999</c:v>
                      </c:pt>
                      <c:pt idx="29">
                        <c:v>8.2983318019999999</c:v>
                      </c:pt>
                      <c:pt idx="30">
                        <c:v>15.451740656</c:v>
                      </c:pt>
                      <c:pt idx="31">
                        <c:v>21.456598729</c:v>
                      </c:pt>
                      <c:pt idx="32">
                        <c:v>27.025353493000001</c:v>
                      </c:pt>
                      <c:pt idx="33">
                        <c:v>31.793573259999999</c:v>
                      </c:pt>
                      <c:pt idx="34">
                        <c:v>36.441646744000003</c:v>
                      </c:pt>
                      <c:pt idx="35">
                        <c:v>40.473951440999997</c:v>
                      </c:pt>
                      <c:pt idx="36">
                        <c:v>41.133086245000001</c:v>
                      </c:pt>
                      <c:pt idx="37">
                        <c:v>42.382272962000002</c:v>
                      </c:pt>
                      <c:pt idx="38">
                        <c:v>49.131518943000003</c:v>
                      </c:pt>
                      <c:pt idx="39">
                        <c:v>45.868725007999998</c:v>
                      </c:pt>
                      <c:pt idx="40">
                        <c:v>40.335922668999999</c:v>
                      </c:pt>
                      <c:pt idx="41">
                        <c:v>39.759710966999997</c:v>
                      </c:pt>
                      <c:pt idx="42">
                        <c:v>39.061261977999997</c:v>
                      </c:pt>
                      <c:pt idx="43">
                        <c:v>45.560545286999997</c:v>
                      </c:pt>
                      <c:pt idx="44">
                        <c:v>50.627979357999997</c:v>
                      </c:pt>
                      <c:pt idx="45">
                        <c:v>56.795278521999997</c:v>
                      </c:pt>
                      <c:pt idx="46">
                        <c:v>56.199297176000002</c:v>
                      </c:pt>
                      <c:pt idx="47">
                        <c:v>49.392910055000002</c:v>
                      </c:pt>
                      <c:pt idx="48">
                        <c:v>37.485846070999997</c:v>
                      </c:pt>
                      <c:pt idx="49">
                        <c:v>24.819191781000001</c:v>
                      </c:pt>
                      <c:pt idx="50">
                        <c:v>15.064831461000001</c:v>
                      </c:pt>
                      <c:pt idx="51">
                        <c:v>9.5173942050000004</c:v>
                      </c:pt>
                      <c:pt idx="52">
                        <c:v>7.0789096899999997</c:v>
                      </c:pt>
                      <c:pt idx="53">
                        <c:v>8.5408746499999992</c:v>
                      </c:pt>
                      <c:pt idx="54">
                        <c:v>16.445894730999999</c:v>
                      </c:pt>
                      <c:pt idx="55">
                        <c:v>22.406763737999999</c:v>
                      </c:pt>
                      <c:pt idx="56">
                        <c:v>27.320077947000001</c:v>
                      </c:pt>
                      <c:pt idx="57">
                        <c:v>31.136782608000001</c:v>
                      </c:pt>
                      <c:pt idx="58">
                        <c:v>34.008058157999997</c:v>
                      </c:pt>
                      <c:pt idx="59">
                        <c:v>37.429610664999998</c:v>
                      </c:pt>
                      <c:pt idx="60">
                        <c:v>39.522165622999999</c:v>
                      </c:pt>
                      <c:pt idx="61">
                        <c:v>44.380808407000004</c:v>
                      </c:pt>
                      <c:pt idx="62">
                        <c:v>45.958755578999998</c:v>
                      </c:pt>
                      <c:pt idx="63">
                        <c:v>43.621326381000003</c:v>
                      </c:pt>
                      <c:pt idx="64">
                        <c:v>39.357112622999999</c:v>
                      </c:pt>
                      <c:pt idx="65">
                        <c:v>39.228673002000001</c:v>
                      </c:pt>
                      <c:pt idx="66">
                        <c:v>37.620182436999997</c:v>
                      </c:pt>
                      <c:pt idx="67">
                        <c:v>43.851434896000001</c:v>
                      </c:pt>
                      <c:pt idx="68">
                        <c:v>49.131839976000002</c:v>
                      </c:pt>
                      <c:pt idx="69">
                        <c:v>54.856446736999999</c:v>
                      </c:pt>
                      <c:pt idx="70">
                        <c:v>54.053790892000002</c:v>
                      </c:pt>
                      <c:pt idx="71">
                        <c:v>46.164837536</c:v>
                      </c:pt>
                      <c:pt idx="72">
                        <c:v>32.943913430999999</c:v>
                      </c:pt>
                      <c:pt idx="73">
                        <c:v>20.59949615</c:v>
                      </c:pt>
                      <c:pt idx="74">
                        <c:v>12.35685651</c:v>
                      </c:pt>
                      <c:pt idx="75">
                        <c:v>7.8912910549999999</c:v>
                      </c:pt>
                      <c:pt idx="76">
                        <c:v>6.3073430080000001</c:v>
                      </c:pt>
                      <c:pt idx="77">
                        <c:v>8.1425892770000008</c:v>
                      </c:pt>
                      <c:pt idx="78">
                        <c:v>16.268402889000001</c:v>
                      </c:pt>
                      <c:pt idx="79">
                        <c:v>22.394518046000002</c:v>
                      </c:pt>
                      <c:pt idx="80">
                        <c:v>26.822051516999998</c:v>
                      </c:pt>
                      <c:pt idx="81">
                        <c:v>29.351310254000001</c:v>
                      </c:pt>
                      <c:pt idx="82">
                        <c:v>32.079282333999998</c:v>
                      </c:pt>
                      <c:pt idx="83">
                        <c:v>35.686999571999998</c:v>
                      </c:pt>
                      <c:pt idx="84">
                        <c:v>38.410649671000002</c:v>
                      </c:pt>
                      <c:pt idx="85">
                        <c:v>42.622398146999998</c:v>
                      </c:pt>
                      <c:pt idx="86">
                        <c:v>42.689591903</c:v>
                      </c:pt>
                      <c:pt idx="87">
                        <c:v>40.448599508000001</c:v>
                      </c:pt>
                      <c:pt idx="88">
                        <c:v>37.876107953999998</c:v>
                      </c:pt>
                      <c:pt idx="89">
                        <c:v>38.476099173999998</c:v>
                      </c:pt>
                      <c:pt idx="90">
                        <c:v>37.348015027999999</c:v>
                      </c:pt>
                      <c:pt idx="91">
                        <c:v>43.704970373000002</c:v>
                      </c:pt>
                      <c:pt idx="92">
                        <c:v>48.956952811000001</c:v>
                      </c:pt>
                      <c:pt idx="93">
                        <c:v>54.879493623000002</c:v>
                      </c:pt>
                      <c:pt idx="94">
                        <c:v>53.804255249000001</c:v>
                      </c:pt>
                      <c:pt idx="95">
                        <c:v>45.055972455999999</c:v>
                      </c:pt>
                      <c:pt idx="96">
                        <c:v>31.640187271999999</c:v>
                      </c:pt>
                      <c:pt idx="97">
                        <c:v>19.491653383999999</c:v>
                      </c:pt>
                      <c:pt idx="98">
                        <c:v>11.626978287</c:v>
                      </c:pt>
                      <c:pt idx="99">
                        <c:v>7.7086291669999998</c:v>
                      </c:pt>
                      <c:pt idx="100">
                        <c:v>6.1901472929999999</c:v>
                      </c:pt>
                      <c:pt idx="101">
                        <c:v>8.0164910050000007</c:v>
                      </c:pt>
                      <c:pt idx="102">
                        <c:v>16.627937613</c:v>
                      </c:pt>
                      <c:pt idx="103">
                        <c:v>22.788962072</c:v>
                      </c:pt>
                      <c:pt idx="104">
                        <c:v>27.082648383999999</c:v>
                      </c:pt>
                      <c:pt idx="105">
                        <c:v>29.542330880000002</c:v>
                      </c:pt>
                      <c:pt idx="106">
                        <c:v>32.423438384000001</c:v>
                      </c:pt>
                      <c:pt idx="107">
                        <c:v>36.318297594000001</c:v>
                      </c:pt>
                      <c:pt idx="108">
                        <c:v>38.538640966000003</c:v>
                      </c:pt>
                      <c:pt idx="109">
                        <c:v>42.832297296999997</c:v>
                      </c:pt>
                      <c:pt idx="110">
                        <c:v>42.776701766999999</c:v>
                      </c:pt>
                      <c:pt idx="111">
                        <c:v>40.515001904000002</c:v>
                      </c:pt>
                      <c:pt idx="112">
                        <c:v>37.955336375000002</c:v>
                      </c:pt>
                      <c:pt idx="113">
                        <c:v>38.576833385999997</c:v>
                      </c:pt>
                      <c:pt idx="114">
                        <c:v>37.650072878000003</c:v>
                      </c:pt>
                      <c:pt idx="115">
                        <c:v>44.066038300000002</c:v>
                      </c:pt>
                      <c:pt idx="116">
                        <c:v>49.506334567000003</c:v>
                      </c:pt>
                      <c:pt idx="117">
                        <c:v>55.520877556000002</c:v>
                      </c:pt>
                      <c:pt idx="118">
                        <c:v>54.197270193999998</c:v>
                      </c:pt>
                      <c:pt idx="119">
                        <c:v>45.153504372999997</c:v>
                      </c:pt>
                      <c:pt idx="120">
                        <c:v>31.748156337000001</c:v>
                      </c:pt>
                      <c:pt idx="121">
                        <c:v>19.475480729000001</c:v>
                      </c:pt>
                      <c:pt idx="122">
                        <c:v>11.577161307000001</c:v>
                      </c:pt>
                      <c:pt idx="123">
                        <c:v>7.4886237920000003</c:v>
                      </c:pt>
                      <c:pt idx="124">
                        <c:v>6.0973697739999997</c:v>
                      </c:pt>
                      <c:pt idx="125">
                        <c:v>8.0572756749999996</c:v>
                      </c:pt>
                      <c:pt idx="126">
                        <c:v>16.707120778</c:v>
                      </c:pt>
                      <c:pt idx="127">
                        <c:v>23.147335973000001</c:v>
                      </c:pt>
                      <c:pt idx="128">
                        <c:v>27.362387130999998</c:v>
                      </c:pt>
                      <c:pt idx="129">
                        <c:v>30.028561294999999</c:v>
                      </c:pt>
                      <c:pt idx="130">
                        <c:v>32.972230615999997</c:v>
                      </c:pt>
                      <c:pt idx="131">
                        <c:v>36.406957937999998</c:v>
                      </c:pt>
                      <c:pt idx="132">
                        <c:v>39.376023254000003</c:v>
                      </c:pt>
                      <c:pt idx="133">
                        <c:v>44.541963453999998</c:v>
                      </c:pt>
                      <c:pt idx="134">
                        <c:v>44.727449599000003</c:v>
                      </c:pt>
                      <c:pt idx="135">
                        <c:v>42.036338682</c:v>
                      </c:pt>
                      <c:pt idx="136">
                        <c:v>37.841770918999998</c:v>
                      </c:pt>
                      <c:pt idx="137">
                        <c:v>38.092202344999997</c:v>
                      </c:pt>
                      <c:pt idx="138">
                        <c:v>40.627964876</c:v>
                      </c:pt>
                      <c:pt idx="139">
                        <c:v>47.322875873999998</c:v>
                      </c:pt>
                      <c:pt idx="140">
                        <c:v>49.718549862000003</c:v>
                      </c:pt>
                      <c:pt idx="141">
                        <c:v>55.322514499999997</c:v>
                      </c:pt>
                      <c:pt idx="142">
                        <c:v>53.936845781999999</c:v>
                      </c:pt>
                      <c:pt idx="143">
                        <c:v>45.095883641999997</c:v>
                      </c:pt>
                      <c:pt idx="144">
                        <c:v>32.965342075999999</c:v>
                      </c:pt>
                      <c:pt idx="145">
                        <c:v>20.668546406000001</c:v>
                      </c:pt>
                      <c:pt idx="146">
                        <c:v>12.472738747999999</c:v>
                      </c:pt>
                      <c:pt idx="147">
                        <c:v>7.6151712949999997</c:v>
                      </c:pt>
                      <c:pt idx="148">
                        <c:v>6.1031152799999999</c:v>
                      </c:pt>
                      <c:pt idx="149">
                        <c:v>8.1545142300000002</c:v>
                      </c:pt>
                      <c:pt idx="150">
                        <c:v>16.989030909</c:v>
                      </c:pt>
                      <c:pt idx="151">
                        <c:v>23.407388702999999</c:v>
                      </c:pt>
                      <c:pt idx="152">
                        <c:v>27.528600273999999</c:v>
                      </c:pt>
                      <c:pt idx="153">
                        <c:v>30.101449353</c:v>
                      </c:pt>
                      <c:pt idx="154">
                        <c:v>32.762782225000002</c:v>
                      </c:pt>
                      <c:pt idx="155">
                        <c:v>36.221833240000002</c:v>
                      </c:pt>
                      <c:pt idx="156">
                        <c:v>38.548490702999999</c:v>
                      </c:pt>
                      <c:pt idx="157">
                        <c:v>42.844286209000003</c:v>
                      </c:pt>
                      <c:pt idx="158">
                        <c:v>42.767052573000001</c:v>
                      </c:pt>
                      <c:pt idx="159">
                        <c:v>40.745503237999998</c:v>
                      </c:pt>
                      <c:pt idx="160">
                        <c:v>38.415259740000003</c:v>
                      </c:pt>
                      <c:pt idx="161">
                        <c:v>39.126992813999998</c:v>
                      </c:pt>
                      <c:pt idx="162">
                        <c:v>38.426090559999999</c:v>
                      </c:pt>
                      <c:pt idx="163">
                        <c:v>44.244983908000002</c:v>
                      </c:pt>
                      <c:pt idx="164">
                        <c:v>48.997643160999999</c:v>
                      </c:pt>
                      <c:pt idx="165">
                        <c:v>54.803567205</c:v>
                      </c:pt>
                      <c:pt idx="166">
                        <c:v>53.878635828999997</c:v>
                      </c:pt>
                      <c:pt idx="167">
                        <c:v>44.931735906</c:v>
                      </c:pt>
                      <c:pt idx="168">
                        <c:v>31.729072306999999</c:v>
                      </c:pt>
                      <c:pt idx="169">
                        <c:v>19.800144529000001</c:v>
                      </c:pt>
                      <c:pt idx="170">
                        <c:v>11.937632453000001</c:v>
                      </c:pt>
                      <c:pt idx="171">
                        <c:v>7.785990709</c:v>
                      </c:pt>
                      <c:pt idx="172">
                        <c:v>6.385135344</c:v>
                      </c:pt>
                      <c:pt idx="173">
                        <c:v>8.4664706859999992</c:v>
                      </c:pt>
                      <c:pt idx="174">
                        <c:v>17.380258036000001</c:v>
                      </c:pt>
                      <c:pt idx="175">
                        <c:v>24.411836249</c:v>
                      </c:pt>
                      <c:pt idx="176">
                        <c:v>29.814870647999999</c:v>
                      </c:pt>
                      <c:pt idx="177">
                        <c:v>33.181711753000002</c:v>
                      </c:pt>
                      <c:pt idx="178">
                        <c:v>34.690872603999999</c:v>
                      </c:pt>
                      <c:pt idx="179">
                        <c:v>37.268269965000002</c:v>
                      </c:pt>
                      <c:pt idx="180">
                        <c:v>39.938432882999997</c:v>
                      </c:pt>
                      <c:pt idx="181">
                        <c:v>44.347321000999997</c:v>
                      </c:pt>
                      <c:pt idx="182">
                        <c:v>43.961553627999997</c:v>
                      </c:pt>
                      <c:pt idx="183">
                        <c:v>41.436306932999997</c:v>
                      </c:pt>
                      <c:pt idx="184">
                        <c:v>38.812427022999998</c:v>
                      </c:pt>
                      <c:pt idx="185">
                        <c:v>39.000890548999998</c:v>
                      </c:pt>
                      <c:pt idx="186">
                        <c:v>38.812249610000002</c:v>
                      </c:pt>
                      <c:pt idx="187">
                        <c:v>45.112834784999997</c:v>
                      </c:pt>
                      <c:pt idx="188">
                        <c:v>49.527793875999997</c:v>
                      </c:pt>
                      <c:pt idx="189">
                        <c:v>54.964501575</c:v>
                      </c:pt>
                      <c:pt idx="190">
                        <c:v>54.988083346000003</c:v>
                      </c:pt>
                      <c:pt idx="191">
                        <c:v>48.234684256999998</c:v>
                      </c:pt>
                      <c:pt idx="192">
                        <c:v>36.446441382000003</c:v>
                      </c:pt>
                      <c:pt idx="193">
                        <c:v>23.965040201000001</c:v>
                      </c:pt>
                      <c:pt idx="194">
                        <c:v>14.747592546</c:v>
                      </c:pt>
                      <c:pt idx="195">
                        <c:v>9.4765394880000002</c:v>
                      </c:pt>
                      <c:pt idx="196">
                        <c:v>7.0178488090000002</c:v>
                      </c:pt>
                      <c:pt idx="197">
                        <c:v>8.1044981289999996</c:v>
                      </c:pt>
                      <c:pt idx="198">
                        <c:v>15.748520432999999</c:v>
                      </c:pt>
                      <c:pt idx="199">
                        <c:v>21.768511835999998</c:v>
                      </c:pt>
                      <c:pt idx="200">
                        <c:v>27.433166033999999</c:v>
                      </c:pt>
                      <c:pt idx="201">
                        <c:v>32.020909138</c:v>
                      </c:pt>
                      <c:pt idx="202">
                        <c:v>36.471579233</c:v>
                      </c:pt>
                      <c:pt idx="203">
                        <c:v>40.583826672000001</c:v>
                      </c:pt>
                      <c:pt idx="204">
                        <c:v>41.372082083000002</c:v>
                      </c:pt>
                      <c:pt idx="205">
                        <c:v>42.902937127999998</c:v>
                      </c:pt>
                      <c:pt idx="206">
                        <c:v>49.100352538999999</c:v>
                      </c:pt>
                      <c:pt idx="207">
                        <c:v>45.243402242999998</c:v>
                      </c:pt>
                      <c:pt idx="208">
                        <c:v>41.238119505999997</c:v>
                      </c:pt>
                      <c:pt idx="209">
                        <c:v>40.635714641</c:v>
                      </c:pt>
                      <c:pt idx="210">
                        <c:v>40.038362685000003</c:v>
                      </c:pt>
                      <c:pt idx="211">
                        <c:v>46.510883362999998</c:v>
                      </c:pt>
                      <c:pt idx="212">
                        <c:v>51.399407480000001</c:v>
                      </c:pt>
                      <c:pt idx="213">
                        <c:v>56.844299986000003</c:v>
                      </c:pt>
                      <c:pt idx="214">
                        <c:v>56.874708263999999</c:v>
                      </c:pt>
                      <c:pt idx="215">
                        <c:v>49.229567009</c:v>
                      </c:pt>
                      <c:pt idx="216">
                        <c:v>36.923875076000002</c:v>
                      </c:pt>
                      <c:pt idx="217">
                        <c:v>24.010604656000002</c:v>
                      </c:pt>
                      <c:pt idx="218">
                        <c:v>14.681557743999999</c:v>
                      </c:pt>
                      <c:pt idx="219">
                        <c:v>9.2800113690000003</c:v>
                      </c:pt>
                      <c:pt idx="220">
                        <c:v>6.7825769620000003</c:v>
                      </c:pt>
                      <c:pt idx="221">
                        <c:v>8.2936698230000001</c:v>
                      </c:pt>
                      <c:pt idx="222">
                        <c:v>16.556515344000001</c:v>
                      </c:pt>
                      <c:pt idx="223">
                        <c:v>23.282293236000001</c:v>
                      </c:pt>
                      <c:pt idx="224">
                        <c:v>28.200302031</c:v>
                      </c:pt>
                      <c:pt idx="225">
                        <c:v>31.257067506999999</c:v>
                      </c:pt>
                      <c:pt idx="226">
                        <c:v>34.536587476000001</c:v>
                      </c:pt>
                      <c:pt idx="227">
                        <c:v>37.944710090000001</c:v>
                      </c:pt>
                      <c:pt idx="228">
                        <c:v>39.965151226000003</c:v>
                      </c:pt>
                      <c:pt idx="229">
                        <c:v>45.041303149999997</c:v>
                      </c:pt>
                      <c:pt idx="230">
                        <c:v>46.422409359</c:v>
                      </c:pt>
                      <c:pt idx="231">
                        <c:v>43.474005855000001</c:v>
                      </c:pt>
                      <c:pt idx="232">
                        <c:v>39.820361777000002</c:v>
                      </c:pt>
                      <c:pt idx="233">
                        <c:v>39.973934315000001</c:v>
                      </c:pt>
                      <c:pt idx="234">
                        <c:v>39.933422483000001</c:v>
                      </c:pt>
                      <c:pt idx="235">
                        <c:v>45.728108360999997</c:v>
                      </c:pt>
                      <c:pt idx="236">
                        <c:v>51.541039038999998</c:v>
                      </c:pt>
                      <c:pt idx="237">
                        <c:v>57.173101846999998</c:v>
                      </c:pt>
                      <c:pt idx="238">
                        <c:v>54.894354180999997</c:v>
                      </c:pt>
                      <c:pt idx="239">
                        <c:v>45.835584023999999</c:v>
                      </c:pt>
                      <c:pt idx="240">
                        <c:v>32.289641959000001</c:v>
                      </c:pt>
                      <c:pt idx="241">
                        <c:v>20.393930180000002</c:v>
                      </c:pt>
                      <c:pt idx="242">
                        <c:v>12.171231497000001</c:v>
                      </c:pt>
                      <c:pt idx="243">
                        <c:v>7.9476818800000002</c:v>
                      </c:pt>
                      <c:pt idx="244">
                        <c:v>6.4008681149999997</c:v>
                      </c:pt>
                      <c:pt idx="245">
                        <c:v>7.9650621470000003</c:v>
                      </c:pt>
                      <c:pt idx="246">
                        <c:v>16.794918035999999</c:v>
                      </c:pt>
                      <c:pt idx="247">
                        <c:v>22.974997170000002</c:v>
                      </c:pt>
                      <c:pt idx="248">
                        <c:v>27.625546162999999</c:v>
                      </c:pt>
                      <c:pt idx="249">
                        <c:v>29.655654370000001</c:v>
                      </c:pt>
                      <c:pt idx="250">
                        <c:v>32.366761050000001</c:v>
                      </c:pt>
                      <c:pt idx="251">
                        <c:v>35.702377894999998</c:v>
                      </c:pt>
                      <c:pt idx="252">
                        <c:v>38.673192716999999</c:v>
                      </c:pt>
                      <c:pt idx="253">
                        <c:v>42.728290213000001</c:v>
                      </c:pt>
                      <c:pt idx="254">
                        <c:v>42.614498791000003</c:v>
                      </c:pt>
                      <c:pt idx="255">
                        <c:v>40.622310849999998</c:v>
                      </c:pt>
                      <c:pt idx="256">
                        <c:v>38.820870788000001</c:v>
                      </c:pt>
                      <c:pt idx="257">
                        <c:v>40.397597511000001</c:v>
                      </c:pt>
                      <c:pt idx="258">
                        <c:v>40.126894970000002</c:v>
                      </c:pt>
                      <c:pt idx="259">
                        <c:v>45.452276832000003</c:v>
                      </c:pt>
                      <c:pt idx="260">
                        <c:v>50.444904942000001</c:v>
                      </c:pt>
                      <c:pt idx="261">
                        <c:v>55.741236037</c:v>
                      </c:pt>
                      <c:pt idx="262">
                        <c:v>53.901714845000001</c:v>
                      </c:pt>
                      <c:pt idx="263">
                        <c:v>43.782108841000003</c:v>
                      </c:pt>
                      <c:pt idx="264">
                        <c:v>31.870779466999998</c:v>
                      </c:pt>
                      <c:pt idx="265">
                        <c:v>19.863298136000001</c:v>
                      </c:pt>
                      <c:pt idx="266">
                        <c:v>11.806542169</c:v>
                      </c:pt>
                      <c:pt idx="267">
                        <c:v>7.6748237689999996</c:v>
                      </c:pt>
                      <c:pt idx="268">
                        <c:v>6.2183406049999999</c:v>
                      </c:pt>
                      <c:pt idx="269">
                        <c:v>7.9735809590000004</c:v>
                      </c:pt>
                      <c:pt idx="270">
                        <c:v>17.216524462999999</c:v>
                      </c:pt>
                      <c:pt idx="271">
                        <c:v>23.769314461</c:v>
                      </c:pt>
                      <c:pt idx="272">
                        <c:v>28.004227211</c:v>
                      </c:pt>
                      <c:pt idx="273">
                        <c:v>30.065864778000002</c:v>
                      </c:pt>
                      <c:pt idx="274">
                        <c:v>32.841043460000002</c:v>
                      </c:pt>
                      <c:pt idx="275">
                        <c:v>36.277297541000003</c:v>
                      </c:pt>
                      <c:pt idx="276">
                        <c:v>39.125119494000003</c:v>
                      </c:pt>
                      <c:pt idx="277">
                        <c:v>43.040484212000003</c:v>
                      </c:pt>
                      <c:pt idx="278">
                        <c:v>42.547668704000003</c:v>
                      </c:pt>
                      <c:pt idx="279">
                        <c:v>40.476582487999998</c:v>
                      </c:pt>
                      <c:pt idx="280">
                        <c:v>39.186484043</c:v>
                      </c:pt>
                      <c:pt idx="281">
                        <c:v>40.017831913999999</c:v>
                      </c:pt>
                      <c:pt idx="282">
                        <c:v>39.819428008000003</c:v>
                      </c:pt>
                      <c:pt idx="283">
                        <c:v>45.862004143</c:v>
                      </c:pt>
                      <c:pt idx="284">
                        <c:v>51.308060931</c:v>
                      </c:pt>
                      <c:pt idx="285">
                        <c:v>56.223618491000003</c:v>
                      </c:pt>
                      <c:pt idx="286">
                        <c:v>53.357554667000002</c:v>
                      </c:pt>
                      <c:pt idx="287">
                        <c:v>43.731508931999997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F782-4DD4-8B67-32577BCE01C1}"/>
                  </c:ext>
                </c:extLst>
              </c15:ser>
            </c15:filteredLineSeries>
            <c15:filteredLine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12-10-2026'!$Q$1</c15:sqref>
                        </c15:formulaRef>
                      </c:ext>
                    </c:extLst>
                    <c:strCache>
                      <c:ptCount val="1"/>
                      <c:pt idx="0">
                        <c:v>OUG-DGW1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12-10-2026'!$Q$2:$Q$289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2.9181662570000002</c:v>
                      </c:pt>
                      <c:pt idx="1">
                        <c:v>1.8779975090000001</c:v>
                      </c:pt>
                      <c:pt idx="2">
                        <c:v>1.191668623</c:v>
                      </c:pt>
                      <c:pt idx="3">
                        <c:v>0.84917765199999995</c:v>
                      </c:pt>
                      <c:pt idx="4">
                        <c:v>0.73627029899999996</c:v>
                      </c:pt>
                      <c:pt idx="5">
                        <c:v>1.0430369820000001</c:v>
                      </c:pt>
                      <c:pt idx="6">
                        <c:v>2.033521377</c:v>
                      </c:pt>
                      <c:pt idx="7">
                        <c:v>2.6135232620000002</c:v>
                      </c:pt>
                      <c:pt idx="8">
                        <c:v>2.6802835420000002</c:v>
                      </c:pt>
                      <c:pt idx="9">
                        <c:v>2.5628586659999999</c:v>
                      </c:pt>
                      <c:pt idx="10">
                        <c:v>2.5667751509999999</c:v>
                      </c:pt>
                      <c:pt idx="11">
                        <c:v>2.7758112349999999</c:v>
                      </c:pt>
                      <c:pt idx="12">
                        <c:v>3.1619369220000002</c:v>
                      </c:pt>
                      <c:pt idx="13">
                        <c:v>3.6469297530000002</c:v>
                      </c:pt>
                      <c:pt idx="14">
                        <c:v>3.8167280799999999</c:v>
                      </c:pt>
                      <c:pt idx="15">
                        <c:v>3.6915012269999998</c:v>
                      </c:pt>
                      <c:pt idx="16">
                        <c:v>3.2118071260000001</c:v>
                      </c:pt>
                      <c:pt idx="17">
                        <c:v>2.8834143170000002</c:v>
                      </c:pt>
                      <c:pt idx="18">
                        <c:v>2.8984766610000001</c:v>
                      </c:pt>
                      <c:pt idx="19">
                        <c:v>3.182700632</c:v>
                      </c:pt>
                      <c:pt idx="20">
                        <c:v>3.5375692970000001</c:v>
                      </c:pt>
                      <c:pt idx="21">
                        <c:v>4.0459814300000003</c:v>
                      </c:pt>
                      <c:pt idx="22">
                        <c:v>4.3736244529999997</c:v>
                      </c:pt>
                      <c:pt idx="23">
                        <c:v>4.0168964730000001</c:v>
                      </c:pt>
                      <c:pt idx="24">
                        <c:v>3.1451462590000001</c:v>
                      </c:pt>
                      <c:pt idx="25">
                        <c:v>2.128280621</c:v>
                      </c:pt>
                      <c:pt idx="26">
                        <c:v>1.379994234</c:v>
                      </c:pt>
                      <c:pt idx="27">
                        <c:v>0.91970916300000005</c:v>
                      </c:pt>
                      <c:pt idx="28">
                        <c:v>0.75195890799999998</c:v>
                      </c:pt>
                      <c:pt idx="29">
                        <c:v>1.0371102729999999</c:v>
                      </c:pt>
                      <c:pt idx="30">
                        <c:v>1.888191513</c:v>
                      </c:pt>
                      <c:pt idx="31">
                        <c:v>2.4677874549999999</c:v>
                      </c:pt>
                      <c:pt idx="32">
                        <c:v>2.8428139510000001</c:v>
                      </c:pt>
                      <c:pt idx="33">
                        <c:v>2.8897704910000002</c:v>
                      </c:pt>
                      <c:pt idx="34">
                        <c:v>2.9784589860000001</c:v>
                      </c:pt>
                      <c:pt idx="35">
                        <c:v>3.2677125660000002</c:v>
                      </c:pt>
                      <c:pt idx="36">
                        <c:v>3.5700406120000001</c:v>
                      </c:pt>
                      <c:pt idx="37">
                        <c:v>3.8436101210000002</c:v>
                      </c:pt>
                      <c:pt idx="38">
                        <c:v>4.239161008</c:v>
                      </c:pt>
                      <c:pt idx="39">
                        <c:v>4.0299911340000003</c:v>
                      </c:pt>
                      <c:pt idx="40">
                        <c:v>3.4115072259999999</c:v>
                      </c:pt>
                      <c:pt idx="41">
                        <c:v>3.0587340599999999</c:v>
                      </c:pt>
                      <c:pt idx="42">
                        <c:v>3.0275618949999998</c:v>
                      </c:pt>
                      <c:pt idx="43">
                        <c:v>3.3458023579999998</c:v>
                      </c:pt>
                      <c:pt idx="44">
                        <c:v>3.6929998049999999</c:v>
                      </c:pt>
                      <c:pt idx="45">
                        <c:v>4.1979361040000001</c:v>
                      </c:pt>
                      <c:pt idx="46">
                        <c:v>4.4290757740000002</c:v>
                      </c:pt>
                      <c:pt idx="47">
                        <c:v>4.0933786000000003</c:v>
                      </c:pt>
                      <c:pt idx="48">
                        <c:v>3.1588341959999999</c:v>
                      </c:pt>
                      <c:pt idx="49">
                        <c:v>2.1699390319999998</c:v>
                      </c:pt>
                      <c:pt idx="50">
                        <c:v>1.3759414679999999</c:v>
                      </c:pt>
                      <c:pt idx="51">
                        <c:v>0.95740102299999996</c:v>
                      </c:pt>
                      <c:pt idx="52">
                        <c:v>0.77706960800000002</c:v>
                      </c:pt>
                      <c:pt idx="53">
                        <c:v>1.08020184</c:v>
                      </c:pt>
                      <c:pt idx="54">
                        <c:v>1.9654679509999999</c:v>
                      </c:pt>
                      <c:pt idx="55">
                        <c:v>2.5857809760000001</c:v>
                      </c:pt>
                      <c:pt idx="56">
                        <c:v>2.8269538139999999</c:v>
                      </c:pt>
                      <c:pt idx="57">
                        <c:v>2.7990276390000002</c:v>
                      </c:pt>
                      <c:pt idx="58">
                        <c:v>2.7579109850000001</c:v>
                      </c:pt>
                      <c:pt idx="59">
                        <c:v>2.9067586040000002</c:v>
                      </c:pt>
                      <c:pt idx="60">
                        <c:v>3.227822126</c:v>
                      </c:pt>
                      <c:pt idx="61">
                        <c:v>3.7152259650000001</c:v>
                      </c:pt>
                      <c:pt idx="62">
                        <c:v>3.9560240339999999</c:v>
                      </c:pt>
                      <c:pt idx="63">
                        <c:v>3.7848300149999998</c:v>
                      </c:pt>
                      <c:pt idx="64">
                        <c:v>3.2612634310000002</c:v>
                      </c:pt>
                      <c:pt idx="65">
                        <c:v>2.8561103980000002</c:v>
                      </c:pt>
                      <c:pt idx="66">
                        <c:v>2.8331201250000002</c:v>
                      </c:pt>
                      <c:pt idx="67">
                        <c:v>3.144886713</c:v>
                      </c:pt>
                      <c:pt idx="68">
                        <c:v>3.5385835110000001</c:v>
                      </c:pt>
                      <c:pt idx="69">
                        <c:v>4.0458597699999999</c:v>
                      </c:pt>
                      <c:pt idx="70">
                        <c:v>4.2865458289999996</c:v>
                      </c:pt>
                      <c:pt idx="71">
                        <c:v>3.8473053099999999</c:v>
                      </c:pt>
                      <c:pt idx="72">
                        <c:v>2.8371236199999998</c:v>
                      </c:pt>
                      <c:pt idx="73">
                        <c:v>1.8474887369999999</c:v>
                      </c:pt>
                      <c:pt idx="74">
                        <c:v>1.176850167</c:v>
                      </c:pt>
                      <c:pt idx="75">
                        <c:v>0.81036511200000005</c:v>
                      </c:pt>
                      <c:pt idx="76">
                        <c:v>0.70649647800000004</c:v>
                      </c:pt>
                      <c:pt idx="77">
                        <c:v>1.002918574</c:v>
                      </c:pt>
                      <c:pt idx="78">
                        <c:v>1.9956268850000001</c:v>
                      </c:pt>
                      <c:pt idx="79">
                        <c:v>2.5223233129999998</c:v>
                      </c:pt>
                      <c:pt idx="80">
                        <c:v>2.6034566770000001</c:v>
                      </c:pt>
                      <c:pt idx="81">
                        <c:v>2.4688917259999998</c:v>
                      </c:pt>
                      <c:pt idx="82">
                        <c:v>2.450506211</c:v>
                      </c:pt>
                      <c:pt idx="83">
                        <c:v>2.642937103</c:v>
                      </c:pt>
                      <c:pt idx="84">
                        <c:v>3.0093317229999998</c:v>
                      </c:pt>
                      <c:pt idx="85">
                        <c:v>3.4354981910000002</c:v>
                      </c:pt>
                      <c:pt idx="86">
                        <c:v>3.5791806949999998</c:v>
                      </c:pt>
                      <c:pt idx="87">
                        <c:v>3.4845031839999998</c:v>
                      </c:pt>
                      <c:pt idx="88">
                        <c:v>3.0711788499999999</c:v>
                      </c:pt>
                      <c:pt idx="89">
                        <c:v>2.7482011069999999</c:v>
                      </c:pt>
                      <c:pt idx="90">
                        <c:v>2.746187677</c:v>
                      </c:pt>
                      <c:pt idx="91">
                        <c:v>3.1033492269999998</c:v>
                      </c:pt>
                      <c:pt idx="92">
                        <c:v>3.4476227220000002</c:v>
                      </c:pt>
                      <c:pt idx="93">
                        <c:v>3.9815720319999999</c:v>
                      </c:pt>
                      <c:pt idx="94">
                        <c:v>4.2120471369999999</c:v>
                      </c:pt>
                      <c:pt idx="95">
                        <c:v>3.6664961300000001</c:v>
                      </c:pt>
                      <c:pt idx="96">
                        <c:v>2.703576457</c:v>
                      </c:pt>
                      <c:pt idx="97">
                        <c:v>1.7241632609999999</c:v>
                      </c:pt>
                      <c:pt idx="98">
                        <c:v>1.0623583539999999</c:v>
                      </c:pt>
                      <c:pt idx="99">
                        <c:v>0.76465788599999995</c:v>
                      </c:pt>
                      <c:pt idx="100">
                        <c:v>0.68591929399999996</c:v>
                      </c:pt>
                      <c:pt idx="101">
                        <c:v>0.98588745099999997</c:v>
                      </c:pt>
                      <c:pt idx="102">
                        <c:v>1.9626137829999999</c:v>
                      </c:pt>
                      <c:pt idx="103">
                        <c:v>2.5621170229999999</c:v>
                      </c:pt>
                      <c:pt idx="104">
                        <c:v>2.616613101</c:v>
                      </c:pt>
                      <c:pt idx="105">
                        <c:v>2.4852497539999998</c:v>
                      </c:pt>
                      <c:pt idx="106">
                        <c:v>2.5032515919999998</c:v>
                      </c:pt>
                      <c:pt idx="107">
                        <c:v>2.7058829740000001</c:v>
                      </c:pt>
                      <c:pt idx="108">
                        <c:v>3.0609462029999999</c:v>
                      </c:pt>
                      <c:pt idx="109">
                        <c:v>3.4835844460000001</c:v>
                      </c:pt>
                      <c:pt idx="110">
                        <c:v>3.6199240709999998</c:v>
                      </c:pt>
                      <c:pt idx="111">
                        <c:v>3.498295691</c:v>
                      </c:pt>
                      <c:pt idx="112">
                        <c:v>3.0784085659999998</c:v>
                      </c:pt>
                      <c:pt idx="113">
                        <c:v>2.776692583</c:v>
                      </c:pt>
                      <c:pt idx="114">
                        <c:v>2.7599821109999998</c:v>
                      </c:pt>
                      <c:pt idx="115">
                        <c:v>3.1005117969999998</c:v>
                      </c:pt>
                      <c:pt idx="116">
                        <c:v>3.4754725369999999</c:v>
                      </c:pt>
                      <c:pt idx="117">
                        <c:v>4.0432815250000003</c:v>
                      </c:pt>
                      <c:pt idx="118">
                        <c:v>4.2705522120000001</c:v>
                      </c:pt>
                      <c:pt idx="119">
                        <c:v>3.76394758</c:v>
                      </c:pt>
                      <c:pt idx="120">
                        <c:v>2.7255588830000002</c:v>
                      </c:pt>
                      <c:pt idx="121">
                        <c:v>1.7243758709999999</c:v>
                      </c:pt>
                      <c:pt idx="122">
                        <c:v>1.073466416</c:v>
                      </c:pt>
                      <c:pt idx="123">
                        <c:v>0.74018093900000004</c:v>
                      </c:pt>
                      <c:pt idx="124">
                        <c:v>0.67942023900000004</c:v>
                      </c:pt>
                      <c:pt idx="125">
                        <c:v>0.99310047999999995</c:v>
                      </c:pt>
                      <c:pt idx="126">
                        <c:v>2.015652169</c:v>
                      </c:pt>
                      <c:pt idx="127">
                        <c:v>2.5476309609999999</c:v>
                      </c:pt>
                      <c:pt idx="128">
                        <c:v>2.5882199099999998</c:v>
                      </c:pt>
                      <c:pt idx="129">
                        <c:v>2.5099687639999999</c:v>
                      </c:pt>
                      <c:pt idx="130">
                        <c:v>2.5062862350000001</c:v>
                      </c:pt>
                      <c:pt idx="131">
                        <c:v>2.6845563430000001</c:v>
                      </c:pt>
                      <c:pt idx="132">
                        <c:v>3.0853570179999998</c:v>
                      </c:pt>
                      <c:pt idx="133">
                        <c:v>3.6390102190000002</c:v>
                      </c:pt>
                      <c:pt idx="134">
                        <c:v>3.787507701</c:v>
                      </c:pt>
                      <c:pt idx="135">
                        <c:v>3.6272875189999998</c:v>
                      </c:pt>
                      <c:pt idx="136">
                        <c:v>3.0954300680000002</c:v>
                      </c:pt>
                      <c:pt idx="137">
                        <c:v>2.7667416999999999</c:v>
                      </c:pt>
                      <c:pt idx="138">
                        <c:v>2.8635775919999999</c:v>
                      </c:pt>
                      <c:pt idx="139">
                        <c:v>3.1941873090000001</c:v>
                      </c:pt>
                      <c:pt idx="140">
                        <c:v>3.4718321009999999</c:v>
                      </c:pt>
                      <c:pt idx="141">
                        <c:v>4.0371430420000003</c:v>
                      </c:pt>
                      <c:pt idx="142">
                        <c:v>4.2644670170000003</c:v>
                      </c:pt>
                      <c:pt idx="143">
                        <c:v>3.7583820210000001</c:v>
                      </c:pt>
                      <c:pt idx="144">
                        <c:v>2.759247223</c:v>
                      </c:pt>
                      <c:pt idx="145">
                        <c:v>1.769726229</c:v>
                      </c:pt>
                      <c:pt idx="146">
                        <c:v>1.1188806609999999</c:v>
                      </c:pt>
                      <c:pt idx="147">
                        <c:v>0.80462342600000003</c:v>
                      </c:pt>
                      <c:pt idx="148">
                        <c:v>0.70403273600000005</c:v>
                      </c:pt>
                      <c:pt idx="149">
                        <c:v>0.98263212700000002</c:v>
                      </c:pt>
                      <c:pt idx="150">
                        <c:v>2.0011472750000001</c:v>
                      </c:pt>
                      <c:pt idx="151">
                        <c:v>2.5568710139999999</c:v>
                      </c:pt>
                      <c:pt idx="152">
                        <c:v>2.6155462439999999</c:v>
                      </c:pt>
                      <c:pt idx="153">
                        <c:v>2.4838009890000001</c:v>
                      </c:pt>
                      <c:pt idx="154">
                        <c:v>2.4752371929999999</c:v>
                      </c:pt>
                      <c:pt idx="155">
                        <c:v>2.6682172120000001</c:v>
                      </c:pt>
                      <c:pt idx="156">
                        <c:v>3.0336932440000002</c:v>
                      </c:pt>
                      <c:pt idx="157">
                        <c:v>3.4753595509999999</c:v>
                      </c:pt>
                      <c:pt idx="158">
                        <c:v>3.5825313190000001</c:v>
                      </c:pt>
                      <c:pt idx="159">
                        <c:v>3.5208584620000001</c:v>
                      </c:pt>
                      <c:pt idx="160">
                        <c:v>3.0931320630000001</c:v>
                      </c:pt>
                      <c:pt idx="161">
                        <c:v>2.7961284649999998</c:v>
                      </c:pt>
                      <c:pt idx="162">
                        <c:v>2.7870878129999999</c:v>
                      </c:pt>
                      <c:pt idx="163">
                        <c:v>3.1230456000000002</c:v>
                      </c:pt>
                      <c:pt idx="164">
                        <c:v>3.5108351130000002</c:v>
                      </c:pt>
                      <c:pt idx="165">
                        <c:v>4.0007828439999997</c:v>
                      </c:pt>
                      <c:pt idx="166">
                        <c:v>4.2286190640000001</c:v>
                      </c:pt>
                      <c:pt idx="167">
                        <c:v>3.7399589849999999</c:v>
                      </c:pt>
                      <c:pt idx="168">
                        <c:v>2.7546487650000002</c:v>
                      </c:pt>
                      <c:pt idx="169">
                        <c:v>1.757223937</c:v>
                      </c:pt>
                      <c:pt idx="170">
                        <c:v>1.097482158</c:v>
                      </c:pt>
                      <c:pt idx="171">
                        <c:v>0.78309379300000004</c:v>
                      </c:pt>
                      <c:pt idx="172">
                        <c:v>0.70277374400000003</c:v>
                      </c:pt>
                      <c:pt idx="173">
                        <c:v>1.0149419390000001</c:v>
                      </c:pt>
                      <c:pt idx="174">
                        <c:v>2.0544388179999999</c:v>
                      </c:pt>
                      <c:pt idx="175">
                        <c:v>2.661598256</c:v>
                      </c:pt>
                      <c:pt idx="176">
                        <c:v>2.8235608060000001</c:v>
                      </c:pt>
                      <c:pt idx="177">
                        <c:v>2.6861457070000001</c:v>
                      </c:pt>
                      <c:pt idx="178">
                        <c:v>2.5705781170000002</c:v>
                      </c:pt>
                      <c:pt idx="179">
                        <c:v>2.7280210039999999</c:v>
                      </c:pt>
                      <c:pt idx="180">
                        <c:v>3.1199740550000001</c:v>
                      </c:pt>
                      <c:pt idx="181">
                        <c:v>3.5861031149999998</c:v>
                      </c:pt>
                      <c:pt idx="182">
                        <c:v>3.7178059339999998</c:v>
                      </c:pt>
                      <c:pt idx="183">
                        <c:v>3.5739861400000001</c:v>
                      </c:pt>
                      <c:pt idx="184">
                        <c:v>3.1750176450000001</c:v>
                      </c:pt>
                      <c:pt idx="185">
                        <c:v>2.8476937250000001</c:v>
                      </c:pt>
                      <c:pt idx="186">
                        <c:v>2.8653129929999999</c:v>
                      </c:pt>
                      <c:pt idx="187">
                        <c:v>3.2006235250000001</c:v>
                      </c:pt>
                      <c:pt idx="188">
                        <c:v>3.547439555</c:v>
                      </c:pt>
                      <c:pt idx="189">
                        <c:v>4.0313286980000003</c:v>
                      </c:pt>
                      <c:pt idx="190">
                        <c:v>4.3148536670000004</c:v>
                      </c:pt>
                      <c:pt idx="191">
                        <c:v>3.9393222689999998</c:v>
                      </c:pt>
                      <c:pt idx="192">
                        <c:v>3.0262470239999999</c:v>
                      </c:pt>
                      <c:pt idx="193">
                        <c:v>2.0418680729999998</c:v>
                      </c:pt>
                      <c:pt idx="194">
                        <c:v>1.286949224</c:v>
                      </c:pt>
                      <c:pt idx="195">
                        <c:v>0.88104583599999997</c:v>
                      </c:pt>
                      <c:pt idx="196">
                        <c:v>0.75417513999999997</c:v>
                      </c:pt>
                      <c:pt idx="197">
                        <c:v>0.97087983300000003</c:v>
                      </c:pt>
                      <c:pt idx="198">
                        <c:v>1.837293893</c:v>
                      </c:pt>
                      <c:pt idx="199">
                        <c:v>2.4951474349999998</c:v>
                      </c:pt>
                      <c:pt idx="200">
                        <c:v>2.8107267870000001</c:v>
                      </c:pt>
                      <c:pt idx="201">
                        <c:v>2.9150384479999998</c:v>
                      </c:pt>
                      <c:pt idx="202">
                        <c:v>2.983009918</c:v>
                      </c:pt>
                      <c:pt idx="203">
                        <c:v>3.2642109640000001</c:v>
                      </c:pt>
                      <c:pt idx="204">
                        <c:v>3.5523496579999998</c:v>
                      </c:pt>
                      <c:pt idx="205">
                        <c:v>3.8314110750000001</c:v>
                      </c:pt>
                      <c:pt idx="206">
                        <c:v>4.1338654730000002</c:v>
                      </c:pt>
                      <c:pt idx="207">
                        <c:v>3.921188248</c:v>
                      </c:pt>
                      <c:pt idx="208">
                        <c:v>3.3848790759999998</c:v>
                      </c:pt>
                      <c:pt idx="209">
                        <c:v>3.007146863</c:v>
                      </c:pt>
                      <c:pt idx="210">
                        <c:v>2.969440531</c:v>
                      </c:pt>
                      <c:pt idx="211">
                        <c:v>3.321212611</c:v>
                      </c:pt>
                      <c:pt idx="212">
                        <c:v>3.6397657240000001</c:v>
                      </c:pt>
                      <c:pt idx="213">
                        <c:v>4.1443904500000004</c:v>
                      </c:pt>
                      <c:pt idx="214">
                        <c:v>4.3841453709999998</c:v>
                      </c:pt>
                      <c:pt idx="215">
                        <c:v>4.0217106620000003</c:v>
                      </c:pt>
                      <c:pt idx="216">
                        <c:v>3.084594386</c:v>
                      </c:pt>
                      <c:pt idx="217">
                        <c:v>2.0237213569999999</c:v>
                      </c:pt>
                      <c:pt idx="218">
                        <c:v>1.289708291</c:v>
                      </c:pt>
                      <c:pt idx="219">
                        <c:v>0.88823988799999998</c:v>
                      </c:pt>
                      <c:pt idx="220">
                        <c:v>0.75517020800000001</c:v>
                      </c:pt>
                      <c:pt idx="221">
                        <c:v>0.99663188199999997</c:v>
                      </c:pt>
                      <c:pt idx="222">
                        <c:v>1.9089406520000001</c:v>
                      </c:pt>
                      <c:pt idx="223">
                        <c:v>2.574647047</c:v>
                      </c:pt>
                      <c:pt idx="224">
                        <c:v>2.8325639749999998</c:v>
                      </c:pt>
                      <c:pt idx="225">
                        <c:v>2.7880693239999998</c:v>
                      </c:pt>
                      <c:pt idx="226">
                        <c:v>2.7614060930000002</c:v>
                      </c:pt>
                      <c:pt idx="227">
                        <c:v>2.9170875399999998</c:v>
                      </c:pt>
                      <c:pt idx="228">
                        <c:v>3.178183851</c:v>
                      </c:pt>
                      <c:pt idx="229">
                        <c:v>3.684200159</c:v>
                      </c:pt>
                      <c:pt idx="230">
                        <c:v>3.9081732520000001</c:v>
                      </c:pt>
                      <c:pt idx="231">
                        <c:v>3.7400685600000001</c:v>
                      </c:pt>
                      <c:pt idx="232">
                        <c:v>3.2003650989999999</c:v>
                      </c:pt>
                      <c:pt idx="233">
                        <c:v>2.8466157619999999</c:v>
                      </c:pt>
                      <c:pt idx="234">
                        <c:v>2.8927935759999999</c:v>
                      </c:pt>
                      <c:pt idx="235">
                        <c:v>3.2400120929999998</c:v>
                      </c:pt>
                      <c:pt idx="236">
                        <c:v>3.6362774619999998</c:v>
                      </c:pt>
                      <c:pt idx="237">
                        <c:v>4.1592161150000004</c:v>
                      </c:pt>
                      <c:pt idx="238">
                        <c:v>4.333452877</c:v>
                      </c:pt>
                      <c:pt idx="239">
                        <c:v>3.7938898249999999</c:v>
                      </c:pt>
                      <c:pt idx="240">
                        <c:v>2.7239814299999998</c:v>
                      </c:pt>
                      <c:pt idx="241">
                        <c:v>1.7112492239999999</c:v>
                      </c:pt>
                      <c:pt idx="242">
                        <c:v>1.08045572</c:v>
                      </c:pt>
                      <c:pt idx="243">
                        <c:v>0.78344080800000004</c:v>
                      </c:pt>
                      <c:pt idx="244">
                        <c:v>0.71164884500000003</c:v>
                      </c:pt>
                      <c:pt idx="245">
                        <c:v>0.96419793799999998</c:v>
                      </c:pt>
                      <c:pt idx="246">
                        <c:v>1.9621986199999999</c:v>
                      </c:pt>
                      <c:pt idx="247">
                        <c:v>2.526645319</c:v>
                      </c:pt>
                      <c:pt idx="248">
                        <c:v>2.6324310870000001</c:v>
                      </c:pt>
                      <c:pt idx="249">
                        <c:v>2.5080794289999999</c:v>
                      </c:pt>
                      <c:pt idx="250">
                        <c:v>2.4424215490000001</c:v>
                      </c:pt>
                      <c:pt idx="251">
                        <c:v>2.6218218640000002</c:v>
                      </c:pt>
                      <c:pt idx="252">
                        <c:v>3.0288459599999999</c:v>
                      </c:pt>
                      <c:pt idx="253">
                        <c:v>3.404342084</c:v>
                      </c:pt>
                      <c:pt idx="254">
                        <c:v>3.5315728540000002</c:v>
                      </c:pt>
                      <c:pt idx="255">
                        <c:v>3.4265379660000002</c:v>
                      </c:pt>
                      <c:pt idx="256">
                        <c:v>3.037819367</c:v>
                      </c:pt>
                      <c:pt idx="257">
                        <c:v>2.7898288779999998</c:v>
                      </c:pt>
                      <c:pt idx="258">
                        <c:v>2.897283152</c:v>
                      </c:pt>
                      <c:pt idx="259">
                        <c:v>3.2188257409999999</c:v>
                      </c:pt>
                      <c:pt idx="260">
                        <c:v>3.590330561</c:v>
                      </c:pt>
                      <c:pt idx="261">
                        <c:v>4.1416216950000004</c:v>
                      </c:pt>
                      <c:pt idx="262">
                        <c:v>4.3068007149999996</c:v>
                      </c:pt>
                      <c:pt idx="263">
                        <c:v>3.7369034449999998</c:v>
                      </c:pt>
                      <c:pt idx="264">
                        <c:v>2.7396511800000001</c:v>
                      </c:pt>
                      <c:pt idx="265">
                        <c:v>1.7386635850000001</c:v>
                      </c:pt>
                      <c:pt idx="266">
                        <c:v>1.0980400589999999</c:v>
                      </c:pt>
                      <c:pt idx="267">
                        <c:v>0.79095042299999996</c:v>
                      </c:pt>
                      <c:pt idx="268">
                        <c:v>0.71504910499999996</c:v>
                      </c:pt>
                      <c:pt idx="269">
                        <c:v>0.99553547200000003</c:v>
                      </c:pt>
                      <c:pt idx="270">
                        <c:v>2.0314836729999999</c:v>
                      </c:pt>
                      <c:pt idx="271">
                        <c:v>2.6164775640000002</c:v>
                      </c:pt>
                      <c:pt idx="272">
                        <c:v>2.6463349200000001</c:v>
                      </c:pt>
                      <c:pt idx="273">
                        <c:v>2.5171084889999999</c:v>
                      </c:pt>
                      <c:pt idx="274">
                        <c:v>2.4498437380000002</c:v>
                      </c:pt>
                      <c:pt idx="275">
                        <c:v>2.6284207039999998</c:v>
                      </c:pt>
                      <c:pt idx="276">
                        <c:v>3.0587034480000002</c:v>
                      </c:pt>
                      <c:pt idx="277">
                        <c:v>3.4599896719999998</c:v>
                      </c:pt>
                      <c:pt idx="278">
                        <c:v>3.567936134</c:v>
                      </c:pt>
                      <c:pt idx="279">
                        <c:v>3.4428086219999998</c:v>
                      </c:pt>
                      <c:pt idx="280">
                        <c:v>3.104105009</c:v>
                      </c:pt>
                      <c:pt idx="281">
                        <c:v>2.8465718359999999</c:v>
                      </c:pt>
                      <c:pt idx="282">
                        <c:v>2.9331608409999999</c:v>
                      </c:pt>
                      <c:pt idx="283">
                        <c:v>3.2575986870000002</c:v>
                      </c:pt>
                      <c:pt idx="284">
                        <c:v>3.652959144</c:v>
                      </c:pt>
                      <c:pt idx="285">
                        <c:v>4.1648000630000004</c:v>
                      </c:pt>
                      <c:pt idx="286">
                        <c:v>4.321097</c:v>
                      </c:pt>
                      <c:pt idx="287">
                        <c:v>3.709394391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F782-4DD4-8B67-32577BCE01C1}"/>
                  </c:ext>
                </c:extLst>
              </c15:ser>
            </c15:filteredLineSeries>
            <c15:filteredLineSeries>
              <c15:ser>
                <c:idx val="16"/>
                <c:order val="1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12-10-2026'!$R$1</c15:sqref>
                        </c15:formulaRef>
                      </c:ext>
                    </c:extLst>
                    <c:strCache>
                      <c:ptCount val="1"/>
                      <c:pt idx="0">
                        <c:v>OUG-DGW1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12-10-2026'!$R$2:$R$289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36.170285428</c:v>
                      </c:pt>
                      <c:pt idx="1">
                        <c:v>22.710061682999999</c:v>
                      </c:pt>
                      <c:pt idx="2">
                        <c:v>13.685688035</c:v>
                      </c:pt>
                      <c:pt idx="3">
                        <c:v>8.8987813310000003</c:v>
                      </c:pt>
                      <c:pt idx="4">
                        <c:v>7.1204836</c:v>
                      </c:pt>
                      <c:pt idx="5">
                        <c:v>9.4569296390000002</c:v>
                      </c:pt>
                      <c:pt idx="6">
                        <c:v>19.020607235</c:v>
                      </c:pt>
                      <c:pt idx="7">
                        <c:v>26.140036049999999</c:v>
                      </c:pt>
                      <c:pt idx="8">
                        <c:v>30.654738829999999</c:v>
                      </c:pt>
                      <c:pt idx="9">
                        <c:v>32.709883480000002</c:v>
                      </c:pt>
                      <c:pt idx="10">
                        <c:v>35.801389579000002</c:v>
                      </c:pt>
                      <c:pt idx="11">
                        <c:v>39.962902051</c:v>
                      </c:pt>
                      <c:pt idx="12">
                        <c:v>42.822816027000002</c:v>
                      </c:pt>
                      <c:pt idx="13">
                        <c:v>47.597291533000003</c:v>
                      </c:pt>
                      <c:pt idx="14">
                        <c:v>48.138130623999999</c:v>
                      </c:pt>
                      <c:pt idx="15">
                        <c:v>45.998599540999997</c:v>
                      </c:pt>
                      <c:pt idx="16">
                        <c:v>42.028119136000001</c:v>
                      </c:pt>
                      <c:pt idx="17">
                        <c:v>42.293444174999998</c:v>
                      </c:pt>
                      <c:pt idx="18">
                        <c:v>41.332515209</c:v>
                      </c:pt>
                      <c:pt idx="19">
                        <c:v>47.434905483999998</c:v>
                      </c:pt>
                      <c:pt idx="20">
                        <c:v>52.281444073999999</c:v>
                      </c:pt>
                      <c:pt idx="21">
                        <c:v>58.550738567000003</c:v>
                      </c:pt>
                      <c:pt idx="22">
                        <c:v>58.938050867000001</c:v>
                      </c:pt>
                      <c:pt idx="23">
                        <c:v>52.173176990000002</c:v>
                      </c:pt>
                      <c:pt idx="24">
                        <c:v>39.727637715</c:v>
                      </c:pt>
                      <c:pt idx="25">
                        <c:v>26.625204777</c:v>
                      </c:pt>
                      <c:pt idx="26">
                        <c:v>16.376514147999998</c:v>
                      </c:pt>
                      <c:pt idx="27">
                        <c:v>10.392585419</c:v>
                      </c:pt>
                      <c:pt idx="28">
                        <c:v>7.8035361649999997</c:v>
                      </c:pt>
                      <c:pt idx="29">
                        <c:v>9.3354420749999996</c:v>
                      </c:pt>
                      <c:pt idx="30">
                        <c:v>17.339932169000001</c:v>
                      </c:pt>
                      <c:pt idx="31">
                        <c:v>23.924386183999999</c:v>
                      </c:pt>
                      <c:pt idx="32">
                        <c:v>29.868167444000001</c:v>
                      </c:pt>
                      <c:pt idx="33">
                        <c:v>34.683343751000002</c:v>
                      </c:pt>
                      <c:pt idx="34">
                        <c:v>39.420105730000003</c:v>
                      </c:pt>
                      <c:pt idx="35">
                        <c:v>43.741664006999997</c:v>
                      </c:pt>
                      <c:pt idx="36">
                        <c:v>44.703126857000001</c:v>
                      </c:pt>
                      <c:pt idx="37">
                        <c:v>46.225883082999999</c:v>
                      </c:pt>
                      <c:pt idx="38">
                        <c:v>53.370679951</c:v>
                      </c:pt>
                      <c:pt idx="39">
                        <c:v>49.898716141999998</c:v>
                      </c:pt>
                      <c:pt idx="40">
                        <c:v>43.747429895000003</c:v>
                      </c:pt>
                      <c:pt idx="41">
                        <c:v>42.818445027000003</c:v>
                      </c:pt>
                      <c:pt idx="42">
                        <c:v>42.088823873000003</c:v>
                      </c:pt>
                      <c:pt idx="43">
                        <c:v>48.906347644999997</c:v>
                      </c:pt>
                      <c:pt idx="44">
                        <c:v>54.320979162999997</c:v>
                      </c:pt>
                      <c:pt idx="45">
                        <c:v>60.993214625999997</c:v>
                      </c:pt>
                      <c:pt idx="46">
                        <c:v>60.628372949999999</c:v>
                      </c:pt>
                      <c:pt idx="47">
                        <c:v>53.486288655000003</c:v>
                      </c:pt>
                      <c:pt idx="48">
                        <c:v>40.644680266999998</c:v>
                      </c:pt>
                      <c:pt idx="49">
                        <c:v>26.989130812999999</c:v>
                      </c:pt>
                      <c:pt idx="50">
                        <c:v>16.440772929000001</c:v>
                      </c:pt>
                      <c:pt idx="51">
                        <c:v>10.474795228</c:v>
                      </c:pt>
                      <c:pt idx="52">
                        <c:v>7.8559792980000003</c:v>
                      </c:pt>
                      <c:pt idx="53">
                        <c:v>9.6210764900000001</c:v>
                      </c:pt>
                      <c:pt idx="54">
                        <c:v>18.411362682</c:v>
                      </c:pt>
                      <c:pt idx="55">
                        <c:v>24.992544714000001</c:v>
                      </c:pt>
                      <c:pt idx="56">
                        <c:v>30.147031761000001</c:v>
                      </c:pt>
                      <c:pt idx="57">
                        <c:v>33.935810246999999</c:v>
                      </c:pt>
                      <c:pt idx="58">
                        <c:v>36.765969143</c:v>
                      </c:pt>
                      <c:pt idx="59">
                        <c:v>40.336369269000002</c:v>
                      </c:pt>
                      <c:pt idx="60">
                        <c:v>42.749987748999999</c:v>
                      </c:pt>
                      <c:pt idx="61">
                        <c:v>48.096034371999998</c:v>
                      </c:pt>
                      <c:pt idx="62">
                        <c:v>49.914779613</c:v>
                      </c:pt>
                      <c:pt idx="63">
                        <c:v>47.406156396</c:v>
                      </c:pt>
                      <c:pt idx="64">
                        <c:v>42.618376054000002</c:v>
                      </c:pt>
                      <c:pt idx="65">
                        <c:v>42.084783399999999</c:v>
                      </c:pt>
                      <c:pt idx="66">
                        <c:v>40.453302561999998</c:v>
                      </c:pt>
                      <c:pt idx="67">
                        <c:v>46.996321608999999</c:v>
                      </c:pt>
                      <c:pt idx="68">
                        <c:v>52.670423487000001</c:v>
                      </c:pt>
                      <c:pt idx="69">
                        <c:v>58.902306506999999</c:v>
                      </c:pt>
                      <c:pt idx="70">
                        <c:v>58.340336721</c:v>
                      </c:pt>
                      <c:pt idx="71">
                        <c:v>50.012142846000003</c:v>
                      </c:pt>
                      <c:pt idx="72">
                        <c:v>35.781037050999998</c:v>
                      </c:pt>
                      <c:pt idx="73">
                        <c:v>22.446984886999999</c:v>
                      </c:pt>
                      <c:pt idx="74">
                        <c:v>13.533706677</c:v>
                      </c:pt>
                      <c:pt idx="75">
                        <c:v>8.7016561669999994</c:v>
                      </c:pt>
                      <c:pt idx="76">
                        <c:v>7.0138394860000002</c:v>
                      </c:pt>
                      <c:pt idx="77">
                        <c:v>9.1455078509999996</c:v>
                      </c:pt>
                      <c:pt idx="78">
                        <c:v>18.264029774000001</c:v>
                      </c:pt>
                      <c:pt idx="79">
                        <c:v>24.916841358999999</c:v>
                      </c:pt>
                      <c:pt idx="80">
                        <c:v>29.425508193999999</c:v>
                      </c:pt>
                      <c:pt idx="81">
                        <c:v>31.82020198</c:v>
                      </c:pt>
                      <c:pt idx="82">
                        <c:v>34.529788545000002</c:v>
                      </c:pt>
                      <c:pt idx="83">
                        <c:v>38.329936674999999</c:v>
                      </c:pt>
                      <c:pt idx="84">
                        <c:v>41.419981393999997</c:v>
                      </c:pt>
                      <c:pt idx="85">
                        <c:v>46.057896337999999</c:v>
                      </c:pt>
                      <c:pt idx="86">
                        <c:v>46.268772597999998</c:v>
                      </c:pt>
                      <c:pt idx="87">
                        <c:v>43.933102691999999</c:v>
                      </c:pt>
                      <c:pt idx="88">
                        <c:v>40.947286804000001</c:v>
                      </c:pt>
                      <c:pt idx="89">
                        <c:v>41.224300280999998</c:v>
                      </c:pt>
                      <c:pt idx="90">
                        <c:v>40.094202705000001</c:v>
                      </c:pt>
                      <c:pt idx="91">
                        <c:v>46.808319599999997</c:v>
                      </c:pt>
                      <c:pt idx="92">
                        <c:v>52.404575532999999</c:v>
                      </c:pt>
                      <c:pt idx="93">
                        <c:v>58.861065654999997</c:v>
                      </c:pt>
                      <c:pt idx="94">
                        <c:v>58.016302386</c:v>
                      </c:pt>
                      <c:pt idx="95">
                        <c:v>48.722468585999998</c:v>
                      </c:pt>
                      <c:pt idx="96">
                        <c:v>34.343763729000003</c:v>
                      </c:pt>
                      <c:pt idx="97">
                        <c:v>21.215816645</c:v>
                      </c:pt>
                      <c:pt idx="98">
                        <c:v>12.689336641000001</c:v>
                      </c:pt>
                      <c:pt idx="99">
                        <c:v>8.473287053</c:v>
                      </c:pt>
                      <c:pt idx="100">
                        <c:v>6.8760665870000004</c:v>
                      </c:pt>
                      <c:pt idx="101">
                        <c:v>9.0023784560000006</c:v>
                      </c:pt>
                      <c:pt idx="102">
                        <c:v>18.590551395999999</c:v>
                      </c:pt>
                      <c:pt idx="103">
                        <c:v>25.351079094999999</c:v>
                      </c:pt>
                      <c:pt idx="104">
                        <c:v>29.699261485000001</c:v>
                      </c:pt>
                      <c:pt idx="105">
                        <c:v>32.027580634000003</c:v>
                      </c:pt>
                      <c:pt idx="106">
                        <c:v>34.926689975999999</c:v>
                      </c:pt>
                      <c:pt idx="107">
                        <c:v>39.024180567999998</c:v>
                      </c:pt>
                      <c:pt idx="108">
                        <c:v>41.599587169000003</c:v>
                      </c:pt>
                      <c:pt idx="109">
                        <c:v>46.315881742999998</c:v>
                      </c:pt>
                      <c:pt idx="110">
                        <c:v>46.396625837999999</c:v>
                      </c:pt>
                      <c:pt idx="111">
                        <c:v>44.013297594999997</c:v>
                      </c:pt>
                      <c:pt idx="112">
                        <c:v>41.033744941000002</c:v>
                      </c:pt>
                      <c:pt idx="113">
                        <c:v>41.353525969000003</c:v>
                      </c:pt>
                      <c:pt idx="114">
                        <c:v>40.410054989000002</c:v>
                      </c:pt>
                      <c:pt idx="115">
                        <c:v>47.166550096999998</c:v>
                      </c:pt>
                      <c:pt idx="116">
                        <c:v>52.981807103999998</c:v>
                      </c:pt>
                      <c:pt idx="117">
                        <c:v>59.564159081</c:v>
                      </c:pt>
                      <c:pt idx="118">
                        <c:v>58.467822406000003</c:v>
                      </c:pt>
                      <c:pt idx="119">
                        <c:v>48.917451952999997</c:v>
                      </c:pt>
                      <c:pt idx="120">
                        <c:v>34.473715220000003</c:v>
                      </c:pt>
                      <c:pt idx="121">
                        <c:v>21.1998566</c:v>
                      </c:pt>
                      <c:pt idx="122">
                        <c:v>12.650627722999999</c:v>
                      </c:pt>
                      <c:pt idx="123">
                        <c:v>8.2288047310000003</c:v>
                      </c:pt>
                      <c:pt idx="124">
                        <c:v>6.7767900130000003</c:v>
                      </c:pt>
                      <c:pt idx="125">
                        <c:v>9.0503761550000004</c:v>
                      </c:pt>
                      <c:pt idx="126">
                        <c:v>18.722772946999999</c:v>
                      </c:pt>
                      <c:pt idx="127">
                        <c:v>25.694966934</c:v>
                      </c:pt>
                      <c:pt idx="128">
                        <c:v>29.950607041000001</c:v>
                      </c:pt>
                      <c:pt idx="129">
                        <c:v>32.538530059000003</c:v>
                      </c:pt>
                      <c:pt idx="130">
                        <c:v>35.478516851000002</c:v>
                      </c:pt>
                      <c:pt idx="131">
                        <c:v>39.091514281000002</c:v>
                      </c:pt>
                      <c:pt idx="132">
                        <c:v>42.461380272</c:v>
                      </c:pt>
                      <c:pt idx="133">
                        <c:v>48.180973672999997</c:v>
                      </c:pt>
                      <c:pt idx="134">
                        <c:v>48.514957299999999</c:v>
                      </c:pt>
                      <c:pt idx="135">
                        <c:v>45.663626201</c:v>
                      </c:pt>
                      <c:pt idx="136">
                        <c:v>40.937200986999997</c:v>
                      </c:pt>
                      <c:pt idx="137">
                        <c:v>40.858944045000001</c:v>
                      </c:pt>
                      <c:pt idx="138">
                        <c:v>43.491542467999999</c:v>
                      </c:pt>
                      <c:pt idx="139">
                        <c:v>50.517063182999998</c:v>
                      </c:pt>
                      <c:pt idx="140">
                        <c:v>53.190381963</c:v>
                      </c:pt>
                      <c:pt idx="141">
                        <c:v>59.359657542000001</c:v>
                      </c:pt>
                      <c:pt idx="142">
                        <c:v>58.201312799</c:v>
                      </c:pt>
                      <c:pt idx="143">
                        <c:v>48.854265663</c:v>
                      </c:pt>
                      <c:pt idx="144">
                        <c:v>35.724589299000002</c:v>
                      </c:pt>
                      <c:pt idx="145">
                        <c:v>22.438272635000001</c:v>
                      </c:pt>
                      <c:pt idx="146">
                        <c:v>13.591619409</c:v>
                      </c:pt>
                      <c:pt idx="147">
                        <c:v>8.4197947210000006</c:v>
                      </c:pt>
                      <c:pt idx="148">
                        <c:v>6.8071480160000002</c:v>
                      </c:pt>
                      <c:pt idx="149">
                        <c:v>9.1371463570000007</c:v>
                      </c:pt>
                      <c:pt idx="150">
                        <c:v>18.990178184000001</c:v>
                      </c:pt>
                      <c:pt idx="151">
                        <c:v>25.964259717000001</c:v>
                      </c:pt>
                      <c:pt idx="152">
                        <c:v>30.144146517999999</c:v>
                      </c:pt>
                      <c:pt idx="153">
                        <c:v>32.585250342000002</c:v>
                      </c:pt>
                      <c:pt idx="154">
                        <c:v>35.238019418</c:v>
                      </c:pt>
                      <c:pt idx="155">
                        <c:v>38.890050451999997</c:v>
                      </c:pt>
                      <c:pt idx="156">
                        <c:v>41.582183946999997</c:v>
                      </c:pt>
                      <c:pt idx="157">
                        <c:v>46.31964576</c:v>
                      </c:pt>
                      <c:pt idx="158">
                        <c:v>46.349583891999998</c:v>
                      </c:pt>
                      <c:pt idx="159">
                        <c:v>44.266361699999997</c:v>
                      </c:pt>
                      <c:pt idx="160">
                        <c:v>41.508391803000002</c:v>
                      </c:pt>
                      <c:pt idx="161">
                        <c:v>41.923121279</c:v>
                      </c:pt>
                      <c:pt idx="162">
                        <c:v>41.213178372999998</c:v>
                      </c:pt>
                      <c:pt idx="163">
                        <c:v>47.368029507999999</c:v>
                      </c:pt>
                      <c:pt idx="164">
                        <c:v>52.508478273999998</c:v>
                      </c:pt>
                      <c:pt idx="165">
                        <c:v>58.804350049</c:v>
                      </c:pt>
                      <c:pt idx="166">
                        <c:v>58.107254892999997</c:v>
                      </c:pt>
                      <c:pt idx="167">
                        <c:v>48.671694891000001</c:v>
                      </c:pt>
                      <c:pt idx="168">
                        <c:v>34.483721072000002</c:v>
                      </c:pt>
                      <c:pt idx="169">
                        <c:v>21.557368466</c:v>
                      </c:pt>
                      <c:pt idx="170">
                        <c:v>13.035114610999999</c:v>
                      </c:pt>
                      <c:pt idx="171">
                        <c:v>8.5690845020000008</c:v>
                      </c:pt>
                      <c:pt idx="172">
                        <c:v>7.087909088</c:v>
                      </c:pt>
                      <c:pt idx="173">
                        <c:v>9.4814126250000008</c:v>
                      </c:pt>
                      <c:pt idx="174">
                        <c:v>19.434696853999998</c:v>
                      </c:pt>
                      <c:pt idx="175">
                        <c:v>27.073434505000002</c:v>
                      </c:pt>
                      <c:pt idx="176">
                        <c:v>32.638431453999999</c:v>
                      </c:pt>
                      <c:pt idx="177">
                        <c:v>35.867857460000003</c:v>
                      </c:pt>
                      <c:pt idx="178">
                        <c:v>37.261450721000003</c:v>
                      </c:pt>
                      <c:pt idx="179">
                        <c:v>39.996290969</c:v>
                      </c:pt>
                      <c:pt idx="180">
                        <c:v>43.058406937999997</c:v>
                      </c:pt>
                      <c:pt idx="181">
                        <c:v>47.933424115999998</c:v>
                      </c:pt>
                      <c:pt idx="182">
                        <c:v>47.679359562000002</c:v>
                      </c:pt>
                      <c:pt idx="183">
                        <c:v>45.010293073</c:v>
                      </c:pt>
                      <c:pt idx="184">
                        <c:v>41.987444668000002</c:v>
                      </c:pt>
                      <c:pt idx="185">
                        <c:v>41.848584273999997</c:v>
                      </c:pt>
                      <c:pt idx="186">
                        <c:v>41.677562602999998</c:v>
                      </c:pt>
                      <c:pt idx="187">
                        <c:v>48.313458310000001</c:v>
                      </c:pt>
                      <c:pt idx="188">
                        <c:v>53.075233431000001</c:v>
                      </c:pt>
                      <c:pt idx="189">
                        <c:v>58.995830273000003</c:v>
                      </c:pt>
                      <c:pt idx="190">
                        <c:v>59.302937012999998</c:v>
                      </c:pt>
                      <c:pt idx="191">
                        <c:v>52.174006525999999</c:v>
                      </c:pt>
                      <c:pt idx="192">
                        <c:v>39.472688406000003</c:v>
                      </c:pt>
                      <c:pt idx="193">
                        <c:v>26.006908274000001</c:v>
                      </c:pt>
                      <c:pt idx="194">
                        <c:v>16.034541770000001</c:v>
                      </c:pt>
                      <c:pt idx="195">
                        <c:v>10.357585324</c:v>
                      </c:pt>
                      <c:pt idx="196">
                        <c:v>7.7720239490000003</c:v>
                      </c:pt>
                      <c:pt idx="197">
                        <c:v>9.0753779619999992</c:v>
                      </c:pt>
                      <c:pt idx="198">
                        <c:v>17.585814326000001</c:v>
                      </c:pt>
                      <c:pt idx="199">
                        <c:v>24.263659271000002</c:v>
                      </c:pt>
                      <c:pt idx="200">
                        <c:v>30.243892820999999</c:v>
                      </c:pt>
                      <c:pt idx="201">
                        <c:v>34.935947585999998</c:v>
                      </c:pt>
                      <c:pt idx="202">
                        <c:v>39.454589151</c:v>
                      </c:pt>
                      <c:pt idx="203">
                        <c:v>43.848037636000001</c:v>
                      </c:pt>
                      <c:pt idx="204">
                        <c:v>44.924431740999999</c:v>
                      </c:pt>
                      <c:pt idx="205">
                        <c:v>46.734348203000003</c:v>
                      </c:pt>
                      <c:pt idx="206">
                        <c:v>53.234218011999999</c:v>
                      </c:pt>
                      <c:pt idx="207">
                        <c:v>49.164590490999998</c:v>
                      </c:pt>
                      <c:pt idx="208">
                        <c:v>44.622998582000001</c:v>
                      </c:pt>
                      <c:pt idx="209">
                        <c:v>43.642861504000003</c:v>
                      </c:pt>
                      <c:pt idx="210">
                        <c:v>43.007803215999999</c:v>
                      </c:pt>
                      <c:pt idx="211">
                        <c:v>49.832095973999998</c:v>
                      </c:pt>
                      <c:pt idx="212">
                        <c:v>55.039173204000001</c:v>
                      </c:pt>
                      <c:pt idx="213">
                        <c:v>60.988690435999999</c:v>
                      </c:pt>
                      <c:pt idx="214">
                        <c:v>61.258853635000001</c:v>
                      </c:pt>
                      <c:pt idx="215">
                        <c:v>53.251277670999997</c:v>
                      </c:pt>
                      <c:pt idx="216">
                        <c:v>40.008469462000001</c:v>
                      </c:pt>
                      <c:pt idx="217">
                        <c:v>26.034326013000001</c:v>
                      </c:pt>
                      <c:pt idx="218">
                        <c:v>15.971266034999999</c:v>
                      </c:pt>
                      <c:pt idx="219">
                        <c:v>10.168251257</c:v>
                      </c:pt>
                      <c:pt idx="220">
                        <c:v>7.5377471700000003</c:v>
                      </c:pt>
                      <c:pt idx="221">
                        <c:v>9.2903017049999992</c:v>
                      </c:pt>
                      <c:pt idx="222">
                        <c:v>18.465455995999999</c:v>
                      </c:pt>
                      <c:pt idx="223">
                        <c:v>25.856940283</c:v>
                      </c:pt>
                      <c:pt idx="224">
                        <c:v>31.032866005999999</c:v>
                      </c:pt>
                      <c:pt idx="225">
                        <c:v>34.045136831000001</c:v>
                      </c:pt>
                      <c:pt idx="226">
                        <c:v>37.297993568999999</c:v>
                      </c:pt>
                      <c:pt idx="227">
                        <c:v>40.861797629999998</c:v>
                      </c:pt>
                      <c:pt idx="228">
                        <c:v>43.143335077000003</c:v>
                      </c:pt>
                      <c:pt idx="229">
                        <c:v>48.725503308999997</c:v>
                      </c:pt>
                      <c:pt idx="230">
                        <c:v>50.330582610999997</c:v>
                      </c:pt>
                      <c:pt idx="231">
                        <c:v>47.214074414999999</c:v>
                      </c:pt>
                      <c:pt idx="232">
                        <c:v>43.020726875999998</c:v>
                      </c:pt>
                      <c:pt idx="233">
                        <c:v>42.820550077</c:v>
                      </c:pt>
                      <c:pt idx="234">
                        <c:v>42.826216058999997</c:v>
                      </c:pt>
                      <c:pt idx="235">
                        <c:v>48.968120454000001</c:v>
                      </c:pt>
                      <c:pt idx="236">
                        <c:v>55.177316501</c:v>
                      </c:pt>
                      <c:pt idx="237">
                        <c:v>61.332317961999998</c:v>
                      </c:pt>
                      <c:pt idx="238">
                        <c:v>59.227807058000003</c:v>
                      </c:pt>
                      <c:pt idx="239">
                        <c:v>49.629473849</c:v>
                      </c:pt>
                      <c:pt idx="240">
                        <c:v>35.013623389000003</c:v>
                      </c:pt>
                      <c:pt idx="241">
                        <c:v>22.105179404000001</c:v>
                      </c:pt>
                      <c:pt idx="242">
                        <c:v>13.251687217000001</c:v>
                      </c:pt>
                      <c:pt idx="243">
                        <c:v>8.7311226879999992</c:v>
                      </c:pt>
                      <c:pt idx="244">
                        <c:v>7.1125169599999998</c:v>
                      </c:pt>
                      <c:pt idx="245">
                        <c:v>8.9292600849999992</c:v>
                      </c:pt>
                      <c:pt idx="246">
                        <c:v>18.757116656000001</c:v>
                      </c:pt>
                      <c:pt idx="247">
                        <c:v>25.501642489000002</c:v>
                      </c:pt>
                      <c:pt idx="248">
                        <c:v>30.25797725</c:v>
                      </c:pt>
                      <c:pt idx="249">
                        <c:v>32.163733798999999</c:v>
                      </c:pt>
                      <c:pt idx="250">
                        <c:v>34.809182599000003</c:v>
                      </c:pt>
                      <c:pt idx="251">
                        <c:v>38.324199759000003</c:v>
                      </c:pt>
                      <c:pt idx="252">
                        <c:v>41.702038676999997</c:v>
                      </c:pt>
                      <c:pt idx="253">
                        <c:v>46.132632297000001</c:v>
                      </c:pt>
                      <c:pt idx="254">
                        <c:v>46.146071644999999</c:v>
                      </c:pt>
                      <c:pt idx="255">
                        <c:v>44.048848816000003</c:v>
                      </c:pt>
                      <c:pt idx="256">
                        <c:v>41.858690154999998</c:v>
                      </c:pt>
                      <c:pt idx="257">
                        <c:v>43.187426389000002</c:v>
                      </c:pt>
                      <c:pt idx="258">
                        <c:v>43.024178122000002</c:v>
                      </c:pt>
                      <c:pt idx="259">
                        <c:v>48.671102572999999</c:v>
                      </c:pt>
                      <c:pt idx="260">
                        <c:v>54.035235503000003</c:v>
                      </c:pt>
                      <c:pt idx="261">
                        <c:v>59.882857731999998</c:v>
                      </c:pt>
                      <c:pt idx="262">
                        <c:v>58.208515560000002</c:v>
                      </c:pt>
                      <c:pt idx="263">
                        <c:v>47.519012285999999</c:v>
                      </c:pt>
                      <c:pt idx="264">
                        <c:v>34.610430647000001</c:v>
                      </c:pt>
                      <c:pt idx="265">
                        <c:v>21.601961720999999</c:v>
                      </c:pt>
                      <c:pt idx="266">
                        <c:v>12.904582228000001</c:v>
                      </c:pt>
                      <c:pt idx="267">
                        <c:v>8.4657741919999996</c:v>
                      </c:pt>
                      <c:pt idx="268">
                        <c:v>6.9333897100000002</c:v>
                      </c:pt>
                      <c:pt idx="269">
                        <c:v>8.9691164309999998</c:v>
                      </c:pt>
                      <c:pt idx="270">
                        <c:v>19.248008135999999</c:v>
                      </c:pt>
                      <c:pt idx="271">
                        <c:v>26.385792025000001</c:v>
                      </c:pt>
                      <c:pt idx="272">
                        <c:v>30.650562131000001</c:v>
                      </c:pt>
                      <c:pt idx="273">
                        <c:v>32.582973267</c:v>
                      </c:pt>
                      <c:pt idx="274">
                        <c:v>35.290887198</c:v>
                      </c:pt>
                      <c:pt idx="275">
                        <c:v>38.905718245000003</c:v>
                      </c:pt>
                      <c:pt idx="276">
                        <c:v>42.183822941999999</c:v>
                      </c:pt>
                      <c:pt idx="277">
                        <c:v>46.500473884000002</c:v>
                      </c:pt>
                      <c:pt idx="278">
                        <c:v>46.115604838000003</c:v>
                      </c:pt>
                      <c:pt idx="279">
                        <c:v>43.919391109999999</c:v>
                      </c:pt>
                      <c:pt idx="280">
                        <c:v>42.290589052000001</c:v>
                      </c:pt>
                      <c:pt idx="281">
                        <c:v>42.864403750000001</c:v>
                      </c:pt>
                      <c:pt idx="282">
                        <c:v>42.752588848999999</c:v>
                      </c:pt>
                      <c:pt idx="283">
                        <c:v>49.119602829999998</c:v>
                      </c:pt>
                      <c:pt idx="284">
                        <c:v>54.961020075</c:v>
                      </c:pt>
                      <c:pt idx="285">
                        <c:v>60.388418553999998</c:v>
                      </c:pt>
                      <c:pt idx="286">
                        <c:v>57.678651666999997</c:v>
                      </c:pt>
                      <c:pt idx="287">
                        <c:v>47.440903323000001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F782-4DD4-8B67-32577BCE01C1}"/>
                  </c:ext>
                </c:extLst>
              </c15:ser>
            </c15:filteredLineSeries>
            <c15:filteredLineSeries>
              <c15:ser>
                <c:idx val="17"/>
                <c:order val="1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12-10-2026'!$S$1</c15:sqref>
                        </c15:formulaRef>
                      </c:ext>
                    </c:extLst>
                    <c:strCache>
                      <c:ptCount val="1"/>
                      <c:pt idx="0">
                        <c:v>OUG-DGW2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12-10-2026'!$S$2:$S$289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33.479881802000001</c:v>
                      </c:pt>
                      <c:pt idx="1">
                        <c:v>21.140875941000001</c:v>
                      </c:pt>
                      <c:pt idx="2">
                        <c:v>12.510054987</c:v>
                      </c:pt>
                      <c:pt idx="3">
                        <c:v>8.0123930330000004</c:v>
                      </c:pt>
                      <c:pt idx="4">
                        <c:v>6.3311448549999998</c:v>
                      </c:pt>
                      <c:pt idx="5">
                        <c:v>8.3718015870000002</c:v>
                      </c:pt>
                      <c:pt idx="6">
                        <c:v>17.021860775</c:v>
                      </c:pt>
                      <c:pt idx="7">
                        <c:v>23.464477438999999</c:v>
                      </c:pt>
                      <c:pt idx="8">
                        <c:v>28.035748276</c:v>
                      </c:pt>
                      <c:pt idx="9">
                        <c:v>30.386969873999998</c:v>
                      </c:pt>
                      <c:pt idx="10">
                        <c:v>33.482997795999999</c:v>
                      </c:pt>
                      <c:pt idx="11">
                        <c:v>36.939528777</c:v>
                      </c:pt>
                      <c:pt idx="12">
                        <c:v>39.824555728999997</c:v>
                      </c:pt>
                      <c:pt idx="13">
                        <c:v>44.126798055999998</c:v>
                      </c:pt>
                      <c:pt idx="14">
                        <c:v>44.503542838999998</c:v>
                      </c:pt>
                      <c:pt idx="15">
                        <c:v>42.446835806000003</c:v>
                      </c:pt>
                      <c:pt idx="16">
                        <c:v>38.992562296999999</c:v>
                      </c:pt>
                      <c:pt idx="17">
                        <c:v>39.581287885999998</c:v>
                      </c:pt>
                      <c:pt idx="18">
                        <c:v>38.603347120999999</c:v>
                      </c:pt>
                      <c:pt idx="19">
                        <c:v>44.382459011999998</c:v>
                      </c:pt>
                      <c:pt idx="20">
                        <c:v>48.701936947999997</c:v>
                      </c:pt>
                      <c:pt idx="21">
                        <c:v>54.628656053999997</c:v>
                      </c:pt>
                      <c:pt idx="22">
                        <c:v>54.813888720999998</c:v>
                      </c:pt>
                      <c:pt idx="23">
                        <c:v>48.238536412999999</c:v>
                      </c:pt>
                      <c:pt idx="24">
                        <c:v>36.668999210000003</c:v>
                      </c:pt>
                      <c:pt idx="25">
                        <c:v>24.384899803</c:v>
                      </c:pt>
                      <c:pt idx="26">
                        <c:v>15.244994398999999</c:v>
                      </c:pt>
                      <c:pt idx="27">
                        <c:v>9.6225679300000007</c:v>
                      </c:pt>
                      <c:pt idx="28">
                        <c:v>6.9358751180000002</c:v>
                      </c:pt>
                      <c:pt idx="29">
                        <c:v>8.2242878069999996</c:v>
                      </c:pt>
                      <c:pt idx="30">
                        <c:v>15.494440166</c:v>
                      </c:pt>
                      <c:pt idx="31">
                        <c:v>21.413316278</c:v>
                      </c:pt>
                      <c:pt idx="32">
                        <c:v>27.183580753000001</c:v>
                      </c:pt>
                      <c:pt idx="33">
                        <c:v>32.164288902000003</c:v>
                      </c:pt>
                      <c:pt idx="34">
                        <c:v>36.563844408999998</c:v>
                      </c:pt>
                      <c:pt idx="35">
                        <c:v>40.646938208000002</c:v>
                      </c:pt>
                      <c:pt idx="36">
                        <c:v>41.295099688000001</c:v>
                      </c:pt>
                      <c:pt idx="37">
                        <c:v>42.652054116999999</c:v>
                      </c:pt>
                      <c:pt idx="38">
                        <c:v>49.363988519999999</c:v>
                      </c:pt>
                      <c:pt idx="39">
                        <c:v>45.950505126000003</c:v>
                      </c:pt>
                      <c:pt idx="40">
                        <c:v>40.616554287</c:v>
                      </c:pt>
                      <c:pt idx="41">
                        <c:v>40.223604940000001</c:v>
                      </c:pt>
                      <c:pt idx="42">
                        <c:v>39.302534141000002</c:v>
                      </c:pt>
                      <c:pt idx="43">
                        <c:v>45.629075168</c:v>
                      </c:pt>
                      <c:pt idx="44">
                        <c:v>50.614011380000001</c:v>
                      </c:pt>
                      <c:pt idx="45">
                        <c:v>56.906698400000003</c:v>
                      </c:pt>
                      <c:pt idx="46">
                        <c:v>56.241100572000001</c:v>
                      </c:pt>
                      <c:pt idx="47">
                        <c:v>49.329630872999999</c:v>
                      </c:pt>
                      <c:pt idx="48">
                        <c:v>37.505162065</c:v>
                      </c:pt>
                      <c:pt idx="49">
                        <c:v>24.896130963000001</c:v>
                      </c:pt>
                      <c:pt idx="50">
                        <c:v>15.070255013000001</c:v>
                      </c:pt>
                      <c:pt idx="51">
                        <c:v>9.3672479719999995</c:v>
                      </c:pt>
                      <c:pt idx="52">
                        <c:v>6.9256905309999999</c:v>
                      </c:pt>
                      <c:pt idx="53">
                        <c:v>8.4083310450000006</c:v>
                      </c:pt>
                      <c:pt idx="54">
                        <c:v>16.017077332</c:v>
                      </c:pt>
                      <c:pt idx="55">
                        <c:v>22.343406081000001</c:v>
                      </c:pt>
                      <c:pt idx="56">
                        <c:v>27.665819591999998</c:v>
                      </c:pt>
                      <c:pt idx="57">
                        <c:v>31.056911981999999</c:v>
                      </c:pt>
                      <c:pt idx="58">
                        <c:v>34.478706932999998</c:v>
                      </c:pt>
                      <c:pt idx="59">
                        <c:v>37.794882684999997</c:v>
                      </c:pt>
                      <c:pt idx="60">
                        <c:v>39.888489471</c:v>
                      </c:pt>
                      <c:pt idx="61">
                        <c:v>44.716144188999998</c:v>
                      </c:pt>
                      <c:pt idx="62">
                        <c:v>46.326041422999999</c:v>
                      </c:pt>
                      <c:pt idx="63">
                        <c:v>43.903615821999999</c:v>
                      </c:pt>
                      <c:pt idx="64">
                        <c:v>39.484175864000001</c:v>
                      </c:pt>
                      <c:pt idx="65">
                        <c:v>39.369882574999998</c:v>
                      </c:pt>
                      <c:pt idx="66">
                        <c:v>37.860983941999997</c:v>
                      </c:pt>
                      <c:pt idx="67">
                        <c:v>43.949117551999997</c:v>
                      </c:pt>
                      <c:pt idx="68">
                        <c:v>48.988015681999997</c:v>
                      </c:pt>
                      <c:pt idx="69">
                        <c:v>54.854925796000003</c:v>
                      </c:pt>
                      <c:pt idx="70">
                        <c:v>54.129109511999999</c:v>
                      </c:pt>
                      <c:pt idx="71">
                        <c:v>46.221311448999998</c:v>
                      </c:pt>
                      <c:pt idx="72">
                        <c:v>33.329512479000002</c:v>
                      </c:pt>
                      <c:pt idx="73">
                        <c:v>20.591893111000001</c:v>
                      </c:pt>
                      <c:pt idx="74">
                        <c:v>12.169199865</c:v>
                      </c:pt>
                      <c:pt idx="75">
                        <c:v>7.7543809469999996</c:v>
                      </c:pt>
                      <c:pt idx="76">
                        <c:v>6.1796389349999998</c:v>
                      </c:pt>
                      <c:pt idx="77">
                        <c:v>8.1480531240000005</c:v>
                      </c:pt>
                      <c:pt idx="78">
                        <c:v>16.394256072000001</c:v>
                      </c:pt>
                      <c:pt idx="79">
                        <c:v>22.535007197999999</c:v>
                      </c:pt>
                      <c:pt idx="80">
                        <c:v>26.834922494000001</c:v>
                      </c:pt>
                      <c:pt idx="81">
                        <c:v>29.313939123000001</c:v>
                      </c:pt>
                      <c:pt idx="82">
                        <c:v>32.228373927</c:v>
                      </c:pt>
                      <c:pt idx="83">
                        <c:v>35.740692611999997</c:v>
                      </c:pt>
                      <c:pt idx="84">
                        <c:v>38.322971553000002</c:v>
                      </c:pt>
                      <c:pt idx="85">
                        <c:v>42.586282386999997</c:v>
                      </c:pt>
                      <c:pt idx="86">
                        <c:v>42.612796435</c:v>
                      </c:pt>
                      <c:pt idx="87">
                        <c:v>40.319745685999997</c:v>
                      </c:pt>
                      <c:pt idx="88">
                        <c:v>37.801854904999999</c:v>
                      </c:pt>
                      <c:pt idx="89">
                        <c:v>38.313001886999999</c:v>
                      </c:pt>
                      <c:pt idx="90">
                        <c:v>37.504139512000002</c:v>
                      </c:pt>
                      <c:pt idx="91">
                        <c:v>43.608712144000002</c:v>
                      </c:pt>
                      <c:pt idx="92">
                        <c:v>48.850359066999999</c:v>
                      </c:pt>
                      <c:pt idx="93">
                        <c:v>54.717023963999999</c:v>
                      </c:pt>
                      <c:pt idx="94">
                        <c:v>53.505034242999997</c:v>
                      </c:pt>
                      <c:pt idx="95">
                        <c:v>44.591171711000001</c:v>
                      </c:pt>
                      <c:pt idx="96">
                        <c:v>31.286260087999999</c:v>
                      </c:pt>
                      <c:pt idx="97">
                        <c:v>19.295407211000001</c:v>
                      </c:pt>
                      <c:pt idx="98">
                        <c:v>11.434801829</c:v>
                      </c:pt>
                      <c:pt idx="99">
                        <c:v>7.4211887010000002</c:v>
                      </c:pt>
                      <c:pt idx="100">
                        <c:v>6.0850765569999998</c:v>
                      </c:pt>
                      <c:pt idx="101">
                        <c:v>8.0370526279999996</c:v>
                      </c:pt>
                      <c:pt idx="102">
                        <c:v>16.608296471999999</c:v>
                      </c:pt>
                      <c:pt idx="103">
                        <c:v>22.842055962</c:v>
                      </c:pt>
                      <c:pt idx="104">
                        <c:v>27.086887016999999</c:v>
                      </c:pt>
                      <c:pt idx="105">
                        <c:v>29.570966382999998</c:v>
                      </c:pt>
                      <c:pt idx="106">
                        <c:v>32.271662775000003</c:v>
                      </c:pt>
                      <c:pt idx="107">
                        <c:v>36.078276737000003</c:v>
                      </c:pt>
                      <c:pt idx="108">
                        <c:v>38.582708150999999</c:v>
                      </c:pt>
                      <c:pt idx="109">
                        <c:v>42.820687827</c:v>
                      </c:pt>
                      <c:pt idx="110">
                        <c:v>42.632157268</c:v>
                      </c:pt>
                      <c:pt idx="111">
                        <c:v>40.227491784000001</c:v>
                      </c:pt>
                      <c:pt idx="112">
                        <c:v>37.715484173</c:v>
                      </c:pt>
                      <c:pt idx="113">
                        <c:v>38.438918606999998</c:v>
                      </c:pt>
                      <c:pt idx="114">
                        <c:v>37.670221183999999</c:v>
                      </c:pt>
                      <c:pt idx="115">
                        <c:v>44.008051125000001</c:v>
                      </c:pt>
                      <c:pt idx="116">
                        <c:v>49.300843753999999</c:v>
                      </c:pt>
                      <c:pt idx="117">
                        <c:v>55.72110387</c:v>
                      </c:pt>
                      <c:pt idx="118">
                        <c:v>54.024362932999999</c:v>
                      </c:pt>
                      <c:pt idx="119">
                        <c:v>45.267751253999997</c:v>
                      </c:pt>
                      <c:pt idx="120">
                        <c:v>31.835000551</c:v>
                      </c:pt>
                      <c:pt idx="121">
                        <c:v>19.475900331999998</c:v>
                      </c:pt>
                      <c:pt idx="122">
                        <c:v>11.506385327</c:v>
                      </c:pt>
                      <c:pt idx="123">
                        <c:v>7.3794109389999996</c:v>
                      </c:pt>
                      <c:pt idx="124">
                        <c:v>6.0033605699999999</c:v>
                      </c:pt>
                      <c:pt idx="125">
                        <c:v>8.0432359200000008</c:v>
                      </c:pt>
                      <c:pt idx="126">
                        <c:v>16.763598180999999</c:v>
                      </c:pt>
                      <c:pt idx="127">
                        <c:v>23.14716065</c:v>
                      </c:pt>
                      <c:pt idx="128">
                        <c:v>27.449773151999999</c:v>
                      </c:pt>
                      <c:pt idx="129">
                        <c:v>29.894102424</c:v>
                      </c:pt>
                      <c:pt idx="130">
                        <c:v>32.834167985000001</c:v>
                      </c:pt>
                      <c:pt idx="131">
                        <c:v>36.109470743000003</c:v>
                      </c:pt>
                      <c:pt idx="132">
                        <c:v>39.455454488999997</c:v>
                      </c:pt>
                      <c:pt idx="133">
                        <c:v>44.654337122999998</c:v>
                      </c:pt>
                      <c:pt idx="134">
                        <c:v>44.838833995999998</c:v>
                      </c:pt>
                      <c:pt idx="135">
                        <c:v>42.343303972999998</c:v>
                      </c:pt>
                      <c:pt idx="136">
                        <c:v>38.090656043999999</c:v>
                      </c:pt>
                      <c:pt idx="137">
                        <c:v>38.486037564999997</c:v>
                      </c:pt>
                      <c:pt idx="138">
                        <c:v>40.995255919999998</c:v>
                      </c:pt>
                      <c:pt idx="139">
                        <c:v>47.295621261000001</c:v>
                      </c:pt>
                      <c:pt idx="140">
                        <c:v>49.999201573000001</c:v>
                      </c:pt>
                      <c:pt idx="141">
                        <c:v>55.688270089</c:v>
                      </c:pt>
                      <c:pt idx="142">
                        <c:v>54.269989885999998</c:v>
                      </c:pt>
                      <c:pt idx="143">
                        <c:v>45.363287118999999</c:v>
                      </c:pt>
                      <c:pt idx="144">
                        <c:v>33.022659097000002</c:v>
                      </c:pt>
                      <c:pt idx="145">
                        <c:v>20.754308378000001</c:v>
                      </c:pt>
                      <c:pt idx="146">
                        <c:v>12.476424796</c:v>
                      </c:pt>
                      <c:pt idx="147">
                        <c:v>7.7289848609999998</c:v>
                      </c:pt>
                      <c:pt idx="148">
                        <c:v>6.144949306</c:v>
                      </c:pt>
                      <c:pt idx="149">
                        <c:v>8.1028353030000009</c:v>
                      </c:pt>
                      <c:pt idx="150">
                        <c:v>17.232680657</c:v>
                      </c:pt>
                      <c:pt idx="151">
                        <c:v>23.501254177</c:v>
                      </c:pt>
                      <c:pt idx="152">
                        <c:v>27.619163027999999</c:v>
                      </c:pt>
                      <c:pt idx="153">
                        <c:v>30.022565458999999</c:v>
                      </c:pt>
                      <c:pt idx="154">
                        <c:v>32.808023267000003</c:v>
                      </c:pt>
                      <c:pt idx="155">
                        <c:v>36.462438822000003</c:v>
                      </c:pt>
                      <c:pt idx="156">
                        <c:v>38.914644776000003</c:v>
                      </c:pt>
                      <c:pt idx="157">
                        <c:v>43.027398382000001</c:v>
                      </c:pt>
                      <c:pt idx="158">
                        <c:v>42.954540797999996</c:v>
                      </c:pt>
                      <c:pt idx="159">
                        <c:v>41.097703723000002</c:v>
                      </c:pt>
                      <c:pt idx="160">
                        <c:v>38.785395354000002</c:v>
                      </c:pt>
                      <c:pt idx="161">
                        <c:v>39.219626714999997</c:v>
                      </c:pt>
                      <c:pt idx="162">
                        <c:v>38.285728792999997</c:v>
                      </c:pt>
                      <c:pt idx="163">
                        <c:v>44.126147537000001</c:v>
                      </c:pt>
                      <c:pt idx="164">
                        <c:v>48.974976058000003</c:v>
                      </c:pt>
                      <c:pt idx="165">
                        <c:v>54.744572169999998</c:v>
                      </c:pt>
                      <c:pt idx="166">
                        <c:v>53.831127414000001</c:v>
                      </c:pt>
                      <c:pt idx="167">
                        <c:v>45.238843232999997</c:v>
                      </c:pt>
                      <c:pt idx="168">
                        <c:v>32.021890775000003</c:v>
                      </c:pt>
                      <c:pt idx="169">
                        <c:v>19.848481502999999</c:v>
                      </c:pt>
                      <c:pt idx="170">
                        <c:v>11.980638265</c:v>
                      </c:pt>
                      <c:pt idx="171">
                        <c:v>7.7999502679999999</c:v>
                      </c:pt>
                      <c:pt idx="172">
                        <c:v>6.353277522</c:v>
                      </c:pt>
                      <c:pt idx="173">
                        <c:v>8.252935184</c:v>
                      </c:pt>
                      <c:pt idx="174">
                        <c:v>17.479175069</c:v>
                      </c:pt>
                      <c:pt idx="175">
                        <c:v>24.655049087999998</c:v>
                      </c:pt>
                      <c:pt idx="176">
                        <c:v>29.88199217</c:v>
                      </c:pt>
                      <c:pt idx="177">
                        <c:v>33.321580206999997</c:v>
                      </c:pt>
                      <c:pt idx="178">
                        <c:v>34.956905069999998</c:v>
                      </c:pt>
                      <c:pt idx="179">
                        <c:v>37.515407809000003</c:v>
                      </c:pt>
                      <c:pt idx="180">
                        <c:v>40.245628683</c:v>
                      </c:pt>
                      <c:pt idx="181">
                        <c:v>44.567583186999997</c:v>
                      </c:pt>
                      <c:pt idx="182">
                        <c:v>44.279263950000001</c:v>
                      </c:pt>
                      <c:pt idx="183">
                        <c:v>41.789168509</c:v>
                      </c:pt>
                      <c:pt idx="184">
                        <c:v>39.386999379999999</c:v>
                      </c:pt>
                      <c:pt idx="185">
                        <c:v>39.434150008000003</c:v>
                      </c:pt>
                      <c:pt idx="186">
                        <c:v>39.302498501999999</c:v>
                      </c:pt>
                      <c:pt idx="187">
                        <c:v>45.719176949000001</c:v>
                      </c:pt>
                      <c:pt idx="188">
                        <c:v>50.018904227</c:v>
                      </c:pt>
                      <c:pt idx="189">
                        <c:v>55.371516323000002</c:v>
                      </c:pt>
                      <c:pt idx="190">
                        <c:v>55.150255829999999</c:v>
                      </c:pt>
                      <c:pt idx="191">
                        <c:v>48.259836667999998</c:v>
                      </c:pt>
                      <c:pt idx="192">
                        <c:v>36.376299252999999</c:v>
                      </c:pt>
                      <c:pt idx="193">
                        <c:v>23.946469599</c:v>
                      </c:pt>
                      <c:pt idx="194">
                        <c:v>14.592016204</c:v>
                      </c:pt>
                      <c:pt idx="195">
                        <c:v>9.4703500730000005</c:v>
                      </c:pt>
                      <c:pt idx="196">
                        <c:v>7.110763918</c:v>
                      </c:pt>
                      <c:pt idx="197">
                        <c:v>8.1581428650000003</c:v>
                      </c:pt>
                      <c:pt idx="198">
                        <c:v>15.7411254</c:v>
                      </c:pt>
                      <c:pt idx="199">
                        <c:v>21.824975988999999</c:v>
                      </c:pt>
                      <c:pt idx="200">
                        <c:v>27.586037313999999</c:v>
                      </c:pt>
                      <c:pt idx="201">
                        <c:v>32.220900338</c:v>
                      </c:pt>
                      <c:pt idx="202">
                        <c:v>36.666068347</c:v>
                      </c:pt>
                      <c:pt idx="203">
                        <c:v>40.701963391</c:v>
                      </c:pt>
                      <c:pt idx="204">
                        <c:v>41.334062901999999</c:v>
                      </c:pt>
                      <c:pt idx="205">
                        <c:v>42.813759312000002</c:v>
                      </c:pt>
                      <c:pt idx="206">
                        <c:v>49.515180460000003</c:v>
                      </c:pt>
                      <c:pt idx="207">
                        <c:v>45.751547629999997</c:v>
                      </c:pt>
                      <c:pt idx="208">
                        <c:v>41.118633422000002</c:v>
                      </c:pt>
                      <c:pt idx="209">
                        <c:v>40.928933909999998</c:v>
                      </c:pt>
                      <c:pt idx="210">
                        <c:v>40.170733226000003</c:v>
                      </c:pt>
                      <c:pt idx="211">
                        <c:v>46.591807934999999</c:v>
                      </c:pt>
                      <c:pt idx="212">
                        <c:v>51.659736334999998</c:v>
                      </c:pt>
                      <c:pt idx="213">
                        <c:v>57.004225271000003</c:v>
                      </c:pt>
                      <c:pt idx="214">
                        <c:v>56.860011553</c:v>
                      </c:pt>
                      <c:pt idx="215">
                        <c:v>49.253609547000003</c:v>
                      </c:pt>
                      <c:pt idx="216">
                        <c:v>36.750608995999997</c:v>
                      </c:pt>
                      <c:pt idx="217">
                        <c:v>23.918916274000001</c:v>
                      </c:pt>
                      <c:pt idx="218">
                        <c:v>14.811875405</c:v>
                      </c:pt>
                      <c:pt idx="219">
                        <c:v>9.3003123589999994</c:v>
                      </c:pt>
                      <c:pt idx="220">
                        <c:v>6.9872251270000003</c:v>
                      </c:pt>
                      <c:pt idx="221">
                        <c:v>8.1927975279999998</c:v>
                      </c:pt>
                      <c:pt idx="222">
                        <c:v>16.445840818000001</c:v>
                      </c:pt>
                      <c:pt idx="223">
                        <c:v>23.070324228</c:v>
                      </c:pt>
                      <c:pt idx="224">
                        <c:v>28.257719413</c:v>
                      </c:pt>
                      <c:pt idx="225">
                        <c:v>31.696701274999999</c:v>
                      </c:pt>
                      <c:pt idx="226">
                        <c:v>34.786316571</c:v>
                      </c:pt>
                      <c:pt idx="227">
                        <c:v>38.165924873000002</c:v>
                      </c:pt>
                      <c:pt idx="228">
                        <c:v>40.286243974999998</c:v>
                      </c:pt>
                      <c:pt idx="229">
                        <c:v>44.949086311999999</c:v>
                      </c:pt>
                      <c:pt idx="230">
                        <c:v>46.301170632999998</c:v>
                      </c:pt>
                      <c:pt idx="231">
                        <c:v>43.513592367999998</c:v>
                      </c:pt>
                      <c:pt idx="232">
                        <c:v>39.739565360999997</c:v>
                      </c:pt>
                      <c:pt idx="233">
                        <c:v>40.037342719999998</c:v>
                      </c:pt>
                      <c:pt idx="234">
                        <c:v>39.855920265000002</c:v>
                      </c:pt>
                      <c:pt idx="235">
                        <c:v>45.654837266999998</c:v>
                      </c:pt>
                      <c:pt idx="236">
                        <c:v>51.433351129999998</c:v>
                      </c:pt>
                      <c:pt idx="237">
                        <c:v>57.048879135999996</c:v>
                      </c:pt>
                      <c:pt idx="238">
                        <c:v>54.855106024999998</c:v>
                      </c:pt>
                      <c:pt idx="239">
                        <c:v>45.722869807000002</c:v>
                      </c:pt>
                      <c:pt idx="240">
                        <c:v>32.312465068000002</c:v>
                      </c:pt>
                      <c:pt idx="241">
                        <c:v>20.042634248999999</c:v>
                      </c:pt>
                      <c:pt idx="242">
                        <c:v>12.098063288000001</c:v>
                      </c:pt>
                      <c:pt idx="243">
                        <c:v>7.9199248579999999</c:v>
                      </c:pt>
                      <c:pt idx="244">
                        <c:v>6.4221386870000003</c:v>
                      </c:pt>
                      <c:pt idx="245">
                        <c:v>8.0487305429999996</c:v>
                      </c:pt>
                      <c:pt idx="246">
                        <c:v>16.612281558999999</c:v>
                      </c:pt>
                      <c:pt idx="247">
                        <c:v>23.023436234999998</c:v>
                      </c:pt>
                      <c:pt idx="248">
                        <c:v>27.898862469000001</c:v>
                      </c:pt>
                      <c:pt idx="249">
                        <c:v>29.848641442000002</c:v>
                      </c:pt>
                      <c:pt idx="250">
                        <c:v>32.182262582</c:v>
                      </c:pt>
                      <c:pt idx="251">
                        <c:v>35.647978254999998</c:v>
                      </c:pt>
                      <c:pt idx="252">
                        <c:v>38.279579071000001</c:v>
                      </c:pt>
                      <c:pt idx="253">
                        <c:v>42.654104367000002</c:v>
                      </c:pt>
                      <c:pt idx="254">
                        <c:v>42.532672042000002</c:v>
                      </c:pt>
                      <c:pt idx="255">
                        <c:v>40.481969913</c:v>
                      </c:pt>
                      <c:pt idx="256">
                        <c:v>38.820726037</c:v>
                      </c:pt>
                      <c:pt idx="257">
                        <c:v>40.583612825000003</c:v>
                      </c:pt>
                      <c:pt idx="258">
                        <c:v>40.398389342999998</c:v>
                      </c:pt>
                      <c:pt idx="259">
                        <c:v>45.662923923000001</c:v>
                      </c:pt>
                      <c:pt idx="260">
                        <c:v>50.626818855000003</c:v>
                      </c:pt>
                      <c:pt idx="261">
                        <c:v>55.500778650000001</c:v>
                      </c:pt>
                      <c:pt idx="262">
                        <c:v>53.843312218000001</c:v>
                      </c:pt>
                      <c:pt idx="263">
                        <c:v>43.956750982000003</c:v>
                      </c:pt>
                      <c:pt idx="264">
                        <c:v>31.688611164000001</c:v>
                      </c:pt>
                      <c:pt idx="265">
                        <c:v>19.493210526999999</c:v>
                      </c:pt>
                      <c:pt idx="266">
                        <c:v>11.649647469</c:v>
                      </c:pt>
                      <c:pt idx="267">
                        <c:v>7.6777867249999998</c:v>
                      </c:pt>
                      <c:pt idx="268">
                        <c:v>6.1239973350000003</c:v>
                      </c:pt>
                      <c:pt idx="269">
                        <c:v>8.0287309209999993</c:v>
                      </c:pt>
                      <c:pt idx="270">
                        <c:v>17.332383702000001</c:v>
                      </c:pt>
                      <c:pt idx="271">
                        <c:v>23.8263113</c:v>
                      </c:pt>
                      <c:pt idx="272">
                        <c:v>28.143956264</c:v>
                      </c:pt>
                      <c:pt idx="273">
                        <c:v>30.267325450000001</c:v>
                      </c:pt>
                      <c:pt idx="274">
                        <c:v>32.831738598000001</c:v>
                      </c:pt>
                      <c:pt idx="275">
                        <c:v>36.44493164</c:v>
                      </c:pt>
                      <c:pt idx="276">
                        <c:v>38.948723993999998</c:v>
                      </c:pt>
                      <c:pt idx="277">
                        <c:v>43.249362503</c:v>
                      </c:pt>
                      <c:pt idx="278">
                        <c:v>42.646101541999997</c:v>
                      </c:pt>
                      <c:pt idx="279">
                        <c:v>40.620444622999997</c:v>
                      </c:pt>
                      <c:pt idx="280">
                        <c:v>39.127483617000003</c:v>
                      </c:pt>
                      <c:pt idx="281">
                        <c:v>40.017491372999999</c:v>
                      </c:pt>
                      <c:pt idx="282">
                        <c:v>39.759148373999999</c:v>
                      </c:pt>
                      <c:pt idx="283">
                        <c:v>46.160166426000004</c:v>
                      </c:pt>
                      <c:pt idx="284">
                        <c:v>51.378359834000001</c:v>
                      </c:pt>
                      <c:pt idx="285">
                        <c:v>56.132177384000002</c:v>
                      </c:pt>
                      <c:pt idx="286">
                        <c:v>53.400791224999999</c:v>
                      </c:pt>
                      <c:pt idx="287">
                        <c:v>43.872449259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F782-4DD4-8B67-32577BCE01C1}"/>
                  </c:ext>
                </c:extLst>
              </c15:ser>
            </c15:filteredLineSeries>
            <c15:filteredLineSeries>
              <c15:ser>
                <c:idx val="18"/>
                <c:order val="1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12-10-2026'!$T$1</c15:sqref>
                        </c15:formulaRef>
                      </c:ext>
                    </c:extLst>
                    <c:strCache>
                      <c:ptCount val="1"/>
                      <c:pt idx="0">
                        <c:v>OUG-DGW2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12-10-2026'!$T$2:$T$289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2.889785732</c:v>
                      </c:pt>
                      <c:pt idx="1">
                        <c:v>1.824343641</c:v>
                      </c:pt>
                      <c:pt idx="2">
                        <c:v>1.172772049</c:v>
                      </c:pt>
                      <c:pt idx="3">
                        <c:v>0.83633789000000003</c:v>
                      </c:pt>
                      <c:pt idx="4">
                        <c:v>0.72436003800000004</c:v>
                      </c:pt>
                      <c:pt idx="5">
                        <c:v>1.0513302579999999</c:v>
                      </c:pt>
                      <c:pt idx="6">
                        <c:v>2.039321352</c:v>
                      </c:pt>
                      <c:pt idx="7">
                        <c:v>2.6320144480000001</c:v>
                      </c:pt>
                      <c:pt idx="8">
                        <c:v>2.7101147409999999</c:v>
                      </c:pt>
                      <c:pt idx="9">
                        <c:v>2.5725324070000002</c:v>
                      </c:pt>
                      <c:pt idx="10">
                        <c:v>2.5831187550000001</c:v>
                      </c:pt>
                      <c:pt idx="11">
                        <c:v>2.7699988630000001</c:v>
                      </c:pt>
                      <c:pt idx="12">
                        <c:v>3.1242633130000002</c:v>
                      </c:pt>
                      <c:pt idx="13">
                        <c:v>3.5846841380000001</c:v>
                      </c:pt>
                      <c:pt idx="14">
                        <c:v>3.7791789900000001</c:v>
                      </c:pt>
                      <c:pt idx="15">
                        <c:v>3.6840171320000001</c:v>
                      </c:pt>
                      <c:pt idx="16">
                        <c:v>3.1940335480000002</c:v>
                      </c:pt>
                      <c:pt idx="17">
                        <c:v>2.8507023440000001</c:v>
                      </c:pt>
                      <c:pt idx="18">
                        <c:v>2.8664076359999999</c:v>
                      </c:pt>
                      <c:pt idx="19">
                        <c:v>3.2049175999999999</c:v>
                      </c:pt>
                      <c:pt idx="20">
                        <c:v>3.487451745</c:v>
                      </c:pt>
                      <c:pt idx="21">
                        <c:v>4.007992765</c:v>
                      </c:pt>
                      <c:pt idx="22">
                        <c:v>4.3075517889999997</c:v>
                      </c:pt>
                      <c:pt idx="23">
                        <c:v>4.0044971709999997</c:v>
                      </c:pt>
                      <c:pt idx="24">
                        <c:v>3.1364754860000001</c:v>
                      </c:pt>
                      <c:pt idx="25">
                        <c:v>2.1540320940000002</c:v>
                      </c:pt>
                      <c:pt idx="26">
                        <c:v>1.371845298</c:v>
                      </c:pt>
                      <c:pt idx="27">
                        <c:v>0.94299759900000002</c:v>
                      </c:pt>
                      <c:pt idx="28">
                        <c:v>0.76479446799999995</c:v>
                      </c:pt>
                      <c:pt idx="29">
                        <c:v>0.99409276599999996</c:v>
                      </c:pt>
                      <c:pt idx="30">
                        <c:v>1.8633718939999999</c:v>
                      </c:pt>
                      <c:pt idx="31">
                        <c:v>2.5052615660000002</c:v>
                      </c:pt>
                      <c:pt idx="32">
                        <c:v>2.8336730339999998</c:v>
                      </c:pt>
                      <c:pt idx="33">
                        <c:v>2.935275904</c:v>
                      </c:pt>
                      <c:pt idx="34">
                        <c:v>2.9526826920000002</c:v>
                      </c:pt>
                      <c:pt idx="35">
                        <c:v>3.2425214000000002</c:v>
                      </c:pt>
                      <c:pt idx="36">
                        <c:v>3.5805210289999998</c:v>
                      </c:pt>
                      <c:pt idx="37">
                        <c:v>3.8437904459999999</c:v>
                      </c:pt>
                      <c:pt idx="38">
                        <c:v>4.2070946400000002</c:v>
                      </c:pt>
                      <c:pt idx="39">
                        <c:v>4.0255463420000002</c:v>
                      </c:pt>
                      <c:pt idx="40">
                        <c:v>3.4052057850000002</c:v>
                      </c:pt>
                      <c:pt idx="41">
                        <c:v>3.0291581509999999</c:v>
                      </c:pt>
                      <c:pt idx="42">
                        <c:v>3.0006363610000002</c:v>
                      </c:pt>
                      <c:pt idx="43">
                        <c:v>3.3436933780000002</c:v>
                      </c:pt>
                      <c:pt idx="44">
                        <c:v>3.6515492140000001</c:v>
                      </c:pt>
                      <c:pt idx="45">
                        <c:v>4.1221095529999996</c:v>
                      </c:pt>
                      <c:pt idx="46">
                        <c:v>4.3989226610000003</c:v>
                      </c:pt>
                      <c:pt idx="47">
                        <c:v>4.1025809940000002</c:v>
                      </c:pt>
                      <c:pt idx="48">
                        <c:v>3.1808679130000002</c:v>
                      </c:pt>
                      <c:pt idx="49">
                        <c:v>2.1532016500000002</c:v>
                      </c:pt>
                      <c:pt idx="50">
                        <c:v>1.3709468920000001</c:v>
                      </c:pt>
                      <c:pt idx="51">
                        <c:v>0.96418411500000001</c:v>
                      </c:pt>
                      <c:pt idx="52">
                        <c:v>0.80926084799999998</c:v>
                      </c:pt>
                      <c:pt idx="53">
                        <c:v>1.0781969410000001</c:v>
                      </c:pt>
                      <c:pt idx="54">
                        <c:v>1.9885110079999999</c:v>
                      </c:pt>
                      <c:pt idx="55">
                        <c:v>2.5915944089999998</c:v>
                      </c:pt>
                      <c:pt idx="56">
                        <c:v>2.8729581469999999</c:v>
                      </c:pt>
                      <c:pt idx="57">
                        <c:v>2.76935888</c:v>
                      </c:pt>
                      <c:pt idx="58">
                        <c:v>2.7550602409999998</c:v>
                      </c:pt>
                      <c:pt idx="59">
                        <c:v>2.9564463910000001</c:v>
                      </c:pt>
                      <c:pt idx="60">
                        <c:v>3.248911348</c:v>
                      </c:pt>
                      <c:pt idx="61">
                        <c:v>3.7517218630000002</c:v>
                      </c:pt>
                      <c:pt idx="62">
                        <c:v>4.0197938530000004</c:v>
                      </c:pt>
                      <c:pt idx="63">
                        <c:v>3.8685610129999999</c:v>
                      </c:pt>
                      <c:pt idx="64">
                        <c:v>3.2809860780000002</c:v>
                      </c:pt>
                      <c:pt idx="65">
                        <c:v>2.9095962970000002</c:v>
                      </c:pt>
                      <c:pt idx="66">
                        <c:v>2.8282532589999998</c:v>
                      </c:pt>
                      <c:pt idx="67">
                        <c:v>3.1550878060000001</c:v>
                      </c:pt>
                      <c:pt idx="68">
                        <c:v>3.5132141379999999</c:v>
                      </c:pt>
                      <c:pt idx="69">
                        <c:v>4.0195017789999996</c:v>
                      </c:pt>
                      <c:pt idx="70">
                        <c:v>4.2575972889999996</c:v>
                      </c:pt>
                      <c:pt idx="71">
                        <c:v>3.8892588749999999</c:v>
                      </c:pt>
                      <c:pt idx="72">
                        <c:v>2.9099916540000001</c:v>
                      </c:pt>
                      <c:pt idx="73">
                        <c:v>1.86922799</c:v>
                      </c:pt>
                      <c:pt idx="74">
                        <c:v>1.1836487760000001</c:v>
                      </c:pt>
                      <c:pt idx="75">
                        <c:v>0.80740307499999997</c:v>
                      </c:pt>
                      <c:pt idx="76">
                        <c:v>0.71140174</c:v>
                      </c:pt>
                      <c:pt idx="77">
                        <c:v>1.017499183</c:v>
                      </c:pt>
                      <c:pt idx="78">
                        <c:v>1.9875968040000001</c:v>
                      </c:pt>
                      <c:pt idx="79">
                        <c:v>2.5181994759999999</c:v>
                      </c:pt>
                      <c:pt idx="80">
                        <c:v>2.6235793950000001</c:v>
                      </c:pt>
                      <c:pt idx="81">
                        <c:v>2.508437485</c:v>
                      </c:pt>
                      <c:pt idx="82">
                        <c:v>2.4880060469999998</c:v>
                      </c:pt>
                      <c:pt idx="83">
                        <c:v>2.6527054159999999</c:v>
                      </c:pt>
                      <c:pt idx="84">
                        <c:v>3.0439339830000001</c:v>
                      </c:pt>
                      <c:pt idx="85">
                        <c:v>3.4312425059999998</c:v>
                      </c:pt>
                      <c:pt idx="86">
                        <c:v>3.5792326590000001</c:v>
                      </c:pt>
                      <c:pt idx="87">
                        <c:v>3.4839110350000002</c:v>
                      </c:pt>
                      <c:pt idx="88">
                        <c:v>3.0817812130000002</c:v>
                      </c:pt>
                      <c:pt idx="89">
                        <c:v>2.775934881</c:v>
                      </c:pt>
                      <c:pt idx="90">
                        <c:v>2.7738344069999998</c:v>
                      </c:pt>
                      <c:pt idx="91">
                        <c:v>3.112084335</c:v>
                      </c:pt>
                      <c:pt idx="92">
                        <c:v>3.475686074</c:v>
                      </c:pt>
                      <c:pt idx="93">
                        <c:v>4.0354583320000001</c:v>
                      </c:pt>
                      <c:pt idx="94">
                        <c:v>4.2517374620000004</c:v>
                      </c:pt>
                      <c:pt idx="95">
                        <c:v>3.7670961630000002</c:v>
                      </c:pt>
                      <c:pt idx="96">
                        <c:v>2.702455702</c:v>
                      </c:pt>
                      <c:pt idx="97">
                        <c:v>1.7184574109999999</c:v>
                      </c:pt>
                      <c:pt idx="98">
                        <c:v>1.073917053</c:v>
                      </c:pt>
                      <c:pt idx="99">
                        <c:v>0.7540173</c:v>
                      </c:pt>
                      <c:pt idx="100">
                        <c:v>0.66834277200000003</c:v>
                      </c:pt>
                      <c:pt idx="101">
                        <c:v>0.99925687500000004</c:v>
                      </c:pt>
                      <c:pt idx="102">
                        <c:v>1.9787596009999999</c:v>
                      </c:pt>
                      <c:pt idx="103">
                        <c:v>2.5130806880000001</c:v>
                      </c:pt>
                      <c:pt idx="104">
                        <c:v>2.6065749249999999</c:v>
                      </c:pt>
                      <c:pt idx="105">
                        <c:v>2.4690321659999999</c:v>
                      </c:pt>
                      <c:pt idx="106">
                        <c:v>2.4576127269999999</c:v>
                      </c:pt>
                      <c:pt idx="107">
                        <c:v>2.6889888279999998</c:v>
                      </c:pt>
                      <c:pt idx="108">
                        <c:v>3.065727243</c:v>
                      </c:pt>
                      <c:pt idx="109">
                        <c:v>3.474647649</c:v>
                      </c:pt>
                      <c:pt idx="110">
                        <c:v>3.6261832169999999</c:v>
                      </c:pt>
                      <c:pt idx="111">
                        <c:v>3.4352203399999999</c:v>
                      </c:pt>
                      <c:pt idx="112">
                        <c:v>3.0445484380000001</c:v>
                      </c:pt>
                      <c:pt idx="113">
                        <c:v>2.757249807</c:v>
                      </c:pt>
                      <c:pt idx="114">
                        <c:v>2.7863250439999998</c:v>
                      </c:pt>
                      <c:pt idx="115">
                        <c:v>3.1090240910000002</c:v>
                      </c:pt>
                      <c:pt idx="116">
                        <c:v>3.5075616159999998</c:v>
                      </c:pt>
                      <c:pt idx="117">
                        <c:v>4.0151643760000004</c:v>
                      </c:pt>
                      <c:pt idx="118">
                        <c:v>4.2759529570000003</c:v>
                      </c:pt>
                      <c:pt idx="119">
                        <c:v>3.7896964409999998</c:v>
                      </c:pt>
                      <c:pt idx="120">
                        <c:v>2.7028578269999999</c:v>
                      </c:pt>
                      <c:pt idx="121">
                        <c:v>1.726904376</c:v>
                      </c:pt>
                      <c:pt idx="122">
                        <c:v>1.0674281299999999</c:v>
                      </c:pt>
                      <c:pt idx="123">
                        <c:v>0.74881027300000003</c:v>
                      </c:pt>
                      <c:pt idx="124">
                        <c:v>0.66663640899999999</c:v>
                      </c:pt>
                      <c:pt idx="125">
                        <c:v>0.96788434899999998</c:v>
                      </c:pt>
                      <c:pt idx="126">
                        <c:v>1.973989488</c:v>
                      </c:pt>
                      <c:pt idx="127">
                        <c:v>2.5414218079999999</c:v>
                      </c:pt>
                      <c:pt idx="128">
                        <c:v>2.6162221670000001</c:v>
                      </c:pt>
                      <c:pt idx="129">
                        <c:v>2.4908276960000002</c:v>
                      </c:pt>
                      <c:pt idx="130">
                        <c:v>2.4995871589999998</c:v>
                      </c:pt>
                      <c:pt idx="131">
                        <c:v>2.6995258390000001</c:v>
                      </c:pt>
                      <c:pt idx="132">
                        <c:v>3.106163027</c:v>
                      </c:pt>
                      <c:pt idx="133">
                        <c:v>3.629893332</c:v>
                      </c:pt>
                      <c:pt idx="134">
                        <c:v>3.8049343549999999</c:v>
                      </c:pt>
                      <c:pt idx="135">
                        <c:v>3.6410363860000001</c:v>
                      </c:pt>
                      <c:pt idx="136">
                        <c:v>3.1081967810000002</c:v>
                      </c:pt>
                      <c:pt idx="137">
                        <c:v>2.7881860299999999</c:v>
                      </c:pt>
                      <c:pt idx="138">
                        <c:v>2.9037361900000001</c:v>
                      </c:pt>
                      <c:pt idx="139">
                        <c:v>3.2830606069999999</c:v>
                      </c:pt>
                      <c:pt idx="140">
                        <c:v>3.5006076269999999</c:v>
                      </c:pt>
                      <c:pt idx="141">
                        <c:v>4.0220045850000004</c:v>
                      </c:pt>
                      <c:pt idx="142">
                        <c:v>4.2541379319999999</c:v>
                      </c:pt>
                      <c:pt idx="143">
                        <c:v>3.7761683079999999</c:v>
                      </c:pt>
                      <c:pt idx="144">
                        <c:v>2.7596546879999999</c:v>
                      </c:pt>
                      <c:pt idx="145">
                        <c:v>1.74710633</c:v>
                      </c:pt>
                      <c:pt idx="146">
                        <c:v>1.142966406</c:v>
                      </c:pt>
                      <c:pt idx="147">
                        <c:v>0.79025713600000003</c:v>
                      </c:pt>
                      <c:pt idx="148">
                        <c:v>0.67938404900000005</c:v>
                      </c:pt>
                      <c:pt idx="149">
                        <c:v>0.99406378799999995</c:v>
                      </c:pt>
                      <c:pt idx="150">
                        <c:v>2.003885855</c:v>
                      </c:pt>
                      <c:pt idx="151">
                        <c:v>2.5452181789999999</c:v>
                      </c:pt>
                      <c:pt idx="152">
                        <c:v>2.6254011450000001</c:v>
                      </c:pt>
                      <c:pt idx="153">
                        <c:v>2.534626668</c:v>
                      </c:pt>
                      <c:pt idx="154">
                        <c:v>2.4957092730000001</c:v>
                      </c:pt>
                      <c:pt idx="155">
                        <c:v>2.7023663139999998</c:v>
                      </c:pt>
                      <c:pt idx="156">
                        <c:v>3.070312629</c:v>
                      </c:pt>
                      <c:pt idx="157">
                        <c:v>3.484414702</c:v>
                      </c:pt>
                      <c:pt idx="158">
                        <c:v>3.6426114979999999</c:v>
                      </c:pt>
                      <c:pt idx="159">
                        <c:v>3.49197815</c:v>
                      </c:pt>
                      <c:pt idx="160">
                        <c:v>3.1306767400000002</c:v>
                      </c:pt>
                      <c:pt idx="161">
                        <c:v>2.8172599539999998</c:v>
                      </c:pt>
                      <c:pt idx="162">
                        <c:v>2.8171623320000001</c:v>
                      </c:pt>
                      <c:pt idx="163">
                        <c:v>3.1002464340000002</c:v>
                      </c:pt>
                      <c:pt idx="164">
                        <c:v>3.4958562030000002</c:v>
                      </c:pt>
                      <c:pt idx="165">
                        <c:v>4.0093274149999996</c:v>
                      </c:pt>
                      <c:pt idx="166">
                        <c:v>4.256625197</c:v>
                      </c:pt>
                      <c:pt idx="167">
                        <c:v>3.7299952119999999</c:v>
                      </c:pt>
                      <c:pt idx="168">
                        <c:v>2.6986185420000002</c:v>
                      </c:pt>
                      <c:pt idx="169">
                        <c:v>1.734772725</c:v>
                      </c:pt>
                      <c:pt idx="170">
                        <c:v>1.1379422669999999</c:v>
                      </c:pt>
                      <c:pt idx="171">
                        <c:v>0.77934586100000003</c:v>
                      </c:pt>
                      <c:pt idx="172">
                        <c:v>0.69842409299999997</c:v>
                      </c:pt>
                      <c:pt idx="173">
                        <c:v>1.018801125</c:v>
                      </c:pt>
                      <c:pt idx="174">
                        <c:v>2.0921192139999998</c:v>
                      </c:pt>
                      <c:pt idx="175">
                        <c:v>2.680118738</c:v>
                      </c:pt>
                      <c:pt idx="176">
                        <c:v>2.8066197239999999</c:v>
                      </c:pt>
                      <c:pt idx="177">
                        <c:v>2.6821899380000001</c:v>
                      </c:pt>
                      <c:pt idx="178">
                        <c:v>2.5732054309999999</c:v>
                      </c:pt>
                      <c:pt idx="179">
                        <c:v>2.736821365</c:v>
                      </c:pt>
                      <c:pt idx="180">
                        <c:v>3.15885887</c:v>
                      </c:pt>
                      <c:pt idx="181">
                        <c:v>3.6240875030000002</c:v>
                      </c:pt>
                      <c:pt idx="182">
                        <c:v>3.7613756729999999</c:v>
                      </c:pt>
                      <c:pt idx="183">
                        <c:v>3.5961738369999998</c:v>
                      </c:pt>
                      <c:pt idx="184">
                        <c:v>3.1282592930000002</c:v>
                      </c:pt>
                      <c:pt idx="185">
                        <c:v>2.833009267</c:v>
                      </c:pt>
                      <c:pt idx="186">
                        <c:v>2.88413516</c:v>
                      </c:pt>
                      <c:pt idx="187">
                        <c:v>3.24059081</c:v>
                      </c:pt>
                      <c:pt idx="188">
                        <c:v>3.5839101339999999</c:v>
                      </c:pt>
                      <c:pt idx="189">
                        <c:v>4.0676559770000003</c:v>
                      </c:pt>
                      <c:pt idx="190">
                        <c:v>4.3351930449999996</c:v>
                      </c:pt>
                      <c:pt idx="191">
                        <c:v>3.968650893</c:v>
                      </c:pt>
                      <c:pt idx="192">
                        <c:v>3.0504538700000001</c:v>
                      </c:pt>
                      <c:pt idx="193">
                        <c:v>2.0273915050000002</c:v>
                      </c:pt>
                      <c:pt idx="194">
                        <c:v>1.28906616</c:v>
                      </c:pt>
                      <c:pt idx="195">
                        <c:v>0.90794350599999996</c:v>
                      </c:pt>
                      <c:pt idx="196">
                        <c:v>0.72676142499999996</c:v>
                      </c:pt>
                      <c:pt idx="197">
                        <c:v>0.97104020400000002</c:v>
                      </c:pt>
                      <c:pt idx="198">
                        <c:v>1.8563816950000001</c:v>
                      </c:pt>
                      <c:pt idx="199">
                        <c:v>2.467291914</c:v>
                      </c:pt>
                      <c:pt idx="200">
                        <c:v>2.8567446950000002</c:v>
                      </c:pt>
                      <c:pt idx="201">
                        <c:v>2.9068274330000001</c:v>
                      </c:pt>
                      <c:pt idx="202">
                        <c:v>2.9646492929999999</c:v>
                      </c:pt>
                      <c:pt idx="203">
                        <c:v>3.2344216970000002</c:v>
                      </c:pt>
                      <c:pt idx="204">
                        <c:v>3.546390449</c:v>
                      </c:pt>
                      <c:pt idx="205">
                        <c:v>3.8228457809999998</c:v>
                      </c:pt>
                      <c:pt idx="206">
                        <c:v>4.187675016</c:v>
                      </c:pt>
                      <c:pt idx="207">
                        <c:v>3.9502181890000001</c:v>
                      </c:pt>
                      <c:pt idx="208">
                        <c:v>3.3799643480000001</c:v>
                      </c:pt>
                      <c:pt idx="209">
                        <c:v>3.0131768139999999</c:v>
                      </c:pt>
                      <c:pt idx="210">
                        <c:v>3.0211769180000001</c:v>
                      </c:pt>
                      <c:pt idx="211">
                        <c:v>3.361862312</c:v>
                      </c:pt>
                      <c:pt idx="212">
                        <c:v>3.7203192779999998</c:v>
                      </c:pt>
                      <c:pt idx="213">
                        <c:v>4.1804838950000001</c:v>
                      </c:pt>
                      <c:pt idx="214">
                        <c:v>4.4108302049999999</c:v>
                      </c:pt>
                      <c:pt idx="215">
                        <c:v>4.0111124079999998</c:v>
                      </c:pt>
                      <c:pt idx="216">
                        <c:v>3.082031508</c:v>
                      </c:pt>
                      <c:pt idx="217">
                        <c:v>2.0234165530000001</c:v>
                      </c:pt>
                      <c:pt idx="218">
                        <c:v>1.3001534830000001</c:v>
                      </c:pt>
                      <c:pt idx="219">
                        <c:v>0.90021833699999998</c:v>
                      </c:pt>
                      <c:pt idx="220">
                        <c:v>0.74302083600000002</c:v>
                      </c:pt>
                      <c:pt idx="221">
                        <c:v>0.98915609400000004</c:v>
                      </c:pt>
                      <c:pt idx="222">
                        <c:v>1.9443148690000001</c:v>
                      </c:pt>
                      <c:pt idx="223">
                        <c:v>2.587551494</c:v>
                      </c:pt>
                      <c:pt idx="224">
                        <c:v>2.8183578539999998</c:v>
                      </c:pt>
                      <c:pt idx="225">
                        <c:v>2.803848758</c:v>
                      </c:pt>
                      <c:pt idx="226">
                        <c:v>2.7566288390000002</c:v>
                      </c:pt>
                      <c:pt idx="227">
                        <c:v>2.8759518759999998</c:v>
                      </c:pt>
                      <c:pt idx="228">
                        <c:v>3.2253909329999999</c:v>
                      </c:pt>
                      <c:pt idx="229">
                        <c:v>3.6849046809999999</c:v>
                      </c:pt>
                      <c:pt idx="230">
                        <c:v>3.8924495979999998</c:v>
                      </c:pt>
                      <c:pt idx="231">
                        <c:v>3.782772161</c:v>
                      </c:pt>
                      <c:pt idx="232">
                        <c:v>3.2050428659999999</c:v>
                      </c:pt>
                      <c:pt idx="233">
                        <c:v>2.8906557419999999</c:v>
                      </c:pt>
                      <c:pt idx="234">
                        <c:v>2.9220950829999999</c:v>
                      </c:pt>
                      <c:pt idx="235">
                        <c:v>3.2657280659999999</c:v>
                      </c:pt>
                      <c:pt idx="236">
                        <c:v>3.646622743</c:v>
                      </c:pt>
                      <c:pt idx="237">
                        <c:v>4.1238408590000004</c:v>
                      </c:pt>
                      <c:pt idx="238">
                        <c:v>4.3586670349999999</c:v>
                      </c:pt>
                      <c:pt idx="239">
                        <c:v>3.7803568049999998</c:v>
                      </c:pt>
                      <c:pt idx="240">
                        <c:v>2.6919199009999999</c:v>
                      </c:pt>
                      <c:pt idx="241">
                        <c:v>1.703353882</c:v>
                      </c:pt>
                      <c:pt idx="242">
                        <c:v>1.102387486</c:v>
                      </c:pt>
                      <c:pt idx="243">
                        <c:v>0.777415089</c:v>
                      </c:pt>
                      <c:pt idx="244">
                        <c:v>0.69079619599999997</c:v>
                      </c:pt>
                      <c:pt idx="245">
                        <c:v>0.98078108200000003</c:v>
                      </c:pt>
                      <c:pt idx="246">
                        <c:v>1.9885753319999999</c:v>
                      </c:pt>
                      <c:pt idx="247">
                        <c:v>2.5285744600000002</c:v>
                      </c:pt>
                      <c:pt idx="248">
                        <c:v>2.6615805620000001</c:v>
                      </c:pt>
                      <c:pt idx="249">
                        <c:v>2.522761757</c:v>
                      </c:pt>
                      <c:pt idx="250">
                        <c:v>2.4558178919999998</c:v>
                      </c:pt>
                      <c:pt idx="251">
                        <c:v>2.6224035049999999</c:v>
                      </c:pt>
                      <c:pt idx="252">
                        <c:v>3.0095832570000001</c:v>
                      </c:pt>
                      <c:pt idx="253">
                        <c:v>3.4078933149999999</c:v>
                      </c:pt>
                      <c:pt idx="254">
                        <c:v>3.5227456259999999</c:v>
                      </c:pt>
                      <c:pt idx="255">
                        <c:v>3.4151005190000001</c:v>
                      </c:pt>
                      <c:pt idx="256">
                        <c:v>3.03349555</c:v>
                      </c:pt>
                      <c:pt idx="257">
                        <c:v>2.8189312559999999</c:v>
                      </c:pt>
                      <c:pt idx="258">
                        <c:v>2.921493076</c:v>
                      </c:pt>
                      <c:pt idx="259">
                        <c:v>3.2333102600000001</c:v>
                      </c:pt>
                      <c:pt idx="260">
                        <c:v>3.5991113870000002</c:v>
                      </c:pt>
                      <c:pt idx="261">
                        <c:v>4.1111254319999997</c:v>
                      </c:pt>
                      <c:pt idx="262">
                        <c:v>4.2666807310000001</c:v>
                      </c:pt>
                      <c:pt idx="263">
                        <c:v>3.615934046</c:v>
                      </c:pt>
                      <c:pt idx="264">
                        <c:v>2.6755475620000002</c:v>
                      </c:pt>
                      <c:pt idx="265">
                        <c:v>1.7123172849999999</c:v>
                      </c:pt>
                      <c:pt idx="266">
                        <c:v>1.0799041979999999</c:v>
                      </c:pt>
                      <c:pt idx="267">
                        <c:v>0.77878400699999994</c:v>
                      </c:pt>
                      <c:pt idx="268">
                        <c:v>0.70811538699999999</c:v>
                      </c:pt>
                      <c:pt idx="269">
                        <c:v>1.0254266540000001</c:v>
                      </c:pt>
                      <c:pt idx="270">
                        <c:v>2.0318042429999998</c:v>
                      </c:pt>
                      <c:pt idx="271">
                        <c:v>2.6224738969999999</c:v>
                      </c:pt>
                      <c:pt idx="272">
                        <c:v>2.6715839109999999</c:v>
                      </c:pt>
                      <c:pt idx="273">
                        <c:v>2.5004678679999999</c:v>
                      </c:pt>
                      <c:pt idx="274">
                        <c:v>2.4539464030000002</c:v>
                      </c:pt>
                      <c:pt idx="275">
                        <c:v>2.6881444409999999</c:v>
                      </c:pt>
                      <c:pt idx="276">
                        <c:v>3.0895344410000001</c:v>
                      </c:pt>
                      <c:pt idx="277">
                        <c:v>3.498025911</c:v>
                      </c:pt>
                      <c:pt idx="278">
                        <c:v>3.6160203129999999</c:v>
                      </c:pt>
                      <c:pt idx="279">
                        <c:v>3.4665244070000001</c:v>
                      </c:pt>
                      <c:pt idx="280">
                        <c:v>3.0884976370000001</c:v>
                      </c:pt>
                      <c:pt idx="281">
                        <c:v>2.875118101</c:v>
                      </c:pt>
                      <c:pt idx="282">
                        <c:v>2.9437607959999998</c:v>
                      </c:pt>
                      <c:pt idx="283">
                        <c:v>3.2649107609999999</c:v>
                      </c:pt>
                      <c:pt idx="284">
                        <c:v>3.6643178490000001</c:v>
                      </c:pt>
                      <c:pt idx="285">
                        <c:v>4.2001733569999997</c:v>
                      </c:pt>
                      <c:pt idx="286">
                        <c:v>4.3391760670000004</c:v>
                      </c:pt>
                      <c:pt idx="287">
                        <c:v>3.6980460819999998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F782-4DD4-8B67-32577BCE01C1}"/>
                  </c:ext>
                </c:extLst>
              </c15:ser>
            </c15:filteredLineSeries>
            <c15:filteredLineSeries>
              <c15:ser>
                <c:idx val="19"/>
                <c:order val="1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12-10-2026'!$U$1</c15:sqref>
                        </c15:formulaRef>
                      </c:ext>
                    </c:extLst>
                    <c:strCache>
                      <c:ptCount val="1"/>
                      <c:pt idx="0">
                        <c:v>OUG-DGW2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12-10-2026'!$U$2:$U$289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36.369667534000001</c:v>
                      </c:pt>
                      <c:pt idx="1">
                        <c:v>22.965219582</c:v>
                      </c:pt>
                      <c:pt idx="2">
                        <c:v>13.682827036000001</c:v>
                      </c:pt>
                      <c:pt idx="3">
                        <c:v>8.8487309229999997</c:v>
                      </c:pt>
                      <c:pt idx="4">
                        <c:v>7.0555048930000002</c:v>
                      </c:pt>
                      <c:pt idx="5">
                        <c:v>9.4231318450000003</c:v>
                      </c:pt>
                      <c:pt idx="6">
                        <c:v>19.061182126999999</c:v>
                      </c:pt>
                      <c:pt idx="7">
                        <c:v>26.096491886999999</c:v>
                      </c:pt>
                      <c:pt idx="8">
                        <c:v>30.745863017000001</c:v>
                      </c:pt>
                      <c:pt idx="9">
                        <c:v>32.959502280999999</c:v>
                      </c:pt>
                      <c:pt idx="10">
                        <c:v>36.066116551</c:v>
                      </c:pt>
                      <c:pt idx="11">
                        <c:v>39.709527639999997</c:v>
                      </c:pt>
                      <c:pt idx="12">
                        <c:v>42.948819041999997</c:v>
                      </c:pt>
                      <c:pt idx="13">
                        <c:v>47.711482193999998</c:v>
                      </c:pt>
                      <c:pt idx="14">
                        <c:v>48.282721829000003</c:v>
                      </c:pt>
                      <c:pt idx="15">
                        <c:v>46.130852937999997</c:v>
                      </c:pt>
                      <c:pt idx="16">
                        <c:v>42.186595844999999</c:v>
                      </c:pt>
                      <c:pt idx="17">
                        <c:v>42.431990229999997</c:v>
                      </c:pt>
                      <c:pt idx="18">
                        <c:v>41.469754756999997</c:v>
                      </c:pt>
                      <c:pt idx="19">
                        <c:v>47.587376612</c:v>
                      </c:pt>
                      <c:pt idx="20">
                        <c:v>52.189388692999998</c:v>
                      </c:pt>
                      <c:pt idx="21">
                        <c:v>58.636648819000001</c:v>
                      </c:pt>
                      <c:pt idx="22">
                        <c:v>59.121440509999999</c:v>
                      </c:pt>
                      <c:pt idx="23">
                        <c:v>52.243033584000003</c:v>
                      </c:pt>
                      <c:pt idx="24">
                        <c:v>39.805474695999997</c:v>
                      </c:pt>
                      <c:pt idx="25">
                        <c:v>26.538931897000001</c:v>
                      </c:pt>
                      <c:pt idx="26">
                        <c:v>16.616839697</c:v>
                      </c:pt>
                      <c:pt idx="27">
                        <c:v>10.565565529000001</c:v>
                      </c:pt>
                      <c:pt idx="28">
                        <c:v>7.7006695860000001</c:v>
                      </c:pt>
                      <c:pt idx="29">
                        <c:v>9.2183805729999992</c:v>
                      </c:pt>
                      <c:pt idx="30">
                        <c:v>17.357812060000001</c:v>
                      </c:pt>
                      <c:pt idx="31">
                        <c:v>23.918577844000001</c:v>
                      </c:pt>
                      <c:pt idx="32">
                        <c:v>30.017253787000001</c:v>
                      </c:pt>
                      <c:pt idx="33">
                        <c:v>35.099564805999997</c:v>
                      </c:pt>
                      <c:pt idx="34">
                        <c:v>39.516527101000001</c:v>
                      </c:pt>
                      <c:pt idx="35">
                        <c:v>43.889459608000003</c:v>
                      </c:pt>
                      <c:pt idx="36">
                        <c:v>44.875620716999997</c:v>
                      </c:pt>
                      <c:pt idx="37">
                        <c:v>46.495844562999999</c:v>
                      </c:pt>
                      <c:pt idx="38">
                        <c:v>53.571083160000001</c:v>
                      </c:pt>
                      <c:pt idx="39">
                        <c:v>49.976051468000001</c:v>
                      </c:pt>
                      <c:pt idx="40">
                        <c:v>44.021760071999999</c:v>
                      </c:pt>
                      <c:pt idx="41">
                        <c:v>43.252763090999998</c:v>
                      </c:pt>
                      <c:pt idx="42">
                        <c:v>42.303170502</c:v>
                      </c:pt>
                      <c:pt idx="43">
                        <c:v>48.972768545999998</c:v>
                      </c:pt>
                      <c:pt idx="44">
                        <c:v>54.265560594</c:v>
                      </c:pt>
                      <c:pt idx="45">
                        <c:v>61.028807952999998</c:v>
                      </c:pt>
                      <c:pt idx="46">
                        <c:v>60.640023233000001</c:v>
                      </c:pt>
                      <c:pt idx="47">
                        <c:v>53.432211866999999</c:v>
                      </c:pt>
                      <c:pt idx="48">
                        <c:v>40.686029978000001</c:v>
                      </c:pt>
                      <c:pt idx="49">
                        <c:v>27.049332613000001</c:v>
                      </c:pt>
                      <c:pt idx="50">
                        <c:v>16.441201905</c:v>
                      </c:pt>
                      <c:pt idx="51">
                        <c:v>10.331432087</c:v>
                      </c:pt>
                      <c:pt idx="52">
                        <c:v>7.734951379</c:v>
                      </c:pt>
                      <c:pt idx="53">
                        <c:v>9.4865279860000005</c:v>
                      </c:pt>
                      <c:pt idx="54">
                        <c:v>18.005588339999999</c:v>
                      </c:pt>
                      <c:pt idx="55">
                        <c:v>24.93500049</c:v>
                      </c:pt>
                      <c:pt idx="56">
                        <c:v>30.538777739</c:v>
                      </c:pt>
                      <c:pt idx="57">
                        <c:v>33.826270862000001</c:v>
                      </c:pt>
                      <c:pt idx="58">
                        <c:v>37.233767174</c:v>
                      </c:pt>
                      <c:pt idx="59">
                        <c:v>40.751329075999998</c:v>
                      </c:pt>
                      <c:pt idx="60">
                        <c:v>43.137400819</c:v>
                      </c:pt>
                      <c:pt idx="61">
                        <c:v>48.467866051999998</c:v>
                      </c:pt>
                      <c:pt idx="62">
                        <c:v>50.345835276000003</c:v>
                      </c:pt>
                      <c:pt idx="63">
                        <c:v>47.772176835000003</c:v>
                      </c:pt>
                      <c:pt idx="64">
                        <c:v>42.765161941999999</c:v>
                      </c:pt>
                      <c:pt idx="65">
                        <c:v>42.279478871999999</c:v>
                      </c:pt>
                      <c:pt idx="66">
                        <c:v>40.689237200999997</c:v>
                      </c:pt>
                      <c:pt idx="67">
                        <c:v>47.104205358000002</c:v>
                      </c:pt>
                      <c:pt idx="68">
                        <c:v>52.501229819999999</c:v>
                      </c:pt>
                      <c:pt idx="69">
                        <c:v>58.874427574999999</c:v>
                      </c:pt>
                      <c:pt idx="70">
                        <c:v>58.386706801000003</c:v>
                      </c:pt>
                      <c:pt idx="71">
                        <c:v>50.110570324000001</c:v>
                      </c:pt>
                      <c:pt idx="72">
                        <c:v>36.239504132999997</c:v>
                      </c:pt>
                      <c:pt idx="73">
                        <c:v>22.461121101</c:v>
                      </c:pt>
                      <c:pt idx="74">
                        <c:v>13.352848641</c:v>
                      </c:pt>
                      <c:pt idx="75">
                        <c:v>8.5617840219999994</c:v>
                      </c:pt>
                      <c:pt idx="76">
                        <c:v>6.8910406750000002</c:v>
                      </c:pt>
                      <c:pt idx="77">
                        <c:v>9.1655523070000005</c:v>
                      </c:pt>
                      <c:pt idx="78">
                        <c:v>18.381852876</c:v>
                      </c:pt>
                      <c:pt idx="79">
                        <c:v>25.053206673999998</c:v>
                      </c:pt>
                      <c:pt idx="80">
                        <c:v>29.458501889000001</c:v>
                      </c:pt>
                      <c:pt idx="81">
                        <c:v>31.822376607999999</c:v>
                      </c:pt>
                      <c:pt idx="82">
                        <c:v>34.716379973999999</c:v>
                      </c:pt>
                      <c:pt idx="83">
                        <c:v>38.393398028</c:v>
                      </c:pt>
                      <c:pt idx="84">
                        <c:v>41.366905535999997</c:v>
                      </c:pt>
                      <c:pt idx="85">
                        <c:v>46.017524893000001</c:v>
                      </c:pt>
                      <c:pt idx="86">
                        <c:v>46.192029093999999</c:v>
                      </c:pt>
                      <c:pt idx="87">
                        <c:v>43.803656721000003</c:v>
                      </c:pt>
                      <c:pt idx="88">
                        <c:v>40.883636117999998</c:v>
                      </c:pt>
                      <c:pt idx="89">
                        <c:v>41.088936768000003</c:v>
                      </c:pt>
                      <c:pt idx="90">
                        <c:v>40.277973918999997</c:v>
                      </c:pt>
                      <c:pt idx="91">
                        <c:v>46.720796479000001</c:v>
                      </c:pt>
                      <c:pt idx="92">
                        <c:v>52.326045141000002</c:v>
                      </c:pt>
                      <c:pt idx="93">
                        <c:v>58.752482295999997</c:v>
                      </c:pt>
                      <c:pt idx="94">
                        <c:v>57.756771704999998</c:v>
                      </c:pt>
                      <c:pt idx="95">
                        <c:v>48.358267873999999</c:v>
                      </c:pt>
                      <c:pt idx="96">
                        <c:v>33.988715790000001</c:v>
                      </c:pt>
                      <c:pt idx="97">
                        <c:v>21.013864622</c:v>
                      </c:pt>
                      <c:pt idx="98">
                        <c:v>12.508718882</c:v>
                      </c:pt>
                      <c:pt idx="99">
                        <c:v>8.1752060009999994</c:v>
                      </c:pt>
                      <c:pt idx="100">
                        <c:v>6.7534193289999997</c:v>
                      </c:pt>
                      <c:pt idx="101">
                        <c:v>9.036309503</c:v>
                      </c:pt>
                      <c:pt idx="102">
                        <c:v>18.587056072999999</c:v>
                      </c:pt>
                      <c:pt idx="103">
                        <c:v>25.355136649999999</c:v>
                      </c:pt>
                      <c:pt idx="104">
                        <c:v>29.693461941999999</c:v>
                      </c:pt>
                      <c:pt idx="105">
                        <c:v>32.039998549000003</c:v>
                      </c:pt>
                      <c:pt idx="106">
                        <c:v>34.729275502</c:v>
                      </c:pt>
                      <c:pt idx="107">
                        <c:v>38.767265565000002</c:v>
                      </c:pt>
                      <c:pt idx="108">
                        <c:v>41.648435394000003</c:v>
                      </c:pt>
                      <c:pt idx="109">
                        <c:v>46.295335475999998</c:v>
                      </c:pt>
                      <c:pt idx="110">
                        <c:v>46.258340484999998</c:v>
                      </c:pt>
                      <c:pt idx="111">
                        <c:v>43.662712124000002</c:v>
                      </c:pt>
                      <c:pt idx="112">
                        <c:v>40.760032611</c:v>
                      </c:pt>
                      <c:pt idx="113">
                        <c:v>41.196168413999999</c:v>
                      </c:pt>
                      <c:pt idx="114">
                        <c:v>40.456546228000001</c:v>
                      </c:pt>
                      <c:pt idx="115">
                        <c:v>47.117075216000003</c:v>
                      </c:pt>
                      <c:pt idx="116">
                        <c:v>52.808405370000003</c:v>
                      </c:pt>
                      <c:pt idx="117">
                        <c:v>59.736268246000002</c:v>
                      </c:pt>
                      <c:pt idx="118">
                        <c:v>58.30031589</c:v>
                      </c:pt>
                      <c:pt idx="119">
                        <c:v>49.057447695</c:v>
                      </c:pt>
                      <c:pt idx="120">
                        <c:v>34.537858378000003</c:v>
                      </c:pt>
                      <c:pt idx="121">
                        <c:v>21.202804707999999</c:v>
                      </c:pt>
                      <c:pt idx="122">
                        <c:v>12.573813457</c:v>
                      </c:pt>
                      <c:pt idx="123">
                        <c:v>8.1282212119999997</c:v>
                      </c:pt>
                      <c:pt idx="124">
                        <c:v>6.6699969790000004</c:v>
                      </c:pt>
                      <c:pt idx="125">
                        <c:v>9.0111202689999992</c:v>
                      </c:pt>
                      <c:pt idx="126">
                        <c:v>18.737587669</c:v>
                      </c:pt>
                      <c:pt idx="127">
                        <c:v>25.688582457999999</c:v>
                      </c:pt>
                      <c:pt idx="128">
                        <c:v>30.065995318999999</c:v>
                      </c:pt>
                      <c:pt idx="129">
                        <c:v>32.38493012</c:v>
                      </c:pt>
                      <c:pt idx="130">
                        <c:v>35.333755144000001</c:v>
                      </c:pt>
                      <c:pt idx="131">
                        <c:v>38.808996581999999</c:v>
                      </c:pt>
                      <c:pt idx="132">
                        <c:v>42.561617515999998</c:v>
                      </c:pt>
                      <c:pt idx="133">
                        <c:v>48.284230454999999</c:v>
                      </c:pt>
                      <c:pt idx="134">
                        <c:v>48.643768350999999</c:v>
                      </c:pt>
                      <c:pt idx="135">
                        <c:v>45.984340359000001</c:v>
                      </c:pt>
                      <c:pt idx="136">
                        <c:v>41.198852825000003</c:v>
                      </c:pt>
                      <c:pt idx="137">
                        <c:v>41.274223595000002</c:v>
                      </c:pt>
                      <c:pt idx="138">
                        <c:v>43.898992110000002</c:v>
                      </c:pt>
                      <c:pt idx="139">
                        <c:v>50.578681867999997</c:v>
                      </c:pt>
                      <c:pt idx="140">
                        <c:v>53.499809200000001</c:v>
                      </c:pt>
                      <c:pt idx="141">
                        <c:v>59.710274673999997</c:v>
                      </c:pt>
                      <c:pt idx="142">
                        <c:v>58.524127817999997</c:v>
                      </c:pt>
                      <c:pt idx="143">
                        <c:v>49.139455427000001</c:v>
                      </c:pt>
                      <c:pt idx="144">
                        <c:v>35.782313784999999</c:v>
                      </c:pt>
                      <c:pt idx="145">
                        <c:v>22.501414707999999</c:v>
                      </c:pt>
                      <c:pt idx="146">
                        <c:v>13.619391201999999</c:v>
                      </c:pt>
                      <c:pt idx="147">
                        <c:v>8.519241997</c:v>
                      </c:pt>
                      <c:pt idx="148">
                        <c:v>6.8243333550000003</c:v>
                      </c:pt>
                      <c:pt idx="149">
                        <c:v>9.0968990909999992</c:v>
                      </c:pt>
                      <c:pt idx="150">
                        <c:v>19.236566512</c:v>
                      </c:pt>
                      <c:pt idx="151">
                        <c:v>26.046472355999999</c:v>
                      </c:pt>
                      <c:pt idx="152">
                        <c:v>30.244564173000001</c:v>
                      </c:pt>
                      <c:pt idx="153">
                        <c:v>32.557192127</c:v>
                      </c:pt>
                      <c:pt idx="154">
                        <c:v>35.303732539999999</c:v>
                      </c:pt>
                      <c:pt idx="155">
                        <c:v>39.164805135999998</c:v>
                      </c:pt>
                      <c:pt idx="156">
                        <c:v>41.984957405000003</c:v>
                      </c:pt>
                      <c:pt idx="157">
                        <c:v>46.511813084000003</c:v>
                      </c:pt>
                      <c:pt idx="158">
                        <c:v>46.597152295999997</c:v>
                      </c:pt>
                      <c:pt idx="159">
                        <c:v>44.589681873000004</c:v>
                      </c:pt>
                      <c:pt idx="160">
                        <c:v>41.916072094</c:v>
                      </c:pt>
                      <c:pt idx="161">
                        <c:v>42.036886668999998</c:v>
                      </c:pt>
                      <c:pt idx="162">
                        <c:v>41.102891124999999</c:v>
                      </c:pt>
                      <c:pt idx="163">
                        <c:v>47.226393971</c:v>
                      </c:pt>
                      <c:pt idx="164">
                        <c:v>52.470832260999998</c:v>
                      </c:pt>
                      <c:pt idx="165">
                        <c:v>58.753899584999999</c:v>
                      </c:pt>
                      <c:pt idx="166">
                        <c:v>58.087752610999999</c:v>
                      </c:pt>
                      <c:pt idx="167">
                        <c:v>48.968838445000003</c:v>
                      </c:pt>
                      <c:pt idx="168">
                        <c:v>34.720509317000001</c:v>
                      </c:pt>
                      <c:pt idx="169">
                        <c:v>21.583254228000001</c:v>
                      </c:pt>
                      <c:pt idx="170">
                        <c:v>13.118580531999999</c:v>
                      </c:pt>
                      <c:pt idx="171">
                        <c:v>8.5792961289999994</c:v>
                      </c:pt>
                      <c:pt idx="172">
                        <c:v>7.0517016149999998</c:v>
                      </c:pt>
                      <c:pt idx="173">
                        <c:v>9.2717363089999996</c:v>
                      </c:pt>
                      <c:pt idx="174">
                        <c:v>19.571294283</c:v>
                      </c:pt>
                      <c:pt idx="175">
                        <c:v>27.335167825999999</c:v>
                      </c:pt>
                      <c:pt idx="176">
                        <c:v>32.688611893999997</c:v>
                      </c:pt>
                      <c:pt idx="177">
                        <c:v>36.003770144999997</c:v>
                      </c:pt>
                      <c:pt idx="178">
                        <c:v>37.530110501000003</c:v>
                      </c:pt>
                      <c:pt idx="179">
                        <c:v>40.252229174</c:v>
                      </c:pt>
                      <c:pt idx="180">
                        <c:v>43.404487553000003</c:v>
                      </c:pt>
                      <c:pt idx="181">
                        <c:v>48.191670690000002</c:v>
                      </c:pt>
                      <c:pt idx="182">
                        <c:v>48.040639622999997</c:v>
                      </c:pt>
                      <c:pt idx="183">
                        <c:v>45.385342346000002</c:v>
                      </c:pt>
                      <c:pt idx="184">
                        <c:v>42.515258672999998</c:v>
                      </c:pt>
                      <c:pt idx="185">
                        <c:v>42.267159274999997</c:v>
                      </c:pt>
                      <c:pt idx="186">
                        <c:v>42.186633661999998</c:v>
                      </c:pt>
                      <c:pt idx="187">
                        <c:v>48.959767759000002</c:v>
                      </c:pt>
                      <c:pt idx="188">
                        <c:v>53.602814361</c:v>
                      </c:pt>
                      <c:pt idx="189">
                        <c:v>59.439172300000003</c:v>
                      </c:pt>
                      <c:pt idx="190">
                        <c:v>59.485448875000003</c:v>
                      </c:pt>
                      <c:pt idx="191">
                        <c:v>52.228487561000001</c:v>
                      </c:pt>
                      <c:pt idx="192">
                        <c:v>39.426753122999997</c:v>
                      </c:pt>
                      <c:pt idx="193">
                        <c:v>25.973861104000001</c:v>
                      </c:pt>
                      <c:pt idx="194">
                        <c:v>15.881082363999999</c:v>
                      </c:pt>
                      <c:pt idx="195">
                        <c:v>10.378293578999999</c:v>
                      </c:pt>
                      <c:pt idx="196">
                        <c:v>7.8375253430000003</c:v>
                      </c:pt>
                      <c:pt idx="197">
                        <c:v>9.1291830689999998</c:v>
                      </c:pt>
                      <c:pt idx="198">
                        <c:v>17.597507095000001</c:v>
                      </c:pt>
                      <c:pt idx="199">
                        <c:v>24.292267902999999</c:v>
                      </c:pt>
                      <c:pt idx="200">
                        <c:v>30.442782008999998</c:v>
                      </c:pt>
                      <c:pt idx="201">
                        <c:v>35.127727771000004</c:v>
                      </c:pt>
                      <c:pt idx="202">
                        <c:v>39.63071764</c:v>
                      </c:pt>
                      <c:pt idx="203">
                        <c:v>43.936385088000002</c:v>
                      </c:pt>
                      <c:pt idx="204">
                        <c:v>44.880453351</c:v>
                      </c:pt>
                      <c:pt idx="205">
                        <c:v>46.636605093</c:v>
                      </c:pt>
                      <c:pt idx="206">
                        <c:v>53.702855476000003</c:v>
                      </c:pt>
                      <c:pt idx="207">
                        <c:v>49.701765819000002</c:v>
                      </c:pt>
                      <c:pt idx="208">
                        <c:v>44.498597770000003</c:v>
                      </c:pt>
                      <c:pt idx="209">
                        <c:v>43.942110724000003</c:v>
                      </c:pt>
                      <c:pt idx="210">
                        <c:v>43.191910143999998</c:v>
                      </c:pt>
                      <c:pt idx="211">
                        <c:v>49.953670246999998</c:v>
                      </c:pt>
                      <c:pt idx="212">
                        <c:v>55.380055613000003</c:v>
                      </c:pt>
                      <c:pt idx="213">
                        <c:v>61.184709165999998</c:v>
                      </c:pt>
                      <c:pt idx="214">
                        <c:v>61.270841758000003</c:v>
                      </c:pt>
                      <c:pt idx="215">
                        <c:v>53.264721954999999</c:v>
                      </c:pt>
                      <c:pt idx="216">
                        <c:v>39.832640503999997</c:v>
                      </c:pt>
                      <c:pt idx="217">
                        <c:v>25.942332827000001</c:v>
                      </c:pt>
                      <c:pt idx="218">
                        <c:v>16.112028888000001</c:v>
                      </c:pt>
                      <c:pt idx="219">
                        <c:v>10.200530696</c:v>
                      </c:pt>
                      <c:pt idx="220">
                        <c:v>7.7302459629999998</c:v>
                      </c:pt>
                      <c:pt idx="221">
                        <c:v>9.181953622</c:v>
                      </c:pt>
                      <c:pt idx="222">
                        <c:v>18.390155687</c:v>
                      </c:pt>
                      <c:pt idx="223">
                        <c:v>25.657875722</c:v>
                      </c:pt>
                      <c:pt idx="224">
                        <c:v>31.076077266999999</c:v>
                      </c:pt>
                      <c:pt idx="225">
                        <c:v>34.500550033000003</c:v>
                      </c:pt>
                      <c:pt idx="226">
                        <c:v>37.542945410000002</c:v>
                      </c:pt>
                      <c:pt idx="227">
                        <c:v>41.041876748999996</c:v>
                      </c:pt>
                      <c:pt idx="228">
                        <c:v>43.511634907999998</c:v>
                      </c:pt>
                      <c:pt idx="229">
                        <c:v>48.633990992999998</c:v>
                      </c:pt>
                      <c:pt idx="230">
                        <c:v>50.193620230999997</c:v>
                      </c:pt>
                      <c:pt idx="231">
                        <c:v>47.296364529000002</c:v>
                      </c:pt>
                      <c:pt idx="232">
                        <c:v>42.944608227000003</c:v>
                      </c:pt>
                      <c:pt idx="233">
                        <c:v>42.927998461999998</c:v>
                      </c:pt>
                      <c:pt idx="234">
                        <c:v>42.778015347999997</c:v>
                      </c:pt>
                      <c:pt idx="235">
                        <c:v>48.920565332999999</c:v>
                      </c:pt>
                      <c:pt idx="236">
                        <c:v>55.079973873</c:v>
                      </c:pt>
                      <c:pt idx="237">
                        <c:v>61.172719995000001</c:v>
                      </c:pt>
                      <c:pt idx="238">
                        <c:v>59.213773060000001</c:v>
                      </c:pt>
                      <c:pt idx="239">
                        <c:v>49.503226611999999</c:v>
                      </c:pt>
                      <c:pt idx="240">
                        <c:v>35.004384969</c:v>
                      </c:pt>
                      <c:pt idx="241">
                        <c:v>21.745988131000001</c:v>
                      </c:pt>
                      <c:pt idx="242">
                        <c:v>13.200450774</c:v>
                      </c:pt>
                      <c:pt idx="243">
                        <c:v>8.6973399469999997</c:v>
                      </c:pt>
                      <c:pt idx="244">
                        <c:v>7.1129348830000003</c:v>
                      </c:pt>
                      <c:pt idx="245">
                        <c:v>9.0295116249999996</c:v>
                      </c:pt>
                      <c:pt idx="246">
                        <c:v>18.600856890999999</c:v>
                      </c:pt>
                      <c:pt idx="247">
                        <c:v>25.552010695</c:v>
                      </c:pt>
                      <c:pt idx="248">
                        <c:v>30.560443030999998</c:v>
                      </c:pt>
                      <c:pt idx="249">
                        <c:v>32.371403199</c:v>
                      </c:pt>
                      <c:pt idx="250">
                        <c:v>34.638080473999999</c:v>
                      </c:pt>
                      <c:pt idx="251">
                        <c:v>38.270381759999999</c:v>
                      </c:pt>
                      <c:pt idx="252">
                        <c:v>41.289162328000003</c:v>
                      </c:pt>
                      <c:pt idx="253">
                        <c:v>46.061997681999998</c:v>
                      </c:pt>
                      <c:pt idx="254">
                        <c:v>46.055417667999997</c:v>
                      </c:pt>
                      <c:pt idx="255">
                        <c:v>43.897070432</c:v>
                      </c:pt>
                      <c:pt idx="256">
                        <c:v>41.854221586999998</c:v>
                      </c:pt>
                      <c:pt idx="257">
                        <c:v>43.402544081000002</c:v>
                      </c:pt>
                      <c:pt idx="258">
                        <c:v>43.319882419000002</c:v>
                      </c:pt>
                      <c:pt idx="259">
                        <c:v>48.896234182999997</c:v>
                      </c:pt>
                      <c:pt idx="260">
                        <c:v>54.225930241999997</c:v>
                      </c:pt>
                      <c:pt idx="261">
                        <c:v>59.611904082000002</c:v>
                      </c:pt>
                      <c:pt idx="262">
                        <c:v>58.109992949000002</c:v>
                      </c:pt>
                      <c:pt idx="263">
                        <c:v>47.572685028000002</c:v>
                      </c:pt>
                      <c:pt idx="264">
                        <c:v>34.364158725999999</c:v>
                      </c:pt>
                      <c:pt idx="265">
                        <c:v>21.205527812</c:v>
                      </c:pt>
                      <c:pt idx="266">
                        <c:v>12.729551667000001</c:v>
                      </c:pt>
                      <c:pt idx="267">
                        <c:v>8.4565707319999994</c:v>
                      </c:pt>
                      <c:pt idx="268">
                        <c:v>6.8321127219999997</c:v>
                      </c:pt>
                      <c:pt idx="269">
                        <c:v>9.0541575749999996</c:v>
                      </c:pt>
                      <c:pt idx="270">
                        <c:v>19.364187945000001</c:v>
                      </c:pt>
                      <c:pt idx="271">
                        <c:v>26.448785196999999</c:v>
                      </c:pt>
                      <c:pt idx="272">
                        <c:v>30.815540174999999</c:v>
                      </c:pt>
                      <c:pt idx="273">
                        <c:v>32.767793318000003</c:v>
                      </c:pt>
                      <c:pt idx="274">
                        <c:v>35.285685000999997</c:v>
                      </c:pt>
                      <c:pt idx="275">
                        <c:v>39.133076080999999</c:v>
                      </c:pt>
                      <c:pt idx="276">
                        <c:v>42.038258435000003</c:v>
                      </c:pt>
                      <c:pt idx="277">
                        <c:v>46.747388414</c:v>
                      </c:pt>
                      <c:pt idx="278">
                        <c:v>46.262121854999997</c:v>
                      </c:pt>
                      <c:pt idx="279">
                        <c:v>44.086969029999999</c:v>
                      </c:pt>
                      <c:pt idx="280">
                        <c:v>42.215981253999999</c:v>
                      </c:pt>
                      <c:pt idx="281">
                        <c:v>42.892609473999997</c:v>
                      </c:pt>
                      <c:pt idx="282">
                        <c:v>42.702909169999998</c:v>
                      </c:pt>
                      <c:pt idx="283">
                        <c:v>49.425077186999999</c:v>
                      </c:pt>
                      <c:pt idx="284">
                        <c:v>55.042677683000001</c:v>
                      </c:pt>
                      <c:pt idx="285">
                        <c:v>60.332350740999999</c:v>
                      </c:pt>
                      <c:pt idx="286">
                        <c:v>57.739967292000003</c:v>
                      </c:pt>
                      <c:pt idx="287">
                        <c:v>47.570495340999997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5-F782-4DD4-8B67-32577BCE01C1}"/>
                  </c:ext>
                </c:extLst>
              </c15:ser>
            </c15:filteredLineSeries>
            <c15:filteredLineSeries>
              <c15:ser>
                <c:idx val="20"/>
                <c:order val="2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12-10-2026'!$V$1</c15:sqref>
                        </c15:formulaRef>
                      </c:ext>
                    </c:extLst>
                    <c:strCache>
                      <c:ptCount val="1"/>
                      <c:pt idx="0">
                        <c:v>OUG-DGW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12-10-2026'!$V$2:$V$289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72.539952962000001</c:v>
                      </c:pt>
                      <c:pt idx="1">
                        <c:v>45.675281264999995</c:v>
                      </c:pt>
                      <c:pt idx="2">
                        <c:v>27.368515071000001</c:v>
                      </c:pt>
                      <c:pt idx="3">
                        <c:v>17.747512254</c:v>
                      </c:pt>
                      <c:pt idx="4">
                        <c:v>14.175988493</c:v>
                      </c:pt>
                      <c:pt idx="5">
                        <c:v>18.880061484000002</c:v>
                      </c:pt>
                      <c:pt idx="6">
                        <c:v>38.081789361999995</c:v>
                      </c:pt>
                      <c:pt idx="7">
                        <c:v>52.236527936999998</c:v>
                      </c:pt>
                      <c:pt idx="8">
                        <c:v>61.400601847000004</c:v>
                      </c:pt>
                      <c:pt idx="9">
                        <c:v>65.669385761000001</c:v>
                      </c:pt>
                      <c:pt idx="10">
                        <c:v>71.86750613000001</c:v>
                      </c:pt>
                      <c:pt idx="11">
                        <c:v>79.672429690999991</c:v>
                      </c:pt>
                      <c:pt idx="12">
                        <c:v>85.771635068999998</c:v>
                      </c:pt>
                      <c:pt idx="13">
                        <c:v>95.308773727000002</c:v>
                      </c:pt>
                      <c:pt idx="14">
                        <c:v>96.420852453000009</c:v>
                      </c:pt>
                      <c:pt idx="15">
                        <c:v>92.129452478999994</c:v>
                      </c:pt>
                      <c:pt idx="16">
                        <c:v>84.214714981</c:v>
                      </c:pt>
                      <c:pt idx="17">
                        <c:v>84.725434404999987</c:v>
                      </c:pt>
                      <c:pt idx="18">
                        <c:v>82.802269965999997</c:v>
                      </c:pt>
                      <c:pt idx="19">
                        <c:v>95.022282095999998</c:v>
                      </c:pt>
                      <c:pt idx="20">
                        <c:v>104.47083276699999</c:v>
                      </c:pt>
                      <c:pt idx="21">
                        <c:v>117.18738738600001</c:v>
                      </c:pt>
                      <c:pt idx="22">
                        <c:v>118.059491377</c:v>
                      </c:pt>
                      <c:pt idx="23">
                        <c:v>104.416210574</c:v>
                      </c:pt>
                      <c:pt idx="24">
                        <c:v>79.533112410999991</c:v>
                      </c:pt>
                      <c:pt idx="25">
                        <c:v>53.164136674000005</c:v>
                      </c:pt>
                      <c:pt idx="26">
                        <c:v>32.993353845000001</c:v>
                      </c:pt>
                      <c:pt idx="27">
                        <c:v>20.958150948</c:v>
                      </c:pt>
                      <c:pt idx="28">
                        <c:v>15.504205751000001</c:v>
                      </c:pt>
                      <c:pt idx="29">
                        <c:v>18.553822648000001</c:v>
                      </c:pt>
                      <c:pt idx="30">
                        <c:v>34.697744229000001</c:v>
                      </c:pt>
                      <c:pt idx="31">
                        <c:v>47.842964027999997</c:v>
                      </c:pt>
                      <c:pt idx="32">
                        <c:v>59.885421231000002</c:v>
                      </c:pt>
                      <c:pt idx="33">
                        <c:v>69.782908556999999</c:v>
                      </c:pt>
                      <c:pt idx="34">
                        <c:v>78.936632830999997</c:v>
                      </c:pt>
                      <c:pt idx="35">
                        <c:v>87.631123615000007</c:v>
                      </c:pt>
                      <c:pt idx="36">
                        <c:v>89.578747574000005</c:v>
                      </c:pt>
                      <c:pt idx="37">
                        <c:v>92.721727646000005</c:v>
                      </c:pt>
                      <c:pt idx="38">
                        <c:v>106.941763111</c:v>
                      </c:pt>
                      <c:pt idx="39">
                        <c:v>99.874767609999992</c:v>
                      </c:pt>
                      <c:pt idx="40">
                        <c:v>87.769189967000003</c:v>
                      </c:pt>
                      <c:pt idx="41">
                        <c:v>86.071208118000001</c:v>
                      </c:pt>
                      <c:pt idx="42">
                        <c:v>84.391994374999996</c:v>
                      </c:pt>
                      <c:pt idx="43">
                        <c:v>97.879116190999994</c:v>
                      </c:pt>
                      <c:pt idx="44">
                        <c:v>108.586539757</c:v>
                      </c:pt>
                      <c:pt idx="45">
                        <c:v>122.02202257899999</c:v>
                      </c:pt>
                      <c:pt idx="46">
                        <c:v>121.26839618299999</c:v>
                      </c:pt>
                      <c:pt idx="47">
                        <c:v>106.918500522</c:v>
                      </c:pt>
                      <c:pt idx="48">
                        <c:v>81.330710245000006</c:v>
                      </c:pt>
                      <c:pt idx="49">
                        <c:v>54.038463426</c:v>
                      </c:pt>
                      <c:pt idx="50">
                        <c:v>32.881974834000005</c:v>
                      </c:pt>
                      <c:pt idx="51">
                        <c:v>20.806227315000001</c:v>
                      </c:pt>
                      <c:pt idx="52">
                        <c:v>15.590930676999999</c:v>
                      </c:pt>
                      <c:pt idx="53">
                        <c:v>19.107604475999999</c:v>
                      </c:pt>
                      <c:pt idx="54">
                        <c:v>36.416951021999999</c:v>
                      </c:pt>
                      <c:pt idx="55">
                        <c:v>49.927545203999998</c:v>
                      </c:pt>
                      <c:pt idx="56">
                        <c:v>60.685809500000005</c:v>
                      </c:pt>
                      <c:pt idx="57">
                        <c:v>67.762081109000007</c:v>
                      </c:pt>
                      <c:pt idx="58">
                        <c:v>73.999736317</c:v>
                      </c:pt>
                      <c:pt idx="59">
                        <c:v>81.087698345000007</c:v>
                      </c:pt>
                      <c:pt idx="60">
                        <c:v>85.887388568000006</c:v>
                      </c:pt>
                      <c:pt idx="61">
                        <c:v>96.563900423999996</c:v>
                      </c:pt>
                      <c:pt idx="62">
                        <c:v>100.26061488900001</c:v>
                      </c:pt>
                      <c:pt idx="63">
                        <c:v>95.178333231000011</c:v>
                      </c:pt>
                      <c:pt idx="64">
                        <c:v>85.383537996000001</c:v>
                      </c:pt>
                      <c:pt idx="65">
                        <c:v>84.364262271999991</c:v>
                      </c:pt>
                      <c:pt idx="66">
                        <c:v>81.142539763000002</c:v>
                      </c:pt>
                      <c:pt idx="67">
                        <c:v>94.100526967000008</c:v>
                      </c:pt>
                      <c:pt idx="68">
                        <c:v>105.171653307</c:v>
                      </c:pt>
                      <c:pt idx="69">
                        <c:v>117.77673408199999</c:v>
                      </c:pt>
                      <c:pt idx="70">
                        <c:v>116.727043522</c:v>
                      </c:pt>
                      <c:pt idx="71">
                        <c:v>100.12271317</c:v>
                      </c:pt>
                      <c:pt idx="72">
                        <c:v>72.020541183999995</c:v>
                      </c:pt>
                      <c:pt idx="73">
                        <c:v>44.908105988000003</c:v>
                      </c:pt>
                      <c:pt idx="74">
                        <c:v>26.886555317999999</c:v>
                      </c:pt>
                      <c:pt idx="75">
                        <c:v>17.263440189000001</c:v>
                      </c:pt>
                      <c:pt idx="76">
                        <c:v>13.904880161000001</c:v>
                      </c:pt>
                      <c:pt idx="77">
                        <c:v>18.311060158</c:v>
                      </c:pt>
                      <c:pt idx="78">
                        <c:v>36.645882650000004</c:v>
                      </c:pt>
                      <c:pt idx="79">
                        <c:v>49.970048032999998</c:v>
                      </c:pt>
                      <c:pt idx="80">
                        <c:v>58.884010083</c:v>
                      </c:pt>
                      <c:pt idx="81">
                        <c:v>63.642578587999999</c:v>
                      </c:pt>
                      <c:pt idx="82">
                        <c:v>69.246168519000008</c:v>
                      </c:pt>
                      <c:pt idx="83">
                        <c:v>76.723334703000006</c:v>
                      </c:pt>
                      <c:pt idx="84">
                        <c:v>82.786886929999994</c:v>
                      </c:pt>
                      <c:pt idx="85">
                        <c:v>92.075421231000007</c:v>
                      </c:pt>
                      <c:pt idx="86">
                        <c:v>92.46080169199999</c:v>
                      </c:pt>
                      <c:pt idx="87">
                        <c:v>87.736759413000001</c:v>
                      </c:pt>
                      <c:pt idx="88">
                        <c:v>81.830922921999999</c:v>
                      </c:pt>
                      <c:pt idx="89">
                        <c:v>82.313237049000008</c:v>
                      </c:pt>
                      <c:pt idx="90">
                        <c:v>80.372176623999991</c:v>
                      </c:pt>
                      <c:pt idx="91">
                        <c:v>93.529116079000005</c:v>
                      </c:pt>
                      <c:pt idx="92">
                        <c:v>104.73062067399999</c:v>
                      </c:pt>
                      <c:pt idx="93">
                        <c:v>117.61354795099999</c:v>
                      </c:pt>
                      <c:pt idx="94">
                        <c:v>115.773074091</c:v>
                      </c:pt>
                      <c:pt idx="95">
                        <c:v>97.080736459999997</c:v>
                      </c:pt>
                      <c:pt idx="96">
                        <c:v>68.332479519000003</c:v>
                      </c:pt>
                      <c:pt idx="97">
                        <c:v>42.229681267000004</c:v>
                      </c:pt>
                      <c:pt idx="98">
                        <c:v>25.198055523000001</c:v>
                      </c:pt>
                      <c:pt idx="99">
                        <c:v>16.648493053999999</c:v>
                      </c:pt>
                      <c:pt idx="100">
                        <c:v>13.629485916</c:v>
                      </c:pt>
                      <c:pt idx="101">
                        <c:v>18.038687959000001</c:v>
                      </c:pt>
                      <c:pt idx="102">
                        <c:v>37.177607468999994</c:v>
                      </c:pt>
                      <c:pt idx="103">
                        <c:v>50.706215744999994</c:v>
                      </c:pt>
                      <c:pt idx="104">
                        <c:v>59.392723427</c:v>
                      </c:pt>
                      <c:pt idx="105">
                        <c:v>64.067579183000007</c:v>
                      </c:pt>
                      <c:pt idx="106">
                        <c:v>69.655965477999999</c:v>
                      </c:pt>
                      <c:pt idx="107">
                        <c:v>77.791446132999994</c:v>
                      </c:pt>
                      <c:pt idx="108">
                        <c:v>83.248022563000006</c:v>
                      </c:pt>
                      <c:pt idx="109">
                        <c:v>92.611217218999997</c:v>
                      </c:pt>
                      <c:pt idx="110">
                        <c:v>92.654966322999996</c:v>
                      </c:pt>
                      <c:pt idx="111">
                        <c:v>87.676009719000007</c:v>
                      </c:pt>
                      <c:pt idx="112">
                        <c:v>81.793777551999995</c:v>
                      </c:pt>
                      <c:pt idx="113">
                        <c:v>82.549694383000002</c:v>
                      </c:pt>
                      <c:pt idx="114">
                        <c:v>80.86660121700001</c:v>
                      </c:pt>
                      <c:pt idx="115">
                        <c:v>94.283625313000002</c:v>
                      </c:pt>
                      <c:pt idx="116">
                        <c:v>105.790212474</c:v>
                      </c:pt>
                      <c:pt idx="117">
                        <c:v>119.30042732699999</c:v>
                      </c:pt>
                      <c:pt idx="118">
                        <c:v>116.768138296</c:v>
                      </c:pt>
                      <c:pt idx="119">
                        <c:v>97.97489964799999</c:v>
                      </c:pt>
                      <c:pt idx="120">
                        <c:v>69.011573598000012</c:v>
                      </c:pt>
                      <c:pt idx="121">
                        <c:v>42.402661307999999</c:v>
                      </c:pt>
                      <c:pt idx="122">
                        <c:v>25.224441179999999</c:v>
                      </c:pt>
                      <c:pt idx="123">
                        <c:v>16.357025943</c:v>
                      </c:pt>
                      <c:pt idx="124">
                        <c:v>13.446786992</c:v>
                      </c:pt>
                      <c:pt idx="125">
                        <c:v>18.061496423999998</c:v>
                      </c:pt>
                      <c:pt idx="126">
                        <c:v>37.460360616000003</c:v>
                      </c:pt>
                      <c:pt idx="127">
                        <c:v>51.383549391999999</c:v>
                      </c:pt>
                      <c:pt idx="128">
                        <c:v>60.01660236</c:v>
                      </c:pt>
                      <c:pt idx="129">
                        <c:v>64.923460179000003</c:v>
                      </c:pt>
                      <c:pt idx="130">
                        <c:v>70.812271995000003</c:v>
                      </c:pt>
                      <c:pt idx="131">
                        <c:v>77.900510862999994</c:v>
                      </c:pt>
                      <c:pt idx="132">
                        <c:v>85.022997787999998</c:v>
                      </c:pt>
                      <c:pt idx="133">
                        <c:v>96.465204127999996</c:v>
                      </c:pt>
                      <c:pt idx="134">
                        <c:v>97.158725650999997</c:v>
                      </c:pt>
                      <c:pt idx="135">
                        <c:v>91.64796656</c:v>
                      </c:pt>
                      <c:pt idx="136">
                        <c:v>82.136053812</c:v>
                      </c:pt>
                      <c:pt idx="137">
                        <c:v>82.133167640000011</c:v>
                      </c:pt>
                      <c:pt idx="138">
                        <c:v>87.390534578</c:v>
                      </c:pt>
                      <c:pt idx="139">
                        <c:v>101.09574505099999</c:v>
                      </c:pt>
                      <c:pt idx="140">
                        <c:v>106.69019116300001</c:v>
                      </c:pt>
                      <c:pt idx="141">
                        <c:v>119.069932216</c:v>
                      </c:pt>
                      <c:pt idx="142">
                        <c:v>116.725440617</c:v>
                      </c:pt>
                      <c:pt idx="143">
                        <c:v>97.993721090000008</c:v>
                      </c:pt>
                      <c:pt idx="144">
                        <c:v>71.506903084000001</c:v>
                      </c:pt>
                      <c:pt idx="145">
                        <c:v>44.939687343000003</c:v>
                      </c:pt>
                      <c:pt idx="146">
                        <c:v>27.211010610999999</c:v>
                      </c:pt>
                      <c:pt idx="147">
                        <c:v>16.939036718000001</c:v>
                      </c:pt>
                      <c:pt idx="148">
                        <c:v>13.631481371</c:v>
                      </c:pt>
                      <c:pt idx="149">
                        <c:v>18.234045448</c:v>
                      </c:pt>
                      <c:pt idx="150">
                        <c:v>38.226744695999997</c:v>
                      </c:pt>
                      <c:pt idx="151">
                        <c:v>52.010732073</c:v>
                      </c:pt>
                      <c:pt idx="152">
                        <c:v>60.388710691</c:v>
                      </c:pt>
                      <c:pt idx="153">
                        <c:v>65.142442469000002</c:v>
                      </c:pt>
                      <c:pt idx="154">
                        <c:v>70.541751957999992</c:v>
                      </c:pt>
                      <c:pt idx="155">
                        <c:v>78.054855587999995</c:v>
                      </c:pt>
                      <c:pt idx="156">
                        <c:v>83.567141351999993</c:v>
                      </c:pt>
                      <c:pt idx="157">
                        <c:v>92.831458843999997</c:v>
                      </c:pt>
                      <c:pt idx="158">
                        <c:v>92.946736187999988</c:v>
                      </c:pt>
                      <c:pt idx="159">
                        <c:v>88.856043572999994</c:v>
                      </c:pt>
                      <c:pt idx="160">
                        <c:v>83.42446389700001</c:v>
                      </c:pt>
                      <c:pt idx="161">
                        <c:v>83.960007947999998</c:v>
                      </c:pt>
                      <c:pt idx="162">
                        <c:v>82.31606949799999</c:v>
                      </c:pt>
                      <c:pt idx="163">
                        <c:v>94.594423479</c:v>
                      </c:pt>
                      <c:pt idx="164">
                        <c:v>104.979310535</c:v>
                      </c:pt>
                      <c:pt idx="165">
                        <c:v>117.55824963399999</c:v>
                      </c:pt>
                      <c:pt idx="166">
                        <c:v>116.19500750399999</c:v>
                      </c:pt>
                      <c:pt idx="167">
                        <c:v>97.640533336000004</c:v>
                      </c:pt>
                      <c:pt idx="168">
                        <c:v>69.204230389000003</c:v>
                      </c:pt>
                      <c:pt idx="169">
                        <c:v>43.140622694000001</c:v>
                      </c:pt>
                      <c:pt idx="170">
                        <c:v>26.153695143</c:v>
                      </c:pt>
                      <c:pt idx="171">
                        <c:v>17.148380631000002</c:v>
                      </c:pt>
                      <c:pt idx="172">
                        <c:v>14.139610702999999</c:v>
                      </c:pt>
                      <c:pt idx="173">
                        <c:v>18.753148934000002</c:v>
                      </c:pt>
                      <c:pt idx="174">
                        <c:v>39.005991136999995</c:v>
                      </c:pt>
                      <c:pt idx="175">
                        <c:v>54.408602330999997</c:v>
                      </c:pt>
                      <c:pt idx="176">
                        <c:v>65.327043347999989</c:v>
                      </c:pt>
                      <c:pt idx="177">
                        <c:v>71.871627605</c:v>
                      </c:pt>
                      <c:pt idx="178">
                        <c:v>74.791561222000013</c:v>
                      </c:pt>
                      <c:pt idx="179">
                        <c:v>80.248520143000007</c:v>
                      </c:pt>
                      <c:pt idx="180">
                        <c:v>86.462894491</c:v>
                      </c:pt>
                      <c:pt idx="181">
                        <c:v>96.125094805999993</c:v>
                      </c:pt>
                      <c:pt idx="182">
                        <c:v>95.719999185000006</c:v>
                      </c:pt>
                      <c:pt idx="183">
                        <c:v>90.395635419000001</c:v>
                      </c:pt>
                      <c:pt idx="184">
                        <c:v>84.502703341</c:v>
                      </c:pt>
                      <c:pt idx="185">
                        <c:v>84.115743549000001</c:v>
                      </c:pt>
                      <c:pt idx="186">
                        <c:v>83.864196265000004</c:v>
                      </c:pt>
                      <c:pt idx="187">
                        <c:v>97.273226069000003</c:v>
                      </c:pt>
                      <c:pt idx="188">
                        <c:v>106.678047792</c:v>
                      </c:pt>
                      <c:pt idx="189">
                        <c:v>118.43500257300001</c:v>
                      </c:pt>
                      <c:pt idx="190">
                        <c:v>118.78838588799999</c:v>
                      </c:pt>
                      <c:pt idx="191">
                        <c:v>104.40249408700001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6-F782-4DD4-8B67-32577BCE01C1}"/>
                  </c:ext>
                </c:extLst>
              </c15:ser>
            </c15:filteredLineSeries>
            <c15:filteredLineSeries>
              <c15:ser>
                <c:idx val="21"/>
                <c:order val="2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12-10-2026'!$W$1</c15:sqref>
                        </c15:formulaRef>
                      </c:ext>
                    </c:extLst>
                    <c:strCache>
                      <c:ptCount val="1"/>
                      <c:pt idx="0">
                        <c:v>MUS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12-10-2026'!$W$2:$W$289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46.522478674097997</c:v>
                      </c:pt>
                      <c:pt idx="1">
                        <c:v>30.132050497771001</c:v>
                      </c:pt>
                      <c:pt idx="2">
                        <c:v>18.568861231773997</c:v>
                      </c:pt>
                      <c:pt idx="3">
                        <c:v>12.381899541968</c:v>
                      </c:pt>
                      <c:pt idx="4">
                        <c:v>9.4653650505939986</c:v>
                      </c:pt>
                      <c:pt idx="5">
                        <c:v>10.726177467659001</c:v>
                      </c:pt>
                      <c:pt idx="6">
                        <c:v>20.356989523700999</c:v>
                      </c:pt>
                      <c:pt idx="7">
                        <c:v>31.434066600884002</c:v>
                      </c:pt>
                      <c:pt idx="8">
                        <c:v>38.122384969057997</c:v>
                      </c:pt>
                      <c:pt idx="9">
                        <c:v>41.232810828082002</c:v>
                      </c:pt>
                      <c:pt idx="10">
                        <c:v>45.531558493223002</c:v>
                      </c:pt>
                      <c:pt idx="11">
                        <c:v>49.944370486002995</c:v>
                      </c:pt>
                      <c:pt idx="12">
                        <c:v>52.556368355826997</c:v>
                      </c:pt>
                      <c:pt idx="13">
                        <c:v>58.000162473616001</c:v>
                      </c:pt>
                      <c:pt idx="14">
                        <c:v>60.505970870462995</c:v>
                      </c:pt>
                      <c:pt idx="15">
                        <c:v>60.435788773665003</c:v>
                      </c:pt>
                      <c:pt idx="16">
                        <c:v>55.190896387781997</c:v>
                      </c:pt>
                      <c:pt idx="17">
                        <c:v>59.198720327353001</c:v>
                      </c:pt>
                      <c:pt idx="18">
                        <c:v>58.097561565281005</c:v>
                      </c:pt>
                      <c:pt idx="19">
                        <c:v>64.775615222446007</c:v>
                      </c:pt>
                      <c:pt idx="20">
                        <c:v>69.982245832517989</c:v>
                      </c:pt>
                      <c:pt idx="21">
                        <c:v>80.461581261414011</c:v>
                      </c:pt>
                      <c:pt idx="22">
                        <c:v>79.487930081648997</c:v>
                      </c:pt>
                      <c:pt idx="23">
                        <c:v>68.482866987359998</c:v>
                      </c:pt>
                      <c:pt idx="24">
                        <c:v>52.350237828243003</c:v>
                      </c:pt>
                      <c:pt idx="25">
                        <c:v>36.215961187474996</c:v>
                      </c:pt>
                      <c:pt idx="26">
                        <c:v>23.048643840935998</c:v>
                      </c:pt>
                      <c:pt idx="27">
                        <c:v>14.940629794955001</c:v>
                      </c:pt>
                      <c:pt idx="28">
                        <c:v>10.567110898774001</c:v>
                      </c:pt>
                      <c:pt idx="29">
                        <c:v>10.37612447671</c:v>
                      </c:pt>
                      <c:pt idx="30">
                        <c:v>16.475327447550001</c:v>
                      </c:pt>
                      <c:pt idx="31">
                        <c:v>23.048515506392999</c:v>
                      </c:pt>
                      <c:pt idx="32">
                        <c:v>32.119816039191001</c:v>
                      </c:pt>
                      <c:pt idx="33">
                        <c:v>40.166833666250007</c:v>
                      </c:pt>
                      <c:pt idx="34">
                        <c:v>47.359812867761001</c:v>
                      </c:pt>
                      <c:pt idx="35">
                        <c:v>53.538023315032</c:v>
                      </c:pt>
                      <c:pt idx="36">
                        <c:v>53.284614979291</c:v>
                      </c:pt>
                      <c:pt idx="37">
                        <c:v>55.820171824907</c:v>
                      </c:pt>
                      <c:pt idx="38">
                        <c:v>70.446710034575005</c:v>
                      </c:pt>
                      <c:pt idx="39">
                        <c:v>68.046153764403002</c:v>
                      </c:pt>
                      <c:pt idx="40">
                        <c:v>58.565658872789001</c:v>
                      </c:pt>
                      <c:pt idx="41">
                        <c:v>60.920676234303002</c:v>
                      </c:pt>
                      <c:pt idx="42">
                        <c:v>59.019747374305005</c:v>
                      </c:pt>
                      <c:pt idx="43">
                        <c:v>67.402712249006996</c:v>
                      </c:pt>
                      <c:pt idx="44">
                        <c:v>73.334282671668987</c:v>
                      </c:pt>
                      <c:pt idx="45">
                        <c:v>84.693512190979007</c:v>
                      </c:pt>
                      <c:pt idx="46">
                        <c:v>83.117433869689009</c:v>
                      </c:pt>
                      <c:pt idx="47">
                        <c:v>72.636512240163</c:v>
                      </c:pt>
                      <c:pt idx="48">
                        <c:v>55.427064431984</c:v>
                      </c:pt>
                      <c:pt idx="49">
                        <c:v>37.602384944731</c:v>
                      </c:pt>
                      <c:pt idx="50">
                        <c:v>23.587998593640997</c:v>
                      </c:pt>
                      <c:pt idx="51">
                        <c:v>14.794400721558</c:v>
                      </c:pt>
                      <c:pt idx="52">
                        <c:v>10.430508455611999</c:v>
                      </c:pt>
                      <c:pt idx="53">
                        <c:v>10.389300610693999</c:v>
                      </c:pt>
                      <c:pt idx="54">
                        <c:v>17.232172453680001</c:v>
                      </c:pt>
                      <c:pt idx="55">
                        <c:v>25.299683181984001</c:v>
                      </c:pt>
                      <c:pt idx="56">
                        <c:v>34.193302815091997</c:v>
                      </c:pt>
                      <c:pt idx="57">
                        <c:v>41.363645333225996</c:v>
                      </c:pt>
                      <c:pt idx="58">
                        <c:v>46.681084391368003</c:v>
                      </c:pt>
                      <c:pt idx="59">
                        <c:v>51.301215081132</c:v>
                      </c:pt>
                      <c:pt idx="60">
                        <c:v>53.274482249776995</c:v>
                      </c:pt>
                      <c:pt idx="61">
                        <c:v>60.48332068397</c:v>
                      </c:pt>
                      <c:pt idx="62">
                        <c:v>64.304765411041004</c:v>
                      </c:pt>
                      <c:pt idx="63">
                        <c:v>63.316424756815003</c:v>
                      </c:pt>
                      <c:pt idx="64">
                        <c:v>56.793410900144991</c:v>
                      </c:pt>
                      <c:pt idx="65">
                        <c:v>60.472340193476995</c:v>
                      </c:pt>
                      <c:pt idx="66">
                        <c:v>58.973133894996003</c:v>
                      </c:pt>
                      <c:pt idx="67">
                        <c:v>64.967089396010991</c:v>
                      </c:pt>
                      <c:pt idx="68">
                        <c:v>70.488738704774008</c:v>
                      </c:pt>
                      <c:pt idx="69">
                        <c:v>81.451219303638993</c:v>
                      </c:pt>
                      <c:pt idx="70">
                        <c:v>79.481855001719993</c:v>
                      </c:pt>
                      <c:pt idx="71">
                        <c:v>66.169552747693999</c:v>
                      </c:pt>
                      <c:pt idx="72">
                        <c:v>46.961030722679993</c:v>
                      </c:pt>
                      <c:pt idx="73">
                        <c:v>30.06542610887</c:v>
                      </c:pt>
                      <c:pt idx="74">
                        <c:v>18.615180465350999</c:v>
                      </c:pt>
                      <c:pt idx="75">
                        <c:v>12.153878076077</c:v>
                      </c:pt>
                      <c:pt idx="76">
                        <c:v>9.299859958123001</c:v>
                      </c:pt>
                      <c:pt idx="77">
                        <c:v>10.155706139674999</c:v>
                      </c:pt>
                      <c:pt idx="78">
                        <c:v>19.247773038746999</c:v>
                      </c:pt>
                      <c:pt idx="79">
                        <c:v>30.148543626137997</c:v>
                      </c:pt>
                      <c:pt idx="80">
                        <c:v>37.066029086386003</c:v>
                      </c:pt>
                      <c:pt idx="81">
                        <c:v>40.687532261442996</c:v>
                      </c:pt>
                      <c:pt idx="82">
                        <c:v>44.822743062309996</c:v>
                      </c:pt>
                      <c:pt idx="83">
                        <c:v>49.395587029325</c:v>
                      </c:pt>
                      <c:pt idx="84">
                        <c:v>51.531331612705998</c:v>
                      </c:pt>
                      <c:pt idx="85">
                        <c:v>56.499905607670001</c:v>
                      </c:pt>
                      <c:pt idx="86">
                        <c:v>58.526463883985997</c:v>
                      </c:pt>
                      <c:pt idx="87">
                        <c:v>57.940516895584004</c:v>
                      </c:pt>
                      <c:pt idx="88">
                        <c:v>54.803442963761</c:v>
                      </c:pt>
                      <c:pt idx="89">
                        <c:v>59.833050257726001</c:v>
                      </c:pt>
                      <c:pt idx="90">
                        <c:v>58.109973283297002</c:v>
                      </c:pt>
                      <c:pt idx="91">
                        <c:v>65.252840822000991</c:v>
                      </c:pt>
                      <c:pt idx="92">
                        <c:v>71.483832609735003</c:v>
                      </c:pt>
                      <c:pt idx="93">
                        <c:v>82.415992546526994</c:v>
                      </c:pt>
                      <c:pt idx="94">
                        <c:v>79.178549630934</c:v>
                      </c:pt>
                      <c:pt idx="95">
                        <c:v>64.912863420213</c:v>
                      </c:pt>
                      <c:pt idx="96">
                        <c:v>45.395419543839999</c:v>
                      </c:pt>
                      <c:pt idx="97">
                        <c:v>28.751103712712002</c:v>
                      </c:pt>
                      <c:pt idx="98">
                        <c:v>17.575206378573</c:v>
                      </c:pt>
                      <c:pt idx="99">
                        <c:v>11.626451256088</c:v>
                      </c:pt>
                      <c:pt idx="100">
                        <c:v>8.9880534015349998</c:v>
                      </c:pt>
                      <c:pt idx="101">
                        <c:v>9.9669961285640003</c:v>
                      </c:pt>
                      <c:pt idx="102">
                        <c:v>19.659632344194002</c:v>
                      </c:pt>
                      <c:pt idx="103">
                        <c:v>31.202091807522002</c:v>
                      </c:pt>
                      <c:pt idx="104">
                        <c:v>37.974241145180997</c:v>
                      </c:pt>
                      <c:pt idx="105">
                        <c:v>41.091353368052005</c:v>
                      </c:pt>
                      <c:pt idx="106">
                        <c:v>45.236314484448997</c:v>
                      </c:pt>
                      <c:pt idx="107">
                        <c:v>50.350999574565002</c:v>
                      </c:pt>
                      <c:pt idx="108">
                        <c:v>52.714468501784992</c:v>
                      </c:pt>
                      <c:pt idx="109">
                        <c:v>57.241730587489002</c:v>
                      </c:pt>
                      <c:pt idx="110">
                        <c:v>59.280651263377003</c:v>
                      </c:pt>
                      <c:pt idx="111">
                        <c:v>58.694146261097998</c:v>
                      </c:pt>
                      <c:pt idx="112">
                        <c:v>55.578521802144998</c:v>
                      </c:pt>
                      <c:pt idx="113">
                        <c:v>60.169575360793004</c:v>
                      </c:pt>
                      <c:pt idx="114">
                        <c:v>58.602356185129999</c:v>
                      </c:pt>
                      <c:pt idx="115">
                        <c:v>65.68704120630801</c:v>
                      </c:pt>
                      <c:pt idx="116">
                        <c:v>72.452811626279001</c:v>
                      </c:pt>
                      <c:pt idx="117">
                        <c:v>84.001257183883993</c:v>
                      </c:pt>
                      <c:pt idx="118">
                        <c:v>80.197408810992002</c:v>
                      </c:pt>
                      <c:pt idx="119">
                        <c:v>65.502743931792992</c:v>
                      </c:pt>
                      <c:pt idx="120">
                        <c:v>45.417487226777006</c:v>
                      </c:pt>
                      <c:pt idx="121">
                        <c:v>28.648090786330997</c:v>
                      </c:pt>
                      <c:pt idx="122">
                        <c:v>17.624782199607001</c:v>
                      </c:pt>
                      <c:pt idx="123">
                        <c:v>11.506081543606999</c:v>
                      </c:pt>
                      <c:pt idx="124">
                        <c:v>8.8576629686819999</c:v>
                      </c:pt>
                      <c:pt idx="125">
                        <c:v>10.006419586948001</c:v>
                      </c:pt>
                      <c:pt idx="126">
                        <c:v>20.254328970982002</c:v>
                      </c:pt>
                      <c:pt idx="127">
                        <c:v>32.038164733711</c:v>
                      </c:pt>
                      <c:pt idx="128">
                        <c:v>38.503339056184998</c:v>
                      </c:pt>
                      <c:pt idx="129">
                        <c:v>41.621399574227993</c:v>
                      </c:pt>
                      <c:pt idx="130">
                        <c:v>45.734205174046004</c:v>
                      </c:pt>
                      <c:pt idx="131">
                        <c:v>50.140823702063003</c:v>
                      </c:pt>
                      <c:pt idx="132">
                        <c:v>53.657411154812003</c:v>
                      </c:pt>
                      <c:pt idx="133">
                        <c:v>61.337436084724999</c:v>
                      </c:pt>
                      <c:pt idx="134">
                        <c:v>63.170808348003</c:v>
                      </c:pt>
                      <c:pt idx="135">
                        <c:v>61.923825905386003</c:v>
                      </c:pt>
                      <c:pt idx="136">
                        <c:v>56.675866265299</c:v>
                      </c:pt>
                      <c:pt idx="137">
                        <c:v>61.240029420131997</c:v>
                      </c:pt>
                      <c:pt idx="138">
                        <c:v>65.438258077130001</c:v>
                      </c:pt>
                      <c:pt idx="139">
                        <c:v>72.899967230160001</c:v>
                      </c:pt>
                      <c:pt idx="140">
                        <c:v>74.427071432863002</c:v>
                      </c:pt>
                      <c:pt idx="141">
                        <c:v>84.948131453460007</c:v>
                      </c:pt>
                      <c:pt idx="142">
                        <c:v>80.137255459214998</c:v>
                      </c:pt>
                      <c:pt idx="143">
                        <c:v>64.997290520793996</c:v>
                      </c:pt>
                      <c:pt idx="144">
                        <c:v>47.522926784863998</c:v>
                      </c:pt>
                      <c:pt idx="145">
                        <c:v>30.370978510682999</c:v>
                      </c:pt>
                      <c:pt idx="146">
                        <c:v>19.280674563317998</c:v>
                      </c:pt>
                      <c:pt idx="147">
                        <c:v>11.828632097945</c:v>
                      </c:pt>
                      <c:pt idx="148">
                        <c:v>9.1719532326189999</c:v>
                      </c:pt>
                      <c:pt idx="149">
                        <c:v>10.380852902740999</c:v>
                      </c:pt>
                      <c:pt idx="150">
                        <c:v>20.621946590665999</c:v>
                      </c:pt>
                      <c:pt idx="151">
                        <c:v>32.479593675352</c:v>
                      </c:pt>
                      <c:pt idx="152">
                        <c:v>39.477602230008998</c:v>
                      </c:pt>
                      <c:pt idx="153">
                        <c:v>42.136210792124999</c:v>
                      </c:pt>
                      <c:pt idx="154">
                        <c:v>45.961521788566998</c:v>
                      </c:pt>
                      <c:pt idx="155">
                        <c:v>50.260896352141003</c:v>
                      </c:pt>
                      <c:pt idx="156">
                        <c:v>52.190196609521998</c:v>
                      </c:pt>
                      <c:pt idx="157">
                        <c:v>57.001849320759</c:v>
                      </c:pt>
                      <c:pt idx="158">
                        <c:v>59.077432890890002</c:v>
                      </c:pt>
                      <c:pt idx="159">
                        <c:v>58.424606731632998</c:v>
                      </c:pt>
                      <c:pt idx="160">
                        <c:v>56.246131432489001</c:v>
                      </c:pt>
                      <c:pt idx="161">
                        <c:v>62.248777275724002</c:v>
                      </c:pt>
                      <c:pt idx="162">
                        <c:v>60.444726061057999</c:v>
                      </c:pt>
                      <c:pt idx="163">
                        <c:v>67.182939851390998</c:v>
                      </c:pt>
                      <c:pt idx="164">
                        <c:v>73.238957146806001</c:v>
                      </c:pt>
                      <c:pt idx="165">
                        <c:v>83.068316030042013</c:v>
                      </c:pt>
                      <c:pt idx="166">
                        <c:v>79.770525601155995</c:v>
                      </c:pt>
                      <c:pt idx="167">
                        <c:v>64.266526946494992</c:v>
                      </c:pt>
                      <c:pt idx="168">
                        <c:v>44.999947981981002</c:v>
                      </c:pt>
                      <c:pt idx="169">
                        <c:v>28.533702311816</c:v>
                      </c:pt>
                      <c:pt idx="170">
                        <c:v>17.747262948917999</c:v>
                      </c:pt>
                      <c:pt idx="171">
                        <c:v>11.788138204839001</c:v>
                      </c:pt>
                      <c:pt idx="172">
                        <c:v>9.2367209603910005</c:v>
                      </c:pt>
                      <c:pt idx="173">
                        <c:v>10.697575744849001</c:v>
                      </c:pt>
                      <c:pt idx="174">
                        <c:v>21.287404960634998</c:v>
                      </c:pt>
                      <c:pt idx="175">
                        <c:v>34.594861691233</c:v>
                      </c:pt>
                      <c:pt idx="176">
                        <c:v>43.432433864814996</c:v>
                      </c:pt>
                      <c:pt idx="177">
                        <c:v>46.976885613406004</c:v>
                      </c:pt>
                      <c:pt idx="178">
                        <c:v>50.008513443939002</c:v>
                      </c:pt>
                      <c:pt idx="179">
                        <c:v>53.106783944898005</c:v>
                      </c:pt>
                      <c:pt idx="180">
                        <c:v>54.923284769479999</c:v>
                      </c:pt>
                      <c:pt idx="181">
                        <c:v>59.692623223577002</c:v>
                      </c:pt>
                      <c:pt idx="182">
                        <c:v>61.438811934284999</c:v>
                      </c:pt>
                      <c:pt idx="183">
                        <c:v>60.761419257889003</c:v>
                      </c:pt>
                      <c:pt idx="184">
                        <c:v>57.043897342789997</c:v>
                      </c:pt>
                      <c:pt idx="185">
                        <c:v>61.659348858187002</c:v>
                      </c:pt>
                      <c:pt idx="186">
                        <c:v>61.342354492115994</c:v>
                      </c:pt>
                      <c:pt idx="187">
                        <c:v>68.975432050375005</c:v>
                      </c:pt>
                      <c:pt idx="188">
                        <c:v>73.479760686044997</c:v>
                      </c:pt>
                      <c:pt idx="189">
                        <c:v>82.544722025097002</c:v>
                      </c:pt>
                      <c:pt idx="190">
                        <c:v>80.903133630962998</c:v>
                      </c:pt>
                      <c:pt idx="191">
                        <c:v>68.733667406949991</c:v>
                      </c:pt>
                      <c:pt idx="192">
                        <c:v>51.886770872134001</c:v>
                      </c:pt>
                      <c:pt idx="193">
                        <c:v>35.692184343488002</c:v>
                      </c:pt>
                      <c:pt idx="194">
                        <c:v>22.965050362420001</c:v>
                      </c:pt>
                      <c:pt idx="195">
                        <c:v>15.095235469809001</c:v>
                      </c:pt>
                      <c:pt idx="196">
                        <c:v>10.628477384836001</c:v>
                      </c:pt>
                      <c:pt idx="197">
                        <c:v>9.9251136348459994</c:v>
                      </c:pt>
                      <c:pt idx="198">
                        <c:v>16.652751601841</c:v>
                      </c:pt>
                      <c:pt idx="199">
                        <c:v>24.044982469482001</c:v>
                      </c:pt>
                      <c:pt idx="200">
                        <c:v>33.989549802309</c:v>
                      </c:pt>
                      <c:pt idx="201">
                        <c:v>42.816005241100996</c:v>
                      </c:pt>
                      <c:pt idx="202">
                        <c:v>49.480387417178001</c:v>
                      </c:pt>
                      <c:pt idx="203">
                        <c:v>54.801983811045005</c:v>
                      </c:pt>
                      <c:pt idx="204">
                        <c:v>54.074873959469997</c:v>
                      </c:pt>
                      <c:pt idx="205">
                        <c:v>56.938026089845003</c:v>
                      </c:pt>
                      <c:pt idx="206">
                        <c:v>70.552938636764011</c:v>
                      </c:pt>
                      <c:pt idx="207">
                        <c:v>67.268709288786994</c:v>
                      </c:pt>
                      <c:pt idx="208">
                        <c:v>60.239718703357994</c:v>
                      </c:pt>
                      <c:pt idx="209">
                        <c:v>63.120853733857004</c:v>
                      </c:pt>
                      <c:pt idx="210">
                        <c:v>61.260842467193996</c:v>
                      </c:pt>
                      <c:pt idx="211">
                        <c:v>69.367001978694987</c:v>
                      </c:pt>
                      <c:pt idx="212">
                        <c:v>75.241219080299004</c:v>
                      </c:pt>
                      <c:pt idx="213">
                        <c:v>84.829667843419003</c:v>
                      </c:pt>
                      <c:pt idx="214">
                        <c:v>84.408701524755998</c:v>
                      </c:pt>
                      <c:pt idx="215">
                        <c:v>71.159337631385</c:v>
                      </c:pt>
                      <c:pt idx="216">
                        <c:v>52.434363966128998</c:v>
                      </c:pt>
                      <c:pt idx="217">
                        <c:v>34.630359026836999</c:v>
                      </c:pt>
                      <c:pt idx="218">
                        <c:v>21.627314256032001</c:v>
                      </c:pt>
                      <c:pt idx="219">
                        <c:v>13.762001323608001</c:v>
                      </c:pt>
                      <c:pt idx="220">
                        <c:v>9.9347577904530002</c:v>
                      </c:pt>
                      <c:pt idx="221">
                        <c:v>9.7877787753819998</c:v>
                      </c:pt>
                      <c:pt idx="222">
                        <c:v>17.169121078164</c:v>
                      </c:pt>
                      <c:pt idx="223">
                        <c:v>25.967513924399</c:v>
                      </c:pt>
                      <c:pt idx="224">
                        <c:v>35.067120730810998</c:v>
                      </c:pt>
                      <c:pt idx="225">
                        <c:v>41.802475533105998</c:v>
                      </c:pt>
                      <c:pt idx="226">
                        <c:v>47.024540989266001</c:v>
                      </c:pt>
                      <c:pt idx="227">
                        <c:v>51.873999244516</c:v>
                      </c:pt>
                      <c:pt idx="228">
                        <c:v>53.408607475554007</c:v>
                      </c:pt>
                      <c:pt idx="229">
                        <c:v>60.445711635214998</c:v>
                      </c:pt>
                      <c:pt idx="230">
                        <c:v>64.407515058573992</c:v>
                      </c:pt>
                      <c:pt idx="231">
                        <c:v>62.603927382731008</c:v>
                      </c:pt>
                      <c:pt idx="232">
                        <c:v>57.659987249646001</c:v>
                      </c:pt>
                      <c:pt idx="233">
                        <c:v>62.235450207924004</c:v>
                      </c:pt>
                      <c:pt idx="234">
                        <c:v>60.931694855611994</c:v>
                      </c:pt>
                      <c:pt idx="235">
                        <c:v>67.576121808200995</c:v>
                      </c:pt>
                      <c:pt idx="236">
                        <c:v>74.722655910350994</c:v>
                      </c:pt>
                      <c:pt idx="237">
                        <c:v>84.99850963251501</c:v>
                      </c:pt>
                      <c:pt idx="238">
                        <c:v>79.781478469128004</c:v>
                      </c:pt>
                      <c:pt idx="239">
                        <c:v>64.467322327465993</c:v>
                      </c:pt>
                      <c:pt idx="240">
                        <c:v>44.804307427104</c:v>
                      </c:pt>
                      <c:pt idx="241">
                        <c:v>28.303097429432999</c:v>
                      </c:pt>
                      <c:pt idx="242">
                        <c:v>17.214701145323001</c:v>
                      </c:pt>
                      <c:pt idx="243">
                        <c:v>11.37392501399</c:v>
                      </c:pt>
                      <c:pt idx="244">
                        <c:v>8.9623090488510009</c:v>
                      </c:pt>
                      <c:pt idx="245">
                        <c:v>9.8899917443969994</c:v>
                      </c:pt>
                      <c:pt idx="246">
                        <c:v>19.690480823935999</c:v>
                      </c:pt>
                      <c:pt idx="247">
                        <c:v>31.346388704481001</c:v>
                      </c:pt>
                      <c:pt idx="248">
                        <c:v>37.843449823923002</c:v>
                      </c:pt>
                      <c:pt idx="249">
                        <c:v>40.814291675735994</c:v>
                      </c:pt>
                      <c:pt idx="250">
                        <c:v>45.007345459802004</c:v>
                      </c:pt>
                      <c:pt idx="251">
                        <c:v>49.797949145696997</c:v>
                      </c:pt>
                      <c:pt idx="252">
                        <c:v>52.187727874230006</c:v>
                      </c:pt>
                      <c:pt idx="253">
                        <c:v>57.387896591844999</c:v>
                      </c:pt>
                      <c:pt idx="254">
                        <c:v>59.543480830705001</c:v>
                      </c:pt>
                      <c:pt idx="255">
                        <c:v>58.699997333881008</c:v>
                      </c:pt>
                      <c:pt idx="256">
                        <c:v>58.036999459518</c:v>
                      </c:pt>
                      <c:pt idx="257">
                        <c:v>63.641885393853002</c:v>
                      </c:pt>
                      <c:pt idx="258">
                        <c:v>61.253191068141</c:v>
                      </c:pt>
                      <c:pt idx="259">
                        <c:v>67.738017977046994</c:v>
                      </c:pt>
                      <c:pt idx="260">
                        <c:v>74.679779311266998</c:v>
                      </c:pt>
                      <c:pt idx="261">
                        <c:v>83.841841237843013</c:v>
                      </c:pt>
                      <c:pt idx="262">
                        <c:v>79.171036485409985</c:v>
                      </c:pt>
                      <c:pt idx="263">
                        <c:v>62.969030568013999</c:v>
                      </c:pt>
                      <c:pt idx="264">
                        <c:v>43.106366213121994</c:v>
                      </c:pt>
                      <c:pt idx="265">
                        <c:v>26.616268704815997</c:v>
                      </c:pt>
                      <c:pt idx="266">
                        <c:v>16.224249384954</c:v>
                      </c:pt>
                      <c:pt idx="267">
                        <c:v>10.940569713539</c:v>
                      </c:pt>
                      <c:pt idx="268">
                        <c:v>8.7670234177489998</c:v>
                      </c:pt>
                      <c:pt idx="269">
                        <c:v>9.7658342004120016</c:v>
                      </c:pt>
                      <c:pt idx="270">
                        <c:v>20.034765060925</c:v>
                      </c:pt>
                      <c:pt idx="271">
                        <c:v>32.452027090420998</c:v>
                      </c:pt>
                      <c:pt idx="272">
                        <c:v>38.618993671342004</c:v>
                      </c:pt>
                      <c:pt idx="273">
                        <c:v>41.881255961872995</c:v>
                      </c:pt>
                      <c:pt idx="274">
                        <c:v>46.048564527097</c:v>
                      </c:pt>
                      <c:pt idx="275">
                        <c:v>50.663203562564</c:v>
                      </c:pt>
                      <c:pt idx="276">
                        <c:v>52.836774189277996</c:v>
                      </c:pt>
                      <c:pt idx="277">
                        <c:v>57.484786967424</c:v>
                      </c:pt>
                      <c:pt idx="278">
                        <c:v>59.628383056145999</c:v>
                      </c:pt>
                      <c:pt idx="279">
                        <c:v>58.877846351319995</c:v>
                      </c:pt>
                      <c:pt idx="280">
                        <c:v>58.235760117524002</c:v>
                      </c:pt>
                      <c:pt idx="281">
                        <c:v>62.875770647262001</c:v>
                      </c:pt>
                      <c:pt idx="282">
                        <c:v>61.006134394459004</c:v>
                      </c:pt>
                      <c:pt idx="283">
                        <c:v>68.781160256836003</c:v>
                      </c:pt>
                      <c:pt idx="284">
                        <c:v>76.375892405529001</c:v>
                      </c:pt>
                      <c:pt idx="285">
                        <c:v>85.993476807785001</c:v>
                      </c:pt>
                      <c:pt idx="286">
                        <c:v>80.453615286101993</c:v>
                      </c:pt>
                      <c:pt idx="287">
                        <c:v>63.495029898316993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7-F782-4DD4-8B67-32577BCE01C1}"/>
                  </c:ext>
                </c:extLst>
              </c15:ser>
            </c15:filteredLineSeries>
            <c15:filteredLineSeries>
              <c15:ser>
                <c:idx val="22"/>
                <c:order val="2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12-10-2026'!$X$1</c15:sqref>
                        </c15:formulaRef>
                      </c:ext>
                    </c:extLst>
                    <c:strCache>
                      <c:ptCount val="1"/>
                      <c:pt idx="0">
                        <c:v>MUS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12-10-2026'!$X$2:$X$289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4.1621216249749997</c:v>
                      </c:pt>
                      <c:pt idx="1">
                        <c:v>2.5959724756400004</c:v>
                      </c:pt>
                      <c:pt idx="2">
                        <c:v>1.6528979054899999</c:v>
                      </c:pt>
                      <c:pt idx="3">
                        <c:v>1.165557864473</c:v>
                      </c:pt>
                      <c:pt idx="4">
                        <c:v>0.90568651434000202</c:v>
                      </c:pt>
                      <c:pt idx="5">
                        <c:v>1.2070974132780001</c:v>
                      </c:pt>
                      <c:pt idx="6">
                        <c:v>2.4417279225690001</c:v>
                      </c:pt>
                      <c:pt idx="7">
                        <c:v>3.530221343624</c:v>
                      </c:pt>
                      <c:pt idx="8">
                        <c:v>4.0529777372140003</c:v>
                      </c:pt>
                      <c:pt idx="9">
                        <c:v>4.2173406613570004</c:v>
                      </c:pt>
                      <c:pt idx="10">
                        <c:v>4.5502622475870007</c:v>
                      </c:pt>
                      <c:pt idx="11">
                        <c:v>5.0548047901129989</c:v>
                      </c:pt>
                      <c:pt idx="12">
                        <c:v>5.5918484606009997</c:v>
                      </c:pt>
                      <c:pt idx="13">
                        <c:v>6.1087861886769996</c:v>
                      </c:pt>
                      <c:pt idx="14">
                        <c:v>6.3353656368819999</c:v>
                      </c:pt>
                      <c:pt idx="15">
                        <c:v>6.3131810586659993</c:v>
                      </c:pt>
                      <c:pt idx="16">
                        <c:v>5.7336983543739999</c:v>
                      </c:pt>
                      <c:pt idx="17">
                        <c:v>5.9938396263250002</c:v>
                      </c:pt>
                      <c:pt idx="18">
                        <c:v>5.9330153829680006</c:v>
                      </c:pt>
                      <c:pt idx="19">
                        <c:v>6.58754125957699</c:v>
                      </c:pt>
                      <c:pt idx="20">
                        <c:v>6.9807372493509998</c:v>
                      </c:pt>
                      <c:pt idx="21">
                        <c:v>7.8444257598269989</c:v>
                      </c:pt>
                      <c:pt idx="22">
                        <c:v>7.6573118696920002</c:v>
                      </c:pt>
                      <c:pt idx="23">
                        <c:v>6.28981015999</c:v>
                      </c:pt>
                      <c:pt idx="24">
                        <c:v>4.5800803947140007</c:v>
                      </c:pt>
                      <c:pt idx="25">
                        <c:v>3.097517214797</c:v>
                      </c:pt>
                      <c:pt idx="26">
                        <c:v>1.9048389993950001</c:v>
                      </c:pt>
                      <c:pt idx="27">
                        <c:v>1.2988869297069998</c:v>
                      </c:pt>
                      <c:pt idx="28">
                        <c:v>0.98839252794300103</c:v>
                      </c:pt>
                      <c:pt idx="29">
                        <c:v>1.1574104630450002</c:v>
                      </c:pt>
                      <c:pt idx="30">
                        <c:v>2.0302141576100001</c:v>
                      </c:pt>
                      <c:pt idx="31">
                        <c:v>2.9149073363250002</c:v>
                      </c:pt>
                      <c:pt idx="32">
                        <c:v>3.9442918531799998</c:v>
                      </c:pt>
                      <c:pt idx="33">
                        <c:v>4.5546340656610003</c:v>
                      </c:pt>
                      <c:pt idx="34">
                        <c:v>5.0736918092330008</c:v>
                      </c:pt>
                      <c:pt idx="35">
                        <c:v>5.5329224443560001</c:v>
                      </c:pt>
                      <c:pt idx="36">
                        <c:v>5.5888944590640097</c:v>
                      </c:pt>
                      <c:pt idx="37">
                        <c:v>5.9728455511309999</c:v>
                      </c:pt>
                      <c:pt idx="38">
                        <c:v>7.0171800500610004</c:v>
                      </c:pt>
                      <c:pt idx="39">
                        <c:v>6.832170878004999</c:v>
                      </c:pt>
                      <c:pt idx="40">
                        <c:v>5.8246926906669998</c:v>
                      </c:pt>
                      <c:pt idx="41">
                        <c:v>5.9037889035829902</c:v>
                      </c:pt>
                      <c:pt idx="42">
                        <c:v>5.8323075524180004</c:v>
                      </c:pt>
                      <c:pt idx="43">
                        <c:v>6.6016757827769998</c:v>
                      </c:pt>
                      <c:pt idx="44">
                        <c:v>7.0168643278010006</c:v>
                      </c:pt>
                      <c:pt idx="45">
                        <c:v>7.9794551783189993</c:v>
                      </c:pt>
                      <c:pt idx="46">
                        <c:v>7.8647320319620002</c:v>
                      </c:pt>
                      <c:pt idx="47">
                        <c:v>6.7023793891080006</c:v>
                      </c:pt>
                      <c:pt idx="48">
                        <c:v>4.8913855447189993</c:v>
                      </c:pt>
                      <c:pt idx="49">
                        <c:v>3.2313602058780102</c:v>
                      </c:pt>
                      <c:pt idx="50">
                        <c:v>1.9881727814820001</c:v>
                      </c:pt>
                      <c:pt idx="51">
                        <c:v>1.3338036622959999</c:v>
                      </c:pt>
                      <c:pt idx="52">
                        <c:v>1.0081410814259999</c:v>
                      </c:pt>
                      <c:pt idx="53">
                        <c:v>1.1761765677500002</c:v>
                      </c:pt>
                      <c:pt idx="54">
                        <c:v>2.094914309525</c:v>
                      </c:pt>
                      <c:pt idx="55">
                        <c:v>2.9743258884329999</c:v>
                      </c:pt>
                      <c:pt idx="56">
                        <c:v>3.9040573574240001</c:v>
                      </c:pt>
                      <c:pt idx="57">
                        <c:v>4.4578731302700003</c:v>
                      </c:pt>
                      <c:pt idx="58">
                        <c:v>4.8240207252419998</c:v>
                      </c:pt>
                      <c:pt idx="59">
                        <c:v>5.2797768677540011</c:v>
                      </c:pt>
                      <c:pt idx="60">
                        <c:v>5.6130599243209991</c:v>
                      </c:pt>
                      <c:pt idx="61">
                        <c:v>6.1778902558370001</c:v>
                      </c:pt>
                      <c:pt idx="62">
                        <c:v>6.4919887130090004</c:v>
                      </c:pt>
                      <c:pt idx="63">
                        <c:v>6.3002429028830003</c:v>
                      </c:pt>
                      <c:pt idx="64">
                        <c:v>5.6127380763290002</c:v>
                      </c:pt>
                      <c:pt idx="65">
                        <c:v>5.7708719618230093</c:v>
                      </c:pt>
                      <c:pt idx="66">
                        <c:v>5.6045577899939998</c:v>
                      </c:pt>
                      <c:pt idx="67">
                        <c:v>6.1800822192120108</c:v>
                      </c:pt>
                      <c:pt idx="68">
                        <c:v>6.5556602878299994</c:v>
                      </c:pt>
                      <c:pt idx="69">
                        <c:v>7.4683710070389999</c:v>
                      </c:pt>
                      <c:pt idx="70">
                        <c:v>7.3575346293329993</c:v>
                      </c:pt>
                      <c:pt idx="71">
                        <c:v>5.9132524456020104</c:v>
                      </c:pt>
                      <c:pt idx="72">
                        <c:v>3.9202791544750002</c:v>
                      </c:pt>
                      <c:pt idx="73">
                        <c:v>2.4032219369680003</c:v>
                      </c:pt>
                      <c:pt idx="74">
                        <c:v>1.5088110849310001</c:v>
                      </c:pt>
                      <c:pt idx="75">
                        <c:v>1.049210647062</c:v>
                      </c:pt>
                      <c:pt idx="76">
                        <c:v>0.85910038185899995</c:v>
                      </c:pt>
                      <c:pt idx="77">
                        <c:v>1.0996352847040001</c:v>
                      </c:pt>
                      <c:pt idx="78">
                        <c:v>2.236580217233</c:v>
                      </c:pt>
                      <c:pt idx="79">
                        <c:v>3.1556643114939997</c:v>
                      </c:pt>
                      <c:pt idx="80">
                        <c:v>3.6996985526850001</c:v>
                      </c:pt>
                      <c:pt idx="81">
                        <c:v>3.84719121418</c:v>
                      </c:pt>
                      <c:pt idx="82">
                        <c:v>4.2068480103899981</c:v>
                      </c:pt>
                      <c:pt idx="83">
                        <c:v>4.7245749236509997</c:v>
                      </c:pt>
                      <c:pt idx="84">
                        <c:v>5.1846938398039999</c:v>
                      </c:pt>
                      <c:pt idx="85">
                        <c:v>5.6461263730560001</c:v>
                      </c:pt>
                      <c:pt idx="86">
                        <c:v>5.8278976870439996</c:v>
                      </c:pt>
                      <c:pt idx="87">
                        <c:v>5.7435639548950004</c:v>
                      </c:pt>
                      <c:pt idx="88">
                        <c:v>5.4006019338719993</c:v>
                      </c:pt>
                      <c:pt idx="89">
                        <c:v>5.6875410469790006</c:v>
                      </c:pt>
                      <c:pt idx="90">
                        <c:v>5.562975260741001</c:v>
                      </c:pt>
                      <c:pt idx="91">
                        <c:v>6.2571834588900002</c:v>
                      </c:pt>
                      <c:pt idx="92">
                        <c:v>6.7056564018069995</c:v>
                      </c:pt>
                      <c:pt idx="93">
                        <c:v>7.6147725060379896</c:v>
                      </c:pt>
                      <c:pt idx="94">
                        <c:v>7.2664373460239906</c:v>
                      </c:pt>
                      <c:pt idx="95">
                        <c:v>5.7933818335870111</c:v>
                      </c:pt>
                      <c:pt idx="96">
                        <c:v>3.8918678995590001</c:v>
                      </c:pt>
                      <c:pt idx="97">
                        <c:v>2.4097245201800002</c:v>
                      </c:pt>
                      <c:pt idx="98">
                        <c:v>1.4761583409750001</c:v>
                      </c:pt>
                      <c:pt idx="99">
                        <c:v>1.011729071726001</c:v>
                      </c:pt>
                      <c:pt idx="100">
                        <c:v>0.84391911308800094</c:v>
                      </c:pt>
                      <c:pt idx="101">
                        <c:v>1.1331748256940002</c:v>
                      </c:pt>
                      <c:pt idx="102">
                        <c:v>2.3149987300570003</c:v>
                      </c:pt>
                      <c:pt idx="103">
                        <c:v>3.3714921122519996</c:v>
                      </c:pt>
                      <c:pt idx="104">
                        <c:v>3.9252899462369997</c:v>
                      </c:pt>
                      <c:pt idx="105">
                        <c:v>4.049372463179</c:v>
                      </c:pt>
                      <c:pt idx="106">
                        <c:v>4.3773055539740007</c:v>
                      </c:pt>
                      <c:pt idx="107">
                        <c:v>4.936434607462</c:v>
                      </c:pt>
                      <c:pt idx="108">
                        <c:v>5.3861850529049997</c:v>
                      </c:pt>
                      <c:pt idx="109">
                        <c:v>5.875551303735989</c:v>
                      </c:pt>
                      <c:pt idx="110">
                        <c:v>5.9686108273369998</c:v>
                      </c:pt>
                      <c:pt idx="111">
                        <c:v>5.8589538826489997</c:v>
                      </c:pt>
                      <c:pt idx="112">
                        <c:v>5.4506894313950003</c:v>
                      </c:pt>
                      <c:pt idx="113">
                        <c:v>5.7082798672850004</c:v>
                      </c:pt>
                      <c:pt idx="114">
                        <c:v>5.6733146157079997</c:v>
                      </c:pt>
                      <c:pt idx="115">
                        <c:v>6.3432434080299904</c:v>
                      </c:pt>
                      <c:pt idx="116">
                        <c:v>6.8647451152339896</c:v>
                      </c:pt>
                      <c:pt idx="117">
                        <c:v>7.7903129479830007</c:v>
                      </c:pt>
                      <c:pt idx="118">
                        <c:v>7.3748139402789992</c:v>
                      </c:pt>
                      <c:pt idx="119">
                        <c:v>5.8856596998619999</c:v>
                      </c:pt>
                      <c:pt idx="120">
                        <c:v>3.8770782585100001</c:v>
                      </c:pt>
                      <c:pt idx="121">
                        <c:v>2.3964346580510001</c:v>
                      </c:pt>
                      <c:pt idx="122">
                        <c:v>1.436016121387</c:v>
                      </c:pt>
                      <c:pt idx="123">
                        <c:v>0.996360095858001</c:v>
                      </c:pt>
                      <c:pt idx="124">
                        <c:v>0.83919607700300103</c:v>
                      </c:pt>
                      <c:pt idx="125">
                        <c:v>1.1073730615070001</c:v>
                      </c:pt>
                      <c:pt idx="126">
                        <c:v>2.326955576889</c:v>
                      </c:pt>
                      <c:pt idx="127">
                        <c:v>3.3825914397200001</c:v>
                      </c:pt>
                      <c:pt idx="128">
                        <c:v>4.0159085164140098</c:v>
                      </c:pt>
                      <c:pt idx="129">
                        <c:v>4.0769754142979995</c:v>
                      </c:pt>
                      <c:pt idx="130">
                        <c:v>4.4580633892019987</c:v>
                      </c:pt>
                      <c:pt idx="131">
                        <c:v>4.8457472904860008</c:v>
                      </c:pt>
                      <c:pt idx="132">
                        <c:v>5.457333963987999</c:v>
                      </c:pt>
                      <c:pt idx="133">
                        <c:v>6.3131757585489998</c:v>
                      </c:pt>
                      <c:pt idx="134">
                        <c:v>6.46246996382901</c:v>
                      </c:pt>
                      <c:pt idx="135">
                        <c:v>6.2788980027320003</c:v>
                      </c:pt>
                      <c:pt idx="136">
                        <c:v>5.6115172897020091</c:v>
                      </c:pt>
                      <c:pt idx="137">
                        <c:v>5.8192230183279996</c:v>
                      </c:pt>
                      <c:pt idx="138">
                        <c:v>5.8819962155710002</c:v>
                      </c:pt>
                      <c:pt idx="139">
                        <c:v>6.5284803094090007</c:v>
                      </c:pt>
                      <c:pt idx="140">
                        <c:v>6.9750859853909901</c:v>
                      </c:pt>
                      <c:pt idx="141">
                        <c:v>7.8350936394590001</c:v>
                      </c:pt>
                      <c:pt idx="142">
                        <c:v>7.4572406778250091</c:v>
                      </c:pt>
                      <c:pt idx="143">
                        <c:v>5.8527422387950105</c:v>
                      </c:pt>
                      <c:pt idx="144">
                        <c:v>3.9657434459099901</c:v>
                      </c:pt>
                      <c:pt idx="145">
                        <c:v>2.4454461940970003</c:v>
                      </c:pt>
                      <c:pt idx="146">
                        <c:v>1.5241335941180001</c:v>
                      </c:pt>
                      <c:pt idx="147">
                        <c:v>1.047383179004</c:v>
                      </c:pt>
                      <c:pt idx="148">
                        <c:v>0.86606985148300097</c:v>
                      </c:pt>
                      <c:pt idx="149">
                        <c:v>1.1605469240639998</c:v>
                      </c:pt>
                      <c:pt idx="150">
                        <c:v>2.4595058576020001</c:v>
                      </c:pt>
                      <c:pt idx="151">
                        <c:v>3.5549826489289997</c:v>
                      </c:pt>
                      <c:pt idx="152">
                        <c:v>4.0967276701430002</c:v>
                      </c:pt>
                      <c:pt idx="153">
                        <c:v>4.1709941403720006</c:v>
                      </c:pt>
                      <c:pt idx="154">
                        <c:v>4.5063470618960002</c:v>
                      </c:pt>
                      <c:pt idx="155">
                        <c:v>5.0161519337040001</c:v>
                      </c:pt>
                      <c:pt idx="156">
                        <c:v>5.3997138051509994</c:v>
                      </c:pt>
                      <c:pt idx="157">
                        <c:v>5.8534034409319995</c:v>
                      </c:pt>
                      <c:pt idx="158">
                        <c:v>6.0343743029880006</c:v>
                      </c:pt>
                      <c:pt idx="159">
                        <c:v>5.8626692144440007</c:v>
                      </c:pt>
                      <c:pt idx="160">
                        <c:v>5.5770372919010001</c:v>
                      </c:pt>
                      <c:pt idx="161">
                        <c:v>6.0118533460560002</c:v>
                      </c:pt>
                      <c:pt idx="162">
                        <c:v>5.9344812732420005</c:v>
                      </c:pt>
                      <c:pt idx="163">
                        <c:v>6.6052430010080005</c:v>
                      </c:pt>
                      <c:pt idx="164">
                        <c:v>7.0467664105259997</c:v>
                      </c:pt>
                      <c:pt idx="165">
                        <c:v>7.8379767181750006</c:v>
                      </c:pt>
                      <c:pt idx="166">
                        <c:v>7.421390298235</c:v>
                      </c:pt>
                      <c:pt idx="167">
                        <c:v>5.8506515046610001</c:v>
                      </c:pt>
                      <c:pt idx="168">
                        <c:v>3.8929171709879999</c:v>
                      </c:pt>
                      <c:pt idx="169">
                        <c:v>2.3990102597500003</c:v>
                      </c:pt>
                      <c:pt idx="170">
                        <c:v>1.5051435880020001</c:v>
                      </c:pt>
                      <c:pt idx="171">
                        <c:v>1.0639199577519998</c:v>
                      </c:pt>
                      <c:pt idx="172">
                        <c:v>0.88737257326499897</c:v>
                      </c:pt>
                      <c:pt idx="173">
                        <c:v>1.1918263016280002</c:v>
                      </c:pt>
                      <c:pt idx="174">
                        <c:v>2.5109212756479997</c:v>
                      </c:pt>
                      <c:pt idx="175">
                        <c:v>3.7720364346149995</c:v>
                      </c:pt>
                      <c:pt idx="176">
                        <c:v>4.56825596297901</c:v>
                      </c:pt>
                      <c:pt idx="177">
                        <c:v>4.4308775526979991</c:v>
                      </c:pt>
                      <c:pt idx="178">
                        <c:v>4.626437421126</c:v>
                      </c:pt>
                      <c:pt idx="179">
                        <c:v>5.035847987556</c:v>
                      </c:pt>
                      <c:pt idx="180">
                        <c:v>5.5021140555560102</c:v>
                      </c:pt>
                      <c:pt idx="181">
                        <c:v>5.9961832389799996</c:v>
                      </c:pt>
                      <c:pt idx="182">
                        <c:v>6.1230358190749996</c:v>
                      </c:pt>
                      <c:pt idx="183">
                        <c:v>6.0830402149149885</c:v>
                      </c:pt>
                      <c:pt idx="184">
                        <c:v>5.6805778935329991</c:v>
                      </c:pt>
                      <c:pt idx="185">
                        <c:v>6.0075840047629994</c:v>
                      </c:pt>
                      <c:pt idx="186">
                        <c:v>6.0519845036040003</c:v>
                      </c:pt>
                      <c:pt idx="187">
                        <c:v>6.7028782314160003</c:v>
                      </c:pt>
                      <c:pt idx="188">
                        <c:v>7.085228882</c:v>
                      </c:pt>
                      <c:pt idx="189">
                        <c:v>7.915265626219</c:v>
                      </c:pt>
                      <c:pt idx="190">
                        <c:v>7.5243691516890001</c:v>
                      </c:pt>
                      <c:pt idx="191">
                        <c:v>6.2064349909530003</c:v>
                      </c:pt>
                      <c:pt idx="192">
                        <c:v>4.53150625473</c:v>
                      </c:pt>
                      <c:pt idx="193">
                        <c:v>3.0344109977959999</c:v>
                      </c:pt>
                      <c:pt idx="194">
                        <c:v>1.959600416747</c:v>
                      </c:pt>
                      <c:pt idx="195">
                        <c:v>1.33042314273</c:v>
                      </c:pt>
                      <c:pt idx="196">
                        <c:v>1.0417507854570001</c:v>
                      </c:pt>
                      <c:pt idx="197">
                        <c:v>1.1357608675550002</c:v>
                      </c:pt>
                      <c:pt idx="198">
                        <c:v>2.0765679011369995</c:v>
                      </c:pt>
                      <c:pt idx="199">
                        <c:v>3.0013599858510003</c:v>
                      </c:pt>
                      <c:pt idx="200">
                        <c:v>4.1162497093530002</c:v>
                      </c:pt>
                      <c:pt idx="201">
                        <c:v>4.8086017112050001</c:v>
                      </c:pt>
                      <c:pt idx="202">
                        <c:v>5.1970704964210004</c:v>
                      </c:pt>
                      <c:pt idx="203">
                        <c:v>5.5583365687199908</c:v>
                      </c:pt>
                      <c:pt idx="204">
                        <c:v>5.4726027081330013</c:v>
                      </c:pt>
                      <c:pt idx="205">
                        <c:v>5.8515591384019983</c:v>
                      </c:pt>
                      <c:pt idx="206">
                        <c:v>6.8521263775519987</c:v>
                      </c:pt>
                      <c:pt idx="207">
                        <c:v>6.5941991923080003</c:v>
                      </c:pt>
                      <c:pt idx="208">
                        <c:v>5.9323456932530005</c:v>
                      </c:pt>
                      <c:pt idx="209">
                        <c:v>6.1566499703010003</c:v>
                      </c:pt>
                      <c:pt idx="210">
                        <c:v>6.0271671648109999</c:v>
                      </c:pt>
                      <c:pt idx="211">
                        <c:v>6.7843100605240103</c:v>
                      </c:pt>
                      <c:pt idx="212">
                        <c:v>7.2519244923649895</c:v>
                      </c:pt>
                      <c:pt idx="213">
                        <c:v>8.0368825505549992</c:v>
                      </c:pt>
                      <c:pt idx="214">
                        <c:v>7.6136504656089894</c:v>
                      </c:pt>
                      <c:pt idx="215">
                        <c:v>6.2636059034420093</c:v>
                      </c:pt>
                      <c:pt idx="216">
                        <c:v>4.5476343027909998</c:v>
                      </c:pt>
                      <c:pt idx="217">
                        <c:v>2.8930911899239997</c:v>
                      </c:pt>
                      <c:pt idx="218">
                        <c:v>1.8262821902990001</c:v>
                      </c:pt>
                      <c:pt idx="219">
                        <c:v>1.2088406936050002</c:v>
                      </c:pt>
                      <c:pt idx="220">
                        <c:v>0.96239146472499992</c:v>
                      </c:pt>
                      <c:pt idx="221">
                        <c:v>1.1074556841210002</c:v>
                      </c:pt>
                      <c:pt idx="222">
                        <c:v>2.1522647484099999</c:v>
                      </c:pt>
                      <c:pt idx="223">
                        <c:v>3.0297989531429996</c:v>
                      </c:pt>
                      <c:pt idx="224">
                        <c:v>3.9346193028009999</c:v>
                      </c:pt>
                      <c:pt idx="225">
                        <c:v>4.4726139643660003</c:v>
                      </c:pt>
                      <c:pt idx="226">
                        <c:v>4.7683845839990004</c:v>
                      </c:pt>
                      <c:pt idx="227">
                        <c:v>5.0745576191790001</c:v>
                      </c:pt>
                      <c:pt idx="228">
                        <c:v>5.301617418765999</c:v>
                      </c:pt>
                      <c:pt idx="229">
                        <c:v>5.9655872730969994</c:v>
                      </c:pt>
                      <c:pt idx="230">
                        <c:v>6.2065230824009987</c:v>
                      </c:pt>
                      <c:pt idx="231">
                        <c:v>5.9526164230439997</c:v>
                      </c:pt>
                      <c:pt idx="232">
                        <c:v>5.3863130641519996</c:v>
                      </c:pt>
                      <c:pt idx="233">
                        <c:v>5.6074132454689991</c:v>
                      </c:pt>
                      <c:pt idx="234">
                        <c:v>5.5599043489149995</c:v>
                      </c:pt>
                      <c:pt idx="235">
                        <c:v>6.2385644652209997</c:v>
                      </c:pt>
                      <c:pt idx="236">
                        <c:v>6.8091637732720001</c:v>
                      </c:pt>
                      <c:pt idx="237">
                        <c:v>7.5736119250399998</c:v>
                      </c:pt>
                      <c:pt idx="238">
                        <c:v>7.0702785374330004</c:v>
                      </c:pt>
                      <c:pt idx="239">
                        <c:v>5.4730559573590005</c:v>
                      </c:pt>
                      <c:pt idx="240">
                        <c:v>3.5936285106279997</c:v>
                      </c:pt>
                      <c:pt idx="241">
                        <c:v>2.1560084255980003</c:v>
                      </c:pt>
                      <c:pt idx="242">
                        <c:v>1.33252901224</c:v>
                      </c:pt>
                      <c:pt idx="243">
                        <c:v>0.94925043932399999</c:v>
                      </c:pt>
                      <c:pt idx="244">
                        <c:v>0.79181411843599891</c:v>
                      </c:pt>
                      <c:pt idx="245">
                        <c:v>0.99518455920600002</c:v>
                      </c:pt>
                      <c:pt idx="246">
                        <c:v>2.1827095982499998</c:v>
                      </c:pt>
                      <c:pt idx="247">
                        <c:v>3.1080796612719999</c:v>
                      </c:pt>
                      <c:pt idx="248">
                        <c:v>3.6908335906450001</c:v>
                      </c:pt>
                      <c:pt idx="249">
                        <c:v>3.7627045548870002</c:v>
                      </c:pt>
                      <c:pt idx="250">
                        <c:v>4.0498497521950005</c:v>
                      </c:pt>
                      <c:pt idx="251">
                        <c:v>4.5847351925830004</c:v>
                      </c:pt>
                      <c:pt idx="252">
                        <c:v>5.0351540705009894</c:v>
                      </c:pt>
                      <c:pt idx="253">
                        <c:v>5.4578685624589998</c:v>
                      </c:pt>
                      <c:pt idx="254">
                        <c:v>5.6852381843510003</c:v>
                      </c:pt>
                      <c:pt idx="255">
                        <c:v>5.5702972568349907</c:v>
                      </c:pt>
                      <c:pt idx="256">
                        <c:v>5.4257182143000007</c:v>
                      </c:pt>
                      <c:pt idx="257">
                        <c:v>5.7719828082060003</c:v>
                      </c:pt>
                      <c:pt idx="258">
                        <c:v>5.7482980248210005</c:v>
                      </c:pt>
                      <c:pt idx="259">
                        <c:v>6.4125399783540002</c:v>
                      </c:pt>
                      <c:pt idx="260">
                        <c:v>7.0170799005779907</c:v>
                      </c:pt>
                      <c:pt idx="261">
                        <c:v>7.7324332900589887</c:v>
                      </c:pt>
                      <c:pt idx="262">
                        <c:v>7.1400930911640001</c:v>
                      </c:pt>
                      <c:pt idx="263">
                        <c:v>5.4892186001850005</c:v>
                      </c:pt>
                      <c:pt idx="264">
                        <c:v>3.5592379657420006</c:v>
                      </c:pt>
                      <c:pt idx="265">
                        <c:v>2.1800362331460001</c:v>
                      </c:pt>
                      <c:pt idx="266">
                        <c:v>1.3273597606409999</c:v>
                      </c:pt>
                      <c:pt idx="267">
                        <c:v>0.96127558109799904</c:v>
                      </c:pt>
                      <c:pt idx="268">
                        <c:v>0.81755770296200003</c:v>
                      </c:pt>
                      <c:pt idx="269">
                        <c:v>1.0903604153169999</c:v>
                      </c:pt>
                      <c:pt idx="270">
                        <c:v>2.3958269557380003</c:v>
                      </c:pt>
                      <c:pt idx="271">
                        <c:v>3.4924837201630003</c:v>
                      </c:pt>
                      <c:pt idx="272">
                        <c:v>3.9632306789760001</c:v>
                      </c:pt>
                      <c:pt idx="273">
                        <c:v>4.0300370574120095</c:v>
                      </c:pt>
                      <c:pt idx="274">
                        <c:v>4.340497256861001</c:v>
                      </c:pt>
                      <c:pt idx="275">
                        <c:v>4.8634599062729977</c:v>
                      </c:pt>
                      <c:pt idx="276">
                        <c:v>5.2778760960849995</c:v>
                      </c:pt>
                      <c:pt idx="277">
                        <c:v>5.8077367032109999</c:v>
                      </c:pt>
                      <c:pt idx="278">
                        <c:v>5.8857590931860004</c:v>
                      </c:pt>
                      <c:pt idx="279">
                        <c:v>5.7249360398249998</c:v>
                      </c:pt>
                      <c:pt idx="280">
                        <c:v>5.6028647140810008</c:v>
                      </c:pt>
                      <c:pt idx="281">
                        <c:v>5.9200050409770002</c:v>
                      </c:pt>
                      <c:pt idx="282">
                        <c:v>5.8612705565539995</c:v>
                      </c:pt>
                      <c:pt idx="283">
                        <c:v>6.6252358280050094</c:v>
                      </c:pt>
                      <c:pt idx="284">
                        <c:v>7.2595951125189986</c:v>
                      </c:pt>
                      <c:pt idx="285">
                        <c:v>7.9533852168520012</c:v>
                      </c:pt>
                      <c:pt idx="286">
                        <c:v>7.3749446605940001</c:v>
                      </c:pt>
                      <c:pt idx="287">
                        <c:v>5.6835516544019997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8-F782-4DD4-8B67-32577BCE01C1}"/>
                  </c:ext>
                </c:extLst>
              </c15:ser>
            </c15:filteredLineSeries>
            <c15:filteredLineSeries>
              <c15:ser>
                <c:idx val="23"/>
                <c:order val="2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12-10-2026'!$Y$1</c15:sqref>
                        </c15:formulaRef>
                      </c:ext>
                    </c:extLst>
                    <c:strCache>
                      <c:ptCount val="1"/>
                      <c:pt idx="0">
                        <c:v>MUS Traffic in TB 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12-10-2026'!$Y$2:$Y$289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50.684600299073004</c:v>
                      </c:pt>
                      <c:pt idx="1">
                        <c:v>32.728022973411001</c:v>
                      </c:pt>
                      <c:pt idx="2">
                        <c:v>20.221759137264002</c:v>
                      </c:pt>
                      <c:pt idx="3">
                        <c:v>13.547457406441001</c:v>
                      </c:pt>
                      <c:pt idx="4">
                        <c:v>10.371051564934</c:v>
                      </c:pt>
                      <c:pt idx="5">
                        <c:v>11.933274880936999</c:v>
                      </c:pt>
                      <c:pt idx="6">
                        <c:v>22.798717446269997</c:v>
                      </c:pt>
                      <c:pt idx="7">
                        <c:v>34.964287944508001</c:v>
                      </c:pt>
                      <c:pt idx="8">
                        <c:v>42.175362706272004</c:v>
                      </c:pt>
                      <c:pt idx="9">
                        <c:v>45.450151489439001</c:v>
                      </c:pt>
                      <c:pt idx="10">
                        <c:v>50.081820740809995</c:v>
                      </c:pt>
                      <c:pt idx="11">
                        <c:v>54.999175276115999</c:v>
                      </c:pt>
                      <c:pt idx="12">
                        <c:v>58.148216816428004</c:v>
                      </c:pt>
                      <c:pt idx="13">
                        <c:v>64.108948662293002</c:v>
                      </c:pt>
                      <c:pt idx="14">
                        <c:v>66.841336507344991</c:v>
                      </c:pt>
                      <c:pt idx="15">
                        <c:v>66.748969832330999</c:v>
                      </c:pt>
                      <c:pt idx="16">
                        <c:v>60.924594742155996</c:v>
                      </c:pt>
                      <c:pt idx="17">
                        <c:v>65.192559953678</c:v>
                      </c:pt>
                      <c:pt idx="18">
                        <c:v>64.030576948249006</c:v>
                      </c:pt>
                      <c:pt idx="19">
                        <c:v>71.363156482023001</c:v>
                      </c:pt>
                      <c:pt idx="20">
                        <c:v>76.962983081868998</c:v>
                      </c:pt>
                      <c:pt idx="21">
                        <c:v>88.306007021241001</c:v>
                      </c:pt>
                      <c:pt idx="22">
                        <c:v>87.145241951341006</c:v>
                      </c:pt>
                      <c:pt idx="23">
                        <c:v>74.772677147349995</c:v>
                      </c:pt>
                      <c:pt idx="24">
                        <c:v>56.930318222957006</c:v>
                      </c:pt>
                      <c:pt idx="25">
                        <c:v>39.313478402272004</c:v>
                      </c:pt>
                      <c:pt idx="26">
                        <c:v>24.953482840330999</c:v>
                      </c:pt>
                      <c:pt idx="27">
                        <c:v>16.239516724662</c:v>
                      </c:pt>
                      <c:pt idx="28">
                        <c:v>11.555503426716999</c:v>
                      </c:pt>
                      <c:pt idx="29">
                        <c:v>11.533534939755</c:v>
                      </c:pt>
                      <c:pt idx="30">
                        <c:v>18.505541605160001</c:v>
                      </c:pt>
                      <c:pt idx="31">
                        <c:v>25.963422842718</c:v>
                      </c:pt>
                      <c:pt idx="32">
                        <c:v>36.064107892370998</c:v>
                      </c:pt>
                      <c:pt idx="33">
                        <c:v>44.721467731911005</c:v>
                      </c:pt>
                      <c:pt idx="34">
                        <c:v>52.433504676994005</c:v>
                      </c:pt>
                      <c:pt idx="35">
                        <c:v>59.070945759387996</c:v>
                      </c:pt>
                      <c:pt idx="36">
                        <c:v>58.873509438355001</c:v>
                      </c:pt>
                      <c:pt idx="37">
                        <c:v>61.793017376037994</c:v>
                      </c:pt>
                      <c:pt idx="38">
                        <c:v>77.463890084635992</c:v>
                      </c:pt>
                      <c:pt idx="39">
                        <c:v>74.878324642408003</c:v>
                      </c:pt>
                      <c:pt idx="40">
                        <c:v>64.390351563455994</c:v>
                      </c:pt>
                      <c:pt idx="41">
                        <c:v>66.824465137886008</c:v>
                      </c:pt>
                      <c:pt idx="42">
                        <c:v>64.852054926723</c:v>
                      </c:pt>
                      <c:pt idx="43">
                        <c:v>74.004388031784003</c:v>
                      </c:pt>
                      <c:pt idx="44">
                        <c:v>80.351146999470004</c:v>
                      </c:pt>
                      <c:pt idx="45">
                        <c:v>92.672967369298007</c:v>
                      </c:pt>
                      <c:pt idx="46">
                        <c:v>90.982165901651001</c:v>
                      </c:pt>
                      <c:pt idx="47">
                        <c:v>79.338891629271004</c:v>
                      </c:pt>
                      <c:pt idx="48">
                        <c:v>60.318449976703</c:v>
                      </c:pt>
                      <c:pt idx="49">
                        <c:v>40.833745150608998</c:v>
                      </c:pt>
                      <c:pt idx="50">
                        <c:v>25.576171375123</c:v>
                      </c:pt>
                      <c:pt idx="51">
                        <c:v>16.128204383854001</c:v>
                      </c:pt>
                      <c:pt idx="52">
                        <c:v>11.438649537038001</c:v>
                      </c:pt>
                      <c:pt idx="53">
                        <c:v>11.565477178444</c:v>
                      </c:pt>
                      <c:pt idx="54">
                        <c:v>19.327086763205003</c:v>
                      </c:pt>
                      <c:pt idx="55">
                        <c:v>28.274009070417002</c:v>
                      </c:pt>
                      <c:pt idx="56">
                        <c:v>38.097360172515998</c:v>
                      </c:pt>
                      <c:pt idx="57">
                        <c:v>45.821518463496005</c:v>
                      </c:pt>
                      <c:pt idx="58">
                        <c:v>51.505105116609997</c:v>
                      </c:pt>
                      <c:pt idx="59">
                        <c:v>56.580991948886002</c:v>
                      </c:pt>
                      <c:pt idx="60">
                        <c:v>58.887542174098002</c:v>
                      </c:pt>
                      <c:pt idx="61">
                        <c:v>66.661210939806992</c:v>
                      </c:pt>
                      <c:pt idx="62">
                        <c:v>70.796754124049997</c:v>
                      </c:pt>
                      <c:pt idx="63">
                        <c:v>69.616667659697995</c:v>
                      </c:pt>
                      <c:pt idx="64">
                        <c:v>62.406148976474</c:v>
                      </c:pt>
                      <c:pt idx="65">
                        <c:v>66.2432121553</c:v>
                      </c:pt>
                      <c:pt idx="66">
                        <c:v>64.57769168499</c:v>
                      </c:pt>
                      <c:pt idx="67">
                        <c:v>71.147171615223002</c:v>
                      </c:pt>
                      <c:pt idx="68">
                        <c:v>77.044398992603988</c:v>
                      </c:pt>
                      <c:pt idx="69">
                        <c:v>88.919590310677989</c:v>
                      </c:pt>
                      <c:pt idx="70">
                        <c:v>86.83938963105301</c:v>
                      </c:pt>
                      <c:pt idx="71">
                        <c:v>72.082805193296011</c:v>
                      </c:pt>
                      <c:pt idx="72">
                        <c:v>50.881309877154997</c:v>
                      </c:pt>
                      <c:pt idx="73">
                        <c:v>32.468648045838002</c:v>
                      </c:pt>
                      <c:pt idx="74">
                        <c:v>20.123991550282</c:v>
                      </c:pt>
                      <c:pt idx="75">
                        <c:v>13.203088723139</c:v>
                      </c:pt>
                      <c:pt idx="76">
                        <c:v>10.158960339982</c:v>
                      </c:pt>
                      <c:pt idx="77">
                        <c:v>11.255341424378999</c:v>
                      </c:pt>
                      <c:pt idx="78">
                        <c:v>21.484353255979997</c:v>
                      </c:pt>
                      <c:pt idx="79">
                        <c:v>33.304207937632</c:v>
                      </c:pt>
                      <c:pt idx="80">
                        <c:v>40.765727639071002</c:v>
                      </c:pt>
                      <c:pt idx="81">
                        <c:v>44.534723475622997</c:v>
                      </c:pt>
                      <c:pt idx="82">
                        <c:v>49.029591072700001</c:v>
                      </c:pt>
                      <c:pt idx="83">
                        <c:v>54.120161952975998</c:v>
                      </c:pt>
                      <c:pt idx="84">
                        <c:v>56.716025452509996</c:v>
                      </c:pt>
                      <c:pt idx="85">
                        <c:v>62.146031980725994</c:v>
                      </c:pt>
                      <c:pt idx="86">
                        <c:v>64.354361571029997</c:v>
                      </c:pt>
                      <c:pt idx="87">
                        <c:v>63.684080850478999</c:v>
                      </c:pt>
                      <c:pt idx="88">
                        <c:v>60.204044897632997</c:v>
                      </c:pt>
                      <c:pt idx="89">
                        <c:v>65.520591304704993</c:v>
                      </c:pt>
                      <c:pt idx="90">
                        <c:v>63.672948544038</c:v>
                      </c:pt>
                      <c:pt idx="91">
                        <c:v>71.510024280891002</c:v>
                      </c:pt>
                      <c:pt idx="92">
                        <c:v>78.189489011542008</c:v>
                      </c:pt>
                      <c:pt idx="93">
                        <c:v>90.030765052565002</c:v>
                      </c:pt>
                      <c:pt idx="94">
                        <c:v>86.444986976958006</c:v>
                      </c:pt>
                      <c:pt idx="95">
                        <c:v>70.706245253800006</c:v>
                      </c:pt>
                      <c:pt idx="96">
                        <c:v>49.287287443398995</c:v>
                      </c:pt>
                      <c:pt idx="97">
                        <c:v>31.160828232892001</c:v>
                      </c:pt>
                      <c:pt idx="98">
                        <c:v>19.051364719548001</c:v>
                      </c:pt>
                      <c:pt idx="99">
                        <c:v>12.638180327814</c:v>
                      </c:pt>
                      <c:pt idx="100">
                        <c:v>9.8319725146230006</c:v>
                      </c:pt>
                      <c:pt idx="101">
                        <c:v>11.100170954258001</c:v>
                      </c:pt>
                      <c:pt idx="102">
                        <c:v>21.974631074251</c:v>
                      </c:pt>
                      <c:pt idx="103">
                        <c:v>34.573583919774002</c:v>
                      </c:pt>
                      <c:pt idx="104">
                        <c:v>41.899531091417998</c:v>
                      </c:pt>
                      <c:pt idx="105">
                        <c:v>45.140725831230995</c:v>
                      </c:pt>
                      <c:pt idx="106">
                        <c:v>49.613620038422994</c:v>
                      </c:pt>
                      <c:pt idx="107">
                        <c:v>55.287434182026999</c:v>
                      </c:pt>
                      <c:pt idx="108">
                        <c:v>58.100653554689998</c:v>
                      </c:pt>
                      <c:pt idx="109">
                        <c:v>63.117281891224998</c:v>
                      </c:pt>
                      <c:pt idx="110">
                        <c:v>65.249262090713998</c:v>
                      </c:pt>
                      <c:pt idx="111">
                        <c:v>64.553100143747002</c:v>
                      </c:pt>
                      <c:pt idx="112">
                        <c:v>61.029211233539996</c:v>
                      </c:pt>
                      <c:pt idx="113">
                        <c:v>65.877855228077991</c:v>
                      </c:pt>
                      <c:pt idx="114">
                        <c:v>64.275670800838</c:v>
                      </c:pt>
                      <c:pt idx="115">
                        <c:v>72.030284614338001</c:v>
                      </c:pt>
                      <c:pt idx="116">
                        <c:v>79.317556741513002</c:v>
                      </c:pt>
                      <c:pt idx="117">
                        <c:v>91.791570131867005</c:v>
                      </c:pt>
                      <c:pt idx="118">
                        <c:v>87.572222751270999</c:v>
                      </c:pt>
                      <c:pt idx="119">
                        <c:v>71.388403631654995</c:v>
                      </c:pt>
                      <c:pt idx="120">
                        <c:v>49.294565485287002</c:v>
                      </c:pt>
                      <c:pt idx="121">
                        <c:v>31.044525444382</c:v>
                      </c:pt>
                      <c:pt idx="122">
                        <c:v>19.060798320994003</c:v>
                      </c:pt>
                      <c:pt idx="123">
                        <c:v>12.502441639464999</c:v>
                      </c:pt>
                      <c:pt idx="124">
                        <c:v>9.6968590456850006</c:v>
                      </c:pt>
                      <c:pt idx="125">
                        <c:v>11.113792648455</c:v>
                      </c:pt>
                      <c:pt idx="126">
                        <c:v>22.581284547871</c:v>
                      </c:pt>
                      <c:pt idx="127">
                        <c:v>35.420756173431002</c:v>
                      </c:pt>
                      <c:pt idx="128">
                        <c:v>42.519247572598999</c:v>
                      </c:pt>
                      <c:pt idx="129">
                        <c:v>45.698374988525998</c:v>
                      </c:pt>
                      <c:pt idx="130">
                        <c:v>50.192268563248</c:v>
                      </c:pt>
                      <c:pt idx="131">
                        <c:v>54.986570992548998</c:v>
                      </c:pt>
                      <c:pt idx="132">
                        <c:v>59.114745118800002</c:v>
                      </c:pt>
                      <c:pt idx="133">
                        <c:v>67.650611843274007</c:v>
                      </c:pt>
                      <c:pt idx="134">
                        <c:v>69.633278311832001</c:v>
                      </c:pt>
                      <c:pt idx="135">
                        <c:v>68.202723908118003</c:v>
                      </c:pt>
                      <c:pt idx="136">
                        <c:v>62.287383555001</c:v>
                      </c:pt>
                      <c:pt idx="137">
                        <c:v>67.059252438460007</c:v>
                      </c:pt>
                      <c:pt idx="138">
                        <c:v>71.320254292700994</c:v>
                      </c:pt>
                      <c:pt idx="139">
                        <c:v>79.428447539568992</c:v>
                      </c:pt>
                      <c:pt idx="140">
                        <c:v>81.402157418254006</c:v>
                      </c:pt>
                      <c:pt idx="141">
                        <c:v>92.783225092918997</c:v>
                      </c:pt>
                      <c:pt idx="142">
                        <c:v>87.594496137039997</c:v>
                      </c:pt>
                      <c:pt idx="143">
                        <c:v>70.850032759588998</c:v>
                      </c:pt>
                      <c:pt idx="144">
                        <c:v>51.488670230773998</c:v>
                      </c:pt>
                      <c:pt idx="145">
                        <c:v>32.816424704779998</c:v>
                      </c:pt>
                      <c:pt idx="146">
                        <c:v>20.804808157436</c:v>
                      </c:pt>
                      <c:pt idx="147">
                        <c:v>12.876015276948999</c:v>
                      </c:pt>
                      <c:pt idx="148">
                        <c:v>10.038023084102001</c:v>
                      </c:pt>
                      <c:pt idx="149">
                        <c:v>11.541399826805002</c:v>
                      </c:pt>
                      <c:pt idx="150">
                        <c:v>23.081452448267999</c:v>
                      </c:pt>
                      <c:pt idx="151">
                        <c:v>36.034576324280998</c:v>
                      </c:pt>
                      <c:pt idx="152">
                        <c:v>43.574329900152001</c:v>
                      </c:pt>
                      <c:pt idx="153">
                        <c:v>46.307204932497001</c:v>
                      </c:pt>
                      <c:pt idx="154">
                        <c:v>50.467868850462999</c:v>
                      </c:pt>
                      <c:pt idx="155">
                        <c:v>55.277048285844998</c:v>
                      </c:pt>
                      <c:pt idx="156">
                        <c:v>57.589910414673</c:v>
                      </c:pt>
                      <c:pt idx="157">
                        <c:v>62.855252761690998</c:v>
                      </c:pt>
                      <c:pt idx="158">
                        <c:v>65.111807193878008</c:v>
                      </c:pt>
                      <c:pt idx="159">
                        <c:v>64.287275946077003</c:v>
                      </c:pt>
                      <c:pt idx="160">
                        <c:v>61.823168724390001</c:v>
                      </c:pt>
                      <c:pt idx="161">
                        <c:v>68.260630621779995</c:v>
                      </c:pt>
                      <c:pt idx="162">
                        <c:v>66.379207334300006</c:v>
                      </c:pt>
                      <c:pt idx="163">
                        <c:v>73.788182852399004</c:v>
                      </c:pt>
                      <c:pt idx="164">
                        <c:v>80.285723557332005</c:v>
                      </c:pt>
                      <c:pt idx="165">
                        <c:v>90.906292748216998</c:v>
                      </c:pt>
                      <c:pt idx="166">
                        <c:v>87.191915899390992</c:v>
                      </c:pt>
                      <c:pt idx="167">
                        <c:v>70.117178451156008</c:v>
                      </c:pt>
                      <c:pt idx="168">
                        <c:v>48.892865152968994</c:v>
                      </c:pt>
                      <c:pt idx="169">
                        <c:v>30.932712571566</c:v>
                      </c:pt>
                      <c:pt idx="170">
                        <c:v>19.252406536920002</c:v>
                      </c:pt>
                      <c:pt idx="171">
                        <c:v>12.852058162591002</c:v>
                      </c:pt>
                      <c:pt idx="172">
                        <c:v>10.124093533656001</c:v>
                      </c:pt>
                      <c:pt idx="173">
                        <c:v>11.889402046476999</c:v>
                      </c:pt>
                      <c:pt idx="174">
                        <c:v>23.798326236283</c:v>
                      </c:pt>
                      <c:pt idx="175">
                        <c:v>38.366898125848003</c:v>
                      </c:pt>
                      <c:pt idx="176">
                        <c:v>48.000689827793998</c:v>
                      </c:pt>
                      <c:pt idx="177">
                        <c:v>51.407763166103997</c:v>
                      </c:pt>
                      <c:pt idx="178">
                        <c:v>54.634950865065001</c:v>
                      </c:pt>
                      <c:pt idx="179">
                        <c:v>58.142631932454002</c:v>
                      </c:pt>
                      <c:pt idx="180">
                        <c:v>60.425398825035998</c:v>
                      </c:pt>
                      <c:pt idx="181">
                        <c:v>65.688806462556997</c:v>
                      </c:pt>
                      <c:pt idx="182">
                        <c:v>67.561847753359999</c:v>
                      </c:pt>
                      <c:pt idx="183">
                        <c:v>66.844459472804004</c:v>
                      </c:pt>
                      <c:pt idx="184">
                        <c:v>62.724475236322995</c:v>
                      </c:pt>
                      <c:pt idx="185">
                        <c:v>67.666932862950006</c:v>
                      </c:pt>
                      <c:pt idx="186">
                        <c:v>67.394338995720005</c:v>
                      </c:pt>
                      <c:pt idx="187">
                        <c:v>75.678310281790999</c:v>
                      </c:pt>
                      <c:pt idx="188">
                        <c:v>80.564989568045007</c:v>
                      </c:pt>
                      <c:pt idx="189">
                        <c:v>90.459987651315998</c:v>
                      </c:pt>
                      <c:pt idx="190">
                        <c:v>88.427502782652013</c:v>
                      </c:pt>
                      <c:pt idx="191">
                        <c:v>74.940102397903004</c:v>
                      </c:pt>
                      <c:pt idx="192">
                        <c:v>56.418277126863998</c:v>
                      </c:pt>
                      <c:pt idx="193">
                        <c:v>38.726595341284003</c:v>
                      </c:pt>
                      <c:pt idx="194">
                        <c:v>24.924650779166999</c:v>
                      </c:pt>
                      <c:pt idx="195">
                        <c:v>16.425658612538999</c:v>
                      </c:pt>
                      <c:pt idx="196">
                        <c:v>11.670228170292999</c:v>
                      </c:pt>
                      <c:pt idx="197">
                        <c:v>11.060874502400999</c:v>
                      </c:pt>
                      <c:pt idx="198">
                        <c:v>18.729319502978001</c:v>
                      </c:pt>
                      <c:pt idx="199">
                        <c:v>27.046342455333001</c:v>
                      </c:pt>
                      <c:pt idx="200">
                        <c:v>38.105799511662006</c:v>
                      </c:pt>
                      <c:pt idx="201">
                        <c:v>47.624606952305996</c:v>
                      </c:pt>
                      <c:pt idx="202">
                        <c:v>54.677457913599</c:v>
                      </c:pt>
                      <c:pt idx="203">
                        <c:v>60.360320379765</c:v>
                      </c:pt>
                      <c:pt idx="204">
                        <c:v>59.547476667603</c:v>
                      </c:pt>
                      <c:pt idx="205">
                        <c:v>62.789585228246999</c:v>
                      </c:pt>
                      <c:pt idx="206">
                        <c:v>77.405065014315994</c:v>
                      </c:pt>
                      <c:pt idx="207">
                        <c:v>73.862908481094991</c:v>
                      </c:pt>
                      <c:pt idx="208">
                        <c:v>66.172064396610992</c:v>
                      </c:pt>
                      <c:pt idx="209">
                        <c:v>69.277503704158008</c:v>
                      </c:pt>
                      <c:pt idx="210">
                        <c:v>67.288009632005</c:v>
                      </c:pt>
                      <c:pt idx="211">
                        <c:v>76.151312039218993</c:v>
                      </c:pt>
                      <c:pt idx="212">
                        <c:v>82.49314357266401</c:v>
                      </c:pt>
                      <c:pt idx="213">
                        <c:v>92.866550393973995</c:v>
                      </c:pt>
                      <c:pt idx="214">
                        <c:v>92.022351990364996</c:v>
                      </c:pt>
                      <c:pt idx="215">
                        <c:v>77.422943534826999</c:v>
                      </c:pt>
                      <c:pt idx="216">
                        <c:v>56.981998268919995</c:v>
                      </c:pt>
                      <c:pt idx="217">
                        <c:v>37.523450216760999</c:v>
                      </c:pt>
                      <c:pt idx="218">
                        <c:v>23.453596446331002</c:v>
                      </c:pt>
                      <c:pt idx="219">
                        <c:v>14.970842017213</c:v>
                      </c:pt>
                      <c:pt idx="220">
                        <c:v>10.897149255178</c:v>
                      </c:pt>
                      <c:pt idx="221">
                        <c:v>10.895234459503</c:v>
                      </c:pt>
                      <c:pt idx="222">
                        <c:v>19.321385826574001</c:v>
                      </c:pt>
                      <c:pt idx="223">
                        <c:v>28.997312877542001</c:v>
                      </c:pt>
                      <c:pt idx="224">
                        <c:v>39.001740033612002</c:v>
                      </c:pt>
                      <c:pt idx="225">
                        <c:v>46.275089497472003</c:v>
                      </c:pt>
                      <c:pt idx="226">
                        <c:v>51.792925573265002</c:v>
                      </c:pt>
                      <c:pt idx="227">
                        <c:v>56.948556863695003</c:v>
                      </c:pt>
                      <c:pt idx="228">
                        <c:v>58.71022489432</c:v>
                      </c:pt>
                      <c:pt idx="229">
                        <c:v>66.411298908312006</c:v>
                      </c:pt>
                      <c:pt idx="230">
                        <c:v>70.614038140974998</c:v>
                      </c:pt>
                      <c:pt idx="231">
                        <c:v>68.556543805775007</c:v>
                      </c:pt>
                      <c:pt idx="232">
                        <c:v>63.046300313798</c:v>
                      </c:pt>
                      <c:pt idx="233">
                        <c:v>67.842863453392994</c:v>
                      </c:pt>
                      <c:pt idx="234">
                        <c:v>66.491599204527006</c:v>
                      </c:pt>
                      <c:pt idx="235">
                        <c:v>73.814686273421998</c:v>
                      </c:pt>
                      <c:pt idx="236">
                        <c:v>81.531819683623013</c:v>
                      </c:pt>
                      <c:pt idx="237">
                        <c:v>92.572121557554993</c:v>
                      </c:pt>
                      <c:pt idx="238">
                        <c:v>86.851757006561002</c:v>
                      </c:pt>
                      <c:pt idx="239">
                        <c:v>69.940378284825002</c:v>
                      </c:pt>
                      <c:pt idx="240">
                        <c:v>48.397935937732001</c:v>
                      </c:pt>
                      <c:pt idx="241">
                        <c:v>30.459105855031002</c:v>
                      </c:pt>
                      <c:pt idx="242">
                        <c:v>18.547230157563</c:v>
                      </c:pt>
                      <c:pt idx="243">
                        <c:v>12.323175453313999</c:v>
                      </c:pt>
                      <c:pt idx="244">
                        <c:v>9.7541231672870001</c:v>
                      </c:pt>
                      <c:pt idx="245">
                        <c:v>10.885176303603</c:v>
                      </c:pt>
                      <c:pt idx="246">
                        <c:v>21.873190422185999</c:v>
                      </c:pt>
                      <c:pt idx="247">
                        <c:v>34.454468365753002</c:v>
                      </c:pt>
                      <c:pt idx="248">
                        <c:v>41.534283414568002</c:v>
                      </c:pt>
                      <c:pt idx="249">
                        <c:v>44.576996230622996</c:v>
                      </c:pt>
                      <c:pt idx="250">
                        <c:v>49.057195211996998</c:v>
                      </c:pt>
                      <c:pt idx="251">
                        <c:v>54.382684338280001</c:v>
                      </c:pt>
                      <c:pt idx="252">
                        <c:v>57.222881944731</c:v>
                      </c:pt>
                      <c:pt idx="253">
                        <c:v>62.845765154303997</c:v>
                      </c:pt>
                      <c:pt idx="254">
                        <c:v>65.228719015056001</c:v>
                      </c:pt>
                      <c:pt idx="255">
                        <c:v>64.270294590715991</c:v>
                      </c:pt>
                      <c:pt idx="256">
                        <c:v>63.462717673817998</c:v>
                      </c:pt>
                      <c:pt idx="257">
                        <c:v>69.413868202059007</c:v>
                      </c:pt>
                      <c:pt idx="258">
                        <c:v>67.001489092962004</c:v>
                      </c:pt>
                      <c:pt idx="259">
                        <c:v>74.150557955400998</c:v>
                      </c:pt>
                      <c:pt idx="260">
                        <c:v>81.696859211845009</c:v>
                      </c:pt>
                      <c:pt idx="261">
                        <c:v>91.574274527901991</c:v>
                      </c:pt>
                      <c:pt idx="262">
                        <c:v>86.311129576574004</c:v>
                      </c:pt>
                      <c:pt idx="263">
                        <c:v>68.458249168199004</c:v>
                      </c:pt>
                      <c:pt idx="264">
                        <c:v>46.665604178864001</c:v>
                      </c:pt>
                      <c:pt idx="265">
                        <c:v>28.796304937961999</c:v>
                      </c:pt>
                      <c:pt idx="266">
                        <c:v>17.551609145595002</c:v>
                      </c:pt>
                      <c:pt idx="267">
                        <c:v>11.901845294636999</c:v>
                      </c:pt>
                      <c:pt idx="268">
                        <c:v>9.5845811207110003</c:v>
                      </c:pt>
                      <c:pt idx="269">
                        <c:v>10.856194615728999</c:v>
                      </c:pt>
                      <c:pt idx="270">
                        <c:v>22.430592016662999</c:v>
                      </c:pt>
                      <c:pt idx="271">
                        <c:v>35.944510810583999</c:v>
                      </c:pt>
                      <c:pt idx="272">
                        <c:v>42.582224350318</c:v>
                      </c:pt>
                      <c:pt idx="273">
                        <c:v>45.911293019285004</c:v>
                      </c:pt>
                      <c:pt idx="274">
                        <c:v>50.389061783957999</c:v>
                      </c:pt>
                      <c:pt idx="275">
                        <c:v>55.526663468837</c:v>
                      </c:pt>
                      <c:pt idx="276">
                        <c:v>58.114650285362998</c:v>
                      </c:pt>
                      <c:pt idx="277">
                        <c:v>63.292523670634999</c:v>
                      </c:pt>
                      <c:pt idx="278">
                        <c:v>65.514142149332002</c:v>
                      </c:pt>
                      <c:pt idx="279">
                        <c:v>64.602782391144999</c:v>
                      </c:pt>
                      <c:pt idx="280">
                        <c:v>63.838624831605003</c:v>
                      </c:pt>
                      <c:pt idx="281">
                        <c:v>68.79577568823899</c:v>
                      </c:pt>
                      <c:pt idx="282">
                        <c:v>66.867404951013</c:v>
                      </c:pt>
                      <c:pt idx="283">
                        <c:v>75.406396084841006</c:v>
                      </c:pt>
                      <c:pt idx="284">
                        <c:v>83.635487518047995</c:v>
                      </c:pt>
                      <c:pt idx="285">
                        <c:v>93.946862024636999</c:v>
                      </c:pt>
                      <c:pt idx="286">
                        <c:v>87.828559946696004</c:v>
                      </c:pt>
                      <c:pt idx="287">
                        <c:v>69.178581552718995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9-F782-4DD4-8B67-32577BCE01C1}"/>
                  </c:ext>
                </c:extLst>
              </c15:ser>
            </c15:filteredLineSeries>
            <c15:filteredLineSeries>
              <c15:ser>
                <c:idx val="24"/>
                <c:order val="2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12-10-2026'!$Z$1</c15:sqref>
                        </c15:formulaRef>
                      </c:ext>
                    </c:extLst>
                    <c:strCache>
                      <c:ptCount val="1"/>
                      <c:pt idx="0">
                        <c:v>ORN SGI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12-10-2026'!$Z$2:$Z$289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61.266098153018</c:v>
                      </c:pt>
                      <c:pt idx="1">
                        <c:v>38.698238819773998</c:v>
                      </c:pt>
                      <c:pt idx="2">
                        <c:v>23.241049806286</c:v>
                      </c:pt>
                      <c:pt idx="3">
                        <c:v>14.055518336284001</c:v>
                      </c:pt>
                      <c:pt idx="4">
                        <c:v>10.017113655539001</c:v>
                      </c:pt>
                      <c:pt idx="5">
                        <c:v>9.6036123441539996</c:v>
                      </c:pt>
                      <c:pt idx="6">
                        <c:v>18.67757304022</c:v>
                      </c:pt>
                      <c:pt idx="7">
                        <c:v>29.488229620442997</c:v>
                      </c:pt>
                      <c:pt idx="8">
                        <c:v>38.405768696440994</c:v>
                      </c:pt>
                      <c:pt idx="9">
                        <c:v>42.646511422354997</c:v>
                      </c:pt>
                      <c:pt idx="10">
                        <c:v>48.506280829224998</c:v>
                      </c:pt>
                      <c:pt idx="11">
                        <c:v>55.882749771211003</c:v>
                      </c:pt>
                      <c:pt idx="12">
                        <c:v>61.894311417525003</c:v>
                      </c:pt>
                      <c:pt idx="13">
                        <c:v>68.11136028205199</c:v>
                      </c:pt>
                      <c:pt idx="14">
                        <c:v>72.939155822171998</c:v>
                      </c:pt>
                      <c:pt idx="15">
                        <c:v>72.243590092521003</c:v>
                      </c:pt>
                      <c:pt idx="16">
                        <c:v>64.586638355274999</c:v>
                      </c:pt>
                      <c:pt idx="17">
                        <c:v>66.684178487776009</c:v>
                      </c:pt>
                      <c:pt idx="18">
                        <c:v>67.363828116739001</c:v>
                      </c:pt>
                      <c:pt idx="19">
                        <c:v>73.932838764392997</c:v>
                      </c:pt>
                      <c:pt idx="20">
                        <c:v>81.038865027433005</c:v>
                      </c:pt>
                      <c:pt idx="21">
                        <c:v>100.80875943507101</c:v>
                      </c:pt>
                      <c:pt idx="22">
                        <c:v>105.92307054069899</c:v>
                      </c:pt>
                      <c:pt idx="23">
                        <c:v>92.845669462210992</c:v>
                      </c:pt>
                      <c:pt idx="24">
                        <c:v>69.246101866860997</c:v>
                      </c:pt>
                      <c:pt idx="25">
                        <c:v>43.407000727232003</c:v>
                      </c:pt>
                      <c:pt idx="26">
                        <c:v>25.636594115177001</c:v>
                      </c:pt>
                      <c:pt idx="27">
                        <c:v>17.237461325609999</c:v>
                      </c:pt>
                      <c:pt idx="28">
                        <c:v>11.749798040954001</c:v>
                      </c:pt>
                      <c:pt idx="29">
                        <c:v>10.125494392159</c:v>
                      </c:pt>
                      <c:pt idx="30">
                        <c:v>16.495863670927001</c:v>
                      </c:pt>
                      <c:pt idx="31">
                        <c:v>23.269094337264999</c:v>
                      </c:pt>
                      <c:pt idx="32">
                        <c:v>34.614789898143997</c:v>
                      </c:pt>
                      <c:pt idx="33">
                        <c:v>45.092186572230005</c:v>
                      </c:pt>
                      <c:pt idx="34">
                        <c:v>54.040571640848995</c:v>
                      </c:pt>
                      <c:pt idx="35">
                        <c:v>61.071051691031997</c:v>
                      </c:pt>
                      <c:pt idx="36">
                        <c:v>66.672299520189</c:v>
                      </c:pt>
                      <c:pt idx="37">
                        <c:v>69.504236229096989</c:v>
                      </c:pt>
                      <c:pt idx="38">
                        <c:v>86.888764448081005</c:v>
                      </c:pt>
                      <c:pt idx="39">
                        <c:v>82.760958631676004</c:v>
                      </c:pt>
                      <c:pt idx="40">
                        <c:v>68.914367299261997</c:v>
                      </c:pt>
                      <c:pt idx="41">
                        <c:v>69.518310082466996</c:v>
                      </c:pt>
                      <c:pt idx="42">
                        <c:v>70.144876766786993</c:v>
                      </c:pt>
                      <c:pt idx="43">
                        <c:v>76.417507175980006</c:v>
                      </c:pt>
                      <c:pt idx="44">
                        <c:v>84.106303199707</c:v>
                      </c:pt>
                      <c:pt idx="45">
                        <c:v>105.446022324617</c:v>
                      </c:pt>
                      <c:pt idx="46">
                        <c:v>108.77370694887</c:v>
                      </c:pt>
                      <c:pt idx="47">
                        <c:v>96.058052832515003</c:v>
                      </c:pt>
                      <c:pt idx="48">
                        <c:v>71.947777538983004</c:v>
                      </c:pt>
                      <c:pt idx="49">
                        <c:v>47.385056379449999</c:v>
                      </c:pt>
                      <c:pt idx="50">
                        <c:v>28.290193757239997</c:v>
                      </c:pt>
                      <c:pt idx="51">
                        <c:v>17.027621166021998</c:v>
                      </c:pt>
                      <c:pt idx="52">
                        <c:v>11.227601417928001</c:v>
                      </c:pt>
                      <c:pt idx="53">
                        <c:v>9.6679883399560005</c:v>
                      </c:pt>
                      <c:pt idx="54">
                        <c:v>16.708332585095999</c:v>
                      </c:pt>
                      <c:pt idx="55">
                        <c:v>24.767005913611001</c:v>
                      </c:pt>
                      <c:pt idx="56">
                        <c:v>35.885433253301002</c:v>
                      </c:pt>
                      <c:pt idx="57">
                        <c:v>44.709534488791007</c:v>
                      </c:pt>
                      <c:pt idx="58">
                        <c:v>51.390163653214998</c:v>
                      </c:pt>
                      <c:pt idx="59">
                        <c:v>59.411371318088001</c:v>
                      </c:pt>
                      <c:pt idx="60">
                        <c:v>64.781991144244998</c:v>
                      </c:pt>
                      <c:pt idx="61">
                        <c:v>72.747418414723001</c:v>
                      </c:pt>
                      <c:pt idx="62">
                        <c:v>79.582343135210991</c:v>
                      </c:pt>
                      <c:pt idx="63">
                        <c:v>76.662598420967996</c:v>
                      </c:pt>
                      <c:pt idx="64">
                        <c:v>66.874051139372995</c:v>
                      </c:pt>
                      <c:pt idx="65">
                        <c:v>68.244903979838</c:v>
                      </c:pt>
                      <c:pt idx="66">
                        <c:v>68.977087072933003</c:v>
                      </c:pt>
                      <c:pt idx="67">
                        <c:v>75.251200137303002</c:v>
                      </c:pt>
                      <c:pt idx="68">
                        <c:v>81.912827681124</c:v>
                      </c:pt>
                      <c:pt idx="69">
                        <c:v>102.32111772125599</c:v>
                      </c:pt>
                      <c:pt idx="70">
                        <c:v>104.68381267556499</c:v>
                      </c:pt>
                      <c:pt idx="71">
                        <c:v>87.929749615587994</c:v>
                      </c:pt>
                      <c:pt idx="72">
                        <c:v>61.291552984879004</c:v>
                      </c:pt>
                      <c:pt idx="73">
                        <c:v>37.698005042394001</c:v>
                      </c:pt>
                      <c:pt idx="74">
                        <c:v>22.206025526850997</c:v>
                      </c:pt>
                      <c:pt idx="75">
                        <c:v>13.622765365983</c:v>
                      </c:pt>
                      <c:pt idx="76">
                        <c:v>9.5313461560610016</c:v>
                      </c:pt>
                      <c:pt idx="77">
                        <c:v>9.1850617064200009</c:v>
                      </c:pt>
                      <c:pt idx="78">
                        <c:v>17.942025188083999</c:v>
                      </c:pt>
                      <c:pt idx="79">
                        <c:v>28.631466348007002</c:v>
                      </c:pt>
                      <c:pt idx="80">
                        <c:v>37.789456821563007</c:v>
                      </c:pt>
                      <c:pt idx="81">
                        <c:v>42.309825012593002</c:v>
                      </c:pt>
                      <c:pt idx="82">
                        <c:v>47.875560167171997</c:v>
                      </c:pt>
                      <c:pt idx="83">
                        <c:v>55.119184639727997</c:v>
                      </c:pt>
                      <c:pt idx="84">
                        <c:v>60.594008856299006</c:v>
                      </c:pt>
                      <c:pt idx="85">
                        <c:v>65.691656190882</c:v>
                      </c:pt>
                      <c:pt idx="86">
                        <c:v>69.048350141539004</c:v>
                      </c:pt>
                      <c:pt idx="87">
                        <c:v>67.609311532366988</c:v>
                      </c:pt>
                      <c:pt idx="88">
                        <c:v>62.556650635480004</c:v>
                      </c:pt>
                      <c:pt idx="89">
                        <c:v>66.279100705345996</c:v>
                      </c:pt>
                      <c:pt idx="90">
                        <c:v>66.692738624105999</c:v>
                      </c:pt>
                      <c:pt idx="91">
                        <c:v>74.961028649178999</c:v>
                      </c:pt>
                      <c:pt idx="92">
                        <c:v>81.684948939923004</c:v>
                      </c:pt>
                      <c:pt idx="93">
                        <c:v>102.574365857545</c:v>
                      </c:pt>
                      <c:pt idx="94">
                        <c:v>104.029245369636</c:v>
                      </c:pt>
                      <c:pt idx="95">
                        <c:v>85.203816994679002</c:v>
                      </c:pt>
                      <c:pt idx="96">
                        <c:v>58.707703194867001</c:v>
                      </c:pt>
                      <c:pt idx="97">
                        <c:v>36.098631462535998</c:v>
                      </c:pt>
                      <c:pt idx="98">
                        <c:v>21.141834921060997</c:v>
                      </c:pt>
                      <c:pt idx="99">
                        <c:v>13.088856303331999</c:v>
                      </c:pt>
                      <c:pt idx="100">
                        <c:v>9.3590134903400006</c:v>
                      </c:pt>
                      <c:pt idx="101">
                        <c:v>9.0165505921189997</c:v>
                      </c:pt>
                      <c:pt idx="102">
                        <c:v>18.180596124120001</c:v>
                      </c:pt>
                      <c:pt idx="103">
                        <c:v>29.193041062048003</c:v>
                      </c:pt>
                      <c:pt idx="104">
                        <c:v>37.927831889718007</c:v>
                      </c:pt>
                      <c:pt idx="105">
                        <c:v>42.342866910833997</c:v>
                      </c:pt>
                      <c:pt idx="106">
                        <c:v>48.082559116121999</c:v>
                      </c:pt>
                      <c:pt idx="107">
                        <c:v>55.849806344616006</c:v>
                      </c:pt>
                      <c:pt idx="108">
                        <c:v>61.401967298235</c:v>
                      </c:pt>
                      <c:pt idx="109">
                        <c:v>66.687945469723999</c:v>
                      </c:pt>
                      <c:pt idx="110">
                        <c:v>69.701029559605004</c:v>
                      </c:pt>
                      <c:pt idx="111">
                        <c:v>68.460369156217993</c:v>
                      </c:pt>
                      <c:pt idx="112">
                        <c:v>62.564478487669994</c:v>
                      </c:pt>
                      <c:pt idx="113">
                        <c:v>66.570483326506007</c:v>
                      </c:pt>
                      <c:pt idx="114">
                        <c:v>67.367633576792997</c:v>
                      </c:pt>
                      <c:pt idx="115">
                        <c:v>75.389713830259993</c:v>
                      </c:pt>
                      <c:pt idx="116">
                        <c:v>82.043686751740992</c:v>
                      </c:pt>
                      <c:pt idx="117">
                        <c:v>103.92571046469601</c:v>
                      </c:pt>
                      <c:pt idx="118">
                        <c:v>104.229887591096</c:v>
                      </c:pt>
                      <c:pt idx="119">
                        <c:v>85.857311492946991</c:v>
                      </c:pt>
                      <c:pt idx="120">
                        <c:v>58.780885817202005</c:v>
                      </c:pt>
                      <c:pt idx="121">
                        <c:v>36.128455450589001</c:v>
                      </c:pt>
                      <c:pt idx="122">
                        <c:v>20.961586711446998</c:v>
                      </c:pt>
                      <c:pt idx="123">
                        <c:v>12.96860428429</c:v>
                      </c:pt>
                      <c:pt idx="124">
                        <c:v>9.3104470338439995</c:v>
                      </c:pt>
                      <c:pt idx="125">
                        <c:v>9.0878022499219995</c:v>
                      </c:pt>
                      <c:pt idx="126">
                        <c:v>18.565650668647002</c:v>
                      </c:pt>
                      <c:pt idx="127">
                        <c:v>29.841916125965</c:v>
                      </c:pt>
                      <c:pt idx="128">
                        <c:v>39.141122533040999</c:v>
                      </c:pt>
                      <c:pt idx="129">
                        <c:v>43.678403812265003</c:v>
                      </c:pt>
                      <c:pt idx="130">
                        <c:v>49.382545170810999</c:v>
                      </c:pt>
                      <c:pt idx="131">
                        <c:v>56.487852594463995</c:v>
                      </c:pt>
                      <c:pt idx="132">
                        <c:v>63.674030527367997</c:v>
                      </c:pt>
                      <c:pt idx="133">
                        <c:v>72.875013564414999</c:v>
                      </c:pt>
                      <c:pt idx="134">
                        <c:v>76.179385900929987</c:v>
                      </c:pt>
                      <c:pt idx="135">
                        <c:v>72.861486139041006</c:v>
                      </c:pt>
                      <c:pt idx="136">
                        <c:v>63.792101440470006</c:v>
                      </c:pt>
                      <c:pt idx="137">
                        <c:v>67.438450103348003</c:v>
                      </c:pt>
                      <c:pt idx="138">
                        <c:v>74.634787329763</c:v>
                      </c:pt>
                      <c:pt idx="139">
                        <c:v>83.981651484981001</c:v>
                      </c:pt>
                      <c:pt idx="140">
                        <c:v>85.157293190874995</c:v>
                      </c:pt>
                      <c:pt idx="141">
                        <c:v>106.08559615150601</c:v>
                      </c:pt>
                      <c:pt idx="142">
                        <c:v>105.32985858169401</c:v>
                      </c:pt>
                      <c:pt idx="143">
                        <c:v>86.090384258969991</c:v>
                      </c:pt>
                      <c:pt idx="144">
                        <c:v>61.100606357891998</c:v>
                      </c:pt>
                      <c:pt idx="145">
                        <c:v>37.629127666585006</c:v>
                      </c:pt>
                      <c:pt idx="146">
                        <c:v>22.784437359812003</c:v>
                      </c:pt>
                      <c:pt idx="147">
                        <c:v>13.550728173366998</c:v>
                      </c:pt>
                      <c:pt idx="148">
                        <c:v>9.8394482423810015</c:v>
                      </c:pt>
                      <c:pt idx="149">
                        <c:v>9.6538173269220007</c:v>
                      </c:pt>
                      <c:pt idx="150">
                        <c:v>18.607449517207002</c:v>
                      </c:pt>
                      <c:pt idx="151">
                        <c:v>29.977613458153002</c:v>
                      </c:pt>
                      <c:pt idx="152">
                        <c:v>39.704177336293</c:v>
                      </c:pt>
                      <c:pt idx="153">
                        <c:v>43.967836501059999</c:v>
                      </c:pt>
                      <c:pt idx="154">
                        <c:v>49.478594924722003</c:v>
                      </c:pt>
                      <c:pt idx="155">
                        <c:v>55.464360468568998</c:v>
                      </c:pt>
                      <c:pt idx="156">
                        <c:v>61.672597359224994</c:v>
                      </c:pt>
                      <c:pt idx="157">
                        <c:v>66.708106863189002</c:v>
                      </c:pt>
                      <c:pt idx="158">
                        <c:v>70.900025406786</c:v>
                      </c:pt>
                      <c:pt idx="159">
                        <c:v>69.616284962988999</c:v>
                      </c:pt>
                      <c:pt idx="160">
                        <c:v>64.249519545216003</c:v>
                      </c:pt>
                      <c:pt idx="161">
                        <c:v>68.762481236946002</c:v>
                      </c:pt>
                      <c:pt idx="162">
                        <c:v>69.195221452487004</c:v>
                      </c:pt>
                      <c:pt idx="163">
                        <c:v>78.305063694501996</c:v>
                      </c:pt>
                      <c:pt idx="164">
                        <c:v>83.46537426771701</c:v>
                      </c:pt>
                      <c:pt idx="165">
                        <c:v>104.74054295785</c:v>
                      </c:pt>
                      <c:pt idx="166">
                        <c:v>104.576474349823</c:v>
                      </c:pt>
                      <c:pt idx="167">
                        <c:v>83.417731234024004</c:v>
                      </c:pt>
                      <c:pt idx="168">
                        <c:v>56.677146397631006</c:v>
                      </c:pt>
                      <c:pt idx="169">
                        <c:v>33.793573077620003</c:v>
                      </c:pt>
                      <c:pt idx="170">
                        <c:v>20.687149569456999</c:v>
                      </c:pt>
                      <c:pt idx="171">
                        <c:v>13.149029097472999</c:v>
                      </c:pt>
                      <c:pt idx="172">
                        <c:v>9.5767456675969989</c:v>
                      </c:pt>
                      <c:pt idx="173">
                        <c:v>9.5771109238059982</c:v>
                      </c:pt>
                      <c:pt idx="174">
                        <c:v>19.407832291557998</c:v>
                      </c:pt>
                      <c:pt idx="175">
                        <c:v>32.452331961344996</c:v>
                      </c:pt>
                      <c:pt idx="176">
                        <c:v>42.785795549493002</c:v>
                      </c:pt>
                      <c:pt idx="177">
                        <c:v>48.311181724808996</c:v>
                      </c:pt>
                      <c:pt idx="178">
                        <c:v>52.884217376130998</c:v>
                      </c:pt>
                      <c:pt idx="179">
                        <c:v>58.739045520510999</c:v>
                      </c:pt>
                      <c:pt idx="180">
                        <c:v>63.932260883707002</c:v>
                      </c:pt>
                      <c:pt idx="181">
                        <c:v>69.508694810539012</c:v>
                      </c:pt>
                      <c:pt idx="182">
                        <c:v>73.288607638379986</c:v>
                      </c:pt>
                      <c:pt idx="183">
                        <c:v>71.940482502959</c:v>
                      </c:pt>
                      <c:pt idx="184">
                        <c:v>64.842600252378006</c:v>
                      </c:pt>
                      <c:pt idx="185">
                        <c:v>67.83484170908099</c:v>
                      </c:pt>
                      <c:pt idx="186">
                        <c:v>67.631188548933991</c:v>
                      </c:pt>
                      <c:pt idx="187">
                        <c:v>78.414416673114005</c:v>
                      </c:pt>
                      <c:pt idx="188">
                        <c:v>83.997053261597998</c:v>
                      </c:pt>
                      <c:pt idx="189">
                        <c:v>103.670858677525</c:v>
                      </c:pt>
                      <c:pt idx="190">
                        <c:v>106.03573439327199</c:v>
                      </c:pt>
                      <c:pt idx="191">
                        <c:v>90.320112292575004</c:v>
                      </c:pt>
                      <c:pt idx="192">
                        <c:v>65.881955755354994</c:v>
                      </c:pt>
                      <c:pt idx="193">
                        <c:v>42.912104752296003</c:v>
                      </c:pt>
                      <c:pt idx="194">
                        <c:v>26.759240650580001</c:v>
                      </c:pt>
                      <c:pt idx="195">
                        <c:v>17.209915752606001</c:v>
                      </c:pt>
                      <c:pt idx="196">
                        <c:v>11.776754316401</c:v>
                      </c:pt>
                      <c:pt idx="197">
                        <c:v>10.164543924892001</c:v>
                      </c:pt>
                      <c:pt idx="198">
                        <c:v>16.850390190563001</c:v>
                      </c:pt>
                      <c:pt idx="199">
                        <c:v>25.205685605031004</c:v>
                      </c:pt>
                      <c:pt idx="200">
                        <c:v>36.722045090398005</c:v>
                      </c:pt>
                      <c:pt idx="201">
                        <c:v>46.607007251505003</c:v>
                      </c:pt>
                      <c:pt idx="202">
                        <c:v>55.282702136180994</c:v>
                      </c:pt>
                      <c:pt idx="203">
                        <c:v>64.570466007849006</c:v>
                      </c:pt>
                      <c:pt idx="204">
                        <c:v>67.856152159729007</c:v>
                      </c:pt>
                      <c:pt idx="205">
                        <c:v>70.447188486035998</c:v>
                      </c:pt>
                      <c:pt idx="206">
                        <c:v>87.806256976742006</c:v>
                      </c:pt>
                      <c:pt idx="207">
                        <c:v>82.909122156736998</c:v>
                      </c:pt>
                      <c:pt idx="208">
                        <c:v>69.109919227395991</c:v>
                      </c:pt>
                      <c:pt idx="209">
                        <c:v>70.714006447340992</c:v>
                      </c:pt>
                      <c:pt idx="210">
                        <c:v>69.495723909337997</c:v>
                      </c:pt>
                      <c:pt idx="211">
                        <c:v>80.48156446109499</c:v>
                      </c:pt>
                      <c:pt idx="212">
                        <c:v>85.823062530988011</c:v>
                      </c:pt>
                      <c:pt idx="213">
                        <c:v>106.67685594403899</c:v>
                      </c:pt>
                      <c:pt idx="214">
                        <c:v>110.09512013337</c:v>
                      </c:pt>
                      <c:pt idx="215">
                        <c:v>93.946450290044993</c:v>
                      </c:pt>
                      <c:pt idx="216">
                        <c:v>68.012673198055992</c:v>
                      </c:pt>
                      <c:pt idx="217">
                        <c:v>43.151377391483003</c:v>
                      </c:pt>
                      <c:pt idx="218">
                        <c:v>25.638953178244002</c:v>
                      </c:pt>
                      <c:pt idx="219">
                        <c:v>15.403129935757001</c:v>
                      </c:pt>
                      <c:pt idx="220">
                        <c:v>10.498022469035</c:v>
                      </c:pt>
                      <c:pt idx="221">
                        <c:v>9.4240339033640002</c:v>
                      </c:pt>
                      <c:pt idx="222">
                        <c:v>16.790818205600001</c:v>
                      </c:pt>
                      <c:pt idx="223">
                        <c:v>25.986739819651</c:v>
                      </c:pt>
                      <c:pt idx="224">
                        <c:v>37.056678645017996</c:v>
                      </c:pt>
                      <c:pt idx="225">
                        <c:v>45.503427137173993</c:v>
                      </c:pt>
                      <c:pt idx="226">
                        <c:v>52.065849276583997</c:v>
                      </c:pt>
                      <c:pt idx="227">
                        <c:v>59.369286920905004</c:v>
                      </c:pt>
                      <c:pt idx="228">
                        <c:v>63.991046393299001</c:v>
                      </c:pt>
                      <c:pt idx="229">
                        <c:v>73.459388029761001</c:v>
                      </c:pt>
                      <c:pt idx="230">
                        <c:v>79.876506037477</c:v>
                      </c:pt>
                      <c:pt idx="231">
                        <c:v>77.370316541724989</c:v>
                      </c:pt>
                      <c:pt idx="232">
                        <c:v>66.418439447308003</c:v>
                      </c:pt>
                      <c:pt idx="233">
                        <c:v>69.110788244305994</c:v>
                      </c:pt>
                      <c:pt idx="234">
                        <c:v>68.614276400690997</c:v>
                      </c:pt>
                      <c:pt idx="235">
                        <c:v>78.259274287818002</c:v>
                      </c:pt>
                      <c:pt idx="236">
                        <c:v>85.772090185524007</c:v>
                      </c:pt>
                      <c:pt idx="237">
                        <c:v>107.76415819143301</c:v>
                      </c:pt>
                      <c:pt idx="238">
                        <c:v>105.061789126527</c:v>
                      </c:pt>
                      <c:pt idx="239">
                        <c:v>84.607456030324016</c:v>
                      </c:pt>
                      <c:pt idx="240">
                        <c:v>57.351133377128008</c:v>
                      </c:pt>
                      <c:pt idx="241">
                        <c:v>35.079208619612004</c:v>
                      </c:pt>
                      <c:pt idx="242">
                        <c:v>20.504260968571</c:v>
                      </c:pt>
                      <c:pt idx="243">
                        <c:v>12.579687534771999</c:v>
                      </c:pt>
                      <c:pt idx="244">
                        <c:v>9.0945847208719997</c:v>
                      </c:pt>
                      <c:pt idx="245">
                        <c:v>9.0348049777820005</c:v>
                      </c:pt>
                      <c:pt idx="246">
                        <c:v>18.300133470970998</c:v>
                      </c:pt>
                      <c:pt idx="247">
                        <c:v>29.806389727499997</c:v>
                      </c:pt>
                      <c:pt idx="248">
                        <c:v>38.223420473167998</c:v>
                      </c:pt>
                      <c:pt idx="249">
                        <c:v>41.996722950158997</c:v>
                      </c:pt>
                      <c:pt idx="250">
                        <c:v>47.520724057631</c:v>
                      </c:pt>
                      <c:pt idx="251">
                        <c:v>55.211683879527001</c:v>
                      </c:pt>
                      <c:pt idx="252">
                        <c:v>60.422110298222997</c:v>
                      </c:pt>
                      <c:pt idx="253">
                        <c:v>66.065634365931004</c:v>
                      </c:pt>
                      <c:pt idx="254">
                        <c:v>69.588275632268989</c:v>
                      </c:pt>
                      <c:pt idx="255">
                        <c:v>68.867580505492</c:v>
                      </c:pt>
                      <c:pt idx="256">
                        <c:v>63.832907418946995</c:v>
                      </c:pt>
                      <c:pt idx="257">
                        <c:v>70.231722715269996</c:v>
                      </c:pt>
                      <c:pt idx="258">
                        <c:v>69.128686171653001</c:v>
                      </c:pt>
                      <c:pt idx="259">
                        <c:v>78.249392367536998</c:v>
                      </c:pt>
                      <c:pt idx="260">
                        <c:v>84.515568096793004</c:v>
                      </c:pt>
                      <c:pt idx="261">
                        <c:v>104.961191749365</c:v>
                      </c:pt>
                      <c:pt idx="262">
                        <c:v>103.227837018049</c:v>
                      </c:pt>
                      <c:pt idx="263">
                        <c:v>80.753522191536007</c:v>
                      </c:pt>
                      <c:pt idx="264">
                        <c:v>53.501939921009004</c:v>
                      </c:pt>
                      <c:pt idx="265">
                        <c:v>32.034556604130998</c:v>
                      </c:pt>
                      <c:pt idx="266">
                        <c:v>18.720216106841001</c:v>
                      </c:pt>
                      <c:pt idx="267">
                        <c:v>11.928431464898001</c:v>
                      </c:pt>
                      <c:pt idx="268">
                        <c:v>8.8056097535699998</c:v>
                      </c:pt>
                      <c:pt idx="269">
                        <c:v>8.9668604062119996</c:v>
                      </c:pt>
                      <c:pt idx="270">
                        <c:v>18.448645559318003</c:v>
                      </c:pt>
                      <c:pt idx="271">
                        <c:v>30.573187688160001</c:v>
                      </c:pt>
                      <c:pt idx="272">
                        <c:v>39.535894558201001</c:v>
                      </c:pt>
                      <c:pt idx="273">
                        <c:v>43.180026865772</c:v>
                      </c:pt>
                      <c:pt idx="274">
                        <c:v>48.636586615060999</c:v>
                      </c:pt>
                      <c:pt idx="275">
                        <c:v>56.068569860171998</c:v>
                      </c:pt>
                      <c:pt idx="276">
                        <c:v>61.313443275474008</c:v>
                      </c:pt>
                      <c:pt idx="277">
                        <c:v>66.966444170672005</c:v>
                      </c:pt>
                      <c:pt idx="278">
                        <c:v>70.520818017356007</c:v>
                      </c:pt>
                      <c:pt idx="279">
                        <c:v>69.436215637019004</c:v>
                      </c:pt>
                      <c:pt idx="280">
                        <c:v>64.008153349289003</c:v>
                      </c:pt>
                      <c:pt idx="281">
                        <c:v>68.857973167466</c:v>
                      </c:pt>
                      <c:pt idx="282">
                        <c:v>67.550481125863001</c:v>
                      </c:pt>
                      <c:pt idx="283">
                        <c:v>78.219101470587006</c:v>
                      </c:pt>
                      <c:pt idx="284">
                        <c:v>85.816259747040007</c:v>
                      </c:pt>
                      <c:pt idx="285">
                        <c:v>107.407168380877</c:v>
                      </c:pt>
                      <c:pt idx="286">
                        <c:v>104.37602743414099</c:v>
                      </c:pt>
                      <c:pt idx="287">
                        <c:v>81.543676374476007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A-F782-4DD4-8B67-32577BCE01C1}"/>
                  </c:ext>
                </c:extLst>
              </c15:ser>
            </c15:filteredLineSeries>
            <c15:filteredLineSeries>
              <c15:ser>
                <c:idx val="25"/>
                <c:order val="2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12-10-2026'!$AA$1</c15:sqref>
                        </c15:formulaRef>
                      </c:ext>
                    </c:extLst>
                    <c:strCache>
                      <c:ptCount val="1"/>
                      <c:pt idx="0">
                        <c:v>ORN 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12-10-2026'!$AA$2:$AA$289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5.3700024496390002</c:v>
                      </c:pt>
                      <c:pt idx="1">
                        <c:v>3.3204166611470098</c:v>
                      </c:pt>
                      <c:pt idx="2">
                        <c:v>1.947396249106</c:v>
                      </c:pt>
                      <c:pt idx="3">
                        <c:v>1.208627035024</c:v>
                      </c:pt>
                      <c:pt idx="4">
                        <c:v>0.94922370243200005</c:v>
                      </c:pt>
                      <c:pt idx="5">
                        <c:v>1.0993234711750002</c:v>
                      </c:pt>
                      <c:pt idx="6">
                        <c:v>2.3850600892220002</c:v>
                      </c:pt>
                      <c:pt idx="7">
                        <c:v>3.6074741025630002</c:v>
                      </c:pt>
                      <c:pt idx="8">
                        <c:v>4.4133613855510001</c:v>
                      </c:pt>
                      <c:pt idx="9">
                        <c:v>4.5231162741570001</c:v>
                      </c:pt>
                      <c:pt idx="10">
                        <c:v>4.8774782143550004</c:v>
                      </c:pt>
                      <c:pt idx="11">
                        <c:v>5.4683979383079899</c:v>
                      </c:pt>
                      <c:pt idx="12">
                        <c:v>6.3279793871029995</c:v>
                      </c:pt>
                      <c:pt idx="13">
                        <c:v>6.9447072115430002</c:v>
                      </c:pt>
                      <c:pt idx="14">
                        <c:v>7.3722136021150009</c:v>
                      </c:pt>
                      <c:pt idx="15">
                        <c:v>7.3326364215730004</c:v>
                      </c:pt>
                      <c:pt idx="16">
                        <c:v>6.4764395298829998</c:v>
                      </c:pt>
                      <c:pt idx="17">
                        <c:v>6.3775488954539892</c:v>
                      </c:pt>
                      <c:pt idx="18">
                        <c:v>6.2718756548290004</c:v>
                      </c:pt>
                      <c:pt idx="19">
                        <c:v>6.8391671588909997</c:v>
                      </c:pt>
                      <c:pt idx="20">
                        <c:v>7.4913469810179993</c:v>
                      </c:pt>
                      <c:pt idx="21">
                        <c:v>9.0201329043309979</c:v>
                      </c:pt>
                      <c:pt idx="22">
                        <c:v>9.5387652574789996</c:v>
                      </c:pt>
                      <c:pt idx="23">
                        <c:v>8.3391690736320001</c:v>
                      </c:pt>
                      <c:pt idx="24">
                        <c:v>6.1081579867190108</c:v>
                      </c:pt>
                      <c:pt idx="25">
                        <c:v>3.8277789833430003</c:v>
                      </c:pt>
                      <c:pt idx="26">
                        <c:v>2.2537897292140001</c:v>
                      </c:pt>
                      <c:pt idx="27">
                        <c:v>1.5456048447709998</c:v>
                      </c:pt>
                      <c:pt idx="28">
                        <c:v>1.0958707956559999</c:v>
                      </c:pt>
                      <c:pt idx="29">
                        <c:v>1.119695412207</c:v>
                      </c:pt>
                      <c:pt idx="30">
                        <c:v>2.0509422606959999</c:v>
                      </c:pt>
                      <c:pt idx="31">
                        <c:v>2.9476291496810001</c:v>
                      </c:pt>
                      <c:pt idx="32">
                        <c:v>4.213123475562</c:v>
                      </c:pt>
                      <c:pt idx="33">
                        <c:v>5.0483790342109991</c:v>
                      </c:pt>
                      <c:pt idx="34">
                        <c:v>5.6232207264270002</c:v>
                      </c:pt>
                      <c:pt idx="35">
                        <c:v>6.9332996631310007</c:v>
                      </c:pt>
                      <c:pt idx="36">
                        <c:v>7.020865771845</c:v>
                      </c:pt>
                      <c:pt idx="37">
                        <c:v>7.1902021127419999</c:v>
                      </c:pt>
                      <c:pt idx="38">
                        <c:v>8.4325140896900006</c:v>
                      </c:pt>
                      <c:pt idx="39">
                        <c:v>8.0337595603340013</c:v>
                      </c:pt>
                      <c:pt idx="40">
                        <c:v>6.7742026632080004</c:v>
                      </c:pt>
                      <c:pt idx="41">
                        <c:v>6.5684594063400006</c:v>
                      </c:pt>
                      <c:pt idx="42">
                        <c:v>6.4596234945100095</c:v>
                      </c:pt>
                      <c:pt idx="43">
                        <c:v>6.9528861959390102</c:v>
                      </c:pt>
                      <c:pt idx="44">
                        <c:v>7.604591693824001</c:v>
                      </c:pt>
                      <c:pt idx="45">
                        <c:v>9.3116175597460096</c:v>
                      </c:pt>
                      <c:pt idx="46">
                        <c:v>9.7491117131489986</c:v>
                      </c:pt>
                      <c:pt idx="47">
                        <c:v>8.6527967209910077</c:v>
                      </c:pt>
                      <c:pt idx="48">
                        <c:v>6.3820550856170009</c:v>
                      </c:pt>
                      <c:pt idx="49">
                        <c:v>4.0967295671199997</c:v>
                      </c:pt>
                      <c:pt idx="50">
                        <c:v>2.3912534340729996</c:v>
                      </c:pt>
                      <c:pt idx="51">
                        <c:v>1.4631187732710003</c:v>
                      </c:pt>
                      <c:pt idx="52">
                        <c:v>1.0292045378250001</c:v>
                      </c:pt>
                      <c:pt idx="53">
                        <c:v>1.094626990646</c:v>
                      </c:pt>
                      <c:pt idx="54">
                        <c:v>2.1167507958949998</c:v>
                      </c:pt>
                      <c:pt idx="55">
                        <c:v>3.1283196225579997</c:v>
                      </c:pt>
                      <c:pt idx="56">
                        <c:v>4.3211158832469998</c:v>
                      </c:pt>
                      <c:pt idx="57">
                        <c:v>4.9985177429770005</c:v>
                      </c:pt>
                      <c:pt idx="58">
                        <c:v>5.3357573475779994</c:v>
                      </c:pt>
                      <c:pt idx="59">
                        <c:v>5.9386230563410001</c:v>
                      </c:pt>
                      <c:pt idx="60">
                        <c:v>6.5893656699720005</c:v>
                      </c:pt>
                      <c:pt idx="61">
                        <c:v>7.3269808198430013</c:v>
                      </c:pt>
                      <c:pt idx="62">
                        <c:v>7.8433905244190107</c:v>
                      </c:pt>
                      <c:pt idx="63">
                        <c:v>7.6029789516490105</c:v>
                      </c:pt>
                      <c:pt idx="64">
                        <c:v>6.5631977998240005</c:v>
                      </c:pt>
                      <c:pt idx="65">
                        <c:v>6.3457605690559999</c:v>
                      </c:pt>
                      <c:pt idx="66">
                        <c:v>6.3270275285200004</c:v>
                      </c:pt>
                      <c:pt idx="67">
                        <c:v>6.8364058618610102</c:v>
                      </c:pt>
                      <c:pt idx="68">
                        <c:v>7.4621297766549999</c:v>
                      </c:pt>
                      <c:pt idx="69">
                        <c:v>9.1356407527119998</c:v>
                      </c:pt>
                      <c:pt idx="70">
                        <c:v>9.4753824022620012</c:v>
                      </c:pt>
                      <c:pt idx="71">
                        <c:v>7.9162251245439998</c:v>
                      </c:pt>
                      <c:pt idx="72">
                        <c:v>5.4387009169459999</c:v>
                      </c:pt>
                      <c:pt idx="73">
                        <c:v>3.2913073519789999</c:v>
                      </c:pt>
                      <c:pt idx="74">
                        <c:v>1.9107417235690001</c:v>
                      </c:pt>
                      <c:pt idx="75">
                        <c:v>1.1992403842020001</c:v>
                      </c:pt>
                      <c:pt idx="76">
                        <c:v>0.93144436578500001</c:v>
                      </c:pt>
                      <c:pt idx="77">
                        <c:v>1.0779554025139999</c:v>
                      </c:pt>
                      <c:pt idx="78">
                        <c:v>2.2795942875319999</c:v>
                      </c:pt>
                      <c:pt idx="79">
                        <c:v>3.4576706249980003</c:v>
                      </c:pt>
                      <c:pt idx="80">
                        <c:v>4.1818478036169902</c:v>
                      </c:pt>
                      <c:pt idx="81">
                        <c:v>4.3173849143169996</c:v>
                      </c:pt>
                      <c:pt idx="82">
                        <c:v>4.6309410418500008</c:v>
                      </c:pt>
                      <c:pt idx="83">
                        <c:v>5.3725263345860101</c:v>
                      </c:pt>
                      <c:pt idx="84">
                        <c:v>6.1528919104329916</c:v>
                      </c:pt>
                      <c:pt idx="85">
                        <c:v>6.5562733077590014</c:v>
                      </c:pt>
                      <c:pt idx="86">
                        <c:v>6.9396467438569998</c:v>
                      </c:pt>
                      <c:pt idx="87">
                        <c:v>6.8192855851070098</c:v>
                      </c:pt>
                      <c:pt idx="88">
                        <c:v>6.2443113490590001</c:v>
                      </c:pt>
                      <c:pt idx="89">
                        <c:v>6.263271033713</c:v>
                      </c:pt>
                      <c:pt idx="90">
                        <c:v>6.0645436609679999</c:v>
                      </c:pt>
                      <c:pt idx="91">
                        <c:v>6.7281848157809998</c:v>
                      </c:pt>
                      <c:pt idx="92">
                        <c:v>7.3721302231259997</c:v>
                      </c:pt>
                      <c:pt idx="93">
                        <c:v>9.0214857908230019</c:v>
                      </c:pt>
                      <c:pt idx="94">
                        <c:v>9.2372759189369997</c:v>
                      </c:pt>
                      <c:pt idx="95">
                        <c:v>7.5380202881499994</c:v>
                      </c:pt>
                      <c:pt idx="96">
                        <c:v>5.025917537382</c:v>
                      </c:pt>
                      <c:pt idx="97">
                        <c:v>3.0361120316569994</c:v>
                      </c:pt>
                      <c:pt idx="98">
                        <c:v>1.762631508778</c:v>
                      </c:pt>
                      <c:pt idx="99">
                        <c:v>1.1401197301110002</c:v>
                      </c:pt>
                      <c:pt idx="100">
                        <c:v>0.88891387553000001</c:v>
                      </c:pt>
                      <c:pt idx="101">
                        <c:v>1.0201218332990001</c:v>
                      </c:pt>
                      <c:pt idx="102">
                        <c:v>2.2988967248820003</c:v>
                      </c:pt>
                      <c:pt idx="103">
                        <c:v>3.5079599140629996</c:v>
                      </c:pt>
                      <c:pt idx="104">
                        <c:v>4.2456612902070008</c:v>
                      </c:pt>
                      <c:pt idx="105">
                        <c:v>4.3429090983279997</c:v>
                      </c:pt>
                      <c:pt idx="106">
                        <c:v>4.6600172916589999</c:v>
                      </c:pt>
                      <c:pt idx="107">
                        <c:v>5.351095142028</c:v>
                      </c:pt>
                      <c:pt idx="108">
                        <c:v>6.096563017507</c:v>
                      </c:pt>
                      <c:pt idx="109">
                        <c:v>6.5618016729469995</c:v>
                      </c:pt>
                      <c:pt idx="110">
                        <c:v>6.8641269277739996</c:v>
                      </c:pt>
                      <c:pt idx="111">
                        <c:v>6.7574642222299985</c:v>
                      </c:pt>
                      <c:pt idx="112">
                        <c:v>6.1787862216340006</c:v>
                      </c:pt>
                      <c:pt idx="113">
                        <c:v>6.1899456929289993</c:v>
                      </c:pt>
                      <c:pt idx="114">
                        <c:v>6.0857966094430003</c:v>
                      </c:pt>
                      <c:pt idx="115">
                        <c:v>6.7093695756740006</c:v>
                      </c:pt>
                      <c:pt idx="116">
                        <c:v>7.3098854823000092</c:v>
                      </c:pt>
                      <c:pt idx="117">
                        <c:v>9.0177149208579905</c:v>
                      </c:pt>
                      <c:pt idx="118">
                        <c:v>9.2290372661569897</c:v>
                      </c:pt>
                      <c:pt idx="119">
                        <c:v>7.5727830579350099</c:v>
                      </c:pt>
                      <c:pt idx="120">
                        <c:v>5.0832848299390001</c:v>
                      </c:pt>
                      <c:pt idx="121">
                        <c:v>3.05232898066</c:v>
                      </c:pt>
                      <c:pt idx="122">
                        <c:v>1.775537693285</c:v>
                      </c:pt>
                      <c:pt idx="123">
                        <c:v>1.1589412897279998</c:v>
                      </c:pt>
                      <c:pt idx="124">
                        <c:v>0.87482671439500093</c:v>
                      </c:pt>
                      <c:pt idx="125">
                        <c:v>1.006777131880001</c:v>
                      </c:pt>
                      <c:pt idx="126">
                        <c:v>2.3231199019819999</c:v>
                      </c:pt>
                      <c:pt idx="127">
                        <c:v>3.6207720117889997</c:v>
                      </c:pt>
                      <c:pt idx="128">
                        <c:v>4.2758505537669995</c:v>
                      </c:pt>
                      <c:pt idx="129">
                        <c:v>4.420821658635</c:v>
                      </c:pt>
                      <c:pt idx="130">
                        <c:v>4.7774571911960004</c:v>
                      </c:pt>
                      <c:pt idx="131">
                        <c:v>5.3740064340649996</c:v>
                      </c:pt>
                      <c:pt idx="132">
                        <c:v>6.2912639654079996</c:v>
                      </c:pt>
                      <c:pt idx="133">
                        <c:v>7.2429048469300001</c:v>
                      </c:pt>
                      <c:pt idx="134">
                        <c:v>7.5553441805889996</c:v>
                      </c:pt>
                      <c:pt idx="135">
                        <c:v>7.2051327267490013</c:v>
                      </c:pt>
                      <c:pt idx="136">
                        <c:v>6.2613875579489999</c:v>
                      </c:pt>
                      <c:pt idx="137">
                        <c:v>6.2815809741599997</c:v>
                      </c:pt>
                      <c:pt idx="138">
                        <c:v>6.4285898988500003</c:v>
                      </c:pt>
                      <c:pt idx="139">
                        <c:v>7.1724317964080102</c:v>
                      </c:pt>
                      <c:pt idx="140">
                        <c:v>7.5764756925750101</c:v>
                      </c:pt>
                      <c:pt idx="141">
                        <c:v>9.2747488597760004</c:v>
                      </c:pt>
                      <c:pt idx="142">
                        <c:v>9.3920409385439907</c:v>
                      </c:pt>
                      <c:pt idx="143">
                        <c:v>7.6908772083459995</c:v>
                      </c:pt>
                      <c:pt idx="144">
                        <c:v>5.219567184502</c:v>
                      </c:pt>
                      <c:pt idx="145">
                        <c:v>3.137233116235</c:v>
                      </c:pt>
                      <c:pt idx="146">
                        <c:v>1.9136709202700002</c:v>
                      </c:pt>
                      <c:pt idx="147">
                        <c:v>1.2761336082879999</c:v>
                      </c:pt>
                      <c:pt idx="148">
                        <c:v>0.98572354200099987</c:v>
                      </c:pt>
                      <c:pt idx="149">
                        <c:v>1.104028853165</c:v>
                      </c:pt>
                      <c:pt idx="150">
                        <c:v>2.3787602590220001</c:v>
                      </c:pt>
                      <c:pt idx="151">
                        <c:v>3.6429372049439999</c:v>
                      </c:pt>
                      <c:pt idx="152">
                        <c:v>4.4046596564899998</c:v>
                      </c:pt>
                      <c:pt idx="153">
                        <c:v>4.4620719603119996</c:v>
                      </c:pt>
                      <c:pt idx="154">
                        <c:v>4.7773379452169991</c:v>
                      </c:pt>
                      <c:pt idx="155">
                        <c:v>5.3453745082199999</c:v>
                      </c:pt>
                      <c:pt idx="156">
                        <c:v>6.1227031856240002</c:v>
                      </c:pt>
                      <c:pt idx="157">
                        <c:v>6.5924060181089992</c:v>
                      </c:pt>
                      <c:pt idx="158">
                        <c:v>7.0454770596280003</c:v>
                      </c:pt>
                      <c:pt idx="159">
                        <c:v>6.9337538778050005</c:v>
                      </c:pt>
                      <c:pt idx="160">
                        <c:v>6.3882334420979898</c:v>
                      </c:pt>
                      <c:pt idx="161">
                        <c:v>6.4301128637760003</c:v>
                      </c:pt>
                      <c:pt idx="162">
                        <c:v>6.3201004875919997</c:v>
                      </c:pt>
                      <c:pt idx="163">
                        <c:v>7.0647744815109998</c:v>
                      </c:pt>
                      <c:pt idx="164">
                        <c:v>7.6549562111449996</c:v>
                      </c:pt>
                      <c:pt idx="165">
                        <c:v>9.2884209905820008</c:v>
                      </c:pt>
                      <c:pt idx="166">
                        <c:v>9.3691134763949986</c:v>
                      </c:pt>
                      <c:pt idx="167">
                        <c:v>7.4783668991249996</c:v>
                      </c:pt>
                      <c:pt idx="168">
                        <c:v>4.8908030714769906</c:v>
                      </c:pt>
                      <c:pt idx="169">
                        <c:v>2.8603983953390002</c:v>
                      </c:pt>
                      <c:pt idx="170">
                        <c:v>1.7692323340640002</c:v>
                      </c:pt>
                      <c:pt idx="171">
                        <c:v>1.1744482745660001</c:v>
                      </c:pt>
                      <c:pt idx="172">
                        <c:v>0.95002162571100002</c:v>
                      </c:pt>
                      <c:pt idx="173">
                        <c:v>1.102701142925</c:v>
                      </c:pt>
                      <c:pt idx="174">
                        <c:v>2.474470214199</c:v>
                      </c:pt>
                      <c:pt idx="175">
                        <c:v>3.9230036540659996</c:v>
                      </c:pt>
                      <c:pt idx="176">
                        <c:v>4.6968867282689999</c:v>
                      </c:pt>
                      <c:pt idx="177">
                        <c:v>4.685648279732999</c:v>
                      </c:pt>
                      <c:pt idx="178">
                        <c:v>4.9290050055059993</c:v>
                      </c:pt>
                      <c:pt idx="179">
                        <c:v>5.4946050821489907</c:v>
                      </c:pt>
                      <c:pt idx="180">
                        <c:v>6.289965207219999</c:v>
                      </c:pt>
                      <c:pt idx="181">
                        <c:v>6.8514699186129908</c:v>
                      </c:pt>
                      <c:pt idx="182">
                        <c:v>7.2280212330159994</c:v>
                      </c:pt>
                      <c:pt idx="183">
                        <c:v>7.1045133123539994</c:v>
                      </c:pt>
                      <c:pt idx="184">
                        <c:v>6.3633279164660008</c:v>
                      </c:pt>
                      <c:pt idx="185">
                        <c:v>6.4106157833519894</c:v>
                      </c:pt>
                      <c:pt idx="186">
                        <c:v>6.2648560495939982</c:v>
                      </c:pt>
                      <c:pt idx="187">
                        <c:v>7.1664408427569999</c:v>
                      </c:pt>
                      <c:pt idx="188">
                        <c:v>7.6722315374190098</c:v>
                      </c:pt>
                      <c:pt idx="189">
                        <c:v>9.2347313667830093</c:v>
                      </c:pt>
                      <c:pt idx="190">
                        <c:v>9.4524214377350102</c:v>
                      </c:pt>
                      <c:pt idx="191">
                        <c:v>8.1042630602990098</c:v>
                      </c:pt>
                      <c:pt idx="192">
                        <c:v>5.753626580843</c:v>
                      </c:pt>
                      <c:pt idx="193">
                        <c:v>3.6639194259520003</c:v>
                      </c:pt>
                      <c:pt idx="194">
                        <c:v>2.2293268255159999</c:v>
                      </c:pt>
                      <c:pt idx="195">
                        <c:v>1.4409846987370001</c:v>
                      </c:pt>
                      <c:pt idx="196">
                        <c:v>1.0704690837989999</c:v>
                      </c:pt>
                      <c:pt idx="197">
                        <c:v>1.0689246301290001</c:v>
                      </c:pt>
                      <c:pt idx="198">
                        <c:v>2.0826165659510001</c:v>
                      </c:pt>
                      <c:pt idx="199">
                        <c:v>3.1274374876059996</c:v>
                      </c:pt>
                      <c:pt idx="200">
                        <c:v>4.3386079428129998</c:v>
                      </c:pt>
                      <c:pt idx="201">
                        <c:v>5.082461233728</c:v>
                      </c:pt>
                      <c:pt idx="202">
                        <c:v>5.525318473854</c:v>
                      </c:pt>
                      <c:pt idx="203">
                        <c:v>6.2564051474499989</c:v>
                      </c:pt>
                      <c:pt idx="204">
                        <c:v>6.6770471244779905</c:v>
                      </c:pt>
                      <c:pt idx="205">
                        <c:v>7.0995308577599907</c:v>
                      </c:pt>
                      <c:pt idx="206">
                        <c:v>8.2688336529940099</c:v>
                      </c:pt>
                      <c:pt idx="207">
                        <c:v>7.8940195808589904</c:v>
                      </c:pt>
                      <c:pt idx="208">
                        <c:v>6.5515539749249898</c:v>
                      </c:pt>
                      <c:pt idx="209">
                        <c:v>6.3969765768390001</c:v>
                      </c:pt>
                      <c:pt idx="210">
                        <c:v>6.089701114213999</c:v>
                      </c:pt>
                      <c:pt idx="211">
                        <c:v>7.0361892659050005</c:v>
                      </c:pt>
                      <c:pt idx="212">
                        <c:v>7.7212249906519999</c:v>
                      </c:pt>
                      <c:pt idx="213">
                        <c:v>9.3526013058030006</c:v>
                      </c:pt>
                      <c:pt idx="214">
                        <c:v>9.7618825900429993</c:v>
                      </c:pt>
                      <c:pt idx="215">
                        <c:v>8.4338041499570107</c:v>
                      </c:pt>
                      <c:pt idx="216">
                        <c:v>6.0010027258020004</c:v>
                      </c:pt>
                      <c:pt idx="217">
                        <c:v>3.7574520294690004</c:v>
                      </c:pt>
                      <c:pt idx="218">
                        <c:v>2.2448672220189998</c:v>
                      </c:pt>
                      <c:pt idx="219">
                        <c:v>1.3516338009539999</c:v>
                      </c:pt>
                      <c:pt idx="220">
                        <c:v>0.96636537782799903</c:v>
                      </c:pt>
                      <c:pt idx="221">
                        <c:v>1.0308992411719999</c:v>
                      </c:pt>
                      <c:pt idx="222">
                        <c:v>2.1138053318909997</c:v>
                      </c:pt>
                      <c:pt idx="223">
                        <c:v>3.2055958883330002</c:v>
                      </c:pt>
                      <c:pt idx="224">
                        <c:v>4.3921700002359998</c:v>
                      </c:pt>
                      <c:pt idx="225">
                        <c:v>4.9262266663079997</c:v>
                      </c:pt>
                      <c:pt idx="226">
                        <c:v>5.2438884689880005</c:v>
                      </c:pt>
                      <c:pt idx="227">
                        <c:v>5.8020537476429999</c:v>
                      </c:pt>
                      <c:pt idx="228">
                        <c:v>6.3470693760030104</c:v>
                      </c:pt>
                      <c:pt idx="229">
                        <c:v>7.1997378349840009</c:v>
                      </c:pt>
                      <c:pt idx="230">
                        <c:v>7.8185450131330096</c:v>
                      </c:pt>
                      <c:pt idx="231">
                        <c:v>7.5291702249240107</c:v>
                      </c:pt>
                      <c:pt idx="232">
                        <c:v>6.4191553396100005</c:v>
                      </c:pt>
                      <c:pt idx="233">
                        <c:v>6.3161071148959902</c:v>
                      </c:pt>
                      <c:pt idx="234">
                        <c:v>6.1730030643949902</c:v>
                      </c:pt>
                      <c:pt idx="235">
                        <c:v>7.0304676896899903</c:v>
                      </c:pt>
                      <c:pt idx="236">
                        <c:v>7.6435251478539907</c:v>
                      </c:pt>
                      <c:pt idx="237">
                        <c:v>9.3877603487309997</c:v>
                      </c:pt>
                      <c:pt idx="238">
                        <c:v>9.4325209884000003</c:v>
                      </c:pt>
                      <c:pt idx="239">
                        <c:v>7.6100760161759897</c:v>
                      </c:pt>
                      <c:pt idx="240">
                        <c:v>4.9720319068970005</c:v>
                      </c:pt>
                      <c:pt idx="241">
                        <c:v>2.9609599178199999</c:v>
                      </c:pt>
                      <c:pt idx="242">
                        <c:v>1.7355443608750001</c:v>
                      </c:pt>
                      <c:pt idx="243">
                        <c:v>1.1298341877039999</c:v>
                      </c:pt>
                      <c:pt idx="244">
                        <c:v>0.85769691496000011</c:v>
                      </c:pt>
                      <c:pt idx="245">
                        <c:v>1.0081892188240009</c:v>
                      </c:pt>
                      <c:pt idx="246">
                        <c:v>2.3032077739429999</c:v>
                      </c:pt>
                      <c:pt idx="247">
                        <c:v>3.5135966654509998</c:v>
                      </c:pt>
                      <c:pt idx="248">
                        <c:v>4.2280475996240003</c:v>
                      </c:pt>
                      <c:pt idx="249">
                        <c:v>4.2216279456010009</c:v>
                      </c:pt>
                      <c:pt idx="250">
                        <c:v>4.5801877025589999</c:v>
                      </c:pt>
                      <c:pt idx="251">
                        <c:v>5.2515646035200003</c:v>
                      </c:pt>
                      <c:pt idx="252">
                        <c:v>5.9203192402720104</c:v>
                      </c:pt>
                      <c:pt idx="253">
                        <c:v>6.4540423820700106</c:v>
                      </c:pt>
                      <c:pt idx="254">
                        <c:v>6.8366353392939994</c:v>
                      </c:pt>
                      <c:pt idx="255">
                        <c:v>6.8422824469400005</c:v>
                      </c:pt>
                      <c:pt idx="256">
                        <c:v>6.2145600519919997</c:v>
                      </c:pt>
                      <c:pt idx="257">
                        <c:v>6.4032897349149902</c:v>
                      </c:pt>
                      <c:pt idx="258">
                        <c:v>6.2403520706329898</c:v>
                      </c:pt>
                      <c:pt idx="259">
                        <c:v>7.1110345453410115</c:v>
                      </c:pt>
                      <c:pt idx="260">
                        <c:v>7.6876722856369897</c:v>
                      </c:pt>
                      <c:pt idx="261">
                        <c:v>9.3097383539830005</c:v>
                      </c:pt>
                      <c:pt idx="262">
                        <c:v>9.2040790647640005</c:v>
                      </c:pt>
                      <c:pt idx="263">
                        <c:v>7.2101978340889907</c:v>
                      </c:pt>
                      <c:pt idx="264">
                        <c:v>4.6050342904179988</c:v>
                      </c:pt>
                      <c:pt idx="265">
                        <c:v>2.7213711691259999</c:v>
                      </c:pt>
                      <c:pt idx="266">
                        <c:v>1.616332120467</c:v>
                      </c:pt>
                      <c:pt idx="267">
                        <c:v>1.074367508476</c:v>
                      </c:pt>
                      <c:pt idx="268">
                        <c:v>0.900281703371</c:v>
                      </c:pt>
                      <c:pt idx="269">
                        <c:v>1.0365815100340001</c:v>
                      </c:pt>
                      <c:pt idx="270">
                        <c:v>2.3442438637</c:v>
                      </c:pt>
                      <c:pt idx="271">
                        <c:v>3.7036874060610003</c:v>
                      </c:pt>
                      <c:pt idx="272">
                        <c:v>4.3280338403150003</c:v>
                      </c:pt>
                      <c:pt idx="273">
                        <c:v>4.3694747146970006</c:v>
                      </c:pt>
                      <c:pt idx="274">
                        <c:v>4.6587387622950098</c:v>
                      </c:pt>
                      <c:pt idx="275">
                        <c:v>5.294076924783</c:v>
                      </c:pt>
                      <c:pt idx="276">
                        <c:v>6.0378583655469997</c:v>
                      </c:pt>
                      <c:pt idx="277">
                        <c:v>6.5911608535710098</c:v>
                      </c:pt>
                      <c:pt idx="278">
                        <c:v>6.9289023732300095</c:v>
                      </c:pt>
                      <c:pt idx="279">
                        <c:v>6.8538972545400005</c:v>
                      </c:pt>
                      <c:pt idx="280">
                        <c:v>6.2395525344000005</c:v>
                      </c:pt>
                      <c:pt idx="281">
                        <c:v>6.3659238519539896</c:v>
                      </c:pt>
                      <c:pt idx="282">
                        <c:v>6.104642605544</c:v>
                      </c:pt>
                      <c:pt idx="283">
                        <c:v>7.0488650077620001</c:v>
                      </c:pt>
                      <c:pt idx="284">
                        <c:v>7.7404567725229994</c:v>
                      </c:pt>
                      <c:pt idx="285">
                        <c:v>9.4893712143700011</c:v>
                      </c:pt>
                      <c:pt idx="286">
                        <c:v>9.3181702189400006</c:v>
                      </c:pt>
                      <c:pt idx="287">
                        <c:v>7.2066345743119999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B-F782-4DD4-8B67-32577BCE01C1}"/>
                  </c:ext>
                </c:extLst>
              </c15:ser>
            </c15:filteredLineSeries>
            <c15:filteredLineSeries>
              <c15:ser>
                <c:idx val="26"/>
                <c:order val="2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12-10-2026'!$AB$1</c15:sqref>
                        </c15:formulaRef>
                      </c:ext>
                    </c:extLst>
                    <c:strCache>
                      <c:ptCount val="1"/>
                      <c:pt idx="0">
                        <c:v>ORN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12-10-2026'!$AB$2:$AB$289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66.636100602656995</c:v>
                      </c:pt>
                      <c:pt idx="1">
                        <c:v>42.018655480921005</c:v>
                      </c:pt>
                      <c:pt idx="2">
                        <c:v>25.188446055391999</c:v>
                      </c:pt>
                      <c:pt idx="3">
                        <c:v>15.264145371308</c:v>
                      </c:pt>
                      <c:pt idx="4">
                        <c:v>10.966337357971002</c:v>
                      </c:pt>
                      <c:pt idx="5">
                        <c:v>10.702935815328999</c:v>
                      </c:pt>
                      <c:pt idx="6">
                        <c:v>21.062633129441998</c:v>
                      </c:pt>
                      <c:pt idx="7">
                        <c:v>33.095703723006004</c:v>
                      </c:pt>
                      <c:pt idx="8">
                        <c:v>42.819130081992</c:v>
                      </c:pt>
                      <c:pt idx="9">
                        <c:v>47.169627696512002</c:v>
                      </c:pt>
                      <c:pt idx="10">
                        <c:v>53.38375904358</c:v>
                      </c:pt>
                      <c:pt idx="11">
                        <c:v>61.351147709518997</c:v>
                      </c:pt>
                      <c:pt idx="12">
                        <c:v>68.222290804628003</c:v>
                      </c:pt>
                      <c:pt idx="13">
                        <c:v>75.056067493594995</c:v>
                      </c:pt>
                      <c:pt idx="14">
                        <c:v>80.311369424286994</c:v>
                      </c:pt>
                      <c:pt idx="15">
                        <c:v>79.576226514093989</c:v>
                      </c:pt>
                      <c:pt idx="16">
                        <c:v>71.063077885158009</c:v>
                      </c:pt>
                      <c:pt idx="17">
                        <c:v>73.061727383230007</c:v>
                      </c:pt>
                      <c:pt idx="18">
                        <c:v>73.635703771568004</c:v>
                      </c:pt>
                      <c:pt idx="19">
                        <c:v>80.772005923284013</c:v>
                      </c:pt>
                      <c:pt idx="20">
                        <c:v>88.530212008451002</c:v>
                      </c:pt>
                      <c:pt idx="21">
                        <c:v>109.828892339402</c:v>
                      </c:pt>
                      <c:pt idx="22">
                        <c:v>115.461835798178</c:v>
                      </c:pt>
                      <c:pt idx="23">
                        <c:v>101.184838535843</c:v>
                      </c:pt>
                      <c:pt idx="24">
                        <c:v>75.354259853580004</c:v>
                      </c:pt>
                      <c:pt idx="25">
                        <c:v>47.234779710574998</c:v>
                      </c:pt>
                      <c:pt idx="26">
                        <c:v>27.890383844391</c:v>
                      </c:pt>
                      <c:pt idx="27">
                        <c:v>18.783066170380998</c:v>
                      </c:pt>
                      <c:pt idx="28">
                        <c:v>12.845668836609999</c:v>
                      </c:pt>
                      <c:pt idx="29">
                        <c:v>11.245189804365999</c:v>
                      </c:pt>
                      <c:pt idx="30">
                        <c:v>18.546805931623002</c:v>
                      </c:pt>
                      <c:pt idx="31">
                        <c:v>26.216723486946002</c:v>
                      </c:pt>
                      <c:pt idx="32">
                        <c:v>38.827913373706004</c:v>
                      </c:pt>
                      <c:pt idx="33">
                        <c:v>50.140565606441001</c:v>
                      </c:pt>
                      <c:pt idx="34">
                        <c:v>59.663792367275995</c:v>
                      </c:pt>
                      <c:pt idx="35">
                        <c:v>68.004351354162992</c:v>
                      </c:pt>
                      <c:pt idx="36">
                        <c:v>73.693165292033996</c:v>
                      </c:pt>
                      <c:pt idx="37">
                        <c:v>76.694438341839003</c:v>
                      </c:pt>
                      <c:pt idx="38">
                        <c:v>95.321278537771008</c:v>
                      </c:pt>
                      <c:pt idx="39">
                        <c:v>90.794718192009995</c:v>
                      </c:pt>
                      <c:pt idx="40">
                        <c:v>75.688569962469998</c:v>
                      </c:pt>
                      <c:pt idx="41">
                        <c:v>76.086769488807008</c:v>
                      </c:pt>
                      <c:pt idx="42">
                        <c:v>76.604500261297005</c:v>
                      </c:pt>
                      <c:pt idx="43">
                        <c:v>83.370393371918993</c:v>
                      </c:pt>
                      <c:pt idx="44">
                        <c:v>91.710894893531005</c:v>
                      </c:pt>
                      <c:pt idx="45">
                        <c:v>114.757639884363</c:v>
                      </c:pt>
                      <c:pt idx="46">
                        <c:v>118.52281866201899</c:v>
                      </c:pt>
                      <c:pt idx="47">
                        <c:v>104.71084955350599</c:v>
                      </c:pt>
                      <c:pt idx="48">
                        <c:v>78.329832624600002</c:v>
                      </c:pt>
                      <c:pt idx="49">
                        <c:v>51.48178594657</c:v>
                      </c:pt>
                      <c:pt idx="50">
                        <c:v>30.681447191312998</c:v>
                      </c:pt>
                      <c:pt idx="51">
                        <c:v>18.490739939293</c:v>
                      </c:pt>
                      <c:pt idx="52">
                        <c:v>12.256805955753</c:v>
                      </c:pt>
                      <c:pt idx="53">
                        <c:v>10.762615330601999</c:v>
                      </c:pt>
                      <c:pt idx="54">
                        <c:v>18.825083380991</c:v>
                      </c:pt>
                      <c:pt idx="55">
                        <c:v>27.895325536168997</c:v>
                      </c:pt>
                      <c:pt idx="56">
                        <c:v>40.206549136547999</c:v>
                      </c:pt>
                      <c:pt idx="57">
                        <c:v>49.708052231768001</c:v>
                      </c:pt>
                      <c:pt idx="58">
                        <c:v>56.725921000793001</c:v>
                      </c:pt>
                      <c:pt idx="59">
                        <c:v>65.349994374429002</c:v>
                      </c:pt>
                      <c:pt idx="60">
                        <c:v>71.371356814217009</c:v>
                      </c:pt>
                      <c:pt idx="61">
                        <c:v>80.074399234566002</c:v>
                      </c:pt>
                      <c:pt idx="62">
                        <c:v>87.425733659629998</c:v>
                      </c:pt>
                      <c:pt idx="63">
                        <c:v>84.265577372617003</c:v>
                      </c:pt>
                      <c:pt idx="64">
                        <c:v>73.437248939196991</c:v>
                      </c:pt>
                      <c:pt idx="65">
                        <c:v>74.590664548893997</c:v>
                      </c:pt>
                      <c:pt idx="66">
                        <c:v>75.304114601453009</c:v>
                      </c:pt>
                      <c:pt idx="67">
                        <c:v>82.087605999163998</c:v>
                      </c:pt>
                      <c:pt idx="68">
                        <c:v>89.374957457779004</c:v>
                      </c:pt>
                      <c:pt idx="69">
                        <c:v>111.45675847396799</c:v>
                      </c:pt>
                      <c:pt idx="70">
                        <c:v>114.15919507782699</c:v>
                      </c:pt>
                      <c:pt idx="71">
                        <c:v>95.845974740131993</c:v>
                      </c:pt>
                      <c:pt idx="72">
                        <c:v>66.730253901825009</c:v>
                      </c:pt>
                      <c:pt idx="73">
                        <c:v>40.989312394373002</c:v>
                      </c:pt>
                      <c:pt idx="74">
                        <c:v>24.116767250420001</c:v>
                      </c:pt>
                      <c:pt idx="75">
                        <c:v>14.822005750184999</c:v>
                      </c:pt>
                      <c:pt idx="76">
                        <c:v>10.462790521846001</c:v>
                      </c:pt>
                      <c:pt idx="77">
                        <c:v>10.263017108934001</c:v>
                      </c:pt>
                      <c:pt idx="78">
                        <c:v>20.221619475616002</c:v>
                      </c:pt>
                      <c:pt idx="79">
                        <c:v>32.089136973004997</c:v>
                      </c:pt>
                      <c:pt idx="80">
                        <c:v>41.971304625179997</c:v>
                      </c:pt>
                      <c:pt idx="81">
                        <c:v>46.627209926909998</c:v>
                      </c:pt>
                      <c:pt idx="82">
                        <c:v>52.506501209022005</c:v>
                      </c:pt>
                      <c:pt idx="83">
                        <c:v>60.491710974314003</c:v>
                      </c:pt>
                      <c:pt idx="84">
                        <c:v>66.746900766731997</c:v>
                      </c:pt>
                      <c:pt idx="85">
                        <c:v>72.247929498641014</c:v>
                      </c:pt>
                      <c:pt idx="86">
                        <c:v>75.987996885396001</c:v>
                      </c:pt>
                      <c:pt idx="87">
                        <c:v>74.428597117473998</c:v>
                      </c:pt>
                      <c:pt idx="88">
                        <c:v>68.800961984539001</c:v>
                      </c:pt>
                      <c:pt idx="89">
                        <c:v>72.542371739059007</c:v>
                      </c:pt>
                      <c:pt idx="90">
                        <c:v>72.757282285073998</c:v>
                      </c:pt>
                      <c:pt idx="91">
                        <c:v>81.689213464959991</c:v>
                      </c:pt>
                      <c:pt idx="92">
                        <c:v>89.057079163049011</c:v>
                      </c:pt>
                      <c:pt idx="93">
                        <c:v>111.595851648368</c:v>
                      </c:pt>
                      <c:pt idx="94">
                        <c:v>113.26652128857299</c:v>
                      </c:pt>
                      <c:pt idx="95">
                        <c:v>92.741837282828996</c:v>
                      </c:pt>
                      <c:pt idx="96">
                        <c:v>63.733620732249001</c:v>
                      </c:pt>
                      <c:pt idx="97">
                        <c:v>39.134743494193003</c:v>
                      </c:pt>
                      <c:pt idx="98">
                        <c:v>22.904466429839001</c:v>
                      </c:pt>
                      <c:pt idx="99">
                        <c:v>14.228976033442999</c:v>
                      </c:pt>
                      <c:pt idx="100">
                        <c:v>10.24792736587</c:v>
                      </c:pt>
                      <c:pt idx="101">
                        <c:v>10.036672425418001</c:v>
                      </c:pt>
                      <c:pt idx="102">
                        <c:v>20.479492849002</c:v>
                      </c:pt>
                      <c:pt idx="103">
                        <c:v>32.701000976110997</c:v>
                      </c:pt>
                      <c:pt idx="104">
                        <c:v>42.173493179925003</c:v>
                      </c:pt>
                      <c:pt idx="105">
                        <c:v>46.685776009161998</c:v>
                      </c:pt>
                      <c:pt idx="106">
                        <c:v>52.742576407781002</c:v>
                      </c:pt>
                      <c:pt idx="107">
                        <c:v>61.200901486644</c:v>
                      </c:pt>
                      <c:pt idx="108">
                        <c:v>67.498530315742002</c:v>
                      </c:pt>
                      <c:pt idx="109">
                        <c:v>73.249747142670998</c:v>
                      </c:pt>
                      <c:pt idx="110">
                        <c:v>76.565156487378999</c:v>
                      </c:pt>
                      <c:pt idx="111">
                        <c:v>75.217833378448006</c:v>
                      </c:pt>
                      <c:pt idx="112">
                        <c:v>68.743264709304</c:v>
                      </c:pt>
                      <c:pt idx="113">
                        <c:v>72.760429019434994</c:v>
                      </c:pt>
                      <c:pt idx="114">
                        <c:v>73.453430186236005</c:v>
                      </c:pt>
                      <c:pt idx="115">
                        <c:v>82.099083405933996</c:v>
                      </c:pt>
                      <c:pt idx="116">
                        <c:v>89.35357223404101</c:v>
                      </c:pt>
                      <c:pt idx="117">
                        <c:v>112.94342538555399</c:v>
                      </c:pt>
                      <c:pt idx="118">
                        <c:v>113.458924857253</c:v>
                      </c:pt>
                      <c:pt idx="119">
                        <c:v>93.430094550882004</c:v>
                      </c:pt>
                      <c:pt idx="120">
                        <c:v>63.864170647141002</c:v>
                      </c:pt>
                      <c:pt idx="121">
                        <c:v>39.180784431249002</c:v>
                      </c:pt>
                      <c:pt idx="122">
                        <c:v>22.737124404732</c:v>
                      </c:pt>
                      <c:pt idx="123">
                        <c:v>14.127545574017999</c:v>
                      </c:pt>
                      <c:pt idx="124">
                        <c:v>10.185273748239</c:v>
                      </c:pt>
                      <c:pt idx="125">
                        <c:v>10.094579381801999</c:v>
                      </c:pt>
                      <c:pt idx="126">
                        <c:v>20.888770570628999</c:v>
                      </c:pt>
                      <c:pt idx="127">
                        <c:v>33.462688137754</c:v>
                      </c:pt>
                      <c:pt idx="128">
                        <c:v>43.416973086807999</c:v>
                      </c:pt>
                      <c:pt idx="129">
                        <c:v>48.099225470900002</c:v>
                      </c:pt>
                      <c:pt idx="130">
                        <c:v>54.160002362007006</c:v>
                      </c:pt>
                      <c:pt idx="131">
                        <c:v>61.861859028528997</c:v>
                      </c:pt>
                      <c:pt idx="132">
                        <c:v>69.965294492775996</c:v>
                      </c:pt>
                      <c:pt idx="133">
                        <c:v>80.117918411345002</c:v>
                      </c:pt>
                      <c:pt idx="134">
                        <c:v>83.73473008151899</c:v>
                      </c:pt>
                      <c:pt idx="135">
                        <c:v>80.066618865790005</c:v>
                      </c:pt>
                      <c:pt idx="136">
                        <c:v>70.053488998418999</c:v>
                      </c:pt>
                      <c:pt idx="137">
                        <c:v>73.720031077508011</c:v>
                      </c:pt>
                      <c:pt idx="138">
                        <c:v>81.063377228612993</c:v>
                      </c:pt>
                      <c:pt idx="139">
                        <c:v>91.154083281389006</c:v>
                      </c:pt>
                      <c:pt idx="140">
                        <c:v>92.733768883449997</c:v>
                      </c:pt>
                      <c:pt idx="141">
                        <c:v>115.36034501128199</c:v>
                      </c:pt>
                      <c:pt idx="142">
                        <c:v>114.721899520238</c:v>
                      </c:pt>
                      <c:pt idx="143">
                        <c:v>93.781261467316</c:v>
                      </c:pt>
                      <c:pt idx="144">
                        <c:v>66.320173542394002</c:v>
                      </c:pt>
                      <c:pt idx="145">
                        <c:v>40.766360782820001</c:v>
                      </c:pt>
                      <c:pt idx="146">
                        <c:v>24.698108280082</c:v>
                      </c:pt>
                      <c:pt idx="147">
                        <c:v>14.826861781654999</c:v>
                      </c:pt>
                      <c:pt idx="148">
                        <c:v>10.825171784381999</c:v>
                      </c:pt>
                      <c:pt idx="149">
                        <c:v>10.757846180087</c:v>
                      </c:pt>
                      <c:pt idx="150">
                        <c:v>20.986209776229</c:v>
                      </c:pt>
                      <c:pt idx="151">
                        <c:v>33.620550663096999</c:v>
                      </c:pt>
                      <c:pt idx="152">
                        <c:v>44.108836992782997</c:v>
                      </c:pt>
                      <c:pt idx="153">
                        <c:v>48.429908461372001</c:v>
                      </c:pt>
                      <c:pt idx="154">
                        <c:v>54.255932869939002</c:v>
                      </c:pt>
                      <c:pt idx="155">
                        <c:v>60.809734976788995</c:v>
                      </c:pt>
                      <c:pt idx="156">
                        <c:v>67.795300544848999</c:v>
                      </c:pt>
                      <c:pt idx="157">
                        <c:v>73.300512881298005</c:v>
                      </c:pt>
                      <c:pt idx="158">
                        <c:v>77.945502466413998</c:v>
                      </c:pt>
                      <c:pt idx="159">
                        <c:v>76.550038840794002</c:v>
                      </c:pt>
                      <c:pt idx="160">
                        <c:v>70.637752987314002</c:v>
                      </c:pt>
                      <c:pt idx="161">
                        <c:v>75.192594100722005</c:v>
                      </c:pt>
                      <c:pt idx="162">
                        <c:v>75.515321940079005</c:v>
                      </c:pt>
                      <c:pt idx="163">
                        <c:v>85.369838176013005</c:v>
                      </c:pt>
                      <c:pt idx="164">
                        <c:v>91.120330478862002</c:v>
                      </c:pt>
                      <c:pt idx="165">
                        <c:v>114.02896394843199</c:v>
                      </c:pt>
                      <c:pt idx="166">
                        <c:v>113.945587826218</c:v>
                      </c:pt>
                      <c:pt idx="167">
                        <c:v>90.896098133148996</c:v>
                      </c:pt>
                      <c:pt idx="168">
                        <c:v>61.567949469108001</c:v>
                      </c:pt>
                      <c:pt idx="169">
                        <c:v>36.653971472959</c:v>
                      </c:pt>
                      <c:pt idx="170">
                        <c:v>22.456381903521002</c:v>
                      </c:pt>
                      <c:pt idx="171">
                        <c:v>14.323477372038999</c:v>
                      </c:pt>
                      <c:pt idx="172">
                        <c:v>10.526767293308</c:v>
                      </c:pt>
                      <c:pt idx="173">
                        <c:v>10.679812066730999</c:v>
                      </c:pt>
                      <c:pt idx="174">
                        <c:v>21.882302505757</c:v>
                      </c:pt>
                      <c:pt idx="175">
                        <c:v>36.375335615411004</c:v>
                      </c:pt>
                      <c:pt idx="176">
                        <c:v>47.482682277762002</c:v>
                      </c:pt>
                      <c:pt idx="177">
                        <c:v>52.996830004541998</c:v>
                      </c:pt>
                      <c:pt idx="178">
                        <c:v>57.813222381637004</c:v>
                      </c:pt>
                      <c:pt idx="179">
                        <c:v>64.233650602659992</c:v>
                      </c:pt>
                      <c:pt idx="180">
                        <c:v>70.222226090926995</c:v>
                      </c:pt>
                      <c:pt idx="181">
                        <c:v>76.36016472915199</c:v>
                      </c:pt>
                      <c:pt idx="182">
                        <c:v>80.516628871395994</c:v>
                      </c:pt>
                      <c:pt idx="183">
                        <c:v>79.044995815313001</c:v>
                      </c:pt>
                      <c:pt idx="184">
                        <c:v>71.205928168843997</c:v>
                      </c:pt>
                      <c:pt idx="185">
                        <c:v>74.245457492433005</c:v>
                      </c:pt>
                      <c:pt idx="186">
                        <c:v>73.896044598527993</c:v>
                      </c:pt>
                      <c:pt idx="187">
                        <c:v>85.580857515871003</c:v>
                      </c:pt>
                      <c:pt idx="188">
                        <c:v>91.669284799016992</c:v>
                      </c:pt>
                      <c:pt idx="189">
                        <c:v>112.905590044308</c:v>
                      </c:pt>
                      <c:pt idx="190">
                        <c:v>115.48815583100701</c:v>
                      </c:pt>
                      <c:pt idx="191">
                        <c:v>98.424375352873994</c:v>
                      </c:pt>
                      <c:pt idx="192">
                        <c:v>71.635582336197999</c:v>
                      </c:pt>
                      <c:pt idx="193">
                        <c:v>46.576024178247998</c:v>
                      </c:pt>
                      <c:pt idx="194">
                        <c:v>28.988567476095998</c:v>
                      </c:pt>
                      <c:pt idx="195">
                        <c:v>18.650900451342999</c:v>
                      </c:pt>
                      <c:pt idx="196">
                        <c:v>12.847223400200001</c:v>
                      </c:pt>
                      <c:pt idx="197">
                        <c:v>11.233468555021</c:v>
                      </c:pt>
                      <c:pt idx="198">
                        <c:v>18.933006756514001</c:v>
                      </c:pt>
                      <c:pt idx="199">
                        <c:v>28.333123092636999</c:v>
                      </c:pt>
                      <c:pt idx="200">
                        <c:v>41.060653033210997</c:v>
                      </c:pt>
                      <c:pt idx="201">
                        <c:v>51.689468485233</c:v>
                      </c:pt>
                      <c:pt idx="202">
                        <c:v>60.808020610035001</c:v>
                      </c:pt>
                      <c:pt idx="203">
                        <c:v>70.826871155299003</c:v>
                      </c:pt>
                      <c:pt idx="204">
                        <c:v>74.533199284207001</c:v>
                      </c:pt>
                      <c:pt idx="205">
                        <c:v>77.546719343795999</c:v>
                      </c:pt>
                      <c:pt idx="206">
                        <c:v>96.075090629735996</c:v>
                      </c:pt>
                      <c:pt idx="207">
                        <c:v>90.803141737596007</c:v>
                      </c:pt>
                      <c:pt idx="208">
                        <c:v>75.661473202321005</c:v>
                      </c:pt>
                      <c:pt idx="209">
                        <c:v>77.110983024180001</c:v>
                      </c:pt>
                      <c:pt idx="210">
                        <c:v>75.585425023551991</c:v>
                      </c:pt>
                      <c:pt idx="211">
                        <c:v>87.517753726999999</c:v>
                      </c:pt>
                      <c:pt idx="212">
                        <c:v>93.544287521640001</c:v>
                      </c:pt>
                      <c:pt idx="213">
                        <c:v>116.029457249842</c:v>
                      </c:pt>
                      <c:pt idx="214">
                        <c:v>119.857002723413</c:v>
                      </c:pt>
                      <c:pt idx="215">
                        <c:v>102.38025444000201</c:v>
                      </c:pt>
                      <c:pt idx="216">
                        <c:v>74.013675923857988</c:v>
                      </c:pt>
                      <c:pt idx="217">
                        <c:v>46.908829420952003</c:v>
                      </c:pt>
                      <c:pt idx="218">
                        <c:v>27.883820400263001</c:v>
                      </c:pt>
                      <c:pt idx="219">
                        <c:v>16.754763736710999</c:v>
                      </c:pt>
                      <c:pt idx="220">
                        <c:v>11.464387846863</c:v>
                      </c:pt>
                      <c:pt idx="221">
                        <c:v>10.454933144536001</c:v>
                      </c:pt>
                      <c:pt idx="222">
                        <c:v>18.904623537491002</c:v>
                      </c:pt>
                      <c:pt idx="223">
                        <c:v>29.192335707984</c:v>
                      </c:pt>
                      <c:pt idx="224">
                        <c:v>41.448848645254003</c:v>
                      </c:pt>
                      <c:pt idx="225">
                        <c:v>50.429653803481997</c:v>
                      </c:pt>
                      <c:pt idx="226">
                        <c:v>57.309737745571994</c:v>
                      </c:pt>
                      <c:pt idx="227">
                        <c:v>65.171340668547998</c:v>
                      </c:pt>
                      <c:pt idx="228">
                        <c:v>70.338115769301993</c:v>
                      </c:pt>
                      <c:pt idx="229">
                        <c:v>80.659125864745008</c:v>
                      </c:pt>
                      <c:pt idx="230">
                        <c:v>87.69505105060999</c:v>
                      </c:pt>
                      <c:pt idx="231">
                        <c:v>84.899486766649005</c:v>
                      </c:pt>
                      <c:pt idx="232">
                        <c:v>72.837594786918004</c:v>
                      </c:pt>
                      <c:pt idx="233">
                        <c:v>75.426895359202007</c:v>
                      </c:pt>
                      <c:pt idx="234">
                        <c:v>74.787279465086002</c:v>
                      </c:pt>
                      <c:pt idx="235">
                        <c:v>85.289741977508001</c:v>
                      </c:pt>
                      <c:pt idx="236">
                        <c:v>93.415615333378</c:v>
                      </c:pt>
                      <c:pt idx="237">
                        <c:v>117.15191854016399</c:v>
                      </c:pt>
                      <c:pt idx="238">
                        <c:v>114.494310114927</c:v>
                      </c:pt>
                      <c:pt idx="239">
                        <c:v>92.217532046500011</c:v>
                      </c:pt>
                      <c:pt idx="240">
                        <c:v>62.323165284025002</c:v>
                      </c:pt>
                      <c:pt idx="241">
                        <c:v>38.040168537432002</c:v>
                      </c:pt>
                      <c:pt idx="242">
                        <c:v>22.239805329446</c:v>
                      </c:pt>
                      <c:pt idx="243">
                        <c:v>13.709521722476</c:v>
                      </c:pt>
                      <c:pt idx="244">
                        <c:v>9.9522816358319997</c:v>
                      </c:pt>
                      <c:pt idx="245">
                        <c:v>10.042994196606001</c:v>
                      </c:pt>
                      <c:pt idx="246">
                        <c:v>20.603341244914002</c:v>
                      </c:pt>
                      <c:pt idx="247">
                        <c:v>33.319986392951002</c:v>
                      </c:pt>
                      <c:pt idx="248">
                        <c:v>42.451468072791997</c:v>
                      </c:pt>
                      <c:pt idx="249">
                        <c:v>46.218350895759997</c:v>
                      </c:pt>
                      <c:pt idx="250">
                        <c:v>52.100911760190002</c:v>
                      </c:pt>
                      <c:pt idx="251">
                        <c:v>60.463248483046996</c:v>
                      </c:pt>
                      <c:pt idx="252">
                        <c:v>66.342429538494997</c:v>
                      </c:pt>
                      <c:pt idx="253">
                        <c:v>72.519676748001004</c:v>
                      </c:pt>
                      <c:pt idx="254">
                        <c:v>76.424910971563008</c:v>
                      </c:pt>
                      <c:pt idx="255">
                        <c:v>75.709862952432005</c:v>
                      </c:pt>
                      <c:pt idx="256">
                        <c:v>70.047467470938997</c:v>
                      </c:pt>
                      <c:pt idx="257">
                        <c:v>76.635012450185002</c:v>
                      </c:pt>
                      <c:pt idx="258">
                        <c:v>75.369038242285995</c:v>
                      </c:pt>
                      <c:pt idx="259">
                        <c:v>85.360426912877998</c:v>
                      </c:pt>
                      <c:pt idx="260">
                        <c:v>92.203240382429996</c:v>
                      </c:pt>
                      <c:pt idx="261">
                        <c:v>114.27093010334801</c:v>
                      </c:pt>
                      <c:pt idx="262">
                        <c:v>112.43191608281299</c:v>
                      </c:pt>
                      <c:pt idx="263">
                        <c:v>87.963720025624994</c:v>
                      </c:pt>
                      <c:pt idx="264">
                        <c:v>58.106974211427001</c:v>
                      </c:pt>
                      <c:pt idx="265">
                        <c:v>34.755927773257</c:v>
                      </c:pt>
                      <c:pt idx="266">
                        <c:v>20.336548227308</c:v>
                      </c:pt>
                      <c:pt idx="267">
                        <c:v>13.002798973373999</c:v>
                      </c:pt>
                      <c:pt idx="268">
                        <c:v>9.705891456941</c:v>
                      </c:pt>
                      <c:pt idx="269">
                        <c:v>10.003441916245999</c:v>
                      </c:pt>
                      <c:pt idx="270">
                        <c:v>20.792889423018</c:v>
                      </c:pt>
                      <c:pt idx="271">
                        <c:v>34.276875094220998</c:v>
                      </c:pt>
                      <c:pt idx="272">
                        <c:v>43.863928398516002</c:v>
                      </c:pt>
                      <c:pt idx="273">
                        <c:v>47.549501580468998</c:v>
                      </c:pt>
                      <c:pt idx="274">
                        <c:v>53.295325377356001</c:v>
                      </c:pt>
                      <c:pt idx="275">
                        <c:v>61.362646784954997</c:v>
                      </c:pt>
                      <c:pt idx="276">
                        <c:v>67.351301641020996</c:v>
                      </c:pt>
                      <c:pt idx="277">
                        <c:v>73.557605024243003</c:v>
                      </c:pt>
                      <c:pt idx="278">
                        <c:v>77.449720390586009</c:v>
                      </c:pt>
                      <c:pt idx="279">
                        <c:v>76.290112891558991</c:v>
                      </c:pt>
                      <c:pt idx="280">
                        <c:v>70.247705883688994</c:v>
                      </c:pt>
                      <c:pt idx="281">
                        <c:v>75.223897019419994</c:v>
                      </c:pt>
                      <c:pt idx="282">
                        <c:v>73.655123731407002</c:v>
                      </c:pt>
                      <c:pt idx="283">
                        <c:v>85.267966478348995</c:v>
                      </c:pt>
                      <c:pt idx="284">
                        <c:v>93.556716519562997</c:v>
                      </c:pt>
                      <c:pt idx="285">
                        <c:v>116.89653959524699</c:v>
                      </c:pt>
                      <c:pt idx="286">
                        <c:v>113.69419765308101</c:v>
                      </c:pt>
                      <c:pt idx="287">
                        <c:v>88.750310948787998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C-F782-4DD4-8B67-32577BCE01C1}"/>
                  </c:ext>
                </c:extLst>
              </c15:ser>
            </c15:filteredLineSeries>
            <c15:filteredLineSeries>
              <c15:ser>
                <c:idx val="27"/>
                <c:order val="2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12-10-2026'!$AC$1</c15:sqref>
                        </c15:formulaRef>
                      </c:ext>
                    </c:extLst>
                    <c:strCache>
                      <c:ptCount val="1"/>
                      <c:pt idx="0">
                        <c:v>vORN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12-10-2026'!$AC$2:$AC$289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16.509283759894</c:v>
                      </c:pt>
                      <c:pt idx="1">
                        <c:v>9.7276781965009995</c:v>
                      </c:pt>
                      <c:pt idx="2">
                        <c:v>5.6990225730749993</c:v>
                      </c:pt>
                      <c:pt idx="3">
                        <c:v>3.5935307455649999</c:v>
                      </c:pt>
                      <c:pt idx="4">
                        <c:v>2.5778216172609998</c:v>
                      </c:pt>
                      <c:pt idx="5">
                        <c:v>2.9801220932179997</c:v>
                      </c:pt>
                      <c:pt idx="6">
                        <c:v>6.3567450156889995</c:v>
                      </c:pt>
                      <c:pt idx="7">
                        <c:v>9.7088012208289989</c:v>
                      </c:pt>
                      <c:pt idx="8">
                        <c:v>12.136527336010001</c:v>
                      </c:pt>
                      <c:pt idx="9">
                        <c:v>13.310483776009001</c:v>
                      </c:pt>
                      <c:pt idx="10">
                        <c:v>14.954248780054002</c:v>
                      </c:pt>
                      <c:pt idx="11">
                        <c:v>17.134464862447999</c:v>
                      </c:pt>
                      <c:pt idx="12">
                        <c:v>19.025754576444001</c:v>
                      </c:pt>
                      <c:pt idx="13">
                        <c:v>21.590939312744997</c:v>
                      </c:pt>
                      <c:pt idx="14">
                        <c:v>22.50787334172</c:v>
                      </c:pt>
                      <c:pt idx="15">
                        <c:v>22.058109913855002</c:v>
                      </c:pt>
                      <c:pt idx="16">
                        <c:v>19.259074093944996</c:v>
                      </c:pt>
                      <c:pt idx="17">
                        <c:v>20.384719642392003</c:v>
                      </c:pt>
                      <c:pt idx="18">
                        <c:v>20.267110652654001</c:v>
                      </c:pt>
                      <c:pt idx="19">
                        <c:v>23.637684440178003</c:v>
                      </c:pt>
                      <c:pt idx="20">
                        <c:v>26.111860641529002</c:v>
                      </c:pt>
                      <c:pt idx="21">
                        <c:v>32.093347848945001</c:v>
                      </c:pt>
                      <c:pt idx="22">
                        <c:v>31.679286006131001</c:v>
                      </c:pt>
                      <c:pt idx="23">
                        <c:v>26.401212142592001</c:v>
                      </c:pt>
                      <c:pt idx="24">
                        <c:v>18.823865292859001</c:v>
                      </c:pt>
                      <c:pt idx="25">
                        <c:v>11.842587765397999</c:v>
                      </c:pt>
                      <c:pt idx="26">
                        <c:v>7.0391451682050006</c:v>
                      </c:pt>
                      <c:pt idx="27">
                        <c:v>4.3047309500859994</c:v>
                      </c:pt>
                      <c:pt idx="28">
                        <c:v>2.8930024243510002</c:v>
                      </c:pt>
                      <c:pt idx="29">
                        <c:v>2.8354048479060001</c:v>
                      </c:pt>
                      <c:pt idx="30">
                        <c:v>5.5570252197550003</c:v>
                      </c:pt>
                      <c:pt idx="31">
                        <c:v>8.4428582070929998</c:v>
                      </c:pt>
                      <c:pt idx="32">
                        <c:v>12.370865492116998</c:v>
                      </c:pt>
                      <c:pt idx="33">
                        <c:v>15.252369423610002</c:v>
                      </c:pt>
                      <c:pt idx="34">
                        <c:v>17.85300367424</c:v>
                      </c:pt>
                      <c:pt idx="35">
                        <c:v>20.709703076070998</c:v>
                      </c:pt>
                      <c:pt idx="36">
                        <c:v>20.967574127523999</c:v>
                      </c:pt>
                      <c:pt idx="37">
                        <c:v>22.066224123091999</c:v>
                      </c:pt>
                      <c:pt idx="38">
                        <c:v>27.338465166989</c:v>
                      </c:pt>
                      <c:pt idx="39">
                        <c:v>25.176778123709997</c:v>
                      </c:pt>
                      <c:pt idx="40">
                        <c:v>20.612776055272999</c:v>
                      </c:pt>
                      <c:pt idx="41">
                        <c:v>20.865672665824</c:v>
                      </c:pt>
                      <c:pt idx="42">
                        <c:v>20.636438234846</c:v>
                      </c:pt>
                      <c:pt idx="43">
                        <c:v>24.652603315737</c:v>
                      </c:pt>
                      <c:pt idx="44">
                        <c:v>27.178585576793999</c:v>
                      </c:pt>
                      <c:pt idx="45">
                        <c:v>33.543797024351001</c:v>
                      </c:pt>
                      <c:pt idx="46">
                        <c:v>32.668504788191996</c:v>
                      </c:pt>
                      <c:pt idx="47">
                        <c:v>27.486712434505002</c:v>
                      </c:pt>
                      <c:pt idx="48">
                        <c:v>19.775016404064001</c:v>
                      </c:pt>
                      <c:pt idx="49">
                        <c:v>12.367886139028002</c:v>
                      </c:pt>
                      <c:pt idx="50">
                        <c:v>7.2443674217709999</c:v>
                      </c:pt>
                      <c:pt idx="51">
                        <c:v>4.2599505849989994</c:v>
                      </c:pt>
                      <c:pt idx="52">
                        <c:v>2.8167998911219998</c:v>
                      </c:pt>
                      <c:pt idx="53">
                        <c:v>2.8974191323010001</c:v>
                      </c:pt>
                      <c:pt idx="54">
                        <c:v>5.8365094560850004</c:v>
                      </c:pt>
                      <c:pt idx="55">
                        <c:v>8.8139221087620001</c:v>
                      </c:pt>
                      <c:pt idx="56">
                        <c:v>12.354085177991001</c:v>
                      </c:pt>
                      <c:pt idx="57">
                        <c:v>14.67935733707</c:v>
                      </c:pt>
                      <c:pt idx="58">
                        <c:v>16.403490994605999</c:v>
                      </c:pt>
                      <c:pt idx="59">
                        <c:v>18.856768808391003</c:v>
                      </c:pt>
                      <c:pt idx="60">
                        <c:v>20.317635992876998</c:v>
                      </c:pt>
                      <c:pt idx="61">
                        <c:v>23.649649954985001</c:v>
                      </c:pt>
                      <c:pt idx="62">
                        <c:v>24.904460944756998</c:v>
                      </c:pt>
                      <c:pt idx="63">
                        <c:v>23.900937868742002</c:v>
                      </c:pt>
                      <c:pt idx="64">
                        <c:v>19.979109469874995</c:v>
                      </c:pt>
                      <c:pt idx="65">
                        <c:v>20.486372559234002</c:v>
                      </c:pt>
                      <c:pt idx="66">
                        <c:v>20.710534902886</c:v>
                      </c:pt>
                      <c:pt idx="67">
                        <c:v>23.982727072792002</c:v>
                      </c:pt>
                      <c:pt idx="68">
                        <c:v>26.547877808515999</c:v>
                      </c:pt>
                      <c:pt idx="69">
                        <c:v>32.178113118334998</c:v>
                      </c:pt>
                      <c:pt idx="70">
                        <c:v>30.793144672023001</c:v>
                      </c:pt>
                      <c:pt idx="71">
                        <c:v>24.391543103769997</c:v>
                      </c:pt>
                      <c:pt idx="72">
                        <c:v>16.063542880246999</c:v>
                      </c:pt>
                      <c:pt idx="73">
                        <c:v>9.5211820638680003</c:v>
                      </c:pt>
                      <c:pt idx="74">
                        <c:v>5.5478641404899998</c:v>
                      </c:pt>
                      <c:pt idx="75">
                        <c:v>3.473592981006</c:v>
                      </c:pt>
                      <c:pt idx="76">
                        <c:v>2.5643299255070002</c:v>
                      </c:pt>
                      <c:pt idx="77">
                        <c:v>2.8463554427240001</c:v>
                      </c:pt>
                      <c:pt idx="78">
                        <c:v>6.1317622139459997</c:v>
                      </c:pt>
                      <c:pt idx="79">
                        <c:v>9.023914501458</c:v>
                      </c:pt>
                      <c:pt idx="80">
                        <c:v>11.399831023595002</c:v>
                      </c:pt>
                      <c:pt idx="81">
                        <c:v>12.938126840560001</c:v>
                      </c:pt>
                      <c:pt idx="82">
                        <c:v>14.589418355641</c:v>
                      </c:pt>
                      <c:pt idx="83">
                        <c:v>16.804808113099998</c:v>
                      </c:pt>
                      <c:pt idx="84">
                        <c:v>18.252768265859999</c:v>
                      </c:pt>
                      <c:pt idx="85">
                        <c:v>20.449512115352999</c:v>
                      </c:pt>
                      <c:pt idx="86">
                        <c:v>21.017269415892002</c:v>
                      </c:pt>
                      <c:pt idx="87">
                        <c:v>20.589371999152998</c:v>
                      </c:pt>
                      <c:pt idx="88">
                        <c:v>18.758501945463003</c:v>
                      </c:pt>
                      <c:pt idx="89">
                        <c:v>20.162529586184</c:v>
                      </c:pt>
                      <c:pt idx="90">
                        <c:v>19.419959020192998</c:v>
                      </c:pt>
                      <c:pt idx="91">
                        <c:v>22.94736211395</c:v>
                      </c:pt>
                      <c:pt idx="92">
                        <c:v>25.602140989885999</c:v>
                      </c:pt>
                      <c:pt idx="93">
                        <c:v>31.459303390538004</c:v>
                      </c:pt>
                      <c:pt idx="94">
                        <c:v>30.039210535993004</c:v>
                      </c:pt>
                      <c:pt idx="95">
                        <c:v>23.420549501396998</c:v>
                      </c:pt>
                      <c:pt idx="96">
                        <c:v>15.491822631065</c:v>
                      </c:pt>
                      <c:pt idx="97">
                        <c:v>9.1530437101509996</c:v>
                      </c:pt>
                      <c:pt idx="98">
                        <c:v>5.2576581262060005</c:v>
                      </c:pt>
                      <c:pt idx="99">
                        <c:v>3.2815506048900001</c:v>
                      </c:pt>
                      <c:pt idx="100">
                        <c:v>2.468454738118</c:v>
                      </c:pt>
                      <c:pt idx="101">
                        <c:v>2.7441789130120005</c:v>
                      </c:pt>
                      <c:pt idx="102">
                        <c:v>6.2038819207269995</c:v>
                      </c:pt>
                      <c:pt idx="103">
                        <c:v>9.3274814093119982</c:v>
                      </c:pt>
                      <c:pt idx="104">
                        <c:v>11.826054808548001</c:v>
                      </c:pt>
                      <c:pt idx="105">
                        <c:v>13.136286177959999</c:v>
                      </c:pt>
                      <c:pt idx="106">
                        <c:v>14.71518530114</c:v>
                      </c:pt>
                      <c:pt idx="107">
                        <c:v>16.957195078106999</c:v>
                      </c:pt>
                      <c:pt idx="108">
                        <c:v>18.48562275438</c:v>
                      </c:pt>
                      <c:pt idx="109">
                        <c:v>20.609951065419001</c:v>
                      </c:pt>
                      <c:pt idx="110">
                        <c:v>21.152712979274</c:v>
                      </c:pt>
                      <c:pt idx="111">
                        <c:v>20.648804589983001</c:v>
                      </c:pt>
                      <c:pt idx="112">
                        <c:v>18.752795084403001</c:v>
                      </c:pt>
                      <c:pt idx="113">
                        <c:v>20.048051053344999</c:v>
                      </c:pt>
                      <c:pt idx="114">
                        <c:v>19.461262415347999</c:v>
                      </c:pt>
                      <c:pt idx="115">
                        <c:v>23.099180828890997</c:v>
                      </c:pt>
                      <c:pt idx="116">
                        <c:v>25.880646884556</c:v>
                      </c:pt>
                      <c:pt idx="117">
                        <c:v>31.935175113101</c:v>
                      </c:pt>
                      <c:pt idx="118">
                        <c:v>30.199451797299002</c:v>
                      </c:pt>
                      <c:pt idx="119">
                        <c:v>23.550708237326997</c:v>
                      </c:pt>
                      <c:pt idx="120">
                        <c:v>15.518115182486001</c:v>
                      </c:pt>
                      <c:pt idx="121">
                        <c:v>9.1825886901710021</c:v>
                      </c:pt>
                      <c:pt idx="122">
                        <c:v>5.1905289551410005</c:v>
                      </c:pt>
                      <c:pt idx="123">
                        <c:v>3.198684374175</c:v>
                      </c:pt>
                      <c:pt idx="124">
                        <c:v>2.4103639758739996</c:v>
                      </c:pt>
                      <c:pt idx="125">
                        <c:v>2.8254735338299999</c:v>
                      </c:pt>
                      <c:pt idx="126">
                        <c:v>6.3105742818360007</c:v>
                      </c:pt>
                      <c:pt idx="127">
                        <c:v>9.6606593767030002</c:v>
                      </c:pt>
                      <c:pt idx="128">
                        <c:v>12.119234393996001</c:v>
                      </c:pt>
                      <c:pt idx="129">
                        <c:v>13.396493878258001</c:v>
                      </c:pt>
                      <c:pt idx="130">
                        <c:v>15.137316822097</c:v>
                      </c:pt>
                      <c:pt idx="131">
                        <c:v>17.097871532217997</c:v>
                      </c:pt>
                      <c:pt idx="132">
                        <c:v>18.831515782195002</c:v>
                      </c:pt>
                      <c:pt idx="133">
                        <c:v>22.343998998844999</c:v>
                      </c:pt>
                      <c:pt idx="134">
                        <c:v>23.072916330075</c:v>
                      </c:pt>
                      <c:pt idx="135">
                        <c:v>22.045695624891003</c:v>
                      </c:pt>
                      <c:pt idx="136">
                        <c:v>18.962780158365</c:v>
                      </c:pt>
                      <c:pt idx="137">
                        <c:v>20.183848395632996</c:v>
                      </c:pt>
                      <c:pt idx="138">
                        <c:v>21.540644635477001</c:v>
                      </c:pt>
                      <c:pt idx="139">
                        <c:v>25.007486816898997</c:v>
                      </c:pt>
                      <c:pt idx="140">
                        <c:v>26.263980499612</c:v>
                      </c:pt>
                      <c:pt idx="141">
                        <c:v>32.033805458090001</c:v>
                      </c:pt>
                      <c:pt idx="142">
                        <c:v>30.439524638123</c:v>
                      </c:pt>
                      <c:pt idx="143">
                        <c:v>24.143231951718001</c:v>
                      </c:pt>
                      <c:pt idx="144">
                        <c:v>16.361651437086</c:v>
                      </c:pt>
                      <c:pt idx="145">
                        <c:v>9.7426468559269992</c:v>
                      </c:pt>
                      <c:pt idx="146">
                        <c:v>6.0314129798340002</c:v>
                      </c:pt>
                      <c:pt idx="147">
                        <c:v>3.4063131515919998</c:v>
                      </c:pt>
                      <c:pt idx="148">
                        <c:v>2.5258721416179997</c:v>
                      </c:pt>
                      <c:pt idx="149">
                        <c:v>2.8445031321599998</c:v>
                      </c:pt>
                      <c:pt idx="150">
                        <c:v>6.5028203040110002</c:v>
                      </c:pt>
                      <c:pt idx="151">
                        <c:v>9.9292545012110001</c:v>
                      </c:pt>
                      <c:pt idx="152">
                        <c:v>12.338066411641</c:v>
                      </c:pt>
                      <c:pt idx="153">
                        <c:v>13.510254538295001</c:v>
                      </c:pt>
                      <c:pt idx="154">
                        <c:v>14.992471854755999</c:v>
                      </c:pt>
                      <c:pt idx="155">
                        <c:v>16.862709304312002</c:v>
                      </c:pt>
                      <c:pt idx="156">
                        <c:v>18.255497838614001</c:v>
                      </c:pt>
                      <c:pt idx="157">
                        <c:v>20.607048365875002</c:v>
                      </c:pt>
                      <c:pt idx="158">
                        <c:v>21.191388067964002</c:v>
                      </c:pt>
                      <c:pt idx="159">
                        <c:v>20.870806421199003</c:v>
                      </c:pt>
                      <c:pt idx="160">
                        <c:v>19.270492291478998</c:v>
                      </c:pt>
                      <c:pt idx="161">
                        <c:v>20.633332377875</c:v>
                      </c:pt>
                      <c:pt idx="162">
                        <c:v>20.288153534463</c:v>
                      </c:pt>
                      <c:pt idx="163">
                        <c:v>24.081577192192999</c:v>
                      </c:pt>
                      <c:pt idx="164">
                        <c:v>26.890545639771997</c:v>
                      </c:pt>
                      <c:pt idx="165">
                        <c:v>32.365889678011996</c:v>
                      </c:pt>
                      <c:pt idx="166">
                        <c:v>30.532753550495997</c:v>
                      </c:pt>
                      <c:pt idx="167">
                        <c:v>23.008843503102</c:v>
                      </c:pt>
                      <c:pt idx="168">
                        <c:v>14.951149133345998</c:v>
                      </c:pt>
                      <c:pt idx="169">
                        <c:v>8.8572439896950002</c:v>
                      </c:pt>
                      <c:pt idx="170">
                        <c:v>5.1776959961650002</c:v>
                      </c:pt>
                      <c:pt idx="171">
                        <c:v>3.264440952573</c:v>
                      </c:pt>
                      <c:pt idx="172">
                        <c:v>2.4918732304000004</c:v>
                      </c:pt>
                      <c:pt idx="173">
                        <c:v>2.8161557161560005</c:v>
                      </c:pt>
                      <c:pt idx="174">
                        <c:v>6.5593612892289999</c:v>
                      </c:pt>
                      <c:pt idx="175">
                        <c:v>10.502708141621001</c:v>
                      </c:pt>
                      <c:pt idx="176">
                        <c:v>13.435416700746</c:v>
                      </c:pt>
                      <c:pt idx="177">
                        <c:v>15.139335833928</c:v>
                      </c:pt>
                      <c:pt idx="178">
                        <c:v>16.321718206532001</c:v>
                      </c:pt>
                      <c:pt idx="179">
                        <c:v>17.823601904957002</c:v>
                      </c:pt>
                      <c:pt idx="180">
                        <c:v>19.431785287692996</c:v>
                      </c:pt>
                      <c:pt idx="181">
                        <c:v>21.829340304726998</c:v>
                      </c:pt>
                      <c:pt idx="182">
                        <c:v>22.480021662288998</c:v>
                      </c:pt>
                      <c:pt idx="183">
                        <c:v>21.927639484559002</c:v>
                      </c:pt>
                      <c:pt idx="184">
                        <c:v>19.318368232436001</c:v>
                      </c:pt>
                      <c:pt idx="185">
                        <c:v>20.597494625722</c:v>
                      </c:pt>
                      <c:pt idx="186">
                        <c:v>20.463423930817999</c:v>
                      </c:pt>
                      <c:pt idx="187">
                        <c:v>24.644137851656001</c:v>
                      </c:pt>
                      <c:pt idx="188">
                        <c:v>27.297793698911999</c:v>
                      </c:pt>
                      <c:pt idx="189">
                        <c:v>32.413728962133</c:v>
                      </c:pt>
                      <c:pt idx="190">
                        <c:v>31.467379865628999</c:v>
                      </c:pt>
                      <c:pt idx="191">
                        <c:v>25.508474284588999</c:v>
                      </c:pt>
                      <c:pt idx="192">
                        <c:v>17.843016080353998</c:v>
                      </c:pt>
                      <c:pt idx="193">
                        <c:v>11.224418856090001</c:v>
                      </c:pt>
                      <c:pt idx="194">
                        <c:v>6.6110753005910006</c:v>
                      </c:pt>
                      <c:pt idx="195">
                        <c:v>4.189122989466</c:v>
                      </c:pt>
                      <c:pt idx="196">
                        <c:v>2.9065742992060004</c:v>
                      </c:pt>
                      <c:pt idx="197">
                        <c:v>2.8145865201219999</c:v>
                      </c:pt>
                      <c:pt idx="198">
                        <c:v>5.7819658586719997</c:v>
                      </c:pt>
                      <c:pt idx="199">
                        <c:v>8.9675407651279997</c:v>
                      </c:pt>
                      <c:pt idx="200">
                        <c:v>12.713428274388001</c:v>
                      </c:pt>
                      <c:pt idx="201">
                        <c:v>15.396870692635</c:v>
                      </c:pt>
                      <c:pt idx="202">
                        <c:v>17.845417382611</c:v>
                      </c:pt>
                      <c:pt idx="203">
                        <c:v>20.625950375746001</c:v>
                      </c:pt>
                      <c:pt idx="204">
                        <c:v>20.704767478280999</c:v>
                      </c:pt>
                      <c:pt idx="205">
                        <c:v>22.178567543561002</c:v>
                      </c:pt>
                      <c:pt idx="206">
                        <c:v>27.500555267032002</c:v>
                      </c:pt>
                      <c:pt idx="207">
                        <c:v>25.019838543760002</c:v>
                      </c:pt>
                      <c:pt idx="208">
                        <c:v>20.657490828381999</c:v>
                      </c:pt>
                      <c:pt idx="209">
                        <c:v>21.336162717979999</c:v>
                      </c:pt>
                      <c:pt idx="210">
                        <c:v>20.406992630710999</c:v>
                      </c:pt>
                      <c:pt idx="211">
                        <c:v>24.69478116813</c:v>
                      </c:pt>
                      <c:pt idx="212">
                        <c:v>27.550250514188001</c:v>
                      </c:pt>
                      <c:pt idx="213">
                        <c:v>33.091180724830998</c:v>
                      </c:pt>
                      <c:pt idx="214">
                        <c:v>32.571512595710004</c:v>
                      </c:pt>
                      <c:pt idx="215">
                        <c:v>26.267294312781999</c:v>
                      </c:pt>
                      <c:pt idx="216">
                        <c:v>18.033680852897</c:v>
                      </c:pt>
                      <c:pt idx="217">
                        <c:v>10.87890707709</c:v>
                      </c:pt>
                      <c:pt idx="218">
                        <c:v>6.2393693402469994</c:v>
                      </c:pt>
                      <c:pt idx="219">
                        <c:v>3.735410180558</c:v>
                      </c:pt>
                      <c:pt idx="220">
                        <c:v>2.6236794835980004</c:v>
                      </c:pt>
                      <c:pt idx="221">
                        <c:v>2.7416669262079996</c:v>
                      </c:pt>
                      <c:pt idx="222">
                        <c:v>5.8818157168659999</c:v>
                      </c:pt>
                      <c:pt idx="223">
                        <c:v>9.0302889813970015</c:v>
                      </c:pt>
                      <c:pt idx="224">
                        <c:v>12.514810787848999</c:v>
                      </c:pt>
                      <c:pt idx="225">
                        <c:v>14.703225201682999</c:v>
                      </c:pt>
                      <c:pt idx="226">
                        <c:v>16.31466441577</c:v>
                      </c:pt>
                      <c:pt idx="227">
                        <c:v>18.534368679177998</c:v>
                      </c:pt>
                      <c:pt idx="228">
                        <c:v>19.604526652110998</c:v>
                      </c:pt>
                      <c:pt idx="229">
                        <c:v>23.231836691601</c:v>
                      </c:pt>
                      <c:pt idx="230">
                        <c:v>24.680236875898999</c:v>
                      </c:pt>
                      <c:pt idx="231">
                        <c:v>23.510805445700001</c:v>
                      </c:pt>
                      <c:pt idx="232">
                        <c:v>19.953737958996999</c:v>
                      </c:pt>
                      <c:pt idx="233">
                        <c:v>20.856449705836003</c:v>
                      </c:pt>
                      <c:pt idx="234">
                        <c:v>20.334142246664999</c:v>
                      </c:pt>
                      <c:pt idx="235">
                        <c:v>23.989051746860998</c:v>
                      </c:pt>
                      <c:pt idx="236">
                        <c:v>27.343142726653003</c:v>
                      </c:pt>
                      <c:pt idx="237">
                        <c:v>32.768298922401002</c:v>
                      </c:pt>
                      <c:pt idx="238">
                        <c:v>30.312669167260996</c:v>
                      </c:pt>
                      <c:pt idx="239">
                        <c:v>23.143329477758996</c:v>
                      </c:pt>
                      <c:pt idx="240">
                        <c:v>14.838664093965999</c:v>
                      </c:pt>
                      <c:pt idx="241">
                        <c:v>8.7079999685820013</c:v>
                      </c:pt>
                      <c:pt idx="242">
                        <c:v>4.9878920413949999</c:v>
                      </c:pt>
                      <c:pt idx="243">
                        <c:v>3.1643618297860003</c:v>
                      </c:pt>
                      <c:pt idx="244">
                        <c:v>2.474351143062</c:v>
                      </c:pt>
                      <c:pt idx="245">
                        <c:v>2.7503058363620001</c:v>
                      </c:pt>
                      <c:pt idx="246">
                        <c:v>6.1920763494909998</c:v>
                      </c:pt>
                      <c:pt idx="247">
                        <c:v>9.3391831980950002</c:v>
                      </c:pt>
                      <c:pt idx="248">
                        <c:v>11.730349850713001</c:v>
                      </c:pt>
                      <c:pt idx="249">
                        <c:v>12.816490798918</c:v>
                      </c:pt>
                      <c:pt idx="250">
                        <c:v>14.503220055511001</c:v>
                      </c:pt>
                      <c:pt idx="251">
                        <c:v>16.717050548549</c:v>
                      </c:pt>
                      <c:pt idx="252">
                        <c:v>18.513125488584002</c:v>
                      </c:pt>
                      <c:pt idx="253">
                        <c:v>21.368651704131</c:v>
                      </c:pt>
                      <c:pt idx="254">
                        <c:v>22.113011465493003</c:v>
                      </c:pt>
                      <c:pt idx="255">
                        <c:v>21.463493586676002</c:v>
                      </c:pt>
                      <c:pt idx="256">
                        <c:v>19.747928314707</c:v>
                      </c:pt>
                      <c:pt idx="257">
                        <c:v>21.714528932635002</c:v>
                      </c:pt>
                      <c:pt idx="258">
                        <c:v>20.767702617464998</c:v>
                      </c:pt>
                      <c:pt idx="259">
                        <c:v>24.268530904136004</c:v>
                      </c:pt>
                      <c:pt idx="260">
                        <c:v>27.515270854437002</c:v>
                      </c:pt>
                      <c:pt idx="261">
                        <c:v>32.285926854758003</c:v>
                      </c:pt>
                      <c:pt idx="262">
                        <c:v>29.935990925906999</c:v>
                      </c:pt>
                      <c:pt idx="263">
                        <c:v>22.527311911751003</c:v>
                      </c:pt>
                      <c:pt idx="264">
                        <c:v>14.292065324393</c:v>
                      </c:pt>
                      <c:pt idx="265">
                        <c:v>8.1629423803750001</c:v>
                      </c:pt>
                      <c:pt idx="266">
                        <c:v>4.7506919048169998</c:v>
                      </c:pt>
                      <c:pt idx="267">
                        <c:v>3.0485526687819999</c:v>
                      </c:pt>
                      <c:pt idx="268">
                        <c:v>2.4280891083319998</c:v>
                      </c:pt>
                      <c:pt idx="269">
                        <c:v>2.645215956011</c:v>
                      </c:pt>
                      <c:pt idx="270">
                        <c:v>6.3083648960250001</c:v>
                      </c:pt>
                      <c:pt idx="271">
                        <c:v>9.7929009184600009</c:v>
                      </c:pt>
                      <c:pt idx="272">
                        <c:v>12.000327334151001</c:v>
                      </c:pt>
                      <c:pt idx="273">
                        <c:v>13.261882395998999</c:v>
                      </c:pt>
                      <c:pt idx="274">
                        <c:v>14.772164961484</c:v>
                      </c:pt>
                      <c:pt idx="275">
                        <c:v>17.066090244130997</c:v>
                      </c:pt>
                      <c:pt idx="276">
                        <c:v>18.407707064921002</c:v>
                      </c:pt>
                      <c:pt idx="277">
                        <c:v>20.826682980441998</c:v>
                      </c:pt>
                      <c:pt idx="278">
                        <c:v>21.234213177282001</c:v>
                      </c:pt>
                      <c:pt idx="279">
                        <c:v>20.577510544399001</c:v>
                      </c:pt>
                      <c:pt idx="280">
                        <c:v>19.040793784950001</c:v>
                      </c:pt>
                      <c:pt idx="281">
                        <c:v>20.772882147854002</c:v>
                      </c:pt>
                      <c:pt idx="282">
                        <c:v>20.013094163531001</c:v>
                      </c:pt>
                      <c:pt idx="283">
                        <c:v>23.940045367405002</c:v>
                      </c:pt>
                      <c:pt idx="284">
                        <c:v>27.448487981969997</c:v>
                      </c:pt>
                      <c:pt idx="285">
                        <c:v>32.597400886720003</c:v>
                      </c:pt>
                      <c:pt idx="286">
                        <c:v>30.06456041629</c:v>
                      </c:pt>
                      <c:pt idx="287">
                        <c:v>22.236879962161002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D-F782-4DD4-8B67-32577BCE01C1}"/>
                  </c:ext>
                </c:extLst>
              </c15:ser>
            </c15:filteredLineSeries>
            <c15:filteredLineSeries>
              <c15:ser>
                <c:idx val="28"/>
                <c:order val="2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12-10-2026'!$AD$1</c15:sqref>
                        </c15:formulaRef>
                      </c:ext>
                    </c:extLst>
                    <c:strCache>
                      <c:ptCount val="1"/>
                      <c:pt idx="0">
                        <c:v>vORN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12-10-2026'!$AD$2:$AD$289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2.205958415914</c:v>
                      </c:pt>
                      <c:pt idx="1">
                        <c:v>1.336205761282</c:v>
                      </c:pt>
                      <c:pt idx="2">
                        <c:v>0.77305298462299998</c:v>
                      </c:pt>
                      <c:pt idx="3">
                        <c:v>0.50511633059399996</c:v>
                      </c:pt>
                      <c:pt idx="4">
                        <c:v>0.42206764958499998</c:v>
                      </c:pt>
                      <c:pt idx="5">
                        <c:v>0.60401851721400002</c:v>
                      </c:pt>
                      <c:pt idx="6">
                        <c:v>1.3719785958140001</c:v>
                      </c:pt>
                      <c:pt idx="7">
                        <c:v>1.990544602498</c:v>
                      </c:pt>
                      <c:pt idx="8">
                        <c:v>2.2477397307620004</c:v>
                      </c:pt>
                      <c:pt idx="9">
                        <c:v>2.2733073840369999</c:v>
                      </c:pt>
                      <c:pt idx="10">
                        <c:v>2.3978128025479997</c:v>
                      </c:pt>
                      <c:pt idx="11">
                        <c:v>2.6746790552079998</c:v>
                      </c:pt>
                      <c:pt idx="12">
                        <c:v>3.0399401540509996</c:v>
                      </c:pt>
                      <c:pt idx="13">
                        <c:v>3.4038052244810002</c:v>
                      </c:pt>
                      <c:pt idx="14">
                        <c:v>3.4950104959829997</c:v>
                      </c:pt>
                      <c:pt idx="15">
                        <c:v>3.3977350628029996</c:v>
                      </c:pt>
                      <c:pt idx="16">
                        <c:v>2.9716017529809999</c:v>
                      </c:pt>
                      <c:pt idx="17">
                        <c:v>2.9614963013379998</c:v>
                      </c:pt>
                      <c:pt idx="18">
                        <c:v>2.9357326101150001</c:v>
                      </c:pt>
                      <c:pt idx="19">
                        <c:v>3.3392102062960003</c:v>
                      </c:pt>
                      <c:pt idx="20">
                        <c:v>3.6415901602910004</c:v>
                      </c:pt>
                      <c:pt idx="21">
                        <c:v>4.1995025003920006</c:v>
                      </c:pt>
                      <c:pt idx="22">
                        <c:v>4.2642275332640001</c:v>
                      </c:pt>
                      <c:pt idx="23">
                        <c:v>3.5979817202980002</c:v>
                      </c:pt>
                      <c:pt idx="24">
                        <c:v>2.5081631410959999</c:v>
                      </c:pt>
                      <c:pt idx="25">
                        <c:v>1.5504800115819999</c:v>
                      </c:pt>
                      <c:pt idx="26">
                        <c:v>0.96606653492500005</c:v>
                      </c:pt>
                      <c:pt idx="27">
                        <c:v>0.59685945245800009</c:v>
                      </c:pt>
                      <c:pt idx="28">
                        <c:v>0.45374390218699995</c:v>
                      </c:pt>
                      <c:pt idx="29">
                        <c:v>0.58312482758599993</c:v>
                      </c:pt>
                      <c:pt idx="30">
                        <c:v>1.224685661721</c:v>
                      </c:pt>
                      <c:pt idx="31">
                        <c:v>1.7934412874060002</c:v>
                      </c:pt>
                      <c:pt idx="32">
                        <c:v>2.3788608106210001</c:v>
                      </c:pt>
                      <c:pt idx="33">
                        <c:v>2.6156003264979999</c:v>
                      </c:pt>
                      <c:pt idx="34">
                        <c:v>2.8588461992640002</c:v>
                      </c:pt>
                      <c:pt idx="35">
                        <c:v>3.1439655863589997</c:v>
                      </c:pt>
                      <c:pt idx="36">
                        <c:v>3.2348789863160001</c:v>
                      </c:pt>
                      <c:pt idx="37">
                        <c:v>3.41966389229</c:v>
                      </c:pt>
                      <c:pt idx="38">
                        <c:v>3.9589044989720001</c:v>
                      </c:pt>
                      <c:pt idx="39">
                        <c:v>3.7662001965690002</c:v>
                      </c:pt>
                      <c:pt idx="40">
                        <c:v>3.1627750584569996</c:v>
                      </c:pt>
                      <c:pt idx="41">
                        <c:v>3.0374794315739999</c:v>
                      </c:pt>
                      <c:pt idx="42">
                        <c:v>2.9500708298209997</c:v>
                      </c:pt>
                      <c:pt idx="43">
                        <c:v>3.4964722061370002</c:v>
                      </c:pt>
                      <c:pt idx="44">
                        <c:v>3.7323918794590001</c:v>
                      </c:pt>
                      <c:pt idx="45">
                        <c:v>4.3003696811840006</c:v>
                      </c:pt>
                      <c:pt idx="46">
                        <c:v>4.3315703895229998</c:v>
                      </c:pt>
                      <c:pt idx="47">
                        <c:v>3.7021626765170002</c:v>
                      </c:pt>
                      <c:pt idx="48">
                        <c:v>2.6427080020570002</c:v>
                      </c:pt>
                      <c:pt idx="49">
                        <c:v>1.6646500329710001</c:v>
                      </c:pt>
                      <c:pt idx="50">
                        <c:v>0.97107595312099992</c:v>
                      </c:pt>
                      <c:pt idx="51">
                        <c:v>0.60042147751600006</c:v>
                      </c:pt>
                      <c:pt idx="52">
                        <c:v>0.46559353075999999</c:v>
                      </c:pt>
                      <c:pt idx="53">
                        <c:v>0.59367727884900001</c:v>
                      </c:pt>
                      <c:pt idx="54">
                        <c:v>1.2967807139990002</c:v>
                      </c:pt>
                      <c:pt idx="55">
                        <c:v>1.9217135967289998</c:v>
                      </c:pt>
                      <c:pt idx="56">
                        <c:v>2.3867031582019997</c:v>
                      </c:pt>
                      <c:pt idx="57">
                        <c:v>2.5379721100170003</c:v>
                      </c:pt>
                      <c:pt idx="58">
                        <c:v>2.7048348687550003</c:v>
                      </c:pt>
                      <c:pt idx="59">
                        <c:v>2.9843784566469997</c:v>
                      </c:pt>
                      <c:pt idx="60">
                        <c:v>3.2570033227100001</c:v>
                      </c:pt>
                      <c:pt idx="61">
                        <c:v>3.6844815335909997</c:v>
                      </c:pt>
                      <c:pt idx="62">
                        <c:v>3.8228270902209998</c:v>
                      </c:pt>
                      <c:pt idx="63">
                        <c:v>3.6356993350029998</c:v>
                      </c:pt>
                      <c:pt idx="64">
                        <c:v>3.0780049464550001</c:v>
                      </c:pt>
                      <c:pt idx="65">
                        <c:v>2.9526960734839998</c:v>
                      </c:pt>
                      <c:pt idx="66">
                        <c:v>2.9671522006169999</c:v>
                      </c:pt>
                      <c:pt idx="67">
                        <c:v>3.4080544391350003</c:v>
                      </c:pt>
                      <c:pt idx="68">
                        <c:v>3.6824486662310005</c:v>
                      </c:pt>
                      <c:pt idx="69">
                        <c:v>4.281277163203999</c:v>
                      </c:pt>
                      <c:pt idx="70">
                        <c:v>4.2375643121279998</c:v>
                      </c:pt>
                      <c:pt idx="71">
                        <c:v>3.4341284793819997</c:v>
                      </c:pt>
                      <c:pt idx="72">
                        <c:v>2.2803819937240002</c:v>
                      </c:pt>
                      <c:pt idx="73">
                        <c:v>1.3426048041429999</c:v>
                      </c:pt>
                      <c:pt idx="74">
                        <c:v>0.77817290729900002</c:v>
                      </c:pt>
                      <c:pt idx="75">
                        <c:v>0.50988587825199994</c:v>
                      </c:pt>
                      <c:pt idx="76">
                        <c:v>0.44823686536899998</c:v>
                      </c:pt>
                      <c:pt idx="77">
                        <c:v>0.63100590728700012</c:v>
                      </c:pt>
                      <c:pt idx="78">
                        <c:v>1.4292710151050003</c:v>
                      </c:pt>
                      <c:pt idx="79">
                        <c:v>1.9504615627870001</c:v>
                      </c:pt>
                      <c:pt idx="80">
                        <c:v>2.2070922869639999</c:v>
                      </c:pt>
                      <c:pt idx="81">
                        <c:v>2.2106309636670001</c:v>
                      </c:pt>
                      <c:pt idx="82">
                        <c:v>2.343881924328</c:v>
                      </c:pt>
                      <c:pt idx="83">
                        <c:v>2.6539209064959999</c:v>
                      </c:pt>
                      <c:pt idx="84">
                        <c:v>2.9979005544170003</c:v>
                      </c:pt>
                      <c:pt idx="85">
                        <c:v>3.2472968936429996</c:v>
                      </c:pt>
                      <c:pt idx="86">
                        <c:v>3.3624427046869996</c:v>
                      </c:pt>
                      <c:pt idx="87">
                        <c:v>3.303631643728</c:v>
                      </c:pt>
                      <c:pt idx="88">
                        <c:v>3.0021726088979999</c:v>
                      </c:pt>
                      <c:pt idx="89">
                        <c:v>2.9813589207410001</c:v>
                      </c:pt>
                      <c:pt idx="90">
                        <c:v>2.842665704646</c:v>
                      </c:pt>
                      <c:pt idx="91">
                        <c:v>3.3048411399140001</c:v>
                      </c:pt>
                      <c:pt idx="92">
                        <c:v>3.5942700595699999</c:v>
                      </c:pt>
                      <c:pt idx="93">
                        <c:v>4.1577025199669997</c:v>
                      </c:pt>
                      <c:pt idx="94">
                        <c:v>4.0687275986870004</c:v>
                      </c:pt>
                      <c:pt idx="95">
                        <c:v>3.2372543071990001</c:v>
                      </c:pt>
                      <c:pt idx="96">
                        <c:v>2.1303519651830003</c:v>
                      </c:pt>
                      <c:pt idx="97">
                        <c:v>1.2350914808299998</c:v>
                      </c:pt>
                      <c:pt idx="98">
                        <c:v>0.72939405920400002</c:v>
                      </c:pt>
                      <c:pt idx="99">
                        <c:v>0.48325111742899995</c:v>
                      </c:pt>
                      <c:pt idx="100">
                        <c:v>0.408809990826</c:v>
                      </c:pt>
                      <c:pt idx="101">
                        <c:v>0.58490127844199991</c:v>
                      </c:pt>
                      <c:pt idx="102">
                        <c:v>1.3860796323410001</c:v>
                      </c:pt>
                      <c:pt idx="103">
                        <c:v>1.938412921074</c:v>
                      </c:pt>
                      <c:pt idx="104">
                        <c:v>2.2096990202729998</c:v>
                      </c:pt>
                      <c:pt idx="105">
                        <c:v>2.20956835939</c:v>
                      </c:pt>
                      <c:pt idx="106">
                        <c:v>2.315811696266</c:v>
                      </c:pt>
                      <c:pt idx="107">
                        <c:v>2.6403804799780004</c:v>
                      </c:pt>
                      <c:pt idx="108">
                        <c:v>2.9643068913440001</c:v>
                      </c:pt>
                      <c:pt idx="109">
                        <c:v>3.3141059986850001</c:v>
                      </c:pt>
                      <c:pt idx="110">
                        <c:v>3.3647992695409998</c:v>
                      </c:pt>
                      <c:pt idx="111">
                        <c:v>3.2737679411060001</c:v>
                      </c:pt>
                      <c:pt idx="112">
                        <c:v>2.9259079900939997</c:v>
                      </c:pt>
                      <c:pt idx="113">
                        <c:v>2.9235792859800003</c:v>
                      </c:pt>
                      <c:pt idx="114">
                        <c:v>2.8635382281240003</c:v>
                      </c:pt>
                      <c:pt idx="115">
                        <c:v>3.3062621364930003</c:v>
                      </c:pt>
                      <c:pt idx="116">
                        <c:v>3.6088431786909996</c:v>
                      </c:pt>
                      <c:pt idx="117">
                        <c:v>4.1738588648199997</c:v>
                      </c:pt>
                      <c:pt idx="118">
                        <c:v>4.0841656318249999</c:v>
                      </c:pt>
                      <c:pt idx="119">
                        <c:v>3.2153232996000001</c:v>
                      </c:pt>
                      <c:pt idx="120">
                        <c:v>2.0712881934949996</c:v>
                      </c:pt>
                      <c:pt idx="121">
                        <c:v>1.1818304517780001</c:v>
                      </c:pt>
                      <c:pt idx="122">
                        <c:v>0.70798857225</c:v>
                      </c:pt>
                      <c:pt idx="123">
                        <c:v>0.46544826335899997</c:v>
                      </c:pt>
                      <c:pt idx="124">
                        <c:v>0.39995477632299997</c:v>
                      </c:pt>
                      <c:pt idx="125">
                        <c:v>0.57219714658999998</c:v>
                      </c:pt>
                      <c:pt idx="126">
                        <c:v>1.376552401661</c:v>
                      </c:pt>
                      <c:pt idx="127">
                        <c:v>1.9264604849</c:v>
                      </c:pt>
                      <c:pt idx="128">
                        <c:v>2.1951405482179998</c:v>
                      </c:pt>
                      <c:pt idx="129">
                        <c:v>2.2092994932700001</c:v>
                      </c:pt>
                      <c:pt idx="130">
                        <c:v>2.3765888830340001</c:v>
                      </c:pt>
                      <c:pt idx="131">
                        <c:v>2.635774196271</c:v>
                      </c:pt>
                      <c:pt idx="132">
                        <c:v>3.0228447798840001</c:v>
                      </c:pt>
                      <c:pt idx="133">
                        <c:v>3.4862216539099999</c:v>
                      </c:pt>
                      <c:pt idx="134">
                        <c:v>3.5717431405399998</c:v>
                      </c:pt>
                      <c:pt idx="135">
                        <c:v>3.4233773839010002</c:v>
                      </c:pt>
                      <c:pt idx="136">
                        <c:v>2.89357265149</c:v>
                      </c:pt>
                      <c:pt idx="137">
                        <c:v>2.8854573156980003</c:v>
                      </c:pt>
                      <c:pt idx="138">
                        <c:v>2.8971905914909999</c:v>
                      </c:pt>
                      <c:pt idx="139">
                        <c:v>3.3787701792930003</c:v>
                      </c:pt>
                      <c:pt idx="140">
                        <c:v>3.6049432299299999</c:v>
                      </c:pt>
                      <c:pt idx="141">
                        <c:v>4.1844743496019996</c:v>
                      </c:pt>
                      <c:pt idx="142">
                        <c:v>4.1091260459400001</c:v>
                      </c:pt>
                      <c:pt idx="143">
                        <c:v>3.2922529270839997</c:v>
                      </c:pt>
                      <c:pt idx="144">
                        <c:v>2.1400700815880001</c:v>
                      </c:pt>
                      <c:pt idx="145">
                        <c:v>1.2493341889469998</c:v>
                      </c:pt>
                      <c:pt idx="146">
                        <c:v>0.7630233633889999</c:v>
                      </c:pt>
                      <c:pt idx="147">
                        <c:v>0.49033354793999995</c:v>
                      </c:pt>
                      <c:pt idx="148">
                        <c:v>0.435876325457</c:v>
                      </c:pt>
                      <c:pt idx="149">
                        <c:v>0.60369231900300002</c:v>
                      </c:pt>
                      <c:pt idx="150">
                        <c:v>1.4761050823170001</c:v>
                      </c:pt>
                      <c:pt idx="151">
                        <c:v>1.998245860703</c:v>
                      </c:pt>
                      <c:pt idx="152">
                        <c:v>2.2832247053260004</c:v>
                      </c:pt>
                      <c:pt idx="153">
                        <c:v>2.246264200263</c:v>
                      </c:pt>
                      <c:pt idx="154">
                        <c:v>2.3470217983469999</c:v>
                      </c:pt>
                      <c:pt idx="155">
                        <c:v>2.5919818005770003</c:v>
                      </c:pt>
                      <c:pt idx="156">
                        <c:v>2.8972777093619997</c:v>
                      </c:pt>
                      <c:pt idx="157">
                        <c:v>3.1894951513950001</c:v>
                      </c:pt>
                      <c:pt idx="158">
                        <c:v>3.2550571744999997</c:v>
                      </c:pt>
                      <c:pt idx="159">
                        <c:v>3.245478367214</c:v>
                      </c:pt>
                      <c:pt idx="160">
                        <c:v>2.9682543317450003</c:v>
                      </c:pt>
                      <c:pt idx="161">
                        <c:v>2.9765211314800002</c:v>
                      </c:pt>
                      <c:pt idx="162">
                        <c:v>2.9254579372470002</c:v>
                      </c:pt>
                      <c:pt idx="163">
                        <c:v>3.3736047597059997</c:v>
                      </c:pt>
                      <c:pt idx="164">
                        <c:v>3.6252882148720005</c:v>
                      </c:pt>
                      <c:pt idx="165">
                        <c:v>4.202437188907</c:v>
                      </c:pt>
                      <c:pt idx="166">
                        <c:v>4.0647424529919993</c:v>
                      </c:pt>
                      <c:pt idx="167">
                        <c:v>3.139245600767</c:v>
                      </c:pt>
                      <c:pt idx="168">
                        <c:v>2.051973398241</c:v>
                      </c:pt>
                      <c:pt idx="169">
                        <c:v>1.1570272841110001</c:v>
                      </c:pt>
                      <c:pt idx="170">
                        <c:v>0.67027230789100001</c:v>
                      </c:pt>
                      <c:pt idx="171">
                        <c:v>0.449087700471</c:v>
                      </c:pt>
                      <c:pt idx="172">
                        <c:v>0.38197361445900002</c:v>
                      </c:pt>
                      <c:pt idx="173">
                        <c:v>0.58637449082500004</c:v>
                      </c:pt>
                      <c:pt idx="174">
                        <c:v>1.440535386261</c:v>
                      </c:pt>
                      <c:pt idx="175">
                        <c:v>2.132486495093</c:v>
                      </c:pt>
                      <c:pt idx="176">
                        <c:v>2.4277628311430002</c:v>
                      </c:pt>
                      <c:pt idx="177">
                        <c:v>2.3861956691619999</c:v>
                      </c:pt>
                      <c:pt idx="178">
                        <c:v>2.4252204080150004</c:v>
                      </c:pt>
                      <c:pt idx="179">
                        <c:v>2.6526793076250001</c:v>
                      </c:pt>
                      <c:pt idx="180">
                        <c:v>2.9974727652669997</c:v>
                      </c:pt>
                      <c:pt idx="181">
                        <c:v>3.3359331310210001</c:v>
                      </c:pt>
                      <c:pt idx="182">
                        <c:v>3.3848496497209997</c:v>
                      </c:pt>
                      <c:pt idx="183">
                        <c:v>3.3291126192199996</c:v>
                      </c:pt>
                      <c:pt idx="184">
                        <c:v>2.9194830878839997</c:v>
                      </c:pt>
                      <c:pt idx="185">
                        <c:v>2.903294175359</c:v>
                      </c:pt>
                      <c:pt idx="186">
                        <c:v>2.8373170238179997</c:v>
                      </c:pt>
                      <c:pt idx="187">
                        <c:v>3.4054978141279997</c:v>
                      </c:pt>
                      <c:pt idx="188">
                        <c:v>3.7020161851350002</c:v>
                      </c:pt>
                      <c:pt idx="189">
                        <c:v>4.240663256325</c:v>
                      </c:pt>
                      <c:pt idx="190">
                        <c:v>4.2251035013760001</c:v>
                      </c:pt>
                      <c:pt idx="191">
                        <c:v>3.4667980962749998</c:v>
                      </c:pt>
                      <c:pt idx="192">
                        <c:v>2.4070819543809998</c:v>
                      </c:pt>
                      <c:pt idx="193">
                        <c:v>1.4484426506249999</c:v>
                      </c:pt>
                      <c:pt idx="194">
                        <c:v>0.86453544931000004</c:v>
                      </c:pt>
                      <c:pt idx="195">
                        <c:v>0.57049022524900006</c:v>
                      </c:pt>
                      <c:pt idx="196">
                        <c:v>0.46421806794999998</c:v>
                      </c:pt>
                      <c:pt idx="197">
                        <c:v>0.56427132471399999</c:v>
                      </c:pt>
                      <c:pt idx="198">
                        <c:v>1.2735917180230001</c:v>
                      </c:pt>
                      <c:pt idx="199">
                        <c:v>1.8899422802079999</c:v>
                      </c:pt>
                      <c:pt idx="200">
                        <c:v>2.4262756624829995</c:v>
                      </c:pt>
                      <c:pt idx="201">
                        <c:v>2.582624304161</c:v>
                      </c:pt>
                      <c:pt idx="202">
                        <c:v>2.754765216285</c:v>
                      </c:pt>
                      <c:pt idx="203">
                        <c:v>3.1097585795130001</c:v>
                      </c:pt>
                      <c:pt idx="204">
                        <c:v>3.2287309440229999</c:v>
                      </c:pt>
                      <c:pt idx="205">
                        <c:v>3.3985480852879997</c:v>
                      </c:pt>
                      <c:pt idx="206">
                        <c:v>3.9535770213559998</c:v>
                      </c:pt>
                      <c:pt idx="207">
                        <c:v>3.6862248373490001</c:v>
                      </c:pt>
                      <c:pt idx="208">
                        <c:v>3.1521087246319999</c:v>
                      </c:pt>
                      <c:pt idx="209">
                        <c:v>3.0686319142470002</c:v>
                      </c:pt>
                      <c:pt idx="210">
                        <c:v>2.9669949862019998</c:v>
                      </c:pt>
                      <c:pt idx="211">
                        <c:v>3.5158598218870001</c:v>
                      </c:pt>
                      <c:pt idx="212">
                        <c:v>3.8202755206519998</c:v>
                      </c:pt>
                      <c:pt idx="213">
                        <c:v>4.3673743304599997</c:v>
                      </c:pt>
                      <c:pt idx="214">
                        <c:v>4.3045450105729994</c:v>
                      </c:pt>
                      <c:pt idx="215">
                        <c:v>3.5601759360639997</c:v>
                      </c:pt>
                      <c:pt idx="216">
                        <c:v>2.4400054550259997</c:v>
                      </c:pt>
                      <c:pt idx="217">
                        <c:v>1.43332775106</c:v>
                      </c:pt>
                      <c:pt idx="218">
                        <c:v>0.83710135905299998</c:v>
                      </c:pt>
                      <c:pt idx="219">
                        <c:v>0.54205832323500003</c:v>
                      </c:pt>
                      <c:pt idx="220">
                        <c:v>0.44992751979600004</c:v>
                      </c:pt>
                      <c:pt idx="221">
                        <c:v>0.55281251724199998</c:v>
                      </c:pt>
                      <c:pt idx="222">
                        <c:v>1.280184253426</c:v>
                      </c:pt>
                      <c:pt idx="223">
                        <c:v>1.900148654029</c:v>
                      </c:pt>
                      <c:pt idx="224">
                        <c:v>2.3898053642520001</c:v>
                      </c:pt>
                      <c:pt idx="225">
                        <c:v>2.504628147384</c:v>
                      </c:pt>
                      <c:pt idx="226">
                        <c:v>2.5797465069030001</c:v>
                      </c:pt>
                      <c:pt idx="227">
                        <c:v>2.8776978130109998</c:v>
                      </c:pt>
                      <c:pt idx="228">
                        <c:v>3.1138213473470002</c:v>
                      </c:pt>
                      <c:pt idx="229">
                        <c:v>3.5766940975420001</c:v>
                      </c:pt>
                      <c:pt idx="230">
                        <c:v>3.7672455528920001</c:v>
                      </c:pt>
                      <c:pt idx="231">
                        <c:v>3.5657806633020002</c:v>
                      </c:pt>
                      <c:pt idx="232">
                        <c:v>3.0407921504910003</c:v>
                      </c:pt>
                      <c:pt idx="233">
                        <c:v>2.946456151424</c:v>
                      </c:pt>
                      <c:pt idx="234">
                        <c:v>2.890425279814</c:v>
                      </c:pt>
                      <c:pt idx="235">
                        <c:v>3.3715011795340004</c:v>
                      </c:pt>
                      <c:pt idx="236">
                        <c:v>3.7436444597009997</c:v>
                      </c:pt>
                      <c:pt idx="237">
                        <c:v>4.2690046413510006</c:v>
                      </c:pt>
                      <c:pt idx="238">
                        <c:v>4.1167622247229998</c:v>
                      </c:pt>
                      <c:pt idx="239">
                        <c:v>3.2695485252049998</c:v>
                      </c:pt>
                      <c:pt idx="240">
                        <c:v>2.1077805833330001</c:v>
                      </c:pt>
                      <c:pt idx="241">
                        <c:v>1.2021173731129999</c:v>
                      </c:pt>
                      <c:pt idx="242">
                        <c:v>0.69784194818800005</c:v>
                      </c:pt>
                      <c:pt idx="243">
                        <c:v>0.47694587376800002</c:v>
                      </c:pt>
                      <c:pt idx="244">
                        <c:v>0.43653919697100002</c:v>
                      </c:pt>
                      <c:pt idx="245">
                        <c:v>0.57847803281400001</c:v>
                      </c:pt>
                      <c:pt idx="246">
                        <c:v>1.364687104817</c:v>
                      </c:pt>
                      <c:pt idx="247">
                        <c:v>1.9719339147270001</c:v>
                      </c:pt>
                      <c:pt idx="248">
                        <c:v>2.227484725968</c:v>
                      </c:pt>
                      <c:pt idx="249">
                        <c:v>2.2076184556789999</c:v>
                      </c:pt>
                      <c:pt idx="250">
                        <c:v>2.3055660057080001</c:v>
                      </c:pt>
                      <c:pt idx="251">
                        <c:v>2.5865614180569998</c:v>
                      </c:pt>
                      <c:pt idx="252">
                        <c:v>2.9363989375870001</c:v>
                      </c:pt>
                      <c:pt idx="253">
                        <c:v>3.2817467792400001</c:v>
                      </c:pt>
                      <c:pt idx="254">
                        <c:v>3.4053794926430001</c:v>
                      </c:pt>
                      <c:pt idx="255">
                        <c:v>3.2946817124650005</c:v>
                      </c:pt>
                      <c:pt idx="256">
                        <c:v>3.0404308979730001</c:v>
                      </c:pt>
                      <c:pt idx="257">
                        <c:v>3.0917667586779998</c:v>
                      </c:pt>
                      <c:pt idx="258">
                        <c:v>2.9634608314610005</c:v>
                      </c:pt>
                      <c:pt idx="259">
                        <c:v>3.4217332062580001</c:v>
                      </c:pt>
                      <c:pt idx="260">
                        <c:v>3.7844698654410003</c:v>
                      </c:pt>
                      <c:pt idx="261">
                        <c:v>4.298568308638</c:v>
                      </c:pt>
                      <c:pt idx="262">
                        <c:v>4.0530722450210002</c:v>
                      </c:pt>
                      <c:pt idx="263">
                        <c:v>3.1035970252910001</c:v>
                      </c:pt>
                      <c:pt idx="264">
                        <c:v>1.966136610705</c:v>
                      </c:pt>
                      <c:pt idx="265">
                        <c:v>1.1119297133749999</c:v>
                      </c:pt>
                      <c:pt idx="266">
                        <c:v>0.66386835685599987</c:v>
                      </c:pt>
                      <c:pt idx="267">
                        <c:v>0.474928473312</c:v>
                      </c:pt>
                      <c:pt idx="268">
                        <c:v>0.41434910429900002</c:v>
                      </c:pt>
                      <c:pt idx="269">
                        <c:v>0.57465303046599991</c:v>
                      </c:pt>
                      <c:pt idx="270">
                        <c:v>1.402800513126</c:v>
                      </c:pt>
                      <c:pt idx="271">
                        <c:v>2.0049303567820003</c:v>
                      </c:pt>
                      <c:pt idx="272">
                        <c:v>2.2239632483139999</c:v>
                      </c:pt>
                      <c:pt idx="273">
                        <c:v>2.1689921173259998</c:v>
                      </c:pt>
                      <c:pt idx="274">
                        <c:v>2.308019078119</c:v>
                      </c:pt>
                      <c:pt idx="275">
                        <c:v>2.64610073437</c:v>
                      </c:pt>
                      <c:pt idx="276">
                        <c:v>2.9158638840559998</c:v>
                      </c:pt>
                      <c:pt idx="277">
                        <c:v>3.1990563755709998</c:v>
                      </c:pt>
                      <c:pt idx="278">
                        <c:v>3.2552470578400001</c:v>
                      </c:pt>
                      <c:pt idx="279">
                        <c:v>3.227581674774</c:v>
                      </c:pt>
                      <c:pt idx="280">
                        <c:v>2.8648114003309999</c:v>
                      </c:pt>
                      <c:pt idx="281">
                        <c:v>2.944050292684</c:v>
                      </c:pt>
                      <c:pt idx="282">
                        <c:v>2.8670966436899996</c:v>
                      </c:pt>
                      <c:pt idx="283">
                        <c:v>3.376773454496</c:v>
                      </c:pt>
                      <c:pt idx="284">
                        <c:v>3.7405831060510004</c:v>
                      </c:pt>
                      <c:pt idx="285">
                        <c:v>4.2769563114269999</c:v>
                      </c:pt>
                      <c:pt idx="286">
                        <c:v>4.0541503254010003</c:v>
                      </c:pt>
                      <c:pt idx="287">
                        <c:v>3.0547750467250001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E-F782-4DD4-8B67-32577BCE01C1}"/>
                  </c:ext>
                </c:extLst>
              </c15:ser>
            </c15:filteredLineSeries>
            <c15:filteredLineSeries>
              <c15:ser>
                <c:idx val="29"/>
                <c:order val="2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12-10-2026'!$AE$1</c15:sqref>
                        </c15:formulaRef>
                      </c:ext>
                    </c:extLst>
                    <c:strCache>
                      <c:ptCount val="1"/>
                      <c:pt idx="0">
                        <c:v>vORN Traffic in TB 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12-10-2026'!$AE$2:$AE$289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18.715242175808001</c:v>
                      </c:pt>
                      <c:pt idx="1">
                        <c:v>11.063883957783</c:v>
                      </c:pt>
                      <c:pt idx="2">
                        <c:v>6.472075557698</c:v>
                      </c:pt>
                      <c:pt idx="3">
                        <c:v>4.0986470761590006</c:v>
                      </c:pt>
                      <c:pt idx="4">
                        <c:v>2.999889266846</c:v>
                      </c:pt>
                      <c:pt idx="5">
                        <c:v>3.5841406104320002</c:v>
                      </c:pt>
                      <c:pt idx="6">
                        <c:v>7.7287236115030007</c:v>
                      </c:pt>
                      <c:pt idx="7">
                        <c:v>11.699345823327</c:v>
                      </c:pt>
                      <c:pt idx="8">
                        <c:v>14.384267066772001</c:v>
                      </c:pt>
                      <c:pt idx="9">
                        <c:v>15.583791160045999</c:v>
                      </c:pt>
                      <c:pt idx="10">
                        <c:v>17.352061582602001</c:v>
                      </c:pt>
                      <c:pt idx="11">
                        <c:v>19.809143917655998</c:v>
                      </c:pt>
                      <c:pt idx="12">
                        <c:v>22.065694730495</c:v>
                      </c:pt>
                      <c:pt idx="13">
                        <c:v>24.994744537226001</c:v>
                      </c:pt>
                      <c:pt idx="14">
                        <c:v>26.002883837703003</c:v>
                      </c:pt>
                      <c:pt idx="15">
                        <c:v>25.455844976658</c:v>
                      </c:pt>
                      <c:pt idx="16">
                        <c:v>22.230675846926001</c:v>
                      </c:pt>
                      <c:pt idx="17">
                        <c:v>23.346215943729998</c:v>
                      </c:pt>
                      <c:pt idx="18">
                        <c:v>23.202843262769001</c:v>
                      </c:pt>
                      <c:pt idx="19">
                        <c:v>26.976894646474001</c:v>
                      </c:pt>
                      <c:pt idx="20">
                        <c:v>29.753450801820001</c:v>
                      </c:pt>
                      <c:pt idx="21">
                        <c:v>36.292850349336994</c:v>
                      </c:pt>
                      <c:pt idx="22">
                        <c:v>35.943513539394999</c:v>
                      </c:pt>
                      <c:pt idx="23">
                        <c:v>29.999193862889999</c:v>
                      </c:pt>
                      <c:pt idx="24">
                        <c:v>21.332028433954999</c:v>
                      </c:pt>
                      <c:pt idx="25">
                        <c:v>13.393067776980001</c:v>
                      </c:pt>
                      <c:pt idx="26">
                        <c:v>8.0052117031299996</c:v>
                      </c:pt>
                      <c:pt idx="27">
                        <c:v>4.9015904025439996</c:v>
                      </c:pt>
                      <c:pt idx="28">
                        <c:v>3.3467463265379997</c:v>
                      </c:pt>
                      <c:pt idx="29">
                        <c:v>3.418529675492</c:v>
                      </c:pt>
                      <c:pt idx="30">
                        <c:v>6.7817108814760001</c:v>
                      </c:pt>
                      <c:pt idx="31">
                        <c:v>10.236299494499001</c:v>
                      </c:pt>
                      <c:pt idx="32">
                        <c:v>14.749726302737999</c:v>
                      </c:pt>
                      <c:pt idx="33">
                        <c:v>17.867969750107999</c:v>
                      </c:pt>
                      <c:pt idx="34">
                        <c:v>20.711849873504001</c:v>
                      </c:pt>
                      <c:pt idx="35">
                        <c:v>23.853668662430003</c:v>
                      </c:pt>
                      <c:pt idx="36">
                        <c:v>24.202453113840001</c:v>
                      </c:pt>
                      <c:pt idx="37">
                        <c:v>25.485888015381999</c:v>
                      </c:pt>
                      <c:pt idx="38">
                        <c:v>31.297369665961</c:v>
                      </c:pt>
                      <c:pt idx="39">
                        <c:v>28.942978320279</c:v>
                      </c:pt>
                      <c:pt idx="40">
                        <c:v>23.77555111373</c:v>
                      </c:pt>
                      <c:pt idx="41">
                        <c:v>23.903152097397999</c:v>
                      </c:pt>
                      <c:pt idx="42">
                        <c:v>23.586509064667002</c:v>
                      </c:pt>
                      <c:pt idx="43">
                        <c:v>28.149075521874</c:v>
                      </c:pt>
                      <c:pt idx="44">
                        <c:v>30.910977456252997</c:v>
                      </c:pt>
                      <c:pt idx="45">
                        <c:v>37.844166705535002</c:v>
                      </c:pt>
                      <c:pt idx="46">
                        <c:v>37.000075177715004</c:v>
                      </c:pt>
                      <c:pt idx="47">
                        <c:v>31.188875111022</c:v>
                      </c:pt>
                      <c:pt idx="48">
                        <c:v>22.417724406121</c:v>
                      </c:pt>
                      <c:pt idx="49">
                        <c:v>14.032536171999</c:v>
                      </c:pt>
                      <c:pt idx="50">
                        <c:v>8.2154433748919988</c:v>
                      </c:pt>
                      <c:pt idx="51">
                        <c:v>4.8603720625150002</c:v>
                      </c:pt>
                      <c:pt idx="52">
                        <c:v>3.2823934218819999</c:v>
                      </c:pt>
                      <c:pt idx="53">
                        <c:v>3.49109641115</c:v>
                      </c:pt>
                      <c:pt idx="54">
                        <c:v>7.1332901700839999</c:v>
                      </c:pt>
                      <c:pt idx="55">
                        <c:v>10.735635705491001</c:v>
                      </c:pt>
                      <c:pt idx="56">
                        <c:v>14.740788336192999</c:v>
                      </c:pt>
                      <c:pt idx="57">
                        <c:v>17.217329447087</c:v>
                      </c:pt>
                      <c:pt idx="58">
                        <c:v>19.108325863360999</c:v>
                      </c:pt>
                      <c:pt idx="59">
                        <c:v>21.841147265038</c:v>
                      </c:pt>
                      <c:pt idx="60">
                        <c:v>23.574639315587</c:v>
                      </c:pt>
                      <c:pt idx="61">
                        <c:v>27.334131488576002</c:v>
                      </c:pt>
                      <c:pt idx="62">
                        <c:v>28.727288034977999</c:v>
                      </c:pt>
                      <c:pt idx="63">
                        <c:v>27.536637203744998</c:v>
                      </c:pt>
                      <c:pt idx="64">
                        <c:v>23.057114416329998</c:v>
                      </c:pt>
                      <c:pt idx="65">
                        <c:v>23.439068632717998</c:v>
                      </c:pt>
                      <c:pt idx="66">
                        <c:v>23.677687103503001</c:v>
                      </c:pt>
                      <c:pt idx="67">
                        <c:v>27.390781511926999</c:v>
                      </c:pt>
                      <c:pt idx="68">
                        <c:v>30.230326474746999</c:v>
                      </c:pt>
                      <c:pt idx="69">
                        <c:v>36.459390281539001</c:v>
                      </c:pt>
                      <c:pt idx="70">
                        <c:v>35.030708984151005</c:v>
                      </c:pt>
                      <c:pt idx="71">
                        <c:v>27.825671583152001</c:v>
                      </c:pt>
                      <c:pt idx="72">
                        <c:v>18.343924873971002</c:v>
                      </c:pt>
                      <c:pt idx="73">
                        <c:v>10.863786868011001</c:v>
                      </c:pt>
                      <c:pt idx="74">
                        <c:v>6.3260370477890007</c:v>
                      </c:pt>
                      <c:pt idx="75">
                        <c:v>3.9834788592579997</c:v>
                      </c:pt>
                      <c:pt idx="76">
                        <c:v>3.0125667908759999</c:v>
                      </c:pt>
                      <c:pt idx="77">
                        <c:v>3.4773613500109999</c:v>
                      </c:pt>
                      <c:pt idx="78">
                        <c:v>7.5610332290509996</c:v>
                      </c:pt>
                      <c:pt idx="79">
                        <c:v>10.974376064245</c:v>
                      </c:pt>
                      <c:pt idx="80">
                        <c:v>13.606923310558999</c:v>
                      </c:pt>
                      <c:pt idx="81">
                        <c:v>15.148757804226999</c:v>
                      </c:pt>
                      <c:pt idx="82">
                        <c:v>16.933300279969</c:v>
                      </c:pt>
                      <c:pt idx="83">
                        <c:v>19.458729019595999</c:v>
                      </c:pt>
                      <c:pt idx="84">
                        <c:v>21.250668820276999</c:v>
                      </c:pt>
                      <c:pt idx="85">
                        <c:v>23.696809008996002</c:v>
                      </c:pt>
                      <c:pt idx="86">
                        <c:v>24.379712120579001</c:v>
                      </c:pt>
                      <c:pt idx="87">
                        <c:v>23.893003642880998</c:v>
                      </c:pt>
                      <c:pt idx="88">
                        <c:v>21.760674554361003</c:v>
                      </c:pt>
                      <c:pt idx="89">
                        <c:v>23.143888506925002</c:v>
                      </c:pt>
                      <c:pt idx="90">
                        <c:v>22.262624724839</c:v>
                      </c:pt>
                      <c:pt idx="91">
                        <c:v>26.252203253864</c:v>
                      </c:pt>
                      <c:pt idx="92">
                        <c:v>29.196411049456</c:v>
                      </c:pt>
                      <c:pt idx="93">
                        <c:v>35.617005910505</c:v>
                      </c:pt>
                      <c:pt idx="94">
                        <c:v>34.107938134679998</c:v>
                      </c:pt>
                      <c:pt idx="95">
                        <c:v>26.657803808596</c:v>
                      </c:pt>
                      <c:pt idx="96">
                        <c:v>17.622174596248001</c:v>
                      </c:pt>
                      <c:pt idx="97">
                        <c:v>10.388135190981</c:v>
                      </c:pt>
                      <c:pt idx="98">
                        <c:v>5.9870521854100005</c:v>
                      </c:pt>
                      <c:pt idx="99">
                        <c:v>3.764801722319</c:v>
                      </c:pt>
                      <c:pt idx="100">
                        <c:v>2.8772647289440001</c:v>
                      </c:pt>
                      <c:pt idx="101">
                        <c:v>3.329080191454</c:v>
                      </c:pt>
                      <c:pt idx="102">
                        <c:v>7.589961553068</c:v>
                      </c:pt>
                      <c:pt idx="103">
                        <c:v>11.265894330386001</c:v>
                      </c:pt>
                      <c:pt idx="104">
                        <c:v>14.035753828821001</c:v>
                      </c:pt>
                      <c:pt idx="105">
                        <c:v>15.34585453735</c:v>
                      </c:pt>
                      <c:pt idx="106">
                        <c:v>17.030996997406</c:v>
                      </c:pt>
                      <c:pt idx="107">
                        <c:v>19.597575558085001</c:v>
                      </c:pt>
                      <c:pt idx="108">
                        <c:v>21.449929645724001</c:v>
                      </c:pt>
                      <c:pt idx="109">
                        <c:v>23.924057064103998</c:v>
                      </c:pt>
                      <c:pt idx="110">
                        <c:v>24.517512248814999</c:v>
                      </c:pt>
                      <c:pt idx="111">
                        <c:v>23.922572531088999</c:v>
                      </c:pt>
                      <c:pt idx="112">
                        <c:v>21.678703074497001</c:v>
                      </c:pt>
                      <c:pt idx="113">
                        <c:v>22.971630339324999</c:v>
                      </c:pt>
                      <c:pt idx="114">
                        <c:v>22.324800643471999</c:v>
                      </c:pt>
                      <c:pt idx="115">
                        <c:v>26.405442965383997</c:v>
                      </c:pt>
                      <c:pt idx="116">
                        <c:v>29.489490063247001</c:v>
                      </c:pt>
                      <c:pt idx="117">
                        <c:v>36.109033977920994</c:v>
                      </c:pt>
                      <c:pt idx="118">
                        <c:v>34.283617429124</c:v>
                      </c:pt>
                      <c:pt idx="119">
                        <c:v>26.766031536926999</c:v>
                      </c:pt>
                      <c:pt idx="120">
                        <c:v>17.589403375981</c:v>
                      </c:pt>
                      <c:pt idx="121">
                        <c:v>10.364419141949</c:v>
                      </c:pt>
                      <c:pt idx="122">
                        <c:v>5.8985175273910002</c:v>
                      </c:pt>
                      <c:pt idx="123">
                        <c:v>3.6641326375340002</c:v>
                      </c:pt>
                      <c:pt idx="124">
                        <c:v>2.8103187521969999</c:v>
                      </c:pt>
                      <c:pt idx="125">
                        <c:v>3.3976706804200001</c:v>
                      </c:pt>
                      <c:pt idx="126">
                        <c:v>7.6871266834970005</c:v>
                      </c:pt>
                      <c:pt idx="127">
                        <c:v>11.587119861603</c:v>
                      </c:pt>
                      <c:pt idx="128">
                        <c:v>14.314374942214</c:v>
                      </c:pt>
                      <c:pt idx="129">
                        <c:v>15.605793371528002</c:v>
                      </c:pt>
                      <c:pt idx="130">
                        <c:v>17.513905705131002</c:v>
                      </c:pt>
                      <c:pt idx="131">
                        <c:v>19.733645728489002</c:v>
                      </c:pt>
                      <c:pt idx="132">
                        <c:v>21.854360562079002</c:v>
                      </c:pt>
                      <c:pt idx="133">
                        <c:v>25.830220652754999</c:v>
                      </c:pt>
                      <c:pt idx="134">
                        <c:v>26.644659470615</c:v>
                      </c:pt>
                      <c:pt idx="135">
                        <c:v>25.469073008791998</c:v>
                      </c:pt>
                      <c:pt idx="136">
                        <c:v>21.856352809855</c:v>
                      </c:pt>
                      <c:pt idx="137">
                        <c:v>23.069305711331001</c:v>
                      </c:pt>
                      <c:pt idx="138">
                        <c:v>24.437835226968001</c:v>
                      </c:pt>
                      <c:pt idx="139">
                        <c:v>28.386256996191999</c:v>
                      </c:pt>
                      <c:pt idx="140">
                        <c:v>29.868923729541997</c:v>
                      </c:pt>
                      <c:pt idx="141">
                        <c:v>36.218279807691999</c:v>
                      </c:pt>
                      <c:pt idx="142">
                        <c:v>34.548650684062999</c:v>
                      </c:pt>
                      <c:pt idx="143">
                        <c:v>27.435484878802001</c:v>
                      </c:pt>
                      <c:pt idx="144">
                        <c:v>18.501721518674</c:v>
                      </c:pt>
                      <c:pt idx="145">
                        <c:v>10.991981044873999</c:v>
                      </c:pt>
                      <c:pt idx="146">
                        <c:v>6.7944363432230004</c:v>
                      </c:pt>
                      <c:pt idx="147">
                        <c:v>3.8966466995319999</c:v>
                      </c:pt>
                      <c:pt idx="148">
                        <c:v>2.9617484670750001</c:v>
                      </c:pt>
                      <c:pt idx="149">
                        <c:v>3.448195451163</c:v>
                      </c:pt>
                      <c:pt idx="150">
                        <c:v>7.9789253863280001</c:v>
                      </c:pt>
                      <c:pt idx="151">
                        <c:v>11.927500361913999</c:v>
                      </c:pt>
                      <c:pt idx="152">
                        <c:v>14.621291116967001</c:v>
                      </c:pt>
                      <c:pt idx="153">
                        <c:v>15.756518738558</c:v>
                      </c:pt>
                      <c:pt idx="154">
                        <c:v>17.339493653102998</c:v>
                      </c:pt>
                      <c:pt idx="155">
                        <c:v>19.454691104889001</c:v>
                      </c:pt>
                      <c:pt idx="156">
                        <c:v>21.152775547976002</c:v>
                      </c:pt>
                      <c:pt idx="157">
                        <c:v>23.796543517269999</c:v>
                      </c:pt>
                      <c:pt idx="158">
                        <c:v>24.446445242464002</c:v>
                      </c:pt>
                      <c:pt idx="159">
                        <c:v>24.116284788412997</c:v>
                      </c:pt>
                      <c:pt idx="160">
                        <c:v>22.238746623223999</c:v>
                      </c:pt>
                      <c:pt idx="161">
                        <c:v>23.609853509354998</c:v>
                      </c:pt>
                      <c:pt idx="162">
                        <c:v>23.213611471710003</c:v>
                      </c:pt>
                      <c:pt idx="163">
                        <c:v>27.455181951899</c:v>
                      </c:pt>
                      <c:pt idx="164">
                        <c:v>30.515833854644001</c:v>
                      </c:pt>
                      <c:pt idx="165">
                        <c:v>36.568326866919001</c:v>
                      </c:pt>
                      <c:pt idx="166">
                        <c:v>34.597496003487997</c:v>
                      </c:pt>
                      <c:pt idx="167">
                        <c:v>26.148089103869001</c:v>
                      </c:pt>
                      <c:pt idx="168">
                        <c:v>17.003122531587</c:v>
                      </c:pt>
                      <c:pt idx="169">
                        <c:v>10.014271273805999</c:v>
                      </c:pt>
                      <c:pt idx="170">
                        <c:v>5.8479683040559998</c:v>
                      </c:pt>
                      <c:pt idx="171">
                        <c:v>3.7135286530439999</c:v>
                      </c:pt>
                      <c:pt idx="172">
                        <c:v>2.873846844859</c:v>
                      </c:pt>
                      <c:pt idx="173">
                        <c:v>3.4025302069809999</c:v>
                      </c:pt>
                      <c:pt idx="174">
                        <c:v>7.9998966754899996</c:v>
                      </c:pt>
                      <c:pt idx="175">
                        <c:v>12.635194636714001</c:v>
                      </c:pt>
                      <c:pt idx="176">
                        <c:v>15.863179531888999</c:v>
                      </c:pt>
                      <c:pt idx="177">
                        <c:v>17.525531503090001</c:v>
                      </c:pt>
                      <c:pt idx="178">
                        <c:v>18.746938614547002</c:v>
                      </c:pt>
                      <c:pt idx="179">
                        <c:v>20.476281212581998</c:v>
                      </c:pt>
                      <c:pt idx="180">
                        <c:v>22.429258052960002</c:v>
                      </c:pt>
                      <c:pt idx="181">
                        <c:v>25.165273435747999</c:v>
                      </c:pt>
                      <c:pt idx="182">
                        <c:v>25.864871312009999</c:v>
                      </c:pt>
                      <c:pt idx="183">
                        <c:v>25.256752103779</c:v>
                      </c:pt>
                      <c:pt idx="184">
                        <c:v>22.237851320320001</c:v>
                      </c:pt>
                      <c:pt idx="185">
                        <c:v>23.500788801081001</c:v>
                      </c:pt>
                      <c:pt idx="186">
                        <c:v>23.300740954635998</c:v>
                      </c:pt>
                      <c:pt idx="187">
                        <c:v>28.049635665783999</c:v>
                      </c:pt>
                      <c:pt idx="188">
                        <c:v>30.999809884047</c:v>
                      </c:pt>
                      <c:pt idx="189">
                        <c:v>36.654392218458</c:v>
                      </c:pt>
                      <c:pt idx="190">
                        <c:v>35.692483367004996</c:v>
                      </c:pt>
                      <c:pt idx="191">
                        <c:v>28.975272380864002</c:v>
                      </c:pt>
                      <c:pt idx="192">
                        <c:v>20.250098034735</c:v>
                      </c:pt>
                      <c:pt idx="193">
                        <c:v>12.672861506715</c:v>
                      </c:pt>
                      <c:pt idx="194">
                        <c:v>7.4756107499009996</c:v>
                      </c:pt>
                      <c:pt idx="195">
                        <c:v>4.7596132147149994</c:v>
                      </c:pt>
                      <c:pt idx="196">
                        <c:v>3.3707923671560001</c:v>
                      </c:pt>
                      <c:pt idx="197">
                        <c:v>3.3788578448359998</c:v>
                      </c:pt>
                      <c:pt idx="198">
                        <c:v>7.0555575766949996</c:v>
                      </c:pt>
                      <c:pt idx="199">
                        <c:v>10.857483045336</c:v>
                      </c:pt>
                      <c:pt idx="200">
                        <c:v>15.139703936871001</c:v>
                      </c:pt>
                      <c:pt idx="201">
                        <c:v>17.979494996795999</c:v>
                      </c:pt>
                      <c:pt idx="202">
                        <c:v>20.600182598896001</c:v>
                      </c:pt>
                      <c:pt idx="203">
                        <c:v>23.735708955259</c:v>
                      </c:pt>
                      <c:pt idx="204">
                        <c:v>23.933498422304002</c:v>
                      </c:pt>
                      <c:pt idx="205">
                        <c:v>25.577115628849</c:v>
                      </c:pt>
                      <c:pt idx="206">
                        <c:v>31.454132288388003</c:v>
                      </c:pt>
                      <c:pt idx="207">
                        <c:v>28.706063381109001</c:v>
                      </c:pt>
                      <c:pt idx="208">
                        <c:v>23.809599553013999</c:v>
                      </c:pt>
                      <c:pt idx="209">
                        <c:v>24.404794632226999</c:v>
                      </c:pt>
                      <c:pt idx="210">
                        <c:v>23.373987616913002</c:v>
                      </c:pt>
                      <c:pt idx="211">
                        <c:v>28.210640990016998</c:v>
                      </c:pt>
                      <c:pt idx="212">
                        <c:v>31.370526034840001</c:v>
                      </c:pt>
                      <c:pt idx="213">
                        <c:v>37.458555055291001</c:v>
                      </c:pt>
                      <c:pt idx="214">
                        <c:v>36.876057606283005</c:v>
                      </c:pt>
                      <c:pt idx="215">
                        <c:v>29.827470248846002</c:v>
                      </c:pt>
                      <c:pt idx="216">
                        <c:v>20.473686307923</c:v>
                      </c:pt>
                      <c:pt idx="217">
                        <c:v>12.31223482815</c:v>
                      </c:pt>
                      <c:pt idx="218">
                        <c:v>7.0764706992999997</c:v>
                      </c:pt>
                      <c:pt idx="219">
                        <c:v>4.277468503793</c:v>
                      </c:pt>
                      <c:pt idx="220">
                        <c:v>3.0736070033940002</c:v>
                      </c:pt>
                      <c:pt idx="221">
                        <c:v>3.2944794434499998</c:v>
                      </c:pt>
                      <c:pt idx="222">
                        <c:v>7.1619999702919994</c:v>
                      </c:pt>
                      <c:pt idx="223">
                        <c:v>10.930437635426001</c:v>
                      </c:pt>
                      <c:pt idx="224">
                        <c:v>14.904616152101001</c:v>
                      </c:pt>
                      <c:pt idx="225">
                        <c:v>17.207853349067001</c:v>
                      </c:pt>
                      <c:pt idx="226">
                        <c:v>18.894410922673</c:v>
                      </c:pt>
                      <c:pt idx="227">
                        <c:v>21.412066492188998</c:v>
                      </c:pt>
                      <c:pt idx="228">
                        <c:v>22.718347999458</c:v>
                      </c:pt>
                      <c:pt idx="229">
                        <c:v>26.808530789142999</c:v>
                      </c:pt>
                      <c:pt idx="230">
                        <c:v>28.447482428790998</c:v>
                      </c:pt>
                      <c:pt idx="231">
                        <c:v>27.076586109002001</c:v>
                      </c:pt>
                      <c:pt idx="232">
                        <c:v>22.994530109488</c:v>
                      </c:pt>
                      <c:pt idx="233">
                        <c:v>23.802905857259997</c:v>
                      </c:pt>
                      <c:pt idx="234">
                        <c:v>23.224567526478999</c:v>
                      </c:pt>
                      <c:pt idx="235">
                        <c:v>27.360552926395002</c:v>
                      </c:pt>
                      <c:pt idx="236">
                        <c:v>31.086787186353998</c:v>
                      </c:pt>
                      <c:pt idx="237">
                        <c:v>37.037303563751998</c:v>
                      </c:pt>
                      <c:pt idx="238">
                        <c:v>34.429431391984004</c:v>
                      </c:pt>
                      <c:pt idx="239">
                        <c:v>26.412878002964</c:v>
                      </c:pt>
                      <c:pt idx="240">
                        <c:v>16.946444677298999</c:v>
                      </c:pt>
                      <c:pt idx="241">
                        <c:v>9.9101173416950008</c:v>
                      </c:pt>
                      <c:pt idx="242">
                        <c:v>5.6857339895829995</c:v>
                      </c:pt>
                      <c:pt idx="243">
                        <c:v>3.6413077035539998</c:v>
                      </c:pt>
                      <c:pt idx="244">
                        <c:v>2.9108903400330002</c:v>
                      </c:pt>
                      <c:pt idx="245">
                        <c:v>3.3287838691760001</c:v>
                      </c:pt>
                      <c:pt idx="246">
                        <c:v>7.5567634543080002</c:v>
                      </c:pt>
                      <c:pt idx="247">
                        <c:v>11.311117112822</c:v>
                      </c:pt>
                      <c:pt idx="248">
                        <c:v>13.957834576681</c:v>
                      </c:pt>
                      <c:pt idx="249">
                        <c:v>15.024109254596999</c:v>
                      </c:pt>
                      <c:pt idx="250">
                        <c:v>16.808786061218999</c:v>
                      </c:pt>
                      <c:pt idx="251">
                        <c:v>19.303611966605999</c:v>
                      </c:pt>
                      <c:pt idx="252">
                        <c:v>21.449524426171003</c:v>
                      </c:pt>
                      <c:pt idx="253">
                        <c:v>24.650398483370999</c:v>
                      </c:pt>
                      <c:pt idx="254">
                        <c:v>25.518390958135999</c:v>
                      </c:pt>
                      <c:pt idx="255">
                        <c:v>24.758175299140998</c:v>
                      </c:pt>
                      <c:pt idx="256">
                        <c:v>22.78835921268</c:v>
                      </c:pt>
                      <c:pt idx="257">
                        <c:v>24.806295691313</c:v>
                      </c:pt>
                      <c:pt idx="258">
                        <c:v>23.731163448926001</c:v>
                      </c:pt>
                      <c:pt idx="259">
                        <c:v>27.690264110394001</c:v>
                      </c:pt>
                      <c:pt idx="260">
                        <c:v>31.299740719877999</c:v>
                      </c:pt>
                      <c:pt idx="261">
                        <c:v>36.584495163396006</c:v>
                      </c:pt>
                      <c:pt idx="262">
                        <c:v>33.989063170927999</c:v>
                      </c:pt>
                      <c:pt idx="263">
                        <c:v>25.630908937042001</c:v>
                      </c:pt>
                      <c:pt idx="264">
                        <c:v>16.258201935098</c:v>
                      </c:pt>
                      <c:pt idx="265">
                        <c:v>9.27487209375</c:v>
                      </c:pt>
                      <c:pt idx="266">
                        <c:v>5.4145602616729995</c:v>
                      </c:pt>
                      <c:pt idx="267">
                        <c:v>3.523481142094</c:v>
                      </c:pt>
                      <c:pt idx="268">
                        <c:v>2.8424382126310004</c:v>
                      </c:pt>
                      <c:pt idx="269">
                        <c:v>3.219868986477</c:v>
                      </c:pt>
                      <c:pt idx="270">
                        <c:v>7.7111654091509996</c:v>
                      </c:pt>
                      <c:pt idx="271">
                        <c:v>11.797831275242</c:v>
                      </c:pt>
                      <c:pt idx="272">
                        <c:v>14.224290582465001</c:v>
                      </c:pt>
                      <c:pt idx="273">
                        <c:v>15.430874513325</c:v>
                      </c:pt>
                      <c:pt idx="274">
                        <c:v>17.080184039603001</c:v>
                      </c:pt>
                      <c:pt idx="275">
                        <c:v>19.712190978500999</c:v>
                      </c:pt>
                      <c:pt idx="276">
                        <c:v>21.323570948976997</c:v>
                      </c:pt>
                      <c:pt idx="277">
                        <c:v>24.025739356012998</c:v>
                      </c:pt>
                      <c:pt idx="278">
                        <c:v>24.489460235121999</c:v>
                      </c:pt>
                      <c:pt idx="279">
                        <c:v>23.805092219172998</c:v>
                      </c:pt>
                      <c:pt idx="280">
                        <c:v>21.905605185281001</c:v>
                      </c:pt>
                      <c:pt idx="281">
                        <c:v>23.716932440537999</c:v>
                      </c:pt>
                      <c:pt idx="282">
                        <c:v>22.880190807220998</c:v>
                      </c:pt>
                      <c:pt idx="283">
                        <c:v>27.316818821901002</c:v>
                      </c:pt>
                      <c:pt idx="284">
                        <c:v>31.189071088020999</c:v>
                      </c:pt>
                      <c:pt idx="285">
                        <c:v>36.874357198146996</c:v>
                      </c:pt>
                      <c:pt idx="286">
                        <c:v>34.118710741691004</c:v>
                      </c:pt>
                      <c:pt idx="287">
                        <c:v>25.291655008886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F-F782-4DD4-8B67-32577BCE01C1}"/>
                  </c:ext>
                </c:extLst>
              </c15:ser>
            </c15:filteredLineSeries>
            <c15:filteredLineSeries>
              <c15:ser>
                <c:idx val="30"/>
                <c:order val="3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12-10-2026'!$AF$1</c15:sqref>
                        </c15:formulaRef>
                      </c:ext>
                    </c:extLst>
                    <c:strCache>
                      <c:ptCount val="1"/>
                      <c:pt idx="0">
                        <c:v>vEPG BMR SGI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12-10-2026'!$AF$2:$AF$289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35.268068821259</c:v>
                      </c:pt>
                      <c:pt idx="1">
                        <c:v>22.830992262492</c:v>
                      </c:pt>
                      <c:pt idx="2">
                        <c:v>13.424201069827999</c:v>
                      </c:pt>
                      <c:pt idx="3">
                        <c:v>7.5684715241599996</c:v>
                      </c:pt>
                      <c:pt idx="4">
                        <c:v>5.1487305936859995</c:v>
                      </c:pt>
                      <c:pt idx="5">
                        <c:v>4.9372278413369992</c:v>
                      </c:pt>
                      <c:pt idx="6">
                        <c:v>9.3427840658020003</c:v>
                      </c:pt>
                      <c:pt idx="7">
                        <c:v>15.520386032018001</c:v>
                      </c:pt>
                      <c:pt idx="8">
                        <c:v>20.440937379056997</c:v>
                      </c:pt>
                      <c:pt idx="9">
                        <c:v>23.172670158974999</c:v>
                      </c:pt>
                      <c:pt idx="10">
                        <c:v>26.157755955818001</c:v>
                      </c:pt>
                      <c:pt idx="11">
                        <c:v>29.683490203031997</c:v>
                      </c:pt>
                      <c:pt idx="12">
                        <c:v>31.956704370206996</c:v>
                      </c:pt>
                      <c:pt idx="13">
                        <c:v>35.035926731551001</c:v>
                      </c:pt>
                      <c:pt idx="14">
                        <c:v>37.727219024277005</c:v>
                      </c:pt>
                      <c:pt idx="15">
                        <c:v>35.824794850842999</c:v>
                      </c:pt>
                      <c:pt idx="16">
                        <c:v>32.034277347023</c:v>
                      </c:pt>
                      <c:pt idx="17">
                        <c:v>31.999339422447001</c:v>
                      </c:pt>
                      <c:pt idx="18">
                        <c:v>31.360710276220999</c:v>
                      </c:pt>
                      <c:pt idx="19">
                        <c:v>32.615007660774999</c:v>
                      </c:pt>
                      <c:pt idx="20">
                        <c:v>38.097974961004006</c:v>
                      </c:pt>
                      <c:pt idx="21">
                        <c:v>43.915733929190999</c:v>
                      </c:pt>
                      <c:pt idx="22">
                        <c:v>47.960701619387997</c:v>
                      </c:pt>
                      <c:pt idx="23">
                        <c:v>46.912602066513003</c:v>
                      </c:pt>
                      <c:pt idx="24">
                        <c:v>37.988729233026</c:v>
                      </c:pt>
                      <c:pt idx="25">
                        <c:v>24.933170131403998</c:v>
                      </c:pt>
                      <c:pt idx="26">
                        <c:v>13.685534681784</c:v>
                      </c:pt>
                      <c:pt idx="27">
                        <c:v>8.9250124674939997</c:v>
                      </c:pt>
                      <c:pt idx="28">
                        <c:v>5.7534540451389997</c:v>
                      </c:pt>
                      <c:pt idx="29">
                        <c:v>4.7788059287660003</c:v>
                      </c:pt>
                      <c:pt idx="30">
                        <c:v>8.3632857488799992</c:v>
                      </c:pt>
                      <c:pt idx="31">
                        <c:v>13.445404344509001</c:v>
                      </c:pt>
                      <c:pt idx="32">
                        <c:v>18.772180751451998</c:v>
                      </c:pt>
                      <c:pt idx="33">
                        <c:v>23.662504718009</c:v>
                      </c:pt>
                      <c:pt idx="34">
                        <c:v>27.793596955807001</c:v>
                      </c:pt>
                      <c:pt idx="35">
                        <c:v>32.781888497360001</c:v>
                      </c:pt>
                      <c:pt idx="36">
                        <c:v>34.555329718568998</c:v>
                      </c:pt>
                      <c:pt idx="37">
                        <c:v>33.316122678294001</c:v>
                      </c:pt>
                      <c:pt idx="38">
                        <c:v>41.247585382011998</c:v>
                      </c:pt>
                      <c:pt idx="39">
                        <c:v>39.679667378792999</c:v>
                      </c:pt>
                      <c:pt idx="40">
                        <c:v>33.738067692945002</c:v>
                      </c:pt>
                      <c:pt idx="41">
                        <c:v>32.448321121795999</c:v>
                      </c:pt>
                      <c:pt idx="42">
                        <c:v>31.599733118935998</c:v>
                      </c:pt>
                      <c:pt idx="43">
                        <c:v>34.122536056244996</c:v>
                      </c:pt>
                      <c:pt idx="44">
                        <c:v>40.039432707998003</c:v>
                      </c:pt>
                      <c:pt idx="45">
                        <c:v>46.272545608850997</c:v>
                      </c:pt>
                      <c:pt idx="46">
                        <c:v>49.633141847133004</c:v>
                      </c:pt>
                      <c:pt idx="47">
                        <c:v>48.417921949088999</c:v>
                      </c:pt>
                      <c:pt idx="48">
                        <c:v>39.788991039074006</c:v>
                      </c:pt>
                      <c:pt idx="49">
                        <c:v>27.533638952813</c:v>
                      </c:pt>
                      <c:pt idx="50">
                        <c:v>16.619867095867999</c:v>
                      </c:pt>
                      <c:pt idx="51">
                        <c:v>9.6954057529110003</c:v>
                      </c:pt>
                      <c:pt idx="52">
                        <c:v>5.8737711287560002</c:v>
                      </c:pt>
                      <c:pt idx="53">
                        <c:v>4.7328542466480004</c:v>
                      </c:pt>
                      <c:pt idx="54">
                        <c:v>8.4437532069050008</c:v>
                      </c:pt>
                      <c:pt idx="55">
                        <c:v>13.939527140015</c:v>
                      </c:pt>
                      <c:pt idx="56">
                        <c:v>18.779196020276</c:v>
                      </c:pt>
                      <c:pt idx="57">
                        <c:v>23.117415822905997</c:v>
                      </c:pt>
                      <c:pt idx="58">
                        <c:v>26.618716907289997</c:v>
                      </c:pt>
                      <c:pt idx="59">
                        <c:v>30.871783364353</c:v>
                      </c:pt>
                      <c:pt idx="60">
                        <c:v>32.988312487163995</c:v>
                      </c:pt>
                      <c:pt idx="61">
                        <c:v>36.537616952219004</c:v>
                      </c:pt>
                      <c:pt idx="62">
                        <c:v>40.213838189150998</c:v>
                      </c:pt>
                      <c:pt idx="63">
                        <c:v>38.301533593373001</c:v>
                      </c:pt>
                      <c:pt idx="64">
                        <c:v>33.728562764892999</c:v>
                      </c:pt>
                      <c:pt idx="65">
                        <c:v>32.899886152203997</c:v>
                      </c:pt>
                      <c:pt idx="66">
                        <c:v>31.455637673510001</c:v>
                      </c:pt>
                      <c:pt idx="67">
                        <c:v>33.547626805969003</c:v>
                      </c:pt>
                      <c:pt idx="68">
                        <c:v>38.634567534791998</c:v>
                      </c:pt>
                      <c:pt idx="69">
                        <c:v>44.101075827631995</c:v>
                      </c:pt>
                      <c:pt idx="70">
                        <c:v>47.747537631048999</c:v>
                      </c:pt>
                      <c:pt idx="71">
                        <c:v>45.455921585394002</c:v>
                      </c:pt>
                      <c:pt idx="72">
                        <c:v>35.244322180208002</c:v>
                      </c:pt>
                      <c:pt idx="73">
                        <c:v>22.343367821264</c:v>
                      </c:pt>
                      <c:pt idx="74">
                        <c:v>12.772023636649999</c:v>
                      </c:pt>
                      <c:pt idx="75">
                        <c:v>7.4029047329700006</c:v>
                      </c:pt>
                      <c:pt idx="76">
                        <c:v>4.9314244924850001</c:v>
                      </c:pt>
                      <c:pt idx="77">
                        <c:v>4.560000786961</c:v>
                      </c:pt>
                      <c:pt idx="78">
                        <c:v>8.8680916374829994</c:v>
                      </c:pt>
                      <c:pt idx="79">
                        <c:v>14.489856034246001</c:v>
                      </c:pt>
                      <c:pt idx="80">
                        <c:v>19.243366746692999</c:v>
                      </c:pt>
                      <c:pt idx="81">
                        <c:v>22.5918648275</c:v>
                      </c:pt>
                      <c:pt idx="82">
                        <c:v>25.637284615485999</c:v>
                      </c:pt>
                      <c:pt idx="83">
                        <c:v>28.788063879353999</c:v>
                      </c:pt>
                      <c:pt idx="84">
                        <c:v>30.916512355483</c:v>
                      </c:pt>
                      <c:pt idx="85">
                        <c:v>33.692420681117</c:v>
                      </c:pt>
                      <c:pt idx="86">
                        <c:v>35.985356683498999</c:v>
                      </c:pt>
                      <c:pt idx="87">
                        <c:v>34.148199218358002</c:v>
                      </c:pt>
                      <c:pt idx="88">
                        <c:v>30.968117248338</c:v>
                      </c:pt>
                      <c:pt idx="89">
                        <c:v>31.335696640652998</c:v>
                      </c:pt>
                      <c:pt idx="90">
                        <c:v>30.815261404994001</c:v>
                      </c:pt>
                      <c:pt idx="91">
                        <c:v>32.909142269636</c:v>
                      </c:pt>
                      <c:pt idx="92">
                        <c:v>38.540694674632995</c:v>
                      </c:pt>
                      <c:pt idx="93">
                        <c:v>44.546415330643001</c:v>
                      </c:pt>
                      <c:pt idx="94">
                        <c:v>47.954523709290001</c:v>
                      </c:pt>
                      <c:pt idx="95">
                        <c:v>44.720076679432005</c:v>
                      </c:pt>
                      <c:pt idx="96">
                        <c:v>34.025395740243006</c:v>
                      </c:pt>
                      <c:pt idx="97">
                        <c:v>21.413800242872</c:v>
                      </c:pt>
                      <c:pt idx="98">
                        <c:v>12.107671220871</c:v>
                      </c:pt>
                      <c:pt idx="99">
                        <c:v>6.9212952778919998</c:v>
                      </c:pt>
                      <c:pt idx="100">
                        <c:v>4.7977755740099992</c:v>
                      </c:pt>
                      <c:pt idx="101">
                        <c:v>4.3645321318720001</c:v>
                      </c:pt>
                      <c:pt idx="102">
                        <c:v>8.5314650724340009</c:v>
                      </c:pt>
                      <c:pt idx="103">
                        <c:v>14.725211969461002</c:v>
                      </c:pt>
                      <c:pt idx="104">
                        <c:v>19.402091464028</c:v>
                      </c:pt>
                      <c:pt idx="105">
                        <c:v>22.536462324160002</c:v>
                      </c:pt>
                      <c:pt idx="106">
                        <c:v>25.651318221434</c:v>
                      </c:pt>
                      <c:pt idx="107">
                        <c:v>29.196709815487001</c:v>
                      </c:pt>
                      <c:pt idx="108">
                        <c:v>31.256429647815001</c:v>
                      </c:pt>
                      <c:pt idx="109">
                        <c:v>34.175487442651999</c:v>
                      </c:pt>
                      <c:pt idx="110">
                        <c:v>36.23459131013</c:v>
                      </c:pt>
                      <c:pt idx="111">
                        <c:v>34.486200415170998</c:v>
                      </c:pt>
                      <c:pt idx="112">
                        <c:v>31.402385334542998</c:v>
                      </c:pt>
                      <c:pt idx="113">
                        <c:v>31.632127238806003</c:v>
                      </c:pt>
                      <c:pt idx="114">
                        <c:v>31.057526301068002</c:v>
                      </c:pt>
                      <c:pt idx="115">
                        <c:v>33.272349456396</c:v>
                      </c:pt>
                      <c:pt idx="116">
                        <c:v>38.655552845657006</c:v>
                      </c:pt>
                      <c:pt idx="117">
                        <c:v>45.431226550582998</c:v>
                      </c:pt>
                      <c:pt idx="118">
                        <c:v>48.489782798832998</c:v>
                      </c:pt>
                      <c:pt idx="119">
                        <c:v>45.270428286688997</c:v>
                      </c:pt>
                      <c:pt idx="120">
                        <c:v>34.006367009435998</c:v>
                      </c:pt>
                      <c:pt idx="121">
                        <c:v>21.169988754444002</c:v>
                      </c:pt>
                      <c:pt idx="122">
                        <c:v>11.921054908294</c:v>
                      </c:pt>
                      <c:pt idx="123">
                        <c:v>6.8867025422469998</c:v>
                      </c:pt>
                      <c:pt idx="124">
                        <c:v>4.9180922237870002</c:v>
                      </c:pt>
                      <c:pt idx="125">
                        <c:v>4.6554456657729997</c:v>
                      </c:pt>
                      <c:pt idx="126">
                        <c:v>9.0245797451249992</c:v>
                      </c:pt>
                      <c:pt idx="127">
                        <c:v>15.374257845414</c:v>
                      </c:pt>
                      <c:pt idx="128">
                        <c:v>20.245161959413998</c:v>
                      </c:pt>
                      <c:pt idx="129">
                        <c:v>23.605369018709002</c:v>
                      </c:pt>
                      <c:pt idx="130">
                        <c:v>26.064242285921001</c:v>
                      </c:pt>
                      <c:pt idx="131">
                        <c:v>29.278604089583002</c:v>
                      </c:pt>
                      <c:pt idx="132">
                        <c:v>31.812646400710001</c:v>
                      </c:pt>
                      <c:pt idx="133">
                        <c:v>35.693508531824001</c:v>
                      </c:pt>
                      <c:pt idx="134">
                        <c:v>37.574861576479002</c:v>
                      </c:pt>
                      <c:pt idx="135">
                        <c:v>35.365454531208002</c:v>
                      </c:pt>
                      <c:pt idx="136">
                        <c:v>31.498882825450998</c:v>
                      </c:pt>
                      <c:pt idx="137">
                        <c:v>31.718356800742001</c:v>
                      </c:pt>
                      <c:pt idx="138">
                        <c:v>35.647929143219997</c:v>
                      </c:pt>
                      <c:pt idx="139">
                        <c:v>38.837237020159996</c:v>
                      </c:pt>
                      <c:pt idx="140">
                        <c:v>40.219637485356003</c:v>
                      </c:pt>
                      <c:pt idx="141">
                        <c:v>46.268430305080997</c:v>
                      </c:pt>
                      <c:pt idx="142">
                        <c:v>48.909448644954992</c:v>
                      </c:pt>
                      <c:pt idx="143">
                        <c:v>45.313469474146004</c:v>
                      </c:pt>
                      <c:pt idx="144">
                        <c:v>35.264967410979004</c:v>
                      </c:pt>
                      <c:pt idx="145">
                        <c:v>22.012981057184</c:v>
                      </c:pt>
                      <c:pt idx="146">
                        <c:v>13.033693932348999</c:v>
                      </c:pt>
                      <c:pt idx="147">
                        <c:v>7.1905388847570002</c:v>
                      </c:pt>
                      <c:pt idx="148">
                        <c:v>4.663604497943</c:v>
                      </c:pt>
                      <c:pt idx="149">
                        <c:v>4.4299446973319991</c:v>
                      </c:pt>
                      <c:pt idx="150">
                        <c:v>9.0517944279759988</c:v>
                      </c:pt>
                      <c:pt idx="151">
                        <c:v>15.657323425687</c:v>
                      </c:pt>
                      <c:pt idx="152">
                        <c:v>20.712460601634</c:v>
                      </c:pt>
                      <c:pt idx="153">
                        <c:v>23.605328844902999</c:v>
                      </c:pt>
                      <c:pt idx="154">
                        <c:v>26.401906995519003</c:v>
                      </c:pt>
                      <c:pt idx="155">
                        <c:v>29.676033249899998</c:v>
                      </c:pt>
                      <c:pt idx="156">
                        <c:v>31.569832301706999</c:v>
                      </c:pt>
                      <c:pt idx="157">
                        <c:v>34.420151318938998</c:v>
                      </c:pt>
                      <c:pt idx="158">
                        <c:v>36.531677562229</c:v>
                      </c:pt>
                      <c:pt idx="159">
                        <c:v>35.453910651445</c:v>
                      </c:pt>
                      <c:pt idx="160">
                        <c:v>32.207751837303</c:v>
                      </c:pt>
                      <c:pt idx="161">
                        <c:v>32.394898529956997</c:v>
                      </c:pt>
                      <c:pt idx="162">
                        <c:v>31.856984525064998</c:v>
                      </c:pt>
                      <c:pt idx="163">
                        <c:v>34.29076597025</c:v>
                      </c:pt>
                      <c:pt idx="164">
                        <c:v>38.695155351523006</c:v>
                      </c:pt>
                      <c:pt idx="165">
                        <c:v>44.855496228218001</c:v>
                      </c:pt>
                      <c:pt idx="166">
                        <c:v>48.933222569862998</c:v>
                      </c:pt>
                      <c:pt idx="167">
                        <c:v>45.013804159515999</c:v>
                      </c:pt>
                      <c:pt idx="168">
                        <c:v>33.779670730591995</c:v>
                      </c:pt>
                      <c:pt idx="169">
                        <c:v>21.202690501920998</c:v>
                      </c:pt>
                      <c:pt idx="170">
                        <c:v>11.96849879947</c:v>
                      </c:pt>
                      <c:pt idx="171">
                        <c:v>6.9939245110589994</c:v>
                      </c:pt>
                      <c:pt idx="172">
                        <c:v>4.8285940872029993</c:v>
                      </c:pt>
                      <c:pt idx="173">
                        <c:v>4.5817135235339999</c:v>
                      </c:pt>
                      <c:pt idx="174">
                        <c:v>9.4344209385150002</c:v>
                      </c:pt>
                      <c:pt idx="175">
                        <c:v>16.646780261606999</c:v>
                      </c:pt>
                      <c:pt idx="176">
                        <c:v>21.880490462436999</c:v>
                      </c:pt>
                      <c:pt idx="177">
                        <c:v>26.610939886188998</c:v>
                      </c:pt>
                      <c:pt idx="178">
                        <c:v>29.431971191669998</c:v>
                      </c:pt>
                      <c:pt idx="179">
                        <c:v>32.124969460516994</c:v>
                      </c:pt>
                      <c:pt idx="180">
                        <c:v>33.714919217308996</c:v>
                      </c:pt>
                      <c:pt idx="181">
                        <c:v>36.375581801193</c:v>
                      </c:pt>
                      <c:pt idx="182">
                        <c:v>38.311422791041004</c:v>
                      </c:pt>
                      <c:pt idx="183">
                        <c:v>36.841584012358005</c:v>
                      </c:pt>
                      <c:pt idx="184">
                        <c:v>33.019070284652997</c:v>
                      </c:pt>
                      <c:pt idx="185">
                        <c:v>32.849802213265001</c:v>
                      </c:pt>
                      <c:pt idx="186">
                        <c:v>32.074936069505</c:v>
                      </c:pt>
                      <c:pt idx="187">
                        <c:v>35.680954868604999</c:v>
                      </c:pt>
                      <c:pt idx="188">
                        <c:v>39.615460383833998</c:v>
                      </c:pt>
                      <c:pt idx="189">
                        <c:v>45.864005604551004</c:v>
                      </c:pt>
                      <c:pt idx="190">
                        <c:v>49.618437203360003</c:v>
                      </c:pt>
                      <c:pt idx="191">
                        <c:v>46.961835483636008</c:v>
                      </c:pt>
                      <c:pt idx="192">
                        <c:v>37.382645098036001</c:v>
                      </c:pt>
                      <c:pt idx="193">
                        <c:v>24.764629636502001</c:v>
                      </c:pt>
                      <c:pt idx="194">
                        <c:v>14.976490834803</c:v>
                      </c:pt>
                      <c:pt idx="195">
                        <c:v>8.9661566218619999</c:v>
                      </c:pt>
                      <c:pt idx="196">
                        <c:v>5.7798118345330005</c:v>
                      </c:pt>
                      <c:pt idx="197">
                        <c:v>4.7502565490690003</c:v>
                      </c:pt>
                      <c:pt idx="198">
                        <c:v>8.7470718054580008</c:v>
                      </c:pt>
                      <c:pt idx="199">
                        <c:v>14.362753486862998</c:v>
                      </c:pt>
                      <c:pt idx="200">
                        <c:v>19.599408167461</c:v>
                      </c:pt>
                      <c:pt idx="201">
                        <c:v>24.173424254637002</c:v>
                      </c:pt>
                      <c:pt idx="202">
                        <c:v>28.323853833891999</c:v>
                      </c:pt>
                      <c:pt idx="203">
                        <c:v>33.179034585339998</c:v>
                      </c:pt>
                      <c:pt idx="204">
                        <c:v>34.371097568513996</c:v>
                      </c:pt>
                      <c:pt idx="205">
                        <c:v>33.762090896865999</c:v>
                      </c:pt>
                      <c:pt idx="206">
                        <c:v>41.571600757536004</c:v>
                      </c:pt>
                      <c:pt idx="207">
                        <c:v>39.864531205070001</c:v>
                      </c:pt>
                      <c:pt idx="208">
                        <c:v>33.991593590480001</c:v>
                      </c:pt>
                      <c:pt idx="209">
                        <c:v>33.032869743573002</c:v>
                      </c:pt>
                      <c:pt idx="210">
                        <c:v>32.351252430133997</c:v>
                      </c:pt>
                      <c:pt idx="211">
                        <c:v>36.805818879942002</c:v>
                      </c:pt>
                      <c:pt idx="212">
                        <c:v>40.996837108088997</c:v>
                      </c:pt>
                      <c:pt idx="213">
                        <c:v>47.046175054259997</c:v>
                      </c:pt>
                      <c:pt idx="214">
                        <c:v>51.316312158755998</c:v>
                      </c:pt>
                      <c:pt idx="215">
                        <c:v>48.070064290955003</c:v>
                      </c:pt>
                      <c:pt idx="216">
                        <c:v>38.046740455482009</c:v>
                      </c:pt>
                      <c:pt idx="217">
                        <c:v>25.305848827574</c:v>
                      </c:pt>
                      <c:pt idx="218">
                        <c:v>15.05850939576</c:v>
                      </c:pt>
                      <c:pt idx="219">
                        <c:v>8.7433547432090002</c:v>
                      </c:pt>
                      <c:pt idx="220">
                        <c:v>5.5065427109240002</c:v>
                      </c:pt>
                      <c:pt idx="221">
                        <c:v>4.6343449956960008</c:v>
                      </c:pt>
                      <c:pt idx="222">
                        <c:v>8.6803798837860011</c:v>
                      </c:pt>
                      <c:pt idx="223">
                        <c:v>14.834961056071</c:v>
                      </c:pt>
                      <c:pt idx="224">
                        <c:v>20.204374548625001</c:v>
                      </c:pt>
                      <c:pt idx="225">
                        <c:v>24.302940232417999</c:v>
                      </c:pt>
                      <c:pt idx="226">
                        <c:v>27.534002594302002</c:v>
                      </c:pt>
                      <c:pt idx="227">
                        <c:v>31.079254987009001</c:v>
                      </c:pt>
                      <c:pt idx="228">
                        <c:v>33.121143726726004</c:v>
                      </c:pt>
                      <c:pt idx="229">
                        <c:v>36.634058648541</c:v>
                      </c:pt>
                      <c:pt idx="230">
                        <c:v>40.054854741862997</c:v>
                      </c:pt>
                      <c:pt idx="231">
                        <c:v>38.403001827977</c:v>
                      </c:pt>
                      <c:pt idx="232">
                        <c:v>33.934731584653008</c:v>
                      </c:pt>
                      <c:pt idx="233">
                        <c:v>33.716899038465996</c:v>
                      </c:pt>
                      <c:pt idx="234">
                        <c:v>33.552426467662997</c:v>
                      </c:pt>
                      <c:pt idx="235">
                        <c:v>36.736486145557997</c:v>
                      </c:pt>
                      <c:pt idx="236">
                        <c:v>41.106964313589998</c:v>
                      </c:pt>
                      <c:pt idx="237">
                        <c:v>47.559170939851001</c:v>
                      </c:pt>
                      <c:pt idx="238">
                        <c:v>48.956582106871998</c:v>
                      </c:pt>
                      <c:pt idx="239">
                        <c:v>45.115819829225991</c:v>
                      </c:pt>
                      <c:pt idx="240">
                        <c:v>33.516940698108996</c:v>
                      </c:pt>
                      <c:pt idx="241">
                        <c:v>21.385118149905001</c:v>
                      </c:pt>
                      <c:pt idx="242">
                        <c:v>12.235112891234001</c:v>
                      </c:pt>
                      <c:pt idx="243">
                        <c:v>7.2109753033489996</c:v>
                      </c:pt>
                      <c:pt idx="244">
                        <c:v>4.7925263748460001</c:v>
                      </c:pt>
                      <c:pt idx="245">
                        <c:v>4.3884539860359997</c:v>
                      </c:pt>
                      <c:pt idx="246">
                        <c:v>9.0125783605049996</c:v>
                      </c:pt>
                      <c:pt idx="247">
                        <c:v>15.361118199878</c:v>
                      </c:pt>
                      <c:pt idx="248">
                        <c:v>20.394456552466998</c:v>
                      </c:pt>
                      <c:pt idx="249">
                        <c:v>23.696181921150004</c:v>
                      </c:pt>
                      <c:pt idx="250">
                        <c:v>26.982715538438001</c:v>
                      </c:pt>
                      <c:pt idx="251">
                        <c:v>30.497987541291</c:v>
                      </c:pt>
                      <c:pt idx="252">
                        <c:v>32.404287704942</c:v>
                      </c:pt>
                      <c:pt idx="253">
                        <c:v>35.202866951559997</c:v>
                      </c:pt>
                      <c:pt idx="254">
                        <c:v>37.520528974165998</c:v>
                      </c:pt>
                      <c:pt idx="255">
                        <c:v>36.242097826319998</c:v>
                      </c:pt>
                      <c:pt idx="256">
                        <c:v>32.802516832335002</c:v>
                      </c:pt>
                      <c:pt idx="257">
                        <c:v>35.090685576803999</c:v>
                      </c:pt>
                      <c:pt idx="258">
                        <c:v>34.539823715675006</c:v>
                      </c:pt>
                      <c:pt idx="259">
                        <c:v>37.012773540886997</c:v>
                      </c:pt>
                      <c:pt idx="260">
                        <c:v>40.115727813219003</c:v>
                      </c:pt>
                      <c:pt idx="261">
                        <c:v>46.154163921523008</c:v>
                      </c:pt>
                      <c:pt idx="262">
                        <c:v>48.776562467014003</c:v>
                      </c:pt>
                      <c:pt idx="263">
                        <c:v>43.595859716759996</c:v>
                      </c:pt>
                      <c:pt idx="264">
                        <c:v>31.654879446205999</c:v>
                      </c:pt>
                      <c:pt idx="265">
                        <c:v>19.120816342891001</c:v>
                      </c:pt>
                      <c:pt idx="266">
                        <c:v>10.727254575626999</c:v>
                      </c:pt>
                      <c:pt idx="267">
                        <c:v>6.4409849969950006</c:v>
                      </c:pt>
                      <c:pt idx="268">
                        <c:v>4.4397130629969999</c:v>
                      </c:pt>
                      <c:pt idx="269">
                        <c:v>4.2631305531289998</c:v>
                      </c:pt>
                      <c:pt idx="270">
                        <c:v>8.7696122987420004</c:v>
                      </c:pt>
                      <c:pt idx="271">
                        <c:v>15.357959630884999</c:v>
                      </c:pt>
                      <c:pt idx="272">
                        <c:v>20.068516151871997</c:v>
                      </c:pt>
                      <c:pt idx="273">
                        <c:v>23.02107147772</c:v>
                      </c:pt>
                      <c:pt idx="274">
                        <c:v>25.756441298283001</c:v>
                      </c:pt>
                      <c:pt idx="275">
                        <c:v>29.351906152742</c:v>
                      </c:pt>
                      <c:pt idx="276">
                        <c:v>31.157363169944002</c:v>
                      </c:pt>
                      <c:pt idx="277">
                        <c:v>33.822479073784002</c:v>
                      </c:pt>
                      <c:pt idx="278">
                        <c:v>35.625285654002994</c:v>
                      </c:pt>
                      <c:pt idx="279">
                        <c:v>34.861640365858001</c:v>
                      </c:pt>
                      <c:pt idx="280">
                        <c:v>31.592334374806001</c:v>
                      </c:pt>
                      <c:pt idx="281">
                        <c:v>32.773890952887001</c:v>
                      </c:pt>
                      <c:pt idx="282">
                        <c:v>32.032166468997005</c:v>
                      </c:pt>
                      <c:pt idx="283">
                        <c:v>35.948373945981999</c:v>
                      </c:pt>
                      <c:pt idx="284">
                        <c:v>39.791967020191997</c:v>
                      </c:pt>
                      <c:pt idx="285">
                        <c:v>46.510408642040005</c:v>
                      </c:pt>
                      <c:pt idx="286">
                        <c:v>49.686154524340004</c:v>
                      </c:pt>
                      <c:pt idx="287">
                        <c:v>44.571224539848998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0-F782-4DD4-8B67-32577BCE01C1}"/>
                  </c:ext>
                </c:extLst>
              </c15:ser>
            </c15:filteredLineSeries>
            <c15:filteredLineSeries>
              <c15:ser>
                <c:idx val="31"/>
                <c:order val="3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12-10-2026'!$AG$1</c15:sqref>
                        </c15:formulaRef>
                      </c:ext>
                    </c:extLst>
                    <c:strCache>
                      <c:ptCount val="1"/>
                      <c:pt idx="0">
                        <c:v>vEPG BMR 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12-10-2026'!$AG$2:$AG$289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2.6675656410500004</c:v>
                      </c:pt>
                      <c:pt idx="1">
                        <c:v>1.6810283420600001</c:v>
                      </c:pt>
                      <c:pt idx="2">
                        <c:v>0.94091765930599902</c:v>
                      </c:pt>
                      <c:pt idx="3">
                        <c:v>0.5636175177449998</c:v>
                      </c:pt>
                      <c:pt idx="4">
                        <c:v>0.43089378545100004</c:v>
                      </c:pt>
                      <c:pt idx="5">
                        <c:v>0.45906662178899998</c:v>
                      </c:pt>
                      <c:pt idx="6">
                        <c:v>1.0371546830839999</c:v>
                      </c:pt>
                      <c:pt idx="7">
                        <c:v>1.6975124117930001</c:v>
                      </c:pt>
                      <c:pt idx="8">
                        <c:v>2.002390915031</c:v>
                      </c:pt>
                      <c:pt idx="9">
                        <c:v>2.076889555328</c:v>
                      </c:pt>
                      <c:pt idx="10">
                        <c:v>2.1936326566300002</c:v>
                      </c:pt>
                      <c:pt idx="11">
                        <c:v>2.4434328460229997</c:v>
                      </c:pt>
                      <c:pt idx="12">
                        <c:v>2.7584481883250001</c:v>
                      </c:pt>
                      <c:pt idx="13">
                        <c:v>3.0552028039070005</c:v>
                      </c:pt>
                      <c:pt idx="14">
                        <c:v>3.302855688098</c:v>
                      </c:pt>
                      <c:pt idx="15">
                        <c:v>3.1966203977849994</c:v>
                      </c:pt>
                      <c:pt idx="16">
                        <c:v>2.9119120779349998</c:v>
                      </c:pt>
                      <c:pt idx="17">
                        <c:v>2.7644603421210001</c:v>
                      </c:pt>
                      <c:pt idx="18">
                        <c:v>2.5687917609969997</c:v>
                      </c:pt>
                      <c:pt idx="19">
                        <c:v>2.641191202021</c:v>
                      </c:pt>
                      <c:pt idx="20">
                        <c:v>3.0785691144209899</c:v>
                      </c:pt>
                      <c:pt idx="21">
                        <c:v>3.5429076369880002</c:v>
                      </c:pt>
                      <c:pt idx="22">
                        <c:v>3.862361710965001</c:v>
                      </c:pt>
                      <c:pt idx="23">
                        <c:v>3.7306567534250012</c:v>
                      </c:pt>
                      <c:pt idx="24">
                        <c:v>2.8977700171279999</c:v>
                      </c:pt>
                      <c:pt idx="25">
                        <c:v>1.8545470970089999</c:v>
                      </c:pt>
                      <c:pt idx="26">
                        <c:v>1.0285724075480001</c:v>
                      </c:pt>
                      <c:pt idx="27">
                        <c:v>0.66697434496000108</c:v>
                      </c:pt>
                      <c:pt idx="28">
                        <c:v>0.44602912127199995</c:v>
                      </c:pt>
                      <c:pt idx="29">
                        <c:v>0.442840316841</c:v>
                      </c:pt>
                      <c:pt idx="30">
                        <c:v>0.90915895174299999</c:v>
                      </c:pt>
                      <c:pt idx="31">
                        <c:v>1.5236912585940001</c:v>
                      </c:pt>
                      <c:pt idx="32">
                        <c:v>2.022714478917</c:v>
                      </c:pt>
                      <c:pt idx="33">
                        <c:v>2.3514742015330001</c:v>
                      </c:pt>
                      <c:pt idx="34">
                        <c:v>2.5388732788839996</c:v>
                      </c:pt>
                      <c:pt idx="35">
                        <c:v>2.8381875222280004</c:v>
                      </c:pt>
                      <c:pt idx="36">
                        <c:v>3.0554671764040005</c:v>
                      </c:pt>
                      <c:pt idx="37">
                        <c:v>3.0714186601160001</c:v>
                      </c:pt>
                      <c:pt idx="38">
                        <c:v>3.566011456524</c:v>
                      </c:pt>
                      <c:pt idx="39">
                        <c:v>3.5141812564089996</c:v>
                      </c:pt>
                      <c:pt idx="40">
                        <c:v>3.0407489235999998</c:v>
                      </c:pt>
                      <c:pt idx="41">
                        <c:v>2.7863473672310004</c:v>
                      </c:pt>
                      <c:pt idx="42">
                        <c:v>2.566891132956</c:v>
                      </c:pt>
                      <c:pt idx="43">
                        <c:v>2.7478728704290001</c:v>
                      </c:pt>
                      <c:pt idx="44">
                        <c:v>3.1667625501729999</c:v>
                      </c:pt>
                      <c:pt idx="45">
                        <c:v>3.6292880649680099</c:v>
                      </c:pt>
                      <c:pt idx="46">
                        <c:v>3.8979413836559909</c:v>
                      </c:pt>
                      <c:pt idx="47">
                        <c:v>3.743940274654999</c:v>
                      </c:pt>
                      <c:pt idx="48">
                        <c:v>2.9957994488490001</c:v>
                      </c:pt>
                      <c:pt idx="49">
                        <c:v>1.993129896638</c:v>
                      </c:pt>
                      <c:pt idx="50">
                        <c:v>1.169149600625</c:v>
                      </c:pt>
                      <c:pt idx="51">
                        <c:v>0.65903066468200111</c:v>
                      </c:pt>
                      <c:pt idx="52">
                        <c:v>0.44061587048</c:v>
                      </c:pt>
                      <c:pt idx="53">
                        <c:v>0.44005454939999999</c:v>
                      </c:pt>
                      <c:pt idx="54">
                        <c:v>0.93922586585099899</c:v>
                      </c:pt>
                      <c:pt idx="55">
                        <c:v>1.549518304447</c:v>
                      </c:pt>
                      <c:pt idx="56">
                        <c:v>1.9933015944520001</c:v>
                      </c:pt>
                      <c:pt idx="57">
                        <c:v>2.218856875567</c:v>
                      </c:pt>
                      <c:pt idx="58">
                        <c:v>2.3466796292860002</c:v>
                      </c:pt>
                      <c:pt idx="59">
                        <c:v>2.5960597104379999</c:v>
                      </c:pt>
                      <c:pt idx="60">
                        <c:v>2.8188991694609999</c:v>
                      </c:pt>
                      <c:pt idx="61">
                        <c:v>3.1587962039299997</c:v>
                      </c:pt>
                      <c:pt idx="62">
                        <c:v>3.4560755102229996</c:v>
                      </c:pt>
                      <c:pt idx="63">
                        <c:v>3.2945643362610002</c:v>
                      </c:pt>
                      <c:pt idx="64">
                        <c:v>2.9332495413149999</c:v>
                      </c:pt>
                      <c:pt idx="65">
                        <c:v>2.7057033364369998</c:v>
                      </c:pt>
                      <c:pt idx="66">
                        <c:v>2.5342668550490002</c:v>
                      </c:pt>
                      <c:pt idx="67">
                        <c:v>2.6631996525239998</c:v>
                      </c:pt>
                      <c:pt idx="68">
                        <c:v>3.0413408894950003</c:v>
                      </c:pt>
                      <c:pt idx="69">
                        <c:v>3.4662018098130001</c:v>
                      </c:pt>
                      <c:pt idx="70">
                        <c:v>3.7397611300119906</c:v>
                      </c:pt>
                      <c:pt idx="71">
                        <c:v>3.5554320449480001</c:v>
                      </c:pt>
                      <c:pt idx="72">
                        <c:v>2.6561623990030001</c:v>
                      </c:pt>
                      <c:pt idx="73">
                        <c:v>1.637653206272</c:v>
                      </c:pt>
                      <c:pt idx="74">
                        <c:v>0.88981851710400106</c:v>
                      </c:pt>
                      <c:pt idx="75">
                        <c:v>0.53202538518600007</c:v>
                      </c:pt>
                      <c:pt idx="76">
                        <c:v>0.40206228436800001</c:v>
                      </c:pt>
                      <c:pt idx="77">
                        <c:v>0.4207692339089999</c:v>
                      </c:pt>
                      <c:pt idx="78">
                        <c:v>0.96775504738400098</c:v>
                      </c:pt>
                      <c:pt idx="79">
                        <c:v>1.6172894492000001</c:v>
                      </c:pt>
                      <c:pt idx="80">
                        <c:v>1.9034590006850001</c:v>
                      </c:pt>
                      <c:pt idx="81">
                        <c:v>2.0026432449709999</c:v>
                      </c:pt>
                      <c:pt idx="82">
                        <c:v>2.1116269214510002</c:v>
                      </c:pt>
                      <c:pt idx="83">
                        <c:v>2.3534584144700004</c:v>
                      </c:pt>
                      <c:pt idx="84">
                        <c:v>2.6782138111989999</c:v>
                      </c:pt>
                      <c:pt idx="85">
                        <c:v>2.919580497563</c:v>
                      </c:pt>
                      <c:pt idx="86">
                        <c:v>3.1365237499380001</c:v>
                      </c:pt>
                      <c:pt idx="87">
                        <c:v>3.047171725438</c:v>
                      </c:pt>
                      <c:pt idx="88">
                        <c:v>2.7585376492540004</c:v>
                      </c:pt>
                      <c:pt idx="89">
                        <c:v>2.6407366866530002</c:v>
                      </c:pt>
                      <c:pt idx="90">
                        <c:v>2.4568093953259997</c:v>
                      </c:pt>
                      <c:pt idx="91">
                        <c:v>2.6013951829599997</c:v>
                      </c:pt>
                      <c:pt idx="92">
                        <c:v>3.003043114504</c:v>
                      </c:pt>
                      <c:pt idx="93">
                        <c:v>3.4913804945920099</c:v>
                      </c:pt>
                      <c:pt idx="94">
                        <c:v>3.782810697142001</c:v>
                      </c:pt>
                      <c:pt idx="95">
                        <c:v>3.51525156197</c:v>
                      </c:pt>
                      <c:pt idx="96">
                        <c:v>2.5220090144</c:v>
                      </c:pt>
                      <c:pt idx="97">
                        <c:v>1.5390901222890001</c:v>
                      </c:pt>
                      <c:pt idx="98">
                        <c:v>0.84489688350299896</c:v>
                      </c:pt>
                      <c:pt idx="99">
                        <c:v>0.51349698812199995</c:v>
                      </c:pt>
                      <c:pt idx="100">
                        <c:v>0.380718257946</c:v>
                      </c:pt>
                      <c:pt idx="101">
                        <c:v>0.406016021831</c:v>
                      </c:pt>
                      <c:pt idx="102">
                        <c:v>0.95705885041600003</c:v>
                      </c:pt>
                      <c:pt idx="103">
                        <c:v>1.6129621439400001</c:v>
                      </c:pt>
                      <c:pt idx="104">
                        <c:v>1.91767756014</c:v>
                      </c:pt>
                      <c:pt idx="105">
                        <c:v>2.0164524023820003</c:v>
                      </c:pt>
                      <c:pt idx="106">
                        <c:v>2.1260930012100001</c:v>
                      </c:pt>
                      <c:pt idx="107">
                        <c:v>2.356486897855</c:v>
                      </c:pt>
                      <c:pt idx="108">
                        <c:v>2.6580309161989994</c:v>
                      </c:pt>
                      <c:pt idx="109">
                        <c:v>2.8999588863449999</c:v>
                      </c:pt>
                      <c:pt idx="110">
                        <c:v>3.1088448946799998</c:v>
                      </c:pt>
                      <c:pt idx="111">
                        <c:v>3.0330741385410001</c:v>
                      </c:pt>
                      <c:pt idx="112">
                        <c:v>2.7365622517420003</c:v>
                      </c:pt>
                      <c:pt idx="113">
                        <c:v>2.6203631518670001</c:v>
                      </c:pt>
                      <c:pt idx="114">
                        <c:v>2.4508691309500001</c:v>
                      </c:pt>
                      <c:pt idx="115">
                        <c:v>2.5898608750179997</c:v>
                      </c:pt>
                      <c:pt idx="116">
                        <c:v>3.014751758209</c:v>
                      </c:pt>
                      <c:pt idx="117">
                        <c:v>3.4935648378010002</c:v>
                      </c:pt>
                      <c:pt idx="118">
                        <c:v>3.7656739466140001</c:v>
                      </c:pt>
                      <c:pt idx="119">
                        <c:v>3.4835860453280003</c:v>
                      </c:pt>
                      <c:pt idx="120">
                        <c:v>2.5074937180160002</c:v>
                      </c:pt>
                      <c:pt idx="121">
                        <c:v>1.4949398403029999</c:v>
                      </c:pt>
                      <c:pt idx="122">
                        <c:v>0.83612458589700001</c:v>
                      </c:pt>
                      <c:pt idx="123">
                        <c:v>0.50486757324199993</c:v>
                      </c:pt>
                      <c:pt idx="124">
                        <c:v>0.37544087233200002</c:v>
                      </c:pt>
                      <c:pt idx="125">
                        <c:v>0.41997980347500002</c:v>
                      </c:pt>
                      <c:pt idx="126">
                        <c:v>0.97253915185500084</c:v>
                      </c:pt>
                      <c:pt idx="127">
                        <c:v>1.6437604339599998</c:v>
                      </c:pt>
                      <c:pt idx="128">
                        <c:v>1.9401637163530001</c:v>
                      </c:pt>
                      <c:pt idx="129">
                        <c:v>2.0259602233839997</c:v>
                      </c:pt>
                      <c:pt idx="130">
                        <c:v>2.1306051617590001</c:v>
                      </c:pt>
                      <c:pt idx="131">
                        <c:v>2.3377024979909997</c:v>
                      </c:pt>
                      <c:pt idx="132">
                        <c:v>2.699512677475</c:v>
                      </c:pt>
                      <c:pt idx="133">
                        <c:v>3.0864318527629999</c:v>
                      </c:pt>
                      <c:pt idx="134">
                        <c:v>3.2558657092420002</c:v>
                      </c:pt>
                      <c:pt idx="135">
                        <c:v>3.1236064775100001</c:v>
                      </c:pt>
                      <c:pt idx="136">
                        <c:v>2.7800357470229997</c:v>
                      </c:pt>
                      <c:pt idx="137">
                        <c:v>2.6355542610999998</c:v>
                      </c:pt>
                      <c:pt idx="138">
                        <c:v>2.5860774352100004</c:v>
                      </c:pt>
                      <c:pt idx="139">
                        <c:v>2.802887254546</c:v>
                      </c:pt>
                      <c:pt idx="140">
                        <c:v>3.0830724020420002</c:v>
                      </c:pt>
                      <c:pt idx="141">
                        <c:v>3.5367596187170012</c:v>
                      </c:pt>
                      <c:pt idx="142">
                        <c:v>3.774498368737</c:v>
                      </c:pt>
                      <c:pt idx="143">
                        <c:v>3.4751501923439996</c:v>
                      </c:pt>
                      <c:pt idx="144">
                        <c:v>2.5302994338400002</c:v>
                      </c:pt>
                      <c:pt idx="145">
                        <c:v>1.5381635448989999</c:v>
                      </c:pt>
                      <c:pt idx="146">
                        <c:v>0.878887238622999</c:v>
                      </c:pt>
                      <c:pt idx="147">
                        <c:v>0.51740359526200008</c:v>
                      </c:pt>
                      <c:pt idx="148">
                        <c:v>0.37218829226299999</c:v>
                      </c:pt>
                      <c:pt idx="149">
                        <c:v>0.42545876381999997</c:v>
                      </c:pt>
                      <c:pt idx="150">
                        <c:v>1.000464971268</c:v>
                      </c:pt>
                      <c:pt idx="151">
                        <c:v>1.6810996880470002</c:v>
                      </c:pt>
                      <c:pt idx="152">
                        <c:v>1.9881850446130001</c:v>
                      </c:pt>
                      <c:pt idx="153">
                        <c:v>2.042007341468</c:v>
                      </c:pt>
                      <c:pt idx="154">
                        <c:v>2.128205255068</c:v>
                      </c:pt>
                      <c:pt idx="155">
                        <c:v>2.3578846194919998</c:v>
                      </c:pt>
                      <c:pt idx="156">
                        <c:v>2.6234049693700001</c:v>
                      </c:pt>
                      <c:pt idx="157">
                        <c:v>2.8991926493759999</c:v>
                      </c:pt>
                      <c:pt idx="158">
                        <c:v>3.0988604775500006</c:v>
                      </c:pt>
                      <c:pt idx="159">
                        <c:v>3.0761360196210004</c:v>
                      </c:pt>
                      <c:pt idx="160">
                        <c:v>2.7980187175930005</c:v>
                      </c:pt>
                      <c:pt idx="161">
                        <c:v>2.6961649190750001</c:v>
                      </c:pt>
                      <c:pt idx="162">
                        <c:v>2.5374803964420001</c:v>
                      </c:pt>
                      <c:pt idx="163">
                        <c:v>2.74195928971</c:v>
                      </c:pt>
                      <c:pt idx="164">
                        <c:v>3.090366324298</c:v>
                      </c:pt>
                      <c:pt idx="165">
                        <c:v>3.5264397001229999</c:v>
                      </c:pt>
                      <c:pt idx="166">
                        <c:v>3.8321858825950001</c:v>
                      </c:pt>
                      <c:pt idx="167">
                        <c:v>3.4728758503330002</c:v>
                      </c:pt>
                      <c:pt idx="168">
                        <c:v>2.5008375690150002</c:v>
                      </c:pt>
                      <c:pt idx="169">
                        <c:v>1.5478316268840002</c:v>
                      </c:pt>
                      <c:pt idx="170">
                        <c:v>0.86630569404199997</c:v>
                      </c:pt>
                      <c:pt idx="171">
                        <c:v>0.51972121505400093</c:v>
                      </c:pt>
                      <c:pt idx="172">
                        <c:v>0.39061812524200101</c:v>
                      </c:pt>
                      <c:pt idx="173">
                        <c:v>0.44658730797300106</c:v>
                      </c:pt>
                      <c:pt idx="174">
                        <c:v>1.039026757321001</c:v>
                      </c:pt>
                      <c:pt idx="175">
                        <c:v>1.7801766255039999</c:v>
                      </c:pt>
                      <c:pt idx="176">
                        <c:v>2.0863222718839998</c:v>
                      </c:pt>
                      <c:pt idx="177">
                        <c:v>2.173570282754</c:v>
                      </c:pt>
                      <c:pt idx="178">
                        <c:v>2.2483979979819999</c:v>
                      </c:pt>
                      <c:pt idx="179">
                        <c:v>2.4399567480429996</c:v>
                      </c:pt>
                      <c:pt idx="180">
                        <c:v>2.7569038856130001</c:v>
                      </c:pt>
                      <c:pt idx="181">
                        <c:v>3.038792021536</c:v>
                      </c:pt>
                      <c:pt idx="182">
                        <c:v>3.2419285396519997</c:v>
                      </c:pt>
                      <c:pt idx="183">
                        <c:v>3.1809875819779996</c:v>
                      </c:pt>
                      <c:pt idx="184">
                        <c:v>2.8805362372430001</c:v>
                      </c:pt>
                      <c:pt idx="185">
                        <c:v>2.6816240585959994</c:v>
                      </c:pt>
                      <c:pt idx="186">
                        <c:v>2.5454667940640001</c:v>
                      </c:pt>
                      <c:pt idx="187">
                        <c:v>2.8010176113209999</c:v>
                      </c:pt>
                      <c:pt idx="188">
                        <c:v>3.1182807908980004</c:v>
                      </c:pt>
                      <c:pt idx="189">
                        <c:v>3.597189805413</c:v>
                      </c:pt>
                      <c:pt idx="190">
                        <c:v>3.8841666527779899</c:v>
                      </c:pt>
                      <c:pt idx="191">
                        <c:v>3.63601954599</c:v>
                      </c:pt>
                      <c:pt idx="192">
                        <c:v>2.8096690773860002</c:v>
                      </c:pt>
                      <c:pt idx="193">
                        <c:v>1.8111144468790001</c:v>
                      </c:pt>
                      <c:pt idx="194">
                        <c:v>1.0865935475900002</c:v>
                      </c:pt>
                      <c:pt idx="195">
                        <c:v>0.66044117844299899</c:v>
                      </c:pt>
                      <c:pt idx="196">
                        <c:v>0.44458140844800004</c:v>
                      </c:pt>
                      <c:pt idx="197">
                        <c:v>0.44371318796499998</c:v>
                      </c:pt>
                      <c:pt idx="198">
                        <c:v>0.9549163402780001</c:v>
                      </c:pt>
                      <c:pt idx="199">
                        <c:v>1.5984673581610001</c:v>
                      </c:pt>
                      <c:pt idx="200">
                        <c:v>2.0555068289210001</c:v>
                      </c:pt>
                      <c:pt idx="201">
                        <c:v>2.3240410451070002</c:v>
                      </c:pt>
                      <c:pt idx="202">
                        <c:v>2.4746223977390001</c:v>
                      </c:pt>
                      <c:pt idx="203">
                        <c:v>2.7649618870310002</c:v>
                      </c:pt>
                      <c:pt idx="204">
                        <c:v>2.9881934284020097</c:v>
                      </c:pt>
                      <c:pt idx="205">
                        <c:v>3.0461839100339998</c:v>
                      </c:pt>
                      <c:pt idx="206">
                        <c:v>3.5538924863829999</c:v>
                      </c:pt>
                      <c:pt idx="207">
                        <c:v>3.5203636860370002</c:v>
                      </c:pt>
                      <c:pt idx="208">
                        <c:v>3.0179273615119997</c:v>
                      </c:pt>
                      <c:pt idx="209">
                        <c:v>2.8073595113090004</c:v>
                      </c:pt>
                      <c:pt idx="210">
                        <c:v>2.6436325182270002</c:v>
                      </c:pt>
                      <c:pt idx="211">
                        <c:v>2.9601565957160099</c:v>
                      </c:pt>
                      <c:pt idx="212">
                        <c:v>3.26318178475</c:v>
                      </c:pt>
                      <c:pt idx="213">
                        <c:v>3.6916003533310002</c:v>
                      </c:pt>
                      <c:pt idx="214">
                        <c:v>4.0075488480140011</c:v>
                      </c:pt>
                      <c:pt idx="215">
                        <c:v>3.7351238052460003</c:v>
                      </c:pt>
                      <c:pt idx="216">
                        <c:v>2.8571912699349999</c:v>
                      </c:pt>
                      <c:pt idx="217">
                        <c:v>1.814696189188</c:v>
                      </c:pt>
                      <c:pt idx="218">
                        <c:v>1.0901333069820001</c:v>
                      </c:pt>
                      <c:pt idx="219">
                        <c:v>0.63463178771899997</c:v>
                      </c:pt>
                      <c:pt idx="220">
                        <c:v>0.426308995641</c:v>
                      </c:pt>
                      <c:pt idx="221">
                        <c:v>0.44689130853799897</c:v>
                      </c:pt>
                      <c:pt idx="222">
                        <c:v>0.94706418128100001</c:v>
                      </c:pt>
                      <c:pt idx="223">
                        <c:v>1.6376921139239999</c:v>
                      </c:pt>
                      <c:pt idx="224">
                        <c:v>2.0544408529560001</c:v>
                      </c:pt>
                      <c:pt idx="225">
                        <c:v>2.2581742958970001</c:v>
                      </c:pt>
                      <c:pt idx="226">
                        <c:v>2.3370356446850002</c:v>
                      </c:pt>
                      <c:pt idx="227">
                        <c:v>2.574789723286</c:v>
                      </c:pt>
                      <c:pt idx="228">
                        <c:v>2.7939085978860003</c:v>
                      </c:pt>
                      <c:pt idx="229">
                        <c:v>3.128762427277</c:v>
                      </c:pt>
                      <c:pt idx="230">
                        <c:v>3.433277345764</c:v>
                      </c:pt>
                      <c:pt idx="231">
                        <c:v>3.3172407995720001</c:v>
                      </c:pt>
                      <c:pt idx="232">
                        <c:v>2.9037312812399998</c:v>
                      </c:pt>
                      <c:pt idx="233">
                        <c:v>2.6894546185060002</c:v>
                      </c:pt>
                      <c:pt idx="234">
                        <c:v>2.5953878741810001</c:v>
                      </c:pt>
                      <c:pt idx="235">
                        <c:v>2.8876777391840003</c:v>
                      </c:pt>
                      <c:pt idx="236">
                        <c:v>3.2168371195560002</c:v>
                      </c:pt>
                      <c:pt idx="237">
                        <c:v>3.6540919627259898</c:v>
                      </c:pt>
                      <c:pt idx="238">
                        <c:v>3.8447261331120006</c:v>
                      </c:pt>
                      <c:pt idx="239">
                        <c:v>3.5142752934709995</c:v>
                      </c:pt>
                      <c:pt idx="240">
                        <c:v>2.5126301275280003</c:v>
                      </c:pt>
                      <c:pt idx="241">
                        <c:v>1.5434187925300002</c:v>
                      </c:pt>
                      <c:pt idx="242">
                        <c:v>0.89951234030899996</c:v>
                      </c:pt>
                      <c:pt idx="243">
                        <c:v>0.55034001945500099</c:v>
                      </c:pt>
                      <c:pt idx="244">
                        <c:v>0.40797059415799902</c:v>
                      </c:pt>
                      <c:pt idx="245">
                        <c:v>0.45073382608499901</c:v>
                      </c:pt>
                      <c:pt idx="246">
                        <c:v>1.0182511211370011</c:v>
                      </c:pt>
                      <c:pt idx="247">
                        <c:v>1.734879542521</c:v>
                      </c:pt>
                      <c:pt idx="248">
                        <c:v>2.0490883847919998</c:v>
                      </c:pt>
                      <c:pt idx="249">
                        <c:v>2.1390387409689997</c:v>
                      </c:pt>
                      <c:pt idx="250">
                        <c:v>2.2378912985500001</c:v>
                      </c:pt>
                      <c:pt idx="251">
                        <c:v>2.4148481124720003</c:v>
                      </c:pt>
                      <c:pt idx="252">
                        <c:v>2.683320989921</c:v>
                      </c:pt>
                      <c:pt idx="253">
                        <c:v>2.9546603443199997</c:v>
                      </c:pt>
                      <c:pt idx="254">
                        <c:v>3.1926350133690002</c:v>
                      </c:pt>
                      <c:pt idx="255">
                        <c:v>3.1679025287220002</c:v>
                      </c:pt>
                      <c:pt idx="256">
                        <c:v>2.883841708476</c:v>
                      </c:pt>
                      <c:pt idx="257">
                        <c:v>2.8346719474850004</c:v>
                      </c:pt>
                      <c:pt idx="258">
                        <c:v>2.693208400924</c:v>
                      </c:pt>
                      <c:pt idx="259">
                        <c:v>2.9328621123979999</c:v>
                      </c:pt>
                      <c:pt idx="260">
                        <c:v>3.2385046088189999</c:v>
                      </c:pt>
                      <c:pt idx="261">
                        <c:v>3.6796575217239993</c:v>
                      </c:pt>
                      <c:pt idx="262">
                        <c:v>3.8886514809710113</c:v>
                      </c:pt>
                      <c:pt idx="263">
                        <c:v>3.4452045131069999</c:v>
                      </c:pt>
                      <c:pt idx="264">
                        <c:v>2.4253701452059997</c:v>
                      </c:pt>
                      <c:pt idx="265">
                        <c:v>1.4311759431340001</c:v>
                      </c:pt>
                      <c:pt idx="266">
                        <c:v>0.82532273290500102</c:v>
                      </c:pt>
                      <c:pt idx="267">
                        <c:v>0.53241157537700001</c:v>
                      </c:pt>
                      <c:pt idx="268">
                        <c:v>0.40182573560599999</c:v>
                      </c:pt>
                      <c:pt idx="269">
                        <c:v>0.45422776656899905</c:v>
                      </c:pt>
                      <c:pt idx="270">
                        <c:v>1.030240533832</c:v>
                      </c:pt>
                      <c:pt idx="271">
                        <c:v>1.736232954678</c:v>
                      </c:pt>
                      <c:pt idx="272">
                        <c:v>2.0363753654809997</c:v>
                      </c:pt>
                      <c:pt idx="273">
                        <c:v>2.0594367656370003</c:v>
                      </c:pt>
                      <c:pt idx="274">
                        <c:v>2.1360842018390001</c:v>
                      </c:pt>
                      <c:pt idx="275">
                        <c:v>2.348721878109</c:v>
                      </c:pt>
                      <c:pt idx="276">
                        <c:v>2.5997484242109996</c:v>
                      </c:pt>
                      <c:pt idx="277">
                        <c:v>2.9279514043049999</c:v>
                      </c:pt>
                      <c:pt idx="278">
                        <c:v>3.1280993622630002</c:v>
                      </c:pt>
                      <c:pt idx="279">
                        <c:v>3.0847802463940002</c:v>
                      </c:pt>
                      <c:pt idx="280">
                        <c:v>2.81921999932</c:v>
                      </c:pt>
                      <c:pt idx="281">
                        <c:v>2.6902833911370001</c:v>
                      </c:pt>
                      <c:pt idx="282">
                        <c:v>2.5355946703800001</c:v>
                      </c:pt>
                      <c:pt idx="283">
                        <c:v>2.80787646623501</c:v>
                      </c:pt>
                      <c:pt idx="284">
                        <c:v>3.199396224035</c:v>
                      </c:pt>
                      <c:pt idx="285">
                        <c:v>3.623364942764999</c:v>
                      </c:pt>
                      <c:pt idx="286">
                        <c:v>3.8613664042580003</c:v>
                      </c:pt>
                      <c:pt idx="287">
                        <c:v>3.4667840146060001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1-F782-4DD4-8B67-32577BCE01C1}"/>
                  </c:ext>
                </c:extLst>
              </c15:ser>
            </c15:filteredLineSeries>
            <c15:filteredLineSeries>
              <c15:ser>
                <c:idx val="32"/>
                <c:order val="3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12-10-2026'!$AH$1</c15:sqref>
                        </c15:formulaRef>
                      </c:ext>
                    </c:extLst>
                    <c:strCache>
                      <c:ptCount val="1"/>
                      <c:pt idx="0">
                        <c:v>vEPG BMR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12-10-2026'!$AH$2:$AH$289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37.935634462308997</c:v>
                      </c:pt>
                      <c:pt idx="1">
                        <c:v>24.512020604551999</c:v>
                      </c:pt>
                      <c:pt idx="2">
                        <c:v>14.365118729134</c:v>
                      </c:pt>
                      <c:pt idx="3">
                        <c:v>8.1320890419049991</c:v>
                      </c:pt>
                      <c:pt idx="4">
                        <c:v>5.5796243791369999</c:v>
                      </c:pt>
                      <c:pt idx="5">
                        <c:v>5.3962944631259999</c:v>
                      </c:pt>
                      <c:pt idx="6">
                        <c:v>10.379938748886</c:v>
                      </c:pt>
                      <c:pt idx="7">
                        <c:v>17.217898443810999</c:v>
                      </c:pt>
                      <c:pt idx="8">
                        <c:v>22.443328294088001</c:v>
                      </c:pt>
                      <c:pt idx="9">
                        <c:v>25.249559714303</c:v>
                      </c:pt>
                      <c:pt idx="10">
                        <c:v>28.351388612448002</c:v>
                      </c:pt>
                      <c:pt idx="11">
                        <c:v>32.126923049055002</c:v>
                      </c:pt>
                      <c:pt idx="12">
                        <c:v>34.715152558531997</c:v>
                      </c:pt>
                      <c:pt idx="13">
                        <c:v>38.091129535458002</c:v>
                      </c:pt>
                      <c:pt idx="14">
                        <c:v>41.030074712374997</c:v>
                      </c:pt>
                      <c:pt idx="15">
                        <c:v>39.021415248628003</c:v>
                      </c:pt>
                      <c:pt idx="16">
                        <c:v>34.946189424958</c:v>
                      </c:pt>
                      <c:pt idx="17">
                        <c:v>34.763799764567999</c:v>
                      </c:pt>
                      <c:pt idx="18">
                        <c:v>33.929502037218001</c:v>
                      </c:pt>
                      <c:pt idx="19">
                        <c:v>35.256198862795998</c:v>
                      </c:pt>
                      <c:pt idx="20">
                        <c:v>41.176544075424999</c:v>
                      </c:pt>
                      <c:pt idx="21">
                        <c:v>47.458641566178997</c:v>
                      </c:pt>
                      <c:pt idx="22">
                        <c:v>51.823063330353001</c:v>
                      </c:pt>
                      <c:pt idx="23">
                        <c:v>50.643258819937998</c:v>
                      </c:pt>
                      <c:pt idx="24">
                        <c:v>40.886499250153996</c:v>
                      </c:pt>
                      <c:pt idx="25">
                        <c:v>26.787717228413001</c:v>
                      </c:pt>
                      <c:pt idx="26">
                        <c:v>14.714107089332</c:v>
                      </c:pt>
                      <c:pt idx="27">
                        <c:v>9.5919868124539995</c:v>
                      </c:pt>
                      <c:pt idx="28">
                        <c:v>6.1994831664110004</c:v>
                      </c:pt>
                      <c:pt idx="29">
                        <c:v>5.2216462456070003</c:v>
                      </c:pt>
                      <c:pt idx="30">
                        <c:v>9.2724447006229997</c:v>
                      </c:pt>
                      <c:pt idx="31">
                        <c:v>14.969095603103</c:v>
                      </c:pt>
                      <c:pt idx="32">
                        <c:v>20.794895230369001</c:v>
                      </c:pt>
                      <c:pt idx="33">
                        <c:v>26.013978919542001</c:v>
                      </c:pt>
                      <c:pt idx="34">
                        <c:v>30.332470234690998</c:v>
                      </c:pt>
                      <c:pt idx="35">
                        <c:v>35.620076019588005</c:v>
                      </c:pt>
                      <c:pt idx="36">
                        <c:v>37.610796894972999</c:v>
                      </c:pt>
                      <c:pt idx="37">
                        <c:v>36.387541338410003</c:v>
                      </c:pt>
                      <c:pt idx="38">
                        <c:v>44.813596838536</c:v>
                      </c:pt>
                      <c:pt idx="39">
                        <c:v>43.193848635202002</c:v>
                      </c:pt>
                      <c:pt idx="40">
                        <c:v>36.778816616545001</c:v>
                      </c:pt>
                      <c:pt idx="41">
                        <c:v>35.234668489027001</c:v>
                      </c:pt>
                      <c:pt idx="42">
                        <c:v>34.166624251892003</c:v>
                      </c:pt>
                      <c:pt idx="43">
                        <c:v>36.870408926674003</c:v>
                      </c:pt>
                      <c:pt idx="44">
                        <c:v>43.206195258171</c:v>
                      </c:pt>
                      <c:pt idx="45">
                        <c:v>49.901833673818999</c:v>
                      </c:pt>
                      <c:pt idx="46">
                        <c:v>53.531083230789001</c:v>
                      </c:pt>
                      <c:pt idx="47">
                        <c:v>52.161862223744002</c:v>
                      </c:pt>
                      <c:pt idx="48">
                        <c:v>42.784790487922997</c:v>
                      </c:pt>
                      <c:pt idx="49">
                        <c:v>29.526768849450999</c:v>
                      </c:pt>
                      <c:pt idx="50">
                        <c:v>17.789016696493</c:v>
                      </c:pt>
                      <c:pt idx="51">
                        <c:v>10.354436417593</c:v>
                      </c:pt>
                      <c:pt idx="52">
                        <c:v>6.3143869992359996</c:v>
                      </c:pt>
                      <c:pt idx="53">
                        <c:v>5.1729087960479996</c:v>
                      </c:pt>
                      <c:pt idx="54">
                        <c:v>9.3829790727559992</c:v>
                      </c:pt>
                      <c:pt idx="55">
                        <c:v>15.489045444462</c:v>
                      </c:pt>
                      <c:pt idx="56">
                        <c:v>20.772497614728003</c:v>
                      </c:pt>
                      <c:pt idx="57">
                        <c:v>25.336272698473</c:v>
                      </c:pt>
                      <c:pt idx="58">
                        <c:v>28.965396536576002</c:v>
                      </c:pt>
                      <c:pt idx="59">
                        <c:v>33.467843074790999</c:v>
                      </c:pt>
                      <c:pt idx="60">
                        <c:v>35.807211656625</c:v>
                      </c:pt>
                      <c:pt idx="61">
                        <c:v>39.696413156148999</c:v>
                      </c:pt>
                      <c:pt idx="62">
                        <c:v>43.669913699374</c:v>
                      </c:pt>
                      <c:pt idx="63">
                        <c:v>41.596097929633999</c:v>
                      </c:pt>
                      <c:pt idx="64">
                        <c:v>36.661812306207999</c:v>
                      </c:pt>
                      <c:pt idx="65">
                        <c:v>35.605589488641002</c:v>
                      </c:pt>
                      <c:pt idx="66">
                        <c:v>33.989904528559002</c:v>
                      </c:pt>
                      <c:pt idx="67">
                        <c:v>36.210826458492996</c:v>
                      </c:pt>
                      <c:pt idx="68">
                        <c:v>41.675908424287002</c:v>
                      </c:pt>
                      <c:pt idx="69">
                        <c:v>47.567277637445002</c:v>
                      </c:pt>
                      <c:pt idx="70">
                        <c:v>51.487298761060998</c:v>
                      </c:pt>
                      <c:pt idx="71">
                        <c:v>49.011353630342001</c:v>
                      </c:pt>
                      <c:pt idx="72">
                        <c:v>37.900484579211003</c:v>
                      </c:pt>
                      <c:pt idx="73">
                        <c:v>23.981021027535999</c:v>
                      </c:pt>
                      <c:pt idx="74">
                        <c:v>13.661842153754</c:v>
                      </c:pt>
                      <c:pt idx="75">
                        <c:v>7.9349301181560001</c:v>
                      </c:pt>
                      <c:pt idx="76">
                        <c:v>5.3334867768530003</c:v>
                      </c:pt>
                      <c:pt idx="77">
                        <c:v>4.9807700208699996</c:v>
                      </c:pt>
                      <c:pt idx="78">
                        <c:v>9.8358466848670005</c:v>
                      </c:pt>
                      <c:pt idx="79">
                        <c:v>16.107145483446001</c:v>
                      </c:pt>
                      <c:pt idx="80">
                        <c:v>21.146825747377999</c:v>
                      </c:pt>
                      <c:pt idx="81">
                        <c:v>24.594508072470997</c:v>
                      </c:pt>
                      <c:pt idx="82">
                        <c:v>27.748911536936998</c:v>
                      </c:pt>
                      <c:pt idx="83">
                        <c:v>31.141522293824</c:v>
                      </c:pt>
                      <c:pt idx="84">
                        <c:v>33.594726166682001</c:v>
                      </c:pt>
                      <c:pt idx="85">
                        <c:v>36.612001178680003</c:v>
                      </c:pt>
                      <c:pt idx="86">
                        <c:v>39.121880433436999</c:v>
                      </c:pt>
                      <c:pt idx="87">
                        <c:v>37.195370943796</c:v>
                      </c:pt>
                      <c:pt idx="88">
                        <c:v>33.726654897591999</c:v>
                      </c:pt>
                      <c:pt idx="89">
                        <c:v>33.976433327305998</c:v>
                      </c:pt>
                      <c:pt idx="90">
                        <c:v>33.272070800320002</c:v>
                      </c:pt>
                      <c:pt idx="91">
                        <c:v>35.510537452595997</c:v>
                      </c:pt>
                      <c:pt idx="92">
                        <c:v>41.543737789136998</c:v>
                      </c:pt>
                      <c:pt idx="93">
                        <c:v>48.037795825235001</c:v>
                      </c:pt>
                      <c:pt idx="94">
                        <c:v>51.737334406432005</c:v>
                      </c:pt>
                      <c:pt idx="95">
                        <c:v>48.235328241402001</c:v>
                      </c:pt>
                      <c:pt idx="96">
                        <c:v>36.547404754642997</c:v>
                      </c:pt>
                      <c:pt idx="97">
                        <c:v>22.952890365161</c:v>
                      </c:pt>
                      <c:pt idx="98">
                        <c:v>12.952568104373999</c:v>
                      </c:pt>
                      <c:pt idx="99">
                        <c:v>7.434792266014</c:v>
                      </c:pt>
                      <c:pt idx="100">
                        <c:v>5.1784938319560005</c:v>
                      </c:pt>
                      <c:pt idx="101">
                        <c:v>4.7705481537029994</c:v>
                      </c:pt>
                      <c:pt idx="102">
                        <c:v>9.4885239228499998</c:v>
                      </c:pt>
                      <c:pt idx="103">
                        <c:v>16.338174113400999</c:v>
                      </c:pt>
                      <c:pt idx="104">
                        <c:v>21.319769024168</c:v>
                      </c:pt>
                      <c:pt idx="105">
                        <c:v>24.552914726541999</c:v>
                      </c:pt>
                      <c:pt idx="106">
                        <c:v>27.777411222644002</c:v>
                      </c:pt>
                      <c:pt idx="107">
                        <c:v>31.553196713342</c:v>
                      </c:pt>
                      <c:pt idx="108">
                        <c:v>33.914460564014</c:v>
                      </c:pt>
                      <c:pt idx="109">
                        <c:v>37.075446328996996</c:v>
                      </c:pt>
                      <c:pt idx="110">
                        <c:v>39.343436204809997</c:v>
                      </c:pt>
                      <c:pt idx="111">
                        <c:v>37.519274553712002</c:v>
                      </c:pt>
                      <c:pt idx="112">
                        <c:v>34.138947586284999</c:v>
                      </c:pt>
                      <c:pt idx="113">
                        <c:v>34.252490390673003</c:v>
                      </c:pt>
                      <c:pt idx="114">
                        <c:v>33.508395432017998</c:v>
                      </c:pt>
                      <c:pt idx="115">
                        <c:v>35.862210331413998</c:v>
                      </c:pt>
                      <c:pt idx="116">
                        <c:v>41.670304603866001</c:v>
                      </c:pt>
                      <c:pt idx="117">
                        <c:v>48.924791388384001</c:v>
                      </c:pt>
                      <c:pt idx="118">
                        <c:v>52.255456745446999</c:v>
                      </c:pt>
                      <c:pt idx="119">
                        <c:v>48.754014332016993</c:v>
                      </c:pt>
                      <c:pt idx="120">
                        <c:v>36.513860727452006</c:v>
                      </c:pt>
                      <c:pt idx="121">
                        <c:v>22.664928594747003</c:v>
                      </c:pt>
                      <c:pt idx="122">
                        <c:v>12.757179494191</c:v>
                      </c:pt>
                      <c:pt idx="123">
                        <c:v>7.3915701154890003</c:v>
                      </c:pt>
                      <c:pt idx="124">
                        <c:v>5.2935330961189999</c:v>
                      </c:pt>
                      <c:pt idx="125">
                        <c:v>5.0754254692479996</c:v>
                      </c:pt>
                      <c:pt idx="126">
                        <c:v>9.99711889698</c:v>
                      </c:pt>
                      <c:pt idx="127">
                        <c:v>17.018018279374001</c:v>
                      </c:pt>
                      <c:pt idx="128">
                        <c:v>22.185325675767</c:v>
                      </c:pt>
                      <c:pt idx="129">
                        <c:v>25.631329242093003</c:v>
                      </c:pt>
                      <c:pt idx="130">
                        <c:v>28.194847447680001</c:v>
                      </c:pt>
                      <c:pt idx="131">
                        <c:v>31.616306587574002</c:v>
                      </c:pt>
                      <c:pt idx="132">
                        <c:v>34.512159078185</c:v>
                      </c:pt>
                      <c:pt idx="133">
                        <c:v>38.779940384587</c:v>
                      </c:pt>
                      <c:pt idx="134">
                        <c:v>40.830727285720997</c:v>
                      </c:pt>
                      <c:pt idx="135">
                        <c:v>38.489061008717997</c:v>
                      </c:pt>
                      <c:pt idx="136">
                        <c:v>34.278918572473998</c:v>
                      </c:pt>
                      <c:pt idx="137">
                        <c:v>34.353911061841998</c:v>
                      </c:pt>
                      <c:pt idx="138">
                        <c:v>38.234006578429998</c:v>
                      </c:pt>
                      <c:pt idx="139">
                        <c:v>41.640124274705997</c:v>
                      </c:pt>
                      <c:pt idx="140">
                        <c:v>43.302709887397995</c:v>
                      </c:pt>
                      <c:pt idx="141">
                        <c:v>49.805189923798004</c:v>
                      </c:pt>
                      <c:pt idx="142">
                        <c:v>52.683947013692006</c:v>
                      </c:pt>
                      <c:pt idx="143">
                        <c:v>48.78861966649</c:v>
                      </c:pt>
                      <c:pt idx="144">
                        <c:v>37.795266844819004</c:v>
                      </c:pt>
                      <c:pt idx="145">
                        <c:v>23.551144602082999</c:v>
                      </c:pt>
                      <c:pt idx="146">
                        <c:v>13.912581170972</c:v>
                      </c:pt>
                      <c:pt idx="147">
                        <c:v>7.7079424800190006</c:v>
                      </c:pt>
                      <c:pt idx="148">
                        <c:v>5.035792790206</c:v>
                      </c:pt>
                      <c:pt idx="149">
                        <c:v>4.8554034611520001</c:v>
                      </c:pt>
                      <c:pt idx="150">
                        <c:v>10.052259399244001</c:v>
                      </c:pt>
                      <c:pt idx="151">
                        <c:v>17.338423113733999</c:v>
                      </c:pt>
                      <c:pt idx="152">
                        <c:v>22.700645646247001</c:v>
                      </c:pt>
                      <c:pt idx="153">
                        <c:v>25.647336186371</c:v>
                      </c:pt>
                      <c:pt idx="154">
                        <c:v>28.530112250586999</c:v>
                      </c:pt>
                      <c:pt idx="155">
                        <c:v>32.033917869391999</c:v>
                      </c:pt>
                      <c:pt idx="156">
                        <c:v>34.193237271077003</c:v>
                      </c:pt>
                      <c:pt idx="157">
                        <c:v>37.319343968314996</c:v>
                      </c:pt>
                      <c:pt idx="158">
                        <c:v>39.630538039779005</c:v>
                      </c:pt>
                      <c:pt idx="159">
                        <c:v>38.530046671066003</c:v>
                      </c:pt>
                      <c:pt idx="160">
                        <c:v>35.005770554896003</c:v>
                      </c:pt>
                      <c:pt idx="161">
                        <c:v>35.091063449032006</c:v>
                      </c:pt>
                      <c:pt idx="162">
                        <c:v>34.394464921507002</c:v>
                      </c:pt>
                      <c:pt idx="163">
                        <c:v>37.032725259960003</c:v>
                      </c:pt>
                      <c:pt idx="164">
                        <c:v>41.785521675821002</c:v>
                      </c:pt>
                      <c:pt idx="165">
                        <c:v>48.381935928341001</c:v>
                      </c:pt>
                      <c:pt idx="166">
                        <c:v>52.765408452457997</c:v>
                      </c:pt>
                      <c:pt idx="167">
                        <c:v>48.486680009849003</c:v>
                      </c:pt>
                      <c:pt idx="168">
                        <c:v>36.280508299607</c:v>
                      </c:pt>
                      <c:pt idx="169">
                        <c:v>22.750522128805002</c:v>
                      </c:pt>
                      <c:pt idx="170">
                        <c:v>12.834804493511999</c:v>
                      </c:pt>
                      <c:pt idx="171">
                        <c:v>7.5136457261130003</c:v>
                      </c:pt>
                      <c:pt idx="172">
                        <c:v>5.219212212445</c:v>
                      </c:pt>
                      <c:pt idx="173">
                        <c:v>5.0283008315069999</c:v>
                      </c:pt>
                      <c:pt idx="174">
                        <c:v>10.473447695836001</c:v>
                      </c:pt>
                      <c:pt idx="175">
                        <c:v>18.426956887111</c:v>
                      </c:pt>
                      <c:pt idx="176">
                        <c:v>23.966812734321</c:v>
                      </c:pt>
                      <c:pt idx="177">
                        <c:v>28.784510168943001</c:v>
                      </c:pt>
                      <c:pt idx="178">
                        <c:v>31.680369189651998</c:v>
                      </c:pt>
                      <c:pt idx="179">
                        <c:v>34.564926208559996</c:v>
                      </c:pt>
                      <c:pt idx="180">
                        <c:v>36.471823102921995</c:v>
                      </c:pt>
                      <c:pt idx="181">
                        <c:v>39.414373822728997</c:v>
                      </c:pt>
                      <c:pt idx="182">
                        <c:v>41.553351330692998</c:v>
                      </c:pt>
                      <c:pt idx="183">
                        <c:v>40.022571594336</c:v>
                      </c:pt>
                      <c:pt idx="184">
                        <c:v>35.899606521895997</c:v>
                      </c:pt>
                      <c:pt idx="185">
                        <c:v>35.531426271860994</c:v>
                      </c:pt>
                      <c:pt idx="186">
                        <c:v>34.620402863568998</c:v>
                      </c:pt>
                      <c:pt idx="187">
                        <c:v>38.481972479926</c:v>
                      </c:pt>
                      <c:pt idx="188">
                        <c:v>42.733741174732003</c:v>
                      </c:pt>
                      <c:pt idx="189">
                        <c:v>49.461195409963999</c:v>
                      </c:pt>
                      <c:pt idx="190">
                        <c:v>53.502603856137995</c:v>
                      </c:pt>
                      <c:pt idx="191">
                        <c:v>50.597855029625997</c:v>
                      </c:pt>
                      <c:pt idx="192">
                        <c:v>40.192314175421998</c:v>
                      </c:pt>
                      <c:pt idx="193">
                        <c:v>26.575744083380997</c:v>
                      </c:pt>
                      <c:pt idx="194">
                        <c:v>16.063084382393001</c:v>
                      </c:pt>
                      <c:pt idx="195">
                        <c:v>9.6265978003049995</c:v>
                      </c:pt>
                      <c:pt idx="196">
                        <c:v>6.2243932429810007</c:v>
                      </c:pt>
                      <c:pt idx="197">
                        <c:v>5.1939697370340001</c:v>
                      </c:pt>
                      <c:pt idx="198">
                        <c:v>9.7019881457359993</c:v>
                      </c:pt>
                      <c:pt idx="199">
                        <c:v>15.961220845024</c:v>
                      </c:pt>
                      <c:pt idx="200">
                        <c:v>21.654914996382001</c:v>
                      </c:pt>
                      <c:pt idx="201">
                        <c:v>26.497465299744</c:v>
                      </c:pt>
                      <c:pt idx="202">
                        <c:v>30.798476231631</c:v>
                      </c:pt>
                      <c:pt idx="203">
                        <c:v>35.943996472370998</c:v>
                      </c:pt>
                      <c:pt idx="204">
                        <c:v>37.359290996915995</c:v>
                      </c:pt>
                      <c:pt idx="205">
                        <c:v>36.808274806900002</c:v>
                      </c:pt>
                      <c:pt idx="206">
                        <c:v>45.125493243918996</c:v>
                      </c:pt>
                      <c:pt idx="207">
                        <c:v>43.384894891106995</c:v>
                      </c:pt>
                      <c:pt idx="208">
                        <c:v>37.009520951992002</c:v>
                      </c:pt>
                      <c:pt idx="209">
                        <c:v>35.840229254881997</c:v>
                      </c:pt>
                      <c:pt idx="210">
                        <c:v>34.994884948360998</c:v>
                      </c:pt>
                      <c:pt idx="211">
                        <c:v>39.765975475658003</c:v>
                      </c:pt>
                      <c:pt idx="212">
                        <c:v>44.260018892839</c:v>
                      </c:pt>
                      <c:pt idx="213">
                        <c:v>50.737775407591002</c:v>
                      </c:pt>
                      <c:pt idx="214">
                        <c:v>55.323861006769995</c:v>
                      </c:pt>
                      <c:pt idx="215">
                        <c:v>51.805188096201</c:v>
                      </c:pt>
                      <c:pt idx="216">
                        <c:v>40.903931725417003</c:v>
                      </c:pt>
                      <c:pt idx="217">
                        <c:v>27.120545016761998</c:v>
                      </c:pt>
                      <c:pt idx="218">
                        <c:v>16.148642702741999</c:v>
                      </c:pt>
                      <c:pt idx="219">
                        <c:v>9.3779865309280002</c:v>
                      </c:pt>
                      <c:pt idx="220">
                        <c:v>5.9328517065650006</c:v>
                      </c:pt>
                      <c:pt idx="221">
                        <c:v>5.0812363042339994</c:v>
                      </c:pt>
                      <c:pt idx="222">
                        <c:v>9.6274440650670012</c:v>
                      </c:pt>
                      <c:pt idx="223">
                        <c:v>16.472653169995002</c:v>
                      </c:pt>
                      <c:pt idx="224">
                        <c:v>22.258815401581</c:v>
                      </c:pt>
                      <c:pt idx="225">
                        <c:v>26.561114528315002</c:v>
                      </c:pt>
                      <c:pt idx="226">
                        <c:v>29.871038238987001</c:v>
                      </c:pt>
                      <c:pt idx="227">
                        <c:v>33.654044710294997</c:v>
                      </c:pt>
                      <c:pt idx="228">
                        <c:v>35.915052324611999</c:v>
                      </c:pt>
                      <c:pt idx="229">
                        <c:v>39.762821075817996</c:v>
                      </c:pt>
                      <c:pt idx="230">
                        <c:v>43.488132087627001</c:v>
                      </c:pt>
                      <c:pt idx="231">
                        <c:v>41.720242627549005</c:v>
                      </c:pt>
                      <c:pt idx="232">
                        <c:v>36.838462865893</c:v>
                      </c:pt>
                      <c:pt idx="233">
                        <c:v>36.406353656972001</c:v>
                      </c:pt>
                      <c:pt idx="234">
                        <c:v>36.147814341844004</c:v>
                      </c:pt>
                      <c:pt idx="235">
                        <c:v>39.624163884742003</c:v>
                      </c:pt>
                      <c:pt idx="236">
                        <c:v>44.323801433145995</c:v>
                      </c:pt>
                      <c:pt idx="237">
                        <c:v>51.213262902577</c:v>
                      </c:pt>
                      <c:pt idx="238">
                        <c:v>52.801308239984003</c:v>
                      </c:pt>
                      <c:pt idx="239">
                        <c:v>48.630095122697</c:v>
                      </c:pt>
                      <c:pt idx="240">
                        <c:v>36.029570825637002</c:v>
                      </c:pt>
                      <c:pt idx="241">
                        <c:v>22.928536942435002</c:v>
                      </c:pt>
                      <c:pt idx="242">
                        <c:v>13.134625231543</c:v>
                      </c:pt>
                      <c:pt idx="243">
                        <c:v>7.7613153228040002</c:v>
                      </c:pt>
                      <c:pt idx="244">
                        <c:v>5.2004969690039999</c:v>
                      </c:pt>
                      <c:pt idx="245">
                        <c:v>4.8391878121210006</c:v>
                      </c:pt>
                      <c:pt idx="246">
                        <c:v>10.030829481642</c:v>
                      </c:pt>
                      <c:pt idx="247">
                        <c:v>17.095997742399</c:v>
                      </c:pt>
                      <c:pt idx="248">
                        <c:v>22.443544937258999</c:v>
                      </c:pt>
                      <c:pt idx="249">
                        <c:v>25.835220662118999</c:v>
                      </c:pt>
                      <c:pt idx="250">
                        <c:v>29.220606836988001</c:v>
                      </c:pt>
                      <c:pt idx="251">
                        <c:v>32.912835653763004</c:v>
                      </c:pt>
                      <c:pt idx="252">
                        <c:v>35.087608694863</c:v>
                      </c:pt>
                      <c:pt idx="253">
                        <c:v>38.157527295879994</c:v>
                      </c:pt>
                      <c:pt idx="254">
                        <c:v>40.713163987534998</c:v>
                      </c:pt>
                      <c:pt idx="255">
                        <c:v>39.410000355042001</c:v>
                      </c:pt>
                      <c:pt idx="256">
                        <c:v>35.686358540811</c:v>
                      </c:pt>
                      <c:pt idx="257">
                        <c:v>37.925357524288998</c:v>
                      </c:pt>
                      <c:pt idx="258">
                        <c:v>37.233032116598999</c:v>
                      </c:pt>
                      <c:pt idx="259">
                        <c:v>39.945635653284995</c:v>
                      </c:pt>
                      <c:pt idx="260">
                        <c:v>43.354232422037995</c:v>
                      </c:pt>
                      <c:pt idx="261">
                        <c:v>49.833821443246997</c:v>
                      </c:pt>
                      <c:pt idx="262">
                        <c:v>52.665213947984995</c:v>
                      </c:pt>
                      <c:pt idx="263">
                        <c:v>47.041064229867004</c:v>
                      </c:pt>
                      <c:pt idx="264">
                        <c:v>34.080249591411999</c:v>
                      </c:pt>
                      <c:pt idx="265">
                        <c:v>20.551992286024998</c:v>
                      </c:pt>
                      <c:pt idx="266">
                        <c:v>11.552577308532001</c:v>
                      </c:pt>
                      <c:pt idx="267">
                        <c:v>6.9733965723719997</c:v>
                      </c:pt>
                      <c:pt idx="268">
                        <c:v>4.8415387986029996</c:v>
                      </c:pt>
                      <c:pt idx="269">
                        <c:v>4.7173583196979996</c:v>
                      </c:pt>
                      <c:pt idx="270">
                        <c:v>9.7998528325740004</c:v>
                      </c:pt>
                      <c:pt idx="271">
                        <c:v>17.094192585563</c:v>
                      </c:pt>
                      <c:pt idx="272">
                        <c:v>22.104891517353</c:v>
                      </c:pt>
                      <c:pt idx="273">
                        <c:v>25.080508243356999</c:v>
                      </c:pt>
                      <c:pt idx="274">
                        <c:v>27.892525500122002</c:v>
                      </c:pt>
                      <c:pt idx="275">
                        <c:v>31.700628030851</c:v>
                      </c:pt>
                      <c:pt idx="276">
                        <c:v>33.757111594154999</c:v>
                      </c:pt>
                      <c:pt idx="277">
                        <c:v>36.750430478089001</c:v>
                      </c:pt>
                      <c:pt idx="278">
                        <c:v>38.753385016266002</c:v>
                      </c:pt>
                      <c:pt idx="279">
                        <c:v>37.946420612251998</c:v>
                      </c:pt>
                      <c:pt idx="280">
                        <c:v>34.411554374125998</c:v>
                      </c:pt>
                      <c:pt idx="281">
                        <c:v>35.464174344023995</c:v>
                      </c:pt>
                      <c:pt idx="282">
                        <c:v>34.567761139376998</c:v>
                      </c:pt>
                      <c:pt idx="283">
                        <c:v>38.756250412217</c:v>
                      </c:pt>
                      <c:pt idx="284">
                        <c:v>42.991363244227003</c:v>
                      </c:pt>
                      <c:pt idx="285">
                        <c:v>50.133773584804999</c:v>
                      </c:pt>
                      <c:pt idx="286">
                        <c:v>53.547520928598004</c:v>
                      </c:pt>
                      <c:pt idx="287">
                        <c:v>48.038008554455004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2-F782-4DD4-8B67-32577BCE01C1}"/>
                  </c:ext>
                </c:extLst>
              </c15:ser>
            </c15:filteredLineSeries>
            <c15:filteredLineSeries>
              <c15:ser>
                <c:idx val="35"/>
                <c:order val="3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12-10-2026'!$AK$1</c15:sqref>
                        </c15:formulaRef>
                      </c:ext>
                    </c:extLst>
                    <c:strCache>
                      <c:ptCount val="1"/>
                      <c:pt idx="0">
                        <c:v>SGI Traffic 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12-10-2026'!$AK$2:$AK$289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347.03289076726901</c:v>
                      </c:pt>
                      <c:pt idx="1">
                        <c:v>219.27817791553801</c:v>
                      </c:pt>
                      <c:pt idx="2">
                        <c:v>131.00241958396299</c:v>
                      </c:pt>
                      <c:pt idx="3">
                        <c:v>82.722405141976992</c:v>
                      </c:pt>
                      <c:pt idx="4">
                        <c:v>62.745866700080001</c:v>
                      </c:pt>
                      <c:pt idx="5">
                        <c:v>74.237714479368009</c:v>
                      </c:pt>
                      <c:pt idx="6">
                        <c:v>142.215498465412</c:v>
                      </c:pt>
                      <c:pt idx="7">
                        <c:v>212.98389998617401</c:v>
                      </c:pt>
                      <c:pt idx="8">
                        <c:v>262.76224844956596</c:v>
                      </c:pt>
                      <c:pt idx="9">
                        <c:v>287.83897359342097</c:v>
                      </c:pt>
                      <c:pt idx="10">
                        <c:v>320.02859140332004</c:v>
                      </c:pt>
                      <c:pt idx="11">
                        <c:v>359.31512091969398</c:v>
                      </c:pt>
                      <c:pt idx="12">
                        <c:v>387.56917737200297</c:v>
                      </c:pt>
                      <c:pt idx="13">
                        <c:v>432.86706052796399</c:v>
                      </c:pt>
                      <c:pt idx="14">
                        <c:v>448.06159088063202</c:v>
                      </c:pt>
                      <c:pt idx="15">
                        <c:v>433.77120617988396</c:v>
                      </c:pt>
                      <c:pt idx="16">
                        <c:v>393.01327423702503</c:v>
                      </c:pt>
                      <c:pt idx="17">
                        <c:v>406.80665492596802</c:v>
                      </c:pt>
                      <c:pt idx="18">
                        <c:v>403.89660424589499</c:v>
                      </c:pt>
                      <c:pt idx="19">
                        <c:v>459.23151451879198</c:v>
                      </c:pt>
                      <c:pt idx="20">
                        <c:v>509.56142124548398</c:v>
                      </c:pt>
                      <c:pt idx="21">
                        <c:v>586.058126180621</c:v>
                      </c:pt>
                      <c:pt idx="22">
                        <c:v>588.77200497686704</c:v>
                      </c:pt>
                      <c:pt idx="23">
                        <c:v>513.17837932867599</c:v>
                      </c:pt>
                      <c:pt idx="24">
                        <c:v>385.61515022698904</c:v>
                      </c:pt>
                      <c:pt idx="25">
                        <c:v>252.91518640850899</c:v>
                      </c:pt>
                      <c:pt idx="26">
                        <c:v>153.00524560110199</c:v>
                      </c:pt>
                      <c:pt idx="27">
                        <c:v>98.210032811144998</c:v>
                      </c:pt>
                      <c:pt idx="28">
                        <c:v>69.488227182217997</c:v>
                      </c:pt>
                      <c:pt idx="29">
                        <c:v>73.021406698541</c:v>
                      </c:pt>
                      <c:pt idx="30">
                        <c:v>124.617839879112</c:v>
                      </c:pt>
                      <c:pt idx="31">
                        <c:v>181.42859345826</c:v>
                      </c:pt>
                      <c:pt idx="32">
                        <c:v>249.883478861904</c:v>
                      </c:pt>
                      <c:pt idx="33">
                        <c:v>305.48723708809905</c:v>
                      </c:pt>
                      <c:pt idx="34">
                        <c:v>353.24154926765698</c:v>
                      </c:pt>
                      <c:pt idx="35">
                        <c:v>399.65678772549495</c:v>
                      </c:pt>
                      <c:pt idx="36">
                        <c:v>409.35830130657297</c:v>
                      </c:pt>
                      <c:pt idx="37">
                        <c:v>430.77888194539003</c:v>
                      </c:pt>
                      <c:pt idx="38">
                        <c:v>515.82891050665705</c:v>
                      </c:pt>
                      <c:pt idx="39">
                        <c:v>484.53693645258198</c:v>
                      </c:pt>
                      <c:pt idx="40">
                        <c:v>417.03426858826901</c:v>
                      </c:pt>
                      <c:pt idx="41">
                        <c:v>420.62590196338999</c:v>
                      </c:pt>
                      <c:pt idx="42">
                        <c:v>414.08379962387403</c:v>
                      </c:pt>
                      <c:pt idx="43">
                        <c:v>473.52279403396898</c:v>
                      </c:pt>
                      <c:pt idx="44">
                        <c:v>528.560910705168</c:v>
                      </c:pt>
                      <c:pt idx="45">
                        <c:v>611.62423108279791</c:v>
                      </c:pt>
                      <c:pt idx="46">
                        <c:v>608.08027887988396</c:v>
                      </c:pt>
                      <c:pt idx="47">
                        <c:v>531.84894224527193</c:v>
                      </c:pt>
                      <c:pt idx="48">
                        <c:v>400.73772056810503</c:v>
                      </c:pt>
                      <c:pt idx="49">
                        <c:v>264.73926097302194</c:v>
                      </c:pt>
                      <c:pt idx="50">
                        <c:v>159.41760633152001</c:v>
                      </c:pt>
                      <c:pt idx="51">
                        <c:v>98.012678929489994</c:v>
                      </c:pt>
                      <c:pt idx="52">
                        <c:v>68.700509090417995</c:v>
                      </c:pt>
                      <c:pt idx="53">
                        <c:v>73.440357229598987</c:v>
                      </c:pt>
                      <c:pt idx="54">
                        <c:v>129.68130793676599</c:v>
                      </c:pt>
                      <c:pt idx="55">
                        <c:v>191.463430333372</c:v>
                      </c:pt>
                      <c:pt idx="56">
                        <c:v>255.32171989865998</c:v>
                      </c:pt>
                      <c:pt idx="57">
                        <c:v>300.65300241499301</c:v>
                      </c:pt>
                      <c:pt idx="58">
                        <c:v>335.30055161047903</c:v>
                      </c:pt>
                      <c:pt idx="59">
                        <c:v>375.35811902496403</c:v>
                      </c:pt>
                      <c:pt idx="60">
                        <c:v>397.04719451206302</c:v>
                      </c:pt>
                      <c:pt idx="61">
                        <c:v>451.963028510897</c:v>
                      </c:pt>
                      <c:pt idx="62">
                        <c:v>476.35079291715999</c:v>
                      </c:pt>
                      <c:pt idx="63">
                        <c:v>454.62397142789803</c:v>
                      </c:pt>
                      <c:pt idx="64">
                        <c:v>404.18473102328602</c:v>
                      </c:pt>
                      <c:pt idx="65">
                        <c:v>413.55363097075303</c:v>
                      </c:pt>
                      <c:pt idx="66">
                        <c:v>406.95031403632498</c:v>
                      </c:pt>
                      <c:pt idx="67">
                        <c:v>460.45684526807503</c:v>
                      </c:pt>
                      <c:pt idx="68">
                        <c:v>513.10663098420605</c:v>
                      </c:pt>
                      <c:pt idx="69">
                        <c:v>589.80337254186202</c:v>
                      </c:pt>
                      <c:pt idx="70">
                        <c:v>581.204107054357</c:v>
                      </c:pt>
                      <c:pt idx="71">
                        <c:v>488.08489162844603</c:v>
                      </c:pt>
                      <c:pt idx="72">
                        <c:v>345.00409189901399</c:v>
                      </c:pt>
                      <c:pt idx="73">
                        <c:v>213.74988874039599</c:v>
                      </c:pt>
                      <c:pt idx="74">
                        <c:v>127.00646341834199</c:v>
                      </c:pt>
                      <c:pt idx="75">
                        <c:v>80.335452913036008</c:v>
                      </c:pt>
                      <c:pt idx="76">
                        <c:v>60.982233716176005</c:v>
                      </c:pt>
                      <c:pt idx="77">
                        <c:v>70.972755162780004</c:v>
                      </c:pt>
                      <c:pt idx="78">
                        <c:v>136.42032027625999</c:v>
                      </c:pt>
                      <c:pt idx="79">
                        <c:v>202.66859540984899</c:v>
                      </c:pt>
                      <c:pt idx="80">
                        <c:v>253.29669558823701</c:v>
                      </c:pt>
                      <c:pt idx="81">
                        <c:v>280.68025296509603</c:v>
                      </c:pt>
                      <c:pt idx="82">
                        <c:v>311.02762958060902</c:v>
                      </c:pt>
                      <c:pt idx="83">
                        <c:v>349.963168047507</c:v>
                      </c:pt>
                      <c:pt idx="84">
                        <c:v>373.95362867334802</c:v>
                      </c:pt>
                      <c:pt idx="85">
                        <c:v>414.70236400602198</c:v>
                      </c:pt>
                      <c:pt idx="86">
                        <c:v>426.45539514191603</c:v>
                      </c:pt>
                      <c:pt idx="87">
                        <c:v>409.79895016946199</c:v>
                      </c:pt>
                      <c:pt idx="88">
                        <c:v>385.02196815204195</c:v>
                      </c:pt>
                      <c:pt idx="89">
                        <c:v>404.74358941290899</c:v>
                      </c:pt>
                      <c:pt idx="90">
                        <c:v>399.45952895759001</c:v>
                      </c:pt>
                      <c:pt idx="91">
                        <c:v>457.22082567176597</c:v>
                      </c:pt>
                      <c:pt idx="92">
                        <c:v>513.22955647517699</c:v>
                      </c:pt>
                      <c:pt idx="93">
                        <c:v>589.91905433425313</c:v>
                      </c:pt>
                      <c:pt idx="94">
                        <c:v>575.10214291585305</c:v>
                      </c:pt>
                      <c:pt idx="95">
                        <c:v>472.81496289372103</c:v>
                      </c:pt>
                      <c:pt idx="96">
                        <c:v>328.35528762901504</c:v>
                      </c:pt>
                      <c:pt idx="97">
                        <c:v>202.083258148271</c:v>
                      </c:pt>
                      <c:pt idx="98">
                        <c:v>119.738121702711</c:v>
                      </c:pt>
                      <c:pt idx="99">
                        <c:v>76.924353887201988</c:v>
                      </c:pt>
                      <c:pt idx="100">
                        <c:v>59.542726147002995</c:v>
                      </c:pt>
                      <c:pt idx="101">
                        <c:v>70.011980966566995</c:v>
                      </c:pt>
                      <c:pt idx="102">
                        <c:v>138.59841044447501</c:v>
                      </c:pt>
                      <c:pt idx="103">
                        <c:v>208.23666959034301</c:v>
                      </c:pt>
                      <c:pt idx="104">
                        <c:v>256.39857102247498</c:v>
                      </c:pt>
                      <c:pt idx="105">
                        <c:v>282.083184730006</c:v>
                      </c:pt>
                      <c:pt idx="106">
                        <c:v>312.22602194514502</c:v>
                      </c:pt>
                      <c:pt idx="107">
                        <c:v>353.93079709177505</c:v>
                      </c:pt>
                      <c:pt idx="108">
                        <c:v>378.09471722421495</c:v>
                      </c:pt>
                      <c:pt idx="109">
                        <c:v>418.84979774228401</c:v>
                      </c:pt>
                      <c:pt idx="110">
                        <c:v>427.65117404938599</c:v>
                      </c:pt>
                      <c:pt idx="111">
                        <c:v>411.74300428047002</c:v>
                      </c:pt>
                      <c:pt idx="112">
                        <c:v>385.49643238776099</c:v>
                      </c:pt>
                      <c:pt idx="113">
                        <c:v>403.03696530044999</c:v>
                      </c:pt>
                      <c:pt idx="114">
                        <c:v>399.43607271633897</c:v>
                      </c:pt>
                      <c:pt idx="115">
                        <c:v>458.11301009585497</c:v>
                      </c:pt>
                      <c:pt idx="116">
                        <c:v>515.55777005723303</c:v>
                      </c:pt>
                      <c:pt idx="117">
                        <c:v>597.41427154226403</c:v>
                      </c:pt>
                      <c:pt idx="118">
                        <c:v>579.47501957022007</c:v>
                      </c:pt>
                      <c:pt idx="119">
                        <c:v>477.92244838475597</c:v>
                      </c:pt>
                      <c:pt idx="120">
                        <c:v>331.13088328290104</c:v>
                      </c:pt>
                      <c:pt idx="121">
                        <c:v>203.227933459535</c:v>
                      </c:pt>
                      <c:pt idx="122">
                        <c:v>119.520734243489</c:v>
                      </c:pt>
                      <c:pt idx="123">
                        <c:v>76.289793657318995</c:v>
                      </c:pt>
                      <c:pt idx="124">
                        <c:v>59.081808163186999</c:v>
                      </c:pt>
                      <c:pt idx="125">
                        <c:v>70.333091021472995</c:v>
                      </c:pt>
                      <c:pt idx="126">
                        <c:v>140.66231622358998</c:v>
                      </c:pt>
                      <c:pt idx="127">
                        <c:v>211.99705380179299</c:v>
                      </c:pt>
                      <c:pt idx="128">
                        <c:v>260.78761844763596</c:v>
                      </c:pt>
                      <c:pt idx="129">
                        <c:v>287.41278356046001</c:v>
                      </c:pt>
                      <c:pt idx="130">
                        <c:v>318.74588901187497</c:v>
                      </c:pt>
                      <c:pt idx="131">
                        <c:v>355.77250447632798</c:v>
                      </c:pt>
                      <c:pt idx="132">
                        <c:v>388.36764850808504</c:v>
                      </c:pt>
                      <c:pt idx="133">
                        <c:v>448.66047871180899</c:v>
                      </c:pt>
                      <c:pt idx="134">
                        <c:v>458.50166539748699</c:v>
                      </c:pt>
                      <c:pt idx="135">
                        <c:v>434.08442451452601</c:v>
                      </c:pt>
                      <c:pt idx="136">
                        <c:v>391.22359390458507</c:v>
                      </c:pt>
                      <c:pt idx="137">
                        <c:v>406.78674659785503</c:v>
                      </c:pt>
                      <c:pt idx="138">
                        <c:v>439.06518874459005</c:v>
                      </c:pt>
                      <c:pt idx="139">
                        <c:v>498.31931509020001</c:v>
                      </c:pt>
                      <c:pt idx="140">
                        <c:v>526.04046402970596</c:v>
                      </c:pt>
                      <c:pt idx="141">
                        <c:v>602.20046126513694</c:v>
                      </c:pt>
                      <c:pt idx="142">
                        <c:v>581.66108394498701</c:v>
                      </c:pt>
                      <c:pt idx="143">
                        <c:v>478.86812722762795</c:v>
                      </c:pt>
                      <c:pt idx="144">
                        <c:v>344.02070193982104</c:v>
                      </c:pt>
                      <c:pt idx="145">
                        <c:v>213.609772435379</c:v>
                      </c:pt>
                      <c:pt idx="146">
                        <c:v>130.49062166931299</c:v>
                      </c:pt>
                      <c:pt idx="147">
                        <c:v>79.219286047661001</c:v>
                      </c:pt>
                      <c:pt idx="148">
                        <c:v>60.343806847560998</c:v>
                      </c:pt>
                      <c:pt idx="149">
                        <c:v>71.988536903154994</c:v>
                      </c:pt>
                      <c:pt idx="150">
                        <c:v>143.71428568186002</c:v>
                      </c:pt>
                      <c:pt idx="151">
                        <c:v>215.067669534403</c:v>
                      </c:pt>
                      <c:pt idx="152">
                        <c:v>265.273021477577</c:v>
                      </c:pt>
                      <c:pt idx="153">
                        <c:v>289.78505907338302</c:v>
                      </c:pt>
                      <c:pt idx="154">
                        <c:v>318.69840598556402</c:v>
                      </c:pt>
                      <c:pt idx="155">
                        <c:v>355.15836484992201</c:v>
                      </c:pt>
                      <c:pt idx="156">
                        <c:v>378.96664741306802</c:v>
                      </c:pt>
                      <c:pt idx="157">
                        <c:v>419.55981564376202</c:v>
                      </c:pt>
                      <c:pt idx="158">
                        <c:v>431.16105798086903</c:v>
                      </c:pt>
                      <c:pt idx="159">
                        <c:v>415.82125169326599</c:v>
                      </c:pt>
                      <c:pt idx="160">
                        <c:v>394.02651601848697</c:v>
                      </c:pt>
                      <c:pt idx="161">
                        <c:v>414.12727499550203</c:v>
                      </c:pt>
                      <c:pt idx="162">
                        <c:v>410.18307676107298</c:v>
                      </c:pt>
                      <c:pt idx="163">
                        <c:v>467.36522569133592</c:v>
                      </c:pt>
                      <c:pt idx="164">
                        <c:v>518.60330405181799</c:v>
                      </c:pt>
                      <c:pt idx="165">
                        <c:v>593.38106468712203</c:v>
                      </c:pt>
                      <c:pt idx="166">
                        <c:v>579.205802048338</c:v>
                      </c:pt>
                      <c:pt idx="167">
                        <c:v>471.55885947213699</c:v>
                      </c:pt>
                      <c:pt idx="168">
                        <c:v>327.84583123854998</c:v>
                      </c:pt>
                      <c:pt idx="169">
                        <c:v>201.423397793052</c:v>
                      </c:pt>
                      <c:pt idx="170">
                        <c:v>121.00418909100999</c:v>
                      </c:pt>
                      <c:pt idx="171">
                        <c:v>78.216435555944003</c:v>
                      </c:pt>
                      <c:pt idx="172">
                        <c:v>60.985308649590998</c:v>
                      </c:pt>
                      <c:pt idx="173">
                        <c:v>73.184035359345003</c:v>
                      </c:pt>
                      <c:pt idx="174">
                        <c:v>147.483695287937</c:v>
                      </c:pt>
                      <c:pt idx="175">
                        <c:v>226.97787179780599</c:v>
                      </c:pt>
                      <c:pt idx="176">
                        <c:v>286.466790851491</c:v>
                      </c:pt>
                      <c:pt idx="177">
                        <c:v>324.17606222533198</c:v>
                      </c:pt>
                      <c:pt idx="178">
                        <c:v>343.74293649527203</c:v>
                      </c:pt>
                      <c:pt idx="179">
                        <c:v>372.745901463883</c:v>
                      </c:pt>
                      <c:pt idx="180">
                        <c:v>398.55007103718901</c:v>
                      </c:pt>
                      <c:pt idx="181">
                        <c:v>440.11624921503596</c:v>
                      </c:pt>
                      <c:pt idx="182">
                        <c:v>449.11394400499501</c:v>
                      </c:pt>
                      <c:pt idx="183">
                        <c:v>431.31019270976498</c:v>
                      </c:pt>
                      <c:pt idx="184">
                        <c:v>398.67015732725702</c:v>
                      </c:pt>
                      <c:pt idx="185">
                        <c:v>412.86644798525504</c:v>
                      </c:pt>
                      <c:pt idx="186">
                        <c:v>413.91071886137297</c:v>
                      </c:pt>
                      <c:pt idx="187">
                        <c:v>479.19489217575006</c:v>
                      </c:pt>
                      <c:pt idx="188">
                        <c:v>527.7405826703889</c:v>
                      </c:pt>
                      <c:pt idx="189">
                        <c:v>598.09953249930595</c:v>
                      </c:pt>
                      <c:pt idx="190">
                        <c:v>593.32578047522395</c:v>
                      </c:pt>
                      <c:pt idx="191">
                        <c:v>506.59189314275</c:v>
                      </c:pt>
                      <c:pt idx="192">
                        <c:v>374.94180248387903</c:v>
                      </c:pt>
                      <c:pt idx="193">
                        <c:v>245.15280094337601</c:v>
                      </c:pt>
                      <c:pt idx="194">
                        <c:v>150.98492783339401</c:v>
                      </c:pt>
                      <c:pt idx="195">
                        <c:v>97.724498871743009</c:v>
                      </c:pt>
                      <c:pt idx="196">
                        <c:v>70.378712561976016</c:v>
                      </c:pt>
                      <c:pt idx="197">
                        <c:v>71.804203000928993</c:v>
                      </c:pt>
                      <c:pt idx="198">
                        <c:v>127.905445159534</c:v>
                      </c:pt>
                      <c:pt idx="199">
                        <c:v>188.931904844504</c:v>
                      </c:pt>
                      <c:pt idx="200">
                        <c:v>259.24457070455605</c:v>
                      </c:pt>
                      <c:pt idx="201">
                        <c:v>313.38654813887803</c:v>
                      </c:pt>
                      <c:pt idx="202">
                        <c:v>359.57324246086193</c:v>
                      </c:pt>
                      <c:pt idx="203">
                        <c:v>405.67839285397997</c:v>
                      </c:pt>
                      <c:pt idx="204">
                        <c:v>410.29607653599396</c:v>
                      </c:pt>
                      <c:pt idx="205">
                        <c:v>434.46983789830801</c:v>
                      </c:pt>
                      <c:pt idx="206">
                        <c:v>517.30985332507407</c:v>
                      </c:pt>
                      <c:pt idx="207">
                        <c:v>481.770511351354</c:v>
                      </c:pt>
                      <c:pt idx="208">
                        <c:v>425.98614078861601</c:v>
                      </c:pt>
                      <c:pt idx="209">
                        <c:v>432.774796967751</c:v>
                      </c:pt>
                      <c:pt idx="210">
                        <c:v>424.91586831437701</c:v>
                      </c:pt>
                      <c:pt idx="211">
                        <c:v>489.18798358886198</c:v>
                      </c:pt>
                      <c:pt idx="212">
                        <c:v>540.82073869456394</c:v>
                      </c:pt>
                      <c:pt idx="213">
                        <c:v>613.40443029954895</c:v>
                      </c:pt>
                      <c:pt idx="214">
                        <c:v>612.76594206759205</c:v>
                      </c:pt>
                      <c:pt idx="215">
                        <c:v>520.11086663116703</c:v>
                      </c:pt>
                      <c:pt idx="216">
                        <c:v>379.62409637156395</c:v>
                      </c:pt>
                      <c:pt idx="217">
                        <c:v>242.953483389984</c:v>
                      </c:pt>
                      <c:pt idx="218">
                        <c:v>146.98957634428302</c:v>
                      </c:pt>
                      <c:pt idx="219">
                        <c:v>91.283227270132002</c:v>
                      </c:pt>
                      <c:pt idx="220">
                        <c:v>65.813335644009996</c:v>
                      </c:pt>
                      <c:pt idx="221">
                        <c:v>70.691367865649994</c:v>
                      </c:pt>
                      <c:pt idx="222">
                        <c:v>131.30810927441601</c:v>
                      </c:pt>
                      <c:pt idx="223">
                        <c:v>197.17514013751799</c:v>
                      </c:pt>
                      <c:pt idx="224">
                        <c:v>261.33529671730298</c:v>
                      </c:pt>
                      <c:pt idx="225">
                        <c:v>303.07703965038098</c:v>
                      </c:pt>
                      <c:pt idx="226">
                        <c:v>336.39316104592206</c:v>
                      </c:pt>
                      <c:pt idx="227">
                        <c:v>374.05572926860799</c:v>
                      </c:pt>
                      <c:pt idx="228">
                        <c:v>392.80751687569</c:v>
                      </c:pt>
                      <c:pt idx="229">
                        <c:v>450.21745393311801</c:v>
                      </c:pt>
                      <c:pt idx="230">
                        <c:v>474.102256144813</c:v>
                      </c:pt>
                      <c:pt idx="231">
                        <c:v>449.73223237713296</c:v>
                      </c:pt>
                      <c:pt idx="232">
                        <c:v>406.12177319360404</c:v>
                      </c:pt>
                      <c:pt idx="233">
                        <c:v>419.94478227453203</c:v>
                      </c:pt>
                      <c:pt idx="234">
                        <c:v>419.14415547363103</c:v>
                      </c:pt>
                      <c:pt idx="235">
                        <c:v>476.16045113243797</c:v>
                      </c:pt>
                      <c:pt idx="236">
                        <c:v>537.10737757911807</c:v>
                      </c:pt>
                      <c:pt idx="237">
                        <c:v>612.31494934519992</c:v>
                      </c:pt>
                      <c:pt idx="238">
                        <c:v>582.45847954578801</c:v>
                      </c:pt>
                      <c:pt idx="239">
                        <c:v>473.81264853977501</c:v>
                      </c:pt>
                      <c:pt idx="240">
                        <c:v>326.54493736430697</c:v>
                      </c:pt>
                      <c:pt idx="241">
                        <c:v>201.68120592953198</c:v>
                      </c:pt>
                      <c:pt idx="242">
                        <c:v>119.84170019752301</c:v>
                      </c:pt>
                      <c:pt idx="243">
                        <c:v>77.243951731896999</c:v>
                      </c:pt>
                      <c:pt idx="244">
                        <c:v>59.911895933630994</c:v>
                      </c:pt>
                      <c:pt idx="245">
                        <c:v>68.968846203576987</c:v>
                      </c:pt>
                      <c:pt idx="246">
                        <c:v>138.64316628990298</c:v>
                      </c:pt>
                      <c:pt idx="247">
                        <c:v>208.27092690895401</c:v>
                      </c:pt>
                      <c:pt idx="248">
                        <c:v>258.78195264227099</c:v>
                      </c:pt>
                      <c:pt idx="249">
                        <c:v>281.04064060496296</c:v>
                      </c:pt>
                      <c:pt idx="250">
                        <c:v>309.69953167738197</c:v>
                      </c:pt>
                      <c:pt idx="251">
                        <c:v>348.10477377606401</c:v>
                      </c:pt>
                      <c:pt idx="252">
                        <c:v>373.80578344797902</c:v>
                      </c:pt>
                      <c:pt idx="253">
                        <c:v>416.446785393467</c:v>
                      </c:pt>
                      <c:pt idx="254">
                        <c:v>428.32500001863303</c:v>
                      </c:pt>
                      <c:pt idx="255">
                        <c:v>412.951603715369</c:v>
                      </c:pt>
                      <c:pt idx="256">
                        <c:v>396.77013176350698</c:v>
                      </c:pt>
                      <c:pt idx="257">
                        <c:v>424.46286619156194</c:v>
                      </c:pt>
                      <c:pt idx="258">
                        <c:v>420.07628510793393</c:v>
                      </c:pt>
                      <c:pt idx="259">
                        <c:v>474.56766485660705</c:v>
                      </c:pt>
                      <c:pt idx="260">
                        <c:v>530.2371464157161</c:v>
                      </c:pt>
                      <c:pt idx="261">
                        <c:v>597.84264978248905</c:v>
                      </c:pt>
                      <c:pt idx="262">
                        <c:v>574.39688084737986</c:v>
                      </c:pt>
                      <c:pt idx="263">
                        <c:v>458.47332849006102</c:v>
                      </c:pt>
                      <c:pt idx="264">
                        <c:v>313.94339414072999</c:v>
                      </c:pt>
                      <c:pt idx="265">
                        <c:v>189.31613842721299</c:v>
                      </c:pt>
                      <c:pt idx="266">
                        <c:v>112.17304298223901</c:v>
                      </c:pt>
                      <c:pt idx="267">
                        <c:v>73.504157327213989</c:v>
                      </c:pt>
                      <c:pt idx="268">
                        <c:v>58.029428404648002</c:v>
                      </c:pt>
                      <c:pt idx="269">
                        <c:v>68.482233628764007</c:v>
                      </c:pt>
                      <c:pt idx="270">
                        <c:v>141.40760077901001</c:v>
                      </c:pt>
                      <c:pt idx="271">
                        <c:v>214.88890452492603</c:v>
                      </c:pt>
                      <c:pt idx="272">
                        <c:v>262.254931241566</c:v>
                      </c:pt>
                      <c:pt idx="273">
                        <c:v>286.05669335136395</c:v>
                      </c:pt>
                      <c:pt idx="274">
                        <c:v>315.37343037692506</c:v>
                      </c:pt>
                      <c:pt idx="275">
                        <c:v>354.53893644260899</c:v>
                      </c:pt>
                      <c:pt idx="276">
                        <c:v>378.39428511861706</c:v>
                      </c:pt>
                      <c:pt idx="277">
                        <c:v>419.22828654032196</c:v>
                      </c:pt>
                      <c:pt idx="278">
                        <c:v>427.183131215787</c:v>
                      </c:pt>
                      <c:pt idx="279">
                        <c:v>412.09767974059599</c:v>
                      </c:pt>
                      <c:pt idx="280">
                        <c:v>396.07368492656906</c:v>
                      </c:pt>
                      <c:pt idx="281">
                        <c:v>417.13666579046901</c:v>
                      </c:pt>
                      <c:pt idx="282">
                        <c:v>413.61969777985001</c:v>
                      </c:pt>
                      <c:pt idx="283">
                        <c:v>477.13214699081004</c:v>
                      </c:pt>
                      <c:pt idx="284">
                        <c:v>537.138343556731</c:v>
                      </c:pt>
                      <c:pt idx="285">
                        <c:v>608.26717731342205</c:v>
                      </c:pt>
                      <c:pt idx="286">
                        <c:v>578.06546293587303</c:v>
                      </c:pt>
                      <c:pt idx="287">
                        <c:v>460.11625888380297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3-F782-4DD4-8B67-32577BCE01C1}"/>
                  </c:ext>
                </c:extLst>
              </c15:ser>
            </c15:filteredLineSeries>
            <c15:filteredLineSeries>
              <c15:ser>
                <c:idx val="36"/>
                <c:order val="3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12-10-2026'!$AL$1</c15:sqref>
                        </c15:formulaRef>
                      </c:ext>
                    </c:extLst>
                    <c:strCache>
                      <c:ptCount val="1"/>
                      <c:pt idx="0">
                        <c:v>Huawei GI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12-10-2026'!$AL$2:$AL$289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53.961048048999999</c:v>
                      </c:pt>
                      <c:pt idx="1">
                        <c:v>33.934879475999999</c:v>
                      </c:pt>
                      <c:pt idx="2">
                        <c:v>20.458453175000002</c:v>
                      </c:pt>
                      <c:pt idx="3">
                        <c:v>13.515246553000001</c:v>
                      </c:pt>
                      <c:pt idx="4">
                        <c:v>11.199342841</c:v>
                      </c:pt>
                      <c:pt idx="5">
                        <c:v>15.633548565000002</c:v>
                      </c:pt>
                      <c:pt idx="6">
                        <c:v>30.516773288</c:v>
                      </c:pt>
                      <c:pt idx="7">
                        <c:v>41.913903500999993</c:v>
                      </c:pt>
                      <c:pt idx="8">
                        <c:v>47.909843838</c:v>
                      </c:pt>
                      <c:pt idx="9">
                        <c:v>49.803241591999999</c:v>
                      </c:pt>
                      <c:pt idx="10">
                        <c:v>53.218076741000004</c:v>
                      </c:pt>
                      <c:pt idx="11">
                        <c:v>58.440214566999998</c:v>
                      </c:pt>
                      <c:pt idx="12">
                        <c:v>64.013387005999988</c:v>
                      </c:pt>
                      <c:pt idx="13">
                        <c:v>71.479161863999991</c:v>
                      </c:pt>
                      <c:pt idx="14">
                        <c:v>72.786498520000009</c:v>
                      </c:pt>
                      <c:pt idx="15">
                        <c:v>69.656784191999989</c:v>
                      </c:pt>
                      <c:pt idx="16">
                        <c:v>62.692507108000001</c:v>
                      </c:pt>
                      <c:pt idx="17">
                        <c:v>61.981945622999994</c:v>
                      </c:pt>
                      <c:pt idx="18">
                        <c:v>61.651109806999997</c:v>
                      </c:pt>
                      <c:pt idx="19">
                        <c:v>70.968180586000003</c:v>
                      </c:pt>
                      <c:pt idx="20">
                        <c:v>77.712025797999999</c:v>
                      </c:pt>
                      <c:pt idx="21">
                        <c:v>87.105576611000004</c:v>
                      </c:pt>
                      <c:pt idx="22">
                        <c:v>88.433498696000001</c:v>
                      </c:pt>
                      <c:pt idx="23">
                        <c:v>78.035758367</c:v>
                      </c:pt>
                      <c:pt idx="24">
                        <c:v>59.036733967999993</c:v>
                      </c:pt>
                      <c:pt idx="25">
                        <c:v>39.012867626000002</c:v>
                      </c:pt>
                      <c:pt idx="26">
                        <c:v>24.255259156000001</c:v>
                      </c:pt>
                      <c:pt idx="27">
                        <c:v>15.69046878</c:v>
                      </c:pt>
                      <c:pt idx="28">
                        <c:v>11.889327358999999</c:v>
                      </c:pt>
                      <c:pt idx="29">
                        <c:v>15.046525666999997</c:v>
                      </c:pt>
                      <c:pt idx="30">
                        <c:v>27.436517350000003</c:v>
                      </c:pt>
                      <c:pt idx="31">
                        <c:v>38.554395462000002</c:v>
                      </c:pt>
                      <c:pt idx="32">
                        <c:v>48.341318554000004</c:v>
                      </c:pt>
                      <c:pt idx="33">
                        <c:v>54.40400708</c:v>
                      </c:pt>
                      <c:pt idx="34">
                        <c:v>59.497142034999996</c:v>
                      </c:pt>
                      <c:pt idx="35">
                        <c:v>65.787198036000007</c:v>
                      </c:pt>
                      <c:pt idx="36">
                        <c:v>68.003646361999998</c:v>
                      </c:pt>
                      <c:pt idx="37">
                        <c:v>71.600549530999999</c:v>
                      </c:pt>
                      <c:pt idx="38">
                        <c:v>81.237301926000001</c:v>
                      </c:pt>
                      <c:pt idx="39">
                        <c:v>75.830493257000001</c:v>
                      </c:pt>
                      <c:pt idx="40">
                        <c:v>65.977852354999996</c:v>
                      </c:pt>
                      <c:pt idx="41">
                        <c:v>63.916553901999997</c:v>
                      </c:pt>
                      <c:pt idx="42">
                        <c:v>63.231395914000004</c:v>
                      </c:pt>
                      <c:pt idx="43">
                        <c:v>72.970423568000001</c:v>
                      </c:pt>
                      <c:pt idx="44">
                        <c:v>80.418602921000002</c:v>
                      </c:pt>
                      <c:pt idx="45">
                        <c:v>90.314250755000003</c:v>
                      </c:pt>
                      <c:pt idx="46">
                        <c:v>90.573097134999998</c:v>
                      </c:pt>
                      <c:pt idx="47">
                        <c:v>79.915384368000005</c:v>
                      </c:pt>
                      <c:pt idx="48">
                        <c:v>60.432754686999999</c:v>
                      </c:pt>
                      <c:pt idx="49">
                        <c:v>39.877346684999999</c:v>
                      </c:pt>
                      <c:pt idx="50">
                        <c:v>24.240434090000001</c:v>
                      </c:pt>
                      <c:pt idx="51">
                        <c:v>15.559706990999999</c:v>
                      </c:pt>
                      <c:pt idx="52">
                        <c:v>12.119077467</c:v>
                      </c:pt>
                      <c:pt idx="53">
                        <c:v>15.664858150000001</c:v>
                      </c:pt>
                      <c:pt idx="54">
                        <c:v>28.734960816999997</c:v>
                      </c:pt>
                      <c:pt idx="55">
                        <c:v>40.228211696999999</c:v>
                      </c:pt>
                      <c:pt idx="56">
                        <c:v>48.769106445000006</c:v>
                      </c:pt>
                      <c:pt idx="57">
                        <c:v>52.486300454000002</c:v>
                      </c:pt>
                      <c:pt idx="58">
                        <c:v>55.936915390000003</c:v>
                      </c:pt>
                      <c:pt idx="59">
                        <c:v>60.737801238999999</c:v>
                      </c:pt>
                      <c:pt idx="60">
                        <c:v>64.878831730999991</c:v>
                      </c:pt>
                      <c:pt idx="61">
                        <c:v>73.173957373999997</c:v>
                      </c:pt>
                      <c:pt idx="62">
                        <c:v>76.101408052000011</c:v>
                      </c:pt>
                      <c:pt idx="63">
                        <c:v>72.106558010000001</c:v>
                      </c:pt>
                      <c:pt idx="64">
                        <c:v>63.723195673999996</c:v>
                      </c:pt>
                      <c:pt idx="65">
                        <c:v>62.228002205000003</c:v>
                      </c:pt>
                      <c:pt idx="66">
                        <c:v>61.088416026999994</c:v>
                      </c:pt>
                      <c:pt idx="67">
                        <c:v>70.335165823000011</c:v>
                      </c:pt>
                      <c:pt idx="68">
                        <c:v>77.995733586999989</c:v>
                      </c:pt>
                      <c:pt idx="69">
                        <c:v>87.41699289799999</c:v>
                      </c:pt>
                      <c:pt idx="70">
                        <c:v>87.148446499000002</c:v>
                      </c:pt>
                      <c:pt idx="71">
                        <c:v>74.440371499999998</c:v>
                      </c:pt>
                      <c:pt idx="72">
                        <c:v>53.347118545999997</c:v>
                      </c:pt>
                      <c:pt idx="73">
                        <c:v>33.075760187</c:v>
                      </c:pt>
                      <c:pt idx="74">
                        <c:v>19.945756433</c:v>
                      </c:pt>
                      <c:pt idx="75">
                        <c:v>13.16120991</c:v>
                      </c:pt>
                      <c:pt idx="76">
                        <c:v>10.999494760000001</c:v>
                      </c:pt>
                      <c:pt idx="77">
                        <c:v>15.178544813</c:v>
                      </c:pt>
                      <c:pt idx="78">
                        <c:v>29.605555205999998</c:v>
                      </c:pt>
                      <c:pt idx="79">
                        <c:v>40.073107309999997</c:v>
                      </c:pt>
                      <c:pt idx="80">
                        <c:v>46.026290924999998</c:v>
                      </c:pt>
                      <c:pt idx="81">
                        <c:v>48.099671415000003</c:v>
                      </c:pt>
                      <c:pt idx="82">
                        <c:v>51.088508671999996</c:v>
                      </c:pt>
                      <c:pt idx="83">
                        <c:v>56.268320889999998</c:v>
                      </c:pt>
                      <c:pt idx="84">
                        <c:v>61.278391262</c:v>
                      </c:pt>
                      <c:pt idx="85">
                        <c:v>68.200348986999998</c:v>
                      </c:pt>
                      <c:pt idx="86">
                        <c:v>69.178828092000003</c:v>
                      </c:pt>
                      <c:pt idx="87">
                        <c:v>65.755036212000007</c:v>
                      </c:pt>
                      <c:pt idx="88">
                        <c:v>60.645383154000001</c:v>
                      </c:pt>
                      <c:pt idx="89">
                        <c:v>60.228766052000005</c:v>
                      </c:pt>
                      <c:pt idx="90">
                        <c:v>60.015982078999997</c:v>
                      </c:pt>
                      <c:pt idx="91">
                        <c:v>69.553288014999993</c:v>
                      </c:pt>
                      <c:pt idx="92">
                        <c:v>77.482774112000001</c:v>
                      </c:pt>
                      <c:pt idx="93">
                        <c:v>86.964712340999995</c:v>
                      </c:pt>
                      <c:pt idx="94">
                        <c:v>85.993075473999994</c:v>
                      </c:pt>
                      <c:pt idx="95">
                        <c:v>71.717626574999997</c:v>
                      </c:pt>
                      <c:pt idx="96">
                        <c:v>50.022969750999998</c:v>
                      </c:pt>
                      <c:pt idx="97">
                        <c:v>30.859466329999997</c:v>
                      </c:pt>
                      <c:pt idx="98">
                        <c:v>18.660908860999999</c:v>
                      </c:pt>
                      <c:pt idx="99">
                        <c:v>12.520913726</c:v>
                      </c:pt>
                      <c:pt idx="100">
                        <c:v>10.696100568999999</c:v>
                      </c:pt>
                      <c:pt idx="101">
                        <c:v>14.949010214999999</c:v>
                      </c:pt>
                      <c:pt idx="102">
                        <c:v>29.842050498999999</c:v>
                      </c:pt>
                      <c:pt idx="103">
                        <c:v>40.672688884999999</c:v>
                      </c:pt>
                      <c:pt idx="104">
                        <c:v>46.279349811000003</c:v>
                      </c:pt>
                      <c:pt idx="105">
                        <c:v>48.225371628000005</c:v>
                      </c:pt>
                      <c:pt idx="106">
                        <c:v>51.119315350000001</c:v>
                      </c:pt>
                      <c:pt idx="107">
                        <c:v>56.857299053000006</c:v>
                      </c:pt>
                      <c:pt idx="108">
                        <c:v>61.787993780000008</c:v>
                      </c:pt>
                      <c:pt idx="109">
                        <c:v>68.788553239999999</c:v>
                      </c:pt>
                      <c:pt idx="110">
                        <c:v>69.276779156000003</c:v>
                      </c:pt>
                      <c:pt idx="111">
                        <c:v>65.702595790999993</c:v>
                      </c:pt>
                      <c:pt idx="112">
                        <c:v>60.638279718</c:v>
                      </c:pt>
                      <c:pt idx="113">
                        <c:v>60.222301395000002</c:v>
                      </c:pt>
                      <c:pt idx="114">
                        <c:v>60.126781029</c:v>
                      </c:pt>
                      <c:pt idx="115">
                        <c:v>69.875357715999996</c:v>
                      </c:pt>
                      <c:pt idx="116">
                        <c:v>77.801759779000008</c:v>
                      </c:pt>
                      <c:pt idx="117">
                        <c:v>88.013506806999999</c:v>
                      </c:pt>
                      <c:pt idx="118">
                        <c:v>86.656073417000002</c:v>
                      </c:pt>
                      <c:pt idx="119">
                        <c:v>72.745189758999999</c:v>
                      </c:pt>
                      <c:pt idx="120">
                        <c:v>50.85645756000001</c:v>
                      </c:pt>
                      <c:pt idx="121">
                        <c:v>31.237904672999999</c:v>
                      </c:pt>
                      <c:pt idx="122">
                        <c:v>18.809625209</c:v>
                      </c:pt>
                      <c:pt idx="123">
                        <c:v>12.524213945</c:v>
                      </c:pt>
                      <c:pt idx="124">
                        <c:v>10.640888636000001</c:v>
                      </c:pt>
                      <c:pt idx="125">
                        <c:v>14.890802008999998</c:v>
                      </c:pt>
                      <c:pt idx="126">
                        <c:v>30.136199638000001</c:v>
                      </c:pt>
                      <c:pt idx="127">
                        <c:v>41.113212701999998</c:v>
                      </c:pt>
                      <c:pt idx="128">
                        <c:v>46.715320458000001</c:v>
                      </c:pt>
                      <c:pt idx="129">
                        <c:v>48.733542788999998</c:v>
                      </c:pt>
                      <c:pt idx="130">
                        <c:v>52.037374526999997</c:v>
                      </c:pt>
                      <c:pt idx="131">
                        <c:v>57.034030506999997</c:v>
                      </c:pt>
                      <c:pt idx="132">
                        <c:v>63.274832758999999</c:v>
                      </c:pt>
                      <c:pt idx="133">
                        <c:v>72.483670588999999</c:v>
                      </c:pt>
                      <c:pt idx="134">
                        <c:v>73.600434071999999</c:v>
                      </c:pt>
                      <c:pt idx="135">
                        <c:v>69.417002870999994</c:v>
                      </c:pt>
                      <c:pt idx="136">
                        <c:v>61.434704533000001</c:v>
                      </c:pt>
                      <c:pt idx="137">
                        <c:v>60.561656675999998</c:v>
                      </c:pt>
                      <c:pt idx="138">
                        <c:v>64.569228154000001</c:v>
                      </c:pt>
                      <c:pt idx="139">
                        <c:v>74.159598082999992</c:v>
                      </c:pt>
                      <c:pt idx="140">
                        <c:v>78.883173370000009</c:v>
                      </c:pt>
                      <c:pt idx="141">
                        <c:v>88.174549375999987</c:v>
                      </c:pt>
                      <c:pt idx="142">
                        <c:v>87.044337432999995</c:v>
                      </c:pt>
                      <c:pt idx="143">
                        <c:v>72.776419099000009</c:v>
                      </c:pt>
                      <c:pt idx="144">
                        <c:v>52.230181242</c:v>
                      </c:pt>
                      <c:pt idx="145">
                        <c:v>32.778093780999995</c:v>
                      </c:pt>
                      <c:pt idx="146">
                        <c:v>20.109782379999999</c:v>
                      </c:pt>
                      <c:pt idx="147">
                        <c:v>13.023306447</c:v>
                      </c:pt>
                      <c:pt idx="148">
                        <c:v>10.867242294</c:v>
                      </c:pt>
                      <c:pt idx="149">
                        <c:v>15.107818971999999</c:v>
                      </c:pt>
                      <c:pt idx="150">
                        <c:v>30.881430487999999</c:v>
                      </c:pt>
                      <c:pt idx="151">
                        <c:v>41.698238361000001</c:v>
                      </c:pt>
                      <c:pt idx="152">
                        <c:v>47.244425262</c:v>
                      </c:pt>
                      <c:pt idx="153">
                        <c:v>49.021612082000004</c:v>
                      </c:pt>
                      <c:pt idx="154">
                        <c:v>51.802681101999994</c:v>
                      </c:pt>
                      <c:pt idx="155">
                        <c:v>57.250349455999995</c:v>
                      </c:pt>
                      <c:pt idx="156">
                        <c:v>62.106661809000002</c:v>
                      </c:pt>
                      <c:pt idx="157">
                        <c:v>69.014236255</c:v>
                      </c:pt>
                      <c:pt idx="158">
                        <c:v>69.691577112999994</c:v>
                      </c:pt>
                      <c:pt idx="159">
                        <c:v>66.667244814</c:v>
                      </c:pt>
                      <c:pt idx="160">
                        <c:v>62.086576109999996</c:v>
                      </c:pt>
                      <c:pt idx="161">
                        <c:v>61.451874446999994</c:v>
                      </c:pt>
                      <c:pt idx="162">
                        <c:v>61.235998116999994</c:v>
                      </c:pt>
                      <c:pt idx="163">
                        <c:v>70.373820358000003</c:v>
                      </c:pt>
                      <c:pt idx="164">
                        <c:v>77.931515861000008</c:v>
                      </c:pt>
                      <c:pt idx="165">
                        <c:v>87.113978114999995</c:v>
                      </c:pt>
                      <c:pt idx="166">
                        <c:v>86.466176872999995</c:v>
                      </c:pt>
                      <c:pt idx="167">
                        <c:v>72.462759296000002</c:v>
                      </c:pt>
                      <c:pt idx="168">
                        <c:v>50.957414048000004</c:v>
                      </c:pt>
                      <c:pt idx="169">
                        <c:v>31.639815945000002</c:v>
                      </c:pt>
                      <c:pt idx="170">
                        <c:v>19.443210089000001</c:v>
                      </c:pt>
                      <c:pt idx="171">
                        <c:v>13.046458910999998</c:v>
                      </c:pt>
                      <c:pt idx="172">
                        <c:v>11.142256143000001</c:v>
                      </c:pt>
                      <c:pt idx="173">
                        <c:v>15.386462504000001</c:v>
                      </c:pt>
                      <c:pt idx="174">
                        <c:v>31.463996713999997</c:v>
                      </c:pt>
                      <c:pt idx="175">
                        <c:v>43.618279048000005</c:v>
                      </c:pt>
                      <c:pt idx="176">
                        <c:v>50.771207158999999</c:v>
                      </c:pt>
                      <c:pt idx="177">
                        <c:v>53.855534024999997</c:v>
                      </c:pt>
                      <c:pt idx="178">
                        <c:v>54.709601980000002</c:v>
                      </c:pt>
                      <c:pt idx="179">
                        <c:v>58.787482564000001</c:v>
                      </c:pt>
                      <c:pt idx="180">
                        <c:v>64.315471813000002</c:v>
                      </c:pt>
                      <c:pt idx="181">
                        <c:v>71.728417624000002</c:v>
                      </c:pt>
                      <c:pt idx="182">
                        <c:v>72.247846831000004</c:v>
                      </c:pt>
                      <c:pt idx="183">
                        <c:v>68.420820652000003</c:v>
                      </c:pt>
                      <c:pt idx="184">
                        <c:v>62.960864690999998</c:v>
                      </c:pt>
                      <c:pt idx="185">
                        <c:v>61.916546302</c:v>
                      </c:pt>
                      <c:pt idx="186">
                        <c:v>62.986221787999995</c:v>
                      </c:pt>
                      <c:pt idx="187">
                        <c:v>72.891657559000009</c:v>
                      </c:pt>
                      <c:pt idx="188">
                        <c:v>79.653075916000006</c:v>
                      </c:pt>
                      <c:pt idx="189">
                        <c:v>88.193827777999999</c:v>
                      </c:pt>
                      <c:pt idx="190">
                        <c:v>88.660658974</c:v>
                      </c:pt>
                      <c:pt idx="191">
                        <c:v>77.354256334000013</c:v>
                      </c:pt>
                      <c:pt idx="192">
                        <c:v>57.835881156999996</c:v>
                      </c:pt>
                      <c:pt idx="193">
                        <c:v>37.847203388000004</c:v>
                      </c:pt>
                      <c:pt idx="194">
                        <c:v>23.262664893</c:v>
                      </c:pt>
                      <c:pt idx="195">
                        <c:v>15.744015932</c:v>
                      </c:pt>
                      <c:pt idx="196">
                        <c:v>12.365899811</c:v>
                      </c:pt>
                      <c:pt idx="197">
                        <c:v>15.048348609</c:v>
                      </c:pt>
                      <c:pt idx="198">
                        <c:v>28.093946209999999</c:v>
                      </c:pt>
                      <c:pt idx="199">
                        <c:v>39.574851525999996</c:v>
                      </c:pt>
                      <c:pt idx="200">
                        <c:v>49.530406434</c:v>
                      </c:pt>
                      <c:pt idx="201">
                        <c:v>54.956933322000012</c:v>
                      </c:pt>
                      <c:pt idx="202">
                        <c:v>59.814796288000004</c:v>
                      </c:pt>
                      <c:pt idx="203">
                        <c:v>65.782811558000006</c:v>
                      </c:pt>
                      <c:pt idx="204">
                        <c:v>67.768638632000005</c:v>
                      </c:pt>
                      <c:pt idx="205">
                        <c:v>71.382123784000001</c:v>
                      </c:pt>
                      <c:pt idx="206">
                        <c:v>80.876956002</c:v>
                      </c:pt>
                      <c:pt idx="207">
                        <c:v>75.084040458999993</c:v>
                      </c:pt>
                      <c:pt idx="208">
                        <c:v>66.649167904999999</c:v>
                      </c:pt>
                      <c:pt idx="209">
                        <c:v>65.092530640000007</c:v>
                      </c:pt>
                      <c:pt idx="210">
                        <c:v>65.022443664999997</c:v>
                      </c:pt>
                      <c:pt idx="211">
                        <c:v>74.514440329999999</c:v>
                      </c:pt>
                      <c:pt idx="212">
                        <c:v>82.190452125000007</c:v>
                      </c:pt>
                      <c:pt idx="213">
                        <c:v>90.724769041000002</c:v>
                      </c:pt>
                      <c:pt idx="214">
                        <c:v>91.079486118000005</c:v>
                      </c:pt>
                      <c:pt idx="215">
                        <c:v>78.839939904000005</c:v>
                      </c:pt>
                      <c:pt idx="216">
                        <c:v>58.416709417999996</c:v>
                      </c:pt>
                      <c:pt idx="217">
                        <c:v>37.720880640000004</c:v>
                      </c:pt>
                      <c:pt idx="218">
                        <c:v>23.470642804000001</c:v>
                      </c:pt>
                      <c:pt idx="219">
                        <c:v>15.268478323</c:v>
                      </c:pt>
                      <c:pt idx="220">
                        <c:v>12.086890586999999</c:v>
                      </c:pt>
                      <c:pt idx="221">
                        <c:v>15.08354437</c:v>
                      </c:pt>
                      <c:pt idx="222">
                        <c:v>29.260158363999999</c:v>
                      </c:pt>
                      <c:pt idx="223">
                        <c:v>41.110128618999994</c:v>
                      </c:pt>
                      <c:pt idx="224">
                        <c:v>49.434429952000002</c:v>
                      </c:pt>
                      <c:pt idx="225">
                        <c:v>52.979937968000002</c:v>
                      </c:pt>
                      <c:pt idx="226">
                        <c:v>55.873985597000001</c:v>
                      </c:pt>
                      <c:pt idx="227">
                        <c:v>60.555452105000001</c:v>
                      </c:pt>
                      <c:pt idx="228">
                        <c:v>64.588379799999998</c:v>
                      </c:pt>
                      <c:pt idx="229">
                        <c:v>72.749505081999999</c:v>
                      </c:pt>
                      <c:pt idx="230">
                        <c:v>75.297597245999995</c:v>
                      </c:pt>
                      <c:pt idx="231">
                        <c:v>70.913894706999997</c:v>
                      </c:pt>
                      <c:pt idx="232">
                        <c:v>63.649775177000002</c:v>
                      </c:pt>
                      <c:pt idx="233">
                        <c:v>62.818698561999994</c:v>
                      </c:pt>
                      <c:pt idx="234">
                        <c:v>63.660729586999992</c:v>
                      </c:pt>
                      <c:pt idx="235">
                        <c:v>72.556388369000004</c:v>
                      </c:pt>
                      <c:pt idx="236">
                        <c:v>81.273806135000001</c:v>
                      </c:pt>
                      <c:pt idx="237">
                        <c:v>90.183566049999996</c:v>
                      </c:pt>
                      <c:pt idx="238">
                        <c:v>87.825287954999993</c:v>
                      </c:pt>
                      <c:pt idx="239">
                        <c:v>72.898766148999997</c:v>
                      </c:pt>
                      <c:pt idx="240">
                        <c:v>50.985466489000004</c:v>
                      </c:pt>
                      <c:pt idx="241">
                        <c:v>31.556823626</c:v>
                      </c:pt>
                      <c:pt idx="242">
                        <c:v>19.427032836999999</c:v>
                      </c:pt>
                      <c:pt idx="243">
                        <c:v>13.219399372</c:v>
                      </c:pt>
                      <c:pt idx="244">
                        <c:v>11.227820856000001</c:v>
                      </c:pt>
                      <c:pt idx="245">
                        <c:v>14.796910221999999</c:v>
                      </c:pt>
                      <c:pt idx="246">
                        <c:v>29.802194614999998</c:v>
                      </c:pt>
                      <c:pt idx="247">
                        <c:v>40.711574312000003</c:v>
                      </c:pt>
                      <c:pt idx="248">
                        <c:v>47.316381242999995</c:v>
                      </c:pt>
                      <c:pt idx="249">
                        <c:v>48.477315480000001</c:v>
                      </c:pt>
                      <c:pt idx="250">
                        <c:v>50.646084555999998</c:v>
                      </c:pt>
                      <c:pt idx="251">
                        <c:v>55.686987006000003</c:v>
                      </c:pt>
                      <c:pt idx="252">
                        <c:v>60.843181397000002</c:v>
                      </c:pt>
                      <c:pt idx="253">
                        <c:v>67.913741152999989</c:v>
                      </c:pt>
                      <c:pt idx="254">
                        <c:v>68.653797226999998</c:v>
                      </c:pt>
                      <c:pt idx="255">
                        <c:v>65.479847626000009</c:v>
                      </c:pt>
                      <c:pt idx="256">
                        <c:v>61.691605475999999</c:v>
                      </c:pt>
                      <c:pt idx="257">
                        <c:v>62.701276479000001</c:v>
                      </c:pt>
                      <c:pt idx="258">
                        <c:v>63.794898914000001</c:v>
                      </c:pt>
                      <c:pt idx="259">
                        <c:v>72.248412009999996</c:v>
                      </c:pt>
                      <c:pt idx="260">
                        <c:v>80.047630748999993</c:v>
                      </c:pt>
                      <c:pt idx="261">
                        <c:v>88.264824031000003</c:v>
                      </c:pt>
                      <c:pt idx="262">
                        <c:v>86.263728397999998</c:v>
                      </c:pt>
                      <c:pt idx="263">
                        <c:v>70.321677880999999</c:v>
                      </c:pt>
                      <c:pt idx="264">
                        <c:v>49.930848886999996</c:v>
                      </c:pt>
                      <c:pt idx="265">
                        <c:v>30.747398893</c:v>
                      </c:pt>
                      <c:pt idx="266">
                        <c:v>18.781097937000002</c:v>
                      </c:pt>
                      <c:pt idx="267">
                        <c:v>12.837068175999999</c:v>
                      </c:pt>
                      <c:pt idx="268">
                        <c:v>10.826848172</c:v>
                      </c:pt>
                      <c:pt idx="269">
                        <c:v>14.831156523000001</c:v>
                      </c:pt>
                      <c:pt idx="270">
                        <c:v>30.758814026</c:v>
                      </c:pt>
                      <c:pt idx="271">
                        <c:v>41.990556371000004</c:v>
                      </c:pt>
                      <c:pt idx="272">
                        <c:v>47.608450382000001</c:v>
                      </c:pt>
                      <c:pt idx="273">
                        <c:v>48.952831727000003</c:v>
                      </c:pt>
                      <c:pt idx="274">
                        <c:v>51.595999837999997</c:v>
                      </c:pt>
                      <c:pt idx="275">
                        <c:v>56.985140797</c:v>
                      </c:pt>
                      <c:pt idx="276">
                        <c:v>62.017947462999999</c:v>
                      </c:pt>
                      <c:pt idx="277">
                        <c:v>68.891342176999999</c:v>
                      </c:pt>
                      <c:pt idx="278">
                        <c:v>68.983155036999989</c:v>
                      </c:pt>
                      <c:pt idx="279">
                        <c:v>65.743085292000004</c:v>
                      </c:pt>
                      <c:pt idx="280">
                        <c:v>62.166039932000004</c:v>
                      </c:pt>
                      <c:pt idx="281">
                        <c:v>62.345006652999999</c:v>
                      </c:pt>
                      <c:pt idx="282">
                        <c:v>63.411963314999994</c:v>
                      </c:pt>
                      <c:pt idx="283">
                        <c:v>73.031932604999994</c:v>
                      </c:pt>
                      <c:pt idx="284">
                        <c:v>81.198742258999999</c:v>
                      </c:pt>
                      <c:pt idx="285">
                        <c:v>89.447987397999995</c:v>
                      </c:pt>
                      <c:pt idx="286">
                        <c:v>86.115771367000008</c:v>
                      </c:pt>
                      <c:pt idx="287">
                        <c:v>70.366918368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4-F782-4DD4-8B67-32577BCE01C1}"/>
                  </c:ext>
                </c:extLst>
              </c15:ser>
            </c15:filteredLineSeries>
            <c15:filteredLineSeries>
              <c15:ser>
                <c:idx val="37"/>
                <c:order val="3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12-10-2026'!$AM$1</c15:sqref>
                        </c15:formulaRef>
                      </c:ext>
                    </c:extLst>
                    <c:strCache>
                      <c:ptCount val="1"/>
                      <c:pt idx="0">
                        <c:v>Ericsson GI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12-10-2026'!$AM$2:$AM$289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14.405648131578001</c:v>
                      </c:pt>
                      <c:pt idx="1">
                        <c:v>8.9336232401290108</c:v>
                      </c:pt>
                      <c:pt idx="2">
                        <c:v>5.3142647985249987</c:v>
                      </c:pt>
                      <c:pt idx="3">
                        <c:v>3.4429187478359999</c:v>
                      </c:pt>
                      <c:pt idx="4">
                        <c:v>2.7078716518080017</c:v>
                      </c:pt>
                      <c:pt idx="5">
                        <c:v>3.3695060234560001</c:v>
                      </c:pt>
                      <c:pt idx="6">
                        <c:v>7.2359212906890011</c:v>
                      </c:pt>
                      <c:pt idx="7">
                        <c:v>10.825752460478</c:v>
                      </c:pt>
                      <c:pt idx="8">
                        <c:v>12.716469768557999</c:v>
                      </c:pt>
                      <c:pt idx="9">
                        <c:v>13.090653874879001</c:v>
                      </c:pt>
                      <c:pt idx="10">
                        <c:v>14.019185921120002</c:v>
                      </c:pt>
                      <c:pt idx="11">
                        <c:v>15.641314629651987</c:v>
                      </c:pt>
                      <c:pt idx="12">
                        <c:v>17.71821619008</c:v>
                      </c:pt>
                      <c:pt idx="13">
                        <c:v>19.512501428608001</c:v>
                      </c:pt>
                      <c:pt idx="14">
                        <c:v>20.505445423078001</c:v>
                      </c:pt>
                      <c:pt idx="15">
                        <c:v>20.240172940827001</c:v>
                      </c:pt>
                      <c:pt idx="16">
                        <c:v>18.093651715172999</c:v>
                      </c:pt>
                      <c:pt idx="17">
                        <c:v>18.097345165237989</c:v>
                      </c:pt>
                      <c:pt idx="18">
                        <c:v>17.709415408909003</c:v>
                      </c:pt>
                      <c:pt idx="19">
                        <c:v>19.407109826784989</c:v>
                      </c:pt>
                      <c:pt idx="20">
                        <c:v>21.192243505080988</c:v>
                      </c:pt>
                      <c:pt idx="21">
                        <c:v>24.606968801537999</c:v>
                      </c:pt>
                      <c:pt idx="22">
                        <c:v>25.3226663714</c:v>
                      </c:pt>
                      <c:pt idx="23">
                        <c:v>21.957617707345005</c:v>
                      </c:pt>
                      <c:pt idx="24">
                        <c:v>16.094171539657012</c:v>
                      </c:pt>
                      <c:pt idx="25">
                        <c:v>10.330323306731</c:v>
                      </c:pt>
                      <c:pt idx="26">
                        <c:v>6.1532676710820002</c:v>
                      </c:pt>
                      <c:pt idx="27">
                        <c:v>4.1083255718960006</c:v>
                      </c:pt>
                      <c:pt idx="28">
                        <c:v>2.9840363470580007</c:v>
                      </c:pt>
                      <c:pt idx="29">
                        <c:v>3.3030710196790003</c:v>
                      </c:pt>
                      <c:pt idx="30">
                        <c:v>6.2150010317699991</c:v>
                      </c:pt>
                      <c:pt idx="31">
                        <c:v>9.1796690320060002</c:v>
                      </c:pt>
                      <c:pt idx="32">
                        <c:v>12.558990618279999</c:v>
                      </c:pt>
                      <c:pt idx="33">
                        <c:v>14.570087627902998</c:v>
                      </c:pt>
                      <c:pt idx="34">
                        <c:v>16.094632013808003</c:v>
                      </c:pt>
                      <c:pt idx="35">
                        <c:v>18.448375216074002</c:v>
                      </c:pt>
                      <c:pt idx="36">
                        <c:v>18.900106393629009</c:v>
                      </c:pt>
                      <c:pt idx="37">
                        <c:v>19.654130216278997</c:v>
                      </c:pt>
                      <c:pt idx="38">
                        <c:v>22.974610095246998</c:v>
                      </c:pt>
                      <c:pt idx="39">
                        <c:v>22.146311891316998</c:v>
                      </c:pt>
                      <c:pt idx="40">
                        <c:v>18.802419335932001</c:v>
                      </c:pt>
                      <c:pt idx="41">
                        <c:v>18.29607510872799</c:v>
                      </c:pt>
                      <c:pt idx="42">
                        <c:v>17.80889300970501</c:v>
                      </c:pt>
                      <c:pt idx="43">
                        <c:v>19.798907055282008</c:v>
                      </c:pt>
                      <c:pt idx="44">
                        <c:v>21.520610451257003</c:v>
                      </c:pt>
                      <c:pt idx="45">
                        <c:v>25.220730484217018</c:v>
                      </c:pt>
                      <c:pt idx="46">
                        <c:v>25.843355518289989</c:v>
                      </c:pt>
                      <c:pt idx="47">
                        <c:v>22.801279061271007</c:v>
                      </c:pt>
                      <c:pt idx="48">
                        <c:v>16.911948081242002</c:v>
                      </c:pt>
                      <c:pt idx="49">
                        <c:v>10.985869702607008</c:v>
                      </c:pt>
                      <c:pt idx="50">
                        <c:v>6.5196517693009994</c:v>
                      </c:pt>
                      <c:pt idx="51">
                        <c:v>4.0563745777650011</c:v>
                      </c:pt>
                      <c:pt idx="52">
                        <c:v>2.9435550204909999</c:v>
                      </c:pt>
                      <c:pt idx="53">
                        <c:v>3.3045353866450005</c:v>
                      </c:pt>
                      <c:pt idx="54">
                        <c:v>6.4476716852699996</c:v>
                      </c:pt>
                      <c:pt idx="55">
                        <c:v>9.5738774121669987</c:v>
                      </c:pt>
                      <c:pt idx="56">
                        <c:v>12.605177993324999</c:v>
                      </c:pt>
                      <c:pt idx="57">
                        <c:v>14.213219858831</c:v>
                      </c:pt>
                      <c:pt idx="58">
                        <c:v>15.211292570861001</c:v>
                      </c:pt>
                      <c:pt idx="59">
                        <c:v>16.798838091179999</c:v>
                      </c:pt>
                      <c:pt idx="60">
                        <c:v>18.278328086464001</c:v>
                      </c:pt>
                      <c:pt idx="61">
                        <c:v>20.348148813201</c:v>
                      </c:pt>
                      <c:pt idx="62">
                        <c:v>21.61428183787201</c:v>
                      </c:pt>
                      <c:pt idx="63">
                        <c:v>20.833485525796011</c:v>
                      </c:pt>
                      <c:pt idx="64">
                        <c:v>18.187190363923001</c:v>
                      </c:pt>
                      <c:pt idx="65">
                        <c:v>17.775031940800009</c:v>
                      </c:pt>
                      <c:pt idx="66">
                        <c:v>17.433004374180001</c:v>
                      </c:pt>
                      <c:pt idx="67">
                        <c:v>19.087742172732021</c:v>
                      </c:pt>
                      <c:pt idx="68">
                        <c:v>20.741579620210999</c:v>
                      </c:pt>
                      <c:pt idx="69">
                        <c:v>24.351490732767999</c:v>
                      </c:pt>
                      <c:pt idx="70">
                        <c:v>24.810242473734995</c:v>
                      </c:pt>
                      <c:pt idx="71">
                        <c:v>20.81903809447601</c:v>
                      </c:pt>
                      <c:pt idx="72">
                        <c:v>14.295524464148</c:v>
                      </c:pt>
                      <c:pt idx="73">
                        <c:v>8.6747872993620003</c:v>
                      </c:pt>
                      <c:pt idx="74">
                        <c:v>5.0875442329030021</c:v>
                      </c:pt>
                      <c:pt idx="75">
                        <c:v>3.2903622947020001</c:v>
                      </c:pt>
                      <c:pt idx="76">
                        <c:v>2.640843897381</c:v>
                      </c:pt>
                      <c:pt idx="77">
                        <c:v>3.2293658284140001</c:v>
                      </c:pt>
                      <c:pt idx="78">
                        <c:v>6.9132005672540018</c:v>
                      </c:pt>
                      <c:pt idx="79">
                        <c:v>10.181085948479</c:v>
                      </c:pt>
                      <c:pt idx="80">
                        <c:v>11.992097643950991</c:v>
                      </c:pt>
                      <c:pt idx="81">
                        <c:v>12.377850337135001</c:v>
                      </c:pt>
                      <c:pt idx="82">
                        <c:v>13.293297898018999</c:v>
                      </c:pt>
                      <c:pt idx="83">
                        <c:v>15.10448057920301</c:v>
                      </c:pt>
                      <c:pt idx="84">
                        <c:v>17.013700115852991</c:v>
                      </c:pt>
                      <c:pt idx="85">
                        <c:v>18.369277072021003</c:v>
                      </c:pt>
                      <c:pt idx="86">
                        <c:v>19.266510885525999</c:v>
                      </c:pt>
                      <c:pt idx="87">
                        <c:v>18.913652909168007</c:v>
                      </c:pt>
                      <c:pt idx="88">
                        <c:v>17.405623541083003</c:v>
                      </c:pt>
                      <c:pt idx="89">
                        <c:v>17.572907688086001</c:v>
                      </c:pt>
                      <c:pt idx="90">
                        <c:v>16.926994021681001</c:v>
                      </c:pt>
                      <c:pt idx="91">
                        <c:v>18.891604597545001</c:v>
                      </c:pt>
                      <c:pt idx="92">
                        <c:v>20.675099799006997</c:v>
                      </c:pt>
                      <c:pt idx="93">
                        <c:v>24.285341311420002</c:v>
                      </c:pt>
                      <c:pt idx="94">
                        <c:v>24.355251560789991</c:v>
                      </c:pt>
                      <c:pt idx="95">
                        <c:v>20.08390799090601</c:v>
                      </c:pt>
                      <c:pt idx="96">
                        <c:v>13.570146416523999</c:v>
                      </c:pt>
                      <c:pt idx="97">
                        <c:v>8.2200181549559979</c:v>
                      </c:pt>
                      <c:pt idx="98">
                        <c:v>4.8130807924599992</c:v>
                      </c:pt>
                      <c:pt idx="99">
                        <c:v>3.1485969073880016</c:v>
                      </c:pt>
                      <c:pt idx="100">
                        <c:v>2.5223612373900011</c:v>
                      </c:pt>
                      <c:pt idx="101">
                        <c:v>3.1442139592660001</c:v>
                      </c:pt>
                      <c:pt idx="102">
                        <c:v>6.9570339376960009</c:v>
                      </c:pt>
                      <c:pt idx="103">
                        <c:v>10.430827091329</c:v>
                      </c:pt>
                      <c:pt idx="104">
                        <c:v>12.298327816857</c:v>
                      </c:pt>
                      <c:pt idx="105">
                        <c:v>12.618302323279</c:v>
                      </c:pt>
                      <c:pt idx="106">
                        <c:v>13.479227543108999</c:v>
                      </c:pt>
                      <c:pt idx="107">
                        <c:v>15.284397127323</c:v>
                      </c:pt>
                      <c:pt idx="108">
                        <c:v>17.105085877954998</c:v>
                      </c:pt>
                      <c:pt idx="109">
                        <c:v>18.651417861712989</c:v>
                      </c:pt>
                      <c:pt idx="110">
                        <c:v>19.306381919332001</c:v>
                      </c:pt>
                      <c:pt idx="111">
                        <c:v>18.923260184526001</c:v>
                      </c:pt>
                      <c:pt idx="112">
                        <c:v>17.291945894865002</c:v>
                      </c:pt>
                      <c:pt idx="113">
                        <c:v>17.442167998061002</c:v>
                      </c:pt>
                      <c:pt idx="114">
                        <c:v>17.073518584224999</c:v>
                      </c:pt>
                      <c:pt idx="115">
                        <c:v>18.948735995214992</c:v>
                      </c:pt>
                      <c:pt idx="116">
                        <c:v>20.798225534433996</c:v>
                      </c:pt>
                      <c:pt idx="117">
                        <c:v>24.475451571461992</c:v>
                      </c:pt>
                      <c:pt idx="118">
                        <c:v>24.453690784874993</c:v>
                      </c:pt>
                      <c:pt idx="119">
                        <c:v>20.15735210272501</c:v>
                      </c:pt>
                      <c:pt idx="120">
                        <c:v>13.539144999960001</c:v>
                      </c:pt>
                      <c:pt idx="121">
                        <c:v>8.1255339307919989</c:v>
                      </c:pt>
                      <c:pt idx="122">
                        <c:v>4.7556669728190002</c:v>
                      </c:pt>
                      <c:pt idx="123">
                        <c:v>3.1256172221870009</c:v>
                      </c:pt>
                      <c:pt idx="124">
                        <c:v>2.4894184400530022</c:v>
                      </c:pt>
                      <c:pt idx="125">
                        <c:v>3.1063271434520008</c:v>
                      </c:pt>
                      <c:pt idx="126">
                        <c:v>6.9991670323870006</c:v>
                      </c:pt>
                      <c:pt idx="127">
                        <c:v>10.573584370368998</c:v>
                      </c:pt>
                      <c:pt idx="128">
                        <c:v>12.427063334752008</c:v>
                      </c:pt>
                      <c:pt idx="129">
                        <c:v>12.733056789587</c:v>
                      </c:pt>
                      <c:pt idx="130">
                        <c:v>13.742714625190999</c:v>
                      </c:pt>
                      <c:pt idx="131">
                        <c:v>15.193230418813002</c:v>
                      </c:pt>
                      <c:pt idx="132">
                        <c:v>17.470955386754998</c:v>
                      </c:pt>
                      <c:pt idx="133">
                        <c:v>20.128734112151999</c:v>
                      </c:pt>
                      <c:pt idx="134">
                        <c:v>20.845422994200007</c:v>
                      </c:pt>
                      <c:pt idx="135">
                        <c:v>20.031014590892006</c:v>
                      </c:pt>
                      <c:pt idx="136">
                        <c:v>17.546513246164011</c:v>
                      </c:pt>
                      <c:pt idx="137">
                        <c:v>17.621815569285999</c:v>
                      </c:pt>
                      <c:pt idx="138">
                        <c:v>17.793854141122001</c:v>
                      </c:pt>
                      <c:pt idx="139">
                        <c:v>19.882569539656011</c:v>
                      </c:pt>
                      <c:pt idx="140">
                        <c:v>21.239577309937999</c:v>
                      </c:pt>
                      <c:pt idx="141">
                        <c:v>24.831076467553999</c:v>
                      </c:pt>
                      <c:pt idx="142">
                        <c:v>24.732906031045999</c:v>
                      </c:pt>
                      <c:pt idx="143">
                        <c:v>20.311022566569008</c:v>
                      </c:pt>
                      <c:pt idx="144">
                        <c:v>13.85568014583999</c:v>
                      </c:pt>
                      <c:pt idx="145">
                        <c:v>8.3701770441779999</c:v>
                      </c:pt>
                      <c:pt idx="146">
                        <c:v>5.0797151164000001</c:v>
                      </c:pt>
                      <c:pt idx="147">
                        <c:v>3.3312539304939999</c:v>
                      </c:pt>
                      <c:pt idx="148">
                        <c:v>2.6598580112040007</c:v>
                      </c:pt>
                      <c:pt idx="149">
                        <c:v>3.2937268600520002</c:v>
                      </c:pt>
                      <c:pt idx="150">
                        <c:v>7.3148361702090003</c:v>
                      </c:pt>
                      <c:pt idx="151">
                        <c:v>10.877265402622999</c:v>
                      </c:pt>
                      <c:pt idx="152">
                        <c:v>12.772797076572001</c:v>
                      </c:pt>
                      <c:pt idx="153">
                        <c:v>12.921337642415001</c:v>
                      </c:pt>
                      <c:pt idx="154">
                        <c:v>13.758912060528001</c:v>
                      </c:pt>
                      <c:pt idx="155">
                        <c:v>15.311392861992999</c:v>
                      </c:pt>
                      <c:pt idx="156">
                        <c:v>17.043099669507001</c:v>
                      </c:pt>
                      <c:pt idx="157">
                        <c:v>18.534497259811999</c:v>
                      </c:pt>
                      <c:pt idx="158">
                        <c:v>19.433769014666002</c:v>
                      </c:pt>
                      <c:pt idx="159">
                        <c:v>19.118037479083998</c:v>
                      </c:pt>
                      <c:pt idx="160">
                        <c:v>17.731543783336988</c:v>
                      </c:pt>
                      <c:pt idx="161">
                        <c:v>18.114652260387</c:v>
                      </c:pt>
                      <c:pt idx="162">
                        <c:v>17.717520094523</c:v>
                      </c:pt>
                      <c:pt idx="163">
                        <c:v>19.785581531934998</c:v>
                      </c:pt>
                      <c:pt idx="164">
                        <c:v>21.417377160840999</c:v>
                      </c:pt>
                      <c:pt idx="165">
                        <c:v>24.855274597787002</c:v>
                      </c:pt>
                      <c:pt idx="166">
                        <c:v>24.687432110216996</c:v>
                      </c:pt>
                      <c:pt idx="167">
                        <c:v>19.941139854886</c:v>
                      </c:pt>
                      <c:pt idx="168">
                        <c:v>13.336531209720992</c:v>
                      </c:pt>
                      <c:pt idx="169">
                        <c:v>7.9642675660840005</c:v>
                      </c:pt>
                      <c:pt idx="170">
                        <c:v>4.8109539239990005</c:v>
                      </c:pt>
                      <c:pt idx="171">
                        <c:v>3.2071771478430007</c:v>
                      </c:pt>
                      <c:pt idx="172">
                        <c:v>2.6099859386770001</c:v>
                      </c:pt>
                      <c:pt idx="173">
                        <c:v>3.327489243351001</c:v>
                      </c:pt>
                      <c:pt idx="174">
                        <c:v>7.4649536334290012</c:v>
                      </c:pt>
                      <c:pt idx="175">
                        <c:v>11.607703209277998</c:v>
                      </c:pt>
                      <c:pt idx="176">
                        <c:v>13.779227794275009</c:v>
                      </c:pt>
                      <c:pt idx="177">
                        <c:v>13.676291784346997</c:v>
                      </c:pt>
                      <c:pt idx="178">
                        <c:v>14.229060832628999</c:v>
                      </c:pt>
                      <c:pt idx="179">
                        <c:v>15.623089125372989</c:v>
                      </c:pt>
                      <c:pt idx="180">
                        <c:v>17.546455913656011</c:v>
                      </c:pt>
                      <c:pt idx="181">
                        <c:v>19.222378310149992</c:v>
                      </c:pt>
                      <c:pt idx="182">
                        <c:v>19.977835241464</c:v>
                      </c:pt>
                      <c:pt idx="183">
                        <c:v>19.697653728466985</c:v>
                      </c:pt>
                      <c:pt idx="184">
                        <c:v>17.843925135126</c:v>
                      </c:pt>
                      <c:pt idx="185">
                        <c:v>18.003118022069991</c:v>
                      </c:pt>
                      <c:pt idx="186">
                        <c:v>17.699624371079999</c:v>
                      </c:pt>
                      <c:pt idx="187">
                        <c:v>20.075834499622001</c:v>
                      </c:pt>
                      <c:pt idx="188">
                        <c:v>21.577757395452011</c:v>
                      </c:pt>
                      <c:pt idx="189">
                        <c:v>24.987850054740008</c:v>
                      </c:pt>
                      <c:pt idx="190">
                        <c:v>25.086060743577999</c:v>
                      </c:pt>
                      <c:pt idx="191">
                        <c:v>21.413515693517009</c:v>
                      </c:pt>
                      <c:pt idx="192">
                        <c:v>15.501883867340002</c:v>
                      </c:pt>
                      <c:pt idx="193">
                        <c:v>9.9578875212519993</c:v>
                      </c:pt>
                      <c:pt idx="194">
                        <c:v>6.140056239163</c:v>
                      </c:pt>
                      <c:pt idx="195">
                        <c:v>4.002339245158999</c:v>
                      </c:pt>
                      <c:pt idx="196">
                        <c:v>3.0210193456540004</c:v>
                      </c:pt>
                      <c:pt idx="197">
                        <c:v>3.2126700103629999</c:v>
                      </c:pt>
                      <c:pt idx="198">
                        <c:v>6.3876925253890002</c:v>
                      </c:pt>
                      <c:pt idx="199">
                        <c:v>9.6172071118260014</c:v>
                      </c:pt>
                      <c:pt idx="200">
                        <c:v>12.936640143569999</c:v>
                      </c:pt>
                      <c:pt idx="201">
                        <c:v>14.797728294201001</c:v>
                      </c:pt>
                      <c:pt idx="202">
                        <c:v>15.951776584299001</c:v>
                      </c:pt>
                      <c:pt idx="203">
                        <c:v>17.689462182713992</c:v>
                      </c:pt>
                      <c:pt idx="204">
                        <c:v>18.366574205036002</c:v>
                      </c:pt>
                      <c:pt idx="205">
                        <c:v>19.395821991483988</c:v>
                      </c:pt>
                      <c:pt idx="206">
                        <c:v>22.628429538285008</c:v>
                      </c:pt>
                      <c:pt idx="207">
                        <c:v>21.694807296552995</c:v>
                      </c:pt>
                      <c:pt idx="208">
                        <c:v>18.653935754321992</c:v>
                      </c:pt>
                      <c:pt idx="209">
                        <c:v>18.429617972696001</c:v>
                      </c:pt>
                      <c:pt idx="210">
                        <c:v>17.727495783454</c:v>
                      </c:pt>
                      <c:pt idx="211">
                        <c:v>20.296515744032025</c:v>
                      </c:pt>
                      <c:pt idx="212">
                        <c:v>22.056606788418989</c:v>
                      </c:pt>
                      <c:pt idx="213">
                        <c:v>25.448458540148998</c:v>
                      </c:pt>
                      <c:pt idx="214">
                        <c:v>25.687626914238987</c:v>
                      </c:pt>
                      <c:pt idx="215">
                        <c:v>21.992709794709022</c:v>
                      </c:pt>
                      <c:pt idx="216">
                        <c:v>15.845833753554</c:v>
                      </c:pt>
                      <c:pt idx="217">
                        <c:v>9.8985671596410008</c:v>
                      </c:pt>
                      <c:pt idx="218">
                        <c:v>5.9983840783530002</c:v>
                      </c:pt>
                      <c:pt idx="219">
                        <c:v>3.7371646055130001</c:v>
                      </c:pt>
                      <c:pt idx="220">
                        <c:v>2.804993357989999</c:v>
                      </c:pt>
                      <c:pt idx="221">
                        <c:v>3.1380587510729989</c:v>
                      </c:pt>
                      <c:pt idx="222">
                        <c:v>6.4933185150079993</c:v>
                      </c:pt>
                      <c:pt idx="223">
                        <c:v>9.7732356094289994</c:v>
                      </c:pt>
                      <c:pt idx="224">
                        <c:v>12.771035520245</c:v>
                      </c:pt>
                      <c:pt idx="225">
                        <c:v>14.161643073955</c:v>
                      </c:pt>
                      <c:pt idx="226">
                        <c:v>14.929055204575002</c:v>
                      </c:pt>
                      <c:pt idx="227">
                        <c:v>16.329098903119</c:v>
                      </c:pt>
                      <c:pt idx="228">
                        <c:v>17.55641674000201</c:v>
                      </c:pt>
                      <c:pt idx="229">
                        <c:v>19.870781632899998</c:v>
                      </c:pt>
                      <c:pt idx="230">
                        <c:v>21.225590994190011</c:v>
                      </c:pt>
                      <c:pt idx="231">
                        <c:v>20.364808110842013</c:v>
                      </c:pt>
                      <c:pt idx="232">
                        <c:v>17.749991835492999</c:v>
                      </c:pt>
                      <c:pt idx="233">
                        <c:v>17.559431130294989</c:v>
                      </c:pt>
                      <c:pt idx="234">
                        <c:v>17.218720567304992</c:v>
                      </c:pt>
                      <c:pt idx="235">
                        <c:v>19.528211073628988</c:v>
                      </c:pt>
                      <c:pt idx="236">
                        <c:v>21.413170500382989</c:v>
                      </c:pt>
                      <c:pt idx="237">
                        <c:v>24.884468877847986</c:v>
                      </c:pt>
                      <c:pt idx="238">
                        <c:v>24.464287883668003</c:v>
                      </c:pt>
                      <c:pt idx="239">
                        <c:v>19.866955792210987</c:v>
                      </c:pt>
                      <c:pt idx="240">
                        <c:v>13.186071128386001</c:v>
                      </c:pt>
                      <c:pt idx="241">
                        <c:v>7.8625045090609991</c:v>
                      </c:pt>
                      <c:pt idx="242">
                        <c:v>4.6654276616120001</c:v>
                      </c:pt>
                      <c:pt idx="243">
                        <c:v>3.106370520251001</c:v>
                      </c:pt>
                      <c:pt idx="244">
                        <c:v>2.494020824524998</c:v>
                      </c:pt>
                      <c:pt idx="245">
                        <c:v>3.0325856369290003</c:v>
                      </c:pt>
                      <c:pt idx="246">
                        <c:v>6.8688555981470012</c:v>
                      </c:pt>
                      <c:pt idx="247">
                        <c:v>10.328489783970999</c:v>
                      </c:pt>
                      <c:pt idx="248">
                        <c:v>12.195454301029001</c:v>
                      </c:pt>
                      <c:pt idx="249">
                        <c:v>12.330989697136001</c:v>
                      </c:pt>
                      <c:pt idx="250">
                        <c:v>13.173494759012</c:v>
                      </c:pt>
                      <c:pt idx="251">
                        <c:v>14.837709326632002</c:v>
                      </c:pt>
                      <c:pt idx="252">
                        <c:v>16.575193238280999</c:v>
                      </c:pt>
                      <c:pt idx="253">
                        <c:v>18.148318068089011</c:v>
                      </c:pt>
                      <c:pt idx="254">
                        <c:v>19.119888029656998</c:v>
                      </c:pt>
                      <c:pt idx="255">
                        <c:v>18.87516394496199</c:v>
                      </c:pt>
                      <c:pt idx="256">
                        <c:v>17.564550872741002</c:v>
                      </c:pt>
                      <c:pt idx="257">
                        <c:v>18.101711249283991</c:v>
                      </c:pt>
                      <c:pt idx="258">
                        <c:v>17.64531932783899</c:v>
                      </c:pt>
                      <c:pt idx="259">
                        <c:v>19.87816984235101</c:v>
                      </c:pt>
                      <c:pt idx="260">
                        <c:v>21.727726660474978</c:v>
                      </c:pt>
                      <c:pt idx="261">
                        <c:v>25.020397474403989</c:v>
                      </c:pt>
                      <c:pt idx="262">
                        <c:v>24.285895881920009</c:v>
                      </c:pt>
                      <c:pt idx="263">
                        <c:v>19.248217972671991</c:v>
                      </c:pt>
                      <c:pt idx="264">
                        <c:v>12.555779012071</c:v>
                      </c:pt>
                      <c:pt idx="265">
                        <c:v>7.4445130587809993</c:v>
                      </c:pt>
                      <c:pt idx="266">
                        <c:v>4.4328829708690005</c:v>
                      </c:pt>
                      <c:pt idx="267">
                        <c:v>3.0429831382629993</c:v>
                      </c:pt>
                      <c:pt idx="268">
                        <c:v>2.5340142462379998</c:v>
                      </c:pt>
                      <c:pt idx="269">
                        <c:v>3.1558227223859987</c:v>
                      </c:pt>
                      <c:pt idx="270">
                        <c:v>7.1731118663960007</c:v>
                      </c:pt>
                      <c:pt idx="271">
                        <c:v>10.937334437684001</c:v>
                      </c:pt>
                      <c:pt idx="272">
                        <c:v>12.551603133086001</c:v>
                      </c:pt>
                      <c:pt idx="273">
                        <c:v>12.627940655072011</c:v>
                      </c:pt>
                      <c:pt idx="274">
                        <c:v>13.443339299114012</c:v>
                      </c:pt>
                      <c:pt idx="275">
                        <c:v>15.152359443534998</c:v>
                      </c:pt>
                      <c:pt idx="276">
                        <c:v>16.831346769899</c:v>
                      </c:pt>
                      <c:pt idx="277">
                        <c:v>18.52590533665801</c:v>
                      </c:pt>
                      <c:pt idx="278">
                        <c:v>19.198007886519008</c:v>
                      </c:pt>
                      <c:pt idx="279">
                        <c:v>18.891195215533003</c:v>
                      </c:pt>
                      <c:pt idx="280">
                        <c:v>17.526448648132003</c:v>
                      </c:pt>
                      <c:pt idx="281">
                        <c:v>17.920262576751991</c:v>
                      </c:pt>
                      <c:pt idx="282">
                        <c:v>17.368604476167999</c:v>
                      </c:pt>
                      <c:pt idx="283">
                        <c:v>19.858750756498019</c:v>
                      </c:pt>
                      <c:pt idx="284">
                        <c:v>21.940031215127998</c:v>
                      </c:pt>
                      <c:pt idx="285">
                        <c:v>25.343077685414002</c:v>
                      </c:pt>
                      <c:pt idx="286">
                        <c:v>24.608631609193001</c:v>
                      </c:pt>
                      <c:pt idx="287">
                        <c:v>19.411745290045001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5-F782-4DD4-8B67-32577BCE01C1}"/>
                  </c:ext>
                </c:extLst>
              </c15:ser>
            </c15:filteredLineSeries>
            <c15:filteredLineSeries>
              <c15:ser>
                <c:idx val="38"/>
                <c:order val="3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12-10-2026'!$AN$1</c15:sqref>
                        </c15:formulaRef>
                      </c:ext>
                    </c:extLst>
                    <c:strCache>
                      <c:ptCount val="1"/>
                      <c:pt idx="0">
                        <c:v>GI Traffic 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4"/>
                    <c:layout>
                      <c:manualLayout>
                        <c:x val="-4.2611111111111113E-2"/>
                        <c:y val="-4.3946850393700873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26-F782-4DD4-8B67-32577BCE01C1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dLblPos val="t"/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12-10-2026'!$AN$2:$AN$289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68.366696180578003</c:v>
                      </c:pt>
                      <c:pt idx="1">
                        <c:v>42.868502716129008</c:v>
                      </c:pt>
                      <c:pt idx="2">
                        <c:v>25.772717973525001</c:v>
                      </c:pt>
                      <c:pt idx="3">
                        <c:v>16.958165300836001</c:v>
                      </c:pt>
                      <c:pt idx="4">
                        <c:v>13.907214492808002</c:v>
                      </c:pt>
                      <c:pt idx="5">
                        <c:v>19.003054588456003</c:v>
                      </c:pt>
                      <c:pt idx="6">
                        <c:v>37.752694578689002</c:v>
                      </c:pt>
                      <c:pt idx="7">
                        <c:v>52.739655961477993</c:v>
                      </c:pt>
                      <c:pt idx="8">
                        <c:v>60.626313606558</c:v>
                      </c:pt>
                      <c:pt idx="9">
                        <c:v>62.893895466879002</c:v>
                      </c:pt>
                      <c:pt idx="10">
                        <c:v>67.237262662120003</c:v>
                      </c:pt>
                      <c:pt idx="11">
                        <c:v>74.081529196651985</c:v>
                      </c:pt>
                      <c:pt idx="12">
                        <c:v>81.731603196079988</c:v>
                      </c:pt>
                      <c:pt idx="13">
                        <c:v>90.991663292607996</c:v>
                      </c:pt>
                      <c:pt idx="14">
                        <c:v>93.29194394307801</c:v>
                      </c:pt>
                      <c:pt idx="15">
                        <c:v>89.896957132826998</c:v>
                      </c:pt>
                      <c:pt idx="16">
                        <c:v>80.786158823172997</c:v>
                      </c:pt>
                      <c:pt idx="17">
                        <c:v>80.079290788237984</c:v>
                      </c:pt>
                      <c:pt idx="18">
                        <c:v>79.360525215909007</c:v>
                      </c:pt>
                      <c:pt idx="19">
                        <c:v>90.375290412784992</c:v>
                      </c:pt>
                      <c:pt idx="20">
                        <c:v>98.90426930308098</c:v>
                      </c:pt>
                      <c:pt idx="21">
                        <c:v>111.71254541253801</c:v>
                      </c:pt>
                      <c:pt idx="22">
                        <c:v>113.7561650674</c:v>
                      </c:pt>
                      <c:pt idx="23">
                        <c:v>99.993376074345008</c:v>
                      </c:pt>
                      <c:pt idx="24">
                        <c:v>75.130905507657005</c:v>
                      </c:pt>
                      <c:pt idx="25">
                        <c:v>49.343190932731005</c:v>
                      </c:pt>
                      <c:pt idx="26">
                        <c:v>30.408526827081999</c:v>
                      </c:pt>
                      <c:pt idx="27">
                        <c:v>19.798794351895999</c:v>
                      </c:pt>
                      <c:pt idx="28">
                        <c:v>14.873363706058001</c:v>
                      </c:pt>
                      <c:pt idx="29">
                        <c:v>18.349596686678996</c:v>
                      </c:pt>
                      <c:pt idx="30">
                        <c:v>33.651518381770003</c:v>
                      </c:pt>
                      <c:pt idx="31">
                        <c:v>47.734064494006006</c:v>
                      </c:pt>
                      <c:pt idx="32">
                        <c:v>60.900309172280004</c:v>
                      </c:pt>
                      <c:pt idx="33">
                        <c:v>68.974094707902992</c:v>
                      </c:pt>
                      <c:pt idx="34">
                        <c:v>75.591774048807991</c:v>
                      </c:pt>
                      <c:pt idx="35">
                        <c:v>84.235573252074005</c:v>
                      </c:pt>
                      <c:pt idx="36">
                        <c:v>86.903752755629</c:v>
                      </c:pt>
                      <c:pt idx="37">
                        <c:v>91.254679747278999</c:v>
                      </c:pt>
                      <c:pt idx="38">
                        <c:v>104.211912021247</c:v>
                      </c:pt>
                      <c:pt idx="39">
                        <c:v>97.976805148316998</c:v>
                      </c:pt>
                      <c:pt idx="40">
                        <c:v>84.780271690931997</c:v>
                      </c:pt>
                      <c:pt idx="41">
                        <c:v>82.212629010727994</c:v>
                      </c:pt>
                      <c:pt idx="42">
                        <c:v>81.04028892370502</c:v>
                      </c:pt>
                      <c:pt idx="43">
                        <c:v>92.769330623282002</c:v>
                      </c:pt>
                      <c:pt idx="44">
                        <c:v>101.939213372257</c:v>
                      </c:pt>
                      <c:pt idx="45">
                        <c:v>115.53498123921702</c:v>
                      </c:pt>
                      <c:pt idx="46">
                        <c:v>116.41645265328998</c:v>
                      </c:pt>
                      <c:pt idx="47">
                        <c:v>102.71666342927101</c:v>
                      </c:pt>
                      <c:pt idx="48">
                        <c:v>77.344702768242001</c:v>
                      </c:pt>
                      <c:pt idx="49">
                        <c:v>50.863216387607011</c:v>
                      </c:pt>
                      <c:pt idx="50">
                        <c:v>30.760085859301</c:v>
                      </c:pt>
                      <c:pt idx="51">
                        <c:v>19.616081568765001</c:v>
                      </c:pt>
                      <c:pt idx="52">
                        <c:v>15.062632487491001</c:v>
                      </c:pt>
                      <c:pt idx="53">
                        <c:v>18.969393536645001</c:v>
                      </c:pt>
                      <c:pt idx="54">
                        <c:v>35.182632502269996</c:v>
                      </c:pt>
                      <c:pt idx="55">
                        <c:v>49.802089109166999</c:v>
                      </c:pt>
                      <c:pt idx="56">
                        <c:v>61.374284438325006</c:v>
                      </c:pt>
                      <c:pt idx="57">
                        <c:v>66.699520312830998</c:v>
                      </c:pt>
                      <c:pt idx="58">
                        <c:v>71.148207960861001</c:v>
                      </c:pt>
                      <c:pt idx="59">
                        <c:v>77.536639330179995</c:v>
                      </c:pt>
                      <c:pt idx="60">
                        <c:v>83.157159817463992</c:v>
                      </c:pt>
                      <c:pt idx="61">
                        <c:v>93.52210618720099</c:v>
                      </c:pt>
                      <c:pt idx="62">
                        <c:v>97.715689889872024</c:v>
                      </c:pt>
                      <c:pt idx="63">
                        <c:v>92.940043535796008</c:v>
                      </c:pt>
                      <c:pt idx="64">
                        <c:v>81.91038603792299</c:v>
                      </c:pt>
                      <c:pt idx="65">
                        <c:v>80.003034145800015</c:v>
                      </c:pt>
                      <c:pt idx="66">
                        <c:v>78.521420401179995</c:v>
                      </c:pt>
                      <c:pt idx="67">
                        <c:v>89.422907995732032</c:v>
                      </c:pt>
                      <c:pt idx="68">
                        <c:v>98.737313207210988</c:v>
                      </c:pt>
                      <c:pt idx="69">
                        <c:v>111.76848363076799</c:v>
                      </c:pt>
                      <c:pt idx="70">
                        <c:v>111.95868897273499</c:v>
                      </c:pt>
                      <c:pt idx="71">
                        <c:v>95.259409594476011</c:v>
                      </c:pt>
                      <c:pt idx="72">
                        <c:v>67.642643010147992</c:v>
                      </c:pt>
                      <c:pt idx="73">
                        <c:v>41.750547486362002</c:v>
                      </c:pt>
                      <c:pt idx="74">
                        <c:v>25.033300665903003</c:v>
                      </c:pt>
                      <c:pt idx="75">
                        <c:v>16.451572204702</c:v>
                      </c:pt>
                      <c:pt idx="76">
                        <c:v>13.640338657381001</c:v>
                      </c:pt>
                      <c:pt idx="77">
                        <c:v>18.407910641413999</c:v>
                      </c:pt>
                      <c:pt idx="78">
                        <c:v>36.518755773254</c:v>
                      </c:pt>
                      <c:pt idx="79">
                        <c:v>50.254193258478999</c:v>
                      </c:pt>
                      <c:pt idx="80">
                        <c:v>58.018388568950989</c:v>
                      </c:pt>
                      <c:pt idx="81">
                        <c:v>60.477521752135004</c:v>
                      </c:pt>
                      <c:pt idx="82">
                        <c:v>64.381806570018995</c:v>
                      </c:pt>
                      <c:pt idx="83">
                        <c:v>71.372801469203011</c:v>
                      </c:pt>
                      <c:pt idx="84">
                        <c:v>78.292091377852984</c:v>
                      </c:pt>
                      <c:pt idx="85">
                        <c:v>86.569626059021004</c:v>
                      </c:pt>
                      <c:pt idx="86">
                        <c:v>88.445338977526006</c:v>
                      </c:pt>
                      <c:pt idx="87">
                        <c:v>84.668689121168015</c:v>
                      </c:pt>
                      <c:pt idx="88">
                        <c:v>78.051006695083004</c:v>
                      </c:pt>
                      <c:pt idx="89">
                        <c:v>77.801673740086002</c:v>
                      </c:pt>
                      <c:pt idx="90">
                        <c:v>76.942976100680994</c:v>
                      </c:pt>
                      <c:pt idx="91">
                        <c:v>88.44489261254499</c:v>
                      </c:pt>
                      <c:pt idx="92">
                        <c:v>98.157873911007002</c:v>
                      </c:pt>
                      <c:pt idx="93">
                        <c:v>111.25005365241999</c:v>
                      </c:pt>
                      <c:pt idx="94">
                        <c:v>110.34832703478999</c:v>
                      </c:pt>
                      <c:pt idx="95">
                        <c:v>91.80153456590601</c:v>
                      </c:pt>
                      <c:pt idx="96">
                        <c:v>63.593116167523995</c:v>
                      </c:pt>
                      <c:pt idx="97">
                        <c:v>39.079484484955998</c:v>
                      </c:pt>
                      <c:pt idx="98">
                        <c:v>23.473989653459999</c:v>
                      </c:pt>
                      <c:pt idx="99">
                        <c:v>15.669510633388001</c:v>
                      </c:pt>
                      <c:pt idx="100">
                        <c:v>13.21846180639</c:v>
                      </c:pt>
                      <c:pt idx="101">
                        <c:v>18.093224174265998</c:v>
                      </c:pt>
                      <c:pt idx="102">
                        <c:v>36.799084436695999</c:v>
                      </c:pt>
                      <c:pt idx="103">
                        <c:v>51.103515976329</c:v>
                      </c:pt>
                      <c:pt idx="104">
                        <c:v>58.577677627857</c:v>
                      </c:pt>
                      <c:pt idx="105">
                        <c:v>60.843673951279001</c:v>
                      </c:pt>
                      <c:pt idx="106">
                        <c:v>64.598542893108998</c:v>
                      </c:pt>
                      <c:pt idx="107">
                        <c:v>72.141696180323009</c:v>
                      </c:pt>
                      <c:pt idx="108">
                        <c:v>78.893079657955013</c:v>
                      </c:pt>
                      <c:pt idx="109">
                        <c:v>87.439971101712985</c:v>
                      </c:pt>
                      <c:pt idx="110">
                        <c:v>88.583161075332001</c:v>
                      </c:pt>
                      <c:pt idx="111">
                        <c:v>84.625855975525994</c:v>
                      </c:pt>
                      <c:pt idx="112">
                        <c:v>77.930225612865001</c:v>
                      </c:pt>
                      <c:pt idx="113">
                        <c:v>77.664469393061012</c:v>
                      </c:pt>
                      <c:pt idx="114">
                        <c:v>77.200299613224999</c:v>
                      </c:pt>
                      <c:pt idx="115">
                        <c:v>88.824093711214985</c:v>
                      </c:pt>
                      <c:pt idx="116">
                        <c:v>98.599985313434004</c:v>
                      </c:pt>
                      <c:pt idx="117">
                        <c:v>112.48895837846199</c:v>
                      </c:pt>
                      <c:pt idx="118">
                        <c:v>111.109764201875</c:v>
                      </c:pt>
                      <c:pt idx="119">
                        <c:v>92.902541861725012</c:v>
                      </c:pt>
                      <c:pt idx="120">
                        <c:v>64.395602559960011</c:v>
                      </c:pt>
                      <c:pt idx="121">
                        <c:v>39.363438603791998</c:v>
                      </c:pt>
                      <c:pt idx="122">
                        <c:v>23.565292181819</c:v>
                      </c:pt>
                      <c:pt idx="123">
                        <c:v>15.649831167187001</c:v>
                      </c:pt>
                      <c:pt idx="124">
                        <c:v>13.130307076053004</c:v>
                      </c:pt>
                      <c:pt idx="125">
                        <c:v>17.997129152451997</c:v>
                      </c:pt>
                      <c:pt idx="126">
                        <c:v>37.135366670387</c:v>
                      </c:pt>
                      <c:pt idx="127">
                        <c:v>51.686797072368996</c:v>
                      </c:pt>
                      <c:pt idx="128">
                        <c:v>59.142383792752007</c:v>
                      </c:pt>
                      <c:pt idx="129">
                        <c:v>61.466599578586994</c:v>
                      </c:pt>
                      <c:pt idx="130">
                        <c:v>65.780089152190996</c:v>
                      </c:pt>
                      <c:pt idx="131">
                        <c:v>72.227260925812999</c:v>
                      </c:pt>
                      <c:pt idx="132">
                        <c:v>80.745788145755</c:v>
                      </c:pt>
                      <c:pt idx="133">
                        <c:v>92.612404701152002</c:v>
                      </c:pt>
                      <c:pt idx="134">
                        <c:v>94.445857066200006</c:v>
                      </c:pt>
                      <c:pt idx="135">
                        <c:v>89.448017461891993</c:v>
                      </c:pt>
                      <c:pt idx="136">
                        <c:v>78.981217779164012</c:v>
                      </c:pt>
                      <c:pt idx="137">
                        <c:v>78.183472245285998</c:v>
                      </c:pt>
                      <c:pt idx="138">
                        <c:v>82.363082295121998</c:v>
                      </c:pt>
                      <c:pt idx="139">
                        <c:v>94.042167622655995</c:v>
                      </c:pt>
                      <c:pt idx="140">
                        <c:v>100.12275067993801</c:v>
                      </c:pt>
                      <c:pt idx="141">
                        <c:v>113.00562584355399</c:v>
                      </c:pt>
                      <c:pt idx="142">
                        <c:v>111.77724346404599</c:v>
                      </c:pt>
                      <c:pt idx="143">
                        <c:v>93.087441665569017</c:v>
                      </c:pt>
                      <c:pt idx="144">
                        <c:v>66.085861387839998</c:v>
                      </c:pt>
                      <c:pt idx="145">
                        <c:v>41.148270825177995</c:v>
                      </c:pt>
                      <c:pt idx="146">
                        <c:v>25.189497496399998</c:v>
                      </c:pt>
                      <c:pt idx="147">
                        <c:v>16.354560377494</c:v>
                      </c:pt>
                      <c:pt idx="148">
                        <c:v>13.527100305204002</c:v>
                      </c:pt>
                      <c:pt idx="149">
                        <c:v>18.401545832051998</c:v>
                      </c:pt>
                      <c:pt idx="150">
                        <c:v>38.196266658208998</c:v>
                      </c:pt>
                      <c:pt idx="151">
                        <c:v>52.575503763623004</c:v>
                      </c:pt>
                      <c:pt idx="152">
                        <c:v>60.017222338571997</c:v>
                      </c:pt>
                      <c:pt idx="153">
                        <c:v>61.942949724415001</c:v>
                      </c:pt>
                      <c:pt idx="154">
                        <c:v>65.561593162527998</c:v>
                      </c:pt>
                      <c:pt idx="155">
                        <c:v>72.561742317992994</c:v>
                      </c:pt>
                      <c:pt idx="156">
                        <c:v>79.149761478507003</c:v>
                      </c:pt>
                      <c:pt idx="157">
                        <c:v>87.548733514812</c:v>
                      </c:pt>
                      <c:pt idx="158">
                        <c:v>89.125346127665992</c:v>
                      </c:pt>
                      <c:pt idx="159">
                        <c:v>85.785282293083995</c:v>
                      </c:pt>
                      <c:pt idx="160">
                        <c:v>79.818119893336984</c:v>
                      </c:pt>
                      <c:pt idx="161">
                        <c:v>79.566526707386998</c:v>
                      </c:pt>
                      <c:pt idx="162">
                        <c:v>78.95351821152299</c:v>
                      </c:pt>
                      <c:pt idx="163">
                        <c:v>90.159401889934998</c:v>
                      </c:pt>
                      <c:pt idx="164">
                        <c:v>99.348893021841008</c:v>
                      </c:pt>
                      <c:pt idx="165">
                        <c:v>111.969252712787</c:v>
                      </c:pt>
                      <c:pt idx="166">
                        <c:v>111.153608983217</c:v>
                      </c:pt>
                      <c:pt idx="167">
                        <c:v>92.403899150886005</c:v>
                      </c:pt>
                      <c:pt idx="168">
                        <c:v>64.293945257720992</c:v>
                      </c:pt>
                      <c:pt idx="169">
                        <c:v>39.604083511083999</c:v>
                      </c:pt>
                      <c:pt idx="170">
                        <c:v>24.254164012999002</c:v>
                      </c:pt>
                      <c:pt idx="171">
                        <c:v>16.253636058843</c:v>
                      </c:pt>
                      <c:pt idx="172">
                        <c:v>13.752242081677</c:v>
                      </c:pt>
                      <c:pt idx="173">
                        <c:v>18.713951747351</c:v>
                      </c:pt>
                      <c:pt idx="174">
                        <c:v>38.928950347428994</c:v>
                      </c:pt>
                      <c:pt idx="175">
                        <c:v>55.225982257278005</c:v>
                      </c:pt>
                      <c:pt idx="176">
                        <c:v>64.550434953275015</c:v>
                      </c:pt>
                      <c:pt idx="177">
                        <c:v>67.531825809346998</c:v>
                      </c:pt>
                      <c:pt idx="178">
                        <c:v>68.938662812629005</c:v>
                      </c:pt>
                      <c:pt idx="179">
                        <c:v>74.410571689372986</c:v>
                      </c:pt>
                      <c:pt idx="180">
                        <c:v>81.861927726656006</c:v>
                      </c:pt>
                      <c:pt idx="181">
                        <c:v>90.950795934149994</c:v>
                      </c:pt>
                      <c:pt idx="182">
                        <c:v>92.225682072463997</c:v>
                      </c:pt>
                      <c:pt idx="183">
                        <c:v>88.118474380466992</c:v>
                      </c:pt>
                      <c:pt idx="184">
                        <c:v>80.804789826125997</c:v>
                      </c:pt>
                      <c:pt idx="185">
                        <c:v>79.919664324069998</c:v>
                      </c:pt>
                      <c:pt idx="186">
                        <c:v>80.68584615908</c:v>
                      </c:pt>
                      <c:pt idx="187">
                        <c:v>92.967492058622014</c:v>
                      </c:pt>
                      <c:pt idx="188">
                        <c:v>101.23083331145202</c:v>
                      </c:pt>
                      <c:pt idx="189">
                        <c:v>113.18167783274001</c:v>
                      </c:pt>
                      <c:pt idx="190">
                        <c:v>113.746719717578</c:v>
                      </c:pt>
                      <c:pt idx="191">
                        <c:v>98.767772027517026</c:v>
                      </c:pt>
                      <c:pt idx="192">
                        <c:v>73.337765024340001</c:v>
                      </c:pt>
                      <c:pt idx="193">
                        <c:v>47.805090909252002</c:v>
                      </c:pt>
                      <c:pt idx="194">
                        <c:v>29.402721132163002</c:v>
                      </c:pt>
                      <c:pt idx="195">
                        <c:v>19.746355177159</c:v>
                      </c:pt>
                      <c:pt idx="196">
                        <c:v>15.386919156654001</c:v>
                      </c:pt>
                      <c:pt idx="197">
                        <c:v>18.261018619363</c:v>
                      </c:pt>
                      <c:pt idx="198">
                        <c:v>34.481638735388998</c:v>
                      </c:pt>
                      <c:pt idx="199">
                        <c:v>49.192058637825994</c:v>
                      </c:pt>
                      <c:pt idx="200">
                        <c:v>62.467046577570002</c:v>
                      </c:pt>
                      <c:pt idx="201">
                        <c:v>69.75466161620102</c:v>
                      </c:pt>
                      <c:pt idx="202">
                        <c:v>75.766572872299008</c:v>
                      </c:pt>
                      <c:pt idx="203">
                        <c:v>83.472273740714002</c:v>
                      </c:pt>
                      <c:pt idx="204">
                        <c:v>86.135212837036008</c:v>
                      </c:pt>
                      <c:pt idx="205">
                        <c:v>90.777945775483985</c:v>
                      </c:pt>
                      <c:pt idx="206">
                        <c:v>103.505385540285</c:v>
                      </c:pt>
                      <c:pt idx="207">
                        <c:v>96.778847755552988</c:v>
                      </c:pt>
                      <c:pt idx="208">
                        <c:v>85.303103659321991</c:v>
                      </c:pt>
                      <c:pt idx="209">
                        <c:v>83.522148612696014</c:v>
                      </c:pt>
                      <c:pt idx="210">
                        <c:v>82.749939448454001</c:v>
                      </c:pt>
                      <c:pt idx="211">
                        <c:v>94.810956074032021</c:v>
                      </c:pt>
                      <c:pt idx="212">
                        <c:v>104.247058913419</c:v>
                      </c:pt>
                      <c:pt idx="213">
                        <c:v>116.17322758114901</c:v>
                      </c:pt>
                      <c:pt idx="214">
                        <c:v>116.767113032239</c:v>
                      </c:pt>
                      <c:pt idx="215">
                        <c:v>100.83264969870902</c:v>
                      </c:pt>
                      <c:pt idx="216">
                        <c:v>74.262543171554</c:v>
                      </c:pt>
                      <c:pt idx="217">
                        <c:v>47.619447799641009</c:v>
                      </c:pt>
                      <c:pt idx="218">
                        <c:v>29.469026882352999</c:v>
                      </c:pt>
                      <c:pt idx="219">
                        <c:v>19.005642928513002</c:v>
                      </c:pt>
                      <c:pt idx="220">
                        <c:v>14.891883944989999</c:v>
                      </c:pt>
                      <c:pt idx="221">
                        <c:v>18.221603121072999</c:v>
                      </c:pt>
                      <c:pt idx="222">
                        <c:v>35.753476879007998</c:v>
                      </c:pt>
                      <c:pt idx="223">
                        <c:v>50.883364228428995</c:v>
                      </c:pt>
                      <c:pt idx="224">
                        <c:v>62.205465472245002</c:v>
                      </c:pt>
                      <c:pt idx="225">
                        <c:v>67.141581041955007</c:v>
                      </c:pt>
                      <c:pt idx="226">
                        <c:v>70.803040801575008</c:v>
                      </c:pt>
                      <c:pt idx="227">
                        <c:v>76.884551008119004</c:v>
                      </c:pt>
                      <c:pt idx="228">
                        <c:v>82.144796540002005</c:v>
                      </c:pt>
                      <c:pt idx="229">
                        <c:v>92.620286714900004</c:v>
                      </c:pt>
                      <c:pt idx="230">
                        <c:v>96.523188240190009</c:v>
                      </c:pt>
                      <c:pt idx="231">
                        <c:v>91.278702817842003</c:v>
                      </c:pt>
                      <c:pt idx="232">
                        <c:v>81.399767012493001</c:v>
                      </c:pt>
                      <c:pt idx="233">
                        <c:v>80.378129692294976</c:v>
                      </c:pt>
                      <c:pt idx="234">
                        <c:v>80.879450154304976</c:v>
                      </c:pt>
                      <c:pt idx="235">
                        <c:v>92.084599442628985</c:v>
                      </c:pt>
                      <c:pt idx="236">
                        <c:v>102.68697663538299</c:v>
                      </c:pt>
                      <c:pt idx="237">
                        <c:v>115.06803492784798</c:v>
                      </c:pt>
                      <c:pt idx="238">
                        <c:v>112.289575838668</c:v>
                      </c:pt>
                      <c:pt idx="239">
                        <c:v>92.765721941210984</c:v>
                      </c:pt>
                      <c:pt idx="240">
                        <c:v>64.171537617386008</c:v>
                      </c:pt>
                      <c:pt idx="241">
                        <c:v>39.419328135061001</c:v>
                      </c:pt>
                      <c:pt idx="242">
                        <c:v>24.092460498611999</c:v>
                      </c:pt>
                      <c:pt idx="243">
                        <c:v>16.325769892251</c:v>
                      </c:pt>
                      <c:pt idx="244">
                        <c:v>13.721841680524999</c:v>
                      </c:pt>
                      <c:pt idx="245">
                        <c:v>17.829495858929</c:v>
                      </c:pt>
                      <c:pt idx="246">
                        <c:v>36.671050213146998</c:v>
                      </c:pt>
                      <c:pt idx="247">
                        <c:v>51.040064095971005</c:v>
                      </c:pt>
                      <c:pt idx="248">
                        <c:v>59.511835544028997</c:v>
                      </c:pt>
                      <c:pt idx="249">
                        <c:v>60.808305177136006</c:v>
                      </c:pt>
                      <c:pt idx="250">
                        <c:v>63.819579315012</c:v>
                      </c:pt>
                      <c:pt idx="251">
                        <c:v>70.524696332632004</c:v>
                      </c:pt>
                      <c:pt idx="252">
                        <c:v>77.418374635280998</c:v>
                      </c:pt>
                      <c:pt idx="253">
                        <c:v>86.062059221089001</c:v>
                      </c:pt>
                      <c:pt idx="254">
                        <c:v>87.773685256656989</c:v>
                      </c:pt>
                      <c:pt idx="255">
                        <c:v>84.355011570962006</c:v>
                      </c:pt>
                      <c:pt idx="256">
                        <c:v>79.256156348741001</c:v>
                      </c:pt>
                      <c:pt idx="257">
                        <c:v>80.802987728283995</c:v>
                      </c:pt>
                      <c:pt idx="258">
                        <c:v>81.440218241838991</c:v>
                      </c:pt>
                      <c:pt idx="259">
                        <c:v>92.126581852351009</c:v>
                      </c:pt>
                      <c:pt idx="260">
                        <c:v>101.77535740947496</c:v>
                      </c:pt>
                      <c:pt idx="261">
                        <c:v>113.285221505404</c:v>
                      </c:pt>
                      <c:pt idx="262">
                        <c:v>110.54962427992001</c:v>
                      </c:pt>
                      <c:pt idx="263">
                        <c:v>89.569895853671994</c:v>
                      </c:pt>
                      <c:pt idx="264">
                        <c:v>62.486627899070996</c:v>
                      </c:pt>
                      <c:pt idx="265">
                        <c:v>38.191911951781002</c:v>
                      </c:pt>
                      <c:pt idx="266">
                        <c:v>23.213980907869001</c:v>
                      </c:pt>
                      <c:pt idx="267">
                        <c:v>15.880051314262998</c:v>
                      </c:pt>
                      <c:pt idx="268">
                        <c:v>13.360862418238</c:v>
                      </c:pt>
                      <c:pt idx="269">
                        <c:v>17.986979245385999</c:v>
                      </c:pt>
                      <c:pt idx="270">
                        <c:v>37.931925892396002</c:v>
                      </c:pt>
                      <c:pt idx="271">
                        <c:v>52.927890808684005</c:v>
                      </c:pt>
                      <c:pt idx="272">
                        <c:v>60.160053515086005</c:v>
                      </c:pt>
                      <c:pt idx="273">
                        <c:v>61.580772382072013</c:v>
                      </c:pt>
                      <c:pt idx="274">
                        <c:v>65.039339137114013</c:v>
                      </c:pt>
                      <c:pt idx="275">
                        <c:v>72.13750024053499</c:v>
                      </c:pt>
                      <c:pt idx="276">
                        <c:v>78.849294232898998</c:v>
                      </c:pt>
                      <c:pt idx="277">
                        <c:v>87.417247513658012</c:v>
                      </c:pt>
                      <c:pt idx="278">
                        <c:v>88.181162923518997</c:v>
                      </c:pt>
                      <c:pt idx="279">
                        <c:v>84.634280507533006</c:v>
                      </c:pt>
                      <c:pt idx="280">
                        <c:v>79.692488580132007</c:v>
                      </c:pt>
                      <c:pt idx="281">
                        <c:v>80.265269229751993</c:v>
                      </c:pt>
                      <c:pt idx="282">
                        <c:v>80.780567791167996</c:v>
                      </c:pt>
                      <c:pt idx="283">
                        <c:v>92.89068336149802</c:v>
                      </c:pt>
                      <c:pt idx="284">
                        <c:v>103.138773474128</c:v>
                      </c:pt>
                      <c:pt idx="285">
                        <c:v>114.791065083414</c:v>
                      </c:pt>
                      <c:pt idx="286">
                        <c:v>110.72440297619301</c:v>
                      </c:pt>
                      <c:pt idx="287">
                        <c:v>89.778663658045005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7-F782-4DD4-8B67-32577BCE01C1}"/>
                  </c:ext>
                </c:extLst>
              </c15:ser>
            </c15:filteredLineSeries>
            <c15:filteredLineSeries>
              <c15:ser>
                <c:idx val="39"/>
                <c:order val="3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12-10-2026'!$AO$1</c15:sqref>
                        </c15:formulaRef>
                      </c:ext>
                    </c:extLst>
                    <c:strCache>
                      <c:ptCount val="1"/>
                      <c:pt idx="0">
                        <c:v>Huawei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12-10-2026'!$AO$2:$AO$289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241.42800940799998</c:v>
                      </c:pt>
                      <c:pt idx="1">
                        <c:v>151.824097615</c:v>
                      </c:pt>
                      <c:pt idx="2">
                        <c:v>90.527738077999999</c:v>
                      </c:pt>
                      <c:pt idx="3">
                        <c:v>58.638231547000004</c:v>
                      </c:pt>
                      <c:pt idx="4">
                        <c:v>46.736178624000004</c:v>
                      </c:pt>
                      <c:pt idx="5">
                        <c:v>61.624123298000001</c:v>
                      </c:pt>
                      <c:pt idx="6">
                        <c:v>117.99818010799999</c:v>
                      </c:pt>
                      <c:pt idx="7">
                        <c:v>168.746320013</c:v>
                      </c:pt>
                      <c:pt idx="8">
                        <c:v>201.56647390699999</c:v>
                      </c:pt>
                      <c:pt idx="9">
                        <c:v>217.27973900000001</c:v>
                      </c:pt>
                      <c:pt idx="10">
                        <c:v>238.09682408600003</c:v>
                      </c:pt>
                      <c:pt idx="11">
                        <c:v>265.11026016400001</c:v>
                      </c:pt>
                      <c:pt idx="12">
                        <c:v>286.14942565799998</c:v>
                      </c:pt>
                      <c:pt idx="13">
                        <c:v>321.60783359200002</c:v>
                      </c:pt>
                      <c:pt idx="14">
                        <c:v>327.16787034200001</c:v>
                      </c:pt>
                      <c:pt idx="15">
                        <c:v>312.86570674099994</c:v>
                      </c:pt>
                      <c:pt idx="16">
                        <c:v>284.63489516100003</c:v>
                      </c:pt>
                      <c:pt idx="17">
                        <c:v>290.52164266899996</c:v>
                      </c:pt>
                      <c:pt idx="18">
                        <c:v>288.45850344199999</c:v>
                      </c:pt>
                      <c:pt idx="19">
                        <c:v>335.23854901700003</c:v>
                      </c:pt>
                      <c:pt idx="20">
                        <c:v>372.04250058100001</c:v>
                      </c:pt>
                      <c:pt idx="21">
                        <c:v>415.88428031699999</c:v>
                      </c:pt>
                      <c:pt idx="22">
                        <c:v>412.15451542500006</c:v>
                      </c:pt>
                      <c:pt idx="23">
                        <c:v>356.57178703700004</c:v>
                      </c:pt>
                      <c:pt idx="24">
                        <c:v>266.242949974</c:v>
                      </c:pt>
                      <c:pt idx="25">
                        <c:v>175.52933422300001</c:v>
                      </c:pt>
                      <c:pt idx="26">
                        <c:v>107.850586951</c:v>
                      </c:pt>
                      <c:pt idx="27">
                        <c:v>68.492667053000005</c:v>
                      </c:pt>
                      <c:pt idx="28">
                        <c:v>50.414189131999997</c:v>
                      </c:pt>
                      <c:pt idx="29">
                        <c:v>59.952102719999999</c:v>
                      </c:pt>
                      <c:pt idx="30">
                        <c:v>105.162855142</c:v>
                      </c:pt>
                      <c:pt idx="31">
                        <c:v>151.777116525</c:v>
                      </c:pt>
                      <c:pt idx="32">
                        <c:v>200.347145235</c:v>
                      </c:pt>
                      <c:pt idx="33">
                        <c:v>235.71734978800004</c:v>
                      </c:pt>
                      <c:pt idx="34">
                        <c:v>265.69170616400004</c:v>
                      </c:pt>
                      <c:pt idx="35">
                        <c:v>297.34331918199996</c:v>
                      </c:pt>
                      <c:pt idx="36">
                        <c:v>301.88212932299996</c:v>
                      </c:pt>
                      <c:pt idx="37">
                        <c:v>321.67267662099999</c:v>
                      </c:pt>
                      <c:pt idx="38">
                        <c:v>371.144687401</c:v>
                      </c:pt>
                      <c:pt idx="39">
                        <c:v>344.703871811</c:v>
                      </c:pt>
                      <c:pt idx="40">
                        <c:v>301.18125102299996</c:v>
                      </c:pt>
                      <c:pt idx="41">
                        <c:v>300.78947576099995</c:v>
                      </c:pt>
                      <c:pt idx="42">
                        <c:v>295.914400043</c:v>
                      </c:pt>
                      <c:pt idx="43">
                        <c:v>343.897858805</c:v>
                      </c:pt>
                      <c:pt idx="44">
                        <c:v>384.32090947</c:v>
                      </c:pt>
                      <c:pt idx="45">
                        <c:v>431.98260468899997</c:v>
                      </c:pt>
                      <c:pt idx="46">
                        <c:v>424.46058856100001</c:v>
                      </c:pt>
                      <c:pt idx="47">
                        <c:v>367.16512715699997</c:v>
                      </c:pt>
                      <c:pt idx="48">
                        <c:v>274.23162584099998</c:v>
                      </c:pt>
                      <c:pt idx="49">
                        <c:v>179.72764124199998</c:v>
                      </c:pt>
                      <c:pt idx="50">
                        <c:v>107.91561355300001</c:v>
                      </c:pt>
                      <c:pt idx="51">
                        <c:v>67.79500769500001</c:v>
                      </c:pt>
                      <c:pt idx="52">
                        <c:v>50.470905664</c:v>
                      </c:pt>
                      <c:pt idx="53">
                        <c:v>61.417653049999998</c:v>
                      </c:pt>
                      <c:pt idx="54">
                        <c:v>110.195501052</c:v>
                      </c:pt>
                      <c:pt idx="55">
                        <c:v>158.87150368599998</c:v>
                      </c:pt>
                      <c:pt idx="56">
                        <c:v>202.878809077</c:v>
                      </c:pt>
                      <c:pt idx="57">
                        <c:v>229.269349887</c:v>
                      </c:pt>
                      <c:pt idx="58">
                        <c:v>250.144011054</c:v>
                      </c:pt>
                      <c:pt idx="59">
                        <c:v>275.65478169200003</c:v>
                      </c:pt>
                      <c:pt idx="60">
                        <c:v>290.56360436900002</c:v>
                      </c:pt>
                      <c:pt idx="61">
                        <c:v>331.71897987900002</c:v>
                      </c:pt>
                      <c:pt idx="62">
                        <c:v>343.44679328900003</c:v>
                      </c:pt>
                      <c:pt idx="63">
                        <c:v>324.54903479800004</c:v>
                      </c:pt>
                      <c:pt idx="64">
                        <c:v>290.53279242300005</c:v>
                      </c:pt>
                      <c:pt idx="65">
                        <c:v>293.678130291</c:v>
                      </c:pt>
                      <c:pt idx="66">
                        <c:v>287.92233651899994</c:v>
                      </c:pt>
                      <c:pt idx="67">
                        <c:v>333.04336767900003</c:v>
                      </c:pt>
                      <c:pt idx="68">
                        <c:v>373.51835284200001</c:v>
                      </c:pt>
                      <c:pt idx="69">
                        <c:v>417.16883946899998</c:v>
                      </c:pt>
                      <c:pt idx="70">
                        <c:v>405.64620357299998</c:v>
                      </c:pt>
                      <c:pt idx="71">
                        <c:v>338.57849607599996</c:v>
                      </c:pt>
                      <c:pt idx="72">
                        <c:v>238.79076167699998</c:v>
                      </c:pt>
                      <c:pt idx="73">
                        <c:v>147.19766789100001</c:v>
                      </c:pt>
                      <c:pt idx="74">
                        <c:v>87.811126082000001</c:v>
                      </c:pt>
                      <c:pt idx="75">
                        <c:v>56.843521667000005</c:v>
                      </c:pt>
                      <c:pt idx="76">
                        <c:v>45.654767944</c:v>
                      </c:pt>
                      <c:pt idx="77">
                        <c:v>59.404175900000006</c:v>
                      </c:pt>
                      <c:pt idx="78">
                        <c:v>113.83622340400001</c:v>
                      </c:pt>
                      <c:pt idx="79">
                        <c:v>160.44792221</c:v>
                      </c:pt>
                      <c:pt idx="80">
                        <c:v>193.82430283500003</c:v>
                      </c:pt>
                      <c:pt idx="81">
                        <c:v>210.25257543800001</c:v>
                      </c:pt>
                      <c:pt idx="82">
                        <c:v>229.191132052</c:v>
                      </c:pt>
                      <c:pt idx="83">
                        <c:v>256.123845276</c:v>
                      </c:pt>
                      <c:pt idx="84">
                        <c:v>273.93739884500002</c:v>
                      </c:pt>
                      <c:pt idx="85">
                        <c:v>306.56921839799998</c:v>
                      </c:pt>
                      <c:pt idx="86">
                        <c:v>311.05678310900004</c:v>
                      </c:pt>
                      <c:pt idx="87">
                        <c:v>295.26658673600002</c:v>
                      </c:pt>
                      <c:pt idx="88">
                        <c:v>278.58063851299994</c:v>
                      </c:pt>
                      <c:pt idx="89">
                        <c:v>287.36197827500001</c:v>
                      </c:pt>
                      <c:pt idx="90">
                        <c:v>284.43757870399998</c:v>
                      </c:pt>
                      <c:pt idx="91">
                        <c:v>330.703739832</c:v>
                      </c:pt>
                      <c:pt idx="92">
                        <c:v>373.40071337300003</c:v>
                      </c:pt>
                      <c:pt idx="93">
                        <c:v>415.88768955000006</c:v>
                      </c:pt>
                      <c:pt idx="94">
                        <c:v>399.89368914400006</c:v>
                      </c:pt>
                      <c:pt idx="95">
                        <c:v>326.27528287300004</c:v>
                      </c:pt>
                      <c:pt idx="96">
                        <c:v>224.75791627000001</c:v>
                      </c:pt>
                      <c:pt idx="97">
                        <c:v>137.52614535000001</c:v>
                      </c:pt>
                      <c:pt idx="98">
                        <c:v>82.316659916999996</c:v>
                      </c:pt>
                      <c:pt idx="99">
                        <c:v>54.527114170999994</c:v>
                      </c:pt>
                      <c:pt idx="100">
                        <c:v>44.625529512</c:v>
                      </c:pt>
                      <c:pt idx="101">
                        <c:v>58.868733415999998</c:v>
                      </c:pt>
                      <c:pt idx="102">
                        <c:v>115.86488548199999</c:v>
                      </c:pt>
                      <c:pt idx="103">
                        <c:v>164.46153222700002</c:v>
                      </c:pt>
                      <c:pt idx="104">
                        <c:v>195.547701526</c:v>
                      </c:pt>
                      <c:pt idx="105">
                        <c:v>211.201587577</c:v>
                      </c:pt>
                      <c:pt idx="106">
                        <c:v>229.65996017200001</c:v>
                      </c:pt>
                      <c:pt idx="107">
                        <c:v>258.433385332</c:v>
                      </c:pt>
                      <c:pt idx="108">
                        <c:v>276.024222802</c:v>
                      </c:pt>
                      <c:pt idx="109">
                        <c:v>308.923236417</c:v>
                      </c:pt>
                      <c:pt idx="110">
                        <c:v>310.55896809299998</c:v>
                      </c:pt>
                      <c:pt idx="111">
                        <c:v>295.15607964899999</c:v>
                      </c:pt>
                      <c:pt idx="112">
                        <c:v>277.83653139699999</c:v>
                      </c:pt>
                      <c:pt idx="113">
                        <c:v>284.83902971600003</c:v>
                      </c:pt>
                      <c:pt idx="114">
                        <c:v>283.07407526700001</c:v>
                      </c:pt>
                      <c:pt idx="115">
                        <c:v>330.54008248999997</c:v>
                      </c:pt>
                      <c:pt idx="116">
                        <c:v>374.326831728</c:v>
                      </c:pt>
                      <c:pt idx="117">
                        <c:v>420.13440903700001</c:v>
                      </c:pt>
                      <c:pt idx="118">
                        <c:v>403.01456198900007</c:v>
                      </c:pt>
                      <c:pt idx="119">
                        <c:v>330.48644619499998</c:v>
                      </c:pt>
                      <c:pt idx="120">
                        <c:v>228.26448560700004</c:v>
                      </c:pt>
                      <c:pt idx="121">
                        <c:v>139.33671445099998</c:v>
                      </c:pt>
                      <c:pt idx="122">
                        <c:v>82.632406678000009</c:v>
                      </c:pt>
                      <c:pt idx="123">
                        <c:v>54.253934857999994</c:v>
                      </c:pt>
                      <c:pt idx="124">
                        <c:v>44.226130597000001</c:v>
                      </c:pt>
                      <c:pt idx="125">
                        <c:v>58.648751994000001</c:v>
                      </c:pt>
                      <c:pt idx="126">
                        <c:v>116.64338219499999</c:v>
                      </c:pt>
                      <c:pt idx="127">
                        <c:v>166.195268422</c:v>
                      </c:pt>
                      <c:pt idx="128">
                        <c:v>197.49408096300002</c:v>
                      </c:pt>
                      <c:pt idx="129">
                        <c:v>213.84466006600002</c:v>
                      </c:pt>
                      <c:pt idx="130">
                        <c:v>234.46495408599998</c:v>
                      </c:pt>
                      <c:pt idx="131">
                        <c:v>259.80138306499998</c:v>
                      </c:pt>
                      <c:pt idx="132">
                        <c:v>283.66687740200001</c:v>
                      </c:pt>
                      <c:pt idx="133">
                        <c:v>328.894192121</c:v>
                      </c:pt>
                      <c:pt idx="134">
                        <c:v>332.10412731399998</c:v>
                      </c:pt>
                      <c:pt idx="135">
                        <c:v>311.30496518500001</c:v>
                      </c:pt>
                      <c:pt idx="136">
                        <c:v>281.72866774800002</c:v>
                      </c:pt>
                      <c:pt idx="137">
                        <c:v>286.767718554</c:v>
                      </c:pt>
                      <c:pt idx="138">
                        <c:v>306.37279771300001</c:v>
                      </c:pt>
                      <c:pt idx="139">
                        <c:v>351.75257062100002</c:v>
                      </c:pt>
                      <c:pt idx="140">
                        <c:v>378.85565479100001</c:v>
                      </c:pt>
                      <c:pt idx="141">
                        <c:v>421.03904727299994</c:v>
                      </c:pt>
                      <c:pt idx="142">
                        <c:v>403.88933405399996</c:v>
                      </c:pt>
                      <c:pt idx="143">
                        <c:v>331.10017012099996</c:v>
                      </c:pt>
                      <c:pt idx="144">
                        <c:v>236.000731191</c:v>
                      </c:pt>
                      <c:pt idx="145">
                        <c:v>146.63213212599999</c:v>
                      </c:pt>
                      <c:pt idx="146">
                        <c:v>89.470185213999997</c:v>
                      </c:pt>
                      <c:pt idx="147">
                        <c:v>56.266380186999996</c:v>
                      </c:pt>
                      <c:pt idx="148">
                        <c:v>45.010171026999998</c:v>
                      </c:pt>
                      <c:pt idx="149">
                        <c:v>59.787237815999994</c:v>
                      </c:pt>
                      <c:pt idx="150">
                        <c:v>119.81170533000002</c:v>
                      </c:pt>
                      <c:pt idx="151">
                        <c:v>168.72212283499999</c:v>
                      </c:pt>
                      <c:pt idx="152">
                        <c:v>200.28514015999997</c:v>
                      </c:pt>
                      <c:pt idx="153">
                        <c:v>215.587040479</c:v>
                      </c:pt>
                      <c:pt idx="154">
                        <c:v>233.66659152400001</c:v>
                      </c:pt>
                      <c:pt idx="155">
                        <c:v>260.14471493099995</c:v>
                      </c:pt>
                      <c:pt idx="156">
                        <c:v>277.38518511300003</c:v>
                      </c:pt>
                      <c:pt idx="157">
                        <c:v>309.83689603000005</c:v>
                      </c:pt>
                      <c:pt idx="158">
                        <c:v>313.152111166</c:v>
                      </c:pt>
                      <c:pt idx="159">
                        <c:v>298.12288774000001</c:v>
                      </c:pt>
                      <c:pt idx="160">
                        <c:v>284.13919702200002</c:v>
                      </c:pt>
                      <c:pt idx="161">
                        <c:v>291.53966002200002</c:v>
                      </c:pt>
                      <c:pt idx="162">
                        <c:v>289.633989305</c:v>
                      </c:pt>
                      <c:pt idx="163">
                        <c:v>333.87869934099996</c:v>
                      </c:pt>
                      <c:pt idx="164">
                        <c:v>374.24478750699996</c:v>
                      </c:pt>
                      <c:pt idx="165">
                        <c:v>415.46479790800004</c:v>
                      </c:pt>
                      <c:pt idx="166">
                        <c:v>401.85900284999997</c:v>
                      </c:pt>
                      <c:pt idx="167">
                        <c:v>328.31471292499998</c:v>
                      </c:pt>
                      <c:pt idx="168">
                        <c:v>228.395331043</c:v>
                      </c:pt>
                      <c:pt idx="169">
                        <c:v>140.67600385699998</c:v>
                      </c:pt>
                      <c:pt idx="170">
                        <c:v>84.866791866</c:v>
                      </c:pt>
                      <c:pt idx="171">
                        <c:v>56.06736170100001</c:v>
                      </c:pt>
                      <c:pt idx="172">
                        <c:v>45.993630847000006</c:v>
                      </c:pt>
                      <c:pt idx="173">
                        <c:v>60.897941955</c:v>
                      </c:pt>
                      <c:pt idx="174">
                        <c:v>122.25867252199998</c:v>
                      </c:pt>
                      <c:pt idx="175">
                        <c:v>176.39946879000001</c:v>
                      </c:pt>
                      <c:pt idx="176">
                        <c:v>215.70386143299999</c:v>
                      </c:pt>
                      <c:pt idx="177">
                        <c:v>240.993253192</c:v>
                      </c:pt>
                      <c:pt idx="178">
                        <c:v>249.80611825700001</c:v>
                      </c:pt>
                      <c:pt idx="179">
                        <c:v>269.73898319700004</c:v>
                      </c:pt>
                      <c:pt idx="180">
                        <c:v>290.86329269200002</c:v>
                      </c:pt>
                      <c:pt idx="181">
                        <c:v>324.43842669899999</c:v>
                      </c:pt>
                      <c:pt idx="182">
                        <c:v>325.84292680999999</c:v>
                      </c:pt>
                      <c:pt idx="183">
                        <c:v>308.25988810399997</c:v>
                      </c:pt>
                      <c:pt idx="184">
                        <c:v>287.40708590599996</c:v>
                      </c:pt>
                      <c:pt idx="185">
                        <c:v>291.84150688099999</c:v>
                      </c:pt>
                      <c:pt idx="186">
                        <c:v>295.38503760799995</c:v>
                      </c:pt>
                      <c:pt idx="187">
                        <c:v>344.37160829100003</c:v>
                      </c:pt>
                      <c:pt idx="188">
                        <c:v>383.00359055599995</c:v>
                      </c:pt>
                      <c:pt idx="189">
                        <c:v>421.80004500799998</c:v>
                      </c:pt>
                      <c:pt idx="190">
                        <c:v>413.96175435599997</c:v>
                      </c:pt>
                      <c:pt idx="191">
                        <c:v>352.42206000900001</c:v>
                      </c:pt>
                      <c:pt idx="192">
                        <c:v>259.78329583500005</c:v>
                      </c:pt>
                      <c:pt idx="193">
                        <c:v>168.40666674300002</c:v>
                      </c:pt>
                      <c:pt idx="194">
                        <c:v>102.93573557799999</c:v>
                      </c:pt>
                      <c:pt idx="195">
                        <c:v>68.008083970000001</c:v>
                      </c:pt>
                      <c:pt idx="196">
                        <c:v>51.652994538000009</c:v>
                      </c:pt>
                      <c:pt idx="197">
                        <c:v>59.198050981000002</c:v>
                      </c:pt>
                      <c:pt idx="198">
                        <c:v>107.967211913</c:v>
                      </c:pt>
                      <c:pt idx="199">
                        <c:v>155.92579404399999</c:v>
                      </c:pt>
                      <c:pt idx="200">
                        <c:v>205.75054580400001</c:v>
                      </c:pt>
                      <c:pt idx="201">
                        <c:v>239.35017402100004</c:v>
                      </c:pt>
                      <c:pt idx="202">
                        <c:v>268.45567797899997</c:v>
                      </c:pt>
                      <c:pt idx="203">
                        <c:v>298.28376963199997</c:v>
                      </c:pt>
                      <c:pt idx="204">
                        <c:v>301.05782400199996</c:v>
                      </c:pt>
                      <c:pt idx="205">
                        <c:v>322.52608866600002</c:v>
                      </c:pt>
                      <c:pt idx="206">
                        <c:v>370.75545768899997</c:v>
                      </c:pt>
                      <c:pt idx="207">
                        <c:v>341.79235061599996</c:v>
                      </c:pt>
                      <c:pt idx="208">
                        <c:v>308.63658634400002</c:v>
                      </c:pt>
                      <c:pt idx="209">
                        <c:v>309.66343496500002</c:v>
                      </c:pt>
                      <c:pt idx="210">
                        <c:v>306.42350054200006</c:v>
                      </c:pt>
                      <c:pt idx="211">
                        <c:v>352.35325743100003</c:v>
                      </c:pt>
                      <c:pt idx="212">
                        <c:v>393.39982158600003</c:v>
                      </c:pt>
                      <c:pt idx="213">
                        <c:v>432.485319774</c:v>
                      </c:pt>
                      <c:pt idx="214">
                        <c:v>425.45378177299995</c:v>
                      </c:pt>
                      <c:pt idx="215">
                        <c:v>359.50766001</c:v>
                      </c:pt>
                      <c:pt idx="216">
                        <c:v>261.51334731699995</c:v>
                      </c:pt>
                      <c:pt idx="217">
                        <c:v>166.70787170699998</c:v>
                      </c:pt>
                      <c:pt idx="218">
                        <c:v>101.89607297800001</c:v>
                      </c:pt>
                      <c:pt idx="219">
                        <c:v>64.907809409999999</c:v>
                      </c:pt>
                      <c:pt idx="220">
                        <c:v>49.337223776999998</c:v>
                      </c:pt>
                      <c:pt idx="221">
                        <c:v>59.187087634999997</c:v>
                      </c:pt>
                      <c:pt idx="222">
                        <c:v>112.04613275400001</c:v>
                      </c:pt>
                      <c:pt idx="223">
                        <c:v>162.46576497500001</c:v>
                      </c:pt>
                      <c:pt idx="224">
                        <c:v>205.92674195699999</c:v>
                      </c:pt>
                      <c:pt idx="225">
                        <c:v>229.744909514</c:v>
                      </c:pt>
                      <c:pt idx="226">
                        <c:v>249.32808936700002</c:v>
                      </c:pt>
                      <c:pt idx="227">
                        <c:v>273.75427154199997</c:v>
                      </c:pt>
                      <c:pt idx="228">
                        <c:v>287.27057242799998</c:v>
                      </c:pt>
                      <c:pt idx="229">
                        <c:v>329.19596401000001</c:v>
                      </c:pt>
                      <c:pt idx="230">
                        <c:v>340.38074067700001</c:v>
                      </c:pt>
                      <c:pt idx="231">
                        <c:v>318.75807588600003</c:v>
                      </c:pt>
                      <c:pt idx="232">
                        <c:v>291.80465213000002</c:v>
                      </c:pt>
                      <c:pt idx="233">
                        <c:v>296.84389363999998</c:v>
                      </c:pt>
                      <c:pt idx="234">
                        <c:v>299.37234509000001</c:v>
                      </c:pt>
                      <c:pt idx="235">
                        <c:v>342.15590551299999</c:v>
                      </c:pt>
                      <c:pt idx="236">
                        <c:v>389.43633057800002</c:v>
                      </c:pt>
                      <c:pt idx="237">
                        <c:v>429.40837770899998</c:v>
                      </c:pt>
                      <c:pt idx="238">
                        <c:v>406.17124863100003</c:v>
                      </c:pt>
                      <c:pt idx="239">
                        <c:v>329.377487024</c:v>
                      </c:pt>
                      <c:pt idx="240">
                        <c:v>227.01935825699999</c:v>
                      </c:pt>
                      <c:pt idx="241">
                        <c:v>139.762605388</c:v>
                      </c:pt>
                      <c:pt idx="242">
                        <c:v>84.326765988000005</c:v>
                      </c:pt>
                      <c:pt idx="243">
                        <c:v>56.134401421999996</c:v>
                      </c:pt>
                      <c:pt idx="244">
                        <c:v>45.815945501999998</c:v>
                      </c:pt>
                      <c:pt idx="245">
                        <c:v>57.702199880999991</c:v>
                      </c:pt>
                      <c:pt idx="246">
                        <c:v>115.25009189999997</c:v>
                      </c:pt>
                      <c:pt idx="247">
                        <c:v>163.12942139100002</c:v>
                      </c:pt>
                      <c:pt idx="248">
                        <c:v>197.906657185</c:v>
                      </c:pt>
                      <c:pt idx="249">
                        <c:v>210.19426873899999</c:v>
                      </c:pt>
                      <c:pt idx="250">
                        <c:v>226.331611122</c:v>
                      </c:pt>
                      <c:pt idx="251">
                        <c:v>251.567089667</c:v>
                      </c:pt>
                      <c:pt idx="252">
                        <c:v>271.12171347899999</c:v>
                      </c:pt>
                      <c:pt idx="253">
                        <c:v>304.335476933</c:v>
                      </c:pt>
                      <c:pt idx="254">
                        <c:v>308.21350034300002</c:v>
                      </c:pt>
                      <c:pt idx="255">
                        <c:v>293.15828208900001</c:v>
                      </c:pt>
                      <c:pt idx="256">
                        <c:v>284.041385214</c:v>
                      </c:pt>
                      <c:pt idx="257">
                        <c:v>296.48532005199996</c:v>
                      </c:pt>
                      <c:pt idx="258">
                        <c:v>298.18178044899997</c:v>
                      </c:pt>
                      <c:pt idx="259">
                        <c:v>339.547362077</c:v>
                      </c:pt>
                      <c:pt idx="260">
                        <c:v>383.45843108900004</c:v>
                      </c:pt>
                      <c:pt idx="261">
                        <c:v>418.86435004999998</c:v>
                      </c:pt>
                      <c:pt idx="262">
                        <c:v>399.54918234899998</c:v>
                      </c:pt>
                      <c:pt idx="263">
                        <c:v>318.94928198299999</c:v>
                      </c:pt>
                      <c:pt idx="264">
                        <c:v>221.31899212299999</c:v>
                      </c:pt>
                      <c:pt idx="265">
                        <c:v>134.12895328799999</c:v>
                      </c:pt>
                      <c:pt idx="266">
                        <c:v>80.531728947000005</c:v>
                      </c:pt>
                      <c:pt idx="267">
                        <c:v>53.982686658999995</c:v>
                      </c:pt>
                      <c:pt idx="268">
                        <c:v>44.415841233999998</c:v>
                      </c:pt>
                      <c:pt idx="269">
                        <c:v>57.672349036</c:v>
                      </c:pt>
                      <c:pt idx="270">
                        <c:v>118.60502699</c:v>
                      </c:pt>
                      <c:pt idx="271">
                        <c:v>168.70338556800002</c:v>
                      </c:pt>
                      <c:pt idx="272">
                        <c:v>199.639649908</c:v>
                      </c:pt>
                      <c:pt idx="273">
                        <c:v>213.66528837699997</c:v>
                      </c:pt>
                      <c:pt idx="274">
                        <c:v>231.75567281300005</c:v>
                      </c:pt>
                      <c:pt idx="275">
                        <c:v>258.37430741999998</c:v>
                      </c:pt>
                      <c:pt idx="276">
                        <c:v>276.69694488200003</c:v>
                      </c:pt>
                      <c:pt idx="277">
                        <c:v>309.019235525</c:v>
                      </c:pt>
                      <c:pt idx="278">
                        <c:v>309.157586348</c:v>
                      </c:pt>
                      <c:pt idx="279">
                        <c:v>294.08755213400002</c:v>
                      </c:pt>
                      <c:pt idx="280">
                        <c:v>285.36268323199999</c:v>
                      </c:pt>
                      <c:pt idx="281">
                        <c:v>294.20115552799996</c:v>
                      </c:pt>
                      <c:pt idx="282">
                        <c:v>296.42978494199997</c:v>
                      </c:pt>
                      <c:pt idx="283">
                        <c:v>343.27539855500004</c:v>
                      </c:pt>
                      <c:pt idx="284">
                        <c:v>388.90447866099998</c:v>
                      </c:pt>
                      <c:pt idx="285">
                        <c:v>425.20670999399999</c:v>
                      </c:pt>
                      <c:pt idx="286">
                        <c:v>399.600876642</c:v>
                      </c:pt>
                      <c:pt idx="287">
                        <c:v>318.63636647700002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8-F782-4DD4-8B67-32577BCE01C1}"/>
                  </c:ext>
                </c:extLst>
              </c15:ser>
            </c15:filteredLineSeries>
            <c15:filteredLineSeries>
              <c15:ser>
                <c:idx val="40"/>
                <c:order val="4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12-10-2026'!$AP$1</c15:sqref>
                        </c15:formulaRef>
                      </c:ext>
                    </c:extLst>
                    <c:strCache>
                      <c:ptCount val="1"/>
                      <c:pt idx="0">
                        <c:v>Ericsson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12-10-2026'!$AP$2:$AP$289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173.971577539847</c:v>
                      </c:pt>
                      <c:pt idx="1">
                        <c:v>110.32258301666701</c:v>
                      </c:pt>
                      <c:pt idx="2">
                        <c:v>66.247399479487996</c:v>
                      </c:pt>
                      <c:pt idx="3">
                        <c:v>41.042338895813003</c:v>
                      </c:pt>
                      <c:pt idx="4">
                        <c:v>29.916902568888005</c:v>
                      </c:pt>
                      <c:pt idx="5">
                        <c:v>31.616645769824</c:v>
                      </c:pt>
                      <c:pt idx="6">
                        <c:v>61.970012936101</c:v>
                      </c:pt>
                      <c:pt idx="7">
                        <c:v>96.977235934652001</c:v>
                      </c:pt>
                      <c:pt idx="8">
                        <c:v>121.822088149124</c:v>
                      </c:pt>
                      <c:pt idx="9">
                        <c:v>133.4531300603</c:v>
                      </c:pt>
                      <c:pt idx="10">
                        <c:v>149.16902997944001</c:v>
                      </c:pt>
                      <c:pt idx="11">
                        <c:v>168.28638995234598</c:v>
                      </c:pt>
                      <c:pt idx="12">
                        <c:v>183.151354910083</c:v>
                      </c:pt>
                      <c:pt idx="13">
                        <c:v>202.25089022857199</c:v>
                      </c:pt>
                      <c:pt idx="14">
                        <c:v>214.18566448171003</c:v>
                      </c:pt>
                      <c:pt idx="15">
                        <c:v>210.80245657171099</c:v>
                      </c:pt>
                      <c:pt idx="16">
                        <c:v>189.164537899198</c:v>
                      </c:pt>
                      <c:pt idx="17">
                        <c:v>196.36430304520601</c:v>
                      </c:pt>
                      <c:pt idx="18">
                        <c:v>194.798626019804</c:v>
                      </c:pt>
                      <c:pt idx="19">
                        <c:v>214.36825591457699</c:v>
                      </c:pt>
                      <c:pt idx="20">
                        <c:v>236.42318996756501</c:v>
                      </c:pt>
                      <c:pt idx="21">
                        <c:v>281.88639127615903</c:v>
                      </c:pt>
                      <c:pt idx="22">
                        <c:v>290.37365461926697</c:v>
                      </c:pt>
                      <c:pt idx="23">
                        <c:v>256.59996836602096</c:v>
                      </c:pt>
                      <c:pt idx="24">
                        <c:v>194.50310576064601</c:v>
                      </c:pt>
                      <c:pt idx="25">
                        <c:v>126.72904311823999</c:v>
                      </c:pt>
                      <c:pt idx="26">
                        <c:v>75.563185477184007</c:v>
                      </c:pt>
                      <c:pt idx="27">
                        <c:v>49.516160110041</c:v>
                      </c:pt>
                      <c:pt idx="28">
                        <c:v>33.947401756276001</c:v>
                      </c:pt>
                      <c:pt idx="29">
                        <c:v>31.418900665220001</c:v>
                      </c:pt>
                      <c:pt idx="30">
                        <c:v>53.106503118882003</c:v>
                      </c:pt>
                      <c:pt idx="31">
                        <c:v>77.385541427266006</c:v>
                      </c:pt>
                      <c:pt idx="32">
                        <c:v>110.436642799184</c:v>
                      </c:pt>
                      <c:pt idx="33">
                        <c:v>138.74398200800204</c:v>
                      </c:pt>
                      <c:pt idx="34">
                        <c:v>163.14161715246499</c:v>
                      </c:pt>
                      <c:pt idx="35">
                        <c:v>186.549041795569</c:v>
                      </c:pt>
                      <c:pt idx="36">
                        <c:v>194.37992473920201</c:v>
                      </c:pt>
                      <c:pt idx="37">
                        <c:v>200.36088507166897</c:v>
                      </c:pt>
                      <c:pt idx="38">
                        <c:v>248.89613512690403</c:v>
                      </c:pt>
                      <c:pt idx="39">
                        <c:v>237.80986978989898</c:v>
                      </c:pt>
                      <c:pt idx="40">
                        <c:v>200.63328925620101</c:v>
                      </c:pt>
                      <c:pt idx="41">
                        <c:v>202.04905521311801</c:v>
                      </c:pt>
                      <c:pt idx="42">
                        <c:v>199.20968850457899</c:v>
                      </c:pt>
                      <c:pt idx="43">
                        <c:v>222.39426585225098</c:v>
                      </c:pt>
                      <c:pt idx="44">
                        <c:v>246.179214607425</c:v>
                      </c:pt>
                      <c:pt idx="45">
                        <c:v>295.17660763301501</c:v>
                      </c:pt>
                      <c:pt idx="46">
                        <c:v>300.03614297217393</c:v>
                      </c:pt>
                      <c:pt idx="47">
                        <c:v>267.40047851754304</c:v>
                      </c:pt>
                      <c:pt idx="48">
                        <c:v>203.850797495347</c:v>
                      </c:pt>
                      <c:pt idx="49">
                        <c:v>135.87483611862899</c:v>
                      </c:pt>
                      <c:pt idx="50">
                        <c:v>82.262078637820991</c:v>
                      </c:pt>
                      <c:pt idx="51">
                        <c:v>49.833752803254995</c:v>
                      </c:pt>
                      <c:pt idx="52">
                        <c:v>33.292235913908996</c:v>
                      </c:pt>
                      <c:pt idx="53">
                        <c:v>30.992097716243997</c:v>
                      </c:pt>
                      <c:pt idx="54">
                        <c:v>54.668439387035995</c:v>
                      </c:pt>
                      <c:pt idx="55">
                        <c:v>82.394015756538991</c:v>
                      </c:pt>
                      <c:pt idx="56">
                        <c:v>113.817195259985</c:v>
                      </c:pt>
                      <c:pt idx="57">
                        <c:v>138.08317284082401</c:v>
                      </c:pt>
                      <c:pt idx="58">
                        <c:v>156.30474851733999</c:v>
                      </c:pt>
                      <c:pt idx="59">
                        <c:v>177.23997666314401</c:v>
                      </c:pt>
                      <c:pt idx="60">
                        <c:v>189.64074996052699</c:v>
                      </c:pt>
                      <c:pt idx="61">
                        <c:v>213.76615481909798</c:v>
                      </c:pt>
                      <c:pt idx="62">
                        <c:v>230.619689518032</c:v>
                      </c:pt>
                      <c:pt idx="63">
                        <c:v>223.01498016569403</c:v>
                      </c:pt>
                      <c:pt idx="64">
                        <c:v>195.56232463820899</c:v>
                      </c:pt>
                      <c:pt idx="65">
                        <c:v>199.87853482555303</c:v>
                      </c:pt>
                      <c:pt idx="66">
                        <c:v>197.54939791850501</c:v>
                      </c:pt>
                      <c:pt idx="67">
                        <c:v>216.83638558480703</c:v>
                      </c:pt>
                      <c:pt idx="68">
                        <c:v>238.32559134941698</c:v>
                      </c:pt>
                      <c:pt idx="69">
                        <c:v>284.40301670362999</c:v>
                      </c:pt>
                      <c:pt idx="70">
                        <c:v>287.51659245409201</c:v>
                      </c:pt>
                      <c:pt idx="71">
                        <c:v>244.76580514692202</c:v>
                      </c:pt>
                      <c:pt idx="72">
                        <c:v>173.855973232162</c:v>
                      </c:pt>
                      <c:pt idx="73">
                        <c:v>108.30276833575799</c:v>
                      </c:pt>
                      <c:pt idx="74">
                        <c:v>64.228638002244992</c:v>
                      </c:pt>
                      <c:pt idx="75">
                        <c:v>39.943503450738</c:v>
                      </c:pt>
                      <c:pt idx="76">
                        <c:v>28.967804429557003</c:v>
                      </c:pt>
                      <c:pt idx="77">
                        <c:v>29.976489904194001</c:v>
                      </c:pt>
                      <c:pt idx="78">
                        <c:v>59.102852645513998</c:v>
                      </c:pt>
                      <c:pt idx="79">
                        <c:v>92.474866458327995</c:v>
                      </c:pt>
                      <c:pt idx="80">
                        <c:v>117.49078132218798</c:v>
                      </c:pt>
                      <c:pt idx="81">
                        <c:v>130.905199279231</c:v>
                      </c:pt>
                      <c:pt idx="82">
                        <c:v>146.21830409862801</c:v>
                      </c:pt>
                      <c:pt idx="83">
                        <c:v>165.21212424070998</c:v>
                      </c:pt>
                      <c:pt idx="84">
                        <c:v>178.30832120620101</c:v>
                      </c:pt>
                      <c:pt idx="85">
                        <c:v>194.70277166704298</c:v>
                      </c:pt>
                      <c:pt idx="86">
                        <c:v>203.843951010442</c:v>
                      </c:pt>
                      <c:pt idx="87">
                        <c:v>199.20105255463</c:v>
                      </c:pt>
                      <c:pt idx="88">
                        <c:v>184.49233633412499</c:v>
                      </c:pt>
                      <c:pt idx="89">
                        <c:v>195.18328487799499</c:v>
                      </c:pt>
                      <c:pt idx="90">
                        <c:v>191.964926354271</c:v>
                      </c:pt>
                      <c:pt idx="91">
                        <c:v>214.96197845231097</c:v>
                      </c:pt>
                      <c:pt idx="92">
                        <c:v>237.98671701318401</c:v>
                      </c:pt>
                      <c:pt idx="93">
                        <c:v>285.28141843667299</c:v>
                      </c:pt>
                      <c:pt idx="94">
                        <c:v>285.55678080664302</c:v>
                      </c:pt>
                      <c:pt idx="95">
                        <c:v>238.34121458662702</c:v>
                      </c:pt>
                      <c:pt idx="96">
                        <c:v>167.19048752653902</c:v>
                      </c:pt>
                      <c:pt idx="97">
                        <c:v>103.63659728322699</c:v>
                      </c:pt>
                      <c:pt idx="98">
                        <c:v>60.895451439170998</c:v>
                      </c:pt>
                      <c:pt idx="99">
                        <c:v>38.066750349590002</c:v>
                      </c:pt>
                      <c:pt idx="100">
                        <c:v>28.135658441393002</c:v>
                      </c:pt>
                      <c:pt idx="101">
                        <c:v>29.236471724833002</c:v>
                      </c:pt>
                      <c:pt idx="102">
                        <c:v>59.532609399171008</c:v>
                      </c:pt>
                      <c:pt idx="103">
                        <c:v>94.878653339672013</c:v>
                      </c:pt>
                      <c:pt idx="104">
                        <c:v>119.428547124332</c:v>
                      </c:pt>
                      <c:pt idx="105">
                        <c:v>131.72527110428501</c:v>
                      </c:pt>
                      <c:pt idx="106">
                        <c:v>147.16460466625401</c:v>
                      </c:pt>
                      <c:pt idx="107">
                        <c:v>167.639107940098</c:v>
                      </c:pt>
                      <c:pt idx="108">
                        <c:v>180.96357408016996</c:v>
                      </c:pt>
                      <c:pt idx="109">
                        <c:v>197.366532426997</c:v>
                      </c:pt>
                      <c:pt idx="110">
                        <c:v>205.675367031718</c:v>
                      </c:pt>
                      <c:pt idx="111">
                        <c:v>201.21278060699598</c:v>
                      </c:pt>
                      <c:pt idx="112">
                        <c:v>185.59012660362598</c:v>
                      </c:pt>
                      <c:pt idx="113">
                        <c:v>195.86240497751101</c:v>
                      </c:pt>
                      <c:pt idx="114">
                        <c:v>193.56229706256397</c:v>
                      </c:pt>
                      <c:pt idx="115">
                        <c:v>216.39702131707</c:v>
                      </c:pt>
                      <c:pt idx="116">
                        <c:v>239.83092364266702</c:v>
                      </c:pt>
                      <c:pt idx="117">
                        <c:v>289.76882088372594</c:v>
                      </c:pt>
                      <c:pt idx="118">
                        <c:v>287.57022178309501</c:v>
                      </c:pt>
                      <c:pt idx="119">
                        <c:v>240.33854405148099</c:v>
                      </c:pt>
                      <c:pt idx="120">
                        <c:v>167.26200023586102</c:v>
                      </c:pt>
                      <c:pt idx="121">
                        <c:v>103.25465761232701</c:v>
                      </c:pt>
                      <c:pt idx="122">
                        <c:v>60.453619747307997</c:v>
                      </c:pt>
                      <c:pt idx="123">
                        <c:v>37.685689966505997</c:v>
                      </c:pt>
                      <c:pt idx="124">
                        <c:v>27.985984642239998</c:v>
                      </c:pt>
                      <c:pt idx="125">
                        <c:v>29.681468179924998</c:v>
                      </c:pt>
                      <c:pt idx="126">
                        <c:v>61.154300698977003</c:v>
                      </c:pt>
                      <c:pt idx="127">
                        <c:v>97.488582452161978</c:v>
                      </c:pt>
                      <c:pt idx="128">
                        <c:v>122.43592127738799</c:v>
                      </c:pt>
                      <c:pt idx="129">
                        <c:v>135.03472307304699</c:v>
                      </c:pt>
                      <c:pt idx="130">
                        <c:v>150.061024078066</c:v>
                      </c:pt>
                      <c:pt idx="131">
                        <c:v>168.19838233714103</c:v>
                      </c:pt>
                      <c:pt idx="132">
                        <c:v>185.44655925184003</c:v>
                      </c:pt>
                      <c:pt idx="133">
                        <c:v>212.37869129196099</c:v>
                      </c:pt>
                      <c:pt idx="134">
                        <c:v>220.84339514968701</c:v>
                      </c:pt>
                      <c:pt idx="135">
                        <c:v>212.22747679141801</c:v>
                      </c:pt>
                      <c:pt idx="136">
                        <c:v>188.47614393574904</c:v>
                      </c:pt>
                      <c:pt idx="137">
                        <c:v>198.20250028914103</c:v>
                      </c:pt>
                      <c:pt idx="138">
                        <c:v>215.05547332671202</c:v>
                      </c:pt>
                      <c:pt idx="139">
                        <c:v>240.60891209185598</c:v>
                      </c:pt>
                      <c:pt idx="140">
                        <c:v>247.30755991864399</c:v>
                      </c:pt>
                      <c:pt idx="141">
                        <c:v>294.16703983569101</c:v>
                      </c:pt>
                      <c:pt idx="142">
                        <c:v>289.54899335503302</c:v>
                      </c:pt>
                      <c:pt idx="143">
                        <c:v>240.85539877219702</c:v>
                      </c:pt>
                      <c:pt idx="144">
                        <c:v>174.10583213666098</c:v>
                      </c:pt>
                      <c:pt idx="145">
                        <c:v>108.12591113455701</c:v>
                      </c:pt>
                      <c:pt idx="146">
                        <c:v>66.209933951712998</c:v>
                      </c:pt>
                      <c:pt idx="147">
                        <c:v>39.307466238155001</c:v>
                      </c:pt>
                      <c:pt idx="148">
                        <c:v>28.860736125765001</c:v>
                      </c:pt>
                      <c:pt idx="149">
                        <c:v>30.602844919206998</c:v>
                      </c:pt>
                      <c:pt idx="150">
                        <c:v>62.098847010069001</c:v>
                      </c:pt>
                      <c:pt idx="151">
                        <c:v>98.921050463025992</c:v>
                      </c:pt>
                      <c:pt idx="152">
                        <c:v>125.005103656149</c:v>
                      </c:pt>
                      <c:pt idx="153">
                        <c:v>136.140968318798</c:v>
                      </c:pt>
                      <c:pt idx="154">
                        <c:v>150.59340762409201</c:v>
                      </c:pt>
                      <c:pt idx="155">
                        <c:v>167.57539223691501</c:v>
                      </c:pt>
                      <c:pt idx="156">
                        <c:v>180.73122377857499</c:v>
                      </c:pt>
                      <c:pt idx="157">
                        <c:v>197.27165312857403</c:v>
                      </c:pt>
                      <c:pt idx="158">
                        <c:v>207.13429294253501</c:v>
                      </c:pt>
                      <c:pt idx="159">
                        <c:v>203.48364624634999</c:v>
                      </c:pt>
                      <c:pt idx="160">
                        <c:v>189.70543888982399</c:v>
                      </c:pt>
                      <c:pt idx="161">
                        <c:v>202.15414168088901</c:v>
                      </c:pt>
                      <c:pt idx="162">
                        <c:v>199.50260566759599</c:v>
                      </c:pt>
                      <c:pt idx="163">
                        <c:v>223.64592824027099</c:v>
                      </c:pt>
                      <c:pt idx="164">
                        <c:v>243.70740956665901</c:v>
                      </c:pt>
                      <c:pt idx="165">
                        <c:v>289.88551949190901</c:v>
                      </c:pt>
                      <c:pt idx="166">
                        <c:v>288.50040818155503</c:v>
                      </c:pt>
                      <c:pt idx="167">
                        <c:v>235.648045698023</c:v>
                      </c:pt>
                      <c:pt idx="168">
                        <c:v>163.744445453271</c:v>
                      </c:pt>
                      <c:pt idx="169">
                        <c:v>100.35147744713601</c:v>
                      </c:pt>
                      <c:pt idx="170">
                        <c:v>60.391561238008997</c:v>
                      </c:pt>
                      <c:pt idx="171">
                        <c:v>38.402709913786993</c:v>
                      </c:pt>
                      <c:pt idx="172">
                        <c:v>28.743919884267996</c:v>
                      </c:pt>
                      <c:pt idx="173">
                        <c:v>31.000045151696</c:v>
                      </c:pt>
                      <c:pt idx="174">
                        <c:v>64.153973113366007</c:v>
                      </c:pt>
                      <c:pt idx="175">
                        <c:v>105.80438526508398</c:v>
                      </c:pt>
                      <c:pt idx="176">
                        <c:v>135.313364371766</c:v>
                      </c:pt>
                      <c:pt idx="177">
                        <c:v>150.714634842679</c:v>
                      </c:pt>
                      <c:pt idx="178">
                        <c:v>162.87548105090099</c:v>
                      </c:pt>
                      <c:pt idx="179">
                        <c:v>177.41748995625596</c:v>
                      </c:pt>
                      <c:pt idx="180">
                        <c:v>189.548706071845</c:v>
                      </c:pt>
                      <c:pt idx="181">
                        <c:v>206.628618450186</c:v>
                      </c:pt>
                      <c:pt idx="182">
                        <c:v>215.49669926745898</c:v>
                      </c:pt>
                      <c:pt idx="183">
                        <c:v>211.16877898623196</c:v>
                      </c:pt>
                      <c:pt idx="184">
                        <c:v>192.06786124738301</c:v>
                      </c:pt>
                      <c:pt idx="185">
                        <c:v>200.94460542832499</c:v>
                      </c:pt>
                      <c:pt idx="186">
                        <c:v>199.21152741245299</c:v>
                      </c:pt>
                      <c:pt idx="187">
                        <c:v>227.79077594337204</c:v>
                      </c:pt>
                      <c:pt idx="188">
                        <c:v>245.967825425841</c:v>
                      </c:pt>
                      <c:pt idx="189">
                        <c:v>289.481165324046</c:v>
                      </c:pt>
                      <c:pt idx="190">
                        <c:v>293.11074583680198</c:v>
                      </c:pt>
                      <c:pt idx="191">
                        <c:v>252.93760516126702</c:v>
                      </c:pt>
                      <c:pt idx="192">
                        <c:v>188.49627167321901</c:v>
                      </c:pt>
                      <c:pt idx="193">
                        <c:v>124.55122510962799</c:v>
                      </c:pt>
                      <c:pt idx="194">
                        <c:v>77.451913387556999</c:v>
                      </c:pt>
                      <c:pt idx="195">
                        <c:v>49.462770078902004</c:v>
                      </c:pt>
                      <c:pt idx="196">
                        <c:v>34.112637180630003</c:v>
                      </c:pt>
                      <c:pt idx="197">
                        <c:v>30.867170639291999</c:v>
                      </c:pt>
                      <c:pt idx="198">
                        <c:v>54.419871981923002</c:v>
                      </c:pt>
                      <c:pt idx="199">
                        <c:v>82.198169438329998</c:v>
                      </c:pt>
                      <c:pt idx="200">
                        <c:v>115.96107147812603</c:v>
                      </c:pt>
                      <c:pt idx="201">
                        <c:v>143.791035734079</c:v>
                      </c:pt>
                      <c:pt idx="202">
                        <c:v>166.884137354161</c:v>
                      </c:pt>
                      <c:pt idx="203">
                        <c:v>190.86689696269397</c:v>
                      </c:pt>
                      <c:pt idx="204">
                        <c:v>195.37346537103002</c:v>
                      </c:pt>
                      <c:pt idx="205">
                        <c:v>202.72169500779199</c:v>
                      </c:pt>
                      <c:pt idx="206">
                        <c:v>250.05978117635905</c:v>
                      </c:pt>
                      <c:pt idx="207">
                        <c:v>236.757008490907</c:v>
                      </c:pt>
                      <c:pt idx="208">
                        <c:v>202.65265810393799</c:v>
                      </c:pt>
                      <c:pt idx="209">
                        <c:v>206.63351061544699</c:v>
                      </c:pt>
                      <c:pt idx="210">
                        <c:v>201.24230722083098</c:v>
                      </c:pt>
                      <c:pt idx="211">
                        <c:v>231.645682231894</c:v>
                      </c:pt>
                      <c:pt idx="212">
                        <c:v>251.66797602198301</c:v>
                      </c:pt>
                      <c:pt idx="213">
                        <c:v>297.09233810669792</c:v>
                      </c:pt>
                      <c:pt idx="214">
                        <c:v>304.07927332683101</c:v>
                      </c:pt>
                      <c:pt idx="215">
                        <c:v>261.43585631987605</c:v>
                      </c:pt>
                      <c:pt idx="216">
                        <c:v>192.37329222611797</c:v>
                      </c:pt>
                      <c:pt idx="217">
                        <c:v>123.86505948262501</c:v>
                      </c:pt>
                      <c:pt idx="218">
                        <c:v>74.562530248636008</c:v>
                      </c:pt>
                      <c:pt idx="219">
                        <c:v>45.381060788645001</c:v>
                      </c:pt>
                      <c:pt idx="220">
                        <c:v>31.367995811999997</c:v>
                      </c:pt>
                      <c:pt idx="221">
                        <c:v>29.725883351722999</c:v>
                      </c:pt>
                      <c:pt idx="222">
                        <c:v>55.015453399424004</c:v>
                      </c:pt>
                      <c:pt idx="223">
                        <c:v>85.592739390946988</c:v>
                      </c:pt>
                      <c:pt idx="224">
                        <c:v>117.614020232548</c:v>
                      </c:pt>
                      <c:pt idx="225">
                        <c:v>140.47371117833598</c:v>
                      </c:pt>
                      <c:pt idx="226">
                        <c:v>157.86811248049702</c:v>
                      </c:pt>
                      <c:pt idx="227">
                        <c:v>177.18600873472698</c:v>
                      </c:pt>
                      <c:pt idx="228">
                        <c:v>187.68174098769202</c:v>
                      </c:pt>
                      <c:pt idx="229">
                        <c:v>213.64177663801797</c:v>
                      </c:pt>
                      <c:pt idx="230">
                        <c:v>230.24470370800302</c:v>
                      </c:pt>
                      <c:pt idx="231">
                        <c:v>222.25285930897499</c:v>
                      </c:pt>
                      <c:pt idx="232">
                        <c:v>195.71688807609704</c:v>
                      </c:pt>
                      <c:pt idx="233">
                        <c:v>203.479018326827</c:v>
                      </c:pt>
                      <c:pt idx="234">
                        <c:v>200.651260537936</c:v>
                      </c:pt>
                      <c:pt idx="235">
                        <c:v>226.08914506206699</c:v>
                      </c:pt>
                      <c:pt idx="236">
                        <c:v>250.358023636501</c:v>
                      </c:pt>
                      <c:pt idx="237">
                        <c:v>297.97460656404803</c:v>
                      </c:pt>
                      <c:pt idx="238">
                        <c:v>288.57680675345603</c:v>
                      </c:pt>
                      <c:pt idx="239">
                        <c:v>237.20088345698599</c:v>
                      </c:pt>
                      <c:pt idx="240">
                        <c:v>163.69711672469299</c:v>
                      </c:pt>
                      <c:pt idx="241">
                        <c:v>101.33792867659299</c:v>
                      </c:pt>
                      <c:pt idx="242">
                        <c:v>59.607394708135004</c:v>
                      </c:pt>
                      <c:pt idx="243">
                        <c:v>37.435320202147999</c:v>
                      </c:pt>
                      <c:pt idx="244">
                        <c:v>27.817792112155995</c:v>
                      </c:pt>
                      <c:pt idx="245">
                        <c:v>29.096142181505996</c:v>
                      </c:pt>
                      <c:pt idx="246">
                        <c:v>60.064124603049997</c:v>
                      </c:pt>
                      <c:pt idx="247">
                        <c:v>96.181569613924992</c:v>
                      </c:pt>
                      <c:pt idx="248">
                        <c:v>120.38713100129999</c:v>
                      </c:pt>
                      <c:pt idx="249">
                        <c:v>131.65467704309899</c:v>
                      </c:pt>
                      <c:pt idx="250">
                        <c:v>147.18749987039399</c:v>
                      </c:pt>
                      <c:pt idx="251">
                        <c:v>167.06238044169598</c:v>
                      </c:pt>
                      <c:pt idx="252">
                        <c:v>180.10244460426</c:v>
                      </c:pt>
                      <c:pt idx="253">
                        <c:v>198.17336768155599</c:v>
                      </c:pt>
                      <c:pt idx="254">
                        <c:v>207.88518493229</c:v>
                      </c:pt>
                      <c:pt idx="255">
                        <c:v>204.148333197331</c:v>
                      </c:pt>
                      <c:pt idx="256">
                        <c:v>191.98490289824798</c:v>
                      </c:pt>
                      <c:pt idx="257">
                        <c:v>208.78053386784597</c:v>
                      </c:pt>
                      <c:pt idx="258">
                        <c:v>203.33472290077299</c:v>
                      </c:pt>
                      <c:pt idx="259">
                        <c:v>227.14688463195802</c:v>
                      </c:pt>
                      <c:pt idx="260">
                        <c:v>248.55407273619099</c:v>
                      </c:pt>
                      <c:pt idx="261">
                        <c:v>292.26352123789303</c:v>
                      </c:pt>
                      <c:pt idx="262">
                        <c:v>285.39732277829995</c:v>
                      </c:pt>
                      <c:pt idx="263">
                        <c:v>229.09394236073302</c:v>
                      </c:pt>
                      <c:pt idx="264">
                        <c:v>155.11102991680099</c:v>
                      </c:pt>
                      <c:pt idx="265">
                        <c:v>93.379097090993994</c:v>
                      </c:pt>
                      <c:pt idx="266">
                        <c:v>54.855294943108007</c:v>
                      </c:pt>
                      <c:pt idx="267">
                        <c:v>35.401521982477</c:v>
                      </c:pt>
                      <c:pt idx="268">
                        <c:v>26.974449588885996</c:v>
                      </c:pt>
                      <c:pt idx="269">
                        <c:v>28.796863838149999</c:v>
                      </c:pt>
                      <c:pt idx="270">
                        <c:v>60.734499681406007</c:v>
                      </c:pt>
                      <c:pt idx="271">
                        <c:v>99.113409765610015</c:v>
                      </c:pt>
                      <c:pt idx="272">
                        <c:v>122.77533484865201</c:v>
                      </c:pt>
                      <c:pt idx="273">
                        <c:v>133.97217735643599</c:v>
                      </c:pt>
                      <c:pt idx="274">
                        <c:v>148.65709670103899</c:v>
                      </c:pt>
                      <c:pt idx="275">
                        <c:v>168.302129263144</c:v>
                      </c:pt>
                      <c:pt idx="276">
                        <c:v>180.54663446951602</c:v>
                      </c:pt>
                      <c:pt idx="277">
                        <c:v>197.62629852898002</c:v>
                      </c:pt>
                      <c:pt idx="278">
                        <c:v>206.20670779130603</c:v>
                      </c:pt>
                      <c:pt idx="279">
                        <c:v>202.64440811412899</c:v>
                      </c:pt>
                      <c:pt idx="280">
                        <c:v>190.40349027470103</c:v>
                      </c:pt>
                      <c:pt idx="281">
                        <c:v>203.20077949222099</c:v>
                      </c:pt>
                      <c:pt idx="282">
                        <c:v>197.97048062901803</c:v>
                      </c:pt>
                      <c:pt idx="283">
                        <c:v>226.74743179730802</c:v>
                      </c:pt>
                      <c:pt idx="284">
                        <c:v>251.372638369859</c:v>
                      </c:pt>
                      <c:pt idx="285">
                        <c:v>297.85153240283603</c:v>
                      </c:pt>
                      <c:pt idx="286">
                        <c:v>289.18898927006603</c:v>
                      </c:pt>
                      <c:pt idx="287">
                        <c:v>231.25855606484799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9-F782-4DD4-8B67-32577BCE01C1}"/>
                  </c:ext>
                </c:extLst>
              </c15:ser>
            </c15:filteredLineSeries>
            <c15:filteredLineSeries>
              <c15:ser>
                <c:idx val="41"/>
                <c:order val="4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12-10-2026'!$AQ$1</c15:sqref>
                        </c15:formulaRef>
                      </c:ext>
                    </c:extLst>
                    <c:strCache>
                      <c:ptCount val="1"/>
                      <c:pt idx="0">
                        <c:v>Traffic 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1"/>
                    <c:layout>
                      <c:manualLayout>
                        <c:x val="-1.2055555555555453E-2"/>
                        <c:y val="-5.320610965296009E-2"/>
                      </c:manualLayout>
                    </c:layout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lIns="38100" tIns="19050" rIns="38100" bIns="19050" anchor="ctr" anchorCtr="1">
                        <a:spAutoFit/>
                      </a:bodyPr>
                      <a:lstStyle/>
                      <a:p>
                        <a:pPr>
                          <a:defRPr sz="900" b="0" i="0" u="none" strike="noStrike" kern="1200" baseline="0">
                            <a:solidFill>
                              <a:schemeClr val="accent6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endParaRPr lang="fr-FR"/>
                      </a:p>
                    </c:txPr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2A-F782-4DD4-8B67-32577BCE01C1}"/>
                      </c:ext>
                    </c:extLst>
                  </c:dLbl>
                  <c:dLbl>
                    <c:idx val="214"/>
                    <c:layout>
                      <c:manualLayout>
                        <c:x val="-5.0944444444444445E-2"/>
                        <c:y val="-2.542833187518229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2B-F782-4DD4-8B67-32577BCE01C1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dLblPos val="t"/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12-10-2026'!$AQ$2:$AQ$289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415.39958694784696</c:v>
                      </c:pt>
                      <c:pt idx="1">
                        <c:v>262.14668063166698</c:v>
                      </c:pt>
                      <c:pt idx="2">
                        <c:v>156.77513755748799</c:v>
                      </c:pt>
                      <c:pt idx="3">
                        <c:v>99.680570442813007</c:v>
                      </c:pt>
                      <c:pt idx="4">
                        <c:v>76.65308119288801</c:v>
                      </c:pt>
                      <c:pt idx="5">
                        <c:v>93.240769067824004</c:v>
                      </c:pt>
                      <c:pt idx="6">
                        <c:v>179.96819304410099</c:v>
                      </c:pt>
                      <c:pt idx="7">
                        <c:v>265.72355594765202</c:v>
                      </c:pt>
                      <c:pt idx="8">
                        <c:v>323.38856205612399</c:v>
                      </c:pt>
                      <c:pt idx="9">
                        <c:v>350.7328690603</c:v>
                      </c:pt>
                      <c:pt idx="10">
                        <c:v>387.26585406544007</c:v>
                      </c:pt>
                      <c:pt idx="11">
                        <c:v>433.396650116346</c:v>
                      </c:pt>
                      <c:pt idx="12">
                        <c:v>469.30078056808298</c:v>
                      </c:pt>
                      <c:pt idx="13">
                        <c:v>523.85872382057198</c:v>
                      </c:pt>
                      <c:pt idx="14">
                        <c:v>541.35353482371011</c:v>
                      </c:pt>
                      <c:pt idx="15">
                        <c:v>523.66816331271093</c:v>
                      </c:pt>
                      <c:pt idx="16">
                        <c:v>473.799433060198</c:v>
                      </c:pt>
                      <c:pt idx="17">
                        <c:v>486.88594571420595</c:v>
                      </c:pt>
                      <c:pt idx="18">
                        <c:v>483.25712946180397</c:v>
                      </c:pt>
                      <c:pt idx="19">
                        <c:v>549.60680493157702</c:v>
                      </c:pt>
                      <c:pt idx="20">
                        <c:v>608.46569054856502</c:v>
                      </c:pt>
                      <c:pt idx="21">
                        <c:v>697.77067159315902</c:v>
                      </c:pt>
                      <c:pt idx="22">
                        <c:v>702.52817004426697</c:v>
                      </c:pt>
                      <c:pt idx="23">
                        <c:v>613.17175540302105</c:v>
                      </c:pt>
                      <c:pt idx="24">
                        <c:v>460.74605573464601</c:v>
                      </c:pt>
                      <c:pt idx="25">
                        <c:v>302.25837734124002</c:v>
                      </c:pt>
                      <c:pt idx="26">
                        <c:v>183.41377242818402</c:v>
                      </c:pt>
                      <c:pt idx="27">
                        <c:v>118.008827163041</c:v>
                      </c:pt>
                      <c:pt idx="28">
                        <c:v>84.361590888275998</c:v>
                      </c:pt>
                      <c:pt idx="29">
                        <c:v>91.371003385220007</c:v>
                      </c:pt>
                      <c:pt idx="30">
                        <c:v>158.269358260882</c:v>
                      </c:pt>
                      <c:pt idx="31">
                        <c:v>229.16265795226599</c:v>
                      </c:pt>
                      <c:pt idx="32">
                        <c:v>310.783788034184</c:v>
                      </c:pt>
                      <c:pt idx="33">
                        <c:v>374.46133179600207</c:v>
                      </c:pt>
                      <c:pt idx="34">
                        <c:v>428.833323316465</c:v>
                      </c:pt>
                      <c:pt idx="35">
                        <c:v>483.89236097756896</c:v>
                      </c:pt>
                      <c:pt idx="36">
                        <c:v>496.26205406220197</c:v>
                      </c:pt>
                      <c:pt idx="37">
                        <c:v>522.03356169266897</c:v>
                      </c:pt>
                      <c:pt idx="38">
                        <c:v>620.04082252790408</c:v>
                      </c:pt>
                      <c:pt idx="39">
                        <c:v>582.51374160089904</c:v>
                      </c:pt>
                      <c:pt idx="40">
                        <c:v>501.81454027920097</c:v>
                      </c:pt>
                      <c:pt idx="41">
                        <c:v>502.83853097411793</c:v>
                      </c:pt>
                      <c:pt idx="42">
                        <c:v>495.12408854757899</c:v>
                      </c:pt>
                      <c:pt idx="43">
                        <c:v>566.29212465725095</c:v>
                      </c:pt>
                      <c:pt idx="44">
                        <c:v>630.50012407742497</c:v>
                      </c:pt>
                      <c:pt idx="45">
                        <c:v>727.15921232201504</c:v>
                      </c:pt>
                      <c:pt idx="46">
                        <c:v>724.49673153317394</c:v>
                      </c:pt>
                      <c:pt idx="47">
                        <c:v>634.56560567454301</c:v>
                      </c:pt>
                      <c:pt idx="48">
                        <c:v>478.08242333634701</c:v>
                      </c:pt>
                      <c:pt idx="49">
                        <c:v>315.602477360629</c:v>
                      </c:pt>
                      <c:pt idx="50">
                        <c:v>190.17769219082101</c:v>
                      </c:pt>
                      <c:pt idx="51">
                        <c:v>117.62876049825501</c:v>
                      </c:pt>
                      <c:pt idx="52">
                        <c:v>83.763141577908996</c:v>
                      </c:pt>
                      <c:pt idx="53">
                        <c:v>92.409750766244002</c:v>
                      </c:pt>
                      <c:pt idx="54">
                        <c:v>164.86394043903599</c:v>
                      </c:pt>
                      <c:pt idx="55">
                        <c:v>241.26551944253896</c:v>
                      </c:pt>
                      <c:pt idx="56">
                        <c:v>316.69600433698497</c:v>
                      </c:pt>
                      <c:pt idx="57">
                        <c:v>367.35252272782401</c:v>
                      </c:pt>
                      <c:pt idx="58">
                        <c:v>406.44875957134002</c:v>
                      </c:pt>
                      <c:pt idx="59">
                        <c:v>452.89475835514406</c:v>
                      </c:pt>
                      <c:pt idx="60">
                        <c:v>480.20435432952701</c:v>
                      </c:pt>
                      <c:pt idx="61">
                        <c:v>545.48513469809802</c:v>
                      </c:pt>
                      <c:pt idx="62">
                        <c:v>574.066482807032</c:v>
                      </c:pt>
                      <c:pt idx="63">
                        <c:v>547.56401496369404</c:v>
                      </c:pt>
                      <c:pt idx="64">
                        <c:v>486.09511706120907</c:v>
                      </c:pt>
                      <c:pt idx="65">
                        <c:v>493.55666511655306</c:v>
                      </c:pt>
                      <c:pt idx="66">
                        <c:v>485.47173443750495</c:v>
                      </c:pt>
                      <c:pt idx="67">
                        <c:v>549.87975326380706</c:v>
                      </c:pt>
                      <c:pt idx="68">
                        <c:v>611.84394419141699</c:v>
                      </c:pt>
                      <c:pt idx="69">
                        <c:v>701.57185617262996</c:v>
                      </c:pt>
                      <c:pt idx="70">
                        <c:v>693.16279602709199</c:v>
                      </c:pt>
                      <c:pt idx="71">
                        <c:v>583.34430122292201</c:v>
                      </c:pt>
                      <c:pt idx="72">
                        <c:v>412.64673490916198</c:v>
                      </c:pt>
                      <c:pt idx="73">
                        <c:v>255.50043622675798</c:v>
                      </c:pt>
                      <c:pt idx="74">
                        <c:v>152.03976408424501</c:v>
                      </c:pt>
                      <c:pt idx="75">
                        <c:v>96.787025117738011</c:v>
                      </c:pt>
                      <c:pt idx="76">
                        <c:v>74.622572373557006</c:v>
                      </c:pt>
                      <c:pt idx="77">
                        <c:v>89.38066580419401</c:v>
                      </c:pt>
                      <c:pt idx="78">
                        <c:v>172.939076049514</c:v>
                      </c:pt>
                      <c:pt idx="79">
                        <c:v>252.922788668328</c:v>
                      </c:pt>
                      <c:pt idx="80">
                        <c:v>311.31508415718804</c:v>
                      </c:pt>
                      <c:pt idx="81">
                        <c:v>341.15777471723101</c:v>
                      </c:pt>
                      <c:pt idx="82">
                        <c:v>375.40943615062804</c:v>
                      </c:pt>
                      <c:pt idx="83">
                        <c:v>421.33596951670995</c:v>
                      </c:pt>
                      <c:pt idx="84">
                        <c:v>452.24572005120103</c:v>
                      </c:pt>
                      <c:pt idx="85">
                        <c:v>501.27199006504293</c:v>
                      </c:pt>
                      <c:pt idx="86">
                        <c:v>514.90073411944206</c:v>
                      </c:pt>
                      <c:pt idx="87">
                        <c:v>494.46763929063002</c:v>
                      </c:pt>
                      <c:pt idx="88">
                        <c:v>463.0729748471249</c:v>
                      </c:pt>
                      <c:pt idx="89">
                        <c:v>482.54526315299501</c:v>
                      </c:pt>
                      <c:pt idx="90">
                        <c:v>476.402505058271</c:v>
                      </c:pt>
                      <c:pt idx="91">
                        <c:v>545.66571828431097</c:v>
                      </c:pt>
                      <c:pt idx="92">
                        <c:v>611.38743038618406</c:v>
                      </c:pt>
                      <c:pt idx="93">
                        <c:v>701.169107986673</c:v>
                      </c:pt>
                      <c:pt idx="94">
                        <c:v>685.45046995064308</c:v>
                      </c:pt>
                      <c:pt idx="95">
                        <c:v>564.616497459627</c:v>
                      </c:pt>
                      <c:pt idx="96">
                        <c:v>391.94840379653903</c:v>
                      </c:pt>
                      <c:pt idx="97">
                        <c:v>241.162742633227</c:v>
                      </c:pt>
                      <c:pt idx="98">
                        <c:v>143.21211135617099</c:v>
                      </c:pt>
                      <c:pt idx="99">
                        <c:v>92.593864520589989</c:v>
                      </c:pt>
                      <c:pt idx="100">
                        <c:v>72.761187953393005</c:v>
                      </c:pt>
                      <c:pt idx="101">
                        <c:v>88.105205140832993</c:v>
                      </c:pt>
                      <c:pt idx="102">
                        <c:v>175.39749488117099</c:v>
                      </c:pt>
                      <c:pt idx="103">
                        <c:v>259.34018556667206</c:v>
                      </c:pt>
                      <c:pt idx="104">
                        <c:v>314.97624865033197</c:v>
                      </c:pt>
                      <c:pt idx="105">
                        <c:v>342.92685868128501</c:v>
                      </c:pt>
                      <c:pt idx="106">
                        <c:v>376.82456483825399</c:v>
                      </c:pt>
                      <c:pt idx="107">
                        <c:v>426.07249327209797</c:v>
                      </c:pt>
                      <c:pt idx="108">
                        <c:v>456.98779688216996</c:v>
                      </c:pt>
                      <c:pt idx="109">
                        <c:v>506.28976884399697</c:v>
                      </c:pt>
                      <c:pt idx="110">
                        <c:v>516.23433512471797</c:v>
                      </c:pt>
                      <c:pt idx="111">
                        <c:v>496.36886025599597</c:v>
                      </c:pt>
                      <c:pt idx="112">
                        <c:v>463.42665800062593</c:v>
                      </c:pt>
                      <c:pt idx="113">
                        <c:v>480.70143469351103</c:v>
                      </c:pt>
                      <c:pt idx="114">
                        <c:v>476.63637232956398</c:v>
                      </c:pt>
                      <c:pt idx="115">
                        <c:v>546.93710380707</c:v>
                      </c:pt>
                      <c:pt idx="116">
                        <c:v>614.15775537066702</c:v>
                      </c:pt>
                      <c:pt idx="117">
                        <c:v>709.90322992072595</c:v>
                      </c:pt>
                      <c:pt idx="118">
                        <c:v>690.58478377209508</c:v>
                      </c:pt>
                      <c:pt idx="119">
                        <c:v>570.82499024648098</c:v>
                      </c:pt>
                      <c:pt idx="120">
                        <c:v>395.52648584286106</c:v>
                      </c:pt>
                      <c:pt idx="121">
                        <c:v>242.59137206332699</c:v>
                      </c:pt>
                      <c:pt idx="122">
                        <c:v>143.08602642530801</c:v>
                      </c:pt>
                      <c:pt idx="123">
                        <c:v>91.939624824505984</c:v>
                      </c:pt>
                      <c:pt idx="124">
                        <c:v>72.212115239240006</c:v>
                      </c:pt>
                      <c:pt idx="125">
                        <c:v>88.330220173924999</c:v>
                      </c:pt>
                      <c:pt idx="126">
                        <c:v>177.797682893977</c:v>
                      </c:pt>
                      <c:pt idx="127">
                        <c:v>263.68385087416198</c:v>
                      </c:pt>
                      <c:pt idx="128">
                        <c:v>319.93000224038803</c:v>
                      </c:pt>
                      <c:pt idx="129">
                        <c:v>348.87938313904704</c:v>
                      </c:pt>
                      <c:pt idx="130">
                        <c:v>384.52597816406598</c:v>
                      </c:pt>
                      <c:pt idx="131">
                        <c:v>427.99976540214101</c:v>
                      </c:pt>
                      <c:pt idx="132">
                        <c:v>469.11343665384004</c:v>
                      </c:pt>
                      <c:pt idx="133">
                        <c:v>541.27288341296094</c:v>
                      </c:pt>
                      <c:pt idx="134">
                        <c:v>552.94752246368694</c:v>
                      </c:pt>
                      <c:pt idx="135">
                        <c:v>523.532441976418</c:v>
                      </c:pt>
                      <c:pt idx="136">
                        <c:v>470.20481168374909</c:v>
                      </c:pt>
                      <c:pt idx="137">
                        <c:v>484.97021884314103</c:v>
                      </c:pt>
                      <c:pt idx="138">
                        <c:v>521.42827103971206</c:v>
                      </c:pt>
                      <c:pt idx="139">
                        <c:v>592.36148271285606</c:v>
                      </c:pt>
                      <c:pt idx="140">
                        <c:v>626.16321470964397</c:v>
                      </c:pt>
                      <c:pt idx="141">
                        <c:v>715.20608710869101</c:v>
                      </c:pt>
                      <c:pt idx="142">
                        <c:v>693.43832740903304</c:v>
                      </c:pt>
                      <c:pt idx="143">
                        <c:v>571.95556889319698</c:v>
                      </c:pt>
                      <c:pt idx="144">
                        <c:v>410.10656332766098</c:v>
                      </c:pt>
                      <c:pt idx="145">
                        <c:v>254.758043260557</c:v>
                      </c:pt>
                      <c:pt idx="146">
                        <c:v>155.68011916571299</c:v>
                      </c:pt>
                      <c:pt idx="147">
                        <c:v>95.573846425154997</c:v>
                      </c:pt>
                      <c:pt idx="148">
                        <c:v>73.870907152765</c:v>
                      </c:pt>
                      <c:pt idx="149">
                        <c:v>90.390082735206988</c:v>
                      </c:pt>
                      <c:pt idx="150">
                        <c:v>181.91055234006902</c:v>
                      </c:pt>
                      <c:pt idx="151">
                        <c:v>267.643173298026</c:v>
                      </c:pt>
                      <c:pt idx="152">
                        <c:v>325.29024381614897</c:v>
                      </c:pt>
                      <c:pt idx="153">
                        <c:v>351.728008797798</c:v>
                      </c:pt>
                      <c:pt idx="154">
                        <c:v>384.25999914809199</c:v>
                      </c:pt>
                      <c:pt idx="155">
                        <c:v>427.72010716791499</c:v>
                      </c:pt>
                      <c:pt idx="156">
                        <c:v>458.11640889157502</c:v>
                      </c:pt>
                      <c:pt idx="157">
                        <c:v>507.10854915857408</c:v>
                      </c:pt>
                      <c:pt idx="158">
                        <c:v>520.28640410853495</c:v>
                      </c:pt>
                      <c:pt idx="159">
                        <c:v>501.60653398634997</c:v>
                      </c:pt>
                      <c:pt idx="160">
                        <c:v>473.84463591182401</c:v>
                      </c:pt>
                      <c:pt idx="161">
                        <c:v>493.693801702889</c:v>
                      </c:pt>
                      <c:pt idx="162">
                        <c:v>489.13659497259596</c:v>
                      </c:pt>
                      <c:pt idx="163">
                        <c:v>557.52462758127092</c:v>
                      </c:pt>
                      <c:pt idx="164">
                        <c:v>617.95219707365891</c:v>
                      </c:pt>
                      <c:pt idx="165">
                        <c:v>705.35031739990904</c:v>
                      </c:pt>
                      <c:pt idx="166">
                        <c:v>690.35941103155506</c:v>
                      </c:pt>
                      <c:pt idx="167">
                        <c:v>563.96275862302298</c:v>
                      </c:pt>
                      <c:pt idx="168">
                        <c:v>392.139776496271</c:v>
                      </c:pt>
                      <c:pt idx="169">
                        <c:v>241.02748130413599</c:v>
                      </c:pt>
                      <c:pt idx="170">
                        <c:v>145.25835310400899</c:v>
                      </c:pt>
                      <c:pt idx="171">
                        <c:v>94.470071614787003</c:v>
                      </c:pt>
                      <c:pt idx="172">
                        <c:v>74.737550731268001</c:v>
                      </c:pt>
                      <c:pt idx="173">
                        <c:v>91.897987106696007</c:v>
                      </c:pt>
                      <c:pt idx="174">
                        <c:v>186.412645635366</c:v>
                      </c:pt>
                      <c:pt idx="175">
                        <c:v>282.20385405508398</c:v>
                      </c:pt>
                      <c:pt idx="176">
                        <c:v>351.01722580476599</c:v>
                      </c:pt>
                      <c:pt idx="177">
                        <c:v>391.707888034679</c:v>
                      </c:pt>
                      <c:pt idx="178">
                        <c:v>412.68159930790102</c:v>
                      </c:pt>
                      <c:pt idx="179">
                        <c:v>447.156473153256</c:v>
                      </c:pt>
                      <c:pt idx="180">
                        <c:v>480.41199876384502</c:v>
                      </c:pt>
                      <c:pt idx="181">
                        <c:v>531.06704514918601</c:v>
                      </c:pt>
                      <c:pt idx="182">
                        <c:v>541.339626077459</c:v>
                      </c:pt>
                      <c:pt idx="183">
                        <c:v>519.4286670902319</c:v>
                      </c:pt>
                      <c:pt idx="184">
                        <c:v>479.47494715338297</c:v>
                      </c:pt>
                      <c:pt idx="185">
                        <c:v>492.78611230932495</c:v>
                      </c:pt>
                      <c:pt idx="186">
                        <c:v>494.59656502045294</c:v>
                      </c:pt>
                      <c:pt idx="187">
                        <c:v>572.1623842343721</c:v>
                      </c:pt>
                      <c:pt idx="188">
                        <c:v>628.97141598184089</c:v>
                      </c:pt>
                      <c:pt idx="189">
                        <c:v>711.28121033204593</c:v>
                      </c:pt>
                      <c:pt idx="190">
                        <c:v>707.07250019280195</c:v>
                      </c:pt>
                      <c:pt idx="191">
                        <c:v>605.35966517026702</c:v>
                      </c:pt>
                      <c:pt idx="192">
                        <c:v>448.27956750821909</c:v>
                      </c:pt>
                      <c:pt idx="193">
                        <c:v>292.95789185262799</c:v>
                      </c:pt>
                      <c:pt idx="194">
                        <c:v>180.38764896555699</c:v>
                      </c:pt>
                      <c:pt idx="195">
                        <c:v>117.470854048902</c:v>
                      </c:pt>
                      <c:pt idx="196">
                        <c:v>85.765631718630004</c:v>
                      </c:pt>
                      <c:pt idx="197">
                        <c:v>90.065221620291993</c:v>
                      </c:pt>
                      <c:pt idx="198">
                        <c:v>162.38708389492299</c:v>
                      </c:pt>
                      <c:pt idx="199">
                        <c:v>238.12396348233</c:v>
                      </c:pt>
                      <c:pt idx="200">
                        <c:v>321.71161728212604</c:v>
                      </c:pt>
                      <c:pt idx="201">
                        <c:v>383.14120975507905</c:v>
                      </c:pt>
                      <c:pt idx="202">
                        <c:v>435.33981533316097</c:v>
                      </c:pt>
                      <c:pt idx="203">
                        <c:v>489.15066659469392</c:v>
                      </c:pt>
                      <c:pt idx="204">
                        <c:v>496.43128937302998</c:v>
                      </c:pt>
                      <c:pt idx="205">
                        <c:v>525.24778367379201</c:v>
                      </c:pt>
                      <c:pt idx="206">
                        <c:v>620.81523886535899</c:v>
                      </c:pt>
                      <c:pt idx="207">
                        <c:v>578.54935910690699</c:v>
                      </c:pt>
                      <c:pt idx="208">
                        <c:v>511.28924444793802</c:v>
                      </c:pt>
                      <c:pt idx="209">
                        <c:v>516.29694558044707</c:v>
                      </c:pt>
                      <c:pt idx="210">
                        <c:v>507.66580776283104</c:v>
                      </c:pt>
                      <c:pt idx="211">
                        <c:v>583.99893966289403</c:v>
                      </c:pt>
                      <c:pt idx="212">
                        <c:v>645.06779760798304</c:v>
                      </c:pt>
                      <c:pt idx="213">
                        <c:v>729.57765788069787</c:v>
                      </c:pt>
                      <c:pt idx="214">
                        <c:v>729.53305509983102</c:v>
                      </c:pt>
                      <c:pt idx="215">
                        <c:v>620.94351632987605</c:v>
                      </c:pt>
                      <c:pt idx="216">
                        <c:v>453.88663954311789</c:v>
                      </c:pt>
                      <c:pt idx="217">
                        <c:v>290.57293118962502</c:v>
                      </c:pt>
                      <c:pt idx="218">
                        <c:v>176.458603226636</c:v>
                      </c:pt>
                      <c:pt idx="219">
                        <c:v>110.288870198645</c:v>
                      </c:pt>
                      <c:pt idx="220">
                        <c:v>80.705219588999995</c:v>
                      </c:pt>
                      <c:pt idx="221">
                        <c:v>88.912970986722996</c:v>
                      </c:pt>
                      <c:pt idx="222">
                        <c:v>167.061586153424</c:v>
                      </c:pt>
                      <c:pt idx="223">
                        <c:v>248.05850436594699</c:v>
                      </c:pt>
                      <c:pt idx="224">
                        <c:v>323.54076218954799</c:v>
                      </c:pt>
                      <c:pt idx="225">
                        <c:v>370.218620692336</c:v>
                      </c:pt>
                      <c:pt idx="226">
                        <c:v>407.19620184749704</c:v>
                      </c:pt>
                      <c:pt idx="227">
                        <c:v>450.94028027672698</c:v>
                      </c:pt>
                      <c:pt idx="228">
                        <c:v>474.952313415692</c:v>
                      </c:pt>
                      <c:pt idx="229">
                        <c:v>542.83774064801798</c:v>
                      </c:pt>
                      <c:pt idx="230">
                        <c:v>570.62544438500299</c:v>
                      </c:pt>
                      <c:pt idx="231">
                        <c:v>541.01093519497499</c:v>
                      </c:pt>
                      <c:pt idx="232">
                        <c:v>487.52154020609703</c:v>
                      </c:pt>
                      <c:pt idx="233">
                        <c:v>500.32291196682695</c:v>
                      </c:pt>
                      <c:pt idx="234">
                        <c:v>500.02360562793604</c:v>
                      </c:pt>
                      <c:pt idx="235">
                        <c:v>568.24505057506701</c:v>
                      </c:pt>
                      <c:pt idx="236">
                        <c:v>639.79435421450103</c:v>
                      </c:pt>
                      <c:pt idx="237">
                        <c:v>727.38298427304801</c:v>
                      </c:pt>
                      <c:pt idx="238">
                        <c:v>694.74805538445605</c:v>
                      </c:pt>
                      <c:pt idx="239">
                        <c:v>566.578370480986</c:v>
                      </c:pt>
                      <c:pt idx="240">
                        <c:v>390.71647498169295</c:v>
                      </c:pt>
                      <c:pt idx="241">
                        <c:v>241.10053406459298</c:v>
                      </c:pt>
                      <c:pt idx="242">
                        <c:v>143.934160696135</c:v>
                      </c:pt>
                      <c:pt idx="243">
                        <c:v>93.569721624148002</c:v>
                      </c:pt>
                      <c:pt idx="244">
                        <c:v>73.63373761415599</c:v>
                      </c:pt>
                      <c:pt idx="245">
                        <c:v>86.798342062505981</c:v>
                      </c:pt>
                      <c:pt idx="246">
                        <c:v>175.31421650304998</c:v>
                      </c:pt>
                      <c:pt idx="247">
                        <c:v>259.31099100492503</c:v>
                      </c:pt>
                      <c:pt idx="248">
                        <c:v>318.29378818629999</c:v>
                      </c:pt>
                      <c:pt idx="249">
                        <c:v>341.84894578209901</c:v>
                      </c:pt>
                      <c:pt idx="250">
                        <c:v>373.51911099239396</c:v>
                      </c:pt>
                      <c:pt idx="251">
                        <c:v>418.62947010869595</c:v>
                      </c:pt>
                      <c:pt idx="252">
                        <c:v>451.22415808326002</c:v>
                      </c:pt>
                      <c:pt idx="253">
                        <c:v>502.50884461455598</c:v>
                      </c:pt>
                      <c:pt idx="254">
                        <c:v>516.09868527528999</c:v>
                      </c:pt>
                      <c:pt idx="255">
                        <c:v>497.30661528633101</c:v>
                      </c:pt>
                      <c:pt idx="256">
                        <c:v>476.02628811224798</c:v>
                      </c:pt>
                      <c:pt idx="257">
                        <c:v>505.26585391984594</c:v>
                      </c:pt>
                      <c:pt idx="258">
                        <c:v>501.51650334977296</c:v>
                      </c:pt>
                      <c:pt idx="259">
                        <c:v>566.69424670895796</c:v>
                      </c:pt>
                      <c:pt idx="260">
                        <c:v>632.01250382519106</c:v>
                      </c:pt>
                      <c:pt idx="261">
                        <c:v>711.12787128789296</c:v>
                      </c:pt>
                      <c:pt idx="262">
                        <c:v>684.94650512729993</c:v>
                      </c:pt>
                      <c:pt idx="263">
                        <c:v>548.04322434373307</c:v>
                      </c:pt>
                      <c:pt idx="264">
                        <c:v>376.43002203980097</c:v>
                      </c:pt>
                      <c:pt idx="265">
                        <c:v>227.50805037899397</c:v>
                      </c:pt>
                      <c:pt idx="266">
                        <c:v>135.38702389010803</c:v>
                      </c:pt>
                      <c:pt idx="267">
                        <c:v>89.384208641476988</c:v>
                      </c:pt>
                      <c:pt idx="268">
                        <c:v>71.390290822885987</c:v>
                      </c:pt>
                      <c:pt idx="269">
                        <c:v>86.469212874150003</c:v>
                      </c:pt>
                      <c:pt idx="270">
                        <c:v>179.33952667140602</c:v>
                      </c:pt>
                      <c:pt idx="271">
                        <c:v>267.81679533361</c:v>
                      </c:pt>
                      <c:pt idx="272">
                        <c:v>322.41498475665202</c:v>
                      </c:pt>
                      <c:pt idx="273">
                        <c:v>347.63746573343599</c:v>
                      </c:pt>
                      <c:pt idx="274">
                        <c:v>380.41276951403904</c:v>
                      </c:pt>
                      <c:pt idx="275">
                        <c:v>426.67643668314395</c:v>
                      </c:pt>
                      <c:pt idx="276">
                        <c:v>457.24357935151602</c:v>
                      </c:pt>
                      <c:pt idx="277">
                        <c:v>506.64553405397999</c:v>
                      </c:pt>
                      <c:pt idx="278">
                        <c:v>515.36429413930603</c:v>
                      </c:pt>
                      <c:pt idx="279">
                        <c:v>496.73196024812898</c:v>
                      </c:pt>
                      <c:pt idx="280">
                        <c:v>475.76617350670102</c:v>
                      </c:pt>
                      <c:pt idx="281">
                        <c:v>497.40193502022095</c:v>
                      </c:pt>
                      <c:pt idx="282">
                        <c:v>494.400265571018</c:v>
                      </c:pt>
                      <c:pt idx="283">
                        <c:v>570.02283035230812</c:v>
                      </c:pt>
                      <c:pt idx="284">
                        <c:v>640.27711703085902</c:v>
                      </c:pt>
                      <c:pt idx="285">
                        <c:v>723.05824239683602</c:v>
                      </c:pt>
                      <c:pt idx="286">
                        <c:v>688.78986591206603</c:v>
                      </c:pt>
                      <c:pt idx="287">
                        <c:v>549.89492254184802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C-F782-4DD4-8B67-32577BCE01C1}"/>
                  </c:ext>
                </c:extLst>
              </c15:ser>
            </c15:filteredLineSeries>
          </c:ext>
        </c:extLst>
      </c:lineChart>
      <c:catAx>
        <c:axId val="228096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28096864"/>
        <c:crosses val="autoZero"/>
        <c:auto val="1"/>
        <c:lblAlgn val="ctr"/>
        <c:lblOffset val="100"/>
        <c:noMultiLvlLbl val="0"/>
      </c:catAx>
      <c:valAx>
        <c:axId val="22809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28096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1800">
                <a:solidFill>
                  <a:schemeClr val="accent1"/>
                </a:solidFill>
              </a:rPr>
              <a:t> Gi Traffic Per Vendor</a:t>
            </a:r>
            <a:r>
              <a:rPr lang="fr-FR" sz="1800" baseline="0">
                <a:solidFill>
                  <a:schemeClr val="accent1"/>
                </a:solidFill>
              </a:rPr>
              <a:t>(TB)</a:t>
            </a:r>
            <a:endParaRPr lang="fr-FR" sz="180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9.6870516185476818E-2"/>
          <c:y val="0.13905859938774975"/>
          <c:w val="0.86979615048118986"/>
          <c:h val="0.49192825326768835"/>
        </c:manualLayout>
      </c:layout>
      <c:lineChart>
        <c:grouping val="standard"/>
        <c:varyColors val="0"/>
        <c:ser>
          <c:idx val="36"/>
          <c:order val="36"/>
          <c:tx>
            <c:strRef>
              <c:f>'01-10 12-10-2026'!$AL$1</c:f>
              <c:strCache>
                <c:ptCount val="1"/>
                <c:pt idx="0">
                  <c:v>Huawei GI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213"/>
              <c:layout>
                <c:manualLayout>
                  <c:x val="-3.072222222222212E-2"/>
                  <c:y val="-3.005796150481191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4D5-4FAE-AE9D-D02EB97D55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12-10-2026'!$AL$2:$AL$289</c:f>
              <c:numCache>
                <c:formatCode>0</c:formatCode>
                <c:ptCount val="288"/>
                <c:pt idx="0">
                  <c:v>53.961048048999999</c:v>
                </c:pt>
                <c:pt idx="1">
                  <c:v>33.934879475999999</c:v>
                </c:pt>
                <c:pt idx="2">
                  <c:v>20.458453175000002</c:v>
                </c:pt>
                <c:pt idx="3">
                  <c:v>13.515246553000001</c:v>
                </c:pt>
                <c:pt idx="4">
                  <c:v>11.199342841</c:v>
                </c:pt>
                <c:pt idx="5">
                  <c:v>15.633548565000002</c:v>
                </c:pt>
                <c:pt idx="6">
                  <c:v>30.516773288</c:v>
                </c:pt>
                <c:pt idx="7">
                  <c:v>41.913903500999993</c:v>
                </c:pt>
                <c:pt idx="8">
                  <c:v>47.909843838</c:v>
                </c:pt>
                <c:pt idx="9">
                  <c:v>49.803241591999999</c:v>
                </c:pt>
                <c:pt idx="10">
                  <c:v>53.218076741000004</c:v>
                </c:pt>
                <c:pt idx="11">
                  <c:v>58.440214566999998</c:v>
                </c:pt>
                <c:pt idx="12">
                  <c:v>64.013387005999988</c:v>
                </c:pt>
                <c:pt idx="13">
                  <c:v>71.479161863999991</c:v>
                </c:pt>
                <c:pt idx="14">
                  <c:v>72.786498520000009</c:v>
                </c:pt>
                <c:pt idx="15">
                  <c:v>69.656784191999989</c:v>
                </c:pt>
                <c:pt idx="16">
                  <c:v>62.692507108000001</c:v>
                </c:pt>
                <c:pt idx="17">
                  <c:v>61.981945622999994</c:v>
                </c:pt>
                <c:pt idx="18">
                  <c:v>61.651109806999997</c:v>
                </c:pt>
                <c:pt idx="19">
                  <c:v>70.968180586000003</c:v>
                </c:pt>
                <c:pt idx="20">
                  <c:v>77.712025797999999</c:v>
                </c:pt>
                <c:pt idx="21">
                  <c:v>87.105576611000004</c:v>
                </c:pt>
                <c:pt idx="22">
                  <c:v>88.433498696000001</c:v>
                </c:pt>
                <c:pt idx="23">
                  <c:v>78.035758367</c:v>
                </c:pt>
                <c:pt idx="24">
                  <c:v>59.036733967999993</c:v>
                </c:pt>
                <c:pt idx="25">
                  <c:v>39.012867626000002</c:v>
                </c:pt>
                <c:pt idx="26">
                  <c:v>24.255259156000001</c:v>
                </c:pt>
                <c:pt idx="27">
                  <c:v>15.69046878</c:v>
                </c:pt>
                <c:pt idx="28">
                  <c:v>11.889327358999999</c:v>
                </c:pt>
                <c:pt idx="29">
                  <c:v>15.046525666999997</c:v>
                </c:pt>
                <c:pt idx="30">
                  <c:v>27.436517350000003</c:v>
                </c:pt>
                <c:pt idx="31">
                  <c:v>38.554395462000002</c:v>
                </c:pt>
                <c:pt idx="32">
                  <c:v>48.341318554000004</c:v>
                </c:pt>
                <c:pt idx="33">
                  <c:v>54.40400708</c:v>
                </c:pt>
                <c:pt idx="34">
                  <c:v>59.497142034999996</c:v>
                </c:pt>
                <c:pt idx="35">
                  <c:v>65.787198036000007</c:v>
                </c:pt>
                <c:pt idx="36">
                  <c:v>68.003646361999998</c:v>
                </c:pt>
                <c:pt idx="37">
                  <c:v>71.600549530999999</c:v>
                </c:pt>
                <c:pt idx="38">
                  <c:v>81.237301926000001</c:v>
                </c:pt>
                <c:pt idx="39">
                  <c:v>75.830493257000001</c:v>
                </c:pt>
                <c:pt idx="40">
                  <c:v>65.977852354999996</c:v>
                </c:pt>
                <c:pt idx="41">
                  <c:v>63.916553901999997</c:v>
                </c:pt>
                <c:pt idx="42">
                  <c:v>63.231395914000004</c:v>
                </c:pt>
                <c:pt idx="43">
                  <c:v>72.970423568000001</c:v>
                </c:pt>
                <c:pt idx="44">
                  <c:v>80.418602921000002</c:v>
                </c:pt>
                <c:pt idx="45">
                  <c:v>90.314250755000003</c:v>
                </c:pt>
                <c:pt idx="46">
                  <c:v>90.573097134999998</c:v>
                </c:pt>
                <c:pt idx="47">
                  <c:v>79.915384368000005</c:v>
                </c:pt>
                <c:pt idx="48">
                  <c:v>60.432754686999999</c:v>
                </c:pt>
                <c:pt idx="49">
                  <c:v>39.877346684999999</c:v>
                </c:pt>
                <c:pt idx="50">
                  <c:v>24.240434090000001</c:v>
                </c:pt>
                <c:pt idx="51">
                  <c:v>15.559706990999999</c:v>
                </c:pt>
                <c:pt idx="52">
                  <c:v>12.119077467</c:v>
                </c:pt>
                <c:pt idx="53">
                  <c:v>15.664858150000001</c:v>
                </c:pt>
                <c:pt idx="54">
                  <c:v>28.734960816999997</c:v>
                </c:pt>
                <c:pt idx="55">
                  <c:v>40.228211696999999</c:v>
                </c:pt>
                <c:pt idx="56">
                  <c:v>48.769106445000006</c:v>
                </c:pt>
                <c:pt idx="57">
                  <c:v>52.486300454000002</c:v>
                </c:pt>
                <c:pt idx="58">
                  <c:v>55.936915390000003</c:v>
                </c:pt>
                <c:pt idx="59">
                  <c:v>60.737801238999999</c:v>
                </c:pt>
                <c:pt idx="60">
                  <c:v>64.878831730999991</c:v>
                </c:pt>
                <c:pt idx="61">
                  <c:v>73.173957373999997</c:v>
                </c:pt>
                <c:pt idx="62">
                  <c:v>76.101408052000011</c:v>
                </c:pt>
                <c:pt idx="63">
                  <c:v>72.106558010000001</c:v>
                </c:pt>
                <c:pt idx="64">
                  <c:v>63.723195673999996</c:v>
                </c:pt>
                <c:pt idx="65">
                  <c:v>62.228002205000003</c:v>
                </c:pt>
                <c:pt idx="66">
                  <c:v>61.088416026999994</c:v>
                </c:pt>
                <c:pt idx="67">
                  <c:v>70.335165823000011</c:v>
                </c:pt>
                <c:pt idx="68">
                  <c:v>77.995733586999989</c:v>
                </c:pt>
                <c:pt idx="69">
                  <c:v>87.41699289799999</c:v>
                </c:pt>
                <c:pt idx="70">
                  <c:v>87.148446499000002</c:v>
                </c:pt>
                <c:pt idx="71">
                  <c:v>74.440371499999998</c:v>
                </c:pt>
                <c:pt idx="72">
                  <c:v>53.347118545999997</c:v>
                </c:pt>
                <c:pt idx="73">
                  <c:v>33.075760187</c:v>
                </c:pt>
                <c:pt idx="74">
                  <c:v>19.945756433</c:v>
                </c:pt>
                <c:pt idx="75">
                  <c:v>13.16120991</c:v>
                </c:pt>
                <c:pt idx="76">
                  <c:v>10.999494760000001</c:v>
                </c:pt>
                <c:pt idx="77">
                  <c:v>15.178544813</c:v>
                </c:pt>
                <c:pt idx="78">
                  <c:v>29.605555205999998</c:v>
                </c:pt>
                <c:pt idx="79">
                  <c:v>40.073107309999997</c:v>
                </c:pt>
                <c:pt idx="80">
                  <c:v>46.026290924999998</c:v>
                </c:pt>
                <c:pt idx="81">
                  <c:v>48.099671415000003</c:v>
                </c:pt>
                <c:pt idx="82">
                  <c:v>51.088508671999996</c:v>
                </c:pt>
                <c:pt idx="83">
                  <c:v>56.268320889999998</c:v>
                </c:pt>
                <c:pt idx="84">
                  <c:v>61.278391262</c:v>
                </c:pt>
                <c:pt idx="85">
                  <c:v>68.200348986999998</c:v>
                </c:pt>
                <c:pt idx="86">
                  <c:v>69.178828092000003</c:v>
                </c:pt>
                <c:pt idx="87">
                  <c:v>65.755036212000007</c:v>
                </c:pt>
                <c:pt idx="88">
                  <c:v>60.645383154000001</c:v>
                </c:pt>
                <c:pt idx="89">
                  <c:v>60.228766052000005</c:v>
                </c:pt>
                <c:pt idx="90">
                  <c:v>60.015982078999997</c:v>
                </c:pt>
                <c:pt idx="91">
                  <c:v>69.553288014999993</c:v>
                </c:pt>
                <c:pt idx="92">
                  <c:v>77.482774112000001</c:v>
                </c:pt>
                <c:pt idx="93">
                  <c:v>86.964712340999995</c:v>
                </c:pt>
                <c:pt idx="94">
                  <c:v>85.993075473999994</c:v>
                </c:pt>
                <c:pt idx="95">
                  <c:v>71.717626574999997</c:v>
                </c:pt>
                <c:pt idx="96">
                  <c:v>50.022969750999998</c:v>
                </c:pt>
                <c:pt idx="97">
                  <c:v>30.859466329999997</c:v>
                </c:pt>
                <c:pt idx="98">
                  <c:v>18.660908860999999</c:v>
                </c:pt>
                <c:pt idx="99">
                  <c:v>12.520913726</c:v>
                </c:pt>
                <c:pt idx="100">
                  <c:v>10.696100568999999</c:v>
                </c:pt>
                <c:pt idx="101">
                  <c:v>14.949010214999999</c:v>
                </c:pt>
                <c:pt idx="102">
                  <c:v>29.842050498999999</c:v>
                </c:pt>
                <c:pt idx="103">
                  <c:v>40.672688884999999</c:v>
                </c:pt>
                <c:pt idx="104">
                  <c:v>46.279349811000003</c:v>
                </c:pt>
                <c:pt idx="105">
                  <c:v>48.225371628000005</c:v>
                </c:pt>
                <c:pt idx="106">
                  <c:v>51.119315350000001</c:v>
                </c:pt>
                <c:pt idx="107">
                  <c:v>56.857299053000006</c:v>
                </c:pt>
                <c:pt idx="108">
                  <c:v>61.787993780000008</c:v>
                </c:pt>
                <c:pt idx="109">
                  <c:v>68.788553239999999</c:v>
                </c:pt>
                <c:pt idx="110">
                  <c:v>69.276779156000003</c:v>
                </c:pt>
                <c:pt idx="111">
                  <c:v>65.702595790999993</c:v>
                </c:pt>
                <c:pt idx="112">
                  <c:v>60.638279718</c:v>
                </c:pt>
                <c:pt idx="113">
                  <c:v>60.222301395000002</c:v>
                </c:pt>
                <c:pt idx="114">
                  <c:v>60.126781029</c:v>
                </c:pt>
                <c:pt idx="115">
                  <c:v>69.875357715999996</c:v>
                </c:pt>
                <c:pt idx="116">
                  <c:v>77.801759779000008</c:v>
                </c:pt>
                <c:pt idx="117">
                  <c:v>88.013506806999999</c:v>
                </c:pt>
                <c:pt idx="118">
                  <c:v>86.656073417000002</c:v>
                </c:pt>
                <c:pt idx="119">
                  <c:v>72.745189758999999</c:v>
                </c:pt>
                <c:pt idx="120">
                  <c:v>50.85645756000001</c:v>
                </c:pt>
                <c:pt idx="121">
                  <c:v>31.237904672999999</c:v>
                </c:pt>
                <c:pt idx="122">
                  <c:v>18.809625209</c:v>
                </c:pt>
                <c:pt idx="123">
                  <c:v>12.524213945</c:v>
                </c:pt>
                <c:pt idx="124">
                  <c:v>10.640888636000001</c:v>
                </c:pt>
                <c:pt idx="125">
                  <c:v>14.890802008999998</c:v>
                </c:pt>
                <c:pt idx="126">
                  <c:v>30.136199638000001</c:v>
                </c:pt>
                <c:pt idx="127">
                  <c:v>41.113212701999998</c:v>
                </c:pt>
                <c:pt idx="128">
                  <c:v>46.715320458000001</c:v>
                </c:pt>
                <c:pt idx="129">
                  <c:v>48.733542788999998</c:v>
                </c:pt>
                <c:pt idx="130">
                  <c:v>52.037374526999997</c:v>
                </c:pt>
                <c:pt idx="131">
                  <c:v>57.034030506999997</c:v>
                </c:pt>
                <c:pt idx="132">
                  <c:v>63.274832758999999</c:v>
                </c:pt>
                <c:pt idx="133">
                  <c:v>72.483670588999999</c:v>
                </c:pt>
                <c:pt idx="134">
                  <c:v>73.600434071999999</c:v>
                </c:pt>
                <c:pt idx="135">
                  <c:v>69.417002870999994</c:v>
                </c:pt>
                <c:pt idx="136">
                  <c:v>61.434704533000001</c:v>
                </c:pt>
                <c:pt idx="137">
                  <c:v>60.561656675999998</c:v>
                </c:pt>
                <c:pt idx="138">
                  <c:v>64.569228154000001</c:v>
                </c:pt>
                <c:pt idx="139">
                  <c:v>74.159598082999992</c:v>
                </c:pt>
                <c:pt idx="140">
                  <c:v>78.883173370000009</c:v>
                </c:pt>
                <c:pt idx="141">
                  <c:v>88.174549375999987</c:v>
                </c:pt>
                <c:pt idx="142">
                  <c:v>87.044337432999995</c:v>
                </c:pt>
                <c:pt idx="143">
                  <c:v>72.776419099000009</c:v>
                </c:pt>
                <c:pt idx="144">
                  <c:v>52.230181242</c:v>
                </c:pt>
                <c:pt idx="145">
                  <c:v>32.778093780999995</c:v>
                </c:pt>
                <c:pt idx="146">
                  <c:v>20.109782379999999</c:v>
                </c:pt>
                <c:pt idx="147">
                  <c:v>13.023306447</c:v>
                </c:pt>
                <c:pt idx="148">
                  <c:v>10.867242294</c:v>
                </c:pt>
                <c:pt idx="149">
                  <c:v>15.107818971999999</c:v>
                </c:pt>
                <c:pt idx="150">
                  <c:v>30.881430487999999</c:v>
                </c:pt>
                <c:pt idx="151">
                  <c:v>41.698238361000001</c:v>
                </c:pt>
                <c:pt idx="152">
                  <c:v>47.244425262</c:v>
                </c:pt>
                <c:pt idx="153">
                  <c:v>49.021612082000004</c:v>
                </c:pt>
                <c:pt idx="154">
                  <c:v>51.802681101999994</c:v>
                </c:pt>
                <c:pt idx="155">
                  <c:v>57.250349455999995</c:v>
                </c:pt>
                <c:pt idx="156">
                  <c:v>62.106661809000002</c:v>
                </c:pt>
                <c:pt idx="157">
                  <c:v>69.014236255</c:v>
                </c:pt>
                <c:pt idx="158">
                  <c:v>69.691577112999994</c:v>
                </c:pt>
                <c:pt idx="159">
                  <c:v>66.667244814</c:v>
                </c:pt>
                <c:pt idx="160">
                  <c:v>62.086576109999996</c:v>
                </c:pt>
                <c:pt idx="161">
                  <c:v>61.451874446999994</c:v>
                </c:pt>
                <c:pt idx="162">
                  <c:v>61.235998116999994</c:v>
                </c:pt>
                <c:pt idx="163">
                  <c:v>70.373820358000003</c:v>
                </c:pt>
                <c:pt idx="164">
                  <c:v>77.931515861000008</c:v>
                </c:pt>
                <c:pt idx="165">
                  <c:v>87.113978114999995</c:v>
                </c:pt>
                <c:pt idx="166">
                  <c:v>86.466176872999995</c:v>
                </c:pt>
                <c:pt idx="167">
                  <c:v>72.462759296000002</c:v>
                </c:pt>
                <c:pt idx="168">
                  <c:v>50.957414048000004</c:v>
                </c:pt>
                <c:pt idx="169">
                  <c:v>31.639815945000002</c:v>
                </c:pt>
                <c:pt idx="170">
                  <c:v>19.443210089000001</c:v>
                </c:pt>
                <c:pt idx="171">
                  <c:v>13.046458910999998</c:v>
                </c:pt>
                <c:pt idx="172">
                  <c:v>11.142256143000001</c:v>
                </c:pt>
                <c:pt idx="173">
                  <c:v>15.386462504000001</c:v>
                </c:pt>
                <c:pt idx="174">
                  <c:v>31.463996713999997</c:v>
                </c:pt>
                <c:pt idx="175">
                  <c:v>43.618279048000005</c:v>
                </c:pt>
                <c:pt idx="176">
                  <c:v>50.771207158999999</c:v>
                </c:pt>
                <c:pt idx="177">
                  <c:v>53.855534024999997</c:v>
                </c:pt>
                <c:pt idx="178">
                  <c:v>54.709601980000002</c:v>
                </c:pt>
                <c:pt idx="179">
                  <c:v>58.787482564000001</c:v>
                </c:pt>
                <c:pt idx="180">
                  <c:v>64.315471813000002</c:v>
                </c:pt>
                <c:pt idx="181">
                  <c:v>71.728417624000002</c:v>
                </c:pt>
                <c:pt idx="182">
                  <c:v>72.247846831000004</c:v>
                </c:pt>
                <c:pt idx="183">
                  <c:v>68.420820652000003</c:v>
                </c:pt>
                <c:pt idx="184">
                  <c:v>62.960864690999998</c:v>
                </c:pt>
                <c:pt idx="185">
                  <c:v>61.916546302</c:v>
                </c:pt>
                <c:pt idx="186">
                  <c:v>62.986221787999995</c:v>
                </c:pt>
                <c:pt idx="187">
                  <c:v>72.891657559000009</c:v>
                </c:pt>
                <c:pt idx="188">
                  <c:v>79.653075916000006</c:v>
                </c:pt>
                <c:pt idx="189">
                  <c:v>88.193827777999999</c:v>
                </c:pt>
                <c:pt idx="190">
                  <c:v>88.660658974</c:v>
                </c:pt>
                <c:pt idx="191">
                  <c:v>77.354256334000013</c:v>
                </c:pt>
                <c:pt idx="192">
                  <c:v>57.835881156999996</c:v>
                </c:pt>
                <c:pt idx="193">
                  <c:v>37.847203388000004</c:v>
                </c:pt>
                <c:pt idx="194">
                  <c:v>23.262664893</c:v>
                </c:pt>
                <c:pt idx="195">
                  <c:v>15.744015932</c:v>
                </c:pt>
                <c:pt idx="196">
                  <c:v>12.365899811</c:v>
                </c:pt>
                <c:pt idx="197">
                  <c:v>15.048348609</c:v>
                </c:pt>
                <c:pt idx="198">
                  <c:v>28.093946209999999</c:v>
                </c:pt>
                <c:pt idx="199">
                  <c:v>39.574851525999996</c:v>
                </c:pt>
                <c:pt idx="200">
                  <c:v>49.530406434</c:v>
                </c:pt>
                <c:pt idx="201">
                  <c:v>54.956933322000012</c:v>
                </c:pt>
                <c:pt idx="202">
                  <c:v>59.814796288000004</c:v>
                </c:pt>
                <c:pt idx="203">
                  <c:v>65.782811558000006</c:v>
                </c:pt>
                <c:pt idx="204">
                  <c:v>67.768638632000005</c:v>
                </c:pt>
                <c:pt idx="205">
                  <c:v>71.382123784000001</c:v>
                </c:pt>
                <c:pt idx="206">
                  <c:v>80.876956002</c:v>
                </c:pt>
                <c:pt idx="207">
                  <c:v>75.084040458999993</c:v>
                </c:pt>
                <c:pt idx="208">
                  <c:v>66.649167904999999</c:v>
                </c:pt>
                <c:pt idx="209">
                  <c:v>65.092530640000007</c:v>
                </c:pt>
                <c:pt idx="210">
                  <c:v>65.022443664999997</c:v>
                </c:pt>
                <c:pt idx="211">
                  <c:v>74.514440329999999</c:v>
                </c:pt>
                <c:pt idx="212">
                  <c:v>82.190452125000007</c:v>
                </c:pt>
                <c:pt idx="213">
                  <c:v>90.724769041000002</c:v>
                </c:pt>
                <c:pt idx="214">
                  <c:v>91.079486118000005</c:v>
                </c:pt>
                <c:pt idx="215">
                  <c:v>78.839939904000005</c:v>
                </c:pt>
                <c:pt idx="216">
                  <c:v>58.416709417999996</c:v>
                </c:pt>
                <c:pt idx="217">
                  <c:v>37.720880640000004</c:v>
                </c:pt>
                <c:pt idx="218">
                  <c:v>23.470642804000001</c:v>
                </c:pt>
                <c:pt idx="219">
                  <c:v>15.268478323</c:v>
                </c:pt>
                <c:pt idx="220">
                  <c:v>12.086890586999999</c:v>
                </c:pt>
                <c:pt idx="221">
                  <c:v>15.08354437</c:v>
                </c:pt>
                <c:pt idx="222">
                  <c:v>29.260158363999999</c:v>
                </c:pt>
                <c:pt idx="223">
                  <c:v>41.110128618999994</c:v>
                </c:pt>
                <c:pt idx="224">
                  <c:v>49.434429952000002</c:v>
                </c:pt>
                <c:pt idx="225">
                  <c:v>52.979937968000002</c:v>
                </c:pt>
                <c:pt idx="226">
                  <c:v>55.873985597000001</c:v>
                </c:pt>
                <c:pt idx="227">
                  <c:v>60.555452105000001</c:v>
                </c:pt>
                <c:pt idx="228">
                  <c:v>64.588379799999998</c:v>
                </c:pt>
                <c:pt idx="229">
                  <c:v>72.749505081999999</c:v>
                </c:pt>
                <c:pt idx="230">
                  <c:v>75.297597245999995</c:v>
                </c:pt>
                <c:pt idx="231">
                  <c:v>70.913894706999997</c:v>
                </c:pt>
                <c:pt idx="232">
                  <c:v>63.649775177000002</c:v>
                </c:pt>
                <c:pt idx="233">
                  <c:v>62.818698561999994</c:v>
                </c:pt>
                <c:pt idx="234">
                  <c:v>63.660729586999992</c:v>
                </c:pt>
                <c:pt idx="235">
                  <c:v>72.556388369000004</c:v>
                </c:pt>
                <c:pt idx="236">
                  <c:v>81.273806135000001</c:v>
                </c:pt>
                <c:pt idx="237">
                  <c:v>90.183566049999996</c:v>
                </c:pt>
                <c:pt idx="238">
                  <c:v>87.825287954999993</c:v>
                </c:pt>
                <c:pt idx="239">
                  <c:v>72.898766148999997</c:v>
                </c:pt>
                <c:pt idx="240">
                  <c:v>50.985466489000004</c:v>
                </c:pt>
                <c:pt idx="241">
                  <c:v>31.556823626</c:v>
                </c:pt>
                <c:pt idx="242">
                  <c:v>19.427032836999999</c:v>
                </c:pt>
                <c:pt idx="243">
                  <c:v>13.219399372</c:v>
                </c:pt>
                <c:pt idx="244">
                  <c:v>11.227820856000001</c:v>
                </c:pt>
                <c:pt idx="245">
                  <c:v>14.796910221999999</c:v>
                </c:pt>
                <c:pt idx="246">
                  <c:v>29.802194614999998</c:v>
                </c:pt>
                <c:pt idx="247">
                  <c:v>40.711574312000003</c:v>
                </c:pt>
                <c:pt idx="248">
                  <c:v>47.316381242999995</c:v>
                </c:pt>
                <c:pt idx="249">
                  <c:v>48.477315480000001</c:v>
                </c:pt>
                <c:pt idx="250">
                  <c:v>50.646084555999998</c:v>
                </c:pt>
                <c:pt idx="251">
                  <c:v>55.686987006000003</c:v>
                </c:pt>
                <c:pt idx="252">
                  <c:v>60.843181397000002</c:v>
                </c:pt>
                <c:pt idx="253">
                  <c:v>67.913741152999989</c:v>
                </c:pt>
                <c:pt idx="254">
                  <c:v>68.653797226999998</c:v>
                </c:pt>
                <c:pt idx="255">
                  <c:v>65.479847626000009</c:v>
                </c:pt>
                <c:pt idx="256">
                  <c:v>61.691605475999999</c:v>
                </c:pt>
                <c:pt idx="257">
                  <c:v>62.701276479000001</c:v>
                </c:pt>
                <c:pt idx="258">
                  <c:v>63.794898914000001</c:v>
                </c:pt>
                <c:pt idx="259">
                  <c:v>72.248412009999996</c:v>
                </c:pt>
                <c:pt idx="260">
                  <c:v>80.047630748999993</c:v>
                </c:pt>
                <c:pt idx="261">
                  <c:v>88.264824031000003</c:v>
                </c:pt>
                <c:pt idx="262">
                  <c:v>86.263728397999998</c:v>
                </c:pt>
                <c:pt idx="263">
                  <c:v>70.321677880999999</c:v>
                </c:pt>
                <c:pt idx="264">
                  <c:v>49.930848886999996</c:v>
                </c:pt>
                <c:pt idx="265">
                  <c:v>30.747398893</c:v>
                </c:pt>
                <c:pt idx="266">
                  <c:v>18.781097937000002</c:v>
                </c:pt>
                <c:pt idx="267">
                  <c:v>12.837068175999999</c:v>
                </c:pt>
                <c:pt idx="268">
                  <c:v>10.826848172</c:v>
                </c:pt>
                <c:pt idx="269">
                  <c:v>14.831156523000001</c:v>
                </c:pt>
                <c:pt idx="270">
                  <c:v>30.758814026</c:v>
                </c:pt>
                <c:pt idx="271">
                  <c:v>41.990556371000004</c:v>
                </c:pt>
                <c:pt idx="272">
                  <c:v>47.608450382000001</c:v>
                </c:pt>
                <c:pt idx="273">
                  <c:v>48.952831727000003</c:v>
                </c:pt>
                <c:pt idx="274">
                  <c:v>51.595999837999997</c:v>
                </c:pt>
                <c:pt idx="275">
                  <c:v>56.985140797</c:v>
                </c:pt>
                <c:pt idx="276">
                  <c:v>62.017947462999999</c:v>
                </c:pt>
                <c:pt idx="277">
                  <c:v>68.891342176999999</c:v>
                </c:pt>
                <c:pt idx="278">
                  <c:v>68.983155036999989</c:v>
                </c:pt>
                <c:pt idx="279">
                  <c:v>65.743085292000004</c:v>
                </c:pt>
                <c:pt idx="280">
                  <c:v>62.166039932000004</c:v>
                </c:pt>
                <c:pt idx="281">
                  <c:v>62.345006652999999</c:v>
                </c:pt>
                <c:pt idx="282">
                  <c:v>63.411963314999994</c:v>
                </c:pt>
                <c:pt idx="283">
                  <c:v>73.031932604999994</c:v>
                </c:pt>
                <c:pt idx="284">
                  <c:v>81.198742258999999</c:v>
                </c:pt>
                <c:pt idx="285">
                  <c:v>89.447987397999995</c:v>
                </c:pt>
                <c:pt idx="286">
                  <c:v>86.115771367000008</c:v>
                </c:pt>
                <c:pt idx="287">
                  <c:v>70.366918368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D5-4FAE-AE9D-D02EB97D558B}"/>
            </c:ext>
          </c:extLst>
        </c:ser>
        <c:ser>
          <c:idx val="37"/>
          <c:order val="37"/>
          <c:tx>
            <c:strRef>
              <c:f>'01-10 12-10-2026'!$AM$1</c:f>
              <c:strCache>
                <c:ptCount val="1"/>
                <c:pt idx="0">
                  <c:v>Ericsson GI</c:v>
                </c:pt>
              </c:strCache>
            </c:strRef>
          </c:tx>
          <c:spPr>
            <a:ln w="28575" cap="rnd">
              <a:solidFill>
                <a:schemeClr val="accent2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214"/>
              <c:layout>
                <c:manualLayout>
                  <c:x val="-4.1833333333333438E-2"/>
                  <c:y val="-2.5428331875182352E-2"/>
                </c:manualLayout>
              </c:layout>
              <c:tx>
                <c:rich>
                  <a:bodyPr/>
                  <a:lstStyle/>
                  <a:p>
                    <a:fld id="{2EB1A6EE-EA60-4069-9F05-C50430B735FC}" type="VALUE">
                      <a:rPr lang="en-US">
                        <a:solidFill>
                          <a:schemeClr val="accent2"/>
                        </a:solidFill>
                      </a:rPr>
                      <a:pPr/>
                      <a:t>[VALEUR]</a:t>
                    </a:fld>
                    <a:endParaRPr lang="fr-FR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B4D5-4FAE-AE9D-D02EB97D55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'01-10 12-10-2026'!$A$2:$A$289</c:f>
              <c:strCache>
                <c:ptCount val="288"/>
                <c:pt idx="0">
                  <c:v>2026-10-01 00:00:00</c:v>
                </c:pt>
                <c:pt idx="1">
                  <c:v>2026-10-01 01:00:00</c:v>
                </c:pt>
                <c:pt idx="2">
                  <c:v>2026-10-01 02:00:00</c:v>
                </c:pt>
                <c:pt idx="3">
                  <c:v>2026-10-01 03:00:00</c:v>
                </c:pt>
                <c:pt idx="4">
                  <c:v>2026-10-01 04:00:00</c:v>
                </c:pt>
                <c:pt idx="5">
                  <c:v>2026-10-01 05:00:00</c:v>
                </c:pt>
                <c:pt idx="6">
                  <c:v>2026-10-01 06:00:00</c:v>
                </c:pt>
                <c:pt idx="7">
                  <c:v>2026-10-01 07:00:00</c:v>
                </c:pt>
                <c:pt idx="8">
                  <c:v>2026-10-01 08:00:00</c:v>
                </c:pt>
                <c:pt idx="9">
                  <c:v>2026-10-01 09:00:00</c:v>
                </c:pt>
                <c:pt idx="10">
                  <c:v>2026-10-01 10:00:00</c:v>
                </c:pt>
                <c:pt idx="11">
                  <c:v>2026-10-01 11:00:00</c:v>
                </c:pt>
                <c:pt idx="12">
                  <c:v>2026-10-01 12:00:00</c:v>
                </c:pt>
                <c:pt idx="13">
                  <c:v>2026-10-01 13:00:00</c:v>
                </c:pt>
                <c:pt idx="14">
                  <c:v>2026-10-01 14:00:00</c:v>
                </c:pt>
                <c:pt idx="15">
                  <c:v>2026-10-01 15:00:00</c:v>
                </c:pt>
                <c:pt idx="16">
                  <c:v>2026-10-01 16:00:00</c:v>
                </c:pt>
                <c:pt idx="17">
                  <c:v>2026-10-01 17:00:00</c:v>
                </c:pt>
                <c:pt idx="18">
                  <c:v>2026-10-01 18:00:00</c:v>
                </c:pt>
                <c:pt idx="19">
                  <c:v>2026-10-01 19:00:00</c:v>
                </c:pt>
                <c:pt idx="20">
                  <c:v>2026-10-01 20:00:00</c:v>
                </c:pt>
                <c:pt idx="21">
                  <c:v>2026-10-01 21:00:00</c:v>
                </c:pt>
                <c:pt idx="22">
                  <c:v>2026-10-01 22:00:00</c:v>
                </c:pt>
                <c:pt idx="23">
                  <c:v>2026-10-01 23:00:00</c:v>
                </c:pt>
                <c:pt idx="24">
                  <c:v>2026-10-02 00:00:00</c:v>
                </c:pt>
                <c:pt idx="25">
                  <c:v>2026-10-02 01:00:00</c:v>
                </c:pt>
                <c:pt idx="26">
                  <c:v>2026-10-02 02:00:00</c:v>
                </c:pt>
                <c:pt idx="27">
                  <c:v>2026-10-02 03:00:00</c:v>
                </c:pt>
                <c:pt idx="28">
                  <c:v>2026-10-02 04:00:00</c:v>
                </c:pt>
                <c:pt idx="29">
                  <c:v>2026-10-02 05:00:00</c:v>
                </c:pt>
                <c:pt idx="30">
                  <c:v>2026-10-02 06:00:00</c:v>
                </c:pt>
                <c:pt idx="31">
                  <c:v>2026-10-02 07:00:00</c:v>
                </c:pt>
                <c:pt idx="32">
                  <c:v>2026-10-02 08:00:00</c:v>
                </c:pt>
                <c:pt idx="33">
                  <c:v>2026-10-02 09:00:00</c:v>
                </c:pt>
                <c:pt idx="34">
                  <c:v>2026-10-02 10:00:00</c:v>
                </c:pt>
                <c:pt idx="35">
                  <c:v>2026-10-02 11:00:00</c:v>
                </c:pt>
                <c:pt idx="36">
                  <c:v>2026-10-02 12:00:00</c:v>
                </c:pt>
                <c:pt idx="37">
                  <c:v>2026-10-02 13:00:00</c:v>
                </c:pt>
                <c:pt idx="38">
                  <c:v>2026-10-02 14:00:00</c:v>
                </c:pt>
                <c:pt idx="39">
                  <c:v>2026-10-02 15:00:00</c:v>
                </c:pt>
                <c:pt idx="40">
                  <c:v>2026-10-02 16:00:00</c:v>
                </c:pt>
                <c:pt idx="41">
                  <c:v>2026-10-02 17:00:00</c:v>
                </c:pt>
                <c:pt idx="42">
                  <c:v>2026-10-02 18:00:00</c:v>
                </c:pt>
                <c:pt idx="43">
                  <c:v>2026-10-02 19:00:00</c:v>
                </c:pt>
                <c:pt idx="44">
                  <c:v>2026-10-02 20:00:00</c:v>
                </c:pt>
                <c:pt idx="45">
                  <c:v>2026-10-02 21:00:00</c:v>
                </c:pt>
                <c:pt idx="46">
                  <c:v>2026-10-02 22:00:00</c:v>
                </c:pt>
                <c:pt idx="47">
                  <c:v>2026-10-02 23:00:00</c:v>
                </c:pt>
                <c:pt idx="48">
                  <c:v>2026-10-03 00:00:00</c:v>
                </c:pt>
                <c:pt idx="49">
                  <c:v>2026-10-03 01:00:00</c:v>
                </c:pt>
                <c:pt idx="50">
                  <c:v>2026-10-03 02:00:00</c:v>
                </c:pt>
                <c:pt idx="51">
                  <c:v>2026-10-03 03:00:00</c:v>
                </c:pt>
                <c:pt idx="52">
                  <c:v>2026-10-03 04:00:00</c:v>
                </c:pt>
                <c:pt idx="53">
                  <c:v>2026-10-03 05:00:00</c:v>
                </c:pt>
                <c:pt idx="54">
                  <c:v>2026-10-03 06:00:00</c:v>
                </c:pt>
                <c:pt idx="55">
                  <c:v>2026-10-03 07:00:00</c:v>
                </c:pt>
                <c:pt idx="56">
                  <c:v>2026-10-03 08:00:00</c:v>
                </c:pt>
                <c:pt idx="57">
                  <c:v>2026-10-03 09:00:00</c:v>
                </c:pt>
                <c:pt idx="58">
                  <c:v>2026-10-03 10:00:00</c:v>
                </c:pt>
                <c:pt idx="59">
                  <c:v>2026-10-03 11:00:00</c:v>
                </c:pt>
                <c:pt idx="60">
                  <c:v>2026-10-03 12:00:00</c:v>
                </c:pt>
                <c:pt idx="61">
                  <c:v>2026-10-03 13:00:00</c:v>
                </c:pt>
                <c:pt idx="62">
                  <c:v>2026-10-03 14:00:00</c:v>
                </c:pt>
                <c:pt idx="63">
                  <c:v>2026-10-03 15:00:00</c:v>
                </c:pt>
                <c:pt idx="64">
                  <c:v>2026-10-03 16:00:00</c:v>
                </c:pt>
                <c:pt idx="65">
                  <c:v>2026-10-03 17:00:00</c:v>
                </c:pt>
                <c:pt idx="66">
                  <c:v>2026-10-03 18:00:00</c:v>
                </c:pt>
                <c:pt idx="67">
                  <c:v>2026-10-03 19:00:00</c:v>
                </c:pt>
                <c:pt idx="68">
                  <c:v>2026-10-03 20:00:00</c:v>
                </c:pt>
                <c:pt idx="69">
                  <c:v>2026-10-03 21:00:00</c:v>
                </c:pt>
                <c:pt idx="70">
                  <c:v>2026-10-03 22:00:00</c:v>
                </c:pt>
                <c:pt idx="71">
                  <c:v>2026-10-03 23:00:00</c:v>
                </c:pt>
                <c:pt idx="72">
                  <c:v>2026-10-04 00:00:00</c:v>
                </c:pt>
                <c:pt idx="73">
                  <c:v>2026-10-04 01:00:00</c:v>
                </c:pt>
                <c:pt idx="74">
                  <c:v>2026-10-04 02:00:00</c:v>
                </c:pt>
                <c:pt idx="75">
                  <c:v>2026-10-04 03:00:00</c:v>
                </c:pt>
                <c:pt idx="76">
                  <c:v>2026-10-04 04:00:00</c:v>
                </c:pt>
                <c:pt idx="77">
                  <c:v>2026-10-04 05:00:00</c:v>
                </c:pt>
                <c:pt idx="78">
                  <c:v>2026-10-04 06:00:00</c:v>
                </c:pt>
                <c:pt idx="79">
                  <c:v>2026-10-04 07:00:00</c:v>
                </c:pt>
                <c:pt idx="80">
                  <c:v>2026-10-04 08:00:00</c:v>
                </c:pt>
                <c:pt idx="81">
                  <c:v>2026-10-04 09:00:00</c:v>
                </c:pt>
                <c:pt idx="82">
                  <c:v>2026-10-04 10:00:00</c:v>
                </c:pt>
                <c:pt idx="83">
                  <c:v>2026-10-04 11:00:00</c:v>
                </c:pt>
                <c:pt idx="84">
                  <c:v>2026-10-04 12:00:00</c:v>
                </c:pt>
                <c:pt idx="85">
                  <c:v>2026-10-04 13:00:00</c:v>
                </c:pt>
                <c:pt idx="86">
                  <c:v>2026-10-04 14:00:00</c:v>
                </c:pt>
                <c:pt idx="87">
                  <c:v>2026-10-04 15:00:00</c:v>
                </c:pt>
                <c:pt idx="88">
                  <c:v>2026-10-04 16:00:00</c:v>
                </c:pt>
                <c:pt idx="89">
                  <c:v>2026-10-04 17:00:00</c:v>
                </c:pt>
                <c:pt idx="90">
                  <c:v>2026-10-04 18:00:00</c:v>
                </c:pt>
                <c:pt idx="91">
                  <c:v>2026-10-04 19:00:00</c:v>
                </c:pt>
                <c:pt idx="92">
                  <c:v>2026-10-04 20:00:00</c:v>
                </c:pt>
                <c:pt idx="93">
                  <c:v>2026-10-04 21:00:00</c:v>
                </c:pt>
                <c:pt idx="94">
                  <c:v>2026-10-04 22:00:00</c:v>
                </c:pt>
                <c:pt idx="95">
                  <c:v>2026-10-04 23:00:00</c:v>
                </c:pt>
                <c:pt idx="96">
                  <c:v>2026-10-05 00:00:00</c:v>
                </c:pt>
                <c:pt idx="97">
                  <c:v>2026-10-05 01:00:00</c:v>
                </c:pt>
                <c:pt idx="98">
                  <c:v>2026-10-05 02:00:00</c:v>
                </c:pt>
                <c:pt idx="99">
                  <c:v>2026-10-05 03:00:00</c:v>
                </c:pt>
                <c:pt idx="100">
                  <c:v>2026-10-05 04:00:00</c:v>
                </c:pt>
                <c:pt idx="101">
                  <c:v>2026-10-05 05:00:00</c:v>
                </c:pt>
                <c:pt idx="102">
                  <c:v>2026-10-05 06:00:00</c:v>
                </c:pt>
                <c:pt idx="103">
                  <c:v>2026-10-05 07:00:00</c:v>
                </c:pt>
                <c:pt idx="104">
                  <c:v>2026-10-05 08:00:00</c:v>
                </c:pt>
                <c:pt idx="105">
                  <c:v>2026-10-05 09:00:00</c:v>
                </c:pt>
                <c:pt idx="106">
                  <c:v>2026-10-05 10:00:00</c:v>
                </c:pt>
                <c:pt idx="107">
                  <c:v>2026-10-05 11:00:00</c:v>
                </c:pt>
                <c:pt idx="108">
                  <c:v>2026-10-05 12:00:00</c:v>
                </c:pt>
                <c:pt idx="109">
                  <c:v>2026-10-05 13:00:00</c:v>
                </c:pt>
                <c:pt idx="110">
                  <c:v>2026-10-05 14:00:00</c:v>
                </c:pt>
                <c:pt idx="111">
                  <c:v>2026-10-05 15:00:00</c:v>
                </c:pt>
                <c:pt idx="112">
                  <c:v>2026-10-05 16:00:00</c:v>
                </c:pt>
                <c:pt idx="113">
                  <c:v>2026-10-05 17:00:00</c:v>
                </c:pt>
                <c:pt idx="114">
                  <c:v>2026-10-05 18:00:00</c:v>
                </c:pt>
                <c:pt idx="115">
                  <c:v>2026-10-05 19:00:00</c:v>
                </c:pt>
                <c:pt idx="116">
                  <c:v>2026-10-05 20:00:00</c:v>
                </c:pt>
                <c:pt idx="117">
                  <c:v>2026-10-05 21:00:00</c:v>
                </c:pt>
                <c:pt idx="118">
                  <c:v>2026-10-05 22:00:00</c:v>
                </c:pt>
                <c:pt idx="119">
                  <c:v>2026-10-05 23:00:00</c:v>
                </c:pt>
                <c:pt idx="120">
                  <c:v>2026-10-06 00:00:00</c:v>
                </c:pt>
                <c:pt idx="121">
                  <c:v>2026-10-06 01:00:00</c:v>
                </c:pt>
                <c:pt idx="122">
                  <c:v>2026-10-06 02:00:00</c:v>
                </c:pt>
                <c:pt idx="123">
                  <c:v>2026-10-06 03:00:00</c:v>
                </c:pt>
                <c:pt idx="124">
                  <c:v>2026-10-06 04:00:00</c:v>
                </c:pt>
                <c:pt idx="125">
                  <c:v>2026-10-06 05:00:00</c:v>
                </c:pt>
                <c:pt idx="126">
                  <c:v>2026-10-06 06:00:00</c:v>
                </c:pt>
                <c:pt idx="127">
                  <c:v>2026-10-06 07:00:00</c:v>
                </c:pt>
                <c:pt idx="128">
                  <c:v>2026-10-06 08:00:00</c:v>
                </c:pt>
                <c:pt idx="129">
                  <c:v>2026-10-06 09:00:00</c:v>
                </c:pt>
                <c:pt idx="130">
                  <c:v>2026-10-06 10:00:00</c:v>
                </c:pt>
                <c:pt idx="131">
                  <c:v>2026-10-06 11:00:00</c:v>
                </c:pt>
                <c:pt idx="132">
                  <c:v>2026-10-06 12:00:00</c:v>
                </c:pt>
                <c:pt idx="133">
                  <c:v>2026-10-06 13:00:00</c:v>
                </c:pt>
                <c:pt idx="134">
                  <c:v>2026-10-06 14:00:00</c:v>
                </c:pt>
                <c:pt idx="135">
                  <c:v>2026-10-06 15:00:00</c:v>
                </c:pt>
                <c:pt idx="136">
                  <c:v>2026-10-06 16:00:00</c:v>
                </c:pt>
                <c:pt idx="137">
                  <c:v>2026-10-06 17:00:00</c:v>
                </c:pt>
                <c:pt idx="138">
                  <c:v>2026-10-06 18:00:00</c:v>
                </c:pt>
                <c:pt idx="139">
                  <c:v>2026-10-06 19:00:00</c:v>
                </c:pt>
                <c:pt idx="140">
                  <c:v>2026-10-06 20:00:00</c:v>
                </c:pt>
                <c:pt idx="141">
                  <c:v>2026-10-06 21:00:00</c:v>
                </c:pt>
                <c:pt idx="142">
                  <c:v>2026-10-06 22:00:00</c:v>
                </c:pt>
                <c:pt idx="143">
                  <c:v>2026-10-06 23:00:00</c:v>
                </c:pt>
                <c:pt idx="144">
                  <c:v>2026-10-07 00:00:00</c:v>
                </c:pt>
                <c:pt idx="145">
                  <c:v>2026-10-07 01:00:00</c:v>
                </c:pt>
                <c:pt idx="146">
                  <c:v>2026-10-07 02:00:00</c:v>
                </c:pt>
                <c:pt idx="147">
                  <c:v>2026-10-07 03:00:00</c:v>
                </c:pt>
                <c:pt idx="148">
                  <c:v>2026-10-07 04:00:00</c:v>
                </c:pt>
                <c:pt idx="149">
                  <c:v>2026-10-07 05:00:00</c:v>
                </c:pt>
                <c:pt idx="150">
                  <c:v>2026-10-07 06:00:00</c:v>
                </c:pt>
                <c:pt idx="151">
                  <c:v>2026-10-07 07:00:00</c:v>
                </c:pt>
                <c:pt idx="152">
                  <c:v>2026-10-07 08:00:00</c:v>
                </c:pt>
                <c:pt idx="153">
                  <c:v>2026-10-07 09:00:00</c:v>
                </c:pt>
                <c:pt idx="154">
                  <c:v>2026-10-07 10:00:00</c:v>
                </c:pt>
                <c:pt idx="155">
                  <c:v>2026-10-07 11:00:00</c:v>
                </c:pt>
                <c:pt idx="156">
                  <c:v>2026-10-07 12:00:00</c:v>
                </c:pt>
                <c:pt idx="157">
                  <c:v>2026-10-07 13:00:00</c:v>
                </c:pt>
                <c:pt idx="158">
                  <c:v>2026-10-07 14:00:00</c:v>
                </c:pt>
                <c:pt idx="159">
                  <c:v>2026-10-07 15:00:00</c:v>
                </c:pt>
                <c:pt idx="160">
                  <c:v>2026-10-07 16:00:00</c:v>
                </c:pt>
                <c:pt idx="161">
                  <c:v>2026-10-07 17:00:00</c:v>
                </c:pt>
                <c:pt idx="162">
                  <c:v>2026-10-07 18:00:00</c:v>
                </c:pt>
                <c:pt idx="163">
                  <c:v>2026-10-07 19:00:00</c:v>
                </c:pt>
                <c:pt idx="164">
                  <c:v>2026-10-07 20:00:00</c:v>
                </c:pt>
                <c:pt idx="165">
                  <c:v>2026-10-07 21:00:00</c:v>
                </c:pt>
                <c:pt idx="166">
                  <c:v>2026-10-07 22:00:00</c:v>
                </c:pt>
                <c:pt idx="167">
                  <c:v>2026-10-07 23:00:00</c:v>
                </c:pt>
                <c:pt idx="168">
                  <c:v>2026-10-08 00:00:00</c:v>
                </c:pt>
                <c:pt idx="169">
                  <c:v>2026-10-08 01:00:00</c:v>
                </c:pt>
                <c:pt idx="170">
                  <c:v>2026-10-08 02:00:00</c:v>
                </c:pt>
                <c:pt idx="171">
                  <c:v>2026-10-08 03:00:00</c:v>
                </c:pt>
                <c:pt idx="172">
                  <c:v>2026-10-08 04:00:00</c:v>
                </c:pt>
                <c:pt idx="173">
                  <c:v>2026-10-08 05:00:00</c:v>
                </c:pt>
                <c:pt idx="174">
                  <c:v>2026-10-08 06:00:00</c:v>
                </c:pt>
                <c:pt idx="175">
                  <c:v>2026-10-08 07:00:00</c:v>
                </c:pt>
                <c:pt idx="176">
                  <c:v>2026-10-08 08:00:00</c:v>
                </c:pt>
                <c:pt idx="177">
                  <c:v>2026-10-08 09:00:00</c:v>
                </c:pt>
                <c:pt idx="178">
                  <c:v>2026-10-08 10:00:00</c:v>
                </c:pt>
                <c:pt idx="179">
                  <c:v>2026-10-08 11:00:00</c:v>
                </c:pt>
                <c:pt idx="180">
                  <c:v>2026-10-08 12:00:00</c:v>
                </c:pt>
                <c:pt idx="181">
                  <c:v>2026-10-08 13:00:00</c:v>
                </c:pt>
                <c:pt idx="182">
                  <c:v>2026-10-08 14:00:00</c:v>
                </c:pt>
                <c:pt idx="183">
                  <c:v>2026-10-08 15:00:00</c:v>
                </c:pt>
                <c:pt idx="184">
                  <c:v>2026-10-08 16:00:00</c:v>
                </c:pt>
                <c:pt idx="185">
                  <c:v>2026-10-08 17:00:00</c:v>
                </c:pt>
                <c:pt idx="186">
                  <c:v>2026-10-08 18:00:00</c:v>
                </c:pt>
                <c:pt idx="187">
                  <c:v>2026-10-08 19:00:00</c:v>
                </c:pt>
                <c:pt idx="188">
                  <c:v>2026-10-08 20:00:00</c:v>
                </c:pt>
                <c:pt idx="189">
                  <c:v>2026-10-08 21:00:00</c:v>
                </c:pt>
                <c:pt idx="190">
                  <c:v>2026-10-08 22:00:00</c:v>
                </c:pt>
                <c:pt idx="191">
                  <c:v>2026-10-08 23:00:00</c:v>
                </c:pt>
                <c:pt idx="192">
                  <c:v>2026-10-09 00:00:00</c:v>
                </c:pt>
                <c:pt idx="193">
                  <c:v>2026-10-09 01:00:00</c:v>
                </c:pt>
                <c:pt idx="194">
                  <c:v>2026-10-09 02:00:00</c:v>
                </c:pt>
                <c:pt idx="195">
                  <c:v>2026-10-09 03:00:00</c:v>
                </c:pt>
                <c:pt idx="196">
                  <c:v>2026-10-09 04:00:00</c:v>
                </c:pt>
                <c:pt idx="197">
                  <c:v>2026-10-09 05:00:00</c:v>
                </c:pt>
                <c:pt idx="198">
                  <c:v>2026-10-09 06:00:00</c:v>
                </c:pt>
                <c:pt idx="199">
                  <c:v>2026-10-09 07:00:00</c:v>
                </c:pt>
                <c:pt idx="200">
                  <c:v>2026-10-09 08:00:00</c:v>
                </c:pt>
                <c:pt idx="201">
                  <c:v>2026-10-09 09:00:00</c:v>
                </c:pt>
                <c:pt idx="202">
                  <c:v>2026-10-09 10:00:00</c:v>
                </c:pt>
                <c:pt idx="203">
                  <c:v>2026-10-09 11:00:00</c:v>
                </c:pt>
                <c:pt idx="204">
                  <c:v>2026-10-09 12:00:00</c:v>
                </c:pt>
                <c:pt idx="205">
                  <c:v>2026-10-09 13:00:00</c:v>
                </c:pt>
                <c:pt idx="206">
                  <c:v>2026-10-09 14:00:00</c:v>
                </c:pt>
                <c:pt idx="207">
                  <c:v>2026-10-09 15:00:00</c:v>
                </c:pt>
                <c:pt idx="208">
                  <c:v>2026-10-09 16:00:00</c:v>
                </c:pt>
                <c:pt idx="209">
                  <c:v>2026-10-09 17:00:00</c:v>
                </c:pt>
                <c:pt idx="210">
                  <c:v>2026-10-09 18:00:00</c:v>
                </c:pt>
                <c:pt idx="211">
                  <c:v>2026-10-09 19:00:00</c:v>
                </c:pt>
                <c:pt idx="212">
                  <c:v>2026-10-09 20:00:00</c:v>
                </c:pt>
                <c:pt idx="213">
                  <c:v>2026-10-09 21:00:00</c:v>
                </c:pt>
                <c:pt idx="214">
                  <c:v>2026-10-09 22:00:00</c:v>
                </c:pt>
                <c:pt idx="215">
                  <c:v>2026-10-09 23:00:00</c:v>
                </c:pt>
                <c:pt idx="216">
                  <c:v>2026-10-10 00:00:00</c:v>
                </c:pt>
                <c:pt idx="217">
                  <c:v>2026-10-10 01:00:00</c:v>
                </c:pt>
                <c:pt idx="218">
                  <c:v>2026-10-10 02:00:00</c:v>
                </c:pt>
                <c:pt idx="219">
                  <c:v>2026-10-10 03:00:00</c:v>
                </c:pt>
                <c:pt idx="220">
                  <c:v>2026-10-10 04:00:00</c:v>
                </c:pt>
                <c:pt idx="221">
                  <c:v>2026-10-10 05:00:00</c:v>
                </c:pt>
                <c:pt idx="222">
                  <c:v>2026-10-10 06:00:00</c:v>
                </c:pt>
                <c:pt idx="223">
                  <c:v>2026-10-10 07:00:00</c:v>
                </c:pt>
                <c:pt idx="224">
                  <c:v>2026-10-10 08:00:00</c:v>
                </c:pt>
                <c:pt idx="225">
                  <c:v>2026-10-10 09:00:00</c:v>
                </c:pt>
                <c:pt idx="226">
                  <c:v>2026-10-10 10:00:00</c:v>
                </c:pt>
                <c:pt idx="227">
                  <c:v>2026-10-10 11:00:00</c:v>
                </c:pt>
                <c:pt idx="228">
                  <c:v>2026-10-10 12:00:00</c:v>
                </c:pt>
                <c:pt idx="229">
                  <c:v>2026-10-10 13:00:00</c:v>
                </c:pt>
                <c:pt idx="230">
                  <c:v>2026-10-10 14:00:00</c:v>
                </c:pt>
                <c:pt idx="231">
                  <c:v>2026-10-10 15:00:00</c:v>
                </c:pt>
                <c:pt idx="232">
                  <c:v>2026-10-10 16:00:00</c:v>
                </c:pt>
                <c:pt idx="233">
                  <c:v>2026-10-10 17:00:00</c:v>
                </c:pt>
                <c:pt idx="234">
                  <c:v>2026-10-10 18:00:00</c:v>
                </c:pt>
                <c:pt idx="235">
                  <c:v>2026-10-10 19:00:00</c:v>
                </c:pt>
                <c:pt idx="236">
                  <c:v>2026-10-10 20:00:00</c:v>
                </c:pt>
                <c:pt idx="237">
                  <c:v>2026-10-10 21:00:00</c:v>
                </c:pt>
                <c:pt idx="238">
                  <c:v>2026-10-10 22:00:00</c:v>
                </c:pt>
                <c:pt idx="239">
                  <c:v>2026-10-10 23:00:00</c:v>
                </c:pt>
                <c:pt idx="240">
                  <c:v>2026-10-11 00:00:00</c:v>
                </c:pt>
                <c:pt idx="241">
                  <c:v>2026-10-11 01:00:00</c:v>
                </c:pt>
                <c:pt idx="242">
                  <c:v>2026-10-11 02:00:00</c:v>
                </c:pt>
                <c:pt idx="243">
                  <c:v>2026-10-11 03:00:00</c:v>
                </c:pt>
                <c:pt idx="244">
                  <c:v>2026-10-11 04:00:00</c:v>
                </c:pt>
                <c:pt idx="245">
                  <c:v>2026-10-11 05:00:00</c:v>
                </c:pt>
                <c:pt idx="246">
                  <c:v>2026-10-11 06:00:00</c:v>
                </c:pt>
                <c:pt idx="247">
                  <c:v>2026-10-11 07:00:00</c:v>
                </c:pt>
                <c:pt idx="248">
                  <c:v>2026-10-11 08:00:00</c:v>
                </c:pt>
                <c:pt idx="249">
                  <c:v>2026-10-11 09:00:00</c:v>
                </c:pt>
                <c:pt idx="250">
                  <c:v>2026-10-11 10:00:00</c:v>
                </c:pt>
                <c:pt idx="251">
                  <c:v>2026-10-11 11:00:00</c:v>
                </c:pt>
                <c:pt idx="252">
                  <c:v>2026-10-11 12:00:00</c:v>
                </c:pt>
                <c:pt idx="253">
                  <c:v>2026-10-11 13:00:00</c:v>
                </c:pt>
                <c:pt idx="254">
                  <c:v>2026-10-11 14:00:00</c:v>
                </c:pt>
                <c:pt idx="255">
                  <c:v>2026-10-11 15:00:00</c:v>
                </c:pt>
                <c:pt idx="256">
                  <c:v>2026-10-11 16:00:00</c:v>
                </c:pt>
                <c:pt idx="257">
                  <c:v>2026-10-11 17:00:00</c:v>
                </c:pt>
                <c:pt idx="258">
                  <c:v>2026-10-11 18:00:00</c:v>
                </c:pt>
                <c:pt idx="259">
                  <c:v>2026-10-11 19:00:00</c:v>
                </c:pt>
                <c:pt idx="260">
                  <c:v>2026-10-11 20:00:00</c:v>
                </c:pt>
                <c:pt idx="261">
                  <c:v>2026-10-11 21:00:00</c:v>
                </c:pt>
                <c:pt idx="262">
                  <c:v>2026-10-11 22:00:00</c:v>
                </c:pt>
                <c:pt idx="263">
                  <c:v>2026-10-11 23:00:00</c:v>
                </c:pt>
                <c:pt idx="264">
                  <c:v>2026-10-12 00:00:00</c:v>
                </c:pt>
                <c:pt idx="265">
                  <c:v>2026-10-12 01:00:00</c:v>
                </c:pt>
                <c:pt idx="266">
                  <c:v>2026-10-12 02:00:00</c:v>
                </c:pt>
                <c:pt idx="267">
                  <c:v>2026-10-12 03:00:00</c:v>
                </c:pt>
                <c:pt idx="268">
                  <c:v>2026-10-12 04:00:00</c:v>
                </c:pt>
                <c:pt idx="269">
                  <c:v>2026-10-12 05:00:00</c:v>
                </c:pt>
                <c:pt idx="270">
                  <c:v>2026-10-12 06:00:00</c:v>
                </c:pt>
                <c:pt idx="271">
                  <c:v>2026-10-12 07:00:00</c:v>
                </c:pt>
                <c:pt idx="272">
                  <c:v>2026-10-12 08:00:00</c:v>
                </c:pt>
                <c:pt idx="273">
                  <c:v>2026-10-12 09:00:00</c:v>
                </c:pt>
                <c:pt idx="274">
                  <c:v>2026-10-12 10:00:00</c:v>
                </c:pt>
                <c:pt idx="275">
                  <c:v>2026-10-12 11:00:00</c:v>
                </c:pt>
                <c:pt idx="276">
                  <c:v>2026-10-12 12:00:00</c:v>
                </c:pt>
                <c:pt idx="277">
                  <c:v>2026-10-12 13:00:00</c:v>
                </c:pt>
                <c:pt idx="278">
                  <c:v>2026-10-12 14:00:00</c:v>
                </c:pt>
                <c:pt idx="279">
                  <c:v>2026-10-12 15:00:00</c:v>
                </c:pt>
                <c:pt idx="280">
                  <c:v>2026-10-12 16:00:00</c:v>
                </c:pt>
                <c:pt idx="281">
                  <c:v>2026-10-12 17:00:00</c:v>
                </c:pt>
                <c:pt idx="282">
                  <c:v>2026-10-12 18:00:00</c:v>
                </c:pt>
                <c:pt idx="283">
                  <c:v>2026-10-12 19:00:00</c:v>
                </c:pt>
                <c:pt idx="284">
                  <c:v>2026-10-12 20:00:00</c:v>
                </c:pt>
                <c:pt idx="285">
                  <c:v>2026-10-12 21:00:00</c:v>
                </c:pt>
                <c:pt idx="286">
                  <c:v>2026-10-12 22:00:00</c:v>
                </c:pt>
                <c:pt idx="287">
                  <c:v>2026-10-12 23:00:00</c:v>
                </c:pt>
              </c:strCache>
            </c:strRef>
          </c:cat>
          <c:val>
            <c:numRef>
              <c:f>'01-10 12-10-2026'!$AM$2:$AM$289</c:f>
              <c:numCache>
                <c:formatCode>0</c:formatCode>
                <c:ptCount val="288"/>
                <c:pt idx="0">
                  <c:v>14.405648131578001</c:v>
                </c:pt>
                <c:pt idx="1">
                  <c:v>8.9336232401290108</c:v>
                </c:pt>
                <c:pt idx="2">
                  <c:v>5.3142647985249987</c:v>
                </c:pt>
                <c:pt idx="3">
                  <c:v>3.4429187478359999</c:v>
                </c:pt>
                <c:pt idx="4">
                  <c:v>2.7078716518080017</c:v>
                </c:pt>
                <c:pt idx="5">
                  <c:v>3.3695060234560001</c:v>
                </c:pt>
                <c:pt idx="6">
                  <c:v>7.2359212906890011</c:v>
                </c:pt>
                <c:pt idx="7">
                  <c:v>10.825752460478</c:v>
                </c:pt>
                <c:pt idx="8">
                  <c:v>12.716469768557999</c:v>
                </c:pt>
                <c:pt idx="9">
                  <c:v>13.090653874879001</c:v>
                </c:pt>
                <c:pt idx="10">
                  <c:v>14.019185921120002</c:v>
                </c:pt>
                <c:pt idx="11">
                  <c:v>15.641314629651987</c:v>
                </c:pt>
                <c:pt idx="12">
                  <c:v>17.71821619008</c:v>
                </c:pt>
                <c:pt idx="13">
                  <c:v>19.512501428608001</c:v>
                </c:pt>
                <c:pt idx="14">
                  <c:v>20.505445423078001</c:v>
                </c:pt>
                <c:pt idx="15">
                  <c:v>20.240172940827001</c:v>
                </c:pt>
                <c:pt idx="16">
                  <c:v>18.093651715172999</c:v>
                </c:pt>
                <c:pt idx="17">
                  <c:v>18.097345165237989</c:v>
                </c:pt>
                <c:pt idx="18">
                  <c:v>17.709415408909003</c:v>
                </c:pt>
                <c:pt idx="19">
                  <c:v>19.407109826784989</c:v>
                </c:pt>
                <c:pt idx="20">
                  <c:v>21.192243505080988</c:v>
                </c:pt>
                <c:pt idx="21">
                  <c:v>24.606968801537999</c:v>
                </c:pt>
                <c:pt idx="22">
                  <c:v>25.3226663714</c:v>
                </c:pt>
                <c:pt idx="23">
                  <c:v>21.957617707345005</c:v>
                </c:pt>
                <c:pt idx="24">
                  <c:v>16.094171539657012</c:v>
                </c:pt>
                <c:pt idx="25">
                  <c:v>10.330323306731</c:v>
                </c:pt>
                <c:pt idx="26">
                  <c:v>6.1532676710820002</c:v>
                </c:pt>
                <c:pt idx="27">
                  <c:v>4.1083255718960006</c:v>
                </c:pt>
                <c:pt idx="28">
                  <c:v>2.9840363470580007</c:v>
                </c:pt>
                <c:pt idx="29">
                  <c:v>3.3030710196790003</c:v>
                </c:pt>
                <c:pt idx="30">
                  <c:v>6.2150010317699991</c:v>
                </c:pt>
                <c:pt idx="31">
                  <c:v>9.1796690320060002</c:v>
                </c:pt>
                <c:pt idx="32">
                  <c:v>12.558990618279999</c:v>
                </c:pt>
                <c:pt idx="33">
                  <c:v>14.570087627902998</c:v>
                </c:pt>
                <c:pt idx="34">
                  <c:v>16.094632013808003</c:v>
                </c:pt>
                <c:pt idx="35">
                  <c:v>18.448375216074002</c:v>
                </c:pt>
                <c:pt idx="36">
                  <c:v>18.900106393629009</c:v>
                </c:pt>
                <c:pt idx="37">
                  <c:v>19.654130216278997</c:v>
                </c:pt>
                <c:pt idx="38">
                  <c:v>22.974610095246998</c:v>
                </c:pt>
                <c:pt idx="39">
                  <c:v>22.146311891316998</c:v>
                </c:pt>
                <c:pt idx="40">
                  <c:v>18.802419335932001</c:v>
                </c:pt>
                <c:pt idx="41">
                  <c:v>18.29607510872799</c:v>
                </c:pt>
                <c:pt idx="42">
                  <c:v>17.80889300970501</c:v>
                </c:pt>
                <c:pt idx="43">
                  <c:v>19.798907055282008</c:v>
                </c:pt>
                <c:pt idx="44">
                  <c:v>21.520610451257003</c:v>
                </c:pt>
                <c:pt idx="45">
                  <c:v>25.220730484217018</c:v>
                </c:pt>
                <c:pt idx="46">
                  <c:v>25.843355518289989</c:v>
                </c:pt>
                <c:pt idx="47">
                  <c:v>22.801279061271007</c:v>
                </c:pt>
                <c:pt idx="48">
                  <c:v>16.911948081242002</c:v>
                </c:pt>
                <c:pt idx="49">
                  <c:v>10.985869702607008</c:v>
                </c:pt>
                <c:pt idx="50">
                  <c:v>6.5196517693009994</c:v>
                </c:pt>
                <c:pt idx="51">
                  <c:v>4.0563745777650011</c:v>
                </c:pt>
                <c:pt idx="52">
                  <c:v>2.9435550204909999</c:v>
                </c:pt>
                <c:pt idx="53">
                  <c:v>3.3045353866450005</c:v>
                </c:pt>
                <c:pt idx="54">
                  <c:v>6.4476716852699996</c:v>
                </c:pt>
                <c:pt idx="55">
                  <c:v>9.5738774121669987</c:v>
                </c:pt>
                <c:pt idx="56">
                  <c:v>12.605177993324999</c:v>
                </c:pt>
                <c:pt idx="57">
                  <c:v>14.213219858831</c:v>
                </c:pt>
                <c:pt idx="58">
                  <c:v>15.211292570861001</c:v>
                </c:pt>
                <c:pt idx="59">
                  <c:v>16.798838091179999</c:v>
                </c:pt>
                <c:pt idx="60">
                  <c:v>18.278328086464001</c:v>
                </c:pt>
                <c:pt idx="61">
                  <c:v>20.348148813201</c:v>
                </c:pt>
                <c:pt idx="62">
                  <c:v>21.61428183787201</c:v>
                </c:pt>
                <c:pt idx="63">
                  <c:v>20.833485525796011</c:v>
                </c:pt>
                <c:pt idx="64">
                  <c:v>18.187190363923001</c:v>
                </c:pt>
                <c:pt idx="65">
                  <c:v>17.775031940800009</c:v>
                </c:pt>
                <c:pt idx="66">
                  <c:v>17.433004374180001</c:v>
                </c:pt>
                <c:pt idx="67">
                  <c:v>19.087742172732021</c:v>
                </c:pt>
                <c:pt idx="68">
                  <c:v>20.741579620210999</c:v>
                </c:pt>
                <c:pt idx="69">
                  <c:v>24.351490732767999</c:v>
                </c:pt>
                <c:pt idx="70">
                  <c:v>24.810242473734995</c:v>
                </c:pt>
                <c:pt idx="71">
                  <c:v>20.81903809447601</c:v>
                </c:pt>
                <c:pt idx="72">
                  <c:v>14.295524464148</c:v>
                </c:pt>
                <c:pt idx="73">
                  <c:v>8.6747872993620003</c:v>
                </c:pt>
                <c:pt idx="74">
                  <c:v>5.0875442329030021</c:v>
                </c:pt>
                <c:pt idx="75">
                  <c:v>3.2903622947020001</c:v>
                </c:pt>
                <c:pt idx="76">
                  <c:v>2.640843897381</c:v>
                </c:pt>
                <c:pt idx="77">
                  <c:v>3.2293658284140001</c:v>
                </c:pt>
                <c:pt idx="78">
                  <c:v>6.9132005672540018</c:v>
                </c:pt>
                <c:pt idx="79">
                  <c:v>10.181085948479</c:v>
                </c:pt>
                <c:pt idx="80">
                  <c:v>11.992097643950991</c:v>
                </c:pt>
                <c:pt idx="81">
                  <c:v>12.377850337135001</c:v>
                </c:pt>
                <c:pt idx="82">
                  <c:v>13.293297898018999</c:v>
                </c:pt>
                <c:pt idx="83">
                  <c:v>15.10448057920301</c:v>
                </c:pt>
                <c:pt idx="84">
                  <c:v>17.013700115852991</c:v>
                </c:pt>
                <c:pt idx="85">
                  <c:v>18.369277072021003</c:v>
                </c:pt>
                <c:pt idx="86">
                  <c:v>19.266510885525999</c:v>
                </c:pt>
                <c:pt idx="87">
                  <c:v>18.913652909168007</c:v>
                </c:pt>
                <c:pt idx="88">
                  <c:v>17.405623541083003</c:v>
                </c:pt>
                <c:pt idx="89">
                  <c:v>17.572907688086001</c:v>
                </c:pt>
                <c:pt idx="90">
                  <c:v>16.926994021681001</c:v>
                </c:pt>
                <c:pt idx="91">
                  <c:v>18.891604597545001</c:v>
                </c:pt>
                <c:pt idx="92">
                  <c:v>20.675099799006997</c:v>
                </c:pt>
                <c:pt idx="93">
                  <c:v>24.285341311420002</c:v>
                </c:pt>
                <c:pt idx="94">
                  <c:v>24.355251560789991</c:v>
                </c:pt>
                <c:pt idx="95">
                  <c:v>20.08390799090601</c:v>
                </c:pt>
                <c:pt idx="96">
                  <c:v>13.570146416523999</c:v>
                </c:pt>
                <c:pt idx="97">
                  <c:v>8.2200181549559979</c:v>
                </c:pt>
                <c:pt idx="98">
                  <c:v>4.8130807924599992</c:v>
                </c:pt>
                <c:pt idx="99">
                  <c:v>3.1485969073880016</c:v>
                </c:pt>
                <c:pt idx="100">
                  <c:v>2.5223612373900011</c:v>
                </c:pt>
                <c:pt idx="101">
                  <c:v>3.1442139592660001</c:v>
                </c:pt>
                <c:pt idx="102">
                  <c:v>6.9570339376960009</c:v>
                </c:pt>
                <c:pt idx="103">
                  <c:v>10.430827091329</c:v>
                </c:pt>
                <c:pt idx="104">
                  <c:v>12.298327816857</c:v>
                </c:pt>
                <c:pt idx="105">
                  <c:v>12.618302323279</c:v>
                </c:pt>
                <c:pt idx="106">
                  <c:v>13.479227543108999</c:v>
                </c:pt>
                <c:pt idx="107">
                  <c:v>15.284397127323</c:v>
                </c:pt>
                <c:pt idx="108">
                  <c:v>17.105085877954998</c:v>
                </c:pt>
                <c:pt idx="109">
                  <c:v>18.651417861712989</c:v>
                </c:pt>
                <c:pt idx="110">
                  <c:v>19.306381919332001</c:v>
                </c:pt>
                <c:pt idx="111">
                  <c:v>18.923260184526001</c:v>
                </c:pt>
                <c:pt idx="112">
                  <c:v>17.291945894865002</c:v>
                </c:pt>
                <c:pt idx="113">
                  <c:v>17.442167998061002</c:v>
                </c:pt>
                <c:pt idx="114">
                  <c:v>17.073518584224999</c:v>
                </c:pt>
                <c:pt idx="115">
                  <c:v>18.948735995214992</c:v>
                </c:pt>
                <c:pt idx="116">
                  <c:v>20.798225534433996</c:v>
                </c:pt>
                <c:pt idx="117">
                  <c:v>24.475451571461992</c:v>
                </c:pt>
                <c:pt idx="118">
                  <c:v>24.453690784874993</c:v>
                </c:pt>
                <c:pt idx="119">
                  <c:v>20.15735210272501</c:v>
                </c:pt>
                <c:pt idx="120">
                  <c:v>13.539144999960001</c:v>
                </c:pt>
                <c:pt idx="121">
                  <c:v>8.1255339307919989</c:v>
                </c:pt>
                <c:pt idx="122">
                  <c:v>4.7556669728190002</c:v>
                </c:pt>
                <c:pt idx="123">
                  <c:v>3.1256172221870009</c:v>
                </c:pt>
                <c:pt idx="124">
                  <c:v>2.4894184400530022</c:v>
                </c:pt>
                <c:pt idx="125">
                  <c:v>3.1063271434520008</c:v>
                </c:pt>
                <c:pt idx="126">
                  <c:v>6.9991670323870006</c:v>
                </c:pt>
                <c:pt idx="127">
                  <c:v>10.573584370368998</c:v>
                </c:pt>
                <c:pt idx="128">
                  <c:v>12.427063334752008</c:v>
                </c:pt>
                <c:pt idx="129">
                  <c:v>12.733056789587</c:v>
                </c:pt>
                <c:pt idx="130">
                  <c:v>13.742714625190999</c:v>
                </c:pt>
                <c:pt idx="131">
                  <c:v>15.193230418813002</c:v>
                </c:pt>
                <c:pt idx="132">
                  <c:v>17.470955386754998</c:v>
                </c:pt>
                <c:pt idx="133">
                  <c:v>20.128734112151999</c:v>
                </c:pt>
                <c:pt idx="134">
                  <c:v>20.845422994200007</c:v>
                </c:pt>
                <c:pt idx="135">
                  <c:v>20.031014590892006</c:v>
                </c:pt>
                <c:pt idx="136">
                  <c:v>17.546513246164011</c:v>
                </c:pt>
                <c:pt idx="137">
                  <c:v>17.621815569285999</c:v>
                </c:pt>
                <c:pt idx="138">
                  <c:v>17.793854141122001</c:v>
                </c:pt>
                <c:pt idx="139">
                  <c:v>19.882569539656011</c:v>
                </c:pt>
                <c:pt idx="140">
                  <c:v>21.239577309937999</c:v>
                </c:pt>
                <c:pt idx="141">
                  <c:v>24.831076467553999</c:v>
                </c:pt>
                <c:pt idx="142">
                  <c:v>24.732906031045999</c:v>
                </c:pt>
                <c:pt idx="143">
                  <c:v>20.311022566569008</c:v>
                </c:pt>
                <c:pt idx="144">
                  <c:v>13.85568014583999</c:v>
                </c:pt>
                <c:pt idx="145">
                  <c:v>8.3701770441779999</c:v>
                </c:pt>
                <c:pt idx="146">
                  <c:v>5.0797151164000001</c:v>
                </c:pt>
                <c:pt idx="147">
                  <c:v>3.3312539304939999</c:v>
                </c:pt>
                <c:pt idx="148">
                  <c:v>2.6598580112040007</c:v>
                </c:pt>
                <c:pt idx="149">
                  <c:v>3.2937268600520002</c:v>
                </c:pt>
                <c:pt idx="150">
                  <c:v>7.3148361702090003</c:v>
                </c:pt>
                <c:pt idx="151">
                  <c:v>10.877265402622999</c:v>
                </c:pt>
                <c:pt idx="152">
                  <c:v>12.772797076572001</c:v>
                </c:pt>
                <c:pt idx="153">
                  <c:v>12.921337642415001</c:v>
                </c:pt>
                <c:pt idx="154">
                  <c:v>13.758912060528001</c:v>
                </c:pt>
                <c:pt idx="155">
                  <c:v>15.311392861992999</c:v>
                </c:pt>
                <c:pt idx="156">
                  <c:v>17.043099669507001</c:v>
                </c:pt>
                <c:pt idx="157">
                  <c:v>18.534497259811999</c:v>
                </c:pt>
                <c:pt idx="158">
                  <c:v>19.433769014666002</c:v>
                </c:pt>
                <c:pt idx="159">
                  <c:v>19.118037479083998</c:v>
                </c:pt>
                <c:pt idx="160">
                  <c:v>17.731543783336988</c:v>
                </c:pt>
                <c:pt idx="161">
                  <c:v>18.114652260387</c:v>
                </c:pt>
                <c:pt idx="162">
                  <c:v>17.717520094523</c:v>
                </c:pt>
                <c:pt idx="163">
                  <c:v>19.785581531934998</c:v>
                </c:pt>
                <c:pt idx="164">
                  <c:v>21.417377160840999</c:v>
                </c:pt>
                <c:pt idx="165">
                  <c:v>24.855274597787002</c:v>
                </c:pt>
                <c:pt idx="166">
                  <c:v>24.687432110216996</c:v>
                </c:pt>
                <c:pt idx="167">
                  <c:v>19.941139854886</c:v>
                </c:pt>
                <c:pt idx="168">
                  <c:v>13.336531209720992</c:v>
                </c:pt>
                <c:pt idx="169">
                  <c:v>7.9642675660840005</c:v>
                </c:pt>
                <c:pt idx="170">
                  <c:v>4.8109539239990005</c:v>
                </c:pt>
                <c:pt idx="171">
                  <c:v>3.2071771478430007</c:v>
                </c:pt>
                <c:pt idx="172">
                  <c:v>2.6099859386770001</c:v>
                </c:pt>
                <c:pt idx="173">
                  <c:v>3.327489243351001</c:v>
                </c:pt>
                <c:pt idx="174">
                  <c:v>7.4649536334290012</c:v>
                </c:pt>
                <c:pt idx="175">
                  <c:v>11.607703209277998</c:v>
                </c:pt>
                <c:pt idx="176">
                  <c:v>13.779227794275009</c:v>
                </c:pt>
                <c:pt idx="177">
                  <c:v>13.676291784346997</c:v>
                </c:pt>
                <c:pt idx="178">
                  <c:v>14.229060832628999</c:v>
                </c:pt>
                <c:pt idx="179">
                  <c:v>15.623089125372989</c:v>
                </c:pt>
                <c:pt idx="180">
                  <c:v>17.546455913656011</c:v>
                </c:pt>
                <c:pt idx="181">
                  <c:v>19.222378310149992</c:v>
                </c:pt>
                <c:pt idx="182">
                  <c:v>19.977835241464</c:v>
                </c:pt>
                <c:pt idx="183">
                  <c:v>19.697653728466985</c:v>
                </c:pt>
                <c:pt idx="184">
                  <c:v>17.843925135126</c:v>
                </c:pt>
                <c:pt idx="185">
                  <c:v>18.003118022069991</c:v>
                </c:pt>
                <c:pt idx="186">
                  <c:v>17.699624371079999</c:v>
                </c:pt>
                <c:pt idx="187">
                  <c:v>20.075834499622001</c:v>
                </c:pt>
                <c:pt idx="188">
                  <c:v>21.577757395452011</c:v>
                </c:pt>
                <c:pt idx="189">
                  <c:v>24.987850054740008</c:v>
                </c:pt>
                <c:pt idx="190">
                  <c:v>25.086060743577999</c:v>
                </c:pt>
                <c:pt idx="191">
                  <c:v>21.413515693517009</c:v>
                </c:pt>
                <c:pt idx="192">
                  <c:v>15.501883867340002</c:v>
                </c:pt>
                <c:pt idx="193">
                  <c:v>9.9578875212519993</c:v>
                </c:pt>
                <c:pt idx="194">
                  <c:v>6.140056239163</c:v>
                </c:pt>
                <c:pt idx="195">
                  <c:v>4.002339245158999</c:v>
                </c:pt>
                <c:pt idx="196">
                  <c:v>3.0210193456540004</c:v>
                </c:pt>
                <c:pt idx="197">
                  <c:v>3.2126700103629999</c:v>
                </c:pt>
                <c:pt idx="198">
                  <c:v>6.3876925253890002</c:v>
                </c:pt>
                <c:pt idx="199">
                  <c:v>9.6172071118260014</c:v>
                </c:pt>
                <c:pt idx="200">
                  <c:v>12.936640143569999</c:v>
                </c:pt>
                <c:pt idx="201">
                  <c:v>14.797728294201001</c:v>
                </c:pt>
                <c:pt idx="202">
                  <c:v>15.951776584299001</c:v>
                </c:pt>
                <c:pt idx="203">
                  <c:v>17.689462182713992</c:v>
                </c:pt>
                <c:pt idx="204">
                  <c:v>18.366574205036002</c:v>
                </c:pt>
                <c:pt idx="205">
                  <c:v>19.395821991483988</c:v>
                </c:pt>
                <c:pt idx="206">
                  <c:v>22.628429538285008</c:v>
                </c:pt>
                <c:pt idx="207">
                  <c:v>21.694807296552995</c:v>
                </c:pt>
                <c:pt idx="208">
                  <c:v>18.653935754321992</c:v>
                </c:pt>
                <c:pt idx="209">
                  <c:v>18.429617972696001</c:v>
                </c:pt>
                <c:pt idx="210">
                  <c:v>17.727495783454</c:v>
                </c:pt>
                <c:pt idx="211">
                  <c:v>20.296515744032025</c:v>
                </c:pt>
                <c:pt idx="212">
                  <c:v>22.056606788418989</c:v>
                </c:pt>
                <c:pt idx="213">
                  <c:v>25.448458540148998</c:v>
                </c:pt>
                <c:pt idx="214">
                  <c:v>25.687626914238987</c:v>
                </c:pt>
                <c:pt idx="215">
                  <c:v>21.992709794709022</c:v>
                </c:pt>
                <c:pt idx="216">
                  <c:v>15.845833753554</c:v>
                </c:pt>
                <c:pt idx="217">
                  <c:v>9.8985671596410008</c:v>
                </c:pt>
                <c:pt idx="218">
                  <c:v>5.9983840783530002</c:v>
                </c:pt>
                <c:pt idx="219">
                  <c:v>3.7371646055130001</c:v>
                </c:pt>
                <c:pt idx="220">
                  <c:v>2.804993357989999</c:v>
                </c:pt>
                <c:pt idx="221">
                  <c:v>3.1380587510729989</c:v>
                </c:pt>
                <c:pt idx="222">
                  <c:v>6.4933185150079993</c:v>
                </c:pt>
                <c:pt idx="223">
                  <c:v>9.7732356094289994</c:v>
                </c:pt>
                <c:pt idx="224">
                  <c:v>12.771035520245</c:v>
                </c:pt>
                <c:pt idx="225">
                  <c:v>14.161643073955</c:v>
                </c:pt>
                <c:pt idx="226">
                  <c:v>14.929055204575002</c:v>
                </c:pt>
                <c:pt idx="227">
                  <c:v>16.329098903119</c:v>
                </c:pt>
                <c:pt idx="228">
                  <c:v>17.55641674000201</c:v>
                </c:pt>
                <c:pt idx="229">
                  <c:v>19.870781632899998</c:v>
                </c:pt>
                <c:pt idx="230">
                  <c:v>21.225590994190011</c:v>
                </c:pt>
                <c:pt idx="231">
                  <c:v>20.364808110842013</c:v>
                </c:pt>
                <c:pt idx="232">
                  <c:v>17.749991835492999</c:v>
                </c:pt>
                <c:pt idx="233">
                  <c:v>17.559431130294989</c:v>
                </c:pt>
                <c:pt idx="234">
                  <c:v>17.218720567304992</c:v>
                </c:pt>
                <c:pt idx="235">
                  <c:v>19.528211073628988</c:v>
                </c:pt>
                <c:pt idx="236">
                  <c:v>21.413170500382989</c:v>
                </c:pt>
                <c:pt idx="237">
                  <c:v>24.884468877847986</c:v>
                </c:pt>
                <c:pt idx="238">
                  <c:v>24.464287883668003</c:v>
                </c:pt>
                <c:pt idx="239">
                  <c:v>19.866955792210987</c:v>
                </c:pt>
                <c:pt idx="240">
                  <c:v>13.186071128386001</c:v>
                </c:pt>
                <c:pt idx="241">
                  <c:v>7.8625045090609991</c:v>
                </c:pt>
                <c:pt idx="242">
                  <c:v>4.6654276616120001</c:v>
                </c:pt>
                <c:pt idx="243">
                  <c:v>3.106370520251001</c:v>
                </c:pt>
                <c:pt idx="244">
                  <c:v>2.494020824524998</c:v>
                </c:pt>
                <c:pt idx="245">
                  <c:v>3.0325856369290003</c:v>
                </c:pt>
                <c:pt idx="246">
                  <c:v>6.8688555981470012</c:v>
                </c:pt>
                <c:pt idx="247">
                  <c:v>10.328489783970999</c:v>
                </c:pt>
                <c:pt idx="248">
                  <c:v>12.195454301029001</c:v>
                </c:pt>
                <c:pt idx="249">
                  <c:v>12.330989697136001</c:v>
                </c:pt>
                <c:pt idx="250">
                  <c:v>13.173494759012</c:v>
                </c:pt>
                <c:pt idx="251">
                  <c:v>14.837709326632002</c:v>
                </c:pt>
                <c:pt idx="252">
                  <c:v>16.575193238280999</c:v>
                </c:pt>
                <c:pt idx="253">
                  <c:v>18.148318068089011</c:v>
                </c:pt>
                <c:pt idx="254">
                  <c:v>19.119888029656998</c:v>
                </c:pt>
                <c:pt idx="255">
                  <c:v>18.87516394496199</c:v>
                </c:pt>
                <c:pt idx="256">
                  <c:v>17.564550872741002</c:v>
                </c:pt>
                <c:pt idx="257">
                  <c:v>18.101711249283991</c:v>
                </c:pt>
                <c:pt idx="258">
                  <c:v>17.64531932783899</c:v>
                </c:pt>
                <c:pt idx="259">
                  <c:v>19.87816984235101</c:v>
                </c:pt>
                <c:pt idx="260">
                  <c:v>21.727726660474978</c:v>
                </c:pt>
                <c:pt idx="261">
                  <c:v>25.020397474403989</c:v>
                </c:pt>
                <c:pt idx="262">
                  <c:v>24.285895881920009</c:v>
                </c:pt>
                <c:pt idx="263">
                  <c:v>19.248217972671991</c:v>
                </c:pt>
                <c:pt idx="264">
                  <c:v>12.555779012071</c:v>
                </c:pt>
                <c:pt idx="265">
                  <c:v>7.4445130587809993</c:v>
                </c:pt>
                <c:pt idx="266">
                  <c:v>4.4328829708690005</c:v>
                </c:pt>
                <c:pt idx="267">
                  <c:v>3.0429831382629993</c:v>
                </c:pt>
                <c:pt idx="268">
                  <c:v>2.5340142462379998</c:v>
                </c:pt>
                <c:pt idx="269">
                  <c:v>3.1558227223859987</c:v>
                </c:pt>
                <c:pt idx="270">
                  <c:v>7.1731118663960007</c:v>
                </c:pt>
                <c:pt idx="271">
                  <c:v>10.937334437684001</c:v>
                </c:pt>
                <c:pt idx="272">
                  <c:v>12.551603133086001</c:v>
                </c:pt>
                <c:pt idx="273">
                  <c:v>12.627940655072011</c:v>
                </c:pt>
                <c:pt idx="274">
                  <c:v>13.443339299114012</c:v>
                </c:pt>
                <c:pt idx="275">
                  <c:v>15.152359443534998</c:v>
                </c:pt>
                <c:pt idx="276">
                  <c:v>16.831346769899</c:v>
                </c:pt>
                <c:pt idx="277">
                  <c:v>18.52590533665801</c:v>
                </c:pt>
                <c:pt idx="278">
                  <c:v>19.198007886519008</c:v>
                </c:pt>
                <c:pt idx="279">
                  <c:v>18.891195215533003</c:v>
                </c:pt>
                <c:pt idx="280">
                  <c:v>17.526448648132003</c:v>
                </c:pt>
                <c:pt idx="281">
                  <c:v>17.920262576751991</c:v>
                </c:pt>
                <c:pt idx="282">
                  <c:v>17.368604476167999</c:v>
                </c:pt>
                <c:pt idx="283">
                  <c:v>19.858750756498019</c:v>
                </c:pt>
                <c:pt idx="284">
                  <c:v>21.940031215127998</c:v>
                </c:pt>
                <c:pt idx="285">
                  <c:v>25.343077685414002</c:v>
                </c:pt>
                <c:pt idx="286">
                  <c:v>24.608631609193001</c:v>
                </c:pt>
                <c:pt idx="287">
                  <c:v>19.411745290045001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4D5-4FAE-AE9D-D02EB97D55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8096536"/>
        <c:axId val="228096864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'01-10 12-10-2026'!$B$1</c15:sqref>
                        </c15:formulaRef>
                      </c:ext>
                    </c:extLst>
                    <c:strCache>
                      <c:ptCount val="1"/>
                      <c:pt idx="0">
                        <c:v>ANB-DGW1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'01-10 12-10-2026'!$B$2:$B$289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37.722343291999998</c:v>
                      </c:pt>
                      <c:pt idx="1">
                        <c:v>24.145887159000001</c:v>
                      </c:pt>
                      <c:pt idx="2">
                        <c:v>14.702230242000001</c:v>
                      </c:pt>
                      <c:pt idx="3">
                        <c:v>9.6597148340000007</c:v>
                      </c:pt>
                      <c:pt idx="4">
                        <c:v>7.6634728330000002</c:v>
                      </c:pt>
                      <c:pt idx="5">
                        <c:v>10.076575760000001</c:v>
                      </c:pt>
                      <c:pt idx="6">
                        <c:v>17.451226182999999</c:v>
                      </c:pt>
                      <c:pt idx="7">
                        <c:v>25.671749238</c:v>
                      </c:pt>
                      <c:pt idx="8">
                        <c:v>31.472451665000001</c:v>
                      </c:pt>
                      <c:pt idx="9">
                        <c:v>34.376243232</c:v>
                      </c:pt>
                      <c:pt idx="10">
                        <c:v>37.647726216000002</c:v>
                      </c:pt>
                      <c:pt idx="11">
                        <c:v>42.167380426999998</c:v>
                      </c:pt>
                      <c:pt idx="12">
                        <c:v>44.896289052</c:v>
                      </c:pt>
                      <c:pt idx="13">
                        <c:v>50.839268376</c:v>
                      </c:pt>
                      <c:pt idx="14">
                        <c:v>51.847091737</c:v>
                      </c:pt>
                      <c:pt idx="15">
                        <c:v>49.419396355000003</c:v>
                      </c:pt>
                      <c:pt idx="16">
                        <c:v>45.806526179000002</c:v>
                      </c:pt>
                      <c:pt idx="17">
                        <c:v>47.674313499999997</c:v>
                      </c:pt>
                      <c:pt idx="18">
                        <c:v>47.877328869999999</c:v>
                      </c:pt>
                      <c:pt idx="19">
                        <c:v>55.927170254000004</c:v>
                      </c:pt>
                      <c:pt idx="20">
                        <c:v>62.857139338000003</c:v>
                      </c:pt>
                      <c:pt idx="21">
                        <c:v>69.079106683999996</c:v>
                      </c:pt>
                      <c:pt idx="22">
                        <c:v>67.044979372</c:v>
                      </c:pt>
                      <c:pt idx="23">
                        <c:v>56.828734179000001</c:v>
                      </c:pt>
                      <c:pt idx="24">
                        <c:v>42.036318153000003</c:v>
                      </c:pt>
                      <c:pt idx="25">
                        <c:v>27.747670681999999</c:v>
                      </c:pt>
                      <c:pt idx="26">
                        <c:v>17.226038311</c:v>
                      </c:pt>
                      <c:pt idx="27">
                        <c:v>11.171151713</c:v>
                      </c:pt>
                      <c:pt idx="28">
                        <c:v>8.2830100009999992</c:v>
                      </c:pt>
                      <c:pt idx="29">
                        <c:v>9.6889501340000006</c:v>
                      </c:pt>
                      <c:pt idx="30">
                        <c:v>15.191034303</c:v>
                      </c:pt>
                      <c:pt idx="31">
                        <c:v>22.921499662999999</c:v>
                      </c:pt>
                      <c:pt idx="32">
                        <c:v>31.575913184000001</c:v>
                      </c:pt>
                      <c:pt idx="33">
                        <c:v>37.537963173000001</c:v>
                      </c:pt>
                      <c:pt idx="34">
                        <c:v>42.343879794999999</c:v>
                      </c:pt>
                      <c:pt idx="35">
                        <c:v>47.478879675000002</c:v>
                      </c:pt>
                      <c:pt idx="36">
                        <c:v>47.599674917999998</c:v>
                      </c:pt>
                      <c:pt idx="37">
                        <c:v>52.246253631000002</c:v>
                      </c:pt>
                      <c:pt idx="38">
                        <c:v>60.106113594</c:v>
                      </c:pt>
                      <c:pt idx="39">
                        <c:v>55.983755817000002</c:v>
                      </c:pt>
                      <c:pt idx="40">
                        <c:v>50.131677961999998</c:v>
                      </c:pt>
                      <c:pt idx="41">
                        <c:v>50.821307756000003</c:v>
                      </c:pt>
                      <c:pt idx="42">
                        <c:v>49.570989482999998</c:v>
                      </c:pt>
                      <c:pt idx="43">
                        <c:v>56.913588347999998</c:v>
                      </c:pt>
                      <c:pt idx="44">
                        <c:v>64.658131225999995</c:v>
                      </c:pt>
                      <c:pt idx="45">
                        <c:v>71.503956576999997</c:v>
                      </c:pt>
                      <c:pt idx="46">
                        <c:v>69.441691141000007</c:v>
                      </c:pt>
                      <c:pt idx="47">
                        <c:v>59.077300125000001</c:v>
                      </c:pt>
                      <c:pt idx="48">
                        <c:v>43.813133442999998</c:v>
                      </c:pt>
                      <c:pt idx="49">
                        <c:v>28.863796873999998</c:v>
                      </c:pt>
                      <c:pt idx="50">
                        <c:v>17.424508671000002</c:v>
                      </c:pt>
                      <c:pt idx="51">
                        <c:v>10.94489709</c:v>
                      </c:pt>
                      <c:pt idx="52">
                        <c:v>8.0351589350000001</c:v>
                      </c:pt>
                      <c:pt idx="53">
                        <c:v>9.8130062789999997</c:v>
                      </c:pt>
                      <c:pt idx="54">
                        <c:v>16.015797810999999</c:v>
                      </c:pt>
                      <c:pt idx="55">
                        <c:v>24.140824597999998</c:v>
                      </c:pt>
                      <c:pt idx="56">
                        <c:v>32.115332590999998</c:v>
                      </c:pt>
                      <c:pt idx="57">
                        <c:v>36.858491434000001</c:v>
                      </c:pt>
                      <c:pt idx="58">
                        <c:v>40.280661811999998</c:v>
                      </c:pt>
                      <c:pt idx="59">
                        <c:v>44.638809191999997</c:v>
                      </c:pt>
                      <c:pt idx="60">
                        <c:v>46.645061595999998</c:v>
                      </c:pt>
                      <c:pt idx="61">
                        <c:v>53.725821420999999</c:v>
                      </c:pt>
                      <c:pt idx="62">
                        <c:v>54.933505279999999</c:v>
                      </c:pt>
                      <c:pt idx="63">
                        <c:v>51.440147506999999</c:v>
                      </c:pt>
                      <c:pt idx="64">
                        <c:v>47.399983470999999</c:v>
                      </c:pt>
                      <c:pt idx="65">
                        <c:v>48.982706035</c:v>
                      </c:pt>
                      <c:pt idx="66">
                        <c:v>48.289765719999998</c:v>
                      </c:pt>
                      <c:pt idx="67">
                        <c:v>55.145497816999999</c:v>
                      </c:pt>
                      <c:pt idx="68">
                        <c:v>62.871486222999998</c:v>
                      </c:pt>
                      <c:pt idx="69">
                        <c:v>68.950817338999997</c:v>
                      </c:pt>
                      <c:pt idx="70">
                        <c:v>65.625586986000002</c:v>
                      </c:pt>
                      <c:pt idx="71">
                        <c:v>53.503328863999997</c:v>
                      </c:pt>
                      <c:pt idx="72">
                        <c:v>37.448278197999997</c:v>
                      </c:pt>
                      <c:pt idx="73">
                        <c:v>23.256622975999999</c:v>
                      </c:pt>
                      <c:pt idx="74">
                        <c:v>14.133039875</c:v>
                      </c:pt>
                      <c:pt idx="75">
                        <c:v>9.3100507869999998</c:v>
                      </c:pt>
                      <c:pt idx="76">
                        <c:v>7.4656021490000004</c:v>
                      </c:pt>
                      <c:pt idx="77">
                        <c:v>9.5878770640000006</c:v>
                      </c:pt>
                      <c:pt idx="78">
                        <c:v>16.789950574999999</c:v>
                      </c:pt>
                      <c:pt idx="79">
                        <c:v>24.292290768000001</c:v>
                      </c:pt>
                      <c:pt idx="80">
                        <c:v>30.323243581</c:v>
                      </c:pt>
                      <c:pt idx="81">
                        <c:v>33.219075767</c:v>
                      </c:pt>
                      <c:pt idx="82">
                        <c:v>36.253629351999997</c:v>
                      </c:pt>
                      <c:pt idx="83">
                        <c:v>40.712463802999999</c:v>
                      </c:pt>
                      <c:pt idx="84">
                        <c:v>42.936865259000001</c:v>
                      </c:pt>
                      <c:pt idx="85">
                        <c:v>48.126910541999997</c:v>
                      </c:pt>
                      <c:pt idx="86">
                        <c:v>49.345605194000001</c:v>
                      </c:pt>
                      <c:pt idx="87">
                        <c:v>46.547518234999998</c:v>
                      </c:pt>
                      <c:pt idx="88">
                        <c:v>45.472715954999998</c:v>
                      </c:pt>
                      <c:pt idx="89">
                        <c:v>48.061011413000003</c:v>
                      </c:pt>
                      <c:pt idx="90">
                        <c:v>47.847150675999998</c:v>
                      </c:pt>
                      <c:pt idx="91">
                        <c:v>54.903252240999997</c:v>
                      </c:pt>
                      <c:pt idx="92">
                        <c:v>62.836585192999998</c:v>
                      </c:pt>
                      <c:pt idx="93">
                        <c:v>68.507259618999996</c:v>
                      </c:pt>
                      <c:pt idx="94">
                        <c:v>64.208953668000007</c:v>
                      </c:pt>
                      <c:pt idx="95">
                        <c:v>51.092314698999999</c:v>
                      </c:pt>
                      <c:pt idx="96">
                        <c:v>34.893297222000001</c:v>
                      </c:pt>
                      <c:pt idx="97">
                        <c:v>21.702265122</c:v>
                      </c:pt>
                      <c:pt idx="98">
                        <c:v>13.407486756999999</c:v>
                      </c:pt>
                      <c:pt idx="99">
                        <c:v>9.0465496699999992</c:v>
                      </c:pt>
                      <c:pt idx="100">
                        <c:v>7.3397419590000004</c:v>
                      </c:pt>
                      <c:pt idx="101">
                        <c:v>9.6883949890000007</c:v>
                      </c:pt>
                      <c:pt idx="102">
                        <c:v>17.411375449000001</c:v>
                      </c:pt>
                      <c:pt idx="103">
                        <c:v>25.275291182</c:v>
                      </c:pt>
                      <c:pt idx="104">
                        <c:v>30.634623374</c:v>
                      </c:pt>
                      <c:pt idx="105">
                        <c:v>33.459265907999999</c:v>
                      </c:pt>
                      <c:pt idx="106">
                        <c:v>36.414304573999999</c:v>
                      </c:pt>
                      <c:pt idx="107">
                        <c:v>41.075267635000003</c:v>
                      </c:pt>
                      <c:pt idx="108">
                        <c:v>43.526272951000003</c:v>
                      </c:pt>
                      <c:pt idx="109">
                        <c:v>48.576973305000003</c:v>
                      </c:pt>
                      <c:pt idx="110">
                        <c:v>49.033419373000001</c:v>
                      </c:pt>
                      <c:pt idx="111">
                        <c:v>46.289395888000001</c:v>
                      </c:pt>
                      <c:pt idx="112">
                        <c:v>45.114741838</c:v>
                      </c:pt>
                      <c:pt idx="113">
                        <c:v>46.997171334999997</c:v>
                      </c:pt>
                      <c:pt idx="114">
                        <c:v>47.079571678000001</c:v>
                      </c:pt>
                      <c:pt idx="115">
                        <c:v>54.564609748999999</c:v>
                      </c:pt>
                      <c:pt idx="116">
                        <c:v>62.807242750999997</c:v>
                      </c:pt>
                      <c:pt idx="117">
                        <c:v>68.878337333000005</c:v>
                      </c:pt>
                      <c:pt idx="118">
                        <c:v>64.688653121000002</c:v>
                      </c:pt>
                      <c:pt idx="119">
                        <c:v>51.904073136000001</c:v>
                      </c:pt>
                      <c:pt idx="120">
                        <c:v>35.631017034999999</c:v>
                      </c:pt>
                      <c:pt idx="121">
                        <c:v>22.127616108000002</c:v>
                      </c:pt>
                      <c:pt idx="122">
                        <c:v>13.276909649</c:v>
                      </c:pt>
                      <c:pt idx="123">
                        <c:v>8.90812618</c:v>
                      </c:pt>
                      <c:pt idx="124">
                        <c:v>7.1906241910000004</c:v>
                      </c:pt>
                      <c:pt idx="125">
                        <c:v>9.4725215330000001</c:v>
                      </c:pt>
                      <c:pt idx="126">
                        <c:v>17.299951762999999</c:v>
                      </c:pt>
                      <c:pt idx="127">
                        <c:v>25.375849272</c:v>
                      </c:pt>
                      <c:pt idx="128">
                        <c:v>30.957367195</c:v>
                      </c:pt>
                      <c:pt idx="129">
                        <c:v>33.87005834</c:v>
                      </c:pt>
                      <c:pt idx="130">
                        <c:v>37.344047304</c:v>
                      </c:pt>
                      <c:pt idx="131">
                        <c:v>41.403031429000002</c:v>
                      </c:pt>
                      <c:pt idx="132">
                        <c:v>44.800148917999998</c:v>
                      </c:pt>
                      <c:pt idx="133">
                        <c:v>52.703264247</c:v>
                      </c:pt>
                      <c:pt idx="134">
                        <c:v>53.150156250000002</c:v>
                      </c:pt>
                      <c:pt idx="135">
                        <c:v>49.557161516999997</c:v>
                      </c:pt>
                      <c:pt idx="136">
                        <c:v>46.176372121</c:v>
                      </c:pt>
                      <c:pt idx="137">
                        <c:v>47.689308551000003</c:v>
                      </c:pt>
                      <c:pt idx="138">
                        <c:v>50.912855129</c:v>
                      </c:pt>
                      <c:pt idx="139">
                        <c:v>57.838020481000001</c:v>
                      </c:pt>
                      <c:pt idx="140">
                        <c:v>63.836449674000001</c:v>
                      </c:pt>
                      <c:pt idx="141">
                        <c:v>69.446834542999994</c:v>
                      </c:pt>
                      <c:pt idx="142">
                        <c:v>64.998225966999996</c:v>
                      </c:pt>
                      <c:pt idx="143">
                        <c:v>51.592158431999998</c:v>
                      </c:pt>
                      <c:pt idx="144">
                        <c:v>36.207478408999997</c:v>
                      </c:pt>
                      <c:pt idx="145">
                        <c:v>22.550102991999999</c:v>
                      </c:pt>
                      <c:pt idx="146">
                        <c:v>14.021489165</c:v>
                      </c:pt>
                      <c:pt idx="147">
                        <c:v>9.0524205480000006</c:v>
                      </c:pt>
                      <c:pt idx="148">
                        <c:v>7.1966161790000003</c:v>
                      </c:pt>
                      <c:pt idx="149">
                        <c:v>9.6324284280000008</c:v>
                      </c:pt>
                      <c:pt idx="150">
                        <c:v>17.851548853000001</c:v>
                      </c:pt>
                      <c:pt idx="151">
                        <c:v>25.80510786</c:v>
                      </c:pt>
                      <c:pt idx="152">
                        <c:v>31.723913738</c:v>
                      </c:pt>
                      <c:pt idx="153">
                        <c:v>34.338394510000001</c:v>
                      </c:pt>
                      <c:pt idx="154">
                        <c:v>37.340533145000002</c:v>
                      </c:pt>
                      <c:pt idx="155">
                        <c:v>41.734957174000002</c:v>
                      </c:pt>
                      <c:pt idx="156">
                        <c:v>43.911618390000001</c:v>
                      </c:pt>
                      <c:pt idx="157">
                        <c:v>49.083155024</c:v>
                      </c:pt>
                      <c:pt idx="158">
                        <c:v>49.718012227999999</c:v>
                      </c:pt>
                      <c:pt idx="159">
                        <c:v>47.089079744000003</c:v>
                      </c:pt>
                      <c:pt idx="160">
                        <c:v>46.333373827000003</c:v>
                      </c:pt>
                      <c:pt idx="161">
                        <c:v>48.266731114999999</c:v>
                      </c:pt>
                      <c:pt idx="162">
                        <c:v>48.148165034999998</c:v>
                      </c:pt>
                      <c:pt idx="163">
                        <c:v>55.310440174999997</c:v>
                      </c:pt>
                      <c:pt idx="164">
                        <c:v>62.927918026</c:v>
                      </c:pt>
                      <c:pt idx="165">
                        <c:v>68.445422612000002</c:v>
                      </c:pt>
                      <c:pt idx="166">
                        <c:v>64.919677367999995</c:v>
                      </c:pt>
                      <c:pt idx="167">
                        <c:v>51.902744671000001</c:v>
                      </c:pt>
                      <c:pt idx="168">
                        <c:v>35.823547806999997</c:v>
                      </c:pt>
                      <c:pt idx="169">
                        <c:v>22.286222989999999</c:v>
                      </c:pt>
                      <c:pt idx="170">
                        <c:v>13.646292528</c:v>
                      </c:pt>
                      <c:pt idx="171">
                        <c:v>9.2133494240000005</c:v>
                      </c:pt>
                      <c:pt idx="172">
                        <c:v>7.54941979</c:v>
                      </c:pt>
                      <c:pt idx="173">
                        <c:v>10.054208888</c:v>
                      </c:pt>
                      <c:pt idx="174">
                        <c:v>18.602127655</c:v>
                      </c:pt>
                      <c:pt idx="175">
                        <c:v>27.339868363000001</c:v>
                      </c:pt>
                      <c:pt idx="176">
                        <c:v>34.696428167000001</c:v>
                      </c:pt>
                      <c:pt idx="177">
                        <c:v>39.767718160999998</c:v>
                      </c:pt>
                      <c:pt idx="178">
                        <c:v>40.985676812000001</c:v>
                      </c:pt>
                      <c:pt idx="179">
                        <c:v>44.592308742</c:v>
                      </c:pt>
                      <c:pt idx="180">
                        <c:v>47.821259296000001</c:v>
                      </c:pt>
                      <c:pt idx="181">
                        <c:v>53.204990965999997</c:v>
                      </c:pt>
                      <c:pt idx="182">
                        <c:v>53.447635488000003</c:v>
                      </c:pt>
                      <c:pt idx="183">
                        <c:v>50.415502914999998</c:v>
                      </c:pt>
                      <c:pt idx="184">
                        <c:v>48.178929312999998</c:v>
                      </c:pt>
                      <c:pt idx="185">
                        <c:v>49.649108650999999</c:v>
                      </c:pt>
                      <c:pt idx="186">
                        <c:v>50.808753613999997</c:v>
                      </c:pt>
                      <c:pt idx="187">
                        <c:v>59.049467473</c:v>
                      </c:pt>
                      <c:pt idx="188">
                        <c:v>67.012162365999998</c:v>
                      </c:pt>
                      <c:pt idx="189">
                        <c:v>72.247792251000007</c:v>
                      </c:pt>
                      <c:pt idx="190">
                        <c:v>69.401367751999999</c:v>
                      </c:pt>
                      <c:pt idx="191">
                        <c:v>57.514088684999997</c:v>
                      </c:pt>
                      <c:pt idx="192">
                        <c:v>41.807986829999997</c:v>
                      </c:pt>
                      <c:pt idx="193">
                        <c:v>26.954218586</c:v>
                      </c:pt>
                      <c:pt idx="194">
                        <c:v>16.720306825000002</c:v>
                      </c:pt>
                      <c:pt idx="195">
                        <c:v>11.361043449</c:v>
                      </c:pt>
                      <c:pt idx="196">
                        <c:v>8.8736187599999994</c:v>
                      </c:pt>
                      <c:pt idx="197">
                        <c:v>9.9345452919999993</c:v>
                      </c:pt>
                      <c:pt idx="198">
                        <c:v>16.254302307</c:v>
                      </c:pt>
                      <c:pt idx="199">
                        <c:v>24.227983131999999</c:v>
                      </c:pt>
                      <c:pt idx="200">
                        <c:v>33.804394737000003</c:v>
                      </c:pt>
                      <c:pt idx="201">
                        <c:v>40.133590769000001</c:v>
                      </c:pt>
                      <c:pt idx="202">
                        <c:v>45.085941024999997</c:v>
                      </c:pt>
                      <c:pt idx="203">
                        <c:v>49.834831502</c:v>
                      </c:pt>
                      <c:pt idx="204">
                        <c:v>49.423343207999999</c:v>
                      </c:pt>
                      <c:pt idx="205">
                        <c:v>54.569770429999998</c:v>
                      </c:pt>
                      <c:pt idx="206">
                        <c:v>62.943547920999997</c:v>
                      </c:pt>
                      <c:pt idx="207">
                        <c:v>57.815242024</c:v>
                      </c:pt>
                      <c:pt idx="208">
                        <c:v>54.120173481999998</c:v>
                      </c:pt>
                      <c:pt idx="209">
                        <c:v>55.274960487999998</c:v>
                      </c:pt>
                      <c:pt idx="210">
                        <c:v>54.778099699999999</c:v>
                      </c:pt>
                      <c:pt idx="211">
                        <c:v>61.318424391999997</c:v>
                      </c:pt>
                      <c:pt idx="212">
                        <c:v>68.962276860000003</c:v>
                      </c:pt>
                      <c:pt idx="213">
                        <c:v>74.302937846000006</c:v>
                      </c:pt>
                      <c:pt idx="214">
                        <c:v>71.544918577999994</c:v>
                      </c:pt>
                      <c:pt idx="215">
                        <c:v>58.979516570000001</c:v>
                      </c:pt>
                      <c:pt idx="216">
                        <c:v>42.052708223000003</c:v>
                      </c:pt>
                      <c:pt idx="217">
                        <c:v>26.686286043999999</c:v>
                      </c:pt>
                      <c:pt idx="218">
                        <c:v>16.433999303</c:v>
                      </c:pt>
                      <c:pt idx="219">
                        <c:v>10.647384135999999</c:v>
                      </c:pt>
                      <c:pt idx="220">
                        <c:v>8.1453342749999997</c:v>
                      </c:pt>
                      <c:pt idx="221">
                        <c:v>9.8258439489999994</c:v>
                      </c:pt>
                      <c:pt idx="222">
                        <c:v>16.929414774000001</c:v>
                      </c:pt>
                      <c:pt idx="223">
                        <c:v>25.295349885</c:v>
                      </c:pt>
                      <c:pt idx="224">
                        <c:v>33.920701780000002</c:v>
                      </c:pt>
                      <c:pt idx="225">
                        <c:v>38.301712342000002</c:v>
                      </c:pt>
                      <c:pt idx="226">
                        <c:v>41.484038902999998</c:v>
                      </c:pt>
                      <c:pt idx="227">
                        <c:v>45.597334572999998</c:v>
                      </c:pt>
                      <c:pt idx="228">
                        <c:v>46.890870661000001</c:v>
                      </c:pt>
                      <c:pt idx="229">
                        <c:v>54.323097543999999</c:v>
                      </c:pt>
                      <c:pt idx="230">
                        <c:v>55.842505369999998</c:v>
                      </c:pt>
                      <c:pt idx="231">
                        <c:v>52.019731495999999</c:v>
                      </c:pt>
                      <c:pt idx="232">
                        <c:v>49.307330491999998</c:v>
                      </c:pt>
                      <c:pt idx="233">
                        <c:v>51.216711205000003</c:v>
                      </c:pt>
                      <c:pt idx="234">
                        <c:v>51.857530640999997</c:v>
                      </c:pt>
                      <c:pt idx="235">
                        <c:v>58.529978018999998</c:v>
                      </c:pt>
                      <c:pt idx="236">
                        <c:v>67.680482565000005</c:v>
                      </c:pt>
                      <c:pt idx="237">
                        <c:v>72.802259000000006</c:v>
                      </c:pt>
                      <c:pt idx="238">
                        <c:v>67.390315860000001</c:v>
                      </c:pt>
                      <c:pt idx="239">
                        <c:v>53.177197538999998</c:v>
                      </c:pt>
                      <c:pt idx="240">
                        <c:v>36.234576799000003</c:v>
                      </c:pt>
                      <c:pt idx="241">
                        <c:v>22.515163090000001</c:v>
                      </c:pt>
                      <c:pt idx="242">
                        <c:v>13.715615155</c:v>
                      </c:pt>
                      <c:pt idx="243">
                        <c:v>9.2463865910000003</c:v>
                      </c:pt>
                      <c:pt idx="244">
                        <c:v>7.5213891400000001</c:v>
                      </c:pt>
                      <c:pt idx="245">
                        <c:v>9.4664726679999998</c:v>
                      </c:pt>
                      <c:pt idx="246">
                        <c:v>17.551289300000001</c:v>
                      </c:pt>
                      <c:pt idx="247">
                        <c:v>25.485121236000001</c:v>
                      </c:pt>
                      <c:pt idx="248">
                        <c:v>31.905024267000002</c:v>
                      </c:pt>
                      <c:pt idx="249">
                        <c:v>34.239586602000003</c:v>
                      </c:pt>
                      <c:pt idx="250">
                        <c:v>37.077797887999999</c:v>
                      </c:pt>
                      <c:pt idx="251">
                        <c:v>41.162320843000003</c:v>
                      </c:pt>
                      <c:pt idx="252">
                        <c:v>43.777259282000003</c:v>
                      </c:pt>
                      <c:pt idx="253">
                        <c:v>49.170232806999998</c:v>
                      </c:pt>
                      <c:pt idx="254">
                        <c:v>50.176420309000001</c:v>
                      </c:pt>
                      <c:pt idx="255">
                        <c:v>47.411942889000002</c:v>
                      </c:pt>
                      <c:pt idx="256">
                        <c:v>48.050136389999999</c:v>
                      </c:pt>
                      <c:pt idx="257">
                        <c:v>50.297599761000001</c:v>
                      </c:pt>
                      <c:pt idx="258">
                        <c:v>50.768183170999997</c:v>
                      </c:pt>
                      <c:pt idx="259">
                        <c:v>57.468381332</c:v>
                      </c:pt>
                      <c:pt idx="260">
                        <c:v>66.314262483999997</c:v>
                      </c:pt>
                      <c:pt idx="261">
                        <c:v>70.928821541000005</c:v>
                      </c:pt>
                      <c:pt idx="262">
                        <c:v>66.375293350000007</c:v>
                      </c:pt>
                      <c:pt idx="263">
                        <c:v>51.791880651</c:v>
                      </c:pt>
                      <c:pt idx="264">
                        <c:v>35.069377998999997</c:v>
                      </c:pt>
                      <c:pt idx="265">
                        <c:v>20.902105103</c:v>
                      </c:pt>
                      <c:pt idx="266">
                        <c:v>12.732903929000001</c:v>
                      </c:pt>
                      <c:pt idx="267">
                        <c:v>8.7397040159999992</c:v>
                      </c:pt>
                      <c:pt idx="268">
                        <c:v>7.2795221010000004</c:v>
                      </c:pt>
                      <c:pt idx="269">
                        <c:v>9.4458385119999999</c:v>
                      </c:pt>
                      <c:pt idx="270">
                        <c:v>17.950254706999999</c:v>
                      </c:pt>
                      <c:pt idx="271">
                        <c:v>26.379751225</c:v>
                      </c:pt>
                      <c:pt idx="272">
                        <c:v>32.169561029999997</c:v>
                      </c:pt>
                      <c:pt idx="273">
                        <c:v>34.879438223000001</c:v>
                      </c:pt>
                      <c:pt idx="274">
                        <c:v>38.320449791999998</c:v>
                      </c:pt>
                      <c:pt idx="275">
                        <c:v>42.843358852000001</c:v>
                      </c:pt>
                      <c:pt idx="276">
                        <c:v>45.104040208000001</c:v>
                      </c:pt>
                      <c:pt idx="277">
                        <c:v>50.216717889999998</c:v>
                      </c:pt>
                      <c:pt idx="278">
                        <c:v>50.876804233999998</c:v>
                      </c:pt>
                      <c:pt idx="279">
                        <c:v>47.918043728000001</c:v>
                      </c:pt>
                      <c:pt idx="280">
                        <c:v>48.120500385</c:v>
                      </c:pt>
                      <c:pt idx="281">
                        <c:v>50.083724300999997</c:v>
                      </c:pt>
                      <c:pt idx="282">
                        <c:v>50.852739302000003</c:v>
                      </c:pt>
                      <c:pt idx="283">
                        <c:v>58.393057249000002</c:v>
                      </c:pt>
                      <c:pt idx="284">
                        <c:v>67.54805125</c:v>
                      </c:pt>
                      <c:pt idx="285">
                        <c:v>72.377026443999995</c:v>
                      </c:pt>
                      <c:pt idx="286">
                        <c:v>66.656498471000006</c:v>
                      </c:pt>
                      <c:pt idx="287">
                        <c:v>51.772946591999997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B4D5-4FAE-AE9D-D02EB97D558B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12-10-2026'!$C$1</c15:sqref>
                        </c15:formulaRef>
                      </c:ext>
                    </c:extLst>
                    <c:strCache>
                      <c:ptCount val="1"/>
                      <c:pt idx="0">
                        <c:v>ANB-DGW1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12-10-2026'!$C$2:$C$289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4.9972709760000003</c:v>
                      </c:pt>
                      <c:pt idx="1">
                        <c:v>3.1860026079999999</c:v>
                      </c:pt>
                      <c:pt idx="2">
                        <c:v>2.0168194810000002</c:v>
                      </c:pt>
                      <c:pt idx="3">
                        <c:v>1.381702819</c:v>
                      </c:pt>
                      <c:pt idx="4">
                        <c:v>1.2312585199999999</c:v>
                      </c:pt>
                      <c:pt idx="5">
                        <c:v>1.884187101</c:v>
                      </c:pt>
                      <c:pt idx="6">
                        <c:v>3.2790683280000001</c:v>
                      </c:pt>
                      <c:pt idx="7">
                        <c:v>4.5243139159999997</c:v>
                      </c:pt>
                      <c:pt idx="8">
                        <c:v>4.97264383</c:v>
                      </c:pt>
                      <c:pt idx="9">
                        <c:v>4.9160988760000004</c:v>
                      </c:pt>
                      <c:pt idx="10">
                        <c:v>5.0393847200000002</c:v>
                      </c:pt>
                      <c:pt idx="11">
                        <c:v>5.4779176339999998</c:v>
                      </c:pt>
                      <c:pt idx="12">
                        <c:v>6.084455868</c:v>
                      </c:pt>
                      <c:pt idx="13">
                        <c:v>6.8179224530000004</c:v>
                      </c:pt>
                      <c:pt idx="14">
                        <c:v>6.9906920819999998</c:v>
                      </c:pt>
                      <c:pt idx="15">
                        <c:v>6.6899191839999999</c:v>
                      </c:pt>
                      <c:pt idx="16">
                        <c:v>5.9508570919999997</c:v>
                      </c:pt>
                      <c:pt idx="17">
                        <c:v>5.815979617</c:v>
                      </c:pt>
                      <c:pt idx="18">
                        <c:v>6.0128303860000001</c:v>
                      </c:pt>
                      <c:pt idx="19">
                        <c:v>6.9731569679999996</c:v>
                      </c:pt>
                      <c:pt idx="20">
                        <c:v>7.5900051309999998</c:v>
                      </c:pt>
                      <c:pt idx="21">
                        <c:v>8.3747093669999995</c:v>
                      </c:pt>
                      <c:pt idx="22">
                        <c:v>8.4731728870000005</c:v>
                      </c:pt>
                      <c:pt idx="23">
                        <c:v>7.4624718019999996</c:v>
                      </c:pt>
                      <c:pt idx="24">
                        <c:v>5.5049058679999998</c:v>
                      </c:pt>
                      <c:pt idx="25">
                        <c:v>3.5974495270000002</c:v>
                      </c:pt>
                      <c:pt idx="26">
                        <c:v>2.218430466</c:v>
                      </c:pt>
                      <c:pt idx="27">
                        <c:v>1.51844712</c:v>
                      </c:pt>
                      <c:pt idx="28">
                        <c:v>1.265061668</c:v>
                      </c:pt>
                      <c:pt idx="29">
                        <c:v>1.78393913</c:v>
                      </c:pt>
                      <c:pt idx="30">
                        <c:v>2.8497941510000002</c:v>
                      </c:pt>
                      <c:pt idx="31">
                        <c:v>4.1994425419999999</c:v>
                      </c:pt>
                      <c:pt idx="32">
                        <c:v>5.341778047</c:v>
                      </c:pt>
                      <c:pt idx="33">
                        <c:v>5.5816526209999999</c:v>
                      </c:pt>
                      <c:pt idx="34">
                        <c:v>5.773952092</c:v>
                      </c:pt>
                      <c:pt idx="35">
                        <c:v>6.308384577</c:v>
                      </c:pt>
                      <c:pt idx="36">
                        <c:v>6.6393928310000003</c:v>
                      </c:pt>
                      <c:pt idx="37">
                        <c:v>7.2168475230000002</c:v>
                      </c:pt>
                      <c:pt idx="38">
                        <c:v>7.8700260220000002</c:v>
                      </c:pt>
                      <c:pt idx="39">
                        <c:v>7.4317841600000003</c:v>
                      </c:pt>
                      <c:pt idx="40">
                        <c:v>6.4141046250000002</c:v>
                      </c:pt>
                      <c:pt idx="41">
                        <c:v>6.110620709</c:v>
                      </c:pt>
                      <c:pt idx="42">
                        <c:v>6.1881935950000004</c:v>
                      </c:pt>
                      <c:pt idx="43">
                        <c:v>7.077492908</c:v>
                      </c:pt>
                      <c:pt idx="44">
                        <c:v>7.706043362</c:v>
                      </c:pt>
                      <c:pt idx="45">
                        <c:v>8.5648485749999992</c:v>
                      </c:pt>
                      <c:pt idx="46">
                        <c:v>8.621954766</c:v>
                      </c:pt>
                      <c:pt idx="47">
                        <c:v>7.626679427</c:v>
                      </c:pt>
                      <c:pt idx="48">
                        <c:v>5.7142875950000001</c:v>
                      </c:pt>
                      <c:pt idx="49">
                        <c:v>3.7024208440000002</c:v>
                      </c:pt>
                      <c:pt idx="50">
                        <c:v>2.2354624950000002</c:v>
                      </c:pt>
                      <c:pt idx="51">
                        <c:v>1.525635195</c:v>
                      </c:pt>
                      <c:pt idx="52">
                        <c:v>1.2821371610000001</c:v>
                      </c:pt>
                      <c:pt idx="53">
                        <c:v>1.831822305</c:v>
                      </c:pt>
                      <c:pt idx="54">
                        <c:v>3.0310000989999999</c:v>
                      </c:pt>
                      <c:pt idx="55">
                        <c:v>4.377053697</c:v>
                      </c:pt>
                      <c:pt idx="56">
                        <c:v>5.3247240409999996</c:v>
                      </c:pt>
                      <c:pt idx="57">
                        <c:v>5.4576970039999999</c:v>
                      </c:pt>
                      <c:pt idx="58">
                        <c:v>5.4856484270000001</c:v>
                      </c:pt>
                      <c:pt idx="59">
                        <c:v>5.8727213220000003</c:v>
                      </c:pt>
                      <c:pt idx="60">
                        <c:v>6.3076344320000004</c:v>
                      </c:pt>
                      <c:pt idx="61">
                        <c:v>7.1471404449999998</c:v>
                      </c:pt>
                      <c:pt idx="62">
                        <c:v>7.3765252569999999</c:v>
                      </c:pt>
                      <c:pt idx="63">
                        <c:v>6.9387700790000002</c:v>
                      </c:pt>
                      <c:pt idx="64">
                        <c:v>6.0934127509999998</c:v>
                      </c:pt>
                      <c:pt idx="65">
                        <c:v>5.9733927329999998</c:v>
                      </c:pt>
                      <c:pt idx="66">
                        <c:v>6.0957495149999996</c:v>
                      </c:pt>
                      <c:pt idx="67">
                        <c:v>6.8580441580000002</c:v>
                      </c:pt>
                      <c:pt idx="68">
                        <c:v>7.5160994490000004</c:v>
                      </c:pt>
                      <c:pt idx="69">
                        <c:v>8.3778334040000004</c:v>
                      </c:pt>
                      <c:pt idx="70">
                        <c:v>8.3200461669999992</c:v>
                      </c:pt>
                      <c:pt idx="71">
                        <c:v>6.9385074580000001</c:v>
                      </c:pt>
                      <c:pt idx="72">
                        <c:v>4.8282656800000003</c:v>
                      </c:pt>
                      <c:pt idx="73">
                        <c:v>3.0523195849999998</c:v>
                      </c:pt>
                      <c:pt idx="74">
                        <c:v>1.8966320169999999</c:v>
                      </c:pt>
                      <c:pt idx="75">
                        <c:v>1.344256192</c:v>
                      </c:pt>
                      <c:pt idx="76">
                        <c:v>1.2134773670000001</c:v>
                      </c:pt>
                      <c:pt idx="77">
                        <c:v>1.786182103</c:v>
                      </c:pt>
                      <c:pt idx="78">
                        <c:v>3.1458243490000002</c:v>
                      </c:pt>
                      <c:pt idx="79">
                        <c:v>4.2375528889999998</c:v>
                      </c:pt>
                      <c:pt idx="80">
                        <c:v>4.7519298059999997</c:v>
                      </c:pt>
                      <c:pt idx="81">
                        <c:v>4.6916637269999999</c:v>
                      </c:pt>
                      <c:pt idx="82">
                        <c:v>4.7519677419999997</c:v>
                      </c:pt>
                      <c:pt idx="83">
                        <c:v>5.1614510070000001</c:v>
                      </c:pt>
                      <c:pt idx="84">
                        <c:v>5.7487050919999998</c:v>
                      </c:pt>
                      <c:pt idx="85">
                        <c:v>6.3644089580000003</c:v>
                      </c:pt>
                      <c:pt idx="86">
                        <c:v>6.5388240800000004</c:v>
                      </c:pt>
                      <c:pt idx="87">
                        <c:v>6.2070127429999999</c:v>
                      </c:pt>
                      <c:pt idx="88">
                        <c:v>5.7134707450000004</c:v>
                      </c:pt>
                      <c:pt idx="89">
                        <c:v>5.7289571390000003</c:v>
                      </c:pt>
                      <c:pt idx="90">
                        <c:v>5.9215295809999997</c:v>
                      </c:pt>
                      <c:pt idx="91">
                        <c:v>6.76866608</c:v>
                      </c:pt>
                      <c:pt idx="92">
                        <c:v>7.4868506640000003</c:v>
                      </c:pt>
                      <c:pt idx="93">
                        <c:v>8.2511946829999996</c:v>
                      </c:pt>
                      <c:pt idx="94">
                        <c:v>8.1571377839999997</c:v>
                      </c:pt>
                      <c:pt idx="95">
                        <c:v>6.7128785759999996</c:v>
                      </c:pt>
                      <c:pt idx="96">
                        <c:v>4.5974061239999999</c:v>
                      </c:pt>
                      <c:pt idx="97">
                        <c:v>2.8698148610000001</c:v>
                      </c:pt>
                      <c:pt idx="98">
                        <c:v>1.8581322309999999</c:v>
                      </c:pt>
                      <c:pt idx="99">
                        <c:v>1.3199648020000001</c:v>
                      </c:pt>
                      <c:pt idx="100">
                        <c:v>1.171986153</c:v>
                      </c:pt>
                      <c:pt idx="101">
                        <c:v>1.775360689</c:v>
                      </c:pt>
                      <c:pt idx="102">
                        <c:v>3.2184764549999998</c:v>
                      </c:pt>
                      <c:pt idx="103">
                        <c:v>4.346326855</c:v>
                      </c:pt>
                      <c:pt idx="104">
                        <c:v>4.7452671640000004</c:v>
                      </c:pt>
                      <c:pt idx="105">
                        <c:v>4.7301757369999997</c:v>
                      </c:pt>
                      <c:pt idx="106">
                        <c:v>4.7388560999999996</c:v>
                      </c:pt>
                      <c:pt idx="107">
                        <c:v>5.2628126330000002</c:v>
                      </c:pt>
                      <c:pt idx="108">
                        <c:v>5.7782562000000004</c:v>
                      </c:pt>
                      <c:pt idx="109">
                        <c:v>6.3774132479999999</c:v>
                      </c:pt>
                      <c:pt idx="110">
                        <c:v>6.4783920940000002</c:v>
                      </c:pt>
                      <c:pt idx="111">
                        <c:v>6.1916821720000002</c:v>
                      </c:pt>
                      <c:pt idx="112">
                        <c:v>5.7521323239999997</c:v>
                      </c:pt>
                      <c:pt idx="113">
                        <c:v>5.6236330780000001</c:v>
                      </c:pt>
                      <c:pt idx="114">
                        <c:v>5.8370751790000002</c:v>
                      </c:pt>
                      <c:pt idx="115">
                        <c:v>6.7360514350000003</c:v>
                      </c:pt>
                      <c:pt idx="116">
                        <c:v>7.3507265750000004</c:v>
                      </c:pt>
                      <c:pt idx="117">
                        <c:v>8.2594302269999993</c:v>
                      </c:pt>
                      <c:pt idx="118">
                        <c:v>8.118141928</c:v>
                      </c:pt>
                      <c:pt idx="119">
                        <c:v>6.7473800429999997</c:v>
                      </c:pt>
                      <c:pt idx="120">
                        <c:v>4.6351472810000001</c:v>
                      </c:pt>
                      <c:pt idx="121">
                        <c:v>2.8906258629999999</c:v>
                      </c:pt>
                      <c:pt idx="122">
                        <c:v>1.822386195</c:v>
                      </c:pt>
                      <c:pt idx="123">
                        <c:v>1.3223569580000001</c:v>
                      </c:pt>
                      <c:pt idx="124">
                        <c:v>1.162602838</c:v>
                      </c:pt>
                      <c:pt idx="125">
                        <c:v>1.7480212070000001</c:v>
                      </c:pt>
                      <c:pt idx="126">
                        <c:v>3.2381598130000002</c:v>
                      </c:pt>
                      <c:pt idx="127">
                        <c:v>4.4073880660000002</c:v>
                      </c:pt>
                      <c:pt idx="128">
                        <c:v>4.816830478</c:v>
                      </c:pt>
                      <c:pt idx="129">
                        <c:v>4.7379025500000003</c:v>
                      </c:pt>
                      <c:pt idx="130">
                        <c:v>4.8710538620000001</c:v>
                      </c:pt>
                      <c:pt idx="131">
                        <c:v>5.2944334919999996</c:v>
                      </c:pt>
                      <c:pt idx="132">
                        <c:v>6.0021423230000002</c:v>
                      </c:pt>
                      <c:pt idx="133">
                        <c:v>6.9416966569999996</c:v>
                      </c:pt>
                      <c:pt idx="134">
                        <c:v>7.1284040810000002</c:v>
                      </c:pt>
                      <c:pt idx="135">
                        <c:v>6.5993522779999996</c:v>
                      </c:pt>
                      <c:pt idx="136">
                        <c:v>5.8648716050000003</c:v>
                      </c:pt>
                      <c:pt idx="137">
                        <c:v>5.7016358680000003</c:v>
                      </c:pt>
                      <c:pt idx="138">
                        <c:v>6.1523008770000001</c:v>
                      </c:pt>
                      <c:pt idx="139">
                        <c:v>6.9532933760000004</c:v>
                      </c:pt>
                      <c:pt idx="140">
                        <c:v>7.5463083329999998</c:v>
                      </c:pt>
                      <c:pt idx="141">
                        <c:v>8.348930331</c:v>
                      </c:pt>
                      <c:pt idx="142">
                        <c:v>8.2365642030000004</c:v>
                      </c:pt>
                      <c:pt idx="143">
                        <c:v>6.7021592239999999</c:v>
                      </c:pt>
                      <c:pt idx="144">
                        <c:v>4.6943548770000003</c:v>
                      </c:pt>
                      <c:pt idx="145">
                        <c:v>2.9555912630000001</c:v>
                      </c:pt>
                      <c:pt idx="146">
                        <c:v>1.905778559</c:v>
                      </c:pt>
                      <c:pt idx="147">
                        <c:v>1.3054578400000001</c:v>
                      </c:pt>
                      <c:pt idx="148">
                        <c:v>1.1736746199999999</c:v>
                      </c:pt>
                      <c:pt idx="149">
                        <c:v>1.8097503020000001</c:v>
                      </c:pt>
                      <c:pt idx="150">
                        <c:v>3.320471457</c:v>
                      </c:pt>
                      <c:pt idx="151">
                        <c:v>4.4752249229999999</c:v>
                      </c:pt>
                      <c:pt idx="152">
                        <c:v>4.9845294280000001</c:v>
                      </c:pt>
                      <c:pt idx="153">
                        <c:v>4.848357568</c:v>
                      </c:pt>
                      <c:pt idx="154">
                        <c:v>4.8239062810000002</c:v>
                      </c:pt>
                      <c:pt idx="155">
                        <c:v>5.2796013039999998</c:v>
                      </c:pt>
                      <c:pt idx="156">
                        <c:v>5.8030986750000002</c:v>
                      </c:pt>
                      <c:pt idx="157">
                        <c:v>6.4676811650000001</c:v>
                      </c:pt>
                      <c:pt idx="158">
                        <c:v>6.5726196259999998</c:v>
                      </c:pt>
                      <c:pt idx="159">
                        <c:v>6.2098688370000001</c:v>
                      </c:pt>
                      <c:pt idx="160">
                        <c:v>5.8487302139999997</c:v>
                      </c:pt>
                      <c:pt idx="161">
                        <c:v>5.7679636350000001</c:v>
                      </c:pt>
                      <c:pt idx="162">
                        <c:v>5.9795879840000001</c:v>
                      </c:pt>
                      <c:pt idx="163">
                        <c:v>6.8477489650000001</c:v>
                      </c:pt>
                      <c:pt idx="164">
                        <c:v>7.538291622</c:v>
                      </c:pt>
                      <c:pt idx="165">
                        <c:v>8.2823351350000003</c:v>
                      </c:pt>
                      <c:pt idx="166">
                        <c:v>8.2272975810000002</c:v>
                      </c:pt>
                      <c:pt idx="167">
                        <c:v>6.7538775199999996</c:v>
                      </c:pt>
                      <c:pt idx="168">
                        <c:v>4.6714873800000003</c:v>
                      </c:pt>
                      <c:pt idx="169">
                        <c:v>2.933777284</c:v>
                      </c:pt>
                      <c:pt idx="170">
                        <c:v>1.8865688860000001</c:v>
                      </c:pt>
                      <c:pt idx="171">
                        <c:v>1.3469380440000001</c:v>
                      </c:pt>
                      <c:pt idx="172">
                        <c:v>1.234747579</c:v>
                      </c:pt>
                      <c:pt idx="173">
                        <c:v>1.879036677</c:v>
                      </c:pt>
                      <c:pt idx="174">
                        <c:v>3.5031047169999998</c:v>
                      </c:pt>
                      <c:pt idx="175">
                        <c:v>4.7938937590000004</c:v>
                      </c:pt>
                      <c:pt idx="176">
                        <c:v>5.4680290759999997</c:v>
                      </c:pt>
                      <c:pt idx="177">
                        <c:v>5.4255890170000001</c:v>
                      </c:pt>
                      <c:pt idx="178">
                        <c:v>5.1741781959999997</c:v>
                      </c:pt>
                      <c:pt idx="179">
                        <c:v>5.595683964</c:v>
                      </c:pt>
                      <c:pt idx="180">
                        <c:v>6.2888862809999999</c:v>
                      </c:pt>
                      <c:pt idx="181">
                        <c:v>7.0377097119999998</c:v>
                      </c:pt>
                      <c:pt idx="182">
                        <c:v>7.13615522</c:v>
                      </c:pt>
                      <c:pt idx="183">
                        <c:v>6.7551150460000002</c:v>
                      </c:pt>
                      <c:pt idx="184">
                        <c:v>6.0994978309999999</c:v>
                      </c:pt>
                      <c:pt idx="185">
                        <c:v>5.9882308709999998</c:v>
                      </c:pt>
                      <c:pt idx="186">
                        <c:v>6.3632078300000003</c:v>
                      </c:pt>
                      <c:pt idx="187">
                        <c:v>7.3128440010000002</c:v>
                      </c:pt>
                      <c:pt idx="188">
                        <c:v>7.9774482109999996</c:v>
                      </c:pt>
                      <c:pt idx="189">
                        <c:v>8.6421874669999994</c:v>
                      </c:pt>
                      <c:pt idx="190">
                        <c:v>8.6637417810000006</c:v>
                      </c:pt>
                      <c:pt idx="191">
                        <c:v>7.3489634199999996</c:v>
                      </c:pt>
                      <c:pt idx="192">
                        <c:v>5.4049286409999997</c:v>
                      </c:pt>
                      <c:pt idx="193">
                        <c:v>3.5071452980000002</c:v>
                      </c:pt>
                      <c:pt idx="194">
                        <c:v>2.2303674629999999</c:v>
                      </c:pt>
                      <c:pt idx="195">
                        <c:v>1.6602317289999999</c:v>
                      </c:pt>
                      <c:pt idx="196">
                        <c:v>1.3850009169999999</c:v>
                      </c:pt>
                      <c:pt idx="197">
                        <c:v>1.8312883550000001</c:v>
                      </c:pt>
                      <c:pt idx="198">
                        <c:v>3.0966327979999999</c:v>
                      </c:pt>
                      <c:pt idx="199">
                        <c:v>4.5572904909999998</c:v>
                      </c:pt>
                      <c:pt idx="200">
                        <c:v>5.8453159680000004</c:v>
                      </c:pt>
                      <c:pt idx="201">
                        <c:v>6.0369458810000003</c:v>
                      </c:pt>
                      <c:pt idx="202">
                        <c:v>6.092011555</c:v>
                      </c:pt>
                      <c:pt idx="203">
                        <c:v>6.5400174240000002</c:v>
                      </c:pt>
                      <c:pt idx="204">
                        <c:v>6.770628555</c:v>
                      </c:pt>
                      <c:pt idx="205">
                        <c:v>7.3326305380000001</c:v>
                      </c:pt>
                      <c:pt idx="206">
                        <c:v>8.0441628600000001</c:v>
                      </c:pt>
                      <c:pt idx="207">
                        <c:v>7.4974138699999999</c:v>
                      </c:pt>
                      <c:pt idx="208">
                        <c:v>6.6999948079999996</c:v>
                      </c:pt>
                      <c:pt idx="209">
                        <c:v>6.5859721630000001</c:v>
                      </c:pt>
                      <c:pt idx="210">
                        <c:v>6.8417773540000004</c:v>
                      </c:pt>
                      <c:pt idx="211">
                        <c:v>7.587346589</c:v>
                      </c:pt>
                      <c:pt idx="212">
                        <c:v>8.2582984530000001</c:v>
                      </c:pt>
                      <c:pt idx="213">
                        <c:v>8.9439767010000004</c:v>
                      </c:pt>
                      <c:pt idx="214">
                        <c:v>8.9363520570000006</c:v>
                      </c:pt>
                      <c:pt idx="215">
                        <c:v>7.5688166969999999</c:v>
                      </c:pt>
                      <c:pt idx="216">
                        <c:v>5.4873181349999998</c:v>
                      </c:pt>
                      <c:pt idx="217">
                        <c:v>3.5707069169999999</c:v>
                      </c:pt>
                      <c:pt idx="218">
                        <c:v>2.2388646670000001</c:v>
                      </c:pt>
                      <c:pt idx="219">
                        <c:v>1.527910334</c:v>
                      </c:pt>
                      <c:pt idx="220">
                        <c:v>1.3237589729999999</c:v>
                      </c:pt>
                      <c:pt idx="221">
                        <c:v>1.8182212499999999</c:v>
                      </c:pt>
                      <c:pt idx="222">
                        <c:v>3.2068958379999999</c:v>
                      </c:pt>
                      <c:pt idx="223">
                        <c:v>4.5687241370000002</c:v>
                      </c:pt>
                      <c:pt idx="224">
                        <c:v>5.5967454229999998</c:v>
                      </c:pt>
                      <c:pt idx="225">
                        <c:v>5.5873431880000002</c:v>
                      </c:pt>
                      <c:pt idx="226">
                        <c:v>5.5586625190000003</c:v>
                      </c:pt>
                      <c:pt idx="227">
                        <c:v>5.8490520090000002</c:v>
                      </c:pt>
                      <c:pt idx="228">
                        <c:v>6.2502646979999996</c:v>
                      </c:pt>
                      <c:pt idx="229">
                        <c:v>7.1150053829999997</c:v>
                      </c:pt>
                      <c:pt idx="230">
                        <c:v>7.3167563529999997</c:v>
                      </c:pt>
                      <c:pt idx="231">
                        <c:v>6.8488943359999999</c:v>
                      </c:pt>
                      <c:pt idx="232">
                        <c:v>6.2302703069999996</c:v>
                      </c:pt>
                      <c:pt idx="233">
                        <c:v>6.1402290979999998</c:v>
                      </c:pt>
                      <c:pt idx="234">
                        <c:v>6.4631662009999999</c:v>
                      </c:pt>
                      <c:pt idx="235">
                        <c:v>7.1947386880000002</c:v>
                      </c:pt>
                      <c:pt idx="236">
                        <c:v>7.9730750309999996</c:v>
                      </c:pt>
                      <c:pt idx="237">
                        <c:v>8.7295013269999995</c:v>
                      </c:pt>
                      <c:pt idx="238">
                        <c:v>8.5277831810000002</c:v>
                      </c:pt>
                      <c:pt idx="239">
                        <c:v>6.9218359500000002</c:v>
                      </c:pt>
                      <c:pt idx="240">
                        <c:v>4.6989994519999998</c:v>
                      </c:pt>
                      <c:pt idx="241">
                        <c:v>2.941039655</c:v>
                      </c:pt>
                      <c:pt idx="242">
                        <c:v>1.8770380790000001</c:v>
                      </c:pt>
                      <c:pt idx="243">
                        <c:v>1.373280488</c:v>
                      </c:pt>
                      <c:pt idx="244">
                        <c:v>1.2411382280000001</c:v>
                      </c:pt>
                      <c:pt idx="245">
                        <c:v>1.795931693</c:v>
                      </c:pt>
                      <c:pt idx="246">
                        <c:v>3.3109266910000001</c:v>
                      </c:pt>
                      <c:pt idx="247">
                        <c:v>4.4601303620000001</c:v>
                      </c:pt>
                      <c:pt idx="248">
                        <c:v>5.0366755689999998</c:v>
                      </c:pt>
                      <c:pt idx="249">
                        <c:v>4.8901594670000001</c:v>
                      </c:pt>
                      <c:pt idx="250">
                        <c:v>4.8402201900000001</c:v>
                      </c:pt>
                      <c:pt idx="251">
                        <c:v>5.2389985030000004</c:v>
                      </c:pt>
                      <c:pt idx="252">
                        <c:v>5.8027633060000001</c:v>
                      </c:pt>
                      <c:pt idx="253">
                        <c:v>6.442988647</c:v>
                      </c:pt>
                      <c:pt idx="254">
                        <c:v>6.6091307810000002</c:v>
                      </c:pt>
                      <c:pt idx="255">
                        <c:v>6.2907881200000002</c:v>
                      </c:pt>
                      <c:pt idx="256">
                        <c:v>5.9856208180000001</c:v>
                      </c:pt>
                      <c:pt idx="257">
                        <c:v>5.9174018430000004</c:v>
                      </c:pt>
                      <c:pt idx="258">
                        <c:v>6.263807484</c:v>
                      </c:pt>
                      <c:pt idx="259">
                        <c:v>7.1254945799999998</c:v>
                      </c:pt>
                      <c:pt idx="260">
                        <c:v>7.9046549959999997</c:v>
                      </c:pt>
                      <c:pt idx="261">
                        <c:v>8.6181167120000008</c:v>
                      </c:pt>
                      <c:pt idx="262">
                        <c:v>8.352800212</c:v>
                      </c:pt>
                      <c:pt idx="263">
                        <c:v>6.6941138230000004</c:v>
                      </c:pt>
                      <c:pt idx="264">
                        <c:v>4.5263706289999996</c:v>
                      </c:pt>
                      <c:pt idx="265">
                        <c:v>2.8142513349999998</c:v>
                      </c:pt>
                      <c:pt idx="266">
                        <c:v>1.794208069</c:v>
                      </c:pt>
                      <c:pt idx="267">
                        <c:v>1.290508258</c:v>
                      </c:pt>
                      <c:pt idx="268">
                        <c:v>1.181112216</c:v>
                      </c:pt>
                      <c:pt idx="269">
                        <c:v>1.763932018</c:v>
                      </c:pt>
                      <c:pt idx="270">
                        <c:v>3.3444390089999998</c:v>
                      </c:pt>
                      <c:pt idx="271">
                        <c:v>4.5459925710000002</c:v>
                      </c:pt>
                      <c:pt idx="272">
                        <c:v>5.0169041380000001</c:v>
                      </c:pt>
                      <c:pt idx="273">
                        <c:v>4.8389252200000001</c:v>
                      </c:pt>
                      <c:pt idx="274">
                        <c:v>4.8993247330000003</c:v>
                      </c:pt>
                      <c:pt idx="275">
                        <c:v>5.3986876400000003</c:v>
                      </c:pt>
                      <c:pt idx="276">
                        <c:v>5.9823583979999997</c:v>
                      </c:pt>
                      <c:pt idx="277">
                        <c:v>6.5277953809999998</c:v>
                      </c:pt>
                      <c:pt idx="278">
                        <c:v>6.6620075630000004</c:v>
                      </c:pt>
                      <c:pt idx="279">
                        <c:v>6.3203102739999997</c:v>
                      </c:pt>
                      <c:pt idx="280">
                        <c:v>6.0007148289999996</c:v>
                      </c:pt>
                      <c:pt idx="281">
                        <c:v>5.9423646730000002</c:v>
                      </c:pt>
                      <c:pt idx="282">
                        <c:v>6.4116609770000004</c:v>
                      </c:pt>
                      <c:pt idx="283">
                        <c:v>7.18699011</c:v>
                      </c:pt>
                      <c:pt idx="284">
                        <c:v>7.9685325520000001</c:v>
                      </c:pt>
                      <c:pt idx="285">
                        <c:v>8.7778742160000007</c:v>
                      </c:pt>
                      <c:pt idx="286">
                        <c:v>8.4274218990000005</c:v>
                      </c:pt>
                      <c:pt idx="287">
                        <c:v>6.6788377729999997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B4D5-4FAE-AE9D-D02EB97D558B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12-10-2026'!$D$1</c15:sqref>
                        </c15:formulaRef>
                      </c:ext>
                    </c:extLst>
                    <c:strCache>
                      <c:ptCount val="1"/>
                      <c:pt idx="0">
                        <c:v>ANB-DGW1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12-10-2026'!$D$2:$D$289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42.719614268000001</c:v>
                      </c:pt>
                      <c:pt idx="1">
                        <c:v>27.331889767</c:v>
                      </c:pt>
                      <c:pt idx="2">
                        <c:v>16.719049723000001</c:v>
                      </c:pt>
                      <c:pt idx="3">
                        <c:v>11.041417653</c:v>
                      </c:pt>
                      <c:pt idx="4">
                        <c:v>8.8947313529999992</c:v>
                      </c:pt>
                      <c:pt idx="5">
                        <c:v>11.960762860999999</c:v>
                      </c:pt>
                      <c:pt idx="6">
                        <c:v>20.730294511</c:v>
                      </c:pt>
                      <c:pt idx="7">
                        <c:v>30.196063154000001</c:v>
                      </c:pt>
                      <c:pt idx="8">
                        <c:v>36.445095494999997</c:v>
                      </c:pt>
                      <c:pt idx="9">
                        <c:v>39.292342108</c:v>
                      </c:pt>
                      <c:pt idx="10">
                        <c:v>42.687110936000003</c:v>
                      </c:pt>
                      <c:pt idx="11">
                        <c:v>47.645298060999998</c:v>
                      </c:pt>
                      <c:pt idx="12">
                        <c:v>50.980744919999999</c:v>
                      </c:pt>
                      <c:pt idx="13">
                        <c:v>57.657190829000001</c:v>
                      </c:pt>
                      <c:pt idx="14">
                        <c:v>58.837783819000002</c:v>
                      </c:pt>
                      <c:pt idx="15">
                        <c:v>56.109315539000001</c:v>
                      </c:pt>
                      <c:pt idx="16">
                        <c:v>51.757383271000002</c:v>
                      </c:pt>
                      <c:pt idx="17">
                        <c:v>53.490293117</c:v>
                      </c:pt>
                      <c:pt idx="18">
                        <c:v>53.890159255999997</c:v>
                      </c:pt>
                      <c:pt idx="19">
                        <c:v>62.900327222000001</c:v>
                      </c:pt>
                      <c:pt idx="20">
                        <c:v>70.447144468999994</c:v>
                      </c:pt>
                      <c:pt idx="21">
                        <c:v>77.453816051000004</c:v>
                      </c:pt>
                      <c:pt idx="22">
                        <c:v>75.518152259000004</c:v>
                      </c:pt>
                      <c:pt idx="23">
                        <c:v>64.291205981000004</c:v>
                      </c:pt>
                      <c:pt idx="24">
                        <c:v>47.541224020999998</c:v>
                      </c:pt>
                      <c:pt idx="25">
                        <c:v>31.345120209000001</c:v>
                      </c:pt>
                      <c:pt idx="26">
                        <c:v>19.444468777000001</c:v>
                      </c:pt>
                      <c:pt idx="27">
                        <c:v>12.689598833</c:v>
                      </c:pt>
                      <c:pt idx="28">
                        <c:v>9.5480716690000005</c:v>
                      </c:pt>
                      <c:pt idx="29">
                        <c:v>11.472889264000001</c:v>
                      </c:pt>
                      <c:pt idx="30">
                        <c:v>18.040828454</c:v>
                      </c:pt>
                      <c:pt idx="31">
                        <c:v>27.120942204999999</c:v>
                      </c:pt>
                      <c:pt idx="32">
                        <c:v>36.917691230999999</c:v>
                      </c:pt>
                      <c:pt idx="33">
                        <c:v>43.119615793999998</c:v>
                      </c:pt>
                      <c:pt idx="34">
                        <c:v>48.117831887000001</c:v>
                      </c:pt>
                      <c:pt idx="35">
                        <c:v>53.787264252</c:v>
                      </c:pt>
                      <c:pt idx="36">
                        <c:v>54.239067749</c:v>
                      </c:pt>
                      <c:pt idx="37">
                        <c:v>59.463101154</c:v>
                      </c:pt>
                      <c:pt idx="38">
                        <c:v>67.976139615999998</c:v>
                      </c:pt>
                      <c:pt idx="39">
                        <c:v>63.415539977000002</c:v>
                      </c:pt>
                      <c:pt idx="40">
                        <c:v>56.545782586999998</c:v>
                      </c:pt>
                      <c:pt idx="41">
                        <c:v>56.931928464999999</c:v>
                      </c:pt>
                      <c:pt idx="42">
                        <c:v>55.759183078</c:v>
                      </c:pt>
                      <c:pt idx="43">
                        <c:v>63.991081256000001</c:v>
                      </c:pt>
                      <c:pt idx="44">
                        <c:v>72.364174587999997</c:v>
                      </c:pt>
                      <c:pt idx="45">
                        <c:v>80.068805151999996</c:v>
                      </c:pt>
                      <c:pt idx="46">
                        <c:v>78.063645906999994</c:v>
                      </c:pt>
                      <c:pt idx="47">
                        <c:v>66.703979552000007</c:v>
                      </c:pt>
                      <c:pt idx="48">
                        <c:v>49.527421038</c:v>
                      </c:pt>
                      <c:pt idx="49">
                        <c:v>32.566217717999997</c:v>
                      </c:pt>
                      <c:pt idx="50">
                        <c:v>19.659971165999998</c:v>
                      </c:pt>
                      <c:pt idx="51">
                        <c:v>12.470532285000001</c:v>
                      </c:pt>
                      <c:pt idx="52">
                        <c:v>9.3172960959999997</c:v>
                      </c:pt>
                      <c:pt idx="53">
                        <c:v>11.644828584000001</c:v>
                      </c:pt>
                      <c:pt idx="54">
                        <c:v>19.046797909999999</c:v>
                      </c:pt>
                      <c:pt idx="55">
                        <c:v>28.517878294999999</c:v>
                      </c:pt>
                      <c:pt idx="56">
                        <c:v>37.440056632000001</c:v>
                      </c:pt>
                      <c:pt idx="57">
                        <c:v>42.316188437999998</c:v>
                      </c:pt>
                      <c:pt idx="58">
                        <c:v>45.766310238999999</c:v>
                      </c:pt>
                      <c:pt idx="59">
                        <c:v>50.511530514</c:v>
                      </c:pt>
                      <c:pt idx="60">
                        <c:v>52.952696027999998</c:v>
                      </c:pt>
                      <c:pt idx="61">
                        <c:v>60.872961865999997</c:v>
                      </c:pt>
                      <c:pt idx="62">
                        <c:v>62.310030537000003</c:v>
                      </c:pt>
                      <c:pt idx="63">
                        <c:v>58.378917586</c:v>
                      </c:pt>
                      <c:pt idx="64">
                        <c:v>53.493396222000001</c:v>
                      </c:pt>
                      <c:pt idx="65">
                        <c:v>54.956098767999997</c:v>
                      </c:pt>
                      <c:pt idx="66">
                        <c:v>54.385515235</c:v>
                      </c:pt>
                      <c:pt idx="67">
                        <c:v>62.003541974999997</c:v>
                      </c:pt>
                      <c:pt idx="68">
                        <c:v>70.387585672</c:v>
                      </c:pt>
                      <c:pt idx="69">
                        <c:v>77.328650742999997</c:v>
                      </c:pt>
                      <c:pt idx="70">
                        <c:v>73.945633153000003</c:v>
                      </c:pt>
                      <c:pt idx="71">
                        <c:v>60.441836322</c:v>
                      </c:pt>
                      <c:pt idx="72">
                        <c:v>42.276543877999998</c:v>
                      </c:pt>
                      <c:pt idx="73">
                        <c:v>26.308942560999999</c:v>
                      </c:pt>
                      <c:pt idx="74">
                        <c:v>16.029671892</c:v>
                      </c:pt>
                      <c:pt idx="75">
                        <c:v>10.654306978999999</c:v>
                      </c:pt>
                      <c:pt idx="76">
                        <c:v>8.6790795159999998</c:v>
                      </c:pt>
                      <c:pt idx="77">
                        <c:v>11.374059167</c:v>
                      </c:pt>
                      <c:pt idx="78">
                        <c:v>19.935774924</c:v>
                      </c:pt>
                      <c:pt idx="79">
                        <c:v>28.529843657000001</c:v>
                      </c:pt>
                      <c:pt idx="80">
                        <c:v>35.075173387</c:v>
                      </c:pt>
                      <c:pt idx="81">
                        <c:v>37.910739493999998</c:v>
                      </c:pt>
                      <c:pt idx="82">
                        <c:v>41.005597094000002</c:v>
                      </c:pt>
                      <c:pt idx="83">
                        <c:v>45.873914810000002</c:v>
                      </c:pt>
                      <c:pt idx="84">
                        <c:v>48.685570351000003</c:v>
                      </c:pt>
                      <c:pt idx="85">
                        <c:v>54.491319500000003</c:v>
                      </c:pt>
                      <c:pt idx="86">
                        <c:v>55.884429273999999</c:v>
                      </c:pt>
                      <c:pt idx="87">
                        <c:v>52.754530977999998</c:v>
                      </c:pt>
                      <c:pt idx="88">
                        <c:v>51.1861867</c:v>
                      </c:pt>
                      <c:pt idx="89">
                        <c:v>53.789968551999998</c:v>
                      </c:pt>
                      <c:pt idx="90">
                        <c:v>53.768680257</c:v>
                      </c:pt>
                      <c:pt idx="91">
                        <c:v>61.671918321</c:v>
                      </c:pt>
                      <c:pt idx="92">
                        <c:v>70.323435857000007</c:v>
                      </c:pt>
                      <c:pt idx="93">
                        <c:v>76.758454302000004</c:v>
                      </c:pt>
                      <c:pt idx="94">
                        <c:v>72.366091452000006</c:v>
                      </c:pt>
                      <c:pt idx="95">
                        <c:v>57.805193275000001</c:v>
                      </c:pt>
                      <c:pt idx="96">
                        <c:v>39.490703345999997</c:v>
                      </c:pt>
                      <c:pt idx="97">
                        <c:v>24.572079982999998</c:v>
                      </c:pt>
                      <c:pt idx="98">
                        <c:v>15.265618988</c:v>
                      </c:pt>
                      <c:pt idx="99">
                        <c:v>10.366514472</c:v>
                      </c:pt>
                      <c:pt idx="100">
                        <c:v>8.5117281120000001</c:v>
                      </c:pt>
                      <c:pt idx="101">
                        <c:v>11.463755678</c:v>
                      </c:pt>
                      <c:pt idx="102">
                        <c:v>20.629851903999999</c:v>
                      </c:pt>
                      <c:pt idx="103">
                        <c:v>29.621618037000001</c:v>
                      </c:pt>
                      <c:pt idx="104">
                        <c:v>35.379890537999998</c:v>
                      </c:pt>
                      <c:pt idx="105">
                        <c:v>38.189441645000002</c:v>
                      </c:pt>
                      <c:pt idx="106">
                        <c:v>41.153160673999999</c:v>
                      </c:pt>
                      <c:pt idx="107">
                        <c:v>46.338080267999999</c:v>
                      </c:pt>
                      <c:pt idx="108">
                        <c:v>49.304529150999997</c:v>
                      </c:pt>
                      <c:pt idx="109">
                        <c:v>54.954386552999999</c:v>
                      </c:pt>
                      <c:pt idx="110">
                        <c:v>55.511811467000001</c:v>
                      </c:pt>
                      <c:pt idx="111">
                        <c:v>52.481078060000002</c:v>
                      </c:pt>
                      <c:pt idx="112">
                        <c:v>50.866874162000002</c:v>
                      </c:pt>
                      <c:pt idx="113">
                        <c:v>52.620804413000002</c:v>
                      </c:pt>
                      <c:pt idx="114">
                        <c:v>52.916646857000003</c:v>
                      </c:pt>
                      <c:pt idx="115">
                        <c:v>61.300661183999999</c:v>
                      </c:pt>
                      <c:pt idx="116">
                        <c:v>70.157969326</c:v>
                      </c:pt>
                      <c:pt idx="117">
                        <c:v>77.13776756</c:v>
                      </c:pt>
                      <c:pt idx="118">
                        <c:v>72.806795049000002</c:v>
                      </c:pt>
                      <c:pt idx="119">
                        <c:v>58.651453179000001</c:v>
                      </c:pt>
                      <c:pt idx="120">
                        <c:v>40.266164316000001</c:v>
                      </c:pt>
                      <c:pt idx="121">
                        <c:v>25.018241970999998</c:v>
                      </c:pt>
                      <c:pt idx="122">
                        <c:v>15.099295844</c:v>
                      </c:pt>
                      <c:pt idx="123">
                        <c:v>10.230483138</c:v>
                      </c:pt>
                      <c:pt idx="124">
                        <c:v>8.3532270289999992</c:v>
                      </c:pt>
                      <c:pt idx="125">
                        <c:v>11.220542740000001</c:v>
                      </c:pt>
                      <c:pt idx="126">
                        <c:v>20.538111575999999</c:v>
                      </c:pt>
                      <c:pt idx="127">
                        <c:v>29.783237337999999</c:v>
                      </c:pt>
                      <c:pt idx="128">
                        <c:v>35.774197673000003</c:v>
                      </c:pt>
                      <c:pt idx="129">
                        <c:v>38.607960890000001</c:v>
                      </c:pt>
                      <c:pt idx="130">
                        <c:v>42.215101165999997</c:v>
                      </c:pt>
                      <c:pt idx="131">
                        <c:v>46.697464920999998</c:v>
                      </c:pt>
                      <c:pt idx="132">
                        <c:v>50.802291240999999</c:v>
                      </c:pt>
                      <c:pt idx="133">
                        <c:v>59.644960904000001</c:v>
                      </c:pt>
                      <c:pt idx="134">
                        <c:v>60.278560331000001</c:v>
                      </c:pt>
                      <c:pt idx="135">
                        <c:v>56.156513795000002</c:v>
                      </c:pt>
                      <c:pt idx="136">
                        <c:v>52.041243725999998</c:v>
                      </c:pt>
                      <c:pt idx="137">
                        <c:v>53.390944419</c:v>
                      </c:pt>
                      <c:pt idx="138">
                        <c:v>57.065156006000002</c:v>
                      </c:pt>
                      <c:pt idx="139">
                        <c:v>64.791313857000006</c:v>
                      </c:pt>
                      <c:pt idx="140">
                        <c:v>71.382758007000007</c:v>
                      </c:pt>
                      <c:pt idx="141">
                        <c:v>77.795764874</c:v>
                      </c:pt>
                      <c:pt idx="142">
                        <c:v>73.234790169999997</c:v>
                      </c:pt>
                      <c:pt idx="143">
                        <c:v>58.294317655999997</c:v>
                      </c:pt>
                      <c:pt idx="144">
                        <c:v>40.901833285999999</c:v>
                      </c:pt>
                      <c:pt idx="145">
                        <c:v>25.505694255000002</c:v>
                      </c:pt>
                      <c:pt idx="146">
                        <c:v>15.927267724</c:v>
                      </c:pt>
                      <c:pt idx="147">
                        <c:v>10.357878388</c:v>
                      </c:pt>
                      <c:pt idx="148">
                        <c:v>8.3702907989999993</c:v>
                      </c:pt>
                      <c:pt idx="149">
                        <c:v>11.44217873</c:v>
                      </c:pt>
                      <c:pt idx="150">
                        <c:v>21.172020310000001</c:v>
                      </c:pt>
                      <c:pt idx="151">
                        <c:v>30.280332782999999</c:v>
                      </c:pt>
                      <c:pt idx="152">
                        <c:v>36.708443166000002</c:v>
                      </c:pt>
                      <c:pt idx="153">
                        <c:v>39.186752077999998</c:v>
                      </c:pt>
                      <c:pt idx="154">
                        <c:v>42.164439426000001</c:v>
                      </c:pt>
                      <c:pt idx="155">
                        <c:v>47.014558477999998</c:v>
                      </c:pt>
                      <c:pt idx="156">
                        <c:v>49.714717065000002</c:v>
                      </c:pt>
                      <c:pt idx="157">
                        <c:v>55.550836189000002</c:v>
                      </c:pt>
                      <c:pt idx="158">
                        <c:v>56.290631853999997</c:v>
                      </c:pt>
                      <c:pt idx="159">
                        <c:v>53.298948580999998</c:v>
                      </c:pt>
                      <c:pt idx="160">
                        <c:v>52.182104041000002</c:v>
                      </c:pt>
                      <c:pt idx="161">
                        <c:v>54.03469475</c:v>
                      </c:pt>
                      <c:pt idx="162">
                        <c:v>54.127753018999996</c:v>
                      </c:pt>
                      <c:pt idx="163">
                        <c:v>62.158189139999998</c:v>
                      </c:pt>
                      <c:pt idx="164">
                        <c:v>70.466209648000003</c:v>
                      </c:pt>
                      <c:pt idx="165">
                        <c:v>76.727757746999998</c:v>
                      </c:pt>
                      <c:pt idx="166">
                        <c:v>73.146974948999997</c:v>
                      </c:pt>
                      <c:pt idx="167">
                        <c:v>58.656622190999997</c:v>
                      </c:pt>
                      <c:pt idx="168">
                        <c:v>40.495035186999999</c:v>
                      </c:pt>
                      <c:pt idx="169">
                        <c:v>25.220000274</c:v>
                      </c:pt>
                      <c:pt idx="170">
                        <c:v>15.532861413999999</c:v>
                      </c:pt>
                      <c:pt idx="171">
                        <c:v>10.560287468</c:v>
                      </c:pt>
                      <c:pt idx="172">
                        <c:v>8.7841673690000004</c:v>
                      </c:pt>
                      <c:pt idx="173">
                        <c:v>11.933245565</c:v>
                      </c:pt>
                      <c:pt idx="174">
                        <c:v>22.105232372</c:v>
                      </c:pt>
                      <c:pt idx="175">
                        <c:v>32.133762122</c:v>
                      </c:pt>
                      <c:pt idx="176">
                        <c:v>40.164457243000001</c:v>
                      </c:pt>
                      <c:pt idx="177">
                        <c:v>45.193307177999998</c:v>
                      </c:pt>
                      <c:pt idx="178">
                        <c:v>46.159855008000001</c:v>
                      </c:pt>
                      <c:pt idx="179">
                        <c:v>50.187992706000003</c:v>
                      </c:pt>
                      <c:pt idx="180">
                        <c:v>54.110145576999997</c:v>
                      </c:pt>
                      <c:pt idx="181">
                        <c:v>60.242700677999999</c:v>
                      </c:pt>
                      <c:pt idx="182">
                        <c:v>60.583790708000002</c:v>
                      </c:pt>
                      <c:pt idx="183">
                        <c:v>57.170617960999998</c:v>
                      </c:pt>
                      <c:pt idx="184">
                        <c:v>54.278427143999998</c:v>
                      </c:pt>
                      <c:pt idx="185">
                        <c:v>55.637339521999998</c:v>
                      </c:pt>
                      <c:pt idx="186">
                        <c:v>57.171961443999997</c:v>
                      </c:pt>
                      <c:pt idx="187">
                        <c:v>66.362311473999995</c:v>
                      </c:pt>
                      <c:pt idx="188">
                        <c:v>74.989610576999993</c:v>
                      </c:pt>
                      <c:pt idx="189">
                        <c:v>80.889979718000006</c:v>
                      </c:pt>
                      <c:pt idx="190">
                        <c:v>78.065109532999998</c:v>
                      </c:pt>
                      <c:pt idx="191">
                        <c:v>64.863052104999994</c:v>
                      </c:pt>
                      <c:pt idx="192">
                        <c:v>47.212915471000002</c:v>
                      </c:pt>
                      <c:pt idx="193">
                        <c:v>30.461363884000001</c:v>
                      </c:pt>
                      <c:pt idx="194">
                        <c:v>18.950674287999998</c:v>
                      </c:pt>
                      <c:pt idx="195">
                        <c:v>13.021275178</c:v>
                      </c:pt>
                      <c:pt idx="196">
                        <c:v>10.258619677</c:v>
                      </c:pt>
                      <c:pt idx="197">
                        <c:v>11.765833646999999</c:v>
                      </c:pt>
                      <c:pt idx="198">
                        <c:v>19.350935105000001</c:v>
                      </c:pt>
                      <c:pt idx="199">
                        <c:v>28.785273622999998</c:v>
                      </c:pt>
                      <c:pt idx="200">
                        <c:v>39.649710704999997</c:v>
                      </c:pt>
                      <c:pt idx="201">
                        <c:v>46.170536650000003</c:v>
                      </c:pt>
                      <c:pt idx="202">
                        <c:v>51.177952580000003</c:v>
                      </c:pt>
                      <c:pt idx="203">
                        <c:v>56.374848925999999</c:v>
                      </c:pt>
                      <c:pt idx="204">
                        <c:v>56.193971763</c:v>
                      </c:pt>
                      <c:pt idx="205">
                        <c:v>61.902400968000002</c:v>
                      </c:pt>
                      <c:pt idx="206">
                        <c:v>70.987710781000004</c:v>
                      </c:pt>
                      <c:pt idx="207">
                        <c:v>65.312655894000002</c:v>
                      </c:pt>
                      <c:pt idx="208">
                        <c:v>60.820168289999998</c:v>
                      </c:pt>
                      <c:pt idx="209">
                        <c:v>61.860932650999999</c:v>
                      </c:pt>
                      <c:pt idx="210">
                        <c:v>61.619877054</c:v>
                      </c:pt>
                      <c:pt idx="211">
                        <c:v>68.905770981000003</c:v>
                      </c:pt>
                      <c:pt idx="212">
                        <c:v>77.220575312999998</c:v>
                      </c:pt>
                      <c:pt idx="213">
                        <c:v>83.246914547000003</c:v>
                      </c:pt>
                      <c:pt idx="214">
                        <c:v>80.481270635000001</c:v>
                      </c:pt>
                      <c:pt idx="215">
                        <c:v>66.548333267000004</c:v>
                      </c:pt>
                      <c:pt idx="216">
                        <c:v>47.540026357999999</c:v>
                      </c:pt>
                      <c:pt idx="217">
                        <c:v>30.256992961000002</c:v>
                      </c:pt>
                      <c:pt idx="218">
                        <c:v>18.672863970000002</c:v>
                      </c:pt>
                      <c:pt idx="219">
                        <c:v>12.175294470000001</c:v>
                      </c:pt>
                      <c:pt idx="220">
                        <c:v>9.4690932480000001</c:v>
                      </c:pt>
                      <c:pt idx="221">
                        <c:v>11.644065199</c:v>
                      </c:pt>
                      <c:pt idx="222">
                        <c:v>20.136310611999999</c:v>
                      </c:pt>
                      <c:pt idx="223">
                        <c:v>29.864074022</c:v>
                      </c:pt>
                      <c:pt idx="224">
                        <c:v>39.517447203000003</c:v>
                      </c:pt>
                      <c:pt idx="225">
                        <c:v>43.88905553</c:v>
                      </c:pt>
                      <c:pt idx="226">
                        <c:v>47.042701422</c:v>
                      </c:pt>
                      <c:pt idx="227">
                        <c:v>51.446386582000002</c:v>
                      </c:pt>
                      <c:pt idx="228">
                        <c:v>53.141135359000003</c:v>
                      </c:pt>
                      <c:pt idx="229">
                        <c:v>61.438102927000003</c:v>
                      </c:pt>
                      <c:pt idx="230">
                        <c:v>63.159261723</c:v>
                      </c:pt>
                      <c:pt idx="231">
                        <c:v>58.868625831999999</c:v>
                      </c:pt>
                      <c:pt idx="232">
                        <c:v>55.537600799000003</c:v>
                      </c:pt>
                      <c:pt idx="233">
                        <c:v>57.356940303000002</c:v>
                      </c:pt>
                      <c:pt idx="234">
                        <c:v>58.320696841999997</c:v>
                      </c:pt>
                      <c:pt idx="235">
                        <c:v>65.724716706999999</c:v>
                      </c:pt>
                      <c:pt idx="236">
                        <c:v>75.653557595999999</c:v>
                      </c:pt>
                      <c:pt idx="237">
                        <c:v>81.531760327000001</c:v>
                      </c:pt>
                      <c:pt idx="238">
                        <c:v>75.918099041000005</c:v>
                      </c:pt>
                      <c:pt idx="239">
                        <c:v>60.099033489</c:v>
                      </c:pt>
                      <c:pt idx="240">
                        <c:v>40.933576250999998</c:v>
                      </c:pt>
                      <c:pt idx="241">
                        <c:v>25.456202744999999</c:v>
                      </c:pt>
                      <c:pt idx="242">
                        <c:v>15.592653234</c:v>
                      </c:pt>
                      <c:pt idx="243">
                        <c:v>10.619667078999999</c:v>
                      </c:pt>
                      <c:pt idx="244">
                        <c:v>8.7625273680000006</c:v>
                      </c:pt>
                      <c:pt idx="245">
                        <c:v>11.262404361</c:v>
                      </c:pt>
                      <c:pt idx="246">
                        <c:v>20.862215990999999</c:v>
                      </c:pt>
                      <c:pt idx="247">
                        <c:v>29.945251597999999</c:v>
                      </c:pt>
                      <c:pt idx="248">
                        <c:v>36.941699835999998</c:v>
                      </c:pt>
                      <c:pt idx="249">
                        <c:v>39.129746068999999</c:v>
                      </c:pt>
                      <c:pt idx="250">
                        <c:v>41.918018078000003</c:v>
                      </c:pt>
                      <c:pt idx="251">
                        <c:v>46.401319346000001</c:v>
                      </c:pt>
                      <c:pt idx="252">
                        <c:v>49.580022587999999</c:v>
                      </c:pt>
                      <c:pt idx="253">
                        <c:v>55.613221453999998</c:v>
                      </c:pt>
                      <c:pt idx="254">
                        <c:v>56.785551089999998</c:v>
                      </c:pt>
                      <c:pt idx="255">
                        <c:v>53.702731008999997</c:v>
                      </c:pt>
                      <c:pt idx="256">
                        <c:v>54.035757208</c:v>
                      </c:pt>
                      <c:pt idx="257">
                        <c:v>56.215001604000001</c:v>
                      </c:pt>
                      <c:pt idx="258">
                        <c:v>57.031990655000001</c:v>
                      </c:pt>
                      <c:pt idx="259">
                        <c:v>64.593875912000001</c:v>
                      </c:pt>
                      <c:pt idx="260">
                        <c:v>74.218917480000002</c:v>
                      </c:pt>
                      <c:pt idx="261">
                        <c:v>79.546938252999993</c:v>
                      </c:pt>
                      <c:pt idx="262">
                        <c:v>74.728093561999998</c:v>
                      </c:pt>
                      <c:pt idx="263">
                        <c:v>58.485994474000002</c:v>
                      </c:pt>
                      <c:pt idx="264">
                        <c:v>39.595748628000003</c:v>
                      </c:pt>
                      <c:pt idx="265">
                        <c:v>23.716356437999998</c:v>
                      </c:pt>
                      <c:pt idx="266">
                        <c:v>14.527111998000001</c:v>
                      </c:pt>
                      <c:pt idx="267">
                        <c:v>10.030212274</c:v>
                      </c:pt>
                      <c:pt idx="268">
                        <c:v>8.4606343170000002</c:v>
                      </c:pt>
                      <c:pt idx="269">
                        <c:v>11.20977053</c:v>
                      </c:pt>
                      <c:pt idx="270">
                        <c:v>21.294693716000001</c:v>
                      </c:pt>
                      <c:pt idx="271">
                        <c:v>30.925743795999999</c:v>
                      </c:pt>
                      <c:pt idx="272">
                        <c:v>37.186465167999998</c:v>
                      </c:pt>
                      <c:pt idx="273">
                        <c:v>39.718363443000001</c:v>
                      </c:pt>
                      <c:pt idx="274">
                        <c:v>43.219774524999998</c:v>
                      </c:pt>
                      <c:pt idx="275">
                        <c:v>48.242046492</c:v>
                      </c:pt>
                      <c:pt idx="276">
                        <c:v>51.086398606000003</c:v>
                      </c:pt>
                      <c:pt idx="277">
                        <c:v>56.744513271000002</c:v>
                      </c:pt>
                      <c:pt idx="278">
                        <c:v>57.538811797000001</c:v>
                      </c:pt>
                      <c:pt idx="279">
                        <c:v>54.238354002000001</c:v>
                      </c:pt>
                      <c:pt idx="280">
                        <c:v>54.121215214000003</c:v>
                      </c:pt>
                      <c:pt idx="281">
                        <c:v>56.026088973999997</c:v>
                      </c:pt>
                      <c:pt idx="282">
                        <c:v>57.264400279</c:v>
                      </c:pt>
                      <c:pt idx="283">
                        <c:v>65.580047359000005</c:v>
                      </c:pt>
                      <c:pt idx="284">
                        <c:v>75.516583802</c:v>
                      </c:pt>
                      <c:pt idx="285">
                        <c:v>81.154900659999996</c:v>
                      </c:pt>
                      <c:pt idx="286">
                        <c:v>75.083920370000001</c:v>
                      </c:pt>
                      <c:pt idx="287">
                        <c:v>58.451784365000002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B4D5-4FAE-AE9D-D02EB97D558B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12-10-2026'!$E$1</c15:sqref>
                        </c15:formulaRef>
                      </c:ext>
                    </c:extLst>
                    <c:strCache>
                      <c:ptCount val="1"/>
                      <c:pt idx="0">
                        <c:v>ANB-DGW2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12-10-2026'!$E$2:$E$289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42.085607781</c:v>
                      </c:pt>
                      <c:pt idx="1">
                        <c:v>26.878881093</c:v>
                      </c:pt>
                      <c:pt idx="2">
                        <c:v>16.337048801000002</c:v>
                      </c:pt>
                      <c:pt idx="3">
                        <c:v>10.703480874</c:v>
                      </c:pt>
                      <c:pt idx="4">
                        <c:v>8.6435233629999999</c:v>
                      </c:pt>
                      <c:pt idx="5">
                        <c:v>11.336655056</c:v>
                      </c:pt>
                      <c:pt idx="6">
                        <c:v>20.138315350999999</c:v>
                      </c:pt>
                      <c:pt idx="7">
                        <c:v>29.586789504999999</c:v>
                      </c:pt>
                      <c:pt idx="8">
                        <c:v>36.289029448999997</c:v>
                      </c:pt>
                      <c:pt idx="9">
                        <c:v>39.463796942999998</c:v>
                      </c:pt>
                      <c:pt idx="10">
                        <c:v>43.450479987000001</c:v>
                      </c:pt>
                      <c:pt idx="11">
                        <c:v>48.459683069999997</c:v>
                      </c:pt>
                      <c:pt idx="12">
                        <c:v>51.650936964000003</c:v>
                      </c:pt>
                      <c:pt idx="13">
                        <c:v>58.273893960999999</c:v>
                      </c:pt>
                      <c:pt idx="14">
                        <c:v>59.187575615</c:v>
                      </c:pt>
                      <c:pt idx="15">
                        <c:v>56.406590201999997</c:v>
                      </c:pt>
                      <c:pt idx="16">
                        <c:v>52.471826663999998</c:v>
                      </c:pt>
                      <c:pt idx="17">
                        <c:v>54.785052352000001</c:v>
                      </c:pt>
                      <c:pt idx="18">
                        <c:v>55.036269963000002</c:v>
                      </c:pt>
                      <c:pt idx="19">
                        <c:v>64.158620647000006</c:v>
                      </c:pt>
                      <c:pt idx="20">
                        <c:v>71.991661351999994</c:v>
                      </c:pt>
                      <c:pt idx="21">
                        <c:v>78.778707271000002</c:v>
                      </c:pt>
                      <c:pt idx="22">
                        <c:v>76.252530347000004</c:v>
                      </c:pt>
                      <c:pt idx="23">
                        <c:v>64.231600725000007</c:v>
                      </c:pt>
                      <c:pt idx="24">
                        <c:v>47.099176894999999</c:v>
                      </c:pt>
                      <c:pt idx="25">
                        <c:v>31.257569456999999</c:v>
                      </c:pt>
                      <c:pt idx="26">
                        <c:v>19.170253906999999</c:v>
                      </c:pt>
                      <c:pt idx="27">
                        <c:v>12.302058088000001</c:v>
                      </c:pt>
                      <c:pt idx="28">
                        <c:v>9.2042914390000004</c:v>
                      </c:pt>
                      <c:pt idx="29">
                        <c:v>11.137491455999999</c:v>
                      </c:pt>
                      <c:pt idx="30">
                        <c:v>17.698862416000001</c:v>
                      </c:pt>
                      <c:pt idx="31">
                        <c:v>26.262401365999999</c:v>
                      </c:pt>
                      <c:pt idx="32">
                        <c:v>36.108476414999998</c:v>
                      </c:pt>
                      <c:pt idx="33">
                        <c:v>42.730493408000001</c:v>
                      </c:pt>
                      <c:pt idx="34">
                        <c:v>48.167444615000001</c:v>
                      </c:pt>
                      <c:pt idx="35">
                        <c:v>53.761275443000002</c:v>
                      </c:pt>
                      <c:pt idx="36">
                        <c:v>53.619763863999999</c:v>
                      </c:pt>
                      <c:pt idx="37">
                        <c:v>58.765740520999998</c:v>
                      </c:pt>
                      <c:pt idx="38">
                        <c:v>68.090692587000007</c:v>
                      </c:pt>
                      <c:pt idx="39">
                        <c:v>62.156093081999998</c:v>
                      </c:pt>
                      <c:pt idx="40">
                        <c:v>55.927004879000002</c:v>
                      </c:pt>
                      <c:pt idx="41">
                        <c:v>57.081580719000002</c:v>
                      </c:pt>
                      <c:pt idx="42">
                        <c:v>56.004159100999999</c:v>
                      </c:pt>
                      <c:pt idx="43">
                        <c:v>64.853653464000004</c:v>
                      </c:pt>
                      <c:pt idx="44">
                        <c:v>73.672104106000006</c:v>
                      </c:pt>
                      <c:pt idx="45">
                        <c:v>81.584851369000006</c:v>
                      </c:pt>
                      <c:pt idx="46">
                        <c:v>78.593496557999998</c:v>
                      </c:pt>
                      <c:pt idx="47">
                        <c:v>66.251825319999995</c:v>
                      </c:pt>
                      <c:pt idx="48">
                        <c:v>48.793409421</c:v>
                      </c:pt>
                      <c:pt idx="49">
                        <c:v>32.027334951</c:v>
                      </c:pt>
                      <c:pt idx="50">
                        <c:v>19.187805209</c:v>
                      </c:pt>
                      <c:pt idx="51">
                        <c:v>12.196353361</c:v>
                      </c:pt>
                      <c:pt idx="52">
                        <c:v>9.1347722460000007</c:v>
                      </c:pt>
                      <c:pt idx="53">
                        <c:v>11.092936933000001</c:v>
                      </c:pt>
                      <c:pt idx="54">
                        <c:v>18.392070566000001</c:v>
                      </c:pt>
                      <c:pt idx="55">
                        <c:v>27.600270091999999</c:v>
                      </c:pt>
                      <c:pt idx="56">
                        <c:v>36.548788856000002</c:v>
                      </c:pt>
                      <c:pt idx="57">
                        <c:v>42.033905785999998</c:v>
                      </c:pt>
                      <c:pt idx="58">
                        <c:v>45.916207958999998</c:v>
                      </c:pt>
                      <c:pt idx="59">
                        <c:v>51.020847662999998</c:v>
                      </c:pt>
                      <c:pt idx="60">
                        <c:v>52.819654581000002</c:v>
                      </c:pt>
                      <c:pt idx="61">
                        <c:v>61.340824120999997</c:v>
                      </c:pt>
                      <c:pt idx="62">
                        <c:v>62.861915588000002</c:v>
                      </c:pt>
                      <c:pt idx="63">
                        <c:v>58.613779803</c:v>
                      </c:pt>
                      <c:pt idx="64">
                        <c:v>54.097146608999999</c:v>
                      </c:pt>
                      <c:pt idx="65">
                        <c:v>56.277986650999999</c:v>
                      </c:pt>
                      <c:pt idx="66">
                        <c:v>55.377546330999998</c:v>
                      </c:pt>
                      <c:pt idx="67">
                        <c:v>63.36610546</c:v>
                      </c:pt>
                      <c:pt idx="68">
                        <c:v>71.932890846999996</c:v>
                      </c:pt>
                      <c:pt idx="69">
                        <c:v>78.779015724000004</c:v>
                      </c:pt>
                      <c:pt idx="70">
                        <c:v>74.537905086999999</c:v>
                      </c:pt>
                      <c:pt idx="71">
                        <c:v>60.10621888</c:v>
                      </c:pt>
                      <c:pt idx="72">
                        <c:v>41.635892274</c:v>
                      </c:pt>
                      <c:pt idx="73">
                        <c:v>25.802998889000001</c:v>
                      </c:pt>
                      <c:pt idx="74">
                        <c:v>15.612508063</c:v>
                      </c:pt>
                      <c:pt idx="75">
                        <c:v>10.353370202000001</c:v>
                      </c:pt>
                      <c:pt idx="76">
                        <c:v>8.3446677129999998</c:v>
                      </c:pt>
                      <c:pt idx="77">
                        <c:v>10.840163128</c:v>
                      </c:pt>
                      <c:pt idx="78">
                        <c:v>19.396601455999999</c:v>
                      </c:pt>
                      <c:pt idx="79">
                        <c:v>27.976908101999999</c:v>
                      </c:pt>
                      <c:pt idx="80">
                        <c:v>34.879422558000002</c:v>
                      </c:pt>
                      <c:pt idx="81">
                        <c:v>38.275815620000003</c:v>
                      </c:pt>
                      <c:pt idx="82">
                        <c:v>41.962270136999997</c:v>
                      </c:pt>
                      <c:pt idx="83">
                        <c:v>46.957926665000002</c:v>
                      </c:pt>
                      <c:pt idx="84">
                        <c:v>49.259565369000001</c:v>
                      </c:pt>
                      <c:pt idx="85">
                        <c:v>55.456649853000002</c:v>
                      </c:pt>
                      <c:pt idx="86">
                        <c:v>56.702567182000003</c:v>
                      </c:pt>
                      <c:pt idx="87">
                        <c:v>53.227317049</c:v>
                      </c:pt>
                      <c:pt idx="88">
                        <c:v>52.05306891</c:v>
                      </c:pt>
                      <c:pt idx="89">
                        <c:v>55.135429621</c:v>
                      </c:pt>
                      <c:pt idx="90">
                        <c:v>54.673594141000002</c:v>
                      </c:pt>
                      <c:pt idx="91">
                        <c:v>62.902572333000002</c:v>
                      </c:pt>
                      <c:pt idx="92">
                        <c:v>72.401564473999997</c:v>
                      </c:pt>
                      <c:pt idx="93">
                        <c:v>78.613220146000003</c:v>
                      </c:pt>
                      <c:pt idx="94">
                        <c:v>73.240630198000005</c:v>
                      </c:pt>
                      <c:pt idx="95">
                        <c:v>57.984418253000001</c:v>
                      </c:pt>
                      <c:pt idx="96">
                        <c:v>39.295588537</c:v>
                      </c:pt>
                      <c:pt idx="97">
                        <c:v>24.155239418000001</c:v>
                      </c:pt>
                      <c:pt idx="98">
                        <c:v>14.658112794999999</c:v>
                      </c:pt>
                      <c:pt idx="99">
                        <c:v>9.8791372719999995</c:v>
                      </c:pt>
                      <c:pt idx="100">
                        <c:v>8.1376858950000006</c:v>
                      </c:pt>
                      <c:pt idx="101">
                        <c:v>10.833455345000001</c:v>
                      </c:pt>
                      <c:pt idx="102">
                        <c:v>19.731480166000001</c:v>
                      </c:pt>
                      <c:pt idx="103">
                        <c:v>28.710249017999999</c:v>
                      </c:pt>
                      <c:pt idx="104">
                        <c:v>35.241043050000002</c:v>
                      </c:pt>
                      <c:pt idx="105">
                        <c:v>38.433281547999997</c:v>
                      </c:pt>
                      <c:pt idx="106">
                        <c:v>42.038569985000002</c:v>
                      </c:pt>
                      <c:pt idx="107">
                        <c:v>47.347039244000001</c:v>
                      </c:pt>
                      <c:pt idx="108">
                        <c:v>49.74683632</c:v>
                      </c:pt>
                      <c:pt idx="109">
                        <c:v>55.908135602999998</c:v>
                      </c:pt>
                      <c:pt idx="110">
                        <c:v>56.126960660000002</c:v>
                      </c:pt>
                      <c:pt idx="111">
                        <c:v>53.009849584000001</c:v>
                      </c:pt>
                      <c:pt idx="112">
                        <c:v>51.930994396000003</c:v>
                      </c:pt>
                      <c:pt idx="113">
                        <c:v>53.892173806999999</c:v>
                      </c:pt>
                      <c:pt idx="114">
                        <c:v>53.706312775999997</c:v>
                      </c:pt>
                      <c:pt idx="115">
                        <c:v>62.371338430000002</c:v>
                      </c:pt>
                      <c:pt idx="116">
                        <c:v>72.264502828999994</c:v>
                      </c:pt>
                      <c:pt idx="117">
                        <c:v>79.335786475000006</c:v>
                      </c:pt>
                      <c:pt idx="118">
                        <c:v>73.923176892000001</c:v>
                      </c:pt>
                      <c:pt idx="119">
                        <c:v>58.727528126999999</c:v>
                      </c:pt>
                      <c:pt idx="120">
                        <c:v>39.83519596</c:v>
                      </c:pt>
                      <c:pt idx="121">
                        <c:v>24.444084686</c:v>
                      </c:pt>
                      <c:pt idx="122">
                        <c:v>14.644590515000001</c:v>
                      </c:pt>
                      <c:pt idx="123">
                        <c:v>9.8957323810000002</c:v>
                      </c:pt>
                      <c:pt idx="124">
                        <c:v>8.0803111699999999</c:v>
                      </c:pt>
                      <c:pt idx="125">
                        <c:v>10.819006266000001</c:v>
                      </c:pt>
                      <c:pt idx="126">
                        <c:v>19.922841014999999</c:v>
                      </c:pt>
                      <c:pt idx="127">
                        <c:v>29.165775030999999</c:v>
                      </c:pt>
                      <c:pt idx="128">
                        <c:v>35.805298790000002</c:v>
                      </c:pt>
                      <c:pt idx="129">
                        <c:v>39.062738678000002</c:v>
                      </c:pt>
                      <c:pt idx="130">
                        <c:v>43.004008526</c:v>
                      </c:pt>
                      <c:pt idx="131">
                        <c:v>47.617673146999998</c:v>
                      </c:pt>
                      <c:pt idx="132">
                        <c:v>51.294520016</c:v>
                      </c:pt>
                      <c:pt idx="133">
                        <c:v>60.412515728000002</c:v>
                      </c:pt>
                      <c:pt idx="134">
                        <c:v>60.788319776000002</c:v>
                      </c:pt>
                      <c:pt idx="135">
                        <c:v>56.267979173999997</c:v>
                      </c:pt>
                      <c:pt idx="136">
                        <c:v>53.017194836000002</c:v>
                      </c:pt>
                      <c:pt idx="137">
                        <c:v>54.944659194000003</c:v>
                      </c:pt>
                      <c:pt idx="138">
                        <c:v>58.450209237000003</c:v>
                      </c:pt>
                      <c:pt idx="139">
                        <c:v>66.614435924000006</c:v>
                      </c:pt>
                      <c:pt idx="140">
                        <c:v>73.369046580000003</c:v>
                      </c:pt>
                      <c:pt idx="141">
                        <c:v>79.689449839999995</c:v>
                      </c:pt>
                      <c:pt idx="142">
                        <c:v>74.064878266999997</c:v>
                      </c:pt>
                      <c:pt idx="143">
                        <c:v>58.490594596000001</c:v>
                      </c:pt>
                      <c:pt idx="144">
                        <c:v>40.903543823</c:v>
                      </c:pt>
                      <c:pt idx="145">
                        <c:v>25.49017147</c:v>
                      </c:pt>
                      <c:pt idx="146">
                        <c:v>15.790016044</c:v>
                      </c:pt>
                      <c:pt idx="147">
                        <c:v>10.261141561000001</c:v>
                      </c:pt>
                      <c:pt idx="148">
                        <c:v>8.2072533500000002</c:v>
                      </c:pt>
                      <c:pt idx="149">
                        <c:v>11.110683772</c:v>
                      </c:pt>
                      <c:pt idx="150">
                        <c:v>20.604814191999999</c:v>
                      </c:pt>
                      <c:pt idx="151">
                        <c:v>29.687828486000001</c:v>
                      </c:pt>
                      <c:pt idx="152">
                        <c:v>36.471653711999998</c:v>
                      </c:pt>
                      <c:pt idx="153">
                        <c:v>39.654335185000001</c:v>
                      </c:pt>
                      <c:pt idx="154">
                        <c:v>42.992638822000004</c:v>
                      </c:pt>
                      <c:pt idx="155">
                        <c:v>47.700340255999997</c:v>
                      </c:pt>
                      <c:pt idx="156">
                        <c:v>49.998091447</c:v>
                      </c:pt>
                      <c:pt idx="157">
                        <c:v>55.896613174000002</c:v>
                      </c:pt>
                      <c:pt idx="158">
                        <c:v>57.030179400999998</c:v>
                      </c:pt>
                      <c:pt idx="159">
                        <c:v>53.301323801000002</c:v>
                      </c:pt>
                      <c:pt idx="160">
                        <c:v>52.918891602999999</c:v>
                      </c:pt>
                      <c:pt idx="161">
                        <c:v>55.103492875999997</c:v>
                      </c:pt>
                      <c:pt idx="162">
                        <c:v>54.848548043999998</c:v>
                      </c:pt>
                      <c:pt idx="163">
                        <c:v>63.139657202000002</c:v>
                      </c:pt>
                      <c:pt idx="164">
                        <c:v>72.282955072999997</c:v>
                      </c:pt>
                      <c:pt idx="165">
                        <c:v>78.228811217000001</c:v>
                      </c:pt>
                      <c:pt idx="166">
                        <c:v>73.810649002000005</c:v>
                      </c:pt>
                      <c:pt idx="167">
                        <c:v>58.506791425000003</c:v>
                      </c:pt>
                      <c:pt idx="168">
                        <c:v>40.206695021999998</c:v>
                      </c:pt>
                      <c:pt idx="169">
                        <c:v>24.666846529000001</c:v>
                      </c:pt>
                      <c:pt idx="170">
                        <c:v>14.960883108999999</c:v>
                      </c:pt>
                      <c:pt idx="171">
                        <c:v>10.107379149</c:v>
                      </c:pt>
                      <c:pt idx="172">
                        <c:v>8.2821452420000004</c:v>
                      </c:pt>
                      <c:pt idx="173">
                        <c:v>11.142756069000001</c:v>
                      </c:pt>
                      <c:pt idx="174">
                        <c:v>20.878698030999999</c:v>
                      </c:pt>
                      <c:pt idx="175">
                        <c:v>30.773326861000001</c:v>
                      </c:pt>
                      <c:pt idx="176">
                        <c:v>39.019663848</c:v>
                      </c:pt>
                      <c:pt idx="177">
                        <c:v>44.872189257000002</c:v>
                      </c:pt>
                      <c:pt idx="178">
                        <c:v>45.753904253000002</c:v>
                      </c:pt>
                      <c:pt idx="179">
                        <c:v>49.021210308999997</c:v>
                      </c:pt>
                      <c:pt idx="180">
                        <c:v>52.034675208000003</c:v>
                      </c:pt>
                      <c:pt idx="181">
                        <c:v>58.065187979999997</c:v>
                      </c:pt>
                      <c:pt idx="182">
                        <c:v>58.350768529</c:v>
                      </c:pt>
                      <c:pt idx="183">
                        <c:v>54.860546806999999</c:v>
                      </c:pt>
                      <c:pt idx="184">
                        <c:v>52.155867180000001</c:v>
                      </c:pt>
                      <c:pt idx="185">
                        <c:v>53.956216982000001</c:v>
                      </c:pt>
                      <c:pt idx="186">
                        <c:v>55.081266749000001</c:v>
                      </c:pt>
                      <c:pt idx="187">
                        <c:v>63.934983600000002</c:v>
                      </c:pt>
                      <c:pt idx="188">
                        <c:v>72.519599679999999</c:v>
                      </c:pt>
                      <c:pt idx="189">
                        <c:v>78.196571492999993</c:v>
                      </c:pt>
                      <c:pt idx="190">
                        <c:v>74.877667810999995</c:v>
                      </c:pt>
                      <c:pt idx="191">
                        <c:v>61.756339938000004</c:v>
                      </c:pt>
                      <c:pt idx="192">
                        <c:v>44.821719418000001</c:v>
                      </c:pt>
                      <c:pt idx="193">
                        <c:v>28.842766559000001</c:v>
                      </c:pt>
                      <c:pt idx="194">
                        <c:v>17.928871453999999</c:v>
                      </c:pt>
                      <c:pt idx="195">
                        <c:v>12.166477075</c:v>
                      </c:pt>
                      <c:pt idx="196">
                        <c:v>9.3044154760000009</c:v>
                      </c:pt>
                      <c:pt idx="197">
                        <c:v>10.633367687</c:v>
                      </c:pt>
                      <c:pt idx="198">
                        <c:v>17.796085461000001</c:v>
                      </c:pt>
                      <c:pt idx="199">
                        <c:v>26.490146255999999</c:v>
                      </c:pt>
                      <c:pt idx="200">
                        <c:v>36.661372198999999</c:v>
                      </c:pt>
                      <c:pt idx="201">
                        <c:v>43.012908052999997</c:v>
                      </c:pt>
                      <c:pt idx="202">
                        <c:v>48.093731065999997</c:v>
                      </c:pt>
                      <c:pt idx="203">
                        <c:v>53.222791909999998</c:v>
                      </c:pt>
                      <c:pt idx="204">
                        <c:v>52.316506316000002</c:v>
                      </c:pt>
                      <c:pt idx="205">
                        <c:v>57.814380632000002</c:v>
                      </c:pt>
                      <c:pt idx="206">
                        <c:v>66.892326315000005</c:v>
                      </c:pt>
                      <c:pt idx="207">
                        <c:v>61.50507339</c:v>
                      </c:pt>
                      <c:pt idx="208">
                        <c:v>57.943174145999997</c:v>
                      </c:pt>
                      <c:pt idx="209">
                        <c:v>59.245844232000003</c:v>
                      </c:pt>
                      <c:pt idx="210">
                        <c:v>58.419395408</c:v>
                      </c:pt>
                      <c:pt idx="211">
                        <c:v>65.680010668999998</c:v>
                      </c:pt>
                      <c:pt idx="212">
                        <c:v>74.205796555000006</c:v>
                      </c:pt>
                      <c:pt idx="213">
                        <c:v>79.387733280000006</c:v>
                      </c:pt>
                      <c:pt idx="214">
                        <c:v>76.138824720000002</c:v>
                      </c:pt>
                      <c:pt idx="215">
                        <c:v>62.396072519999997</c:v>
                      </c:pt>
                      <c:pt idx="216">
                        <c:v>44.362445541</c:v>
                      </c:pt>
                      <c:pt idx="217">
                        <c:v>28.193136425999999</c:v>
                      </c:pt>
                      <c:pt idx="218">
                        <c:v>17.365689745000001</c:v>
                      </c:pt>
                      <c:pt idx="219">
                        <c:v>11.189986026</c:v>
                      </c:pt>
                      <c:pt idx="220">
                        <c:v>8.612378562</c:v>
                      </c:pt>
                      <c:pt idx="221">
                        <c:v>10.520120785</c:v>
                      </c:pt>
                      <c:pt idx="222">
                        <c:v>18.316853488</c:v>
                      </c:pt>
                      <c:pt idx="223">
                        <c:v>27.273660664000001</c:v>
                      </c:pt>
                      <c:pt idx="224">
                        <c:v>36.17211829</c:v>
                      </c:pt>
                      <c:pt idx="225">
                        <c:v>40.757119693</c:v>
                      </c:pt>
                      <c:pt idx="226">
                        <c:v>44.055144126000002</c:v>
                      </c:pt>
                      <c:pt idx="227">
                        <c:v>48.561821598999998</c:v>
                      </c:pt>
                      <c:pt idx="228">
                        <c:v>49.928105309000003</c:v>
                      </c:pt>
                      <c:pt idx="229">
                        <c:v>58.113195378999997</c:v>
                      </c:pt>
                      <c:pt idx="230">
                        <c:v>59.857282152000003</c:v>
                      </c:pt>
                      <c:pt idx="231">
                        <c:v>55.621762404999998</c:v>
                      </c:pt>
                      <c:pt idx="232">
                        <c:v>53.125240234000003</c:v>
                      </c:pt>
                      <c:pt idx="233">
                        <c:v>55.042642338</c:v>
                      </c:pt>
                      <c:pt idx="234">
                        <c:v>55.800762267000003</c:v>
                      </c:pt>
                      <c:pt idx="235">
                        <c:v>62.976795787999997</c:v>
                      </c:pt>
                      <c:pt idx="236">
                        <c:v>72.656391232999994</c:v>
                      </c:pt>
                      <c:pt idx="237">
                        <c:v>78.224870420000002</c:v>
                      </c:pt>
                      <c:pt idx="238">
                        <c:v>71.941444105000002</c:v>
                      </c:pt>
                      <c:pt idx="239">
                        <c:v>56.312195897999999</c:v>
                      </c:pt>
                      <c:pt idx="240">
                        <c:v>38.260373242999997</c:v>
                      </c:pt>
                      <c:pt idx="241">
                        <c:v>23.430035128</c:v>
                      </c:pt>
                      <c:pt idx="242">
                        <c:v>14.322047499</c:v>
                      </c:pt>
                      <c:pt idx="243">
                        <c:v>9.7901095270000003</c:v>
                      </c:pt>
                      <c:pt idx="244">
                        <c:v>8.0192913529999998</c:v>
                      </c:pt>
                      <c:pt idx="245">
                        <c:v>10.296466951999999</c:v>
                      </c:pt>
                      <c:pt idx="246">
                        <c:v>19.113886269000002</c:v>
                      </c:pt>
                      <c:pt idx="247">
                        <c:v>27.631216546000001</c:v>
                      </c:pt>
                      <c:pt idx="248">
                        <c:v>34.486737331999997</c:v>
                      </c:pt>
                      <c:pt idx="249">
                        <c:v>37.103439756</c:v>
                      </c:pt>
                      <c:pt idx="250">
                        <c:v>39.89167415</c:v>
                      </c:pt>
                      <c:pt idx="251">
                        <c:v>44.277622434000001</c:v>
                      </c:pt>
                      <c:pt idx="252">
                        <c:v>47.043330347999998</c:v>
                      </c:pt>
                      <c:pt idx="253">
                        <c:v>53.045138330999997</c:v>
                      </c:pt>
                      <c:pt idx="254">
                        <c:v>54.133197090000003</c:v>
                      </c:pt>
                      <c:pt idx="255">
                        <c:v>51.025973104999998</c:v>
                      </c:pt>
                      <c:pt idx="256">
                        <c:v>51.482454826999998</c:v>
                      </c:pt>
                      <c:pt idx="257">
                        <c:v>53.920397895999997</c:v>
                      </c:pt>
                      <c:pt idx="258">
                        <c:v>54.177476400000003</c:v>
                      </c:pt>
                      <c:pt idx="259">
                        <c:v>61.739006731000003</c:v>
                      </c:pt>
                      <c:pt idx="260">
                        <c:v>71.376695818000002</c:v>
                      </c:pt>
                      <c:pt idx="261">
                        <c:v>76.042894673999996</c:v>
                      </c:pt>
                      <c:pt idx="262">
                        <c:v>70.833693621999998</c:v>
                      </c:pt>
                      <c:pt idx="263">
                        <c:v>54.992786545000001</c:v>
                      </c:pt>
                      <c:pt idx="264">
                        <c:v>37.093459023000001</c:v>
                      </c:pt>
                      <c:pt idx="265">
                        <c:v>22.141229687999999</c:v>
                      </c:pt>
                      <c:pt idx="266">
                        <c:v>13.594456738</c:v>
                      </c:pt>
                      <c:pt idx="267">
                        <c:v>9.3480795669999992</c:v>
                      </c:pt>
                      <c:pt idx="268">
                        <c:v>7.7694809380000001</c:v>
                      </c:pt>
                      <c:pt idx="269">
                        <c:v>10.206214998</c:v>
                      </c:pt>
                      <c:pt idx="270">
                        <c:v>19.465339404000002</c:v>
                      </c:pt>
                      <c:pt idx="271">
                        <c:v>28.332016394</c:v>
                      </c:pt>
                      <c:pt idx="272">
                        <c:v>34.650253137999997</c:v>
                      </c:pt>
                      <c:pt idx="273">
                        <c:v>37.631378636999997</c:v>
                      </c:pt>
                      <c:pt idx="274">
                        <c:v>40.731879225</c:v>
                      </c:pt>
                      <c:pt idx="275">
                        <c:v>45.873931585999998</c:v>
                      </c:pt>
                      <c:pt idx="276">
                        <c:v>47.871928617999998</c:v>
                      </c:pt>
                      <c:pt idx="277">
                        <c:v>53.950262315000003</c:v>
                      </c:pt>
                      <c:pt idx="278">
                        <c:v>54.227400162000002</c:v>
                      </c:pt>
                      <c:pt idx="279">
                        <c:v>51.340093424999999</c:v>
                      </c:pt>
                      <c:pt idx="280">
                        <c:v>51.426305728000003</c:v>
                      </c:pt>
                      <c:pt idx="281">
                        <c:v>53.503575628999997</c:v>
                      </c:pt>
                      <c:pt idx="282">
                        <c:v>54.357749810000001</c:v>
                      </c:pt>
                      <c:pt idx="283">
                        <c:v>62.51295373</c:v>
                      </c:pt>
                      <c:pt idx="284">
                        <c:v>72.121428438999999</c:v>
                      </c:pt>
                      <c:pt idx="285">
                        <c:v>77.099897404000004</c:v>
                      </c:pt>
                      <c:pt idx="286">
                        <c:v>71.118795851000002</c:v>
                      </c:pt>
                      <c:pt idx="287">
                        <c:v>54.774180915999999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B4D5-4FAE-AE9D-D02EB97D558B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12-10-2026'!$F$1</c15:sqref>
                        </c15:formulaRef>
                      </c:ext>
                    </c:extLst>
                    <c:strCache>
                      <c:ptCount val="1"/>
                      <c:pt idx="0">
                        <c:v>ANB-DGW2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12-10-2026'!$F$2:$F$289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5.4258014660000002</c:v>
                      </c:pt>
                      <c:pt idx="1">
                        <c:v>3.382807804</c:v>
                      </c:pt>
                      <c:pt idx="2">
                        <c:v>2.104301811</c:v>
                      </c:pt>
                      <c:pt idx="3">
                        <c:v>1.4825704829999999</c:v>
                      </c:pt>
                      <c:pt idx="4">
                        <c:v>1.3394749969999999</c:v>
                      </c:pt>
                      <c:pt idx="5">
                        <c:v>2.0674489110000001</c:v>
                      </c:pt>
                      <c:pt idx="6">
                        <c:v>3.6753909359999999</c:v>
                      </c:pt>
                      <c:pt idx="7">
                        <c:v>5.106376858</c:v>
                      </c:pt>
                      <c:pt idx="8">
                        <c:v>5.6338145280000003</c:v>
                      </c:pt>
                      <c:pt idx="9">
                        <c:v>5.5331511369999999</c:v>
                      </c:pt>
                      <c:pt idx="10">
                        <c:v>5.6394774070000002</c:v>
                      </c:pt>
                      <c:pt idx="11">
                        <c:v>6.1576868669999998</c:v>
                      </c:pt>
                      <c:pt idx="12">
                        <c:v>6.8843537110000002</c:v>
                      </c:pt>
                      <c:pt idx="13">
                        <c:v>7.6378523759999997</c:v>
                      </c:pt>
                      <c:pt idx="14">
                        <c:v>7.7606707259999999</c:v>
                      </c:pt>
                      <c:pt idx="15">
                        <c:v>7.4290198329999999</c:v>
                      </c:pt>
                      <c:pt idx="16">
                        <c:v>6.5665373899999997</c:v>
                      </c:pt>
                      <c:pt idx="17">
                        <c:v>6.4591021919999996</c:v>
                      </c:pt>
                      <c:pt idx="18">
                        <c:v>6.7190659310000003</c:v>
                      </c:pt>
                      <c:pt idx="19">
                        <c:v>7.7305964899999999</c:v>
                      </c:pt>
                      <c:pt idx="20">
                        <c:v>8.4056596760000009</c:v>
                      </c:pt>
                      <c:pt idx="21">
                        <c:v>9.2552328250000002</c:v>
                      </c:pt>
                      <c:pt idx="22">
                        <c:v>9.3725519080000002</c:v>
                      </c:pt>
                      <c:pt idx="23">
                        <c:v>8.0940654429999999</c:v>
                      </c:pt>
                      <c:pt idx="24">
                        <c:v>6.0052295420000004</c:v>
                      </c:pt>
                      <c:pt idx="25">
                        <c:v>3.8820022010000002</c:v>
                      </c:pt>
                      <c:pt idx="26">
                        <c:v>2.3576138759999998</c:v>
                      </c:pt>
                      <c:pt idx="27">
                        <c:v>1.6059644239999999</c:v>
                      </c:pt>
                      <c:pt idx="28">
                        <c:v>1.3044526139999999</c:v>
                      </c:pt>
                      <c:pt idx="29">
                        <c:v>1.8718077719999999</c:v>
                      </c:pt>
                      <c:pt idx="30">
                        <c:v>3.183587513</c:v>
                      </c:pt>
                      <c:pt idx="31">
                        <c:v>4.7163566599999998</c:v>
                      </c:pt>
                      <c:pt idx="32">
                        <c:v>5.9812128050000002</c:v>
                      </c:pt>
                      <c:pt idx="33">
                        <c:v>6.3632486930000001</c:v>
                      </c:pt>
                      <c:pt idx="34">
                        <c:v>6.5524796060000003</c:v>
                      </c:pt>
                      <c:pt idx="35">
                        <c:v>7.1072905879999997</c:v>
                      </c:pt>
                      <c:pt idx="36">
                        <c:v>7.3236186129999998</c:v>
                      </c:pt>
                      <c:pt idx="37">
                        <c:v>7.9674252919999997</c:v>
                      </c:pt>
                      <c:pt idx="38">
                        <c:v>8.8172572169999999</c:v>
                      </c:pt>
                      <c:pt idx="39">
                        <c:v>8.1146246160000004</c:v>
                      </c:pt>
                      <c:pt idx="40">
                        <c:v>7.0932305710000003</c:v>
                      </c:pt>
                      <c:pt idx="41">
                        <c:v>6.8504543509999998</c:v>
                      </c:pt>
                      <c:pt idx="42">
                        <c:v>6.9328660209999997</c:v>
                      </c:pt>
                      <c:pt idx="43">
                        <c:v>7.8611220780000002</c:v>
                      </c:pt>
                      <c:pt idx="44">
                        <c:v>8.5915494500000005</c:v>
                      </c:pt>
                      <c:pt idx="45">
                        <c:v>9.4904369580000001</c:v>
                      </c:pt>
                      <c:pt idx="46">
                        <c:v>9.5698451260000006</c:v>
                      </c:pt>
                      <c:pt idx="47">
                        <c:v>8.3526989979999993</c:v>
                      </c:pt>
                      <c:pt idx="48">
                        <c:v>6.1767657089999997</c:v>
                      </c:pt>
                      <c:pt idx="49">
                        <c:v>4.0501450480000001</c:v>
                      </c:pt>
                      <c:pt idx="50">
                        <c:v>2.4442601439999998</c:v>
                      </c:pt>
                      <c:pt idx="51">
                        <c:v>1.6296932820000001</c:v>
                      </c:pt>
                      <c:pt idx="52">
                        <c:v>1.3897638000000001</c:v>
                      </c:pt>
                      <c:pt idx="53">
                        <c:v>2.0063455810000002</c:v>
                      </c:pt>
                      <c:pt idx="54">
                        <c:v>3.404682218</c:v>
                      </c:pt>
                      <c:pt idx="55">
                        <c:v>4.9074371680000004</c:v>
                      </c:pt>
                      <c:pt idx="56">
                        <c:v>5.9314439239999999</c:v>
                      </c:pt>
                      <c:pt idx="57">
                        <c:v>6.1223700699999997</c:v>
                      </c:pt>
                      <c:pt idx="58">
                        <c:v>6.1123701820000003</c:v>
                      </c:pt>
                      <c:pt idx="59">
                        <c:v>6.5478998989999999</c:v>
                      </c:pt>
                      <c:pt idx="60">
                        <c:v>7.0846762119999998</c:v>
                      </c:pt>
                      <c:pt idx="61">
                        <c:v>7.9704095700000002</c:v>
                      </c:pt>
                      <c:pt idx="62">
                        <c:v>8.1928820340000001</c:v>
                      </c:pt>
                      <c:pt idx="63">
                        <c:v>7.6841666100000001</c:v>
                      </c:pt>
                      <c:pt idx="64">
                        <c:v>6.7751097170000003</c:v>
                      </c:pt>
                      <c:pt idx="65">
                        <c:v>6.6220252110000004</c:v>
                      </c:pt>
                      <c:pt idx="66">
                        <c:v>6.8248383480000001</c:v>
                      </c:pt>
                      <c:pt idx="67">
                        <c:v>7.6608985059999997</c:v>
                      </c:pt>
                      <c:pt idx="68">
                        <c:v>8.4200750319999997</c:v>
                      </c:pt>
                      <c:pt idx="69">
                        <c:v>9.3028608120000005</c:v>
                      </c:pt>
                      <c:pt idx="70">
                        <c:v>9.1989926200000003</c:v>
                      </c:pt>
                      <c:pt idx="71">
                        <c:v>7.5875063310000002</c:v>
                      </c:pt>
                      <c:pt idx="72">
                        <c:v>5.3562100920000004</c:v>
                      </c:pt>
                      <c:pt idx="73">
                        <c:v>3.2838130109999999</c:v>
                      </c:pt>
                      <c:pt idx="74">
                        <c:v>2.0547713440000002</c:v>
                      </c:pt>
                      <c:pt idx="75">
                        <c:v>1.4404806720000001</c:v>
                      </c:pt>
                      <c:pt idx="76">
                        <c:v>1.3063538219999999</c:v>
                      </c:pt>
                      <c:pt idx="77">
                        <c:v>2.026119622</c:v>
                      </c:pt>
                      <c:pt idx="78">
                        <c:v>3.6190207980000002</c:v>
                      </c:pt>
                      <c:pt idx="79">
                        <c:v>4.8269055029999999</c:v>
                      </c:pt>
                      <c:pt idx="80">
                        <c:v>5.4472600179999997</c:v>
                      </c:pt>
                      <c:pt idx="81">
                        <c:v>5.3577903259999999</c:v>
                      </c:pt>
                      <c:pt idx="82">
                        <c:v>5.3662204039999999</c:v>
                      </c:pt>
                      <c:pt idx="83">
                        <c:v>5.8690643060000003</c:v>
                      </c:pt>
                      <c:pt idx="84">
                        <c:v>6.4364714919999999</c:v>
                      </c:pt>
                      <c:pt idx="85">
                        <c:v>7.0890010810000001</c:v>
                      </c:pt>
                      <c:pt idx="86">
                        <c:v>7.3409541540000003</c:v>
                      </c:pt>
                      <c:pt idx="87">
                        <c:v>6.939003102</c:v>
                      </c:pt>
                      <c:pt idx="88">
                        <c:v>6.3894443179999998</c:v>
                      </c:pt>
                      <c:pt idx="89">
                        <c:v>6.3331428230000002</c:v>
                      </c:pt>
                      <c:pt idx="90">
                        <c:v>6.5376190479999998</c:v>
                      </c:pt>
                      <c:pt idx="91">
                        <c:v>7.5111830350000002</c:v>
                      </c:pt>
                      <c:pt idx="92">
                        <c:v>8.3219997659999994</c:v>
                      </c:pt>
                      <c:pt idx="93">
                        <c:v>9.2204711960000001</c:v>
                      </c:pt>
                      <c:pt idx="94">
                        <c:v>8.9923062829999996</c:v>
                      </c:pt>
                      <c:pt idx="95">
                        <c:v>7.2887304840000002</c:v>
                      </c:pt>
                      <c:pt idx="96">
                        <c:v>4.9119957149999998</c:v>
                      </c:pt>
                      <c:pt idx="97">
                        <c:v>3.0350973259999998</c:v>
                      </c:pt>
                      <c:pt idx="98">
                        <c:v>1.91436373</c:v>
                      </c:pt>
                      <c:pt idx="99">
                        <c:v>1.3629293069999999</c:v>
                      </c:pt>
                      <c:pt idx="100">
                        <c:v>1.273838807</c:v>
                      </c:pt>
                      <c:pt idx="101">
                        <c:v>1.987950237</c:v>
                      </c:pt>
                      <c:pt idx="102">
                        <c:v>3.639870926</c:v>
                      </c:pt>
                      <c:pt idx="103">
                        <c:v>4.930765504</c:v>
                      </c:pt>
                      <c:pt idx="104">
                        <c:v>5.4531944059999997</c:v>
                      </c:pt>
                      <c:pt idx="105">
                        <c:v>5.2805274840000003</c:v>
                      </c:pt>
                      <c:pt idx="106">
                        <c:v>5.3937314199999999</c:v>
                      </c:pt>
                      <c:pt idx="107">
                        <c:v>5.9426712510000002</c:v>
                      </c:pt>
                      <c:pt idx="108">
                        <c:v>6.5735767789999997</c:v>
                      </c:pt>
                      <c:pt idx="109">
                        <c:v>7.2713545650000002</c:v>
                      </c:pt>
                      <c:pt idx="110">
                        <c:v>7.3612629460000001</c:v>
                      </c:pt>
                      <c:pt idx="111">
                        <c:v>6.9563174090000004</c:v>
                      </c:pt>
                      <c:pt idx="112">
                        <c:v>6.4158531879999998</c:v>
                      </c:pt>
                      <c:pt idx="113">
                        <c:v>6.2924828430000002</c:v>
                      </c:pt>
                      <c:pt idx="114">
                        <c:v>6.5172188139999996</c:v>
                      </c:pt>
                      <c:pt idx="115">
                        <c:v>7.4426012960000003</c:v>
                      </c:pt>
                      <c:pt idx="116">
                        <c:v>8.2308249450000002</c:v>
                      </c:pt>
                      <c:pt idx="117">
                        <c:v>9.1977219090000002</c:v>
                      </c:pt>
                      <c:pt idx="118">
                        <c:v>9.0392431779999995</c:v>
                      </c:pt>
                      <c:pt idx="119">
                        <c:v>7.377009224</c:v>
                      </c:pt>
                      <c:pt idx="120">
                        <c:v>5.0378799320000001</c:v>
                      </c:pt>
                      <c:pt idx="121">
                        <c:v>3.128953434</c:v>
                      </c:pt>
                      <c:pt idx="122">
                        <c:v>1.9769267530000001</c:v>
                      </c:pt>
                      <c:pt idx="123">
                        <c:v>1.3862330890000001</c:v>
                      </c:pt>
                      <c:pt idx="124">
                        <c:v>1.270292515</c:v>
                      </c:pt>
                      <c:pt idx="125">
                        <c:v>1.9412261500000001</c:v>
                      </c:pt>
                      <c:pt idx="126">
                        <c:v>3.6333256280000001</c:v>
                      </c:pt>
                      <c:pt idx="127">
                        <c:v>4.948959415</c:v>
                      </c:pt>
                      <c:pt idx="128">
                        <c:v>5.4854787280000004</c:v>
                      </c:pt>
                      <c:pt idx="129">
                        <c:v>5.3559008690000001</c:v>
                      </c:pt>
                      <c:pt idx="130">
                        <c:v>5.490780998</c:v>
                      </c:pt>
                      <c:pt idx="131">
                        <c:v>5.9731772449999996</c:v>
                      </c:pt>
                      <c:pt idx="132">
                        <c:v>6.7265161879999997</c:v>
                      </c:pt>
                      <c:pt idx="133">
                        <c:v>7.8062649369999999</c:v>
                      </c:pt>
                      <c:pt idx="134">
                        <c:v>7.9424122940000004</c:v>
                      </c:pt>
                      <c:pt idx="135">
                        <c:v>7.4439697069999999</c:v>
                      </c:pt>
                      <c:pt idx="136">
                        <c:v>6.5574421379999999</c:v>
                      </c:pt>
                      <c:pt idx="137">
                        <c:v>6.3891161990000001</c:v>
                      </c:pt>
                      <c:pt idx="138">
                        <c:v>6.8368687880000003</c:v>
                      </c:pt>
                      <c:pt idx="139">
                        <c:v>7.7791662600000002</c:v>
                      </c:pt>
                      <c:pt idx="140">
                        <c:v>8.4108146829999999</c:v>
                      </c:pt>
                      <c:pt idx="141">
                        <c:v>9.2767085179999995</c:v>
                      </c:pt>
                      <c:pt idx="142">
                        <c:v>9.0841297619999999</c:v>
                      </c:pt>
                      <c:pt idx="143">
                        <c:v>7.3427555580000003</c:v>
                      </c:pt>
                      <c:pt idx="144">
                        <c:v>5.0214179909999999</c:v>
                      </c:pt>
                      <c:pt idx="145">
                        <c:v>3.1665706560000002</c:v>
                      </c:pt>
                      <c:pt idx="146">
                        <c:v>1.987427329</c:v>
                      </c:pt>
                      <c:pt idx="147">
                        <c:v>1.388535901</c:v>
                      </c:pt>
                      <c:pt idx="148">
                        <c:v>1.2841381839999999</c:v>
                      </c:pt>
                      <c:pt idx="149">
                        <c:v>1.9951206889999999</c:v>
                      </c:pt>
                      <c:pt idx="150">
                        <c:v>3.7835931760000001</c:v>
                      </c:pt>
                      <c:pt idx="151">
                        <c:v>5.072948899</c:v>
                      </c:pt>
                      <c:pt idx="152">
                        <c:v>5.601123029</c:v>
                      </c:pt>
                      <c:pt idx="153">
                        <c:v>5.3872196600000004</c:v>
                      </c:pt>
                      <c:pt idx="154">
                        <c:v>5.4048394679999996</c:v>
                      </c:pt>
                      <c:pt idx="155">
                        <c:v>5.9129337169999996</c:v>
                      </c:pt>
                      <c:pt idx="156">
                        <c:v>6.5458766639999997</c:v>
                      </c:pt>
                      <c:pt idx="157">
                        <c:v>7.1960195950000001</c:v>
                      </c:pt>
                      <c:pt idx="158">
                        <c:v>7.361450187</c:v>
                      </c:pt>
                      <c:pt idx="159">
                        <c:v>6.993750758</c:v>
                      </c:pt>
                      <c:pt idx="160">
                        <c:v>6.5761770899999998</c:v>
                      </c:pt>
                      <c:pt idx="161">
                        <c:v>6.4013208390000003</c:v>
                      </c:pt>
                      <c:pt idx="162">
                        <c:v>6.6089831200000004</c:v>
                      </c:pt>
                      <c:pt idx="163">
                        <c:v>7.5366182500000001</c:v>
                      </c:pt>
                      <c:pt idx="164">
                        <c:v>8.3257979540000004</c:v>
                      </c:pt>
                      <c:pt idx="165">
                        <c:v>9.1962245199999995</c:v>
                      </c:pt>
                      <c:pt idx="166">
                        <c:v>9.0058898149999997</c:v>
                      </c:pt>
                      <c:pt idx="167">
                        <c:v>7.3233770329999999</c:v>
                      </c:pt>
                      <c:pt idx="168">
                        <c:v>4.9799854149999998</c:v>
                      </c:pt>
                      <c:pt idx="169">
                        <c:v>3.088848788</c:v>
                      </c:pt>
                      <c:pt idx="170">
                        <c:v>1.9742204990000001</c:v>
                      </c:pt>
                      <c:pt idx="171">
                        <c:v>1.384902995</c:v>
                      </c:pt>
                      <c:pt idx="172">
                        <c:v>1.2829743300000001</c:v>
                      </c:pt>
                      <c:pt idx="173">
                        <c:v>2.0095633610000001</c:v>
                      </c:pt>
                      <c:pt idx="174">
                        <c:v>3.7531872420000001</c:v>
                      </c:pt>
                      <c:pt idx="175">
                        <c:v>5.1616944790000003</c:v>
                      </c:pt>
                      <c:pt idx="176">
                        <c:v>5.8037432899999999</c:v>
                      </c:pt>
                      <c:pt idx="177">
                        <c:v>5.8067993659999999</c:v>
                      </c:pt>
                      <c:pt idx="178">
                        <c:v>5.520260049</c:v>
                      </c:pt>
                      <c:pt idx="179">
                        <c:v>5.9388052419999999</c:v>
                      </c:pt>
                      <c:pt idx="180">
                        <c:v>6.6298139410000001</c:v>
                      </c:pt>
                      <c:pt idx="181">
                        <c:v>7.3691102160000002</c:v>
                      </c:pt>
                      <c:pt idx="182">
                        <c:v>7.5526503890000001</c:v>
                      </c:pt>
                      <c:pt idx="183">
                        <c:v>7.1391039559999996</c:v>
                      </c:pt>
                      <c:pt idx="184">
                        <c:v>6.470784836</c:v>
                      </c:pt>
                      <c:pt idx="185">
                        <c:v>6.326186892</c:v>
                      </c:pt>
                      <c:pt idx="186">
                        <c:v>6.7714275089999996</c:v>
                      </c:pt>
                      <c:pt idx="187">
                        <c:v>7.7071690310000003</c:v>
                      </c:pt>
                      <c:pt idx="188">
                        <c:v>8.3758175179999999</c:v>
                      </c:pt>
                      <c:pt idx="189">
                        <c:v>9.1636563550000005</c:v>
                      </c:pt>
                      <c:pt idx="190">
                        <c:v>9.0972336489999996</c:v>
                      </c:pt>
                      <c:pt idx="191">
                        <c:v>7.7491822539999999</c:v>
                      </c:pt>
                      <c:pt idx="192">
                        <c:v>5.6235765210000004</c:v>
                      </c:pt>
                      <c:pt idx="193">
                        <c:v>3.5933456669999999</c:v>
                      </c:pt>
                      <c:pt idx="194">
                        <c:v>2.2820451980000001</c:v>
                      </c:pt>
                      <c:pt idx="195">
                        <c:v>1.730693362</c:v>
                      </c:pt>
                      <c:pt idx="196">
                        <c:v>1.4470870330000001</c:v>
                      </c:pt>
                      <c:pt idx="197">
                        <c:v>1.959951043</c:v>
                      </c:pt>
                      <c:pt idx="198">
                        <c:v>3.273718954</c:v>
                      </c:pt>
                      <c:pt idx="199">
                        <c:v>4.8006295379999999</c:v>
                      </c:pt>
                      <c:pt idx="200">
                        <c:v>6.1722649289999998</c:v>
                      </c:pt>
                      <c:pt idx="201">
                        <c:v>6.3861901430000003</c:v>
                      </c:pt>
                      <c:pt idx="202">
                        <c:v>6.4715610510000001</c:v>
                      </c:pt>
                      <c:pt idx="203">
                        <c:v>6.9235972439999998</c:v>
                      </c:pt>
                      <c:pt idx="204">
                        <c:v>7.1087788500000002</c:v>
                      </c:pt>
                      <c:pt idx="205">
                        <c:v>7.683130566</c:v>
                      </c:pt>
                      <c:pt idx="206">
                        <c:v>8.4677699519999994</c:v>
                      </c:pt>
                      <c:pt idx="207">
                        <c:v>7.8918317900000003</c:v>
                      </c:pt>
                      <c:pt idx="208">
                        <c:v>7.12246544</c:v>
                      </c:pt>
                      <c:pt idx="209">
                        <c:v>6.9107134129999999</c:v>
                      </c:pt>
                      <c:pt idx="210">
                        <c:v>7.1334160779999998</c:v>
                      </c:pt>
                      <c:pt idx="211">
                        <c:v>7.8349654329999998</c:v>
                      </c:pt>
                      <c:pt idx="212">
                        <c:v>8.6430974169999999</c:v>
                      </c:pt>
                      <c:pt idx="213">
                        <c:v>9.3700969559999994</c:v>
                      </c:pt>
                      <c:pt idx="214">
                        <c:v>9.2304048259999991</c:v>
                      </c:pt>
                      <c:pt idx="215">
                        <c:v>7.7726746809999998</c:v>
                      </c:pt>
                      <c:pt idx="216">
                        <c:v>5.6262480110000004</c:v>
                      </c:pt>
                      <c:pt idx="217">
                        <c:v>3.4857497190000002</c:v>
                      </c:pt>
                      <c:pt idx="218">
                        <c:v>2.2153783429999998</c:v>
                      </c:pt>
                      <c:pt idx="219">
                        <c:v>1.566301714</c:v>
                      </c:pt>
                      <c:pt idx="220">
                        <c:v>1.343842209</c:v>
                      </c:pt>
                      <c:pt idx="221">
                        <c:v>1.915448225</c:v>
                      </c:pt>
                      <c:pt idx="222">
                        <c:v>3.3719643119999998</c:v>
                      </c:pt>
                      <c:pt idx="223">
                        <c:v>4.8553758589999996</c:v>
                      </c:pt>
                      <c:pt idx="224">
                        <c:v>5.844275541</c:v>
                      </c:pt>
                      <c:pt idx="225">
                        <c:v>5.9228893009999997</c:v>
                      </c:pt>
                      <c:pt idx="226">
                        <c:v>5.8122967919999997</c:v>
                      </c:pt>
                      <c:pt idx="227">
                        <c:v>6.2039788700000003</c:v>
                      </c:pt>
                      <c:pt idx="228">
                        <c:v>6.622553913</c:v>
                      </c:pt>
                      <c:pt idx="229">
                        <c:v>7.5164676300000002</c:v>
                      </c:pt>
                      <c:pt idx="230">
                        <c:v>7.7568940629999998</c:v>
                      </c:pt>
                      <c:pt idx="231">
                        <c:v>7.309654739</c:v>
                      </c:pt>
                      <c:pt idx="232">
                        <c:v>6.5355932240000003</c:v>
                      </c:pt>
                      <c:pt idx="233">
                        <c:v>6.4507306849999999</c:v>
                      </c:pt>
                      <c:pt idx="234">
                        <c:v>6.803146935</c:v>
                      </c:pt>
                      <c:pt idx="235">
                        <c:v>7.6126929700000003</c:v>
                      </c:pt>
                      <c:pt idx="236">
                        <c:v>8.4355205120000001</c:v>
                      </c:pt>
                      <c:pt idx="237">
                        <c:v>9.1625516890000007</c:v>
                      </c:pt>
                      <c:pt idx="238">
                        <c:v>8.8517912800000005</c:v>
                      </c:pt>
                      <c:pt idx="239">
                        <c:v>7.0809521220000002</c:v>
                      </c:pt>
                      <c:pt idx="240">
                        <c:v>4.8257180010000003</c:v>
                      </c:pt>
                      <c:pt idx="241">
                        <c:v>2.972623172</c:v>
                      </c:pt>
                      <c:pt idx="242">
                        <c:v>1.922768231</c:v>
                      </c:pt>
                      <c:pt idx="243">
                        <c:v>1.394180486</c:v>
                      </c:pt>
                      <c:pt idx="244">
                        <c:v>1.304356297</c:v>
                      </c:pt>
                      <c:pt idx="245">
                        <c:v>1.86239244</c:v>
                      </c:pt>
                      <c:pt idx="246">
                        <c:v>3.4823714959999998</c:v>
                      </c:pt>
                      <c:pt idx="247">
                        <c:v>4.7461934049999996</c:v>
                      </c:pt>
                      <c:pt idx="248">
                        <c:v>5.372065911</c:v>
                      </c:pt>
                      <c:pt idx="249">
                        <c:v>5.1049779449999999</c:v>
                      </c:pt>
                      <c:pt idx="250">
                        <c:v>5.0928352490000002</c:v>
                      </c:pt>
                      <c:pt idx="251">
                        <c:v>5.510345117</c:v>
                      </c:pt>
                      <c:pt idx="252">
                        <c:v>6.1186478759999998</c:v>
                      </c:pt>
                      <c:pt idx="253">
                        <c:v>6.7995683939999996</c:v>
                      </c:pt>
                      <c:pt idx="254">
                        <c:v>7.0164709729999997</c:v>
                      </c:pt>
                      <c:pt idx="255">
                        <c:v>6.6232802250000002</c:v>
                      </c:pt>
                      <c:pt idx="256">
                        <c:v>6.2680332160000001</c:v>
                      </c:pt>
                      <c:pt idx="257">
                        <c:v>6.1743098769999998</c:v>
                      </c:pt>
                      <c:pt idx="258">
                        <c:v>6.5583728399999996</c:v>
                      </c:pt>
                      <c:pt idx="259">
                        <c:v>7.4075151830000001</c:v>
                      </c:pt>
                      <c:pt idx="260">
                        <c:v>8.2110770520000003</c:v>
                      </c:pt>
                      <c:pt idx="261">
                        <c:v>8.9539187089999999</c:v>
                      </c:pt>
                      <c:pt idx="262">
                        <c:v>8.6301274249999995</c:v>
                      </c:pt>
                      <c:pt idx="263">
                        <c:v>6.7613309030000002</c:v>
                      </c:pt>
                      <c:pt idx="264">
                        <c:v>4.5899352740000001</c:v>
                      </c:pt>
                      <c:pt idx="265">
                        <c:v>2.8337986829999999</c:v>
                      </c:pt>
                      <c:pt idx="266">
                        <c:v>1.820678682</c:v>
                      </c:pt>
                      <c:pt idx="267">
                        <c:v>1.346092434</c:v>
                      </c:pt>
                      <c:pt idx="268">
                        <c:v>1.2431518690000001</c:v>
                      </c:pt>
                      <c:pt idx="269">
                        <c:v>1.8568205499999999</c:v>
                      </c:pt>
                      <c:pt idx="270">
                        <c:v>3.4987982620000002</c:v>
                      </c:pt>
                      <c:pt idx="271">
                        <c:v>4.8135264539999998</c:v>
                      </c:pt>
                      <c:pt idx="272">
                        <c:v>5.3183317160000003</c:v>
                      </c:pt>
                      <c:pt idx="273">
                        <c:v>5.163462794</c:v>
                      </c:pt>
                      <c:pt idx="274">
                        <c:v>5.2375581960000002</c:v>
                      </c:pt>
                      <c:pt idx="275">
                        <c:v>5.6816672229999998</c:v>
                      </c:pt>
                      <c:pt idx="276">
                        <c:v>6.2823380899999997</c:v>
                      </c:pt>
                      <c:pt idx="277">
                        <c:v>6.8899665270000003</c:v>
                      </c:pt>
                      <c:pt idx="278">
                        <c:v>7.0653846390000004</c:v>
                      </c:pt>
                      <c:pt idx="279">
                        <c:v>6.6369847860000002</c:v>
                      </c:pt>
                      <c:pt idx="280">
                        <c:v>6.2519756119999998</c:v>
                      </c:pt>
                      <c:pt idx="281">
                        <c:v>6.2373222789999998</c:v>
                      </c:pt>
                      <c:pt idx="282">
                        <c:v>6.6287070290000001</c:v>
                      </c:pt>
                      <c:pt idx="283">
                        <c:v>7.5551767649999997</c:v>
                      </c:pt>
                      <c:pt idx="284">
                        <c:v>8.4042173909999995</c:v>
                      </c:pt>
                      <c:pt idx="285">
                        <c:v>9.1847584700000002</c:v>
                      </c:pt>
                      <c:pt idx="286">
                        <c:v>8.7557741010000001</c:v>
                      </c:pt>
                      <c:pt idx="287">
                        <c:v>6.9256430590000004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B4D5-4FAE-AE9D-D02EB97D558B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12-10-2026'!$G$1</c15:sqref>
                        </c15:formulaRef>
                      </c:ext>
                    </c:extLst>
                    <c:strCache>
                      <c:ptCount val="1"/>
                      <c:pt idx="0">
                        <c:v>ANB-DGW2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12-10-2026'!$G$2:$G$289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47.511409247000003</c:v>
                      </c:pt>
                      <c:pt idx="1">
                        <c:v>30.261688896999999</c:v>
                      </c:pt>
                      <c:pt idx="2">
                        <c:v>18.441350612000001</c:v>
                      </c:pt>
                      <c:pt idx="3">
                        <c:v>12.186051357</c:v>
                      </c:pt>
                      <c:pt idx="4">
                        <c:v>9.9829983599999998</c:v>
                      </c:pt>
                      <c:pt idx="5">
                        <c:v>13.404103966999999</c:v>
                      </c:pt>
                      <c:pt idx="6">
                        <c:v>23.813706286999999</c:v>
                      </c:pt>
                      <c:pt idx="7">
                        <c:v>34.693166363000003</c:v>
                      </c:pt>
                      <c:pt idx="8">
                        <c:v>41.922843976999999</c:v>
                      </c:pt>
                      <c:pt idx="9">
                        <c:v>44.996948080000003</c:v>
                      </c:pt>
                      <c:pt idx="10">
                        <c:v>49.089957394000002</c:v>
                      </c:pt>
                      <c:pt idx="11">
                        <c:v>54.617369936999999</c:v>
                      </c:pt>
                      <c:pt idx="12">
                        <c:v>58.535290674999999</c:v>
                      </c:pt>
                      <c:pt idx="13">
                        <c:v>65.911746336999997</c:v>
                      </c:pt>
                      <c:pt idx="14">
                        <c:v>66.948246341000001</c:v>
                      </c:pt>
                      <c:pt idx="15">
                        <c:v>63.835610035000002</c:v>
                      </c:pt>
                      <c:pt idx="16">
                        <c:v>59.038364053999999</c:v>
                      </c:pt>
                      <c:pt idx="17">
                        <c:v>61.244154543999997</c:v>
                      </c:pt>
                      <c:pt idx="18">
                        <c:v>61.755335893999998</c:v>
                      </c:pt>
                      <c:pt idx="19">
                        <c:v>71.889217137000003</c:v>
                      </c:pt>
                      <c:pt idx="20">
                        <c:v>80.397321027999993</c:v>
                      </c:pt>
                      <c:pt idx="21">
                        <c:v>88.033940095999995</c:v>
                      </c:pt>
                      <c:pt idx="22">
                        <c:v>85.625082254999995</c:v>
                      </c:pt>
                      <c:pt idx="23">
                        <c:v>72.325666167999998</c:v>
                      </c:pt>
                      <c:pt idx="24">
                        <c:v>53.104406437000002</c:v>
                      </c:pt>
                      <c:pt idx="25">
                        <c:v>35.139571658000001</c:v>
                      </c:pt>
                      <c:pt idx="26">
                        <c:v>21.527867783000001</c:v>
                      </c:pt>
                      <c:pt idx="27">
                        <c:v>13.908022512000001</c:v>
                      </c:pt>
                      <c:pt idx="28">
                        <c:v>10.508744052999999</c:v>
                      </c:pt>
                      <c:pt idx="29">
                        <c:v>13.009299228</c:v>
                      </c:pt>
                      <c:pt idx="30">
                        <c:v>20.882449929</c:v>
                      </c:pt>
                      <c:pt idx="31">
                        <c:v>30.978758026000001</c:v>
                      </c:pt>
                      <c:pt idx="32">
                        <c:v>42.089689219999997</c:v>
                      </c:pt>
                      <c:pt idx="33">
                        <c:v>49.093742100999997</c:v>
                      </c:pt>
                      <c:pt idx="34">
                        <c:v>54.719924220999999</c:v>
                      </c:pt>
                      <c:pt idx="35">
                        <c:v>60.868566031</c:v>
                      </c:pt>
                      <c:pt idx="36">
                        <c:v>60.943382477</c:v>
                      </c:pt>
                      <c:pt idx="37">
                        <c:v>66.733165812999999</c:v>
                      </c:pt>
                      <c:pt idx="38">
                        <c:v>76.907949803999998</c:v>
                      </c:pt>
                      <c:pt idx="39">
                        <c:v>70.270717697999999</c:v>
                      </c:pt>
                      <c:pt idx="40">
                        <c:v>63.020235450000001</c:v>
                      </c:pt>
                      <c:pt idx="41">
                        <c:v>63.932035069999998</c:v>
                      </c:pt>
                      <c:pt idx="42">
                        <c:v>62.937025122000001</c:v>
                      </c:pt>
                      <c:pt idx="43">
                        <c:v>72.714775541999998</c:v>
                      </c:pt>
                      <c:pt idx="44">
                        <c:v>82.263653555999994</c:v>
                      </c:pt>
                      <c:pt idx="45">
                        <c:v>91.075288326999996</c:v>
                      </c:pt>
                      <c:pt idx="46">
                        <c:v>88.163341684000002</c:v>
                      </c:pt>
                      <c:pt idx="47">
                        <c:v>74.604524318000003</c:v>
                      </c:pt>
                      <c:pt idx="48">
                        <c:v>54.970175130000001</c:v>
                      </c:pt>
                      <c:pt idx="49">
                        <c:v>36.077479998999998</c:v>
                      </c:pt>
                      <c:pt idx="50">
                        <c:v>21.632065353000002</c:v>
                      </c:pt>
                      <c:pt idx="51">
                        <c:v>13.826046643</c:v>
                      </c:pt>
                      <c:pt idx="52">
                        <c:v>10.524536046</c:v>
                      </c:pt>
                      <c:pt idx="53">
                        <c:v>13.099282514</c:v>
                      </c:pt>
                      <c:pt idx="54">
                        <c:v>21.796752783999999</c:v>
                      </c:pt>
                      <c:pt idx="55">
                        <c:v>32.507707259999997</c:v>
                      </c:pt>
                      <c:pt idx="56">
                        <c:v>42.480232780000001</c:v>
                      </c:pt>
                      <c:pt idx="57">
                        <c:v>48.156275856000001</c:v>
                      </c:pt>
                      <c:pt idx="58">
                        <c:v>52.028578140999997</c:v>
                      </c:pt>
                      <c:pt idx="59">
                        <c:v>57.568747561999999</c:v>
                      </c:pt>
                      <c:pt idx="60">
                        <c:v>59.904330793</c:v>
                      </c:pt>
                      <c:pt idx="61">
                        <c:v>69.311233690999998</c:v>
                      </c:pt>
                      <c:pt idx="62">
                        <c:v>71.054797621999995</c:v>
                      </c:pt>
                      <c:pt idx="63">
                        <c:v>66.297946413000005</c:v>
                      </c:pt>
                      <c:pt idx="64">
                        <c:v>60.872256325999999</c:v>
                      </c:pt>
                      <c:pt idx="65">
                        <c:v>62.900011861999999</c:v>
                      </c:pt>
                      <c:pt idx="66">
                        <c:v>62.202384678999998</c:v>
                      </c:pt>
                      <c:pt idx="67">
                        <c:v>71.027003965999995</c:v>
                      </c:pt>
                      <c:pt idx="68">
                        <c:v>80.352965878999996</c:v>
                      </c:pt>
                      <c:pt idx="69">
                        <c:v>88.081876535999996</c:v>
                      </c:pt>
                      <c:pt idx="70">
                        <c:v>83.736897706999997</c:v>
                      </c:pt>
                      <c:pt idx="71">
                        <c:v>67.693725211</c:v>
                      </c:pt>
                      <c:pt idx="72">
                        <c:v>46.992102365999997</c:v>
                      </c:pt>
                      <c:pt idx="73">
                        <c:v>29.086811900000001</c:v>
                      </c:pt>
                      <c:pt idx="74">
                        <c:v>17.667279406999999</c:v>
                      </c:pt>
                      <c:pt idx="75">
                        <c:v>11.793850874</c:v>
                      </c:pt>
                      <c:pt idx="76">
                        <c:v>9.6510215349999999</c:v>
                      </c:pt>
                      <c:pt idx="77">
                        <c:v>12.86628275</c:v>
                      </c:pt>
                      <c:pt idx="78">
                        <c:v>23.015622254</c:v>
                      </c:pt>
                      <c:pt idx="79">
                        <c:v>32.803813605000002</c:v>
                      </c:pt>
                      <c:pt idx="80">
                        <c:v>40.326682576000003</c:v>
                      </c:pt>
                      <c:pt idx="81">
                        <c:v>43.633605946000003</c:v>
                      </c:pt>
                      <c:pt idx="82">
                        <c:v>47.328490541000001</c:v>
                      </c:pt>
                      <c:pt idx="83">
                        <c:v>52.826990971000001</c:v>
                      </c:pt>
                      <c:pt idx="84">
                        <c:v>55.696036861000003</c:v>
                      </c:pt>
                      <c:pt idx="85">
                        <c:v>62.545650934000001</c:v>
                      </c:pt>
                      <c:pt idx="86">
                        <c:v>64.043521335999998</c:v>
                      </c:pt>
                      <c:pt idx="87">
                        <c:v>60.166320151000001</c:v>
                      </c:pt>
                      <c:pt idx="88">
                        <c:v>58.442513228000003</c:v>
                      </c:pt>
                      <c:pt idx="89">
                        <c:v>61.468572444000003</c:v>
                      </c:pt>
                      <c:pt idx="90">
                        <c:v>61.211213188999999</c:v>
                      </c:pt>
                      <c:pt idx="91">
                        <c:v>70.413755367999997</c:v>
                      </c:pt>
                      <c:pt idx="92">
                        <c:v>80.723564240000002</c:v>
                      </c:pt>
                      <c:pt idx="93">
                        <c:v>87.833691341999995</c:v>
                      </c:pt>
                      <c:pt idx="94">
                        <c:v>82.232936480999996</c:v>
                      </c:pt>
                      <c:pt idx="95">
                        <c:v>65.273148737</c:v>
                      </c:pt>
                      <c:pt idx="96">
                        <c:v>44.207584251999997</c:v>
                      </c:pt>
                      <c:pt idx="97">
                        <c:v>27.190336744</c:v>
                      </c:pt>
                      <c:pt idx="98">
                        <c:v>16.572476524999999</c:v>
                      </c:pt>
                      <c:pt idx="99">
                        <c:v>11.242066578999999</c:v>
                      </c:pt>
                      <c:pt idx="100">
                        <c:v>9.4115247019999995</c:v>
                      </c:pt>
                      <c:pt idx="101">
                        <c:v>12.821405582000001</c:v>
                      </c:pt>
                      <c:pt idx="102">
                        <c:v>23.371351092000001</c:v>
                      </c:pt>
                      <c:pt idx="103">
                        <c:v>33.641014521999999</c:v>
                      </c:pt>
                      <c:pt idx="104">
                        <c:v>40.694237456000003</c:v>
                      </c:pt>
                      <c:pt idx="105">
                        <c:v>43.713809032</c:v>
                      </c:pt>
                      <c:pt idx="106">
                        <c:v>47.432301404999997</c:v>
                      </c:pt>
                      <c:pt idx="107">
                        <c:v>53.289710495000001</c:v>
                      </c:pt>
                      <c:pt idx="108">
                        <c:v>56.320413099</c:v>
                      </c:pt>
                      <c:pt idx="109">
                        <c:v>63.179490168000001</c:v>
                      </c:pt>
                      <c:pt idx="110">
                        <c:v>63.488223605999998</c:v>
                      </c:pt>
                      <c:pt idx="111">
                        <c:v>59.966166993000002</c:v>
                      </c:pt>
                      <c:pt idx="112">
                        <c:v>58.346847584000002</c:v>
                      </c:pt>
                      <c:pt idx="113">
                        <c:v>60.184656650000001</c:v>
                      </c:pt>
                      <c:pt idx="114">
                        <c:v>60.22353159</c:v>
                      </c:pt>
                      <c:pt idx="115">
                        <c:v>69.813939726000001</c:v>
                      </c:pt>
                      <c:pt idx="116">
                        <c:v>80.495327774000003</c:v>
                      </c:pt>
                      <c:pt idx="117">
                        <c:v>88.533508384000001</c:v>
                      </c:pt>
                      <c:pt idx="118">
                        <c:v>82.962420069999993</c:v>
                      </c:pt>
                      <c:pt idx="119">
                        <c:v>66.104537351000005</c:v>
                      </c:pt>
                      <c:pt idx="120">
                        <c:v>44.873075892000003</c:v>
                      </c:pt>
                      <c:pt idx="121">
                        <c:v>27.57303812</c:v>
                      </c:pt>
                      <c:pt idx="122">
                        <c:v>16.621517268000002</c:v>
                      </c:pt>
                      <c:pt idx="123">
                        <c:v>11.281965469999999</c:v>
                      </c:pt>
                      <c:pt idx="124">
                        <c:v>9.3506036849999994</c:v>
                      </c:pt>
                      <c:pt idx="125">
                        <c:v>12.760232415999999</c:v>
                      </c:pt>
                      <c:pt idx="126">
                        <c:v>23.556166643000001</c:v>
                      </c:pt>
                      <c:pt idx="127">
                        <c:v>34.114734446</c:v>
                      </c:pt>
                      <c:pt idx="128">
                        <c:v>41.290777517999999</c:v>
                      </c:pt>
                      <c:pt idx="129">
                        <c:v>44.418639546999998</c:v>
                      </c:pt>
                      <c:pt idx="130">
                        <c:v>48.494789523999998</c:v>
                      </c:pt>
                      <c:pt idx="131">
                        <c:v>53.590850392</c:v>
                      </c:pt>
                      <c:pt idx="132">
                        <c:v>58.021036203999998</c:v>
                      </c:pt>
                      <c:pt idx="133">
                        <c:v>68.218780664999997</c:v>
                      </c:pt>
                      <c:pt idx="134">
                        <c:v>68.730732070000002</c:v>
                      </c:pt>
                      <c:pt idx="135">
                        <c:v>63.711948880999998</c:v>
                      </c:pt>
                      <c:pt idx="136">
                        <c:v>59.574636974000001</c:v>
                      </c:pt>
                      <c:pt idx="137">
                        <c:v>61.333775393000003</c:v>
                      </c:pt>
                      <c:pt idx="138">
                        <c:v>65.287078025</c:v>
                      </c:pt>
                      <c:pt idx="139">
                        <c:v>74.393602184000002</c:v>
                      </c:pt>
                      <c:pt idx="140">
                        <c:v>81.779861263000001</c:v>
                      </c:pt>
                      <c:pt idx="141">
                        <c:v>88.966158358000001</c:v>
                      </c:pt>
                      <c:pt idx="142">
                        <c:v>83.149008029000001</c:v>
                      </c:pt>
                      <c:pt idx="143">
                        <c:v>65.833350154000001</c:v>
                      </c:pt>
                      <c:pt idx="144">
                        <c:v>45.924961814</c:v>
                      </c:pt>
                      <c:pt idx="145">
                        <c:v>28.656742126000001</c:v>
                      </c:pt>
                      <c:pt idx="146">
                        <c:v>17.777443373000001</c:v>
                      </c:pt>
                      <c:pt idx="147">
                        <c:v>11.649677462</c:v>
                      </c:pt>
                      <c:pt idx="148">
                        <c:v>9.4913915339999999</c:v>
                      </c:pt>
                      <c:pt idx="149">
                        <c:v>13.105804461</c:v>
                      </c:pt>
                      <c:pt idx="150">
                        <c:v>24.388407367999999</c:v>
                      </c:pt>
                      <c:pt idx="151">
                        <c:v>34.760777384999997</c:v>
                      </c:pt>
                      <c:pt idx="152">
                        <c:v>42.072776740999998</c:v>
                      </c:pt>
                      <c:pt idx="153">
                        <c:v>45.041554845</c:v>
                      </c:pt>
                      <c:pt idx="154">
                        <c:v>48.397478290000002</c:v>
                      </c:pt>
                      <c:pt idx="155">
                        <c:v>53.613273972999998</c:v>
                      </c:pt>
                      <c:pt idx="156">
                        <c:v>56.543968110999998</c:v>
                      </c:pt>
                      <c:pt idx="157">
                        <c:v>63.092632768999998</c:v>
                      </c:pt>
                      <c:pt idx="158">
                        <c:v>64.391629588000001</c:v>
                      </c:pt>
                      <c:pt idx="159">
                        <c:v>60.295074559</c:v>
                      </c:pt>
                      <c:pt idx="160">
                        <c:v>59.495068693</c:v>
                      </c:pt>
                      <c:pt idx="161">
                        <c:v>61.504813714999997</c:v>
                      </c:pt>
                      <c:pt idx="162">
                        <c:v>61.457531164000002</c:v>
                      </c:pt>
                      <c:pt idx="163">
                        <c:v>70.676275451999999</c:v>
                      </c:pt>
                      <c:pt idx="164">
                        <c:v>80.608753027000006</c:v>
                      </c:pt>
                      <c:pt idx="165">
                        <c:v>87.425035737000002</c:v>
                      </c:pt>
                      <c:pt idx="166">
                        <c:v>82.816538816999994</c:v>
                      </c:pt>
                      <c:pt idx="167">
                        <c:v>65.830168458000003</c:v>
                      </c:pt>
                      <c:pt idx="168">
                        <c:v>45.186680437</c:v>
                      </c:pt>
                      <c:pt idx="169">
                        <c:v>27.755695317000001</c:v>
                      </c:pt>
                      <c:pt idx="170">
                        <c:v>16.935103607999999</c:v>
                      </c:pt>
                      <c:pt idx="171">
                        <c:v>11.492282144000001</c:v>
                      </c:pt>
                      <c:pt idx="172">
                        <c:v>9.5651195720000004</c:v>
                      </c:pt>
                      <c:pt idx="173">
                        <c:v>13.15231943</c:v>
                      </c:pt>
                      <c:pt idx="174">
                        <c:v>24.631885273000002</c:v>
                      </c:pt>
                      <c:pt idx="175">
                        <c:v>35.935021339999999</c:v>
                      </c:pt>
                      <c:pt idx="176">
                        <c:v>44.823407138</c:v>
                      </c:pt>
                      <c:pt idx="177">
                        <c:v>50.678988623000002</c:v>
                      </c:pt>
                      <c:pt idx="178">
                        <c:v>51.274164302000003</c:v>
                      </c:pt>
                      <c:pt idx="179">
                        <c:v>54.960015550999998</c:v>
                      </c:pt>
                      <c:pt idx="180">
                        <c:v>58.664489148999998</c:v>
                      </c:pt>
                      <c:pt idx="181">
                        <c:v>65.434298196</c:v>
                      </c:pt>
                      <c:pt idx="182">
                        <c:v>65.903418918</c:v>
                      </c:pt>
                      <c:pt idx="183">
                        <c:v>61.999650762999998</c:v>
                      </c:pt>
                      <c:pt idx="184">
                        <c:v>58.626652016000001</c:v>
                      </c:pt>
                      <c:pt idx="185">
                        <c:v>60.282403874000003</c:v>
                      </c:pt>
                      <c:pt idx="186">
                        <c:v>61.852694258</c:v>
                      </c:pt>
                      <c:pt idx="187">
                        <c:v>71.642152631000002</c:v>
                      </c:pt>
                      <c:pt idx="188">
                        <c:v>80.895417198000004</c:v>
                      </c:pt>
                      <c:pt idx="189">
                        <c:v>87.360227847999994</c:v>
                      </c:pt>
                      <c:pt idx="190">
                        <c:v>83.974901459999998</c:v>
                      </c:pt>
                      <c:pt idx="191">
                        <c:v>69.505522192000001</c:v>
                      </c:pt>
                      <c:pt idx="192">
                        <c:v>50.445295938999998</c:v>
                      </c:pt>
                      <c:pt idx="193">
                        <c:v>32.436112225999999</c:v>
                      </c:pt>
                      <c:pt idx="194">
                        <c:v>20.210916652000002</c:v>
                      </c:pt>
                      <c:pt idx="195">
                        <c:v>13.897170437</c:v>
                      </c:pt>
                      <c:pt idx="196">
                        <c:v>10.751502509</c:v>
                      </c:pt>
                      <c:pt idx="197">
                        <c:v>12.59331873</c:v>
                      </c:pt>
                      <c:pt idx="198">
                        <c:v>21.069804415</c:v>
                      </c:pt>
                      <c:pt idx="199">
                        <c:v>31.290775794000002</c:v>
                      </c:pt>
                      <c:pt idx="200">
                        <c:v>42.833637127999999</c:v>
                      </c:pt>
                      <c:pt idx="201">
                        <c:v>49.399098195999997</c:v>
                      </c:pt>
                      <c:pt idx="202">
                        <c:v>54.565292116999998</c:v>
                      </c:pt>
                      <c:pt idx="203">
                        <c:v>60.146389153999998</c:v>
                      </c:pt>
                      <c:pt idx="204">
                        <c:v>59.425285166000002</c:v>
                      </c:pt>
                      <c:pt idx="205">
                        <c:v>65.497511197999998</c:v>
                      </c:pt>
                      <c:pt idx="206">
                        <c:v>75.360096267000003</c:v>
                      </c:pt>
                      <c:pt idx="207">
                        <c:v>69.396905180000005</c:v>
                      </c:pt>
                      <c:pt idx="208">
                        <c:v>65.065639586000003</c:v>
                      </c:pt>
                      <c:pt idx="209">
                        <c:v>66.156557645000007</c:v>
                      </c:pt>
                      <c:pt idx="210">
                        <c:v>65.552811485999996</c:v>
                      </c:pt>
                      <c:pt idx="211">
                        <c:v>73.514976102000006</c:v>
                      </c:pt>
                      <c:pt idx="212">
                        <c:v>82.848893971999999</c:v>
                      </c:pt>
                      <c:pt idx="213">
                        <c:v>88.757830236000004</c:v>
                      </c:pt>
                      <c:pt idx="214">
                        <c:v>85.369229546</c:v>
                      </c:pt>
                      <c:pt idx="215">
                        <c:v>70.168747201000002</c:v>
                      </c:pt>
                      <c:pt idx="216">
                        <c:v>49.988693552000001</c:v>
                      </c:pt>
                      <c:pt idx="217">
                        <c:v>31.678886145</c:v>
                      </c:pt>
                      <c:pt idx="218">
                        <c:v>19.581068087999999</c:v>
                      </c:pt>
                      <c:pt idx="219">
                        <c:v>12.756287739999999</c:v>
                      </c:pt>
                      <c:pt idx="220">
                        <c:v>9.9562207709999999</c:v>
                      </c:pt>
                      <c:pt idx="221">
                        <c:v>12.43556901</c:v>
                      </c:pt>
                      <c:pt idx="222">
                        <c:v>21.688817799999999</c:v>
                      </c:pt>
                      <c:pt idx="223">
                        <c:v>32.129036523000003</c:v>
                      </c:pt>
                      <c:pt idx="224">
                        <c:v>42.016393831000002</c:v>
                      </c:pt>
                      <c:pt idx="225">
                        <c:v>46.680008993999998</c:v>
                      </c:pt>
                      <c:pt idx="226">
                        <c:v>49.867440918</c:v>
                      </c:pt>
                      <c:pt idx="227">
                        <c:v>54.765800468999998</c:v>
                      </c:pt>
                      <c:pt idx="228">
                        <c:v>56.550659222</c:v>
                      </c:pt>
                      <c:pt idx="229">
                        <c:v>65.629663008999998</c:v>
                      </c:pt>
                      <c:pt idx="230">
                        <c:v>67.614176215000001</c:v>
                      </c:pt>
                      <c:pt idx="231">
                        <c:v>62.931417144000001</c:v>
                      </c:pt>
                      <c:pt idx="232">
                        <c:v>59.660833457999999</c:v>
                      </c:pt>
                      <c:pt idx="233">
                        <c:v>61.493373022999997</c:v>
                      </c:pt>
                      <c:pt idx="234">
                        <c:v>62.603909201999997</c:v>
                      </c:pt>
                      <c:pt idx="235">
                        <c:v>70.589488758000002</c:v>
                      </c:pt>
                      <c:pt idx="236">
                        <c:v>81.091911745000004</c:v>
                      </c:pt>
                      <c:pt idx="237">
                        <c:v>87.387422108999999</c:v>
                      </c:pt>
                      <c:pt idx="238">
                        <c:v>80.793235385000003</c:v>
                      </c:pt>
                      <c:pt idx="239">
                        <c:v>63.393148019999998</c:v>
                      </c:pt>
                      <c:pt idx="240">
                        <c:v>43.086091244000002</c:v>
                      </c:pt>
                      <c:pt idx="241">
                        <c:v>26.402658299999999</c:v>
                      </c:pt>
                      <c:pt idx="242">
                        <c:v>16.244815729999999</c:v>
                      </c:pt>
                      <c:pt idx="243">
                        <c:v>11.184290013</c:v>
                      </c:pt>
                      <c:pt idx="244">
                        <c:v>9.3236476499999998</c:v>
                      </c:pt>
                      <c:pt idx="245">
                        <c:v>12.158859392</c:v>
                      </c:pt>
                      <c:pt idx="246">
                        <c:v>22.596257765000001</c:v>
                      </c:pt>
                      <c:pt idx="247">
                        <c:v>32.377409950999997</c:v>
                      </c:pt>
                      <c:pt idx="248">
                        <c:v>39.858803242999997</c:v>
                      </c:pt>
                      <c:pt idx="249">
                        <c:v>42.208417701000002</c:v>
                      </c:pt>
                      <c:pt idx="250">
                        <c:v>44.984509398999997</c:v>
                      </c:pt>
                      <c:pt idx="251">
                        <c:v>49.787967551000001</c:v>
                      </c:pt>
                      <c:pt idx="252">
                        <c:v>53.161978224000002</c:v>
                      </c:pt>
                      <c:pt idx="253">
                        <c:v>59.844706725000002</c:v>
                      </c:pt>
                      <c:pt idx="254">
                        <c:v>61.149668063</c:v>
                      </c:pt>
                      <c:pt idx="255">
                        <c:v>57.649253330000001</c:v>
                      </c:pt>
                      <c:pt idx="256">
                        <c:v>57.750488042999997</c:v>
                      </c:pt>
                      <c:pt idx="257">
                        <c:v>60.094707773000003</c:v>
                      </c:pt>
                      <c:pt idx="258">
                        <c:v>60.73584924</c:v>
                      </c:pt>
                      <c:pt idx="259">
                        <c:v>69.146521914000004</c:v>
                      </c:pt>
                      <c:pt idx="260">
                        <c:v>79.587772869999995</c:v>
                      </c:pt>
                      <c:pt idx="261">
                        <c:v>84.996813383000003</c:v>
                      </c:pt>
                      <c:pt idx="262">
                        <c:v>79.463821046999996</c:v>
                      </c:pt>
                      <c:pt idx="263">
                        <c:v>61.754117448000002</c:v>
                      </c:pt>
                      <c:pt idx="264">
                        <c:v>41.683394297</c:v>
                      </c:pt>
                      <c:pt idx="265">
                        <c:v>24.975028371000001</c:v>
                      </c:pt>
                      <c:pt idx="266">
                        <c:v>15.41513542</c:v>
                      </c:pt>
                      <c:pt idx="267">
                        <c:v>10.694172001</c:v>
                      </c:pt>
                      <c:pt idx="268">
                        <c:v>9.0126328069999992</c:v>
                      </c:pt>
                      <c:pt idx="269">
                        <c:v>12.063035548</c:v>
                      </c:pt>
                      <c:pt idx="270">
                        <c:v>22.964137665999999</c:v>
                      </c:pt>
                      <c:pt idx="271">
                        <c:v>33.145542847999998</c:v>
                      </c:pt>
                      <c:pt idx="272">
                        <c:v>39.968584853999999</c:v>
                      </c:pt>
                      <c:pt idx="273">
                        <c:v>42.794841431000002</c:v>
                      </c:pt>
                      <c:pt idx="274">
                        <c:v>45.969437421000002</c:v>
                      </c:pt>
                      <c:pt idx="275">
                        <c:v>51.555598809000003</c:v>
                      </c:pt>
                      <c:pt idx="276">
                        <c:v>54.154266708000002</c:v>
                      </c:pt>
                      <c:pt idx="277">
                        <c:v>60.840228842000002</c:v>
                      </c:pt>
                      <c:pt idx="278">
                        <c:v>61.292784801000003</c:v>
                      </c:pt>
                      <c:pt idx="279">
                        <c:v>57.977078210999998</c:v>
                      </c:pt>
                      <c:pt idx="280">
                        <c:v>57.678281339999998</c:v>
                      </c:pt>
                      <c:pt idx="281">
                        <c:v>59.740897908000001</c:v>
                      </c:pt>
                      <c:pt idx="282">
                        <c:v>60.986456838999999</c:v>
                      </c:pt>
                      <c:pt idx="283">
                        <c:v>70.068130495000005</c:v>
                      </c:pt>
                      <c:pt idx="284">
                        <c:v>80.525645830000002</c:v>
                      </c:pt>
                      <c:pt idx="285">
                        <c:v>86.284655873999995</c:v>
                      </c:pt>
                      <c:pt idx="286">
                        <c:v>79.874569952000002</c:v>
                      </c:pt>
                      <c:pt idx="287">
                        <c:v>61.699823975000001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B4D5-4FAE-AE9D-D02EB97D558B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12-10-2026'!$H$1</c15:sqref>
                        </c15:formulaRef>
                      </c:ext>
                    </c:extLst>
                    <c:strCache>
                      <c:ptCount val="1"/>
                      <c:pt idx="0">
                        <c:v>ANB-DGW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12-10-2026'!$H$2:$H$289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90.231023515000004</c:v>
                      </c:pt>
                      <c:pt idx="1">
                        <c:v>57.593578663999999</c:v>
                      </c:pt>
                      <c:pt idx="2">
                        <c:v>35.160400335000006</c:v>
                      </c:pt>
                      <c:pt idx="3">
                        <c:v>23.22746901</c:v>
                      </c:pt>
                      <c:pt idx="4">
                        <c:v>18.877729713000001</c:v>
                      </c:pt>
                      <c:pt idx="5">
                        <c:v>25.364866827999997</c:v>
                      </c:pt>
                      <c:pt idx="6">
                        <c:v>44.544000797999999</c:v>
                      </c:pt>
                      <c:pt idx="7">
                        <c:v>64.889229517000004</c:v>
                      </c:pt>
                      <c:pt idx="8">
                        <c:v>78.367939471999989</c:v>
                      </c:pt>
                      <c:pt idx="9">
                        <c:v>84.289290187999995</c:v>
                      </c:pt>
                      <c:pt idx="10">
                        <c:v>91.777068330000006</c:v>
                      </c:pt>
                      <c:pt idx="11">
                        <c:v>102.262667998</c:v>
                      </c:pt>
                      <c:pt idx="12">
                        <c:v>109.51603559500001</c:v>
                      </c:pt>
                      <c:pt idx="13">
                        <c:v>123.568937166</c:v>
                      </c:pt>
                      <c:pt idx="14">
                        <c:v>125.78603016</c:v>
                      </c:pt>
                      <c:pt idx="15">
                        <c:v>119.944925574</c:v>
                      </c:pt>
                      <c:pt idx="16">
                        <c:v>110.79574732500001</c:v>
                      </c:pt>
                      <c:pt idx="17">
                        <c:v>114.73444766099999</c:v>
                      </c:pt>
                      <c:pt idx="18">
                        <c:v>115.64549514999999</c:v>
                      </c:pt>
                      <c:pt idx="19">
                        <c:v>134.78954435899999</c:v>
                      </c:pt>
                      <c:pt idx="20">
                        <c:v>150.84446549699999</c:v>
                      </c:pt>
                      <c:pt idx="21">
                        <c:v>165.487756147</c:v>
                      </c:pt>
                      <c:pt idx="22">
                        <c:v>161.143234514</c:v>
                      </c:pt>
                      <c:pt idx="23">
                        <c:v>136.61687214900002</c:v>
                      </c:pt>
                      <c:pt idx="24">
                        <c:v>100.645630458</c:v>
                      </c:pt>
                      <c:pt idx="25">
                        <c:v>66.484691867000009</c:v>
                      </c:pt>
                      <c:pt idx="26">
                        <c:v>40.972336560000002</c:v>
                      </c:pt>
                      <c:pt idx="27">
                        <c:v>26.597621345</c:v>
                      </c:pt>
                      <c:pt idx="28">
                        <c:v>20.056815722</c:v>
                      </c:pt>
                      <c:pt idx="29">
                        <c:v>24.482188491999999</c:v>
                      </c:pt>
                      <c:pt idx="30">
                        <c:v>38.923278382999996</c:v>
                      </c:pt>
                      <c:pt idx="31">
                        <c:v>58.099700231</c:v>
                      </c:pt>
                      <c:pt idx="32">
                        <c:v>79.007380450999989</c:v>
                      </c:pt>
                      <c:pt idx="33">
                        <c:v>92.213357895000001</c:v>
                      </c:pt>
                      <c:pt idx="34">
                        <c:v>102.83775610800001</c:v>
                      </c:pt>
                      <c:pt idx="35">
                        <c:v>114.655830283</c:v>
                      </c:pt>
                      <c:pt idx="36">
                        <c:v>115.182450226</c:v>
                      </c:pt>
                      <c:pt idx="37">
                        <c:v>126.196266967</c:v>
                      </c:pt>
                      <c:pt idx="38">
                        <c:v>144.88408942000001</c:v>
                      </c:pt>
                      <c:pt idx="39">
                        <c:v>133.68625767500001</c:v>
                      </c:pt>
                      <c:pt idx="40">
                        <c:v>119.56601803699999</c:v>
                      </c:pt>
                      <c:pt idx="41">
                        <c:v>120.863963535</c:v>
                      </c:pt>
                      <c:pt idx="42">
                        <c:v>118.6962082</c:v>
                      </c:pt>
                      <c:pt idx="43">
                        <c:v>136.70585679800001</c:v>
                      </c:pt>
                      <c:pt idx="44">
                        <c:v>154.62782814399998</c:v>
                      </c:pt>
                      <c:pt idx="45">
                        <c:v>171.14409347899999</c:v>
                      </c:pt>
                      <c:pt idx="46">
                        <c:v>166.22698759100001</c:v>
                      </c:pt>
                      <c:pt idx="47">
                        <c:v>141.30850387000001</c:v>
                      </c:pt>
                      <c:pt idx="48">
                        <c:v>104.497596168</c:v>
                      </c:pt>
                      <c:pt idx="49">
                        <c:v>68.643697716999995</c:v>
                      </c:pt>
                      <c:pt idx="50">
                        <c:v>41.292036519</c:v>
                      </c:pt>
                      <c:pt idx="51">
                        <c:v>26.296578928000002</c:v>
                      </c:pt>
                      <c:pt idx="52">
                        <c:v>19.841832142000001</c:v>
                      </c:pt>
                      <c:pt idx="53">
                        <c:v>24.744111098000001</c:v>
                      </c:pt>
                      <c:pt idx="54">
                        <c:v>40.843550694000001</c:v>
                      </c:pt>
                      <c:pt idx="55">
                        <c:v>61.025585554999992</c:v>
                      </c:pt>
                      <c:pt idx="56">
                        <c:v>79.920289412000002</c:v>
                      </c:pt>
                      <c:pt idx="57">
                        <c:v>90.472464293999991</c:v>
                      </c:pt>
                      <c:pt idx="58">
                        <c:v>97.794888380000003</c:v>
                      </c:pt>
                      <c:pt idx="59">
                        <c:v>108.080278076</c:v>
                      </c:pt>
                      <c:pt idx="60">
                        <c:v>112.85702682100001</c:v>
                      </c:pt>
                      <c:pt idx="61">
                        <c:v>130.18419555700001</c:v>
                      </c:pt>
                      <c:pt idx="62">
                        <c:v>133.36482815900001</c:v>
                      </c:pt>
                      <c:pt idx="63">
                        <c:v>124.67686399900001</c:v>
                      </c:pt>
                      <c:pt idx="64">
                        <c:v>114.365652548</c:v>
                      </c:pt>
                      <c:pt idx="65">
                        <c:v>117.85611062999999</c:v>
                      </c:pt>
                      <c:pt idx="66">
                        <c:v>116.58789991399999</c:v>
                      </c:pt>
                      <c:pt idx="67">
                        <c:v>133.03054594099999</c:v>
                      </c:pt>
                      <c:pt idx="68">
                        <c:v>150.74055155100001</c:v>
                      </c:pt>
                      <c:pt idx="69">
                        <c:v>165.41052727900001</c:v>
                      </c:pt>
                      <c:pt idx="70">
                        <c:v>157.68253085999999</c:v>
                      </c:pt>
                      <c:pt idx="71">
                        <c:v>128.13556153299999</c:v>
                      </c:pt>
                      <c:pt idx="72">
                        <c:v>89.268646243999996</c:v>
                      </c:pt>
                      <c:pt idx="73">
                        <c:v>55.395754460999996</c:v>
                      </c:pt>
                      <c:pt idx="74">
                        <c:v>33.696951298999998</c:v>
                      </c:pt>
                      <c:pt idx="75">
                        <c:v>22.448157852999998</c:v>
                      </c:pt>
                      <c:pt idx="76">
                        <c:v>18.330101051</c:v>
                      </c:pt>
                      <c:pt idx="77">
                        <c:v>24.240341917000002</c:v>
                      </c:pt>
                      <c:pt idx="78">
                        <c:v>42.951397178000001</c:v>
                      </c:pt>
                      <c:pt idx="79">
                        <c:v>61.333657262000003</c:v>
                      </c:pt>
                      <c:pt idx="80">
                        <c:v>75.401855963000003</c:v>
                      </c:pt>
                      <c:pt idx="81">
                        <c:v>81.544345440000001</c:v>
                      </c:pt>
                      <c:pt idx="82">
                        <c:v>88.334087635000003</c:v>
                      </c:pt>
                      <c:pt idx="83">
                        <c:v>98.700905781000003</c:v>
                      </c:pt>
                      <c:pt idx="84">
                        <c:v>104.38160721200001</c:v>
                      </c:pt>
                      <c:pt idx="85">
                        <c:v>117.03697043400001</c:v>
                      </c:pt>
                      <c:pt idx="86">
                        <c:v>119.92795061</c:v>
                      </c:pt>
                      <c:pt idx="87">
                        <c:v>112.920851129</c:v>
                      </c:pt>
                      <c:pt idx="88">
                        <c:v>109.628699928</c:v>
                      </c:pt>
                      <c:pt idx="89">
                        <c:v>115.25854099599999</c:v>
                      </c:pt>
                      <c:pt idx="90">
                        <c:v>114.97989344600001</c:v>
                      </c:pt>
                      <c:pt idx="91">
                        <c:v>132.085673689</c:v>
                      </c:pt>
                      <c:pt idx="92">
                        <c:v>151.04700009700002</c:v>
                      </c:pt>
                      <c:pt idx="93">
                        <c:v>164.592145644</c:v>
                      </c:pt>
                      <c:pt idx="94">
                        <c:v>154.599027933</c:v>
                      </c:pt>
                      <c:pt idx="95">
                        <c:v>123.07834201200001</c:v>
                      </c:pt>
                      <c:pt idx="96">
                        <c:v>83.698287597999993</c:v>
                      </c:pt>
                      <c:pt idx="97">
                        <c:v>51.762416727000002</c:v>
                      </c:pt>
                      <c:pt idx="98">
                        <c:v>31.838095512999999</c:v>
                      </c:pt>
                      <c:pt idx="99">
                        <c:v>21.608581051000002</c:v>
                      </c:pt>
                      <c:pt idx="100">
                        <c:v>17.923252814000001</c:v>
                      </c:pt>
                      <c:pt idx="101">
                        <c:v>24.285161260000002</c:v>
                      </c:pt>
                      <c:pt idx="102">
                        <c:v>44.001202996000004</c:v>
                      </c:pt>
                      <c:pt idx="103">
                        <c:v>63.262632558999996</c:v>
                      </c:pt>
                      <c:pt idx="104">
                        <c:v>76.074127994000008</c:v>
                      </c:pt>
                      <c:pt idx="105">
                        <c:v>81.903250677000003</c:v>
                      </c:pt>
                      <c:pt idx="106">
                        <c:v>88.585462078999996</c:v>
                      </c:pt>
                      <c:pt idx="107">
                        <c:v>99.627790763000007</c:v>
                      </c:pt>
                      <c:pt idx="108">
                        <c:v>105.62494225</c:v>
                      </c:pt>
                      <c:pt idx="109">
                        <c:v>118.13387672100001</c:v>
                      </c:pt>
                      <c:pt idx="110">
                        <c:v>119.00003507299999</c:v>
                      </c:pt>
                      <c:pt idx="111">
                        <c:v>112.447245053</c:v>
                      </c:pt>
                      <c:pt idx="112">
                        <c:v>109.213721746</c:v>
                      </c:pt>
                      <c:pt idx="113">
                        <c:v>112.805461063</c:v>
                      </c:pt>
                      <c:pt idx="114">
                        <c:v>113.14017844700001</c:v>
                      </c:pt>
                      <c:pt idx="115">
                        <c:v>131.11460091000001</c:v>
                      </c:pt>
                      <c:pt idx="116">
                        <c:v>150.6532971</c:v>
                      </c:pt>
                      <c:pt idx="117">
                        <c:v>165.671275944</c:v>
                      </c:pt>
                      <c:pt idx="118">
                        <c:v>155.76921511899999</c:v>
                      </c:pt>
                      <c:pt idx="119">
                        <c:v>124.75599053000001</c:v>
                      </c:pt>
                      <c:pt idx="120">
                        <c:v>85.139240208000004</c:v>
                      </c:pt>
                      <c:pt idx="121">
                        <c:v>52.591280091000002</c:v>
                      </c:pt>
                      <c:pt idx="122">
                        <c:v>31.720813112000002</c:v>
                      </c:pt>
                      <c:pt idx="123">
                        <c:v>21.512448608</c:v>
                      </c:pt>
                      <c:pt idx="124">
                        <c:v>17.703830713999999</c:v>
                      </c:pt>
                      <c:pt idx="125">
                        <c:v>23.980775156</c:v>
                      </c:pt>
                      <c:pt idx="126">
                        <c:v>44.094278219000003</c:v>
                      </c:pt>
                      <c:pt idx="127">
                        <c:v>63.897971783999999</c:v>
                      </c:pt>
                      <c:pt idx="128">
                        <c:v>77.064975191000002</c:v>
                      </c:pt>
                      <c:pt idx="129">
                        <c:v>83.026600436999999</c:v>
                      </c:pt>
                      <c:pt idx="130">
                        <c:v>90.709890689999995</c:v>
                      </c:pt>
                      <c:pt idx="131">
                        <c:v>100.288315313</c:v>
                      </c:pt>
                      <c:pt idx="132">
                        <c:v>108.82332744499999</c:v>
                      </c:pt>
                      <c:pt idx="133">
                        <c:v>127.863741569</c:v>
                      </c:pt>
                      <c:pt idx="134">
                        <c:v>129.00929240100001</c:v>
                      </c:pt>
                      <c:pt idx="135">
                        <c:v>119.86846267600001</c:v>
                      </c:pt>
                      <c:pt idx="136">
                        <c:v>111.61588069999999</c:v>
                      </c:pt>
                      <c:pt idx="137">
                        <c:v>114.724719812</c:v>
                      </c:pt>
                      <c:pt idx="138">
                        <c:v>122.35223403099999</c:v>
                      </c:pt>
                      <c:pt idx="139">
                        <c:v>139.18491604100001</c:v>
                      </c:pt>
                      <c:pt idx="140">
                        <c:v>153.16261926999999</c:v>
                      </c:pt>
                      <c:pt idx="141">
                        <c:v>166.76192323200002</c:v>
                      </c:pt>
                      <c:pt idx="142">
                        <c:v>156.38379819900001</c:v>
                      </c:pt>
                      <c:pt idx="143">
                        <c:v>124.12766780999999</c:v>
                      </c:pt>
                      <c:pt idx="144">
                        <c:v>86.826795099999998</c:v>
                      </c:pt>
                      <c:pt idx="145">
                        <c:v>54.162436381000006</c:v>
                      </c:pt>
                      <c:pt idx="146">
                        <c:v>33.704711097000001</c:v>
                      </c:pt>
                      <c:pt idx="147">
                        <c:v>22.007555849999999</c:v>
                      </c:pt>
                      <c:pt idx="148">
                        <c:v>17.861682332999997</c:v>
                      </c:pt>
                      <c:pt idx="149">
                        <c:v>24.547983191</c:v>
                      </c:pt>
                      <c:pt idx="150">
                        <c:v>45.560427677999996</c:v>
                      </c:pt>
                      <c:pt idx="151">
                        <c:v>65.041110167999989</c:v>
                      </c:pt>
                      <c:pt idx="152">
                        <c:v>78.781219907000008</c:v>
                      </c:pt>
                      <c:pt idx="153">
                        <c:v>84.228306922999991</c:v>
                      </c:pt>
                      <c:pt idx="154">
                        <c:v>90.561917716000011</c:v>
                      </c:pt>
                      <c:pt idx="155">
                        <c:v>100.62783245099999</c:v>
                      </c:pt>
                      <c:pt idx="156">
                        <c:v>106.258685176</c:v>
                      </c:pt>
                      <c:pt idx="157">
                        <c:v>118.643468958</c:v>
                      </c:pt>
                      <c:pt idx="158">
                        <c:v>120.682261442</c:v>
                      </c:pt>
                      <c:pt idx="159">
                        <c:v>113.59402313999999</c:v>
                      </c:pt>
                      <c:pt idx="160">
                        <c:v>111.67717273400001</c:v>
                      </c:pt>
                      <c:pt idx="161">
                        <c:v>115.539508465</c:v>
                      </c:pt>
                      <c:pt idx="162">
                        <c:v>115.585284183</c:v>
                      </c:pt>
                      <c:pt idx="163">
                        <c:v>132.83446459199999</c:v>
                      </c:pt>
                      <c:pt idx="164">
                        <c:v>151.07496267499999</c:v>
                      </c:pt>
                      <c:pt idx="165">
                        <c:v>164.152793484</c:v>
                      </c:pt>
                      <c:pt idx="166">
                        <c:v>155.96351376600001</c:v>
                      </c:pt>
                      <c:pt idx="167">
                        <c:v>124.486790649</c:v>
                      </c:pt>
                      <c:pt idx="168">
                        <c:v>85.681715623999992</c:v>
                      </c:pt>
                      <c:pt idx="169">
                        <c:v>52.975695591000004</c:v>
                      </c:pt>
                      <c:pt idx="170">
                        <c:v>32.467965022000001</c:v>
                      </c:pt>
                      <c:pt idx="171">
                        <c:v>22.052569611999999</c:v>
                      </c:pt>
                      <c:pt idx="172">
                        <c:v>18.349286941000003</c:v>
                      </c:pt>
                      <c:pt idx="173">
                        <c:v>25.085564994999999</c:v>
                      </c:pt>
                      <c:pt idx="174">
                        <c:v>46.737117644999998</c:v>
                      </c:pt>
                      <c:pt idx="175">
                        <c:v>68.068783461999999</c:v>
                      </c:pt>
                      <c:pt idx="176">
                        <c:v>84.987864381000009</c:v>
                      </c:pt>
                      <c:pt idx="177">
                        <c:v>95.872295801000007</c:v>
                      </c:pt>
                      <c:pt idx="178">
                        <c:v>97.434019309999996</c:v>
                      </c:pt>
                      <c:pt idx="179">
                        <c:v>105.148008257</c:v>
                      </c:pt>
                      <c:pt idx="180">
                        <c:v>112.77463472599999</c:v>
                      </c:pt>
                      <c:pt idx="181">
                        <c:v>125.67699887399999</c:v>
                      </c:pt>
                      <c:pt idx="182">
                        <c:v>126.48720962600001</c:v>
                      </c:pt>
                      <c:pt idx="183">
                        <c:v>119.170268724</c:v>
                      </c:pt>
                      <c:pt idx="184">
                        <c:v>112.90507916</c:v>
                      </c:pt>
                      <c:pt idx="185">
                        <c:v>115.919743396</c:v>
                      </c:pt>
                      <c:pt idx="186">
                        <c:v>119.02465570199999</c:v>
                      </c:pt>
                      <c:pt idx="187">
                        <c:v>138.00446410500001</c:v>
                      </c:pt>
                      <c:pt idx="188">
                        <c:v>155.885027775</c:v>
                      </c:pt>
                      <c:pt idx="189">
                        <c:v>168.250207566</c:v>
                      </c:pt>
                      <c:pt idx="190">
                        <c:v>162.04001099300001</c:v>
                      </c:pt>
                      <c:pt idx="191">
                        <c:v>134.36857429700001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B4D5-4FAE-AE9D-D02EB97D558B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12-10-2026'!$I$1</c15:sqref>
                        </c15:formulaRef>
                      </c:ext>
                    </c:extLst>
                    <c:strCache>
                      <c:ptCount val="1"/>
                      <c:pt idx="0">
                        <c:v>BMR-DGW1 SGi 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12-10-2026'!$I$2:$I$289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20.503738777999999</c:v>
                      </c:pt>
                      <c:pt idx="1">
                        <c:v>12.479797476</c:v>
                      </c:pt>
                      <c:pt idx="2">
                        <c:v>6.9911246069999997</c:v>
                      </c:pt>
                      <c:pt idx="3">
                        <c:v>4.3475962800000003</c:v>
                      </c:pt>
                      <c:pt idx="4">
                        <c:v>3.2577272000000002</c:v>
                      </c:pt>
                      <c:pt idx="5">
                        <c:v>3.8927321209999999</c:v>
                      </c:pt>
                      <c:pt idx="6">
                        <c:v>7.9369419069999996</c:v>
                      </c:pt>
                      <c:pt idx="7">
                        <c:v>12.267516672999999</c:v>
                      </c:pt>
                      <c:pt idx="8">
                        <c:v>14.924779098</c:v>
                      </c:pt>
                      <c:pt idx="9">
                        <c:v>16.541799906000001</c:v>
                      </c:pt>
                      <c:pt idx="10">
                        <c:v>18.517862257000001</c:v>
                      </c:pt>
                      <c:pt idx="11">
                        <c:v>20.982998929000001</c:v>
                      </c:pt>
                      <c:pt idx="12">
                        <c:v>23.101838512</c:v>
                      </c:pt>
                      <c:pt idx="13">
                        <c:v>26.494430547</c:v>
                      </c:pt>
                      <c:pt idx="14">
                        <c:v>27.310882470999999</c:v>
                      </c:pt>
                      <c:pt idx="15">
                        <c:v>26.366519037</c:v>
                      </c:pt>
                      <c:pt idx="16">
                        <c:v>22.97038641</c:v>
                      </c:pt>
                      <c:pt idx="17">
                        <c:v>23.505286749</c:v>
                      </c:pt>
                      <c:pt idx="18">
                        <c:v>23.382033937999999</c:v>
                      </c:pt>
                      <c:pt idx="19">
                        <c:v>27.745214467</c:v>
                      </c:pt>
                      <c:pt idx="20">
                        <c:v>31.010420831000001</c:v>
                      </c:pt>
                      <c:pt idx="21">
                        <c:v>35.943908409999999</c:v>
                      </c:pt>
                      <c:pt idx="22">
                        <c:v>35.563306046999998</c:v>
                      </c:pt>
                      <c:pt idx="23">
                        <c:v>30.484310853</c:v>
                      </c:pt>
                      <c:pt idx="24">
                        <c:v>22.436407778</c:v>
                      </c:pt>
                      <c:pt idx="25">
                        <c:v>14.288766369999999</c:v>
                      </c:pt>
                      <c:pt idx="26">
                        <c:v>8.4278774030000001</c:v>
                      </c:pt>
                      <c:pt idx="27">
                        <c:v>5.0871982219999996</c:v>
                      </c:pt>
                      <c:pt idx="28">
                        <c:v>3.5257184289999999</c:v>
                      </c:pt>
                      <c:pt idx="29">
                        <c:v>3.793182141</c:v>
                      </c:pt>
                      <c:pt idx="30">
                        <c:v>6.930885451</c:v>
                      </c:pt>
                      <c:pt idx="31">
                        <c:v>10.579326102</c:v>
                      </c:pt>
                      <c:pt idx="32">
                        <c:v>15.034635265</c:v>
                      </c:pt>
                      <c:pt idx="33">
                        <c:v>18.496935178000001</c:v>
                      </c:pt>
                      <c:pt idx="34">
                        <c:v>21.272313683</c:v>
                      </c:pt>
                      <c:pt idx="35">
                        <c:v>24.536567261999998</c:v>
                      </c:pt>
                      <c:pt idx="36">
                        <c:v>25.056133167999999</c:v>
                      </c:pt>
                      <c:pt idx="37">
                        <c:v>26.999611357999999</c:v>
                      </c:pt>
                      <c:pt idx="38">
                        <c:v>31.595986500999999</c:v>
                      </c:pt>
                      <c:pt idx="39">
                        <c:v>29.469453266999999</c:v>
                      </c:pt>
                      <c:pt idx="40">
                        <c:v>24.203546337999999</c:v>
                      </c:pt>
                      <c:pt idx="41">
                        <c:v>24.57201586</c:v>
                      </c:pt>
                      <c:pt idx="42">
                        <c:v>24.521048624999999</c:v>
                      </c:pt>
                      <c:pt idx="43">
                        <c:v>29.116840327999999</c:v>
                      </c:pt>
                      <c:pt idx="44">
                        <c:v>32.407007403000001</c:v>
                      </c:pt>
                      <c:pt idx="45">
                        <c:v>37.691726228999997</c:v>
                      </c:pt>
                      <c:pt idx="46">
                        <c:v>36.784256091000003</c:v>
                      </c:pt>
                      <c:pt idx="47">
                        <c:v>31.747970612</c:v>
                      </c:pt>
                      <c:pt idx="48">
                        <c:v>23.118827265</c:v>
                      </c:pt>
                      <c:pt idx="49">
                        <c:v>14.684160897</c:v>
                      </c:pt>
                      <c:pt idx="50">
                        <c:v>8.4290903000000004</c:v>
                      </c:pt>
                      <c:pt idx="51">
                        <c:v>5.0535621080000004</c:v>
                      </c:pt>
                      <c:pt idx="52">
                        <c:v>3.6226410969999998</c:v>
                      </c:pt>
                      <c:pt idx="53">
                        <c:v>3.993191328</c:v>
                      </c:pt>
                      <c:pt idx="54">
                        <c:v>7.3027386429999996</c:v>
                      </c:pt>
                      <c:pt idx="55">
                        <c:v>11.067845953000001</c:v>
                      </c:pt>
                      <c:pt idx="56">
                        <c:v>15.191328760999999</c:v>
                      </c:pt>
                      <c:pt idx="57">
                        <c:v>17.799614486999999</c:v>
                      </c:pt>
                      <c:pt idx="58">
                        <c:v>19.811124283000002</c:v>
                      </c:pt>
                      <c:pt idx="59">
                        <c:v>22.071682455000001</c:v>
                      </c:pt>
                      <c:pt idx="60">
                        <c:v>23.422888438000001</c:v>
                      </c:pt>
                      <c:pt idx="61">
                        <c:v>27.153518243000001</c:v>
                      </c:pt>
                      <c:pt idx="62">
                        <c:v>28.616359823</c:v>
                      </c:pt>
                      <c:pt idx="63">
                        <c:v>27.383921390000001</c:v>
                      </c:pt>
                      <c:pt idx="64">
                        <c:v>23.225945617000001</c:v>
                      </c:pt>
                      <c:pt idx="65">
                        <c:v>23.808665490999999</c:v>
                      </c:pt>
                      <c:pt idx="66">
                        <c:v>23.889477668000001</c:v>
                      </c:pt>
                      <c:pt idx="67">
                        <c:v>28.234251115999999</c:v>
                      </c:pt>
                      <c:pt idx="68">
                        <c:v>31.453935478999998</c:v>
                      </c:pt>
                      <c:pt idx="69">
                        <c:v>36.324943073</c:v>
                      </c:pt>
                      <c:pt idx="70">
                        <c:v>35.284452459999997</c:v>
                      </c:pt>
                      <c:pt idx="71">
                        <c:v>29.118554178</c:v>
                      </c:pt>
                      <c:pt idx="72">
                        <c:v>19.995381846000001</c:v>
                      </c:pt>
                      <c:pt idx="73">
                        <c:v>11.968878201000001</c:v>
                      </c:pt>
                      <c:pt idx="74">
                        <c:v>6.7401356669999997</c:v>
                      </c:pt>
                      <c:pt idx="75">
                        <c:v>4.1727615289999997</c:v>
                      </c:pt>
                      <c:pt idx="76">
                        <c:v>3.1942599550000002</c:v>
                      </c:pt>
                      <c:pt idx="77">
                        <c:v>3.7103736779999998</c:v>
                      </c:pt>
                      <c:pt idx="78">
                        <c:v>7.6937006649999997</c:v>
                      </c:pt>
                      <c:pt idx="79">
                        <c:v>11.630570365000001</c:v>
                      </c:pt>
                      <c:pt idx="80">
                        <c:v>14.52674279</c:v>
                      </c:pt>
                      <c:pt idx="81">
                        <c:v>16.073180273999998</c:v>
                      </c:pt>
                      <c:pt idx="82">
                        <c:v>17.825434688000001</c:v>
                      </c:pt>
                      <c:pt idx="83">
                        <c:v>20.587285349999998</c:v>
                      </c:pt>
                      <c:pt idx="84">
                        <c:v>21.891266262999999</c:v>
                      </c:pt>
                      <c:pt idx="85">
                        <c:v>24.796959212000001</c:v>
                      </c:pt>
                      <c:pt idx="86">
                        <c:v>25.187454585000001</c:v>
                      </c:pt>
                      <c:pt idx="87">
                        <c:v>24.502350852999999</c:v>
                      </c:pt>
                      <c:pt idx="88">
                        <c:v>22.265728292999999</c:v>
                      </c:pt>
                      <c:pt idx="89">
                        <c:v>23.625786595000001</c:v>
                      </c:pt>
                      <c:pt idx="90">
                        <c:v>23.562140806999999</c:v>
                      </c:pt>
                      <c:pt idx="91">
                        <c:v>28.151051109000001</c:v>
                      </c:pt>
                      <c:pt idx="92">
                        <c:v>31.519462783000002</c:v>
                      </c:pt>
                      <c:pt idx="93">
                        <c:v>36.094267649999999</c:v>
                      </c:pt>
                      <c:pt idx="94">
                        <c:v>34.604852745999999</c:v>
                      </c:pt>
                      <c:pt idx="95">
                        <c:v>28.042251792999998</c:v>
                      </c:pt>
                      <c:pt idx="96">
                        <c:v>18.905430170999999</c:v>
                      </c:pt>
                      <c:pt idx="97">
                        <c:v>11.082682116000001</c:v>
                      </c:pt>
                      <c:pt idx="98">
                        <c:v>6.3242040209999999</c:v>
                      </c:pt>
                      <c:pt idx="99">
                        <c:v>3.9838188589999999</c:v>
                      </c:pt>
                      <c:pt idx="100">
                        <c:v>3.1000860129999999</c:v>
                      </c:pt>
                      <c:pt idx="101">
                        <c:v>3.693235075</c:v>
                      </c:pt>
                      <c:pt idx="102">
                        <c:v>7.806561694</c:v>
                      </c:pt>
                      <c:pt idx="103">
                        <c:v>12.23696539</c:v>
                      </c:pt>
                      <c:pt idx="104">
                        <c:v>14.684208915999999</c:v>
                      </c:pt>
                      <c:pt idx="105">
                        <c:v>16.077688554000002</c:v>
                      </c:pt>
                      <c:pt idx="106">
                        <c:v>17.750741566999999</c:v>
                      </c:pt>
                      <c:pt idx="107">
                        <c:v>20.388466133000001</c:v>
                      </c:pt>
                      <c:pt idx="108">
                        <c:v>21.921248389999999</c:v>
                      </c:pt>
                      <c:pt idx="109">
                        <c:v>25.009257852000001</c:v>
                      </c:pt>
                      <c:pt idx="110">
                        <c:v>25.494510900000002</c:v>
                      </c:pt>
                      <c:pt idx="111">
                        <c:v>24.800547748</c:v>
                      </c:pt>
                      <c:pt idx="112">
                        <c:v>22.274228950000001</c:v>
                      </c:pt>
                      <c:pt idx="113">
                        <c:v>23.47132663</c:v>
                      </c:pt>
                      <c:pt idx="114">
                        <c:v>23.446627796000001</c:v>
                      </c:pt>
                      <c:pt idx="115">
                        <c:v>27.982620021999999</c:v>
                      </c:pt>
                      <c:pt idx="116">
                        <c:v>31.499827566</c:v>
                      </c:pt>
                      <c:pt idx="117">
                        <c:v>36.569523965000002</c:v>
                      </c:pt>
                      <c:pt idx="118">
                        <c:v>34.885123749000002</c:v>
                      </c:pt>
                      <c:pt idx="119">
                        <c:v>28.36644476</c:v>
                      </c:pt>
                      <c:pt idx="120">
                        <c:v>19.119880591000001</c:v>
                      </c:pt>
                      <c:pt idx="121">
                        <c:v>11.270251665</c:v>
                      </c:pt>
                      <c:pt idx="122">
                        <c:v>6.3392835319999996</c:v>
                      </c:pt>
                      <c:pt idx="123">
                        <c:v>4.0220061950000003</c:v>
                      </c:pt>
                      <c:pt idx="124">
                        <c:v>3.1160373080000001</c:v>
                      </c:pt>
                      <c:pt idx="125">
                        <c:v>3.6598260200000001</c:v>
                      </c:pt>
                      <c:pt idx="126">
                        <c:v>7.9517287980000004</c:v>
                      </c:pt>
                      <c:pt idx="127">
                        <c:v>12.192166158999999</c:v>
                      </c:pt>
                      <c:pt idx="128">
                        <c:v>14.529297186999999</c:v>
                      </c:pt>
                      <c:pt idx="129">
                        <c:v>16.146638165999999</c:v>
                      </c:pt>
                      <c:pt idx="130">
                        <c:v>18.146255767</c:v>
                      </c:pt>
                      <c:pt idx="131">
                        <c:v>20.691160755999999</c:v>
                      </c:pt>
                      <c:pt idx="132">
                        <c:v>22.823809994000001</c:v>
                      </c:pt>
                      <c:pt idx="133">
                        <c:v>27.094559032999999</c:v>
                      </c:pt>
                      <c:pt idx="134">
                        <c:v>27.557258206</c:v>
                      </c:pt>
                      <c:pt idx="135">
                        <c:v>25.914704440000001</c:v>
                      </c:pt>
                      <c:pt idx="136">
                        <c:v>22.535489363</c:v>
                      </c:pt>
                      <c:pt idx="137">
                        <c:v>23.483181587000001</c:v>
                      </c:pt>
                      <c:pt idx="138">
                        <c:v>25.328622784</c:v>
                      </c:pt>
                      <c:pt idx="139">
                        <c:v>29.158372289999999</c:v>
                      </c:pt>
                      <c:pt idx="140">
                        <c:v>31.588716671</c:v>
                      </c:pt>
                      <c:pt idx="141">
                        <c:v>36.293959440999998</c:v>
                      </c:pt>
                      <c:pt idx="142">
                        <c:v>34.669037836999998</c:v>
                      </c:pt>
                      <c:pt idx="143">
                        <c:v>28.928594683</c:v>
                      </c:pt>
                      <c:pt idx="144">
                        <c:v>20.264667792000001</c:v>
                      </c:pt>
                      <c:pt idx="145">
                        <c:v>12.083444642</c:v>
                      </c:pt>
                      <c:pt idx="146">
                        <c:v>7.2078506119999997</c:v>
                      </c:pt>
                      <c:pt idx="147">
                        <c:v>4.2192279490000004</c:v>
                      </c:pt>
                      <c:pt idx="148">
                        <c:v>3.1862874109999999</c:v>
                      </c:pt>
                      <c:pt idx="149">
                        <c:v>3.7854060920000001</c:v>
                      </c:pt>
                      <c:pt idx="150">
                        <c:v>8.1010931119999992</c:v>
                      </c:pt>
                      <c:pt idx="151">
                        <c:v>12.227061925999999</c:v>
                      </c:pt>
                      <c:pt idx="152">
                        <c:v>14.754776247000001</c:v>
                      </c:pt>
                      <c:pt idx="153">
                        <c:v>16.140126939000002</c:v>
                      </c:pt>
                      <c:pt idx="154">
                        <c:v>17.968221269000001</c:v>
                      </c:pt>
                      <c:pt idx="155">
                        <c:v>20.306789212999998</c:v>
                      </c:pt>
                      <c:pt idx="156">
                        <c:v>21.93841488</c:v>
                      </c:pt>
                      <c:pt idx="157">
                        <c:v>24.876758895999998</c:v>
                      </c:pt>
                      <c:pt idx="158">
                        <c:v>25.519181409000002</c:v>
                      </c:pt>
                      <c:pt idx="159">
                        <c:v>24.540995594999998</c:v>
                      </c:pt>
                      <c:pt idx="160">
                        <c:v>22.649500865</c:v>
                      </c:pt>
                      <c:pt idx="161">
                        <c:v>24.077783381</c:v>
                      </c:pt>
                      <c:pt idx="162">
                        <c:v>24.149254603999999</c:v>
                      </c:pt>
                      <c:pt idx="163">
                        <c:v>28.255458054999998</c:v>
                      </c:pt>
                      <c:pt idx="164">
                        <c:v>31.462613390000001</c:v>
                      </c:pt>
                      <c:pt idx="165">
                        <c:v>36.010962171000003</c:v>
                      </c:pt>
                      <c:pt idx="166">
                        <c:v>34.423980151999999</c:v>
                      </c:pt>
                      <c:pt idx="167">
                        <c:v>27.563088086</c:v>
                      </c:pt>
                      <c:pt idx="168">
                        <c:v>18.811941519000001</c:v>
                      </c:pt>
                      <c:pt idx="169">
                        <c:v>11.159006914000001</c:v>
                      </c:pt>
                      <c:pt idx="170">
                        <c:v>6.4002210230000003</c:v>
                      </c:pt>
                      <c:pt idx="171">
                        <c:v>4.0130153899999996</c:v>
                      </c:pt>
                      <c:pt idx="172">
                        <c:v>3.1291753280000001</c:v>
                      </c:pt>
                      <c:pt idx="173">
                        <c:v>3.8024749720000002</c:v>
                      </c:pt>
                      <c:pt idx="174">
                        <c:v>8.1996919300000002</c:v>
                      </c:pt>
                      <c:pt idx="175">
                        <c:v>12.753359628</c:v>
                      </c:pt>
                      <c:pt idx="176">
                        <c:v>15.771783321999999</c:v>
                      </c:pt>
                      <c:pt idx="177">
                        <c:v>18.071730602999999</c:v>
                      </c:pt>
                      <c:pt idx="178">
                        <c:v>19.457917733999999</c:v>
                      </c:pt>
                      <c:pt idx="179">
                        <c:v>21.314392193</c:v>
                      </c:pt>
                      <c:pt idx="180">
                        <c:v>23.218097241999999</c:v>
                      </c:pt>
                      <c:pt idx="181">
                        <c:v>26.238298203999999</c:v>
                      </c:pt>
                      <c:pt idx="182">
                        <c:v>26.883395892999999</c:v>
                      </c:pt>
                      <c:pt idx="183">
                        <c:v>25.711689859</c:v>
                      </c:pt>
                      <c:pt idx="184">
                        <c:v>22.870948698999999</c:v>
                      </c:pt>
                      <c:pt idx="185">
                        <c:v>23.862970272999998</c:v>
                      </c:pt>
                      <c:pt idx="186">
                        <c:v>24.121158197</c:v>
                      </c:pt>
                      <c:pt idx="187">
                        <c:v>28.808317035000002</c:v>
                      </c:pt>
                      <c:pt idx="188">
                        <c:v>32.117525049000001</c:v>
                      </c:pt>
                      <c:pt idx="189">
                        <c:v>36.448169342</c:v>
                      </c:pt>
                      <c:pt idx="190">
                        <c:v>35.537485908999997</c:v>
                      </c:pt>
                      <c:pt idx="191">
                        <c:v>29.759094942000001</c:v>
                      </c:pt>
                      <c:pt idx="192">
                        <c:v>21.297251154000001</c:v>
                      </c:pt>
                      <c:pt idx="193">
                        <c:v>13.539310205</c:v>
                      </c:pt>
                      <c:pt idx="194">
                        <c:v>7.8748917650000001</c:v>
                      </c:pt>
                      <c:pt idx="195">
                        <c:v>4.8790966979999997</c:v>
                      </c:pt>
                      <c:pt idx="196">
                        <c:v>3.4690751820000001</c:v>
                      </c:pt>
                      <c:pt idx="197">
                        <c:v>3.674780749</c:v>
                      </c:pt>
                      <c:pt idx="198">
                        <c:v>7.2304108060000001</c:v>
                      </c:pt>
                      <c:pt idx="199">
                        <c:v>11.00269207</c:v>
                      </c:pt>
                      <c:pt idx="200">
                        <c:v>15.388810491999999</c:v>
                      </c:pt>
                      <c:pt idx="201">
                        <c:v>18.390224678999999</c:v>
                      </c:pt>
                      <c:pt idx="202">
                        <c:v>21.196135312999999</c:v>
                      </c:pt>
                      <c:pt idx="203">
                        <c:v>24.050991135</c:v>
                      </c:pt>
                      <c:pt idx="204">
                        <c:v>24.358244499000001</c:v>
                      </c:pt>
                      <c:pt idx="205">
                        <c:v>26.395667577000001</c:v>
                      </c:pt>
                      <c:pt idx="206">
                        <c:v>30.640055505999999</c:v>
                      </c:pt>
                      <c:pt idx="207">
                        <c:v>28.127913129</c:v>
                      </c:pt>
                      <c:pt idx="208">
                        <c:v>23.715602632</c:v>
                      </c:pt>
                      <c:pt idx="209">
                        <c:v>24.272101719999998</c:v>
                      </c:pt>
                      <c:pt idx="210">
                        <c:v>23.994818675000001</c:v>
                      </c:pt>
                      <c:pt idx="211">
                        <c:v>28.984683576999998</c:v>
                      </c:pt>
                      <c:pt idx="212">
                        <c:v>32.536057239999998</c:v>
                      </c:pt>
                      <c:pt idx="213">
                        <c:v>37.162039532999998</c:v>
                      </c:pt>
                      <c:pt idx="214">
                        <c:v>36.491588927999999</c:v>
                      </c:pt>
                      <c:pt idx="215">
                        <c:v>30.434770845999999</c:v>
                      </c:pt>
                      <c:pt idx="216">
                        <c:v>21.467852957000002</c:v>
                      </c:pt>
                      <c:pt idx="217">
                        <c:v>12.992269681</c:v>
                      </c:pt>
                      <c:pt idx="218">
                        <c:v>7.475550149</c:v>
                      </c:pt>
                      <c:pt idx="219">
                        <c:v>4.5109935700000001</c:v>
                      </c:pt>
                      <c:pt idx="220">
                        <c:v>3.307809351</c:v>
                      </c:pt>
                      <c:pt idx="221">
                        <c:v>3.61994032</c:v>
                      </c:pt>
                      <c:pt idx="222">
                        <c:v>7.2131376490000001</c:v>
                      </c:pt>
                      <c:pt idx="223">
                        <c:v>11.239337580999999</c:v>
                      </c:pt>
                      <c:pt idx="224">
                        <c:v>15.041555203</c:v>
                      </c:pt>
                      <c:pt idx="225">
                        <c:v>17.464318340999998</c:v>
                      </c:pt>
                      <c:pt idx="226">
                        <c:v>19.302320869999999</c:v>
                      </c:pt>
                      <c:pt idx="227">
                        <c:v>21.507638198999999</c:v>
                      </c:pt>
                      <c:pt idx="228">
                        <c:v>22.842897911000001</c:v>
                      </c:pt>
                      <c:pt idx="229">
                        <c:v>26.997366836000001</c:v>
                      </c:pt>
                      <c:pt idx="230">
                        <c:v>28.289772551999999</c:v>
                      </c:pt>
                      <c:pt idx="231">
                        <c:v>26.642841321999999</c:v>
                      </c:pt>
                      <c:pt idx="232">
                        <c:v>23.132616529</c:v>
                      </c:pt>
                      <c:pt idx="233">
                        <c:v>23.910491561000001</c:v>
                      </c:pt>
                      <c:pt idx="234">
                        <c:v>24.163914311999999</c:v>
                      </c:pt>
                      <c:pt idx="235">
                        <c:v>28.389761323999998</c:v>
                      </c:pt>
                      <c:pt idx="236">
                        <c:v>32.510205628000001</c:v>
                      </c:pt>
                      <c:pt idx="237">
                        <c:v>37.167334238000002</c:v>
                      </c:pt>
                      <c:pt idx="238">
                        <c:v>34.701396516999999</c:v>
                      </c:pt>
                      <c:pt idx="239">
                        <c:v>27.773855176000001</c:v>
                      </c:pt>
                      <c:pt idx="240">
                        <c:v>18.460975538</c:v>
                      </c:pt>
                      <c:pt idx="241">
                        <c:v>10.92827426</c:v>
                      </c:pt>
                      <c:pt idx="242">
                        <c:v>6.2534828290000002</c:v>
                      </c:pt>
                      <c:pt idx="243">
                        <c:v>4.0233712739999996</c:v>
                      </c:pt>
                      <c:pt idx="244">
                        <c:v>3.1235692099999999</c:v>
                      </c:pt>
                      <c:pt idx="245">
                        <c:v>3.6108854990000001</c:v>
                      </c:pt>
                      <c:pt idx="246">
                        <c:v>7.7343417539999999</c:v>
                      </c:pt>
                      <c:pt idx="247">
                        <c:v>11.762020328</c:v>
                      </c:pt>
                      <c:pt idx="248">
                        <c:v>14.494629057999999</c:v>
                      </c:pt>
                      <c:pt idx="249">
                        <c:v>15.430342606</c:v>
                      </c:pt>
                      <c:pt idx="250">
                        <c:v>17.05880818</c:v>
                      </c:pt>
                      <c:pt idx="251">
                        <c:v>19.537115265000001</c:v>
                      </c:pt>
                      <c:pt idx="252">
                        <c:v>21.221972795999999</c:v>
                      </c:pt>
                      <c:pt idx="253">
                        <c:v>24.367756190000001</c:v>
                      </c:pt>
                      <c:pt idx="254">
                        <c:v>25.071461077999999</c:v>
                      </c:pt>
                      <c:pt idx="255">
                        <c:v>24.088511296</c:v>
                      </c:pt>
                      <c:pt idx="256">
                        <c:v>22.528717022999999</c:v>
                      </c:pt>
                      <c:pt idx="257">
                        <c:v>24.244008053999998</c:v>
                      </c:pt>
                      <c:pt idx="258">
                        <c:v>24.473516269000001</c:v>
                      </c:pt>
                      <c:pt idx="259">
                        <c:v>28.536173739999999</c:v>
                      </c:pt>
                      <c:pt idx="260">
                        <c:v>32.430090706999998</c:v>
                      </c:pt>
                      <c:pt idx="261">
                        <c:v>36.272683029</c:v>
                      </c:pt>
                      <c:pt idx="262">
                        <c:v>34.242414056000001</c:v>
                      </c:pt>
                      <c:pt idx="263">
                        <c:v>27.045451583999998</c:v>
                      </c:pt>
                      <c:pt idx="264">
                        <c:v>17.825825171999998</c:v>
                      </c:pt>
                      <c:pt idx="265">
                        <c:v>10.497034649</c:v>
                      </c:pt>
                      <c:pt idx="266">
                        <c:v>5.937494912</c:v>
                      </c:pt>
                      <c:pt idx="267">
                        <c:v>3.8149110080000002</c:v>
                      </c:pt>
                      <c:pt idx="268">
                        <c:v>3.0554174399999998</c:v>
                      </c:pt>
                      <c:pt idx="269">
                        <c:v>3.5947938179999999</c:v>
                      </c:pt>
                      <c:pt idx="270">
                        <c:v>7.9711745729999999</c:v>
                      </c:pt>
                      <c:pt idx="271">
                        <c:v>12.198330736000001</c:v>
                      </c:pt>
                      <c:pt idx="272">
                        <c:v>14.585763964</c:v>
                      </c:pt>
                      <c:pt idx="273">
                        <c:v>15.93657537</c:v>
                      </c:pt>
                      <c:pt idx="274">
                        <c:v>17.668849466000001</c:v>
                      </c:pt>
                      <c:pt idx="275">
                        <c:v>19.967613556</c:v>
                      </c:pt>
                      <c:pt idx="276">
                        <c:v>21.797294293</c:v>
                      </c:pt>
                      <c:pt idx="277">
                        <c:v>24.807141527999999</c:v>
                      </c:pt>
                      <c:pt idx="278">
                        <c:v>25.014788303</c:v>
                      </c:pt>
                      <c:pt idx="279">
                        <c:v>24.070787688999999</c:v>
                      </c:pt>
                      <c:pt idx="280">
                        <c:v>22.653797473000001</c:v>
                      </c:pt>
                      <c:pt idx="281">
                        <c:v>24.086572492999998</c:v>
                      </c:pt>
                      <c:pt idx="282">
                        <c:v>24.092599345</c:v>
                      </c:pt>
                      <c:pt idx="283">
                        <c:v>28.599631391999999</c:v>
                      </c:pt>
                      <c:pt idx="284">
                        <c:v>32.740950089999998</c:v>
                      </c:pt>
                      <c:pt idx="285">
                        <c:v>37.015981007000001</c:v>
                      </c:pt>
                      <c:pt idx="286">
                        <c:v>34.474748697999999</c:v>
                      </c:pt>
                      <c:pt idx="287">
                        <c:v>27.162920796000002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B4D5-4FAE-AE9D-D02EB97D558B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12-10-2026'!$J$1</c15:sqref>
                        </c15:formulaRef>
                      </c:ext>
                    </c:extLst>
                    <c:strCache>
                      <c:ptCount val="1"/>
                      <c:pt idx="0">
                        <c:v>BMR-DGW1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12-10-2026'!$J$2:$J$289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2.121788864</c:v>
                      </c:pt>
                      <c:pt idx="1">
                        <c:v>1.2570672329999999</c:v>
                      </c:pt>
                      <c:pt idx="2">
                        <c:v>0.72635821199999995</c:v>
                      </c:pt>
                      <c:pt idx="3">
                        <c:v>0.47049861900000001</c:v>
                      </c:pt>
                      <c:pt idx="4">
                        <c:v>0.41394859699999997</c:v>
                      </c:pt>
                      <c:pt idx="5">
                        <c:v>0.612424843</c:v>
                      </c:pt>
                      <c:pt idx="6">
                        <c:v>1.22247083</c:v>
                      </c:pt>
                      <c:pt idx="7">
                        <c:v>1.783072518</c:v>
                      </c:pt>
                      <c:pt idx="8">
                        <c:v>1.920881131</c:v>
                      </c:pt>
                      <c:pt idx="9">
                        <c:v>1.9079571950000001</c:v>
                      </c:pt>
                      <c:pt idx="10">
                        <c:v>1.955704479</c:v>
                      </c:pt>
                      <c:pt idx="11">
                        <c:v>2.1646975350000002</c:v>
                      </c:pt>
                      <c:pt idx="12">
                        <c:v>2.4680575810000001</c:v>
                      </c:pt>
                      <c:pt idx="13">
                        <c:v>2.8305649860000002</c:v>
                      </c:pt>
                      <c:pt idx="14">
                        <c:v>2.9823086920000001</c:v>
                      </c:pt>
                      <c:pt idx="15">
                        <c:v>2.8601559820000002</c:v>
                      </c:pt>
                      <c:pt idx="16">
                        <c:v>2.3905218330000002</c:v>
                      </c:pt>
                      <c:pt idx="17">
                        <c:v>2.2023622199999999</c:v>
                      </c:pt>
                      <c:pt idx="18">
                        <c:v>2.2646771559999999</c:v>
                      </c:pt>
                      <c:pt idx="19">
                        <c:v>2.7439918630000002</c:v>
                      </c:pt>
                      <c:pt idx="20">
                        <c:v>2.9621299130000001</c:v>
                      </c:pt>
                      <c:pt idx="21">
                        <c:v>3.409913832</c:v>
                      </c:pt>
                      <c:pt idx="22">
                        <c:v>3.5346896980000002</c:v>
                      </c:pt>
                      <c:pt idx="23">
                        <c:v>3.0899426289999998</c:v>
                      </c:pt>
                      <c:pt idx="24">
                        <c:v>2.2850509579999998</c:v>
                      </c:pt>
                      <c:pt idx="25">
                        <c:v>1.431644798</c:v>
                      </c:pt>
                      <c:pt idx="26">
                        <c:v>0.83869434099999995</c:v>
                      </c:pt>
                      <c:pt idx="27">
                        <c:v>0.53614105400000001</c:v>
                      </c:pt>
                      <c:pt idx="28">
                        <c:v>0.42304219799999998</c:v>
                      </c:pt>
                      <c:pt idx="29">
                        <c:v>0.56075966099999996</c:v>
                      </c:pt>
                      <c:pt idx="30">
                        <c:v>1.0635442399999999</c:v>
                      </c:pt>
                      <c:pt idx="31">
                        <c:v>1.603162607</c:v>
                      </c:pt>
                      <c:pt idx="32">
                        <c:v>2.0701419169999999</c:v>
                      </c:pt>
                      <c:pt idx="33">
                        <c:v>2.2204380029999999</c:v>
                      </c:pt>
                      <c:pt idx="34">
                        <c:v>2.3265983960000001</c:v>
                      </c:pt>
                      <c:pt idx="35">
                        <c:v>2.599523671</c:v>
                      </c:pt>
                      <c:pt idx="36">
                        <c:v>2.77739789</c:v>
                      </c:pt>
                      <c:pt idx="37">
                        <c:v>3.0068359390000001</c:v>
                      </c:pt>
                      <c:pt idx="38">
                        <c:v>3.3414939189999999</c:v>
                      </c:pt>
                      <c:pt idx="39">
                        <c:v>3.1399882950000002</c:v>
                      </c:pt>
                      <c:pt idx="40">
                        <c:v>2.5147602899999999</c:v>
                      </c:pt>
                      <c:pt idx="41">
                        <c:v>2.3278012320000001</c:v>
                      </c:pt>
                      <c:pt idx="42">
                        <c:v>2.410646689</c:v>
                      </c:pt>
                      <c:pt idx="43">
                        <c:v>2.877553362</c:v>
                      </c:pt>
                      <c:pt idx="44">
                        <c:v>3.0694866630000002</c:v>
                      </c:pt>
                      <c:pt idx="45">
                        <c:v>3.5296338289999998</c:v>
                      </c:pt>
                      <c:pt idx="46">
                        <c:v>3.646204344</c:v>
                      </c:pt>
                      <c:pt idx="47">
                        <c:v>3.1963952459999998</c:v>
                      </c:pt>
                      <c:pt idx="48">
                        <c:v>2.3496384689999998</c:v>
                      </c:pt>
                      <c:pt idx="49">
                        <c:v>1.4410213780000001</c:v>
                      </c:pt>
                      <c:pt idx="50">
                        <c:v>0.86732615199999996</c:v>
                      </c:pt>
                      <c:pt idx="51">
                        <c:v>0.55662190199999995</c:v>
                      </c:pt>
                      <c:pt idx="52">
                        <c:v>0.47035218699999998</c:v>
                      </c:pt>
                      <c:pt idx="53">
                        <c:v>0.63422599499999999</c:v>
                      </c:pt>
                      <c:pt idx="54">
                        <c:v>1.156783501</c:v>
                      </c:pt>
                      <c:pt idx="55">
                        <c:v>1.713735113</c:v>
                      </c:pt>
                      <c:pt idx="56">
                        <c:v>2.0606859599999998</c:v>
                      </c:pt>
                      <c:pt idx="57">
                        <c:v>2.1398819389999999</c:v>
                      </c:pt>
                      <c:pt idx="58">
                        <c:v>2.1715205160000002</c:v>
                      </c:pt>
                      <c:pt idx="59">
                        <c:v>2.349348108</c:v>
                      </c:pt>
                      <c:pt idx="60">
                        <c:v>2.55902005</c:v>
                      </c:pt>
                      <c:pt idx="61">
                        <c:v>2.9374856029999998</c:v>
                      </c:pt>
                      <c:pt idx="62">
                        <c:v>3.1201474029999998</c:v>
                      </c:pt>
                      <c:pt idx="63">
                        <c:v>2.9285661850000002</c:v>
                      </c:pt>
                      <c:pt idx="64">
                        <c:v>2.408719198</c:v>
                      </c:pt>
                      <c:pt idx="65">
                        <c:v>2.2467787669999999</c:v>
                      </c:pt>
                      <c:pt idx="66">
                        <c:v>2.3205807740000002</c:v>
                      </c:pt>
                      <c:pt idx="67">
                        <c:v>2.782447275</c:v>
                      </c:pt>
                      <c:pt idx="68">
                        <c:v>3.0279090329999998</c:v>
                      </c:pt>
                      <c:pt idx="69">
                        <c:v>3.4440235260000001</c:v>
                      </c:pt>
                      <c:pt idx="70">
                        <c:v>3.5037776100000002</c:v>
                      </c:pt>
                      <c:pt idx="71">
                        <c:v>2.9801727960000002</c:v>
                      </c:pt>
                      <c:pt idx="72">
                        <c:v>2.0189243619999999</c:v>
                      </c:pt>
                      <c:pt idx="73">
                        <c:v>1.1997354840000001</c:v>
                      </c:pt>
                      <c:pt idx="74">
                        <c:v>0.72338216399999999</c:v>
                      </c:pt>
                      <c:pt idx="75">
                        <c:v>0.49856092000000002</c:v>
                      </c:pt>
                      <c:pt idx="76">
                        <c:v>0.44802069900000002</c:v>
                      </c:pt>
                      <c:pt idx="77">
                        <c:v>0.59895174500000004</c:v>
                      </c:pt>
                      <c:pt idx="78">
                        <c:v>1.2135181939999999</c:v>
                      </c:pt>
                      <c:pt idx="79">
                        <c:v>1.6999746840000001</c:v>
                      </c:pt>
                      <c:pt idx="80">
                        <c:v>1.8757002039999999</c:v>
                      </c:pt>
                      <c:pt idx="81">
                        <c:v>1.8856233979999999</c:v>
                      </c:pt>
                      <c:pt idx="82">
                        <c:v>1.9067343779999999</c:v>
                      </c:pt>
                      <c:pt idx="83">
                        <c:v>2.102071188</c:v>
                      </c:pt>
                      <c:pt idx="84">
                        <c:v>2.340289142</c:v>
                      </c:pt>
                      <c:pt idx="85">
                        <c:v>2.6486668959999999</c:v>
                      </c:pt>
                      <c:pt idx="86">
                        <c:v>2.7333914720000001</c:v>
                      </c:pt>
                      <c:pt idx="87">
                        <c:v>2.648675898</c:v>
                      </c:pt>
                      <c:pt idx="88">
                        <c:v>2.2950430100000001</c:v>
                      </c:pt>
                      <c:pt idx="89">
                        <c:v>2.1343422529999998</c:v>
                      </c:pt>
                      <c:pt idx="90">
                        <c:v>2.282143799</c:v>
                      </c:pt>
                      <c:pt idx="91">
                        <c:v>2.7182221110000002</c:v>
                      </c:pt>
                      <c:pt idx="92">
                        <c:v>2.943531154</c:v>
                      </c:pt>
                      <c:pt idx="93">
                        <c:v>3.3786999450000001</c:v>
                      </c:pt>
                      <c:pt idx="94">
                        <c:v>3.4113541199999999</c:v>
                      </c:pt>
                      <c:pt idx="95">
                        <c:v>2.850156057</c:v>
                      </c:pt>
                      <c:pt idx="96">
                        <c:v>1.919652098</c:v>
                      </c:pt>
                      <c:pt idx="97">
                        <c:v>1.1178558300000001</c:v>
                      </c:pt>
                      <c:pt idx="98">
                        <c:v>0.65262551300000005</c:v>
                      </c:pt>
                      <c:pt idx="99">
                        <c:v>0.449199242</c:v>
                      </c:pt>
                      <c:pt idx="100">
                        <c:v>0.40490953499999999</c:v>
                      </c:pt>
                      <c:pt idx="101">
                        <c:v>0.576476918</c:v>
                      </c:pt>
                      <c:pt idx="102">
                        <c:v>1.2149525290000001</c:v>
                      </c:pt>
                      <c:pt idx="103">
                        <c:v>1.72095609</c:v>
                      </c:pt>
                      <c:pt idx="104">
                        <c:v>1.887049811</c:v>
                      </c:pt>
                      <c:pt idx="105">
                        <c:v>1.83493526</c:v>
                      </c:pt>
                      <c:pt idx="106">
                        <c:v>1.872067825</c:v>
                      </c:pt>
                      <c:pt idx="107">
                        <c:v>2.0843643959999998</c:v>
                      </c:pt>
                      <c:pt idx="108">
                        <c:v>2.3602088179999998</c:v>
                      </c:pt>
                      <c:pt idx="109">
                        <c:v>2.6802332739999999</c:v>
                      </c:pt>
                      <c:pt idx="110">
                        <c:v>2.769806075</c:v>
                      </c:pt>
                      <c:pt idx="111">
                        <c:v>2.6834158540000002</c:v>
                      </c:pt>
                      <c:pt idx="112">
                        <c:v>2.3146968829999999</c:v>
                      </c:pt>
                      <c:pt idx="113">
                        <c:v>2.1569349729999998</c:v>
                      </c:pt>
                      <c:pt idx="114">
                        <c:v>2.2727930540000001</c:v>
                      </c:pt>
                      <c:pt idx="115">
                        <c:v>2.7545171989999999</c:v>
                      </c:pt>
                      <c:pt idx="116">
                        <c:v>2.9733465350000001</c:v>
                      </c:pt>
                      <c:pt idx="117">
                        <c:v>3.3892937230000002</c:v>
                      </c:pt>
                      <c:pt idx="118">
                        <c:v>3.4891874679999999</c:v>
                      </c:pt>
                      <c:pt idx="119">
                        <c:v>2.8812709029999999</c:v>
                      </c:pt>
                      <c:pt idx="120">
                        <c:v>1.95760935</c:v>
                      </c:pt>
                      <c:pt idx="121">
                        <c:v>1.1564221640000001</c:v>
                      </c:pt>
                      <c:pt idx="122">
                        <c:v>0.679852385</c:v>
                      </c:pt>
                      <c:pt idx="123">
                        <c:v>0.456656587</c:v>
                      </c:pt>
                      <c:pt idx="124">
                        <c:v>0.41719193599999999</c:v>
                      </c:pt>
                      <c:pt idx="125">
                        <c:v>0.59793128799999995</c:v>
                      </c:pt>
                      <c:pt idx="126">
                        <c:v>1.260785587</c:v>
                      </c:pt>
                      <c:pt idx="127">
                        <c:v>1.754095038</c:v>
                      </c:pt>
                      <c:pt idx="128">
                        <c:v>1.8624289700000001</c:v>
                      </c:pt>
                      <c:pt idx="129">
                        <c:v>1.8582242</c:v>
                      </c:pt>
                      <c:pt idx="130">
                        <c:v>1.891527843</c:v>
                      </c:pt>
                      <c:pt idx="131">
                        <c:v>2.1177647259999999</c:v>
                      </c:pt>
                      <c:pt idx="132">
                        <c:v>2.4407504000000002</c:v>
                      </c:pt>
                      <c:pt idx="133">
                        <c:v>2.8929188130000001</c:v>
                      </c:pt>
                      <c:pt idx="134">
                        <c:v>3.0382662379999998</c:v>
                      </c:pt>
                      <c:pt idx="135">
                        <c:v>2.8682505699999998</c:v>
                      </c:pt>
                      <c:pt idx="136">
                        <c:v>2.3458382699999998</c:v>
                      </c:pt>
                      <c:pt idx="137">
                        <c:v>2.2067564289999999</c:v>
                      </c:pt>
                      <c:pt idx="138">
                        <c:v>2.4059508470000002</c:v>
                      </c:pt>
                      <c:pt idx="139">
                        <c:v>2.8213776660000001</c:v>
                      </c:pt>
                      <c:pt idx="140">
                        <c:v>2.9753379259999999</c:v>
                      </c:pt>
                      <c:pt idx="141">
                        <c:v>3.4137863689999999</c:v>
                      </c:pt>
                      <c:pt idx="142">
                        <c:v>3.4617659029999999</c:v>
                      </c:pt>
                      <c:pt idx="143">
                        <c:v>2.911369944</c:v>
                      </c:pt>
                      <c:pt idx="144">
                        <c:v>1.979668169</c:v>
                      </c:pt>
                      <c:pt idx="145">
                        <c:v>1.1852283180000001</c:v>
                      </c:pt>
                      <c:pt idx="146">
                        <c:v>0.72322773600000001</c:v>
                      </c:pt>
                      <c:pt idx="147">
                        <c:v>0.49439852099999998</c:v>
                      </c:pt>
                      <c:pt idx="148">
                        <c:v>0.43686795499999997</c:v>
                      </c:pt>
                      <c:pt idx="149">
                        <c:v>0.60904673899999995</c:v>
                      </c:pt>
                      <c:pt idx="150">
                        <c:v>1.2788652789999999</c:v>
                      </c:pt>
                      <c:pt idx="151">
                        <c:v>1.76165912</c:v>
                      </c:pt>
                      <c:pt idx="152">
                        <c:v>1.881805642</c:v>
                      </c:pt>
                      <c:pt idx="153">
                        <c:v>1.8539733309999999</c:v>
                      </c:pt>
                      <c:pt idx="154">
                        <c:v>1.889304259</c:v>
                      </c:pt>
                      <c:pt idx="155">
                        <c:v>2.0967084150000002</c:v>
                      </c:pt>
                      <c:pt idx="156">
                        <c:v>2.3643157440000002</c:v>
                      </c:pt>
                      <c:pt idx="157">
                        <c:v>2.6924456339999998</c:v>
                      </c:pt>
                      <c:pt idx="158">
                        <c:v>2.791930319</c:v>
                      </c:pt>
                      <c:pt idx="159">
                        <c:v>2.6612401829999999</c:v>
                      </c:pt>
                      <c:pt idx="160">
                        <c:v>2.3262219399999999</c:v>
                      </c:pt>
                      <c:pt idx="161">
                        <c:v>2.2084465770000001</c:v>
                      </c:pt>
                      <c:pt idx="162">
                        <c:v>2.367687257</c:v>
                      </c:pt>
                      <c:pt idx="163">
                        <c:v>2.817469687</c:v>
                      </c:pt>
                      <c:pt idx="164">
                        <c:v>3.0110603980000001</c:v>
                      </c:pt>
                      <c:pt idx="165">
                        <c:v>3.4142417370000002</c:v>
                      </c:pt>
                      <c:pt idx="166">
                        <c:v>3.46171001</c:v>
                      </c:pt>
                      <c:pt idx="167">
                        <c:v>2.8202998469999998</c:v>
                      </c:pt>
                      <c:pt idx="168">
                        <c:v>1.9189984179999999</c:v>
                      </c:pt>
                      <c:pt idx="169">
                        <c:v>1.157771941</c:v>
                      </c:pt>
                      <c:pt idx="170">
                        <c:v>0.67625855000000001</c:v>
                      </c:pt>
                      <c:pt idx="171">
                        <c:v>0.47466281399999999</c:v>
                      </c:pt>
                      <c:pt idx="172">
                        <c:v>0.44085180400000001</c:v>
                      </c:pt>
                      <c:pt idx="173">
                        <c:v>0.60504482699999995</c:v>
                      </c:pt>
                      <c:pt idx="174">
                        <c:v>1.30135749</c:v>
                      </c:pt>
                      <c:pt idx="175">
                        <c:v>1.8261073759999999</c:v>
                      </c:pt>
                      <c:pt idx="176">
                        <c:v>2.0008854509999998</c:v>
                      </c:pt>
                      <c:pt idx="177">
                        <c:v>1.971742678</c:v>
                      </c:pt>
                      <c:pt idx="178">
                        <c:v>1.973601648</c:v>
                      </c:pt>
                      <c:pt idx="179">
                        <c:v>2.1490417769999999</c:v>
                      </c:pt>
                      <c:pt idx="180">
                        <c:v>2.4385432339999999</c:v>
                      </c:pt>
                      <c:pt idx="181">
                        <c:v>2.7817019909999998</c:v>
                      </c:pt>
                      <c:pt idx="182">
                        <c:v>2.9078170229999998</c:v>
                      </c:pt>
                      <c:pt idx="183">
                        <c:v>2.7981865080000001</c:v>
                      </c:pt>
                      <c:pt idx="184">
                        <c:v>2.3473583549999999</c:v>
                      </c:pt>
                      <c:pt idx="185">
                        <c:v>2.2581609839999999</c:v>
                      </c:pt>
                      <c:pt idx="186">
                        <c:v>2.406648262</c:v>
                      </c:pt>
                      <c:pt idx="187">
                        <c:v>2.852743179</c:v>
                      </c:pt>
                      <c:pt idx="188">
                        <c:v>3.0743159069999999</c:v>
                      </c:pt>
                      <c:pt idx="189">
                        <c:v>3.4454239900000001</c:v>
                      </c:pt>
                      <c:pt idx="190">
                        <c:v>3.540024818</c:v>
                      </c:pt>
                      <c:pt idx="191">
                        <c:v>3.037941081</c:v>
                      </c:pt>
                      <c:pt idx="192">
                        <c:v>2.193009725</c:v>
                      </c:pt>
                      <c:pt idx="193">
                        <c:v>1.371084781</c:v>
                      </c:pt>
                      <c:pt idx="194">
                        <c:v>0.79354091100000002</c:v>
                      </c:pt>
                      <c:pt idx="195">
                        <c:v>0.54017924699999997</c:v>
                      </c:pt>
                      <c:pt idx="196">
                        <c:v>0.46694456699999998</c:v>
                      </c:pt>
                      <c:pt idx="197">
                        <c:v>0.574861387</c:v>
                      </c:pt>
                      <c:pt idx="198">
                        <c:v>1.128328553</c:v>
                      </c:pt>
                      <c:pt idx="199">
                        <c:v>1.69528839</c:v>
                      </c:pt>
                      <c:pt idx="200">
                        <c:v>2.1183532139999999</c:v>
                      </c:pt>
                      <c:pt idx="201">
                        <c:v>2.254743597</c:v>
                      </c:pt>
                      <c:pt idx="202">
                        <c:v>2.325236968</c:v>
                      </c:pt>
                      <c:pt idx="203">
                        <c:v>2.5628906699999998</c:v>
                      </c:pt>
                      <c:pt idx="204">
                        <c:v>2.7302552269999998</c:v>
                      </c:pt>
                      <c:pt idx="205">
                        <c:v>2.92853282</c:v>
                      </c:pt>
                      <c:pt idx="206">
                        <c:v>3.228287527</c:v>
                      </c:pt>
                      <c:pt idx="207">
                        <c:v>3.0234490439999999</c:v>
                      </c:pt>
                      <c:pt idx="208">
                        <c:v>2.4740354230000001</c:v>
                      </c:pt>
                      <c:pt idx="209">
                        <c:v>2.3188994279999999</c:v>
                      </c:pt>
                      <c:pt idx="210">
                        <c:v>2.432314061</c:v>
                      </c:pt>
                      <c:pt idx="211">
                        <c:v>2.9004929590000001</c:v>
                      </c:pt>
                      <c:pt idx="212">
                        <c:v>3.1102490409999999</c:v>
                      </c:pt>
                      <c:pt idx="213">
                        <c:v>3.5473910009999998</c:v>
                      </c:pt>
                      <c:pt idx="214">
                        <c:v>3.6179825050000001</c:v>
                      </c:pt>
                      <c:pt idx="215">
                        <c:v>3.120480809</c:v>
                      </c:pt>
                      <c:pt idx="216">
                        <c:v>2.2287715490000002</c:v>
                      </c:pt>
                      <c:pt idx="217">
                        <c:v>1.3497466469999999</c:v>
                      </c:pt>
                      <c:pt idx="218">
                        <c:v>0.80572354499999999</c:v>
                      </c:pt>
                      <c:pt idx="219">
                        <c:v>0.53593951100000004</c:v>
                      </c:pt>
                      <c:pt idx="220">
                        <c:v>0.47096875999999999</c:v>
                      </c:pt>
                      <c:pt idx="221">
                        <c:v>0.59078776300000002</c:v>
                      </c:pt>
                      <c:pt idx="222">
                        <c:v>1.2041599279999999</c:v>
                      </c:pt>
                      <c:pt idx="223">
                        <c:v>1.731895948</c:v>
                      </c:pt>
                      <c:pt idx="224">
                        <c:v>2.0325242170000002</c:v>
                      </c:pt>
                      <c:pt idx="225">
                        <c:v>2.0702409930000001</c:v>
                      </c:pt>
                      <c:pt idx="226">
                        <c:v>2.1078399659999998</c:v>
                      </c:pt>
                      <c:pt idx="227">
                        <c:v>2.2735911409999998</c:v>
                      </c:pt>
                      <c:pt idx="228">
                        <c:v>2.49494594</c:v>
                      </c:pt>
                      <c:pt idx="229">
                        <c:v>2.8920049969999999</c:v>
                      </c:pt>
                      <c:pt idx="230">
                        <c:v>3.0794756740000002</c:v>
                      </c:pt>
                      <c:pt idx="231">
                        <c:v>2.8711538879999998</c:v>
                      </c:pt>
                      <c:pt idx="232">
                        <c:v>2.3699619479999998</c:v>
                      </c:pt>
                      <c:pt idx="233">
                        <c:v>2.2246919030000001</c:v>
                      </c:pt>
                      <c:pt idx="234">
                        <c:v>2.3480834449999999</c:v>
                      </c:pt>
                      <c:pt idx="235">
                        <c:v>2.7754225350000001</c:v>
                      </c:pt>
                      <c:pt idx="236">
                        <c:v>3.056137654</c:v>
                      </c:pt>
                      <c:pt idx="237">
                        <c:v>3.4842567199999999</c:v>
                      </c:pt>
                      <c:pt idx="238">
                        <c:v>3.4523783190000001</c:v>
                      </c:pt>
                      <c:pt idx="239">
                        <c:v>2.7944030500000001</c:v>
                      </c:pt>
                      <c:pt idx="240">
                        <c:v>1.8724364760000001</c:v>
                      </c:pt>
                      <c:pt idx="241">
                        <c:v>1.0909551930000001</c:v>
                      </c:pt>
                      <c:pt idx="242">
                        <c:v>0.68112118700000002</c:v>
                      </c:pt>
                      <c:pt idx="243">
                        <c:v>0.47953807799999998</c:v>
                      </c:pt>
                      <c:pt idx="244">
                        <c:v>0.41795161600000003</c:v>
                      </c:pt>
                      <c:pt idx="245">
                        <c:v>0.56945153900000001</c:v>
                      </c:pt>
                      <c:pt idx="246">
                        <c:v>1.220706745</c:v>
                      </c:pt>
                      <c:pt idx="247">
                        <c:v>1.7269501570000001</c:v>
                      </c:pt>
                      <c:pt idx="248">
                        <c:v>1.8307515969999999</c:v>
                      </c:pt>
                      <c:pt idx="249">
                        <c:v>1.7983238560000001</c:v>
                      </c:pt>
                      <c:pt idx="250">
                        <c:v>1.828993769</c:v>
                      </c:pt>
                      <c:pt idx="251">
                        <c:v>2.006387191</c:v>
                      </c:pt>
                      <c:pt idx="252">
                        <c:v>2.289653607</c:v>
                      </c:pt>
                      <c:pt idx="253">
                        <c:v>2.604514504</c:v>
                      </c:pt>
                      <c:pt idx="254">
                        <c:v>2.7336859580000001</c:v>
                      </c:pt>
                      <c:pt idx="255">
                        <c:v>2.6313416410000001</c:v>
                      </c:pt>
                      <c:pt idx="256">
                        <c:v>2.2746632299999998</c:v>
                      </c:pt>
                      <c:pt idx="257">
                        <c:v>2.2147353540000001</c:v>
                      </c:pt>
                      <c:pt idx="258">
                        <c:v>2.3558034800000001</c:v>
                      </c:pt>
                      <c:pt idx="259">
                        <c:v>2.7969613560000002</c:v>
                      </c:pt>
                      <c:pt idx="260">
                        <c:v>3.0459110869999999</c:v>
                      </c:pt>
                      <c:pt idx="261">
                        <c:v>3.4789026889999999</c:v>
                      </c:pt>
                      <c:pt idx="262">
                        <c:v>3.4259428569999999</c:v>
                      </c:pt>
                      <c:pt idx="263">
                        <c:v>2.7798211350000002</c:v>
                      </c:pt>
                      <c:pt idx="264">
                        <c:v>1.867022414</c:v>
                      </c:pt>
                      <c:pt idx="265">
                        <c:v>1.0843468510000001</c:v>
                      </c:pt>
                      <c:pt idx="266">
                        <c:v>0.66150977700000002</c:v>
                      </c:pt>
                      <c:pt idx="267">
                        <c:v>0.473833161</c:v>
                      </c:pt>
                      <c:pt idx="268">
                        <c:v>0.41707091000000002</c:v>
                      </c:pt>
                      <c:pt idx="269">
                        <c:v>0.58800535200000004</c:v>
                      </c:pt>
                      <c:pt idx="270">
                        <c:v>1.2551497519999999</c:v>
                      </c:pt>
                      <c:pt idx="271">
                        <c:v>1.756098637</c:v>
                      </c:pt>
                      <c:pt idx="272">
                        <c:v>1.8917615750000001</c:v>
                      </c:pt>
                      <c:pt idx="273">
                        <c:v>1.835473248</c:v>
                      </c:pt>
                      <c:pt idx="274">
                        <c:v>1.8611829600000001</c:v>
                      </c:pt>
                      <c:pt idx="275">
                        <c:v>2.0681401579999998</c:v>
                      </c:pt>
                      <c:pt idx="276">
                        <c:v>2.308819664</c:v>
                      </c:pt>
                      <c:pt idx="277">
                        <c:v>2.6199090420000002</c:v>
                      </c:pt>
                      <c:pt idx="278">
                        <c:v>2.6794251760000001</c:v>
                      </c:pt>
                      <c:pt idx="279">
                        <c:v>2.6246726339999999</c:v>
                      </c:pt>
                      <c:pt idx="280">
                        <c:v>2.300367783</c:v>
                      </c:pt>
                      <c:pt idx="281">
                        <c:v>2.2096779820000001</c:v>
                      </c:pt>
                      <c:pt idx="282">
                        <c:v>2.3475634460000001</c:v>
                      </c:pt>
                      <c:pt idx="283">
                        <c:v>2.7818634040000001</c:v>
                      </c:pt>
                      <c:pt idx="284">
                        <c:v>3.0701917339999998</c:v>
                      </c:pt>
                      <c:pt idx="285">
                        <c:v>3.482932827</c:v>
                      </c:pt>
                      <c:pt idx="286">
                        <c:v>3.4072769530000002</c:v>
                      </c:pt>
                      <c:pt idx="287">
                        <c:v>2.715414113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B4D5-4FAE-AE9D-D02EB97D558B}"/>
                  </c:ext>
                </c:extLst>
              </c15:ser>
            </c15:filteredLineSeries>
            <c15:filteredLin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12-10-2026'!$K$1</c15:sqref>
                        </c15:formulaRef>
                      </c:ext>
                    </c:extLst>
                    <c:strCache>
                      <c:ptCount val="1"/>
                      <c:pt idx="0">
                        <c:v>BMR-DGW1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12-10-2026'!$K$2:$K$289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22.625527642000002</c:v>
                      </c:pt>
                      <c:pt idx="1">
                        <c:v>13.736864709000001</c:v>
                      </c:pt>
                      <c:pt idx="2">
                        <c:v>7.7174828189999998</c:v>
                      </c:pt>
                      <c:pt idx="3">
                        <c:v>4.8180948990000001</c:v>
                      </c:pt>
                      <c:pt idx="4">
                        <c:v>3.6716757969999998</c:v>
                      </c:pt>
                      <c:pt idx="5">
                        <c:v>4.5051569640000002</c:v>
                      </c:pt>
                      <c:pt idx="6">
                        <c:v>9.1594127370000002</c:v>
                      </c:pt>
                      <c:pt idx="7">
                        <c:v>14.050589191</c:v>
                      </c:pt>
                      <c:pt idx="8">
                        <c:v>16.845660229</c:v>
                      </c:pt>
                      <c:pt idx="9">
                        <c:v>18.449757100999999</c:v>
                      </c:pt>
                      <c:pt idx="10">
                        <c:v>20.473566735999999</c:v>
                      </c:pt>
                      <c:pt idx="11">
                        <c:v>23.147696463999999</c:v>
                      </c:pt>
                      <c:pt idx="12">
                        <c:v>25.569896093000001</c:v>
                      </c:pt>
                      <c:pt idx="13">
                        <c:v>29.324995532999999</c:v>
                      </c:pt>
                      <c:pt idx="14">
                        <c:v>30.293191162999999</c:v>
                      </c:pt>
                      <c:pt idx="15">
                        <c:v>29.226675019000002</c:v>
                      </c:pt>
                      <c:pt idx="16">
                        <c:v>25.360908243000001</c:v>
                      </c:pt>
                      <c:pt idx="17">
                        <c:v>25.707648969000001</c:v>
                      </c:pt>
                      <c:pt idx="18">
                        <c:v>25.646711094</c:v>
                      </c:pt>
                      <c:pt idx="19">
                        <c:v>30.489206329999998</c:v>
                      </c:pt>
                      <c:pt idx="20">
                        <c:v>33.972550744000003</c:v>
                      </c:pt>
                      <c:pt idx="21">
                        <c:v>39.353822242</c:v>
                      </c:pt>
                      <c:pt idx="22">
                        <c:v>39.097995744999999</c:v>
                      </c:pt>
                      <c:pt idx="23">
                        <c:v>33.574253482000003</c:v>
                      </c:pt>
                      <c:pt idx="24">
                        <c:v>24.721458735999999</c:v>
                      </c:pt>
                      <c:pt idx="25">
                        <c:v>15.720411168</c:v>
                      </c:pt>
                      <c:pt idx="26">
                        <c:v>9.2665717440000002</c:v>
                      </c:pt>
                      <c:pt idx="27">
                        <c:v>5.6233392760000003</c:v>
                      </c:pt>
                      <c:pt idx="28">
                        <c:v>3.948760627</c:v>
                      </c:pt>
                      <c:pt idx="29">
                        <c:v>4.3539418019999996</c:v>
                      </c:pt>
                      <c:pt idx="30">
                        <c:v>7.9944296909999997</c:v>
                      </c:pt>
                      <c:pt idx="31">
                        <c:v>12.182488708999999</c:v>
                      </c:pt>
                      <c:pt idx="32">
                        <c:v>17.104777181999999</c:v>
                      </c:pt>
                      <c:pt idx="33">
                        <c:v>20.717373180999999</c:v>
                      </c:pt>
                      <c:pt idx="34">
                        <c:v>23.598912079000002</c:v>
                      </c:pt>
                      <c:pt idx="35">
                        <c:v>27.136090932999998</c:v>
                      </c:pt>
                      <c:pt idx="36">
                        <c:v>27.833531057999998</c:v>
                      </c:pt>
                      <c:pt idx="37">
                        <c:v>30.006447297000001</c:v>
                      </c:pt>
                      <c:pt idx="38">
                        <c:v>34.93748042</c:v>
                      </c:pt>
                      <c:pt idx="39">
                        <c:v>32.609441562000001</c:v>
                      </c:pt>
                      <c:pt idx="40">
                        <c:v>26.718306628000001</c:v>
                      </c:pt>
                      <c:pt idx="41">
                        <c:v>26.899817091999999</c:v>
                      </c:pt>
                      <c:pt idx="42">
                        <c:v>26.931695313999999</c:v>
                      </c:pt>
                      <c:pt idx="43">
                        <c:v>31.994393689999999</c:v>
                      </c:pt>
                      <c:pt idx="44">
                        <c:v>35.476494066000001</c:v>
                      </c:pt>
                      <c:pt idx="45">
                        <c:v>41.221360058000002</c:v>
                      </c:pt>
                      <c:pt idx="46">
                        <c:v>40.430460435000001</c:v>
                      </c:pt>
                      <c:pt idx="47">
                        <c:v>34.944365857999998</c:v>
                      </c:pt>
                      <c:pt idx="48">
                        <c:v>25.468465733999999</c:v>
                      </c:pt>
                      <c:pt idx="49">
                        <c:v>16.125182275</c:v>
                      </c:pt>
                      <c:pt idx="50">
                        <c:v>9.2964164520000008</c:v>
                      </c:pt>
                      <c:pt idx="51">
                        <c:v>5.6101840100000002</c:v>
                      </c:pt>
                      <c:pt idx="52">
                        <c:v>4.0929932840000003</c:v>
                      </c:pt>
                      <c:pt idx="53">
                        <c:v>4.6274173230000004</c:v>
                      </c:pt>
                      <c:pt idx="54">
                        <c:v>8.4595221439999992</c:v>
                      </c:pt>
                      <c:pt idx="55">
                        <c:v>12.781581065999999</c:v>
                      </c:pt>
                      <c:pt idx="56">
                        <c:v>17.252014720999998</c:v>
                      </c:pt>
                      <c:pt idx="57">
                        <c:v>19.939496426000002</c:v>
                      </c:pt>
                      <c:pt idx="58">
                        <c:v>21.982644798999999</c:v>
                      </c:pt>
                      <c:pt idx="59">
                        <c:v>24.421030562999999</c:v>
                      </c:pt>
                      <c:pt idx="60">
                        <c:v>25.981908487999998</c:v>
                      </c:pt>
                      <c:pt idx="61">
                        <c:v>30.091003846</c:v>
                      </c:pt>
                      <c:pt idx="62">
                        <c:v>31.736507226000001</c:v>
                      </c:pt>
                      <c:pt idx="63">
                        <c:v>30.312487574999999</c:v>
                      </c:pt>
                      <c:pt idx="64">
                        <c:v>25.634664815000001</c:v>
                      </c:pt>
                      <c:pt idx="65">
                        <c:v>26.055444258000001</c:v>
                      </c:pt>
                      <c:pt idx="66">
                        <c:v>26.210058442000001</c:v>
                      </c:pt>
                      <c:pt idx="67">
                        <c:v>31.016698390999998</c:v>
                      </c:pt>
                      <c:pt idx="68">
                        <c:v>34.481844512000002</c:v>
                      </c:pt>
                      <c:pt idx="69">
                        <c:v>39.768966599000002</c:v>
                      </c:pt>
                      <c:pt idx="70">
                        <c:v>38.788230069999997</c:v>
                      </c:pt>
                      <c:pt idx="71">
                        <c:v>32.098726974000002</c:v>
                      </c:pt>
                      <c:pt idx="72">
                        <c:v>22.014306208000001</c:v>
                      </c:pt>
                      <c:pt idx="73">
                        <c:v>13.168613685</c:v>
                      </c:pt>
                      <c:pt idx="74">
                        <c:v>7.4635178309999999</c:v>
                      </c:pt>
                      <c:pt idx="75">
                        <c:v>4.6713224489999998</c:v>
                      </c:pt>
                      <c:pt idx="76">
                        <c:v>3.6422806539999999</c:v>
                      </c:pt>
                      <c:pt idx="77">
                        <c:v>4.3093254229999998</c:v>
                      </c:pt>
                      <c:pt idx="78">
                        <c:v>8.9072188590000003</c:v>
                      </c:pt>
                      <c:pt idx="79">
                        <c:v>13.330545048999999</c:v>
                      </c:pt>
                      <c:pt idx="80">
                        <c:v>16.402442994000001</c:v>
                      </c:pt>
                      <c:pt idx="81">
                        <c:v>17.958803671999998</c:v>
                      </c:pt>
                      <c:pt idx="82">
                        <c:v>19.732169066000001</c:v>
                      </c:pt>
                      <c:pt idx="83">
                        <c:v>22.689356537999998</c:v>
                      </c:pt>
                      <c:pt idx="84">
                        <c:v>24.231555405000002</c:v>
                      </c:pt>
                      <c:pt idx="85">
                        <c:v>27.445626107999999</c:v>
                      </c:pt>
                      <c:pt idx="86">
                        <c:v>27.920846056999999</c:v>
                      </c:pt>
                      <c:pt idx="87">
                        <c:v>27.151026751</c:v>
                      </c:pt>
                      <c:pt idx="88">
                        <c:v>24.560771302999999</c:v>
                      </c:pt>
                      <c:pt idx="89">
                        <c:v>25.760128848000001</c:v>
                      </c:pt>
                      <c:pt idx="90">
                        <c:v>25.844284605999999</c:v>
                      </c:pt>
                      <c:pt idx="91">
                        <c:v>30.86927322</c:v>
                      </c:pt>
                      <c:pt idx="92">
                        <c:v>34.462993937</c:v>
                      </c:pt>
                      <c:pt idx="93">
                        <c:v>39.472967595</c:v>
                      </c:pt>
                      <c:pt idx="94">
                        <c:v>38.016206865999997</c:v>
                      </c:pt>
                      <c:pt idx="95">
                        <c:v>30.892407850000001</c:v>
                      </c:pt>
                      <c:pt idx="96">
                        <c:v>20.825082268999999</c:v>
                      </c:pt>
                      <c:pt idx="97">
                        <c:v>12.200537946000001</c:v>
                      </c:pt>
                      <c:pt idx="98">
                        <c:v>6.9768295340000002</c:v>
                      </c:pt>
                      <c:pt idx="99">
                        <c:v>4.433018101</c:v>
                      </c:pt>
                      <c:pt idx="100">
                        <c:v>3.5049955480000001</c:v>
                      </c:pt>
                      <c:pt idx="101">
                        <c:v>4.2697119929999996</c:v>
                      </c:pt>
                      <c:pt idx="102">
                        <c:v>9.0215142230000005</c:v>
                      </c:pt>
                      <c:pt idx="103">
                        <c:v>13.95792148</c:v>
                      </c:pt>
                      <c:pt idx="104">
                        <c:v>16.571258727</c:v>
                      </c:pt>
                      <c:pt idx="105">
                        <c:v>17.912623814</c:v>
                      </c:pt>
                      <c:pt idx="106">
                        <c:v>19.622809392000001</c:v>
                      </c:pt>
                      <c:pt idx="107">
                        <c:v>22.472830528999999</c:v>
                      </c:pt>
                      <c:pt idx="108">
                        <c:v>24.281457207999999</c:v>
                      </c:pt>
                      <c:pt idx="109">
                        <c:v>27.689491126</c:v>
                      </c:pt>
                      <c:pt idx="110">
                        <c:v>28.264316975</c:v>
                      </c:pt>
                      <c:pt idx="111">
                        <c:v>27.483963601999999</c:v>
                      </c:pt>
                      <c:pt idx="112">
                        <c:v>24.588925833000001</c:v>
                      </c:pt>
                      <c:pt idx="113">
                        <c:v>25.628261602999999</c:v>
                      </c:pt>
                      <c:pt idx="114">
                        <c:v>25.719420849999999</c:v>
                      </c:pt>
                      <c:pt idx="115">
                        <c:v>30.737137221000001</c:v>
                      </c:pt>
                      <c:pt idx="116">
                        <c:v>34.473174100999998</c:v>
                      </c:pt>
                      <c:pt idx="117">
                        <c:v>39.958817688000003</c:v>
                      </c:pt>
                      <c:pt idx="118">
                        <c:v>38.374311216999999</c:v>
                      </c:pt>
                      <c:pt idx="119">
                        <c:v>31.247715663000001</c:v>
                      </c:pt>
                      <c:pt idx="120">
                        <c:v>21.077489941</c:v>
                      </c:pt>
                      <c:pt idx="121">
                        <c:v>12.426673829</c:v>
                      </c:pt>
                      <c:pt idx="122">
                        <c:v>7.0191359169999998</c:v>
                      </c:pt>
                      <c:pt idx="123">
                        <c:v>4.4786627819999998</c:v>
                      </c:pt>
                      <c:pt idx="124">
                        <c:v>3.5332292440000002</c:v>
                      </c:pt>
                      <c:pt idx="125">
                        <c:v>4.2577573080000004</c:v>
                      </c:pt>
                      <c:pt idx="126">
                        <c:v>9.2125143850000004</c:v>
                      </c:pt>
                      <c:pt idx="127">
                        <c:v>13.946261197</c:v>
                      </c:pt>
                      <c:pt idx="128">
                        <c:v>16.391726157000001</c:v>
                      </c:pt>
                      <c:pt idx="129">
                        <c:v>18.004862366000001</c:v>
                      </c:pt>
                      <c:pt idx="130">
                        <c:v>20.037783610000002</c:v>
                      </c:pt>
                      <c:pt idx="131">
                        <c:v>22.808925481999999</c:v>
                      </c:pt>
                      <c:pt idx="132">
                        <c:v>25.264560394</c:v>
                      </c:pt>
                      <c:pt idx="133">
                        <c:v>29.987477846000001</c:v>
                      </c:pt>
                      <c:pt idx="134">
                        <c:v>30.595524443999999</c:v>
                      </c:pt>
                      <c:pt idx="135">
                        <c:v>28.782955009999998</c:v>
                      </c:pt>
                      <c:pt idx="136">
                        <c:v>24.881327633000001</c:v>
                      </c:pt>
                      <c:pt idx="137">
                        <c:v>25.689938015999999</c:v>
                      </c:pt>
                      <c:pt idx="138">
                        <c:v>27.734573631</c:v>
                      </c:pt>
                      <c:pt idx="139">
                        <c:v>31.979749955999999</c:v>
                      </c:pt>
                      <c:pt idx="140">
                        <c:v>34.564054597000002</c:v>
                      </c:pt>
                      <c:pt idx="141">
                        <c:v>39.707745809999999</c:v>
                      </c:pt>
                      <c:pt idx="142">
                        <c:v>38.130803739999998</c:v>
                      </c:pt>
                      <c:pt idx="143">
                        <c:v>31.839964627000001</c:v>
                      </c:pt>
                      <c:pt idx="144">
                        <c:v>22.244335961000001</c:v>
                      </c:pt>
                      <c:pt idx="145">
                        <c:v>13.26867296</c:v>
                      </c:pt>
                      <c:pt idx="146">
                        <c:v>7.9310783479999998</c:v>
                      </c:pt>
                      <c:pt idx="147">
                        <c:v>4.7136264700000003</c:v>
                      </c:pt>
                      <c:pt idx="148">
                        <c:v>3.6231553660000002</c:v>
                      </c:pt>
                      <c:pt idx="149">
                        <c:v>4.3944528309999997</c:v>
                      </c:pt>
                      <c:pt idx="150">
                        <c:v>9.3799583910000006</c:v>
                      </c:pt>
                      <c:pt idx="151">
                        <c:v>13.988721046</c:v>
                      </c:pt>
                      <c:pt idx="152">
                        <c:v>16.636581888999999</c:v>
                      </c:pt>
                      <c:pt idx="153">
                        <c:v>17.994100270000001</c:v>
                      </c:pt>
                      <c:pt idx="154">
                        <c:v>19.857525528</c:v>
                      </c:pt>
                      <c:pt idx="155">
                        <c:v>22.403497628</c:v>
                      </c:pt>
                      <c:pt idx="156">
                        <c:v>24.302730623999999</c:v>
                      </c:pt>
                      <c:pt idx="157">
                        <c:v>27.56920453</c:v>
                      </c:pt>
                      <c:pt idx="158">
                        <c:v>28.311111728</c:v>
                      </c:pt>
                      <c:pt idx="159">
                        <c:v>27.202235777999999</c:v>
                      </c:pt>
                      <c:pt idx="160">
                        <c:v>24.975722805</c:v>
                      </c:pt>
                      <c:pt idx="161">
                        <c:v>26.286229958</c:v>
                      </c:pt>
                      <c:pt idx="162">
                        <c:v>26.516941860999999</c:v>
                      </c:pt>
                      <c:pt idx="163">
                        <c:v>31.072927742000001</c:v>
                      </c:pt>
                      <c:pt idx="164">
                        <c:v>34.473673787999999</c:v>
                      </c:pt>
                      <c:pt idx="165">
                        <c:v>39.425203908</c:v>
                      </c:pt>
                      <c:pt idx="166">
                        <c:v>37.885690162000003</c:v>
                      </c:pt>
                      <c:pt idx="167">
                        <c:v>30.383387933000002</c:v>
                      </c:pt>
                      <c:pt idx="168">
                        <c:v>20.730939936999999</c:v>
                      </c:pt>
                      <c:pt idx="169">
                        <c:v>12.316778855000001</c:v>
                      </c:pt>
                      <c:pt idx="170">
                        <c:v>7.0764795730000003</c:v>
                      </c:pt>
                      <c:pt idx="171">
                        <c:v>4.4876782039999998</c:v>
                      </c:pt>
                      <c:pt idx="172">
                        <c:v>3.5700271319999999</c:v>
                      </c:pt>
                      <c:pt idx="173">
                        <c:v>4.4075197990000001</c:v>
                      </c:pt>
                      <c:pt idx="174">
                        <c:v>9.5010494199999993</c:v>
                      </c:pt>
                      <c:pt idx="175">
                        <c:v>14.579467004</c:v>
                      </c:pt>
                      <c:pt idx="176">
                        <c:v>17.772668772999999</c:v>
                      </c:pt>
                      <c:pt idx="177">
                        <c:v>20.043473281000001</c:v>
                      </c:pt>
                      <c:pt idx="178">
                        <c:v>21.431519382000001</c:v>
                      </c:pt>
                      <c:pt idx="179">
                        <c:v>23.463433970000001</c:v>
                      </c:pt>
                      <c:pt idx="180">
                        <c:v>25.656640476</c:v>
                      </c:pt>
                      <c:pt idx="181">
                        <c:v>29.020000195000001</c:v>
                      </c:pt>
                      <c:pt idx="182">
                        <c:v>29.791212915999999</c:v>
                      </c:pt>
                      <c:pt idx="183">
                        <c:v>28.509876367</c:v>
                      </c:pt>
                      <c:pt idx="184">
                        <c:v>25.218307054</c:v>
                      </c:pt>
                      <c:pt idx="185">
                        <c:v>26.121131256999998</c:v>
                      </c:pt>
                      <c:pt idx="186">
                        <c:v>26.527806459000001</c:v>
                      </c:pt>
                      <c:pt idx="187">
                        <c:v>31.661060213999999</c:v>
                      </c:pt>
                      <c:pt idx="188">
                        <c:v>35.191840956</c:v>
                      </c:pt>
                      <c:pt idx="189">
                        <c:v>39.893593332000002</c:v>
                      </c:pt>
                      <c:pt idx="190">
                        <c:v>39.077510727000003</c:v>
                      </c:pt>
                      <c:pt idx="191">
                        <c:v>32.797036022999997</c:v>
                      </c:pt>
                      <c:pt idx="192">
                        <c:v>23.490260879000001</c:v>
                      </c:pt>
                      <c:pt idx="193">
                        <c:v>14.910394986</c:v>
                      </c:pt>
                      <c:pt idx="194">
                        <c:v>8.6684326760000001</c:v>
                      </c:pt>
                      <c:pt idx="195">
                        <c:v>5.4192759449999999</c:v>
                      </c:pt>
                      <c:pt idx="196">
                        <c:v>3.9360197490000002</c:v>
                      </c:pt>
                      <c:pt idx="197">
                        <c:v>4.2496421360000003</c:v>
                      </c:pt>
                      <c:pt idx="198">
                        <c:v>8.3587393589999994</c:v>
                      </c:pt>
                      <c:pt idx="199">
                        <c:v>12.69798046</c:v>
                      </c:pt>
                      <c:pt idx="200">
                        <c:v>17.507163706</c:v>
                      </c:pt>
                      <c:pt idx="201">
                        <c:v>20.644968276</c:v>
                      </c:pt>
                      <c:pt idx="202">
                        <c:v>23.521372281000001</c:v>
                      </c:pt>
                      <c:pt idx="203">
                        <c:v>26.613881804999998</c:v>
                      </c:pt>
                      <c:pt idx="204">
                        <c:v>27.088499725999998</c:v>
                      </c:pt>
                      <c:pt idx="205">
                        <c:v>29.324200396999998</c:v>
                      </c:pt>
                      <c:pt idx="206">
                        <c:v>33.868343033000002</c:v>
                      </c:pt>
                      <c:pt idx="207">
                        <c:v>31.151362172999999</c:v>
                      </c:pt>
                      <c:pt idx="208">
                        <c:v>26.189638055</c:v>
                      </c:pt>
                      <c:pt idx="209">
                        <c:v>26.591001148</c:v>
                      </c:pt>
                      <c:pt idx="210">
                        <c:v>26.427132736000001</c:v>
                      </c:pt>
                      <c:pt idx="211">
                        <c:v>31.885176535999999</c:v>
                      </c:pt>
                      <c:pt idx="212">
                        <c:v>35.646306281000001</c:v>
                      </c:pt>
                      <c:pt idx="213">
                        <c:v>40.709430533999999</c:v>
                      </c:pt>
                      <c:pt idx="214">
                        <c:v>40.109571432999999</c:v>
                      </c:pt>
                      <c:pt idx="215">
                        <c:v>33.555251654999999</c:v>
                      </c:pt>
                      <c:pt idx="216">
                        <c:v>23.696624505999999</c:v>
                      </c:pt>
                      <c:pt idx="217">
                        <c:v>14.342016328</c:v>
                      </c:pt>
                      <c:pt idx="218">
                        <c:v>8.2812736939999994</c:v>
                      </c:pt>
                      <c:pt idx="219">
                        <c:v>5.0469330809999997</c:v>
                      </c:pt>
                      <c:pt idx="220">
                        <c:v>3.7787781109999998</c:v>
                      </c:pt>
                      <c:pt idx="221">
                        <c:v>4.2107280830000002</c:v>
                      </c:pt>
                      <c:pt idx="222">
                        <c:v>8.4172975769999994</c:v>
                      </c:pt>
                      <c:pt idx="223">
                        <c:v>12.971233528999999</c:v>
                      </c:pt>
                      <c:pt idx="224">
                        <c:v>17.07407942</c:v>
                      </c:pt>
                      <c:pt idx="225">
                        <c:v>19.534559334000001</c:v>
                      </c:pt>
                      <c:pt idx="226">
                        <c:v>21.410160835999999</c:v>
                      </c:pt>
                      <c:pt idx="227">
                        <c:v>23.781229339999999</c:v>
                      </c:pt>
                      <c:pt idx="228">
                        <c:v>25.337843850999999</c:v>
                      </c:pt>
                      <c:pt idx="229">
                        <c:v>29.889371832999998</c:v>
                      </c:pt>
                      <c:pt idx="230">
                        <c:v>31.369248226</c:v>
                      </c:pt>
                      <c:pt idx="231">
                        <c:v>29.513995210000001</c:v>
                      </c:pt>
                      <c:pt idx="232">
                        <c:v>25.502578477</c:v>
                      </c:pt>
                      <c:pt idx="233">
                        <c:v>26.135183464000001</c:v>
                      </c:pt>
                      <c:pt idx="234">
                        <c:v>26.511997757</c:v>
                      </c:pt>
                      <c:pt idx="235">
                        <c:v>31.165183858999999</c:v>
                      </c:pt>
                      <c:pt idx="236">
                        <c:v>35.566343281999998</c:v>
                      </c:pt>
                      <c:pt idx="237">
                        <c:v>40.651590958</c:v>
                      </c:pt>
                      <c:pt idx="238">
                        <c:v>38.153774835999997</c:v>
                      </c:pt>
                      <c:pt idx="239">
                        <c:v>30.568258226000001</c:v>
                      </c:pt>
                      <c:pt idx="240">
                        <c:v>20.333412014</c:v>
                      </c:pt>
                      <c:pt idx="241">
                        <c:v>12.019229452999999</c:v>
                      </c:pt>
                      <c:pt idx="242">
                        <c:v>6.9346040159999998</c:v>
                      </c:pt>
                      <c:pt idx="243">
                        <c:v>4.5029093519999996</c:v>
                      </c:pt>
                      <c:pt idx="244">
                        <c:v>3.5415208260000002</c:v>
                      </c:pt>
                      <c:pt idx="245">
                        <c:v>4.1803370380000002</c:v>
                      </c:pt>
                      <c:pt idx="246">
                        <c:v>8.9550484990000001</c:v>
                      </c:pt>
                      <c:pt idx="247">
                        <c:v>13.488970484999999</c:v>
                      </c:pt>
                      <c:pt idx="248">
                        <c:v>16.325380655</c:v>
                      </c:pt>
                      <c:pt idx="249">
                        <c:v>17.228666462</c:v>
                      </c:pt>
                      <c:pt idx="250">
                        <c:v>18.887801949</c:v>
                      </c:pt>
                      <c:pt idx="251">
                        <c:v>21.543502455999999</c:v>
                      </c:pt>
                      <c:pt idx="252">
                        <c:v>23.511626403000001</c:v>
                      </c:pt>
                      <c:pt idx="253">
                        <c:v>26.972270693999999</c:v>
                      </c:pt>
                      <c:pt idx="254">
                        <c:v>27.805147036000001</c:v>
                      </c:pt>
                      <c:pt idx="255">
                        <c:v>26.719852936999999</c:v>
                      </c:pt>
                      <c:pt idx="256">
                        <c:v>24.803380253</c:v>
                      </c:pt>
                      <c:pt idx="257">
                        <c:v>26.458743408</c:v>
                      </c:pt>
                      <c:pt idx="258">
                        <c:v>26.829319749</c:v>
                      </c:pt>
                      <c:pt idx="259">
                        <c:v>31.333135095999999</c:v>
                      </c:pt>
                      <c:pt idx="260">
                        <c:v>35.476001793999998</c:v>
                      </c:pt>
                      <c:pt idx="261">
                        <c:v>39.751585718000001</c:v>
                      </c:pt>
                      <c:pt idx="262">
                        <c:v>37.668356912999997</c:v>
                      </c:pt>
                      <c:pt idx="263">
                        <c:v>29.825272719000001</c:v>
                      </c:pt>
                      <c:pt idx="264">
                        <c:v>19.692847585999999</c:v>
                      </c:pt>
                      <c:pt idx="265">
                        <c:v>11.581381500000001</c:v>
                      </c:pt>
                      <c:pt idx="266">
                        <c:v>6.599004689</c:v>
                      </c:pt>
                      <c:pt idx="267">
                        <c:v>4.2887441690000001</c:v>
                      </c:pt>
                      <c:pt idx="268">
                        <c:v>3.4724883499999999</c:v>
                      </c:pt>
                      <c:pt idx="269">
                        <c:v>4.18279917</c:v>
                      </c:pt>
                      <c:pt idx="270">
                        <c:v>9.2263243250000002</c:v>
                      </c:pt>
                      <c:pt idx="271">
                        <c:v>13.954429373</c:v>
                      </c:pt>
                      <c:pt idx="272">
                        <c:v>16.477525538999998</c:v>
                      </c:pt>
                      <c:pt idx="273">
                        <c:v>17.772048617999999</c:v>
                      </c:pt>
                      <c:pt idx="274">
                        <c:v>19.530032425999998</c:v>
                      </c:pt>
                      <c:pt idx="275">
                        <c:v>22.035753713999998</c:v>
                      </c:pt>
                      <c:pt idx="276">
                        <c:v>24.106113957000002</c:v>
                      </c:pt>
                      <c:pt idx="277">
                        <c:v>27.427050569999999</c:v>
                      </c:pt>
                      <c:pt idx="278">
                        <c:v>27.694213478999998</c:v>
                      </c:pt>
                      <c:pt idx="279">
                        <c:v>26.695460322999999</c:v>
                      </c:pt>
                      <c:pt idx="280">
                        <c:v>24.954165256</c:v>
                      </c:pt>
                      <c:pt idx="281">
                        <c:v>26.296250475000001</c:v>
                      </c:pt>
                      <c:pt idx="282">
                        <c:v>26.440162790999999</c:v>
                      </c:pt>
                      <c:pt idx="283">
                        <c:v>31.381494795999998</c:v>
                      </c:pt>
                      <c:pt idx="284">
                        <c:v>35.811141824000003</c:v>
                      </c:pt>
                      <c:pt idx="285">
                        <c:v>40.498913834</c:v>
                      </c:pt>
                      <c:pt idx="286">
                        <c:v>37.882025650999999</c:v>
                      </c:pt>
                      <c:pt idx="287">
                        <c:v>29.878334908999999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B4D5-4FAE-AE9D-D02EB97D558B}"/>
                  </c:ext>
                </c:extLst>
              </c15:ser>
            </c15:filteredLineSeries>
            <c15:filteredLine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12-10-2026'!$L$1</c15:sqref>
                        </c15:formulaRef>
                      </c:ext>
                    </c:extLst>
                    <c:strCache>
                      <c:ptCount val="1"/>
                      <c:pt idx="0">
                        <c:v>BMR-DGW2 SGi 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12-10-2026'!$L$2:$L$289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20.423270535</c:v>
                      </c:pt>
                      <c:pt idx="1">
                        <c:v>12.411712295999999</c:v>
                      </c:pt>
                      <c:pt idx="2">
                        <c:v>7.0348068540000002</c:v>
                      </c:pt>
                      <c:pt idx="3">
                        <c:v>4.3501962939999999</c:v>
                      </c:pt>
                      <c:pt idx="4">
                        <c:v>3.2567542309999999</c:v>
                      </c:pt>
                      <c:pt idx="5">
                        <c:v>3.8989175519999999</c:v>
                      </c:pt>
                      <c:pt idx="6">
                        <c:v>7.9459767460000004</c:v>
                      </c:pt>
                      <c:pt idx="7">
                        <c:v>12.315370869000001</c:v>
                      </c:pt>
                      <c:pt idx="8">
                        <c:v>14.960166293</c:v>
                      </c:pt>
                      <c:pt idx="9">
                        <c:v>16.560662639</c:v>
                      </c:pt>
                      <c:pt idx="10">
                        <c:v>18.545066661</c:v>
                      </c:pt>
                      <c:pt idx="11">
                        <c:v>20.933363578000002</c:v>
                      </c:pt>
                      <c:pt idx="12">
                        <c:v>23.00153929</c:v>
                      </c:pt>
                      <c:pt idx="13">
                        <c:v>26.443919008000002</c:v>
                      </c:pt>
                      <c:pt idx="14">
                        <c:v>27.210876616</c:v>
                      </c:pt>
                      <c:pt idx="15">
                        <c:v>26.262482835</c:v>
                      </c:pt>
                      <c:pt idx="16">
                        <c:v>22.884774492999998</c:v>
                      </c:pt>
                      <c:pt idx="17">
                        <c:v>23.583726701</c:v>
                      </c:pt>
                      <c:pt idx="18">
                        <c:v>23.474375195</c:v>
                      </c:pt>
                      <c:pt idx="19">
                        <c:v>27.804699199000002</c:v>
                      </c:pt>
                      <c:pt idx="20">
                        <c:v>31.025441536999999</c:v>
                      </c:pt>
                      <c:pt idx="21">
                        <c:v>35.843568150000003</c:v>
                      </c:pt>
                      <c:pt idx="22">
                        <c:v>35.481885828000003</c:v>
                      </c:pt>
                      <c:pt idx="23">
                        <c:v>30.596565983000001</c:v>
                      </c:pt>
                      <c:pt idx="24">
                        <c:v>22.382822514000001</c:v>
                      </c:pt>
                      <c:pt idx="25">
                        <c:v>14.340636129</c:v>
                      </c:pt>
                      <c:pt idx="26">
                        <c:v>8.5296438610000003</c:v>
                      </c:pt>
                      <c:pt idx="27">
                        <c:v>5.1463460640000003</c:v>
                      </c:pt>
                      <c:pt idx="28">
                        <c:v>3.524389529</c:v>
                      </c:pt>
                      <c:pt idx="29">
                        <c:v>3.7633337130000002</c:v>
                      </c:pt>
                      <c:pt idx="30">
                        <c:v>6.9593748</c:v>
                      </c:pt>
                      <c:pt idx="31">
                        <c:v>10.589578925</c:v>
                      </c:pt>
                      <c:pt idx="32">
                        <c:v>15.077867571000001</c:v>
                      </c:pt>
                      <c:pt idx="33">
                        <c:v>18.590088786999999</c:v>
                      </c:pt>
                      <c:pt idx="34">
                        <c:v>21.405434883000002</c:v>
                      </c:pt>
                      <c:pt idx="35">
                        <c:v>24.658509117000001</c:v>
                      </c:pt>
                      <c:pt idx="36">
                        <c:v>25.174725078000002</c:v>
                      </c:pt>
                      <c:pt idx="37">
                        <c:v>27.026194500999999</c:v>
                      </c:pt>
                      <c:pt idx="38">
                        <c:v>31.619085330000001</c:v>
                      </c:pt>
                      <c:pt idx="39">
                        <c:v>29.444846254000002</c:v>
                      </c:pt>
                      <c:pt idx="40">
                        <c:v>23.988692532999998</c:v>
                      </c:pt>
                      <c:pt idx="41">
                        <c:v>24.414701616999999</c:v>
                      </c:pt>
                      <c:pt idx="42">
                        <c:v>24.223010801000001</c:v>
                      </c:pt>
                      <c:pt idx="43">
                        <c:v>28.853732642000001</c:v>
                      </c:pt>
                      <c:pt idx="44">
                        <c:v>31.923073076000001</c:v>
                      </c:pt>
                      <c:pt idx="45">
                        <c:v>37.185842837000003</c:v>
                      </c:pt>
                      <c:pt idx="46">
                        <c:v>36.627649888000001</c:v>
                      </c:pt>
                      <c:pt idx="47">
                        <c:v>31.450105804</c:v>
                      </c:pt>
                      <c:pt idx="48">
                        <c:v>23.082492889000001</c:v>
                      </c:pt>
                      <c:pt idx="49">
                        <c:v>14.559679091</c:v>
                      </c:pt>
                      <c:pt idx="50">
                        <c:v>8.4986888090000008</c:v>
                      </c:pt>
                      <c:pt idx="51">
                        <c:v>5.1558459680000004</c:v>
                      </c:pt>
                      <c:pt idx="52">
                        <c:v>3.5546556979999999</c:v>
                      </c:pt>
                      <c:pt idx="53">
                        <c:v>3.9044546649999998</c:v>
                      </c:pt>
                      <c:pt idx="54">
                        <c:v>7.2869611519999999</c:v>
                      </c:pt>
                      <c:pt idx="55">
                        <c:v>11.084181527</c:v>
                      </c:pt>
                      <c:pt idx="56">
                        <c:v>15.268354885000001</c:v>
                      </c:pt>
                      <c:pt idx="57">
                        <c:v>17.897343136</c:v>
                      </c:pt>
                      <c:pt idx="58">
                        <c:v>19.712336519000001</c:v>
                      </c:pt>
                      <c:pt idx="59">
                        <c:v>21.961147792999999</c:v>
                      </c:pt>
                      <c:pt idx="60">
                        <c:v>23.386512928999998</c:v>
                      </c:pt>
                      <c:pt idx="61">
                        <c:v>27.227906124</c:v>
                      </c:pt>
                      <c:pt idx="62">
                        <c:v>28.648807544</c:v>
                      </c:pt>
                      <c:pt idx="63">
                        <c:v>27.479685884999999</c:v>
                      </c:pt>
                      <c:pt idx="64">
                        <c:v>23.245232564999998</c:v>
                      </c:pt>
                      <c:pt idx="65">
                        <c:v>23.782214331999999</c:v>
                      </c:pt>
                      <c:pt idx="66">
                        <c:v>23.795964393999999</c:v>
                      </c:pt>
                      <c:pt idx="67">
                        <c:v>28.161795014999999</c:v>
                      </c:pt>
                      <c:pt idx="68">
                        <c:v>31.144451048000001</c:v>
                      </c:pt>
                      <c:pt idx="69">
                        <c:v>35.985697901999998</c:v>
                      </c:pt>
                      <c:pt idx="70">
                        <c:v>34.866912137</c:v>
                      </c:pt>
                      <c:pt idx="71">
                        <c:v>29.023873669</c:v>
                      </c:pt>
                      <c:pt idx="72">
                        <c:v>20.090664903</c:v>
                      </c:pt>
                      <c:pt idx="73">
                        <c:v>11.902018376999999</c:v>
                      </c:pt>
                      <c:pt idx="74">
                        <c:v>6.853629669</c:v>
                      </c:pt>
                      <c:pt idx="75">
                        <c:v>4.2004572370000002</c:v>
                      </c:pt>
                      <c:pt idx="76">
                        <c:v>3.163761424</c:v>
                      </c:pt>
                      <c:pt idx="77">
                        <c:v>3.7965748160000001</c:v>
                      </c:pt>
                      <c:pt idx="78">
                        <c:v>7.6877565409999997</c:v>
                      </c:pt>
                      <c:pt idx="79">
                        <c:v>11.545520421000001</c:v>
                      </c:pt>
                      <c:pt idx="80">
                        <c:v>14.411628970000001</c:v>
                      </c:pt>
                      <c:pt idx="81">
                        <c:v>15.919582985</c:v>
                      </c:pt>
                      <c:pt idx="82">
                        <c:v>17.753632941999999</c:v>
                      </c:pt>
                      <c:pt idx="83">
                        <c:v>20.170156383999998</c:v>
                      </c:pt>
                      <c:pt idx="84">
                        <c:v>21.837689468000001</c:v>
                      </c:pt>
                      <c:pt idx="85">
                        <c:v>24.779669269999999</c:v>
                      </c:pt>
                      <c:pt idx="86">
                        <c:v>25.339939718</c:v>
                      </c:pt>
                      <c:pt idx="87">
                        <c:v>24.466019193000001</c:v>
                      </c:pt>
                      <c:pt idx="88">
                        <c:v>22.465779342000001</c:v>
                      </c:pt>
                      <c:pt idx="89">
                        <c:v>23.521883533</c:v>
                      </c:pt>
                      <c:pt idx="90">
                        <c:v>23.486556460999999</c:v>
                      </c:pt>
                      <c:pt idx="91">
                        <c:v>27.879893617</c:v>
                      </c:pt>
                      <c:pt idx="92">
                        <c:v>31.353014933000001</c:v>
                      </c:pt>
                      <c:pt idx="93">
                        <c:v>36.111712206999997</c:v>
                      </c:pt>
                      <c:pt idx="94">
                        <c:v>34.536887565999997</c:v>
                      </c:pt>
                      <c:pt idx="95">
                        <c:v>27.791527385999999</c:v>
                      </c:pt>
                      <c:pt idx="96">
                        <c:v>18.714183229</c:v>
                      </c:pt>
                      <c:pt idx="97">
                        <c:v>10.939431769</c:v>
                      </c:pt>
                      <c:pt idx="98">
                        <c:v>6.2041673670000002</c:v>
                      </c:pt>
                      <c:pt idx="99">
                        <c:v>3.9668767759999999</c:v>
                      </c:pt>
                      <c:pt idx="100">
                        <c:v>3.0766912259999999</c:v>
                      </c:pt>
                      <c:pt idx="101">
                        <c:v>3.6510941589999999</c:v>
                      </c:pt>
                      <c:pt idx="102">
                        <c:v>7.8371835890000003</c:v>
                      </c:pt>
                      <c:pt idx="103">
                        <c:v>11.935319718000001</c:v>
                      </c:pt>
                      <c:pt idx="104">
                        <c:v>14.538940974000001</c:v>
                      </c:pt>
                      <c:pt idx="105">
                        <c:v>15.892682676</c:v>
                      </c:pt>
                      <c:pt idx="106">
                        <c:v>17.641927537000001</c:v>
                      </c:pt>
                      <c:pt idx="107">
                        <c:v>20.368738936</c:v>
                      </c:pt>
                      <c:pt idx="108">
                        <c:v>21.920522244000001</c:v>
                      </c:pt>
                      <c:pt idx="109">
                        <c:v>24.987331293</c:v>
                      </c:pt>
                      <c:pt idx="110">
                        <c:v>25.218438969000001</c:v>
                      </c:pt>
                      <c:pt idx="111">
                        <c:v>24.61119695</c:v>
                      </c:pt>
                      <c:pt idx="112">
                        <c:v>22.207465946999999</c:v>
                      </c:pt>
                      <c:pt idx="113">
                        <c:v>23.240304556000002</c:v>
                      </c:pt>
                      <c:pt idx="114">
                        <c:v>23.394487926</c:v>
                      </c:pt>
                      <c:pt idx="115">
                        <c:v>27.672067148</c:v>
                      </c:pt>
                      <c:pt idx="116">
                        <c:v>31.146320482</c:v>
                      </c:pt>
                      <c:pt idx="117">
                        <c:v>36.095273030999998</c:v>
                      </c:pt>
                      <c:pt idx="118">
                        <c:v>34.639901682999998</c:v>
                      </c:pt>
                      <c:pt idx="119">
                        <c:v>28.321954785999999</c:v>
                      </c:pt>
                      <c:pt idx="120">
                        <c:v>19.238777573</c:v>
                      </c:pt>
                      <c:pt idx="121">
                        <c:v>11.305476258000001</c:v>
                      </c:pt>
                      <c:pt idx="122">
                        <c:v>6.4784511389999997</c:v>
                      </c:pt>
                      <c:pt idx="123">
                        <c:v>4.035821426</c:v>
                      </c:pt>
                      <c:pt idx="124">
                        <c:v>3.097538948</c:v>
                      </c:pt>
                      <c:pt idx="125">
                        <c:v>3.7060845709999999</c:v>
                      </c:pt>
                      <c:pt idx="126">
                        <c:v>7.861942022</c:v>
                      </c:pt>
                      <c:pt idx="127">
                        <c:v>12.053768635000001</c:v>
                      </c:pt>
                      <c:pt idx="128">
                        <c:v>14.674637049999999</c:v>
                      </c:pt>
                      <c:pt idx="129">
                        <c:v>16.109018374000001</c:v>
                      </c:pt>
                      <c:pt idx="130">
                        <c:v>18.126869361000001</c:v>
                      </c:pt>
                      <c:pt idx="131">
                        <c:v>20.539058545</c:v>
                      </c:pt>
                      <c:pt idx="132">
                        <c:v>22.642087971999999</c:v>
                      </c:pt>
                      <c:pt idx="133">
                        <c:v>27.003881947</c:v>
                      </c:pt>
                      <c:pt idx="134">
                        <c:v>27.441675414999999</c:v>
                      </c:pt>
                      <c:pt idx="135">
                        <c:v>25.768474527999999</c:v>
                      </c:pt>
                      <c:pt idx="136">
                        <c:v>22.632479931999999</c:v>
                      </c:pt>
                      <c:pt idx="137">
                        <c:v>23.510672635999999</c:v>
                      </c:pt>
                      <c:pt idx="138">
                        <c:v>25.488661613000001</c:v>
                      </c:pt>
                      <c:pt idx="139">
                        <c:v>29.363646708000001</c:v>
                      </c:pt>
                      <c:pt idx="140">
                        <c:v>31.460517061000001</c:v>
                      </c:pt>
                      <c:pt idx="141">
                        <c:v>36.423469484000002</c:v>
                      </c:pt>
                      <c:pt idx="142">
                        <c:v>34.906018881999998</c:v>
                      </c:pt>
                      <c:pt idx="143">
                        <c:v>28.853232550000001</c:v>
                      </c:pt>
                      <c:pt idx="144">
                        <c:v>20.406858752000002</c:v>
                      </c:pt>
                      <c:pt idx="145">
                        <c:v>12.307464457</c:v>
                      </c:pt>
                      <c:pt idx="146">
                        <c:v>7.3918834689999997</c:v>
                      </c:pt>
                      <c:pt idx="147">
                        <c:v>4.3661275259999996</c:v>
                      </c:pt>
                      <c:pt idx="148">
                        <c:v>3.3047072069999999</c:v>
                      </c:pt>
                      <c:pt idx="149">
                        <c:v>3.8935510189999998</c:v>
                      </c:pt>
                      <c:pt idx="150">
                        <c:v>8.1511071190000006</c:v>
                      </c:pt>
                      <c:pt idx="151">
                        <c:v>12.395243322000001</c:v>
                      </c:pt>
                      <c:pt idx="152">
                        <c:v>14.942607899</c:v>
                      </c:pt>
                      <c:pt idx="153">
                        <c:v>16.308556951</c:v>
                      </c:pt>
                      <c:pt idx="154">
                        <c:v>17.991711693999999</c:v>
                      </c:pt>
                      <c:pt idx="155">
                        <c:v>20.468006769999999</c:v>
                      </c:pt>
                      <c:pt idx="156">
                        <c:v>21.967263108000001</c:v>
                      </c:pt>
                      <c:pt idx="157">
                        <c:v>25.09444809</c:v>
                      </c:pt>
                      <c:pt idx="158">
                        <c:v>25.471567644</c:v>
                      </c:pt>
                      <c:pt idx="159">
                        <c:v>24.681036825</c:v>
                      </c:pt>
                      <c:pt idx="160">
                        <c:v>22.950199522999998</c:v>
                      </c:pt>
                      <c:pt idx="161">
                        <c:v>24.293158674000001</c:v>
                      </c:pt>
                      <c:pt idx="162">
                        <c:v>24.540204152000001</c:v>
                      </c:pt>
                      <c:pt idx="163">
                        <c:v>28.428192106000001</c:v>
                      </c:pt>
                      <c:pt idx="164">
                        <c:v>31.667165938</c:v>
                      </c:pt>
                      <c:pt idx="165">
                        <c:v>36.117484417999997</c:v>
                      </c:pt>
                      <c:pt idx="166">
                        <c:v>34.528756211999998</c:v>
                      </c:pt>
                      <c:pt idx="167">
                        <c:v>27.708750307999999</c:v>
                      </c:pt>
                      <c:pt idx="168">
                        <c:v>18.844769565</c:v>
                      </c:pt>
                      <c:pt idx="169">
                        <c:v>11.275485446999999</c:v>
                      </c:pt>
                      <c:pt idx="170">
                        <c:v>6.4979143989999999</c:v>
                      </c:pt>
                      <c:pt idx="171">
                        <c:v>4.1012178500000003</c:v>
                      </c:pt>
                      <c:pt idx="172">
                        <c:v>3.152221478</c:v>
                      </c:pt>
                      <c:pt idx="173">
                        <c:v>3.7926336520000001</c:v>
                      </c:pt>
                      <c:pt idx="174">
                        <c:v>8.2547250870000006</c:v>
                      </c:pt>
                      <c:pt idx="175">
                        <c:v>12.847749553</c:v>
                      </c:pt>
                      <c:pt idx="176">
                        <c:v>15.747916118999999</c:v>
                      </c:pt>
                      <c:pt idx="177">
                        <c:v>17.922789185999999</c:v>
                      </c:pt>
                      <c:pt idx="178">
                        <c:v>19.251239804000001</c:v>
                      </c:pt>
                      <c:pt idx="179">
                        <c:v>21.239911615</c:v>
                      </c:pt>
                      <c:pt idx="180">
                        <c:v>23.289727567</c:v>
                      </c:pt>
                      <c:pt idx="181">
                        <c:v>26.286627737</c:v>
                      </c:pt>
                      <c:pt idx="182">
                        <c:v>26.672462491000001</c:v>
                      </c:pt>
                      <c:pt idx="183">
                        <c:v>25.625852428999998</c:v>
                      </c:pt>
                      <c:pt idx="184">
                        <c:v>23.041049619999999</c:v>
                      </c:pt>
                      <c:pt idx="185">
                        <c:v>24.021624116000002</c:v>
                      </c:pt>
                      <c:pt idx="186">
                        <c:v>24.272889148000001</c:v>
                      </c:pt>
                      <c:pt idx="187">
                        <c:v>28.85517089</c:v>
                      </c:pt>
                      <c:pt idx="188">
                        <c:v>32.154529441999998</c:v>
                      </c:pt>
                      <c:pt idx="189">
                        <c:v>36.377666245999997</c:v>
                      </c:pt>
                      <c:pt idx="190">
                        <c:v>35.346234733999999</c:v>
                      </c:pt>
                      <c:pt idx="191">
                        <c:v>29.543759184999999</c:v>
                      </c:pt>
                      <c:pt idx="192">
                        <c:v>21.197716641</c:v>
                      </c:pt>
                      <c:pt idx="193">
                        <c:v>13.311658205000001</c:v>
                      </c:pt>
                      <c:pt idx="194">
                        <c:v>7.8093918909999998</c:v>
                      </c:pt>
                      <c:pt idx="195">
                        <c:v>4.9105612550000002</c:v>
                      </c:pt>
                      <c:pt idx="196">
                        <c:v>3.5113725819999999</c:v>
                      </c:pt>
                      <c:pt idx="197">
                        <c:v>3.64436765</c:v>
                      </c:pt>
                      <c:pt idx="198">
                        <c:v>7.1028212960000001</c:v>
                      </c:pt>
                      <c:pt idx="199">
                        <c:v>11.036633235</c:v>
                      </c:pt>
                      <c:pt idx="200">
                        <c:v>15.346358594</c:v>
                      </c:pt>
                      <c:pt idx="201">
                        <c:v>18.614707721999999</c:v>
                      </c:pt>
                      <c:pt idx="202">
                        <c:v>21.127426707000001</c:v>
                      </c:pt>
                      <c:pt idx="203">
                        <c:v>24.106553464000001</c:v>
                      </c:pt>
                      <c:pt idx="204">
                        <c:v>24.484946361999999</c:v>
                      </c:pt>
                      <c:pt idx="205">
                        <c:v>26.647449803000001</c:v>
                      </c:pt>
                      <c:pt idx="206">
                        <c:v>30.787038945999999</c:v>
                      </c:pt>
                      <c:pt idx="207">
                        <c:v>28.265131741000001</c:v>
                      </c:pt>
                      <c:pt idx="208">
                        <c:v>23.851715251000002</c:v>
                      </c:pt>
                      <c:pt idx="209">
                        <c:v>24.213349334</c:v>
                      </c:pt>
                      <c:pt idx="210">
                        <c:v>23.999647183</c:v>
                      </c:pt>
                      <c:pt idx="211">
                        <c:v>28.753007165</c:v>
                      </c:pt>
                      <c:pt idx="212">
                        <c:v>32.446094991000002</c:v>
                      </c:pt>
                      <c:pt idx="213">
                        <c:v>37.059314817000001</c:v>
                      </c:pt>
                      <c:pt idx="214">
                        <c:v>36.464243611999997</c:v>
                      </c:pt>
                      <c:pt idx="215">
                        <c:v>30.374183614</c:v>
                      </c:pt>
                      <c:pt idx="216">
                        <c:v>21.539147106000001</c:v>
                      </c:pt>
                      <c:pt idx="217">
                        <c:v>13.185777986</c:v>
                      </c:pt>
                      <c:pt idx="218">
                        <c:v>7.6567578279999999</c:v>
                      </c:pt>
                      <c:pt idx="219">
                        <c:v>4.7106436269999996</c:v>
                      </c:pt>
                      <c:pt idx="220">
                        <c:v>3.4150089129999999</c:v>
                      </c:pt>
                      <c:pt idx="221">
                        <c:v>3.6511708600000001</c:v>
                      </c:pt>
                      <c:pt idx="222">
                        <c:v>7.3242123169999998</c:v>
                      </c:pt>
                      <c:pt idx="223">
                        <c:v>11.194670761999999</c:v>
                      </c:pt>
                      <c:pt idx="224">
                        <c:v>14.899915288000001</c:v>
                      </c:pt>
                      <c:pt idx="225">
                        <c:v>17.288052388000001</c:v>
                      </c:pt>
                      <c:pt idx="226">
                        <c:v>19.289695823999999</c:v>
                      </c:pt>
                      <c:pt idx="227">
                        <c:v>21.421390103</c:v>
                      </c:pt>
                      <c:pt idx="228">
                        <c:v>22.768923546</c:v>
                      </c:pt>
                      <c:pt idx="229">
                        <c:v>27.022409707000001</c:v>
                      </c:pt>
                      <c:pt idx="230">
                        <c:v>28.370003364999999</c:v>
                      </c:pt>
                      <c:pt idx="231">
                        <c:v>26.572247733000001</c:v>
                      </c:pt>
                      <c:pt idx="232">
                        <c:v>23.029762560000002</c:v>
                      </c:pt>
                      <c:pt idx="233">
                        <c:v>23.844072939</c:v>
                      </c:pt>
                      <c:pt idx="234">
                        <c:v>24.100065534999999</c:v>
                      </c:pt>
                      <c:pt idx="235">
                        <c:v>28.320036385000002</c:v>
                      </c:pt>
                      <c:pt idx="236">
                        <c:v>32.341054847999999</c:v>
                      </c:pt>
                      <c:pt idx="237">
                        <c:v>36.808367017999998</c:v>
                      </c:pt>
                      <c:pt idx="238">
                        <c:v>34.563343988</c:v>
                      </c:pt>
                      <c:pt idx="239">
                        <c:v>27.657018431000001</c:v>
                      </c:pt>
                      <c:pt idx="240">
                        <c:v>18.475859160999999</c:v>
                      </c:pt>
                      <c:pt idx="241">
                        <c:v>10.895744855</c:v>
                      </c:pt>
                      <c:pt idx="242">
                        <c:v>6.3392928829999997</c:v>
                      </c:pt>
                      <c:pt idx="243">
                        <c:v>3.9875279199999998</c:v>
                      </c:pt>
                      <c:pt idx="244">
                        <c:v>3.1008681409999999</c:v>
                      </c:pt>
                      <c:pt idx="245">
                        <c:v>3.5176718500000002</c:v>
                      </c:pt>
                      <c:pt idx="246">
                        <c:v>7.6411803669999996</c:v>
                      </c:pt>
                      <c:pt idx="247">
                        <c:v>11.541055564000001</c:v>
                      </c:pt>
                      <c:pt idx="248">
                        <c:v>14.179476653</c:v>
                      </c:pt>
                      <c:pt idx="249">
                        <c:v>15.439288483</c:v>
                      </c:pt>
                      <c:pt idx="250">
                        <c:v>17.108222716</c:v>
                      </c:pt>
                      <c:pt idx="251">
                        <c:v>19.552687969000001</c:v>
                      </c:pt>
                      <c:pt idx="252">
                        <c:v>21.283197867999998</c:v>
                      </c:pt>
                      <c:pt idx="253">
                        <c:v>24.456213871999999</c:v>
                      </c:pt>
                      <c:pt idx="254">
                        <c:v>25.031453805999998</c:v>
                      </c:pt>
                      <c:pt idx="255">
                        <c:v>24.047726409999999</c:v>
                      </c:pt>
                      <c:pt idx="256">
                        <c:v>22.646874672999999</c:v>
                      </c:pt>
                      <c:pt idx="257">
                        <c:v>24.340827526000002</c:v>
                      </c:pt>
                      <c:pt idx="258">
                        <c:v>24.442421381999999</c:v>
                      </c:pt>
                      <c:pt idx="259">
                        <c:v>28.440187509000001</c:v>
                      </c:pt>
                      <c:pt idx="260">
                        <c:v>32.218027534000001</c:v>
                      </c:pt>
                      <c:pt idx="261">
                        <c:v>36.113112088000001</c:v>
                      </c:pt>
                      <c:pt idx="262">
                        <c:v>34.08902586</c:v>
                      </c:pt>
                      <c:pt idx="263">
                        <c:v>27.058625499000001</c:v>
                      </c:pt>
                      <c:pt idx="264">
                        <c:v>17.840090410999998</c:v>
                      </c:pt>
                      <c:pt idx="265">
                        <c:v>10.484676292</c:v>
                      </c:pt>
                      <c:pt idx="266">
                        <c:v>6.0295857929999999</c:v>
                      </c:pt>
                      <c:pt idx="267">
                        <c:v>3.890313398</c:v>
                      </c:pt>
                      <c:pt idx="268">
                        <c:v>3.1422346430000001</c:v>
                      </c:pt>
                      <c:pt idx="269">
                        <c:v>3.5920333050000002</c:v>
                      </c:pt>
                      <c:pt idx="270">
                        <c:v>7.9105361150000002</c:v>
                      </c:pt>
                      <c:pt idx="271">
                        <c:v>12.207105081</c:v>
                      </c:pt>
                      <c:pt idx="272">
                        <c:v>14.477437919</c:v>
                      </c:pt>
                      <c:pt idx="273">
                        <c:v>15.931874192</c:v>
                      </c:pt>
                      <c:pt idx="274">
                        <c:v>17.765712434000001</c:v>
                      </c:pt>
                      <c:pt idx="275">
                        <c:v>19.982033447999999</c:v>
                      </c:pt>
                      <c:pt idx="276">
                        <c:v>21.831890812000001</c:v>
                      </c:pt>
                      <c:pt idx="277">
                        <c:v>24.863924900000001</c:v>
                      </c:pt>
                      <c:pt idx="278">
                        <c:v>24.861668366</c:v>
                      </c:pt>
                      <c:pt idx="279">
                        <c:v>23.918514889000001</c:v>
                      </c:pt>
                      <c:pt idx="280">
                        <c:v>22.682072053999999</c:v>
                      </c:pt>
                      <c:pt idx="281">
                        <c:v>24.146953164999999</c:v>
                      </c:pt>
                      <c:pt idx="282">
                        <c:v>24.136156788000001</c:v>
                      </c:pt>
                      <c:pt idx="283">
                        <c:v>28.71565301</c:v>
                      </c:pt>
                      <c:pt idx="284">
                        <c:v>32.608885858000001</c:v>
                      </c:pt>
                      <c:pt idx="285">
                        <c:v>36.910021866000001</c:v>
                      </c:pt>
                      <c:pt idx="286">
                        <c:v>34.476716363000001</c:v>
                      </c:pt>
                      <c:pt idx="287">
                        <c:v>26.955441614000001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B4D5-4FAE-AE9D-D02EB97D558B}"/>
                  </c:ext>
                </c:extLst>
              </c15:ser>
            </c15:filteredLineSeries>
            <c15:filteredLin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12-10-2026'!$M$1</c15:sqref>
                        </c15:formulaRef>
                      </c:ext>
                    </c:extLst>
                    <c:strCache>
                      <c:ptCount val="1"/>
                      <c:pt idx="0">
                        <c:v>BMR-DGW2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12-10-2026'!$M$2:$M$289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2.1283529520000002</c:v>
                      </c:pt>
                      <c:pt idx="1">
                        <c:v>1.26578474</c:v>
                      </c:pt>
                      <c:pt idx="2">
                        <c:v>0.73647801199999996</c:v>
                      </c:pt>
                      <c:pt idx="3">
                        <c:v>0.48256605699999999</c:v>
                      </c:pt>
                      <c:pt idx="4">
                        <c:v>0.42288553499999998</c:v>
                      </c:pt>
                      <c:pt idx="5">
                        <c:v>0.60331888300000003</c:v>
                      </c:pt>
                      <c:pt idx="6">
                        <c:v>1.24513969</c:v>
                      </c:pt>
                      <c:pt idx="7">
                        <c:v>1.79012506</c:v>
                      </c:pt>
                      <c:pt idx="8">
                        <c:v>1.95635779</c:v>
                      </c:pt>
                      <c:pt idx="9">
                        <c:v>1.9236734369999999</c:v>
                      </c:pt>
                      <c:pt idx="10">
                        <c:v>1.950618433</c:v>
                      </c:pt>
                      <c:pt idx="11">
                        <c:v>2.1545736560000002</c:v>
                      </c:pt>
                      <c:pt idx="12">
                        <c:v>2.4657638820000001</c:v>
                      </c:pt>
                      <c:pt idx="13">
                        <c:v>2.8344101020000001</c:v>
                      </c:pt>
                      <c:pt idx="14">
                        <c:v>2.953377111</c:v>
                      </c:pt>
                      <c:pt idx="15">
                        <c:v>2.8553350279999998</c:v>
                      </c:pt>
                      <c:pt idx="16">
                        <c:v>2.3861878220000001</c:v>
                      </c:pt>
                      <c:pt idx="17">
                        <c:v>2.1890970470000002</c:v>
                      </c:pt>
                      <c:pt idx="18">
                        <c:v>2.2863049160000002</c:v>
                      </c:pt>
                      <c:pt idx="19">
                        <c:v>2.7503580209999998</c:v>
                      </c:pt>
                      <c:pt idx="20">
                        <c:v>3.0272730879999998</c:v>
                      </c:pt>
                      <c:pt idx="21">
                        <c:v>3.3830903380000001</c:v>
                      </c:pt>
                      <c:pt idx="22">
                        <c:v>3.5580192400000001</c:v>
                      </c:pt>
                      <c:pt idx="23">
                        <c:v>3.1293484359999999</c:v>
                      </c:pt>
                      <c:pt idx="24">
                        <c:v>2.2909266449999999</c:v>
                      </c:pt>
                      <c:pt idx="25">
                        <c:v>1.434558582</c:v>
                      </c:pt>
                      <c:pt idx="26">
                        <c:v>0.84368654200000004</c:v>
                      </c:pt>
                      <c:pt idx="27">
                        <c:v>0.54464148999999995</c:v>
                      </c:pt>
                      <c:pt idx="28">
                        <c:v>0.44414238499999997</c:v>
                      </c:pt>
                      <c:pt idx="29">
                        <c:v>0.57452825799999996</c:v>
                      </c:pt>
                      <c:pt idx="30">
                        <c:v>1.0935878729999999</c:v>
                      </c:pt>
                      <c:pt idx="31">
                        <c:v>1.649068354</c:v>
                      </c:pt>
                      <c:pt idx="32">
                        <c:v>2.088118047</c:v>
                      </c:pt>
                      <c:pt idx="33">
                        <c:v>2.2493324659999998</c:v>
                      </c:pt>
                      <c:pt idx="34">
                        <c:v>2.349125854</c:v>
                      </c:pt>
                      <c:pt idx="35">
                        <c:v>2.6148270259999999</c:v>
                      </c:pt>
                      <c:pt idx="36">
                        <c:v>2.8175756989999998</c:v>
                      </c:pt>
                      <c:pt idx="37">
                        <c:v>3.0699860929999998</c:v>
                      </c:pt>
                      <c:pt idx="38">
                        <c:v>3.3982806000000001</c:v>
                      </c:pt>
                      <c:pt idx="39">
                        <c:v>3.1380535840000001</c:v>
                      </c:pt>
                      <c:pt idx="40">
                        <c:v>2.5224895709999999</c:v>
                      </c:pt>
                      <c:pt idx="41">
                        <c:v>2.3161804589999999</c:v>
                      </c:pt>
                      <c:pt idx="42">
                        <c:v>2.3689572120000002</c:v>
                      </c:pt>
                      <c:pt idx="43">
                        <c:v>2.835684316</c:v>
                      </c:pt>
                      <c:pt idx="44">
                        <c:v>3.092963047</c:v>
                      </c:pt>
                      <c:pt idx="45">
                        <c:v>3.5025873359999999</c:v>
                      </c:pt>
                      <c:pt idx="46">
                        <c:v>3.6659938919999999</c:v>
                      </c:pt>
                      <c:pt idx="47">
                        <c:v>3.21402023</c:v>
                      </c:pt>
                      <c:pt idx="48">
                        <c:v>2.3471987400000001</c:v>
                      </c:pt>
                      <c:pt idx="49">
                        <c:v>1.4644877700000001</c:v>
                      </c:pt>
                      <c:pt idx="50">
                        <c:v>0.87624192599999995</c:v>
                      </c:pt>
                      <c:pt idx="51">
                        <c:v>0.55892350199999996</c:v>
                      </c:pt>
                      <c:pt idx="52">
                        <c:v>0.46480333200000001</c:v>
                      </c:pt>
                      <c:pt idx="53">
                        <c:v>0.62573444300000003</c:v>
                      </c:pt>
                      <c:pt idx="54">
                        <c:v>1.1714387079999999</c:v>
                      </c:pt>
                      <c:pt idx="55">
                        <c:v>1.709204253</c:v>
                      </c:pt>
                      <c:pt idx="56">
                        <c:v>2.0865209669999998</c:v>
                      </c:pt>
                      <c:pt idx="57">
                        <c:v>2.1410529399999998</c:v>
                      </c:pt>
                      <c:pt idx="58">
                        <c:v>2.175698106</c:v>
                      </c:pt>
                      <c:pt idx="59">
                        <c:v>2.3097442300000002</c:v>
                      </c:pt>
                      <c:pt idx="60">
                        <c:v>2.5622780920000001</c:v>
                      </c:pt>
                      <c:pt idx="61">
                        <c:v>2.9358297389999999</c:v>
                      </c:pt>
                      <c:pt idx="62">
                        <c:v>3.1099940479999999</c:v>
                      </c:pt>
                      <c:pt idx="63">
                        <c:v>2.998048286</c:v>
                      </c:pt>
                      <c:pt idx="64">
                        <c:v>2.4195286349999998</c:v>
                      </c:pt>
                      <c:pt idx="65">
                        <c:v>2.2502162239999999</c:v>
                      </c:pt>
                      <c:pt idx="66">
                        <c:v>2.3248900639999999</c:v>
                      </c:pt>
                      <c:pt idx="67">
                        <c:v>2.784683813</c:v>
                      </c:pt>
                      <c:pt idx="68">
                        <c:v>2.9918367419999998</c:v>
                      </c:pt>
                      <c:pt idx="69">
                        <c:v>3.3719878109999999</c:v>
                      </c:pt>
                      <c:pt idx="70">
                        <c:v>3.4523774719999998</c:v>
                      </c:pt>
                      <c:pt idx="71">
                        <c:v>2.9763092809999998</c:v>
                      </c:pt>
                      <c:pt idx="72">
                        <c:v>2.0670906590000002</c:v>
                      </c:pt>
                      <c:pt idx="73">
                        <c:v>1.231282269</c:v>
                      </c:pt>
                      <c:pt idx="74">
                        <c:v>0.74127209999999999</c:v>
                      </c:pt>
                      <c:pt idx="75">
                        <c:v>0.50576299199999997</c:v>
                      </c:pt>
                      <c:pt idx="76">
                        <c:v>0.434105719</c:v>
                      </c:pt>
                      <c:pt idx="77">
                        <c:v>0.59882046200000005</c:v>
                      </c:pt>
                      <c:pt idx="78">
                        <c:v>1.2497121040000001</c:v>
                      </c:pt>
                      <c:pt idx="79">
                        <c:v>1.733144247</c:v>
                      </c:pt>
                      <c:pt idx="80">
                        <c:v>1.8894423309999999</c:v>
                      </c:pt>
                      <c:pt idx="81">
                        <c:v>1.8733256300000001</c:v>
                      </c:pt>
                      <c:pt idx="82">
                        <c:v>1.8966999630000001</c:v>
                      </c:pt>
                      <c:pt idx="83">
                        <c:v>2.099399258</c:v>
                      </c:pt>
                      <c:pt idx="84">
                        <c:v>2.376688277</c:v>
                      </c:pt>
                      <c:pt idx="85">
                        <c:v>2.6452489680000002</c:v>
                      </c:pt>
                      <c:pt idx="86">
                        <c:v>2.7944485970000001</c:v>
                      </c:pt>
                      <c:pt idx="87">
                        <c:v>2.6721845640000002</c:v>
                      </c:pt>
                      <c:pt idx="88">
                        <c:v>2.2926101129999998</c:v>
                      </c:pt>
                      <c:pt idx="89">
                        <c:v>2.195185962</c:v>
                      </c:pt>
                      <c:pt idx="90">
                        <c:v>2.2505280550000002</c:v>
                      </c:pt>
                      <c:pt idx="91">
                        <c:v>2.7310710829999998</c:v>
                      </c:pt>
                      <c:pt idx="92">
                        <c:v>2.9567246649999999</c:v>
                      </c:pt>
                      <c:pt idx="93">
                        <c:v>3.3802921889999999</c:v>
                      </c:pt>
                      <c:pt idx="94">
                        <c:v>3.4634584450000001</c:v>
                      </c:pt>
                      <c:pt idx="95">
                        <c:v>2.8410974539999998</c:v>
                      </c:pt>
                      <c:pt idx="96">
                        <c:v>1.9016235669999999</c:v>
                      </c:pt>
                      <c:pt idx="97">
                        <c:v>1.0986704300000001</c:v>
                      </c:pt>
                      <c:pt idx="98">
                        <c:v>0.66471015099999997</c:v>
                      </c:pt>
                      <c:pt idx="99">
                        <c:v>0.44895648799999999</c:v>
                      </c:pt>
                      <c:pt idx="100">
                        <c:v>0.40602745099999998</c:v>
                      </c:pt>
                      <c:pt idx="101">
                        <c:v>0.58702541699999999</c:v>
                      </c:pt>
                      <c:pt idx="102">
                        <c:v>1.219080733</c:v>
                      </c:pt>
                      <c:pt idx="103">
                        <c:v>1.757386763</c:v>
                      </c:pt>
                      <c:pt idx="104">
                        <c:v>1.8837633869999999</c:v>
                      </c:pt>
                      <c:pt idx="105">
                        <c:v>1.8544848439999999</c:v>
                      </c:pt>
                      <c:pt idx="106">
                        <c:v>1.882132911</c:v>
                      </c:pt>
                      <c:pt idx="107">
                        <c:v>2.0943022340000002</c:v>
                      </c:pt>
                      <c:pt idx="108">
                        <c:v>2.3665703859999998</c:v>
                      </c:pt>
                      <c:pt idx="109">
                        <c:v>2.6806322310000001</c:v>
                      </c:pt>
                      <c:pt idx="110">
                        <c:v>2.7890534850000002</c:v>
                      </c:pt>
                      <c:pt idx="111">
                        <c:v>2.7101725409999999</c:v>
                      </c:pt>
                      <c:pt idx="112">
                        <c:v>2.3171561459999999</c:v>
                      </c:pt>
                      <c:pt idx="113">
                        <c:v>2.1763895039999999</c:v>
                      </c:pt>
                      <c:pt idx="114">
                        <c:v>2.2831656429999998</c:v>
                      </c:pt>
                      <c:pt idx="115">
                        <c:v>2.7246007730000001</c:v>
                      </c:pt>
                      <c:pt idx="116">
                        <c:v>2.962983817</c:v>
                      </c:pt>
                      <c:pt idx="117">
                        <c:v>3.3875111769999999</c:v>
                      </c:pt>
                      <c:pt idx="118">
                        <c:v>3.4386327410000002</c:v>
                      </c:pt>
                      <c:pt idx="119">
                        <c:v>2.918134314</c:v>
                      </c:pt>
                      <c:pt idx="120">
                        <c:v>1.962403736</c:v>
                      </c:pt>
                      <c:pt idx="121">
                        <c:v>1.134722633</c:v>
                      </c:pt>
                      <c:pt idx="122">
                        <c:v>0.68318000300000004</c:v>
                      </c:pt>
                      <c:pt idx="123">
                        <c:v>0.49056516</c:v>
                      </c:pt>
                      <c:pt idx="124">
                        <c:v>0.44138412900000001</c:v>
                      </c:pt>
                      <c:pt idx="125">
                        <c:v>0.59940261500000003</c:v>
                      </c:pt>
                      <c:pt idx="126">
                        <c:v>1.2506887719999999</c:v>
                      </c:pt>
                      <c:pt idx="127">
                        <c:v>1.7665567639999999</c:v>
                      </c:pt>
                      <c:pt idx="128">
                        <c:v>1.8963670530000001</c:v>
                      </c:pt>
                      <c:pt idx="129">
                        <c:v>1.886616286</c:v>
                      </c:pt>
                      <c:pt idx="130">
                        <c:v>1.9439704449999999</c:v>
                      </c:pt>
                      <c:pt idx="131">
                        <c:v>2.1551021189999999</c:v>
                      </c:pt>
                      <c:pt idx="132">
                        <c:v>2.4584493140000001</c:v>
                      </c:pt>
                      <c:pt idx="133">
                        <c:v>2.9195495079999998</c:v>
                      </c:pt>
                      <c:pt idx="134">
                        <c:v>3.0600754069999998</c:v>
                      </c:pt>
                      <c:pt idx="135">
                        <c:v>2.8938024379999998</c:v>
                      </c:pt>
                      <c:pt idx="136">
                        <c:v>2.3722696270000001</c:v>
                      </c:pt>
                      <c:pt idx="137">
                        <c:v>2.2231828849999999</c:v>
                      </c:pt>
                      <c:pt idx="138">
                        <c:v>2.4115379400000001</c:v>
                      </c:pt>
                      <c:pt idx="139">
                        <c:v>2.8328916039999998</c:v>
                      </c:pt>
                      <c:pt idx="140">
                        <c:v>2.9790711270000001</c:v>
                      </c:pt>
                      <c:pt idx="141">
                        <c:v>3.3877064419999998</c:v>
                      </c:pt>
                      <c:pt idx="142">
                        <c:v>3.4732827300000002</c:v>
                      </c:pt>
                      <c:pt idx="143">
                        <c:v>2.9222969249999999</c:v>
                      </c:pt>
                      <c:pt idx="144">
                        <c:v>1.9931791969999999</c:v>
                      </c:pt>
                      <c:pt idx="145">
                        <c:v>1.1995626070000001</c:v>
                      </c:pt>
                      <c:pt idx="146">
                        <c:v>0.75507689300000003</c:v>
                      </c:pt>
                      <c:pt idx="147">
                        <c:v>0.51104876200000005</c:v>
                      </c:pt>
                      <c:pt idx="148">
                        <c:v>0.44419544399999999</c:v>
                      </c:pt>
                      <c:pt idx="149">
                        <c:v>0.61437002399999996</c:v>
                      </c:pt>
                      <c:pt idx="150">
                        <c:v>1.260786789</c:v>
                      </c:pt>
                      <c:pt idx="151">
                        <c:v>1.785062049</c:v>
                      </c:pt>
                      <c:pt idx="152">
                        <c:v>1.9168567459999999</c:v>
                      </c:pt>
                      <c:pt idx="153">
                        <c:v>1.8910684069999999</c:v>
                      </c:pt>
                      <c:pt idx="154">
                        <c:v>1.9056613609999999</c:v>
                      </c:pt>
                      <c:pt idx="155">
                        <c:v>2.1280836719999998</c:v>
                      </c:pt>
                      <c:pt idx="156">
                        <c:v>2.3747200770000001</c:v>
                      </c:pt>
                      <c:pt idx="157">
                        <c:v>2.6709172259999998</c:v>
                      </c:pt>
                      <c:pt idx="158">
                        <c:v>2.7858933659999998</c:v>
                      </c:pt>
                      <c:pt idx="159">
                        <c:v>2.691844701</c:v>
                      </c:pt>
                      <c:pt idx="160">
                        <c:v>2.3262427090000002</c:v>
                      </c:pt>
                      <c:pt idx="161">
                        <c:v>2.2411282620000001</c:v>
                      </c:pt>
                      <c:pt idx="162">
                        <c:v>2.3897608180000001</c:v>
                      </c:pt>
                      <c:pt idx="163">
                        <c:v>2.822543885</c:v>
                      </c:pt>
                      <c:pt idx="164">
                        <c:v>3.074698513</c:v>
                      </c:pt>
                      <c:pt idx="165">
                        <c:v>3.4664942939999999</c:v>
                      </c:pt>
                      <c:pt idx="166">
                        <c:v>3.4549077920000002</c:v>
                      </c:pt>
                      <c:pt idx="167">
                        <c:v>2.8564074659999998</c:v>
                      </c:pt>
                      <c:pt idx="168">
                        <c:v>1.9117847530000001</c:v>
                      </c:pt>
                      <c:pt idx="169">
                        <c:v>1.1189397670000001</c:v>
                      </c:pt>
                      <c:pt idx="170">
                        <c:v>0.690099464</c:v>
                      </c:pt>
                      <c:pt idx="171">
                        <c:v>0.477565136</c:v>
                      </c:pt>
                      <c:pt idx="172">
                        <c:v>0.429207071</c:v>
                      </c:pt>
                      <c:pt idx="173">
                        <c:v>0.60613939100000003</c:v>
                      </c:pt>
                      <c:pt idx="174">
                        <c:v>1.2806141639999999</c:v>
                      </c:pt>
                      <c:pt idx="175">
                        <c:v>1.8398173520000001</c:v>
                      </c:pt>
                      <c:pt idx="176">
                        <c:v>1.986376642</c:v>
                      </c:pt>
                      <c:pt idx="177">
                        <c:v>1.9614871119999999</c:v>
                      </c:pt>
                      <c:pt idx="178">
                        <c:v>1.940873469</c:v>
                      </c:pt>
                      <c:pt idx="179">
                        <c:v>2.1237014030000001</c:v>
                      </c:pt>
                      <c:pt idx="180">
                        <c:v>2.4337667490000001</c:v>
                      </c:pt>
                      <c:pt idx="181">
                        <c:v>2.7621218999999999</c:v>
                      </c:pt>
                      <c:pt idx="182">
                        <c:v>2.8927786420000001</c:v>
                      </c:pt>
                      <c:pt idx="183">
                        <c:v>2.7690866559999998</c:v>
                      </c:pt>
                      <c:pt idx="184">
                        <c:v>2.3529473510000001</c:v>
                      </c:pt>
                      <c:pt idx="185">
                        <c:v>2.2291145550000002</c:v>
                      </c:pt>
                      <c:pt idx="186">
                        <c:v>2.3929915319999999</c:v>
                      </c:pt>
                      <c:pt idx="187">
                        <c:v>2.8585100639999999</c:v>
                      </c:pt>
                      <c:pt idx="188">
                        <c:v>3.0752403639999999</c:v>
                      </c:pt>
                      <c:pt idx="189">
                        <c:v>3.4720589679999998</c:v>
                      </c:pt>
                      <c:pt idx="190">
                        <c:v>3.5593561839999999</c:v>
                      </c:pt>
                      <c:pt idx="191">
                        <c:v>3.0503597490000001</c:v>
                      </c:pt>
                      <c:pt idx="192">
                        <c:v>2.1613661230000001</c:v>
                      </c:pt>
                      <c:pt idx="193">
                        <c:v>1.3598984649999999</c:v>
                      </c:pt>
                      <c:pt idx="194">
                        <c:v>0.78867973300000005</c:v>
                      </c:pt>
                      <c:pt idx="195">
                        <c:v>0.553572179</c:v>
                      </c:pt>
                      <c:pt idx="196">
                        <c:v>0.47516681100000002</c:v>
                      </c:pt>
                      <c:pt idx="197">
                        <c:v>0.58218492200000005</c:v>
                      </c:pt>
                      <c:pt idx="198">
                        <c:v>1.1604649170000001</c:v>
                      </c:pt>
                      <c:pt idx="199">
                        <c:v>1.7342277690000001</c:v>
                      </c:pt>
                      <c:pt idx="200">
                        <c:v>2.1409635269999998</c:v>
                      </c:pt>
                      <c:pt idx="201">
                        <c:v>2.2362874819999998</c:v>
                      </c:pt>
                      <c:pt idx="202">
                        <c:v>2.3122591560000001</c:v>
                      </c:pt>
                      <c:pt idx="203">
                        <c:v>2.5557101680000001</c:v>
                      </c:pt>
                      <c:pt idx="204">
                        <c:v>2.7261729909999999</c:v>
                      </c:pt>
                      <c:pt idx="205">
                        <c:v>2.9698136919999998</c:v>
                      </c:pt>
                      <c:pt idx="206">
                        <c:v>3.300014714</c:v>
                      </c:pt>
                      <c:pt idx="207">
                        <c:v>3.0483916880000002</c:v>
                      </c:pt>
                      <c:pt idx="208">
                        <c:v>2.4691953880000002</c:v>
                      </c:pt>
                      <c:pt idx="209">
                        <c:v>2.3276880489999998</c:v>
                      </c:pt>
                      <c:pt idx="210">
                        <c:v>2.4535854970000002</c:v>
                      </c:pt>
                      <c:pt idx="211">
                        <c:v>2.916752491</c:v>
                      </c:pt>
                      <c:pt idx="212">
                        <c:v>3.1589858770000001</c:v>
                      </c:pt>
                      <c:pt idx="213">
                        <c:v>3.5342047669999999</c:v>
                      </c:pt>
                      <c:pt idx="214">
                        <c:v>3.6397596010000002</c:v>
                      </c:pt>
                      <c:pt idx="215">
                        <c:v>3.0915351000000002</c:v>
                      </c:pt>
                      <c:pt idx="216">
                        <c:v>2.157136833</c:v>
                      </c:pt>
                      <c:pt idx="217">
                        <c:v>1.348623173</c:v>
                      </c:pt>
                      <c:pt idx="218">
                        <c:v>0.80893906999999998</c:v>
                      </c:pt>
                      <c:pt idx="219">
                        <c:v>0.54955617999999995</c:v>
                      </c:pt>
                      <c:pt idx="220">
                        <c:v>0.46290447400000001</c:v>
                      </c:pt>
                      <c:pt idx="221">
                        <c:v>0.58050162800000005</c:v>
                      </c:pt>
                      <c:pt idx="222">
                        <c:v>1.1780419470000001</c:v>
                      </c:pt>
                      <c:pt idx="223">
                        <c:v>1.7216099060000001</c:v>
                      </c:pt>
                      <c:pt idx="224">
                        <c:v>2.0522435290000001</c:v>
                      </c:pt>
                      <c:pt idx="225">
                        <c:v>2.1108451289999999</c:v>
                      </c:pt>
                      <c:pt idx="226">
                        <c:v>2.0908348170000002</c:v>
                      </c:pt>
                      <c:pt idx="227">
                        <c:v>2.2698657959999999</c:v>
                      </c:pt>
                      <c:pt idx="228">
                        <c:v>2.5307964900000002</c:v>
                      </c:pt>
                      <c:pt idx="229">
                        <c:v>2.9078359200000001</c:v>
                      </c:pt>
                      <c:pt idx="230">
                        <c:v>3.042677673</c:v>
                      </c:pt>
                      <c:pt idx="231">
                        <c:v>2.8477586549999998</c:v>
                      </c:pt>
                      <c:pt idx="232">
                        <c:v>2.3689763720000001</c:v>
                      </c:pt>
                      <c:pt idx="233">
                        <c:v>2.228432652</c:v>
                      </c:pt>
                      <c:pt idx="234">
                        <c:v>2.3755240820000001</c:v>
                      </c:pt>
                      <c:pt idx="235">
                        <c:v>2.8129567500000001</c:v>
                      </c:pt>
                      <c:pt idx="236">
                        <c:v>3.092821603</c:v>
                      </c:pt>
                      <c:pt idx="237">
                        <c:v>3.475320204</c:v>
                      </c:pt>
                      <c:pt idx="238">
                        <c:v>3.446109238</c:v>
                      </c:pt>
                      <c:pt idx="239">
                        <c:v>2.8044585899999999</c:v>
                      </c:pt>
                      <c:pt idx="240">
                        <c:v>1.8599461610000001</c:v>
                      </c:pt>
                      <c:pt idx="241">
                        <c:v>1.0949682510000001</c:v>
                      </c:pt>
                      <c:pt idx="242">
                        <c:v>0.66519884600000001</c:v>
                      </c:pt>
                      <c:pt idx="243">
                        <c:v>0.49161956499999998</c:v>
                      </c:pt>
                      <c:pt idx="244">
                        <c:v>0.43979098700000002</c:v>
                      </c:pt>
                      <c:pt idx="245">
                        <c:v>0.575424987</c:v>
                      </c:pt>
                      <c:pt idx="246">
                        <c:v>1.225134172</c:v>
                      </c:pt>
                      <c:pt idx="247">
                        <c:v>1.699644374</c:v>
                      </c:pt>
                      <c:pt idx="248">
                        <c:v>1.8840140480000001</c:v>
                      </c:pt>
                      <c:pt idx="249">
                        <c:v>1.8043715840000001</c:v>
                      </c:pt>
                      <c:pt idx="250">
                        <c:v>1.8035333250000001</c:v>
                      </c:pt>
                      <c:pt idx="251">
                        <c:v>2.039052571</c:v>
                      </c:pt>
                      <c:pt idx="252">
                        <c:v>2.3141083199999999</c:v>
                      </c:pt>
                      <c:pt idx="253">
                        <c:v>2.6003298419999998</c:v>
                      </c:pt>
                      <c:pt idx="254">
                        <c:v>2.7075189929999999</c:v>
                      </c:pt>
                      <c:pt idx="255">
                        <c:v>2.6108292419999999</c:v>
                      </c:pt>
                      <c:pt idx="256">
                        <c:v>2.2712472579999998</c:v>
                      </c:pt>
                      <c:pt idx="257">
                        <c:v>2.2024564459999998</c:v>
                      </c:pt>
                      <c:pt idx="258">
                        <c:v>2.3997495390000001</c:v>
                      </c:pt>
                      <c:pt idx="259">
                        <c:v>2.8033809669999998</c:v>
                      </c:pt>
                      <c:pt idx="260">
                        <c:v>3.0697268110000002</c:v>
                      </c:pt>
                      <c:pt idx="261">
                        <c:v>3.460360144</c:v>
                      </c:pt>
                      <c:pt idx="262">
                        <c:v>3.4380642400000001</c:v>
                      </c:pt>
                      <c:pt idx="263">
                        <c:v>2.7768235469999998</c:v>
                      </c:pt>
                      <c:pt idx="264">
                        <c:v>1.8437106640000001</c:v>
                      </c:pt>
                      <c:pt idx="265">
                        <c:v>1.070810627</c:v>
                      </c:pt>
                      <c:pt idx="266">
                        <c:v>0.67710968299999996</c:v>
                      </c:pt>
                      <c:pt idx="267">
                        <c:v>0.47911316799999998</c:v>
                      </c:pt>
                      <c:pt idx="268">
                        <c:v>0.43835134999999997</c:v>
                      </c:pt>
                      <c:pt idx="269">
                        <c:v>0.57270555599999995</c:v>
                      </c:pt>
                      <c:pt idx="270">
                        <c:v>1.264755385</c:v>
                      </c:pt>
                      <c:pt idx="271">
                        <c:v>1.809675948</c:v>
                      </c:pt>
                      <c:pt idx="272">
                        <c:v>1.919577858</c:v>
                      </c:pt>
                      <c:pt idx="273">
                        <c:v>1.8300686580000001</c:v>
                      </c:pt>
                      <c:pt idx="274">
                        <c:v>1.8624052099999999</c:v>
                      </c:pt>
                      <c:pt idx="275">
                        <c:v>2.0751489909999998</c:v>
                      </c:pt>
                      <c:pt idx="276">
                        <c:v>2.3474694280000001</c:v>
                      </c:pt>
                      <c:pt idx="277">
                        <c:v>2.6462931410000001</c:v>
                      </c:pt>
                      <c:pt idx="278">
                        <c:v>2.7462796699999998</c:v>
                      </c:pt>
                      <c:pt idx="279">
                        <c:v>2.6313399460000002</c:v>
                      </c:pt>
                      <c:pt idx="280">
                        <c:v>2.2928954450000001</c:v>
                      </c:pt>
                      <c:pt idx="281">
                        <c:v>2.2164604090000002</c:v>
                      </c:pt>
                      <c:pt idx="282">
                        <c:v>2.3879618520000001</c:v>
                      </c:pt>
                      <c:pt idx="283">
                        <c:v>2.8252264519999999</c:v>
                      </c:pt>
                      <c:pt idx="284">
                        <c:v>3.060163755</c:v>
                      </c:pt>
                      <c:pt idx="285">
                        <c:v>3.5052710810000001</c:v>
                      </c:pt>
                      <c:pt idx="286">
                        <c:v>3.4642341220000001</c:v>
                      </c:pt>
                      <c:pt idx="287">
                        <c:v>2.7671336910000002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B4D5-4FAE-AE9D-D02EB97D558B}"/>
                  </c:ext>
                </c:extLst>
              </c15:ser>
            </c15:filteredLineSeries>
            <c15:filteredLine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12-10-2026'!$N$1</c15:sqref>
                        </c15:formulaRef>
                      </c:ext>
                    </c:extLst>
                    <c:strCache>
                      <c:ptCount val="1"/>
                      <c:pt idx="0">
                        <c:v>BMR-DGW2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12-10-2026'!$N$2:$N$289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22.551623487000001</c:v>
                      </c:pt>
                      <c:pt idx="1">
                        <c:v>13.677497036</c:v>
                      </c:pt>
                      <c:pt idx="2">
                        <c:v>7.7712848660000002</c:v>
                      </c:pt>
                      <c:pt idx="3">
                        <c:v>4.8327623510000004</c:v>
                      </c:pt>
                      <c:pt idx="4">
                        <c:v>3.6796397660000002</c:v>
                      </c:pt>
                      <c:pt idx="5">
                        <c:v>4.5022364350000004</c:v>
                      </c:pt>
                      <c:pt idx="6">
                        <c:v>9.1911164359999997</c:v>
                      </c:pt>
                      <c:pt idx="7">
                        <c:v>14.105495929</c:v>
                      </c:pt>
                      <c:pt idx="8">
                        <c:v>16.916524082999999</c:v>
                      </c:pt>
                      <c:pt idx="9">
                        <c:v>18.484336076000002</c:v>
                      </c:pt>
                      <c:pt idx="10">
                        <c:v>20.495685093999999</c:v>
                      </c:pt>
                      <c:pt idx="11">
                        <c:v>23.087937234000002</c:v>
                      </c:pt>
                      <c:pt idx="12">
                        <c:v>25.467303172000001</c:v>
                      </c:pt>
                      <c:pt idx="13">
                        <c:v>29.278329110000001</c:v>
                      </c:pt>
                      <c:pt idx="14">
                        <c:v>30.164253726999998</c:v>
                      </c:pt>
                      <c:pt idx="15">
                        <c:v>29.117817862999999</c:v>
                      </c:pt>
                      <c:pt idx="16">
                        <c:v>25.270962314999998</c:v>
                      </c:pt>
                      <c:pt idx="17">
                        <c:v>25.772823748</c:v>
                      </c:pt>
                      <c:pt idx="18">
                        <c:v>25.760680110999999</c:v>
                      </c:pt>
                      <c:pt idx="19">
                        <c:v>30.555057219999998</c:v>
                      </c:pt>
                      <c:pt idx="20">
                        <c:v>34.052714625</c:v>
                      </c:pt>
                      <c:pt idx="21">
                        <c:v>39.226658487999998</c:v>
                      </c:pt>
                      <c:pt idx="22">
                        <c:v>39.039905068000003</c:v>
                      </c:pt>
                      <c:pt idx="23">
                        <c:v>33.725914418999999</c:v>
                      </c:pt>
                      <c:pt idx="24">
                        <c:v>24.673749159</c:v>
                      </c:pt>
                      <c:pt idx="25">
                        <c:v>15.775194710999999</c:v>
                      </c:pt>
                      <c:pt idx="26">
                        <c:v>9.3733304030000006</c:v>
                      </c:pt>
                      <c:pt idx="27">
                        <c:v>5.6909875540000003</c:v>
                      </c:pt>
                      <c:pt idx="28">
                        <c:v>3.9685319140000002</c:v>
                      </c:pt>
                      <c:pt idx="29">
                        <c:v>4.3378619709999997</c:v>
                      </c:pt>
                      <c:pt idx="30">
                        <c:v>8.0529626729999997</c:v>
                      </c:pt>
                      <c:pt idx="31">
                        <c:v>12.238647279</c:v>
                      </c:pt>
                      <c:pt idx="32">
                        <c:v>17.165985618000001</c:v>
                      </c:pt>
                      <c:pt idx="33">
                        <c:v>20.839421253000001</c:v>
                      </c:pt>
                      <c:pt idx="34">
                        <c:v>23.754560736999998</c:v>
                      </c:pt>
                      <c:pt idx="35">
                        <c:v>27.273336143000002</c:v>
                      </c:pt>
                      <c:pt idx="36">
                        <c:v>27.992300777000001</c:v>
                      </c:pt>
                      <c:pt idx="37">
                        <c:v>30.096180594</c:v>
                      </c:pt>
                      <c:pt idx="38">
                        <c:v>35.017365929999997</c:v>
                      </c:pt>
                      <c:pt idx="39">
                        <c:v>32.582899838000003</c:v>
                      </c:pt>
                      <c:pt idx="40">
                        <c:v>26.511182104</c:v>
                      </c:pt>
                      <c:pt idx="41">
                        <c:v>26.730882076</c:v>
                      </c:pt>
                      <c:pt idx="42">
                        <c:v>26.591968012999999</c:v>
                      </c:pt>
                      <c:pt idx="43">
                        <c:v>31.689416957999999</c:v>
                      </c:pt>
                      <c:pt idx="44">
                        <c:v>35.016036122999999</c:v>
                      </c:pt>
                      <c:pt idx="45">
                        <c:v>40.688430173</c:v>
                      </c:pt>
                      <c:pt idx="46">
                        <c:v>40.293643779999996</c:v>
                      </c:pt>
                      <c:pt idx="47">
                        <c:v>34.664126033999999</c:v>
                      </c:pt>
                      <c:pt idx="48">
                        <c:v>25.429691629000001</c:v>
                      </c:pt>
                      <c:pt idx="49">
                        <c:v>16.024166861000001</c:v>
                      </c:pt>
                      <c:pt idx="50">
                        <c:v>9.3749307349999995</c:v>
                      </c:pt>
                      <c:pt idx="51">
                        <c:v>5.7147694700000002</c:v>
                      </c:pt>
                      <c:pt idx="52">
                        <c:v>4.0194590300000002</c:v>
                      </c:pt>
                      <c:pt idx="53">
                        <c:v>4.5301891080000001</c:v>
                      </c:pt>
                      <c:pt idx="54">
                        <c:v>8.4583998600000001</c:v>
                      </c:pt>
                      <c:pt idx="55">
                        <c:v>12.793385779999999</c:v>
                      </c:pt>
                      <c:pt idx="56">
                        <c:v>17.354875851999999</c:v>
                      </c:pt>
                      <c:pt idx="57">
                        <c:v>20.038396076000002</c:v>
                      </c:pt>
                      <c:pt idx="58">
                        <c:v>21.888034625</c:v>
                      </c:pt>
                      <c:pt idx="59">
                        <c:v>24.270892022999998</c:v>
                      </c:pt>
                      <c:pt idx="60">
                        <c:v>25.948791021000002</c:v>
                      </c:pt>
                      <c:pt idx="61">
                        <c:v>30.163735862999999</c:v>
                      </c:pt>
                      <c:pt idx="62">
                        <c:v>31.758801592000001</c:v>
                      </c:pt>
                      <c:pt idx="63">
                        <c:v>30.477734171000002</c:v>
                      </c:pt>
                      <c:pt idx="64">
                        <c:v>25.664761200000001</c:v>
                      </c:pt>
                      <c:pt idx="65">
                        <c:v>26.032430556000001</c:v>
                      </c:pt>
                      <c:pt idx="66">
                        <c:v>26.120854458</c:v>
                      </c:pt>
                      <c:pt idx="67">
                        <c:v>30.946478828</c:v>
                      </c:pt>
                      <c:pt idx="68">
                        <c:v>34.136287789999997</c:v>
                      </c:pt>
                      <c:pt idx="69">
                        <c:v>39.357685713000002</c:v>
                      </c:pt>
                      <c:pt idx="70">
                        <c:v>38.319289609000002</c:v>
                      </c:pt>
                      <c:pt idx="71">
                        <c:v>32.000182950000003</c:v>
                      </c:pt>
                      <c:pt idx="72">
                        <c:v>22.157755561999998</c:v>
                      </c:pt>
                      <c:pt idx="73">
                        <c:v>13.133300646</c:v>
                      </c:pt>
                      <c:pt idx="74">
                        <c:v>7.5949017689999998</c:v>
                      </c:pt>
                      <c:pt idx="75">
                        <c:v>4.7062202290000004</c:v>
                      </c:pt>
                      <c:pt idx="76">
                        <c:v>3.5978671430000002</c:v>
                      </c:pt>
                      <c:pt idx="77">
                        <c:v>4.3953952779999996</c:v>
                      </c:pt>
                      <c:pt idx="78">
                        <c:v>8.9374686449999992</c:v>
                      </c:pt>
                      <c:pt idx="79">
                        <c:v>13.278664667999999</c:v>
                      </c:pt>
                      <c:pt idx="80">
                        <c:v>16.301071301</c:v>
                      </c:pt>
                      <c:pt idx="81">
                        <c:v>17.792908615000002</c:v>
                      </c:pt>
                      <c:pt idx="82">
                        <c:v>19.650332904999999</c:v>
                      </c:pt>
                      <c:pt idx="83">
                        <c:v>22.269555642</c:v>
                      </c:pt>
                      <c:pt idx="84">
                        <c:v>24.214377745</c:v>
                      </c:pt>
                      <c:pt idx="85">
                        <c:v>27.424918238</c:v>
                      </c:pt>
                      <c:pt idx="86">
                        <c:v>28.134388314999999</c:v>
                      </c:pt>
                      <c:pt idx="87">
                        <c:v>27.138203756999999</c:v>
                      </c:pt>
                      <c:pt idx="88">
                        <c:v>24.758389455</c:v>
                      </c:pt>
                      <c:pt idx="89">
                        <c:v>25.717069495000001</c:v>
                      </c:pt>
                      <c:pt idx="90">
                        <c:v>25.737084515999999</c:v>
                      </c:pt>
                      <c:pt idx="91">
                        <c:v>30.6109647</c:v>
                      </c:pt>
                      <c:pt idx="92">
                        <c:v>34.309739598</c:v>
                      </c:pt>
                      <c:pt idx="93">
                        <c:v>39.492004395999999</c:v>
                      </c:pt>
                      <c:pt idx="94">
                        <c:v>38.000346010999998</c:v>
                      </c:pt>
                      <c:pt idx="95">
                        <c:v>30.632624839999998</c:v>
                      </c:pt>
                      <c:pt idx="96">
                        <c:v>20.615806796000001</c:v>
                      </c:pt>
                      <c:pt idx="97">
                        <c:v>12.038102199000001</c:v>
                      </c:pt>
                      <c:pt idx="98">
                        <c:v>6.8688775179999997</c:v>
                      </c:pt>
                      <c:pt idx="99">
                        <c:v>4.4158332639999998</c:v>
                      </c:pt>
                      <c:pt idx="100">
                        <c:v>3.4827186769999998</c:v>
                      </c:pt>
                      <c:pt idx="101">
                        <c:v>4.2381195759999999</c:v>
                      </c:pt>
                      <c:pt idx="102">
                        <c:v>9.0562643220000005</c:v>
                      </c:pt>
                      <c:pt idx="103">
                        <c:v>13.692706481</c:v>
                      </c:pt>
                      <c:pt idx="104">
                        <c:v>16.422704361000001</c:v>
                      </c:pt>
                      <c:pt idx="105">
                        <c:v>17.747167520000001</c:v>
                      </c:pt>
                      <c:pt idx="106">
                        <c:v>19.524060448</c:v>
                      </c:pt>
                      <c:pt idx="107">
                        <c:v>22.46304117</c:v>
                      </c:pt>
                      <c:pt idx="108">
                        <c:v>24.28709263</c:v>
                      </c:pt>
                      <c:pt idx="109">
                        <c:v>27.667963524000001</c:v>
                      </c:pt>
                      <c:pt idx="110">
                        <c:v>28.007492454000001</c:v>
                      </c:pt>
                      <c:pt idx="111">
                        <c:v>27.321369490999999</c:v>
                      </c:pt>
                      <c:pt idx="112">
                        <c:v>24.524622093000001</c:v>
                      </c:pt>
                      <c:pt idx="113">
                        <c:v>25.416694060000001</c:v>
                      </c:pt>
                      <c:pt idx="114">
                        <c:v>25.677653569</c:v>
                      </c:pt>
                      <c:pt idx="115">
                        <c:v>30.396667920999999</c:v>
                      </c:pt>
                      <c:pt idx="116">
                        <c:v>34.109304299000001</c:v>
                      </c:pt>
                      <c:pt idx="117">
                        <c:v>39.482784207999998</c:v>
                      </c:pt>
                      <c:pt idx="118">
                        <c:v>38.078534423999997</c:v>
                      </c:pt>
                      <c:pt idx="119">
                        <c:v>31.240089099999999</c:v>
                      </c:pt>
                      <c:pt idx="120">
                        <c:v>21.201181308999999</c:v>
                      </c:pt>
                      <c:pt idx="121">
                        <c:v>12.440198891</c:v>
                      </c:pt>
                      <c:pt idx="122">
                        <c:v>7.1616311420000001</c:v>
                      </c:pt>
                      <c:pt idx="123">
                        <c:v>4.5263865860000001</c:v>
                      </c:pt>
                      <c:pt idx="124">
                        <c:v>3.5389230770000002</c:v>
                      </c:pt>
                      <c:pt idx="125">
                        <c:v>4.3054871859999997</c:v>
                      </c:pt>
                      <c:pt idx="126">
                        <c:v>9.1126307939999993</c:v>
                      </c:pt>
                      <c:pt idx="127">
                        <c:v>13.820325399</c:v>
                      </c:pt>
                      <c:pt idx="128">
                        <c:v>16.571004103</c:v>
                      </c:pt>
                      <c:pt idx="129">
                        <c:v>17.99563466</c:v>
                      </c:pt>
                      <c:pt idx="130">
                        <c:v>20.070839805999999</c:v>
                      </c:pt>
                      <c:pt idx="131">
                        <c:v>22.694160664000002</c:v>
                      </c:pt>
                      <c:pt idx="132">
                        <c:v>25.100537286000002</c:v>
                      </c:pt>
                      <c:pt idx="133">
                        <c:v>29.923431454999999</c:v>
                      </c:pt>
                      <c:pt idx="134">
                        <c:v>30.501750822000002</c:v>
                      </c:pt>
                      <c:pt idx="135">
                        <c:v>28.662276966</c:v>
                      </c:pt>
                      <c:pt idx="136">
                        <c:v>25.004749559</c:v>
                      </c:pt>
                      <c:pt idx="137">
                        <c:v>25.733855520999999</c:v>
                      </c:pt>
                      <c:pt idx="138">
                        <c:v>27.900199553</c:v>
                      </c:pt>
                      <c:pt idx="139">
                        <c:v>32.196538312000001</c:v>
                      </c:pt>
                      <c:pt idx="140">
                        <c:v>34.439588188000002</c:v>
                      </c:pt>
                      <c:pt idx="141">
                        <c:v>39.811175925999997</c:v>
                      </c:pt>
                      <c:pt idx="142">
                        <c:v>38.379301611999999</c:v>
                      </c:pt>
                      <c:pt idx="143">
                        <c:v>31.775529474999999</c:v>
                      </c:pt>
                      <c:pt idx="144">
                        <c:v>22.400037949000001</c:v>
                      </c:pt>
                      <c:pt idx="145">
                        <c:v>13.507027064000001</c:v>
                      </c:pt>
                      <c:pt idx="146">
                        <c:v>8.1469603619999997</c:v>
                      </c:pt>
                      <c:pt idx="147">
                        <c:v>4.8771762880000002</c:v>
                      </c:pt>
                      <c:pt idx="148">
                        <c:v>3.7489026509999999</c:v>
                      </c:pt>
                      <c:pt idx="149">
                        <c:v>4.5079210429999996</c:v>
                      </c:pt>
                      <c:pt idx="150">
                        <c:v>9.4118939079999997</c:v>
                      </c:pt>
                      <c:pt idx="151">
                        <c:v>14.180305370999999</c:v>
                      </c:pt>
                      <c:pt idx="152">
                        <c:v>16.859464644999999</c:v>
                      </c:pt>
                      <c:pt idx="153">
                        <c:v>18.199625357999999</c:v>
                      </c:pt>
                      <c:pt idx="154">
                        <c:v>19.897373054999999</c:v>
                      </c:pt>
                      <c:pt idx="155">
                        <c:v>22.596090442000001</c:v>
                      </c:pt>
                      <c:pt idx="156">
                        <c:v>24.341983185</c:v>
                      </c:pt>
                      <c:pt idx="157">
                        <c:v>27.765365316</c:v>
                      </c:pt>
                      <c:pt idx="158">
                        <c:v>28.25746101</c:v>
                      </c:pt>
                      <c:pt idx="159">
                        <c:v>27.372881526</c:v>
                      </c:pt>
                      <c:pt idx="160">
                        <c:v>25.276442232000001</c:v>
                      </c:pt>
                      <c:pt idx="161">
                        <c:v>26.534286936000001</c:v>
                      </c:pt>
                      <c:pt idx="162">
                        <c:v>26.92996497</c:v>
                      </c:pt>
                      <c:pt idx="163">
                        <c:v>31.250735990999999</c:v>
                      </c:pt>
                      <c:pt idx="164">
                        <c:v>34.741864450999998</c:v>
                      </c:pt>
                      <c:pt idx="165">
                        <c:v>39.583978711999997</c:v>
                      </c:pt>
                      <c:pt idx="166">
                        <c:v>37.983664003999998</c:v>
                      </c:pt>
                      <c:pt idx="167">
                        <c:v>30.565157773999999</c:v>
                      </c:pt>
                      <c:pt idx="168">
                        <c:v>20.756554317999999</c:v>
                      </c:pt>
                      <c:pt idx="169">
                        <c:v>12.394425214</c:v>
                      </c:pt>
                      <c:pt idx="170">
                        <c:v>7.1880138630000001</c:v>
                      </c:pt>
                      <c:pt idx="171">
                        <c:v>4.5787829860000002</c:v>
                      </c:pt>
                      <c:pt idx="172">
                        <c:v>3.581428549</c:v>
                      </c:pt>
                      <c:pt idx="173">
                        <c:v>4.3987730430000003</c:v>
                      </c:pt>
                      <c:pt idx="174">
                        <c:v>9.5353392509999999</c:v>
                      </c:pt>
                      <c:pt idx="175">
                        <c:v>14.687566905000001</c:v>
                      </c:pt>
                      <c:pt idx="176">
                        <c:v>17.734292760999999</c:v>
                      </c:pt>
                      <c:pt idx="177">
                        <c:v>19.884276298</c:v>
                      </c:pt>
                      <c:pt idx="178">
                        <c:v>21.192113273</c:v>
                      </c:pt>
                      <c:pt idx="179">
                        <c:v>23.363613017999999</c:v>
                      </c:pt>
                      <c:pt idx="180">
                        <c:v>25.723494316</c:v>
                      </c:pt>
                      <c:pt idx="181">
                        <c:v>29.048749637</c:v>
                      </c:pt>
                      <c:pt idx="182">
                        <c:v>29.565241133000001</c:v>
                      </c:pt>
                      <c:pt idx="183">
                        <c:v>28.394939085000001</c:v>
                      </c:pt>
                      <c:pt idx="184">
                        <c:v>25.393996971</c:v>
                      </c:pt>
                      <c:pt idx="185">
                        <c:v>26.250738671000001</c:v>
                      </c:pt>
                      <c:pt idx="186">
                        <c:v>26.665880680000001</c:v>
                      </c:pt>
                      <c:pt idx="187">
                        <c:v>31.713680954000001</c:v>
                      </c:pt>
                      <c:pt idx="188">
                        <c:v>35.229769806</c:v>
                      </c:pt>
                      <c:pt idx="189">
                        <c:v>39.849725214000003</c:v>
                      </c:pt>
                      <c:pt idx="190">
                        <c:v>38.905590918000001</c:v>
                      </c:pt>
                      <c:pt idx="191">
                        <c:v>32.594118934000001</c:v>
                      </c:pt>
                      <c:pt idx="192">
                        <c:v>23.359082764</c:v>
                      </c:pt>
                      <c:pt idx="193">
                        <c:v>14.671556669999999</c:v>
                      </c:pt>
                      <c:pt idx="194">
                        <c:v>8.5980716239999992</c:v>
                      </c:pt>
                      <c:pt idx="195">
                        <c:v>5.4641334339999998</c:v>
                      </c:pt>
                      <c:pt idx="196">
                        <c:v>3.9865393930000002</c:v>
                      </c:pt>
                      <c:pt idx="197">
                        <c:v>4.2265525720000001</c:v>
                      </c:pt>
                      <c:pt idx="198">
                        <c:v>8.2632862130000007</c:v>
                      </c:pt>
                      <c:pt idx="199">
                        <c:v>12.770861004</c:v>
                      </c:pt>
                      <c:pt idx="200">
                        <c:v>17.487322120999998</c:v>
                      </c:pt>
                      <c:pt idx="201">
                        <c:v>20.850995204</c:v>
                      </c:pt>
                      <c:pt idx="202">
                        <c:v>23.439685863000001</c:v>
                      </c:pt>
                      <c:pt idx="203">
                        <c:v>26.662263631999998</c:v>
                      </c:pt>
                      <c:pt idx="204">
                        <c:v>27.211119353000001</c:v>
                      </c:pt>
                      <c:pt idx="205">
                        <c:v>29.617263495</c:v>
                      </c:pt>
                      <c:pt idx="206">
                        <c:v>34.087053660000002</c:v>
                      </c:pt>
                      <c:pt idx="207">
                        <c:v>31.313523429</c:v>
                      </c:pt>
                      <c:pt idx="208">
                        <c:v>26.320910639000001</c:v>
                      </c:pt>
                      <c:pt idx="209">
                        <c:v>26.541037382999999</c:v>
                      </c:pt>
                      <c:pt idx="210">
                        <c:v>26.453232679999999</c:v>
                      </c:pt>
                      <c:pt idx="211">
                        <c:v>31.669759656</c:v>
                      </c:pt>
                      <c:pt idx="212">
                        <c:v>35.605080868000002</c:v>
                      </c:pt>
                      <c:pt idx="213">
                        <c:v>40.593519583999999</c:v>
                      </c:pt>
                      <c:pt idx="214">
                        <c:v>40.104003212999999</c:v>
                      </c:pt>
                      <c:pt idx="215">
                        <c:v>33.465718713999998</c:v>
                      </c:pt>
                      <c:pt idx="216">
                        <c:v>23.696283939000001</c:v>
                      </c:pt>
                      <c:pt idx="217">
                        <c:v>14.534401159</c:v>
                      </c:pt>
                      <c:pt idx="218">
                        <c:v>8.4656968979999991</c:v>
                      </c:pt>
                      <c:pt idx="219">
                        <c:v>5.2601998070000002</c:v>
                      </c:pt>
                      <c:pt idx="220">
                        <c:v>3.877913387</c:v>
                      </c:pt>
                      <c:pt idx="221">
                        <c:v>4.2316724880000001</c:v>
                      </c:pt>
                      <c:pt idx="222">
                        <c:v>8.5022542639999994</c:v>
                      </c:pt>
                      <c:pt idx="223">
                        <c:v>12.916280668000001</c:v>
                      </c:pt>
                      <c:pt idx="224">
                        <c:v>16.952158817000001</c:v>
                      </c:pt>
                      <c:pt idx="225">
                        <c:v>19.398897517000002</c:v>
                      </c:pt>
                      <c:pt idx="226">
                        <c:v>21.380530641</c:v>
                      </c:pt>
                      <c:pt idx="227">
                        <c:v>23.691255899000002</c:v>
                      </c:pt>
                      <c:pt idx="228">
                        <c:v>25.299720036</c:v>
                      </c:pt>
                      <c:pt idx="229">
                        <c:v>29.930245627000001</c:v>
                      </c:pt>
                      <c:pt idx="230">
                        <c:v>31.412681037999999</c:v>
                      </c:pt>
                      <c:pt idx="231">
                        <c:v>29.420006388000001</c:v>
                      </c:pt>
                      <c:pt idx="232">
                        <c:v>25.398738932000001</c:v>
                      </c:pt>
                      <c:pt idx="233">
                        <c:v>26.072505590999999</c:v>
                      </c:pt>
                      <c:pt idx="234">
                        <c:v>26.475589617000001</c:v>
                      </c:pt>
                      <c:pt idx="235">
                        <c:v>31.132993135</c:v>
                      </c:pt>
                      <c:pt idx="236">
                        <c:v>35.433876451000003</c:v>
                      </c:pt>
                      <c:pt idx="237">
                        <c:v>40.283687221999998</c:v>
                      </c:pt>
                      <c:pt idx="238">
                        <c:v>38.009453225999998</c:v>
                      </c:pt>
                      <c:pt idx="239">
                        <c:v>30.461477021</c:v>
                      </c:pt>
                      <c:pt idx="240">
                        <c:v>20.335805321999999</c:v>
                      </c:pt>
                      <c:pt idx="241">
                        <c:v>11.990713105999999</c:v>
                      </c:pt>
                      <c:pt idx="242">
                        <c:v>7.0044917289999997</c:v>
                      </c:pt>
                      <c:pt idx="243">
                        <c:v>4.4791474850000004</c:v>
                      </c:pt>
                      <c:pt idx="244">
                        <c:v>3.5406591280000002</c:v>
                      </c:pt>
                      <c:pt idx="245">
                        <c:v>4.093096837</c:v>
                      </c:pt>
                      <c:pt idx="246">
                        <c:v>8.8663145389999993</c:v>
                      </c:pt>
                      <c:pt idx="247">
                        <c:v>13.240699938000001</c:v>
                      </c:pt>
                      <c:pt idx="248">
                        <c:v>16.063490700999999</c:v>
                      </c:pt>
                      <c:pt idx="249">
                        <c:v>17.243660067</c:v>
                      </c:pt>
                      <c:pt idx="250">
                        <c:v>18.911756041</c:v>
                      </c:pt>
                      <c:pt idx="251">
                        <c:v>21.59174054</c:v>
                      </c:pt>
                      <c:pt idx="252">
                        <c:v>23.597306188000001</c:v>
                      </c:pt>
                      <c:pt idx="253">
                        <c:v>27.056543714</c:v>
                      </c:pt>
                      <c:pt idx="254">
                        <c:v>27.738972798999999</c:v>
                      </c:pt>
                      <c:pt idx="255">
                        <c:v>26.658555652</c:v>
                      </c:pt>
                      <c:pt idx="256">
                        <c:v>24.918121931000002</c:v>
                      </c:pt>
                      <c:pt idx="257">
                        <c:v>26.543283972000001</c:v>
                      </c:pt>
                      <c:pt idx="258">
                        <c:v>26.842170921000001</c:v>
                      </c:pt>
                      <c:pt idx="259">
                        <c:v>31.243568476</c:v>
                      </c:pt>
                      <c:pt idx="260">
                        <c:v>35.287754345000003</c:v>
                      </c:pt>
                      <c:pt idx="261">
                        <c:v>39.573472232</c:v>
                      </c:pt>
                      <c:pt idx="262">
                        <c:v>37.527090100000002</c:v>
                      </c:pt>
                      <c:pt idx="263">
                        <c:v>29.835449046000001</c:v>
                      </c:pt>
                      <c:pt idx="264">
                        <c:v>19.683801075000002</c:v>
                      </c:pt>
                      <c:pt idx="265">
                        <c:v>11.555486919</c:v>
                      </c:pt>
                      <c:pt idx="266">
                        <c:v>6.7066954760000002</c:v>
                      </c:pt>
                      <c:pt idx="267">
                        <c:v>4.3694265659999996</c:v>
                      </c:pt>
                      <c:pt idx="268">
                        <c:v>3.5805859930000001</c:v>
                      </c:pt>
                      <c:pt idx="269">
                        <c:v>4.164738861</c:v>
                      </c:pt>
                      <c:pt idx="270">
                        <c:v>9.1752915000000002</c:v>
                      </c:pt>
                      <c:pt idx="271">
                        <c:v>14.016781029000001</c:v>
                      </c:pt>
                      <c:pt idx="272">
                        <c:v>16.397015777</c:v>
                      </c:pt>
                      <c:pt idx="273">
                        <c:v>17.761942850000001</c:v>
                      </c:pt>
                      <c:pt idx="274">
                        <c:v>19.628117644</c:v>
                      </c:pt>
                      <c:pt idx="275">
                        <c:v>22.057182439000002</c:v>
                      </c:pt>
                      <c:pt idx="276">
                        <c:v>24.179360240000001</c:v>
                      </c:pt>
                      <c:pt idx="277">
                        <c:v>27.510218041000002</c:v>
                      </c:pt>
                      <c:pt idx="278">
                        <c:v>27.607948036</c:v>
                      </c:pt>
                      <c:pt idx="279">
                        <c:v>26.549854835000001</c:v>
                      </c:pt>
                      <c:pt idx="280">
                        <c:v>24.974967499000002</c:v>
                      </c:pt>
                      <c:pt idx="281">
                        <c:v>26.363413573999999</c:v>
                      </c:pt>
                      <c:pt idx="282">
                        <c:v>26.524118640000001</c:v>
                      </c:pt>
                      <c:pt idx="283">
                        <c:v>31.540879461999999</c:v>
                      </c:pt>
                      <c:pt idx="284">
                        <c:v>35.669049612999999</c:v>
                      </c:pt>
                      <c:pt idx="285">
                        <c:v>40.415292946999998</c:v>
                      </c:pt>
                      <c:pt idx="286">
                        <c:v>37.940950485000002</c:v>
                      </c:pt>
                      <c:pt idx="287">
                        <c:v>29.722575304999999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B4D5-4FAE-AE9D-D02EB97D558B}"/>
                  </c:ext>
                </c:extLst>
              </c15:ser>
            </c15:filteredLineSeries>
            <c15:filteredLineSeries>
              <c15:ser>
                <c:idx val="13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12-10-2026'!$O$1</c15:sqref>
                        </c15:formulaRef>
                      </c:ext>
                    </c:extLst>
                    <c:strCache>
                      <c:ptCount val="1"/>
                      <c:pt idx="0">
                        <c:v>BMR-DGW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12-10-2026'!$O$2:$O$289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45.177151129000002</c:v>
                      </c:pt>
                      <c:pt idx="1">
                        <c:v>27.414361745000001</c:v>
                      </c:pt>
                      <c:pt idx="2">
                        <c:v>15.488767684999999</c:v>
                      </c:pt>
                      <c:pt idx="3">
                        <c:v>9.6508572500000014</c:v>
                      </c:pt>
                      <c:pt idx="4">
                        <c:v>7.351315563</c:v>
                      </c:pt>
                      <c:pt idx="5">
                        <c:v>9.0073933990000015</c:v>
                      </c:pt>
                      <c:pt idx="6">
                        <c:v>18.350529172999998</c:v>
                      </c:pt>
                      <c:pt idx="7">
                        <c:v>28.15608512</c:v>
                      </c:pt>
                      <c:pt idx="8">
                        <c:v>33.762184312000002</c:v>
                      </c:pt>
                      <c:pt idx="9">
                        <c:v>36.934093177000001</c:v>
                      </c:pt>
                      <c:pt idx="10">
                        <c:v>40.969251829999997</c:v>
                      </c:pt>
                      <c:pt idx="11">
                        <c:v>46.235633698000001</c:v>
                      </c:pt>
                      <c:pt idx="12">
                        <c:v>51.037199264999998</c:v>
                      </c:pt>
                      <c:pt idx="13">
                        <c:v>58.603324643000001</c:v>
                      </c:pt>
                      <c:pt idx="14">
                        <c:v>60.457444889999998</c:v>
                      </c:pt>
                      <c:pt idx="15">
                        <c:v>58.344492881999997</c:v>
                      </c:pt>
                      <c:pt idx="16">
                        <c:v>50.631870558000003</c:v>
                      </c:pt>
                      <c:pt idx="17">
                        <c:v>51.480472716999998</c:v>
                      </c:pt>
                      <c:pt idx="18">
                        <c:v>51.407391204999996</c:v>
                      </c:pt>
                      <c:pt idx="19">
                        <c:v>61.044263549999997</c:v>
                      </c:pt>
                      <c:pt idx="20">
                        <c:v>68.02526536900001</c:v>
                      </c:pt>
                      <c:pt idx="21">
                        <c:v>78.580480730000005</c:v>
                      </c:pt>
                      <c:pt idx="22">
                        <c:v>78.137900813000002</c:v>
                      </c:pt>
                      <c:pt idx="23">
                        <c:v>67.300167901000009</c:v>
                      </c:pt>
                      <c:pt idx="24">
                        <c:v>49.395207894999999</c:v>
                      </c:pt>
                      <c:pt idx="25">
                        <c:v>31.495605878999999</c:v>
                      </c:pt>
                      <c:pt idx="26">
                        <c:v>18.639902147000001</c:v>
                      </c:pt>
                      <c:pt idx="27">
                        <c:v>11.314326830000001</c:v>
                      </c:pt>
                      <c:pt idx="28">
                        <c:v>7.9172925410000001</c:v>
                      </c:pt>
                      <c:pt idx="29">
                        <c:v>8.6918037730000002</c:v>
                      </c:pt>
                      <c:pt idx="30">
                        <c:v>16.047392364</c:v>
                      </c:pt>
                      <c:pt idx="31">
                        <c:v>24.421135988</c:v>
                      </c:pt>
                      <c:pt idx="32">
                        <c:v>34.2707628</c:v>
                      </c:pt>
                      <c:pt idx="33">
                        <c:v>41.556794433999997</c:v>
                      </c:pt>
                      <c:pt idx="34">
                        <c:v>47.353472816</c:v>
                      </c:pt>
                      <c:pt idx="35">
                        <c:v>54.409427076</c:v>
                      </c:pt>
                      <c:pt idx="36">
                        <c:v>55.825831835000002</c:v>
                      </c:pt>
                      <c:pt idx="37">
                        <c:v>60.102627890999997</c:v>
                      </c:pt>
                      <c:pt idx="38">
                        <c:v>69.954846349999997</c:v>
                      </c:pt>
                      <c:pt idx="39">
                        <c:v>65.192341400000004</c:v>
                      </c:pt>
                      <c:pt idx="40">
                        <c:v>53.229488732</c:v>
                      </c:pt>
                      <c:pt idx="41">
                        <c:v>53.630699168</c:v>
                      </c:pt>
                      <c:pt idx="42">
                        <c:v>53.523663326999994</c:v>
                      </c:pt>
                      <c:pt idx="43">
                        <c:v>63.683810647999998</c:v>
                      </c:pt>
                      <c:pt idx="44">
                        <c:v>70.492530189000007</c:v>
                      </c:pt>
                      <c:pt idx="45">
                        <c:v>81.909790231000002</c:v>
                      </c:pt>
                      <c:pt idx="46">
                        <c:v>80.724104214999997</c:v>
                      </c:pt>
                      <c:pt idx="47">
                        <c:v>69.608491891999989</c:v>
                      </c:pt>
                      <c:pt idx="48">
                        <c:v>50.898157362999996</c:v>
                      </c:pt>
                      <c:pt idx="49">
                        <c:v>32.149349135999998</c:v>
                      </c:pt>
                      <c:pt idx="50">
                        <c:v>18.671347187000002</c:v>
                      </c:pt>
                      <c:pt idx="51">
                        <c:v>11.324953480000001</c:v>
                      </c:pt>
                      <c:pt idx="52">
                        <c:v>8.1124523140000004</c:v>
                      </c:pt>
                      <c:pt idx="53">
                        <c:v>9.1576064310000014</c:v>
                      </c:pt>
                      <c:pt idx="54">
                        <c:v>16.917922003999998</c:v>
                      </c:pt>
                      <c:pt idx="55">
                        <c:v>25.574966845999999</c:v>
                      </c:pt>
                      <c:pt idx="56">
                        <c:v>34.606890573000001</c:v>
                      </c:pt>
                      <c:pt idx="57">
                        <c:v>39.977892502000003</c:v>
                      </c:pt>
                      <c:pt idx="58">
                        <c:v>43.870679424000002</c:v>
                      </c:pt>
                      <c:pt idx="59">
                        <c:v>48.691922585999997</c:v>
                      </c:pt>
                      <c:pt idx="60">
                        <c:v>51.930699509</c:v>
                      </c:pt>
                      <c:pt idx="61">
                        <c:v>60.254739708999999</c:v>
                      </c:pt>
                      <c:pt idx="62">
                        <c:v>63.495308817999998</c:v>
                      </c:pt>
                      <c:pt idx="63">
                        <c:v>60.790221746</c:v>
                      </c:pt>
                      <c:pt idx="64">
                        <c:v>51.299426015000002</c:v>
                      </c:pt>
                      <c:pt idx="65">
                        <c:v>52.087874814000003</c:v>
                      </c:pt>
                      <c:pt idx="66">
                        <c:v>52.330912900000001</c:v>
                      </c:pt>
                      <c:pt idx="67">
                        <c:v>61.963177219000002</c:v>
                      </c:pt>
                      <c:pt idx="68">
                        <c:v>68.618132301999992</c:v>
                      </c:pt>
                      <c:pt idx="69">
                        <c:v>79.126652312000004</c:v>
                      </c:pt>
                      <c:pt idx="70">
                        <c:v>77.107519679000006</c:v>
                      </c:pt>
                      <c:pt idx="71">
                        <c:v>64.098909923999997</c:v>
                      </c:pt>
                      <c:pt idx="72">
                        <c:v>44.172061769999999</c:v>
                      </c:pt>
                      <c:pt idx="73">
                        <c:v>26.301914330999999</c:v>
                      </c:pt>
                      <c:pt idx="74">
                        <c:v>15.058419600000001</c:v>
                      </c:pt>
                      <c:pt idx="75">
                        <c:v>9.3775426780000011</c:v>
                      </c:pt>
                      <c:pt idx="76">
                        <c:v>7.2401477970000006</c:v>
                      </c:pt>
                      <c:pt idx="77">
                        <c:v>8.7047207009999994</c:v>
                      </c:pt>
                      <c:pt idx="78">
                        <c:v>17.844687503999999</c:v>
                      </c:pt>
                      <c:pt idx="79">
                        <c:v>26.609209716999999</c:v>
                      </c:pt>
                      <c:pt idx="80">
                        <c:v>32.703514295000005</c:v>
                      </c:pt>
                      <c:pt idx="81">
                        <c:v>35.751712287000004</c:v>
                      </c:pt>
                      <c:pt idx="82">
                        <c:v>39.382501970999996</c:v>
                      </c:pt>
                      <c:pt idx="83">
                        <c:v>44.958912179999999</c:v>
                      </c:pt>
                      <c:pt idx="84">
                        <c:v>48.445933150000002</c:v>
                      </c:pt>
                      <c:pt idx="85">
                        <c:v>54.870544346000003</c:v>
                      </c:pt>
                      <c:pt idx="86">
                        <c:v>56.055234372000001</c:v>
                      </c:pt>
                      <c:pt idx="87">
                        <c:v>54.289230508000003</c:v>
                      </c:pt>
                      <c:pt idx="88">
                        <c:v>49.319160757999995</c:v>
                      </c:pt>
                      <c:pt idx="89">
                        <c:v>51.477198342999998</c:v>
                      </c:pt>
                      <c:pt idx="90">
                        <c:v>51.581369121999998</c:v>
                      </c:pt>
                      <c:pt idx="91">
                        <c:v>61.48023792</c:v>
                      </c:pt>
                      <c:pt idx="92">
                        <c:v>68.772733535</c:v>
                      </c:pt>
                      <c:pt idx="93">
                        <c:v>78.964971990999999</c:v>
                      </c:pt>
                      <c:pt idx="94">
                        <c:v>76.016552876999995</c:v>
                      </c:pt>
                      <c:pt idx="95">
                        <c:v>61.525032690000003</c:v>
                      </c:pt>
                      <c:pt idx="96">
                        <c:v>41.440889065</c:v>
                      </c:pt>
                      <c:pt idx="97">
                        <c:v>24.238640145000002</c:v>
                      </c:pt>
                      <c:pt idx="98">
                        <c:v>13.845707052</c:v>
                      </c:pt>
                      <c:pt idx="99">
                        <c:v>8.8488513649999998</c:v>
                      </c:pt>
                      <c:pt idx="100">
                        <c:v>6.9877142249999995</c:v>
                      </c:pt>
                      <c:pt idx="101">
                        <c:v>8.5078315690000004</c:v>
                      </c:pt>
                      <c:pt idx="102">
                        <c:v>18.077778545000001</c:v>
                      </c:pt>
                      <c:pt idx="103">
                        <c:v>27.650627960999998</c:v>
                      </c:pt>
                      <c:pt idx="104">
                        <c:v>32.993963088000001</c:v>
                      </c:pt>
                      <c:pt idx="105">
                        <c:v>35.659791334000005</c:v>
                      </c:pt>
                      <c:pt idx="106">
                        <c:v>39.146869840000001</c:v>
                      </c:pt>
                      <c:pt idx="107">
                        <c:v>44.935871699000003</c:v>
                      </c:pt>
                      <c:pt idx="108">
                        <c:v>48.568549837999996</c:v>
                      </c:pt>
                      <c:pt idx="109">
                        <c:v>55.357454650000001</c:v>
                      </c:pt>
                      <c:pt idx="110">
                        <c:v>56.271809429000001</c:v>
                      </c:pt>
                      <c:pt idx="111">
                        <c:v>54.805333093000002</c:v>
                      </c:pt>
                      <c:pt idx="112">
                        <c:v>49.113547926000003</c:v>
                      </c:pt>
                      <c:pt idx="113">
                        <c:v>51.044955662999996</c:v>
                      </c:pt>
                      <c:pt idx="114">
                        <c:v>51.397074418999999</c:v>
                      </c:pt>
                      <c:pt idx="115">
                        <c:v>61.133805142</c:v>
                      </c:pt>
                      <c:pt idx="116">
                        <c:v>68.582478399999999</c:v>
                      </c:pt>
                      <c:pt idx="117">
                        <c:v>79.441601896000009</c:v>
                      </c:pt>
                      <c:pt idx="118">
                        <c:v>76.452845640999996</c:v>
                      </c:pt>
                      <c:pt idx="119">
                        <c:v>62.487804763</c:v>
                      </c:pt>
                      <c:pt idx="120">
                        <c:v>42.278671250000002</c:v>
                      </c:pt>
                      <c:pt idx="121">
                        <c:v>24.86687272</c:v>
                      </c:pt>
                      <c:pt idx="122">
                        <c:v>14.180767059000001</c:v>
                      </c:pt>
                      <c:pt idx="123">
                        <c:v>9.0050493679999999</c:v>
                      </c:pt>
                      <c:pt idx="124">
                        <c:v>7.0721523210000008</c:v>
                      </c:pt>
                      <c:pt idx="125">
                        <c:v>8.5632444939999992</c:v>
                      </c:pt>
                      <c:pt idx="126">
                        <c:v>18.325145179</c:v>
                      </c:pt>
                      <c:pt idx="127">
                        <c:v>27.766586596</c:v>
                      </c:pt>
                      <c:pt idx="128">
                        <c:v>32.962730260000001</c:v>
                      </c:pt>
                      <c:pt idx="129">
                        <c:v>36.000497026000005</c:v>
                      </c:pt>
                      <c:pt idx="130">
                        <c:v>40.108623416</c:v>
                      </c:pt>
                      <c:pt idx="131">
                        <c:v>45.503086146000001</c:v>
                      </c:pt>
                      <c:pt idx="132">
                        <c:v>50.365097680000005</c:v>
                      </c:pt>
                      <c:pt idx="133">
                        <c:v>59.910909301000004</c:v>
                      </c:pt>
                      <c:pt idx="134">
                        <c:v>61.097275265999997</c:v>
                      </c:pt>
                      <c:pt idx="135">
                        <c:v>57.445231976000002</c:v>
                      </c:pt>
                      <c:pt idx="136">
                        <c:v>49.886077192000002</c:v>
                      </c:pt>
                      <c:pt idx="137">
                        <c:v>51.423793536999995</c:v>
                      </c:pt>
                      <c:pt idx="138">
                        <c:v>55.634773183999997</c:v>
                      </c:pt>
                      <c:pt idx="139">
                        <c:v>64.176288268000008</c:v>
                      </c:pt>
                      <c:pt idx="140">
                        <c:v>69.003642785000011</c:v>
                      </c:pt>
                      <c:pt idx="141">
                        <c:v>79.518921735999996</c:v>
                      </c:pt>
                      <c:pt idx="142">
                        <c:v>76.510105351999997</c:v>
                      </c:pt>
                      <c:pt idx="143">
                        <c:v>63.615494102</c:v>
                      </c:pt>
                      <c:pt idx="144">
                        <c:v>44.644373909999999</c:v>
                      </c:pt>
                      <c:pt idx="145">
                        <c:v>26.775700024000002</c:v>
                      </c:pt>
                      <c:pt idx="146">
                        <c:v>16.078038710000001</c:v>
                      </c:pt>
                      <c:pt idx="147">
                        <c:v>9.5908027580000006</c:v>
                      </c:pt>
                      <c:pt idx="148">
                        <c:v>7.3720580170000005</c:v>
                      </c:pt>
                      <c:pt idx="149">
                        <c:v>8.9023738739999985</c:v>
                      </c:pt>
                      <c:pt idx="150">
                        <c:v>18.791852298999999</c:v>
                      </c:pt>
                      <c:pt idx="151">
                        <c:v>28.169026416999998</c:v>
                      </c:pt>
                      <c:pt idx="152">
                        <c:v>33.496046534000001</c:v>
                      </c:pt>
                      <c:pt idx="153">
                        <c:v>36.193725627999996</c:v>
                      </c:pt>
                      <c:pt idx="154">
                        <c:v>39.754898582999999</c:v>
                      </c:pt>
                      <c:pt idx="155">
                        <c:v>44.999588070000001</c:v>
                      </c:pt>
                      <c:pt idx="156">
                        <c:v>48.644713808999995</c:v>
                      </c:pt>
                      <c:pt idx="157">
                        <c:v>55.334569846000001</c:v>
                      </c:pt>
                      <c:pt idx="158">
                        <c:v>56.568572738</c:v>
                      </c:pt>
                      <c:pt idx="159">
                        <c:v>54.575117304000003</c:v>
                      </c:pt>
                      <c:pt idx="160">
                        <c:v>50.252165036999997</c:v>
                      </c:pt>
                      <c:pt idx="161">
                        <c:v>52.820516894000001</c:v>
                      </c:pt>
                      <c:pt idx="162">
                        <c:v>53.446906831</c:v>
                      </c:pt>
                      <c:pt idx="163">
                        <c:v>62.323663733000004</c:v>
                      </c:pt>
                      <c:pt idx="164">
                        <c:v>69.215538238999997</c:v>
                      </c:pt>
                      <c:pt idx="165">
                        <c:v>79.00918261999999</c:v>
                      </c:pt>
                      <c:pt idx="166">
                        <c:v>75.869354165999994</c:v>
                      </c:pt>
                      <c:pt idx="167">
                        <c:v>60.948545707000001</c:v>
                      </c:pt>
                      <c:pt idx="168">
                        <c:v>41.487494255000001</c:v>
                      </c:pt>
                      <c:pt idx="169">
                        <c:v>24.711204069000001</c:v>
                      </c:pt>
                      <c:pt idx="170">
                        <c:v>14.264493436</c:v>
                      </c:pt>
                      <c:pt idx="171">
                        <c:v>9.0664611900000001</c:v>
                      </c:pt>
                      <c:pt idx="172">
                        <c:v>7.1514556809999998</c:v>
                      </c:pt>
                      <c:pt idx="173">
                        <c:v>8.8062928420000013</c:v>
                      </c:pt>
                      <c:pt idx="174">
                        <c:v>19.036388670999997</c:v>
                      </c:pt>
                      <c:pt idx="175">
                        <c:v>29.267033908999998</c:v>
                      </c:pt>
                      <c:pt idx="176">
                        <c:v>35.506961533999998</c:v>
                      </c:pt>
                      <c:pt idx="177">
                        <c:v>39.927749579</c:v>
                      </c:pt>
                      <c:pt idx="178">
                        <c:v>42.623632655000002</c:v>
                      </c:pt>
                      <c:pt idx="179">
                        <c:v>46.827046987999999</c:v>
                      </c:pt>
                      <c:pt idx="180">
                        <c:v>51.380134792</c:v>
                      </c:pt>
                      <c:pt idx="181">
                        <c:v>58.068749832000002</c:v>
                      </c:pt>
                      <c:pt idx="182">
                        <c:v>59.356454049</c:v>
                      </c:pt>
                      <c:pt idx="183">
                        <c:v>56.904815452000001</c:v>
                      </c:pt>
                      <c:pt idx="184">
                        <c:v>50.612304025</c:v>
                      </c:pt>
                      <c:pt idx="185">
                        <c:v>52.371869927999995</c:v>
                      </c:pt>
                      <c:pt idx="186">
                        <c:v>53.193687139000005</c:v>
                      </c:pt>
                      <c:pt idx="187">
                        <c:v>63.374741168</c:v>
                      </c:pt>
                      <c:pt idx="188">
                        <c:v>70.421610762</c:v>
                      </c:pt>
                      <c:pt idx="189">
                        <c:v>79.743318546000012</c:v>
                      </c:pt>
                      <c:pt idx="190">
                        <c:v>77.983101645000005</c:v>
                      </c:pt>
                      <c:pt idx="191">
                        <c:v>65.391154956999998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B4D5-4FAE-AE9D-D02EB97D558B}"/>
                  </c:ext>
                </c:extLst>
              </c15:ser>
            </c15:filteredLineSeries>
            <c15:filteredLineSeries>
              <c15:ser>
                <c:idx val="14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12-10-2026'!$P$1</c15:sqref>
                        </c15:formulaRef>
                      </c:ext>
                    </c:extLst>
                    <c:strCache>
                      <c:ptCount val="1"/>
                      <c:pt idx="0">
                        <c:v>OUG-DGW1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12-10-2026'!$P$2:$P$289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33.252119170999997</c:v>
                      </c:pt>
                      <c:pt idx="1">
                        <c:v>20.832064173999999</c:v>
                      </c:pt>
                      <c:pt idx="2">
                        <c:v>12.494019412</c:v>
                      </c:pt>
                      <c:pt idx="3">
                        <c:v>8.0496036790000005</c:v>
                      </c:pt>
                      <c:pt idx="4">
                        <c:v>6.384213301</c:v>
                      </c:pt>
                      <c:pt idx="5">
                        <c:v>8.4138926569999999</c:v>
                      </c:pt>
                      <c:pt idx="6">
                        <c:v>16.987085858</c:v>
                      </c:pt>
                      <c:pt idx="7">
                        <c:v>23.526512788000002</c:v>
                      </c:pt>
                      <c:pt idx="8">
                        <c:v>27.974455288000001</c:v>
                      </c:pt>
                      <c:pt idx="9">
                        <c:v>30.147024814000002</c:v>
                      </c:pt>
                      <c:pt idx="10">
                        <c:v>33.234614428</c:v>
                      </c:pt>
                      <c:pt idx="11">
                        <c:v>37.187090816000001</c:v>
                      </c:pt>
                      <c:pt idx="12">
                        <c:v>39.660879104999999</c:v>
                      </c:pt>
                      <c:pt idx="13">
                        <c:v>43.950361780000001</c:v>
                      </c:pt>
                      <c:pt idx="14">
                        <c:v>44.321402544000001</c:v>
                      </c:pt>
                      <c:pt idx="15">
                        <c:v>42.307098314000001</c:v>
                      </c:pt>
                      <c:pt idx="16">
                        <c:v>38.816312009999997</c:v>
                      </c:pt>
                      <c:pt idx="17">
                        <c:v>39.410029858000001</c:v>
                      </c:pt>
                      <c:pt idx="18">
                        <c:v>38.434038547999997</c:v>
                      </c:pt>
                      <c:pt idx="19">
                        <c:v>44.252204851999998</c:v>
                      </c:pt>
                      <c:pt idx="20">
                        <c:v>48.743874777000002</c:v>
                      </c:pt>
                      <c:pt idx="21">
                        <c:v>54.504757136999999</c:v>
                      </c:pt>
                      <c:pt idx="22">
                        <c:v>54.564426414000003</c:v>
                      </c:pt>
                      <c:pt idx="23">
                        <c:v>48.156280516999999</c:v>
                      </c:pt>
                      <c:pt idx="24">
                        <c:v>36.582491456</c:v>
                      </c:pt>
                      <c:pt idx="25">
                        <c:v>24.496924155999999</c:v>
                      </c:pt>
                      <c:pt idx="26">
                        <c:v>14.996519914</c:v>
                      </c:pt>
                      <c:pt idx="27">
                        <c:v>9.4728762559999993</c:v>
                      </c:pt>
                      <c:pt idx="28">
                        <c:v>7.0515772569999999</c:v>
                      </c:pt>
                      <c:pt idx="29">
                        <c:v>8.2983318019999999</c:v>
                      </c:pt>
                      <c:pt idx="30">
                        <c:v>15.451740656</c:v>
                      </c:pt>
                      <c:pt idx="31">
                        <c:v>21.456598729</c:v>
                      </c:pt>
                      <c:pt idx="32">
                        <c:v>27.025353493000001</c:v>
                      </c:pt>
                      <c:pt idx="33">
                        <c:v>31.793573259999999</c:v>
                      </c:pt>
                      <c:pt idx="34">
                        <c:v>36.441646744000003</c:v>
                      </c:pt>
                      <c:pt idx="35">
                        <c:v>40.473951440999997</c:v>
                      </c:pt>
                      <c:pt idx="36">
                        <c:v>41.133086245000001</c:v>
                      </c:pt>
                      <c:pt idx="37">
                        <c:v>42.382272962000002</c:v>
                      </c:pt>
                      <c:pt idx="38">
                        <c:v>49.131518943000003</c:v>
                      </c:pt>
                      <c:pt idx="39">
                        <c:v>45.868725007999998</c:v>
                      </c:pt>
                      <c:pt idx="40">
                        <c:v>40.335922668999999</c:v>
                      </c:pt>
                      <c:pt idx="41">
                        <c:v>39.759710966999997</c:v>
                      </c:pt>
                      <c:pt idx="42">
                        <c:v>39.061261977999997</c:v>
                      </c:pt>
                      <c:pt idx="43">
                        <c:v>45.560545286999997</c:v>
                      </c:pt>
                      <c:pt idx="44">
                        <c:v>50.627979357999997</c:v>
                      </c:pt>
                      <c:pt idx="45">
                        <c:v>56.795278521999997</c:v>
                      </c:pt>
                      <c:pt idx="46">
                        <c:v>56.199297176000002</c:v>
                      </c:pt>
                      <c:pt idx="47">
                        <c:v>49.392910055000002</c:v>
                      </c:pt>
                      <c:pt idx="48">
                        <c:v>37.485846070999997</c:v>
                      </c:pt>
                      <c:pt idx="49">
                        <c:v>24.819191781000001</c:v>
                      </c:pt>
                      <c:pt idx="50">
                        <c:v>15.064831461000001</c:v>
                      </c:pt>
                      <c:pt idx="51">
                        <c:v>9.5173942050000004</c:v>
                      </c:pt>
                      <c:pt idx="52">
                        <c:v>7.0789096899999997</c:v>
                      </c:pt>
                      <c:pt idx="53">
                        <c:v>8.5408746499999992</c:v>
                      </c:pt>
                      <c:pt idx="54">
                        <c:v>16.445894730999999</c:v>
                      </c:pt>
                      <c:pt idx="55">
                        <c:v>22.406763737999999</c:v>
                      </c:pt>
                      <c:pt idx="56">
                        <c:v>27.320077947000001</c:v>
                      </c:pt>
                      <c:pt idx="57">
                        <c:v>31.136782608000001</c:v>
                      </c:pt>
                      <c:pt idx="58">
                        <c:v>34.008058157999997</c:v>
                      </c:pt>
                      <c:pt idx="59">
                        <c:v>37.429610664999998</c:v>
                      </c:pt>
                      <c:pt idx="60">
                        <c:v>39.522165622999999</c:v>
                      </c:pt>
                      <c:pt idx="61">
                        <c:v>44.380808407000004</c:v>
                      </c:pt>
                      <c:pt idx="62">
                        <c:v>45.958755578999998</c:v>
                      </c:pt>
                      <c:pt idx="63">
                        <c:v>43.621326381000003</c:v>
                      </c:pt>
                      <c:pt idx="64">
                        <c:v>39.357112622999999</c:v>
                      </c:pt>
                      <c:pt idx="65">
                        <c:v>39.228673002000001</c:v>
                      </c:pt>
                      <c:pt idx="66">
                        <c:v>37.620182436999997</c:v>
                      </c:pt>
                      <c:pt idx="67">
                        <c:v>43.851434896000001</c:v>
                      </c:pt>
                      <c:pt idx="68">
                        <c:v>49.131839976000002</c:v>
                      </c:pt>
                      <c:pt idx="69">
                        <c:v>54.856446736999999</c:v>
                      </c:pt>
                      <c:pt idx="70">
                        <c:v>54.053790892000002</c:v>
                      </c:pt>
                      <c:pt idx="71">
                        <c:v>46.164837536</c:v>
                      </c:pt>
                      <c:pt idx="72">
                        <c:v>32.943913430999999</c:v>
                      </c:pt>
                      <c:pt idx="73">
                        <c:v>20.59949615</c:v>
                      </c:pt>
                      <c:pt idx="74">
                        <c:v>12.35685651</c:v>
                      </c:pt>
                      <c:pt idx="75">
                        <c:v>7.8912910549999999</c:v>
                      </c:pt>
                      <c:pt idx="76">
                        <c:v>6.3073430080000001</c:v>
                      </c:pt>
                      <c:pt idx="77">
                        <c:v>8.1425892770000008</c:v>
                      </c:pt>
                      <c:pt idx="78">
                        <c:v>16.268402889000001</c:v>
                      </c:pt>
                      <c:pt idx="79">
                        <c:v>22.394518046000002</c:v>
                      </c:pt>
                      <c:pt idx="80">
                        <c:v>26.822051516999998</c:v>
                      </c:pt>
                      <c:pt idx="81">
                        <c:v>29.351310254000001</c:v>
                      </c:pt>
                      <c:pt idx="82">
                        <c:v>32.079282333999998</c:v>
                      </c:pt>
                      <c:pt idx="83">
                        <c:v>35.686999571999998</c:v>
                      </c:pt>
                      <c:pt idx="84">
                        <c:v>38.410649671000002</c:v>
                      </c:pt>
                      <c:pt idx="85">
                        <c:v>42.622398146999998</c:v>
                      </c:pt>
                      <c:pt idx="86">
                        <c:v>42.689591903</c:v>
                      </c:pt>
                      <c:pt idx="87">
                        <c:v>40.448599508000001</c:v>
                      </c:pt>
                      <c:pt idx="88">
                        <c:v>37.876107953999998</c:v>
                      </c:pt>
                      <c:pt idx="89">
                        <c:v>38.476099173999998</c:v>
                      </c:pt>
                      <c:pt idx="90">
                        <c:v>37.348015027999999</c:v>
                      </c:pt>
                      <c:pt idx="91">
                        <c:v>43.704970373000002</c:v>
                      </c:pt>
                      <c:pt idx="92">
                        <c:v>48.956952811000001</c:v>
                      </c:pt>
                      <c:pt idx="93">
                        <c:v>54.879493623000002</c:v>
                      </c:pt>
                      <c:pt idx="94">
                        <c:v>53.804255249000001</c:v>
                      </c:pt>
                      <c:pt idx="95">
                        <c:v>45.055972455999999</c:v>
                      </c:pt>
                      <c:pt idx="96">
                        <c:v>31.640187271999999</c:v>
                      </c:pt>
                      <c:pt idx="97">
                        <c:v>19.491653383999999</c:v>
                      </c:pt>
                      <c:pt idx="98">
                        <c:v>11.626978287</c:v>
                      </c:pt>
                      <c:pt idx="99">
                        <c:v>7.7086291669999998</c:v>
                      </c:pt>
                      <c:pt idx="100">
                        <c:v>6.1901472929999999</c:v>
                      </c:pt>
                      <c:pt idx="101">
                        <c:v>8.0164910050000007</c:v>
                      </c:pt>
                      <c:pt idx="102">
                        <c:v>16.627937613</c:v>
                      </c:pt>
                      <c:pt idx="103">
                        <c:v>22.788962072</c:v>
                      </c:pt>
                      <c:pt idx="104">
                        <c:v>27.082648383999999</c:v>
                      </c:pt>
                      <c:pt idx="105">
                        <c:v>29.542330880000002</c:v>
                      </c:pt>
                      <c:pt idx="106">
                        <c:v>32.423438384000001</c:v>
                      </c:pt>
                      <c:pt idx="107">
                        <c:v>36.318297594000001</c:v>
                      </c:pt>
                      <c:pt idx="108">
                        <c:v>38.538640966000003</c:v>
                      </c:pt>
                      <c:pt idx="109">
                        <c:v>42.832297296999997</c:v>
                      </c:pt>
                      <c:pt idx="110">
                        <c:v>42.776701766999999</c:v>
                      </c:pt>
                      <c:pt idx="111">
                        <c:v>40.515001904000002</c:v>
                      </c:pt>
                      <c:pt idx="112">
                        <c:v>37.955336375000002</c:v>
                      </c:pt>
                      <c:pt idx="113">
                        <c:v>38.576833385999997</c:v>
                      </c:pt>
                      <c:pt idx="114">
                        <c:v>37.650072878000003</c:v>
                      </c:pt>
                      <c:pt idx="115">
                        <c:v>44.066038300000002</c:v>
                      </c:pt>
                      <c:pt idx="116">
                        <c:v>49.506334567000003</c:v>
                      </c:pt>
                      <c:pt idx="117">
                        <c:v>55.520877556000002</c:v>
                      </c:pt>
                      <c:pt idx="118">
                        <c:v>54.197270193999998</c:v>
                      </c:pt>
                      <c:pt idx="119">
                        <c:v>45.153504372999997</c:v>
                      </c:pt>
                      <c:pt idx="120">
                        <c:v>31.748156337000001</c:v>
                      </c:pt>
                      <c:pt idx="121">
                        <c:v>19.475480729000001</c:v>
                      </c:pt>
                      <c:pt idx="122">
                        <c:v>11.577161307000001</c:v>
                      </c:pt>
                      <c:pt idx="123">
                        <c:v>7.4886237920000003</c:v>
                      </c:pt>
                      <c:pt idx="124">
                        <c:v>6.0973697739999997</c:v>
                      </c:pt>
                      <c:pt idx="125">
                        <c:v>8.0572756749999996</c:v>
                      </c:pt>
                      <c:pt idx="126">
                        <c:v>16.707120778</c:v>
                      </c:pt>
                      <c:pt idx="127">
                        <c:v>23.147335973000001</c:v>
                      </c:pt>
                      <c:pt idx="128">
                        <c:v>27.362387130999998</c:v>
                      </c:pt>
                      <c:pt idx="129">
                        <c:v>30.028561294999999</c:v>
                      </c:pt>
                      <c:pt idx="130">
                        <c:v>32.972230615999997</c:v>
                      </c:pt>
                      <c:pt idx="131">
                        <c:v>36.406957937999998</c:v>
                      </c:pt>
                      <c:pt idx="132">
                        <c:v>39.376023254000003</c:v>
                      </c:pt>
                      <c:pt idx="133">
                        <c:v>44.541963453999998</c:v>
                      </c:pt>
                      <c:pt idx="134">
                        <c:v>44.727449599000003</c:v>
                      </c:pt>
                      <c:pt idx="135">
                        <c:v>42.036338682</c:v>
                      </c:pt>
                      <c:pt idx="136">
                        <c:v>37.841770918999998</c:v>
                      </c:pt>
                      <c:pt idx="137">
                        <c:v>38.092202344999997</c:v>
                      </c:pt>
                      <c:pt idx="138">
                        <c:v>40.627964876</c:v>
                      </c:pt>
                      <c:pt idx="139">
                        <c:v>47.322875873999998</c:v>
                      </c:pt>
                      <c:pt idx="140">
                        <c:v>49.718549862000003</c:v>
                      </c:pt>
                      <c:pt idx="141">
                        <c:v>55.322514499999997</c:v>
                      </c:pt>
                      <c:pt idx="142">
                        <c:v>53.936845781999999</c:v>
                      </c:pt>
                      <c:pt idx="143">
                        <c:v>45.095883641999997</c:v>
                      </c:pt>
                      <c:pt idx="144">
                        <c:v>32.965342075999999</c:v>
                      </c:pt>
                      <c:pt idx="145">
                        <c:v>20.668546406000001</c:v>
                      </c:pt>
                      <c:pt idx="146">
                        <c:v>12.472738747999999</c:v>
                      </c:pt>
                      <c:pt idx="147">
                        <c:v>7.6151712949999997</c:v>
                      </c:pt>
                      <c:pt idx="148">
                        <c:v>6.1031152799999999</c:v>
                      </c:pt>
                      <c:pt idx="149">
                        <c:v>8.1545142300000002</c:v>
                      </c:pt>
                      <c:pt idx="150">
                        <c:v>16.989030909</c:v>
                      </c:pt>
                      <c:pt idx="151">
                        <c:v>23.407388702999999</c:v>
                      </c:pt>
                      <c:pt idx="152">
                        <c:v>27.528600273999999</c:v>
                      </c:pt>
                      <c:pt idx="153">
                        <c:v>30.101449353</c:v>
                      </c:pt>
                      <c:pt idx="154">
                        <c:v>32.762782225000002</c:v>
                      </c:pt>
                      <c:pt idx="155">
                        <c:v>36.221833240000002</c:v>
                      </c:pt>
                      <c:pt idx="156">
                        <c:v>38.548490702999999</c:v>
                      </c:pt>
                      <c:pt idx="157">
                        <c:v>42.844286209000003</c:v>
                      </c:pt>
                      <c:pt idx="158">
                        <c:v>42.767052573000001</c:v>
                      </c:pt>
                      <c:pt idx="159">
                        <c:v>40.745503237999998</c:v>
                      </c:pt>
                      <c:pt idx="160">
                        <c:v>38.415259740000003</c:v>
                      </c:pt>
                      <c:pt idx="161">
                        <c:v>39.126992813999998</c:v>
                      </c:pt>
                      <c:pt idx="162">
                        <c:v>38.426090559999999</c:v>
                      </c:pt>
                      <c:pt idx="163">
                        <c:v>44.244983908000002</c:v>
                      </c:pt>
                      <c:pt idx="164">
                        <c:v>48.997643160999999</c:v>
                      </c:pt>
                      <c:pt idx="165">
                        <c:v>54.803567205</c:v>
                      </c:pt>
                      <c:pt idx="166">
                        <c:v>53.878635828999997</c:v>
                      </c:pt>
                      <c:pt idx="167">
                        <c:v>44.931735906</c:v>
                      </c:pt>
                      <c:pt idx="168">
                        <c:v>31.729072306999999</c:v>
                      </c:pt>
                      <c:pt idx="169">
                        <c:v>19.800144529000001</c:v>
                      </c:pt>
                      <c:pt idx="170">
                        <c:v>11.937632453000001</c:v>
                      </c:pt>
                      <c:pt idx="171">
                        <c:v>7.785990709</c:v>
                      </c:pt>
                      <c:pt idx="172">
                        <c:v>6.385135344</c:v>
                      </c:pt>
                      <c:pt idx="173">
                        <c:v>8.4664706859999992</c:v>
                      </c:pt>
                      <c:pt idx="174">
                        <c:v>17.380258036000001</c:v>
                      </c:pt>
                      <c:pt idx="175">
                        <c:v>24.411836249</c:v>
                      </c:pt>
                      <c:pt idx="176">
                        <c:v>29.814870647999999</c:v>
                      </c:pt>
                      <c:pt idx="177">
                        <c:v>33.181711753000002</c:v>
                      </c:pt>
                      <c:pt idx="178">
                        <c:v>34.690872603999999</c:v>
                      </c:pt>
                      <c:pt idx="179">
                        <c:v>37.268269965000002</c:v>
                      </c:pt>
                      <c:pt idx="180">
                        <c:v>39.938432882999997</c:v>
                      </c:pt>
                      <c:pt idx="181">
                        <c:v>44.347321000999997</c:v>
                      </c:pt>
                      <c:pt idx="182">
                        <c:v>43.961553627999997</c:v>
                      </c:pt>
                      <c:pt idx="183">
                        <c:v>41.436306932999997</c:v>
                      </c:pt>
                      <c:pt idx="184">
                        <c:v>38.812427022999998</c:v>
                      </c:pt>
                      <c:pt idx="185">
                        <c:v>39.000890548999998</c:v>
                      </c:pt>
                      <c:pt idx="186">
                        <c:v>38.812249610000002</c:v>
                      </c:pt>
                      <c:pt idx="187">
                        <c:v>45.112834784999997</c:v>
                      </c:pt>
                      <c:pt idx="188">
                        <c:v>49.527793875999997</c:v>
                      </c:pt>
                      <c:pt idx="189">
                        <c:v>54.964501575</c:v>
                      </c:pt>
                      <c:pt idx="190">
                        <c:v>54.988083346000003</c:v>
                      </c:pt>
                      <c:pt idx="191">
                        <c:v>48.234684256999998</c:v>
                      </c:pt>
                      <c:pt idx="192">
                        <c:v>36.446441382000003</c:v>
                      </c:pt>
                      <c:pt idx="193">
                        <c:v>23.965040201000001</c:v>
                      </c:pt>
                      <c:pt idx="194">
                        <c:v>14.747592546</c:v>
                      </c:pt>
                      <c:pt idx="195">
                        <c:v>9.4765394880000002</c:v>
                      </c:pt>
                      <c:pt idx="196">
                        <c:v>7.0178488090000002</c:v>
                      </c:pt>
                      <c:pt idx="197">
                        <c:v>8.1044981289999996</c:v>
                      </c:pt>
                      <c:pt idx="198">
                        <c:v>15.748520432999999</c:v>
                      </c:pt>
                      <c:pt idx="199">
                        <c:v>21.768511835999998</c:v>
                      </c:pt>
                      <c:pt idx="200">
                        <c:v>27.433166033999999</c:v>
                      </c:pt>
                      <c:pt idx="201">
                        <c:v>32.020909138</c:v>
                      </c:pt>
                      <c:pt idx="202">
                        <c:v>36.471579233</c:v>
                      </c:pt>
                      <c:pt idx="203">
                        <c:v>40.583826672000001</c:v>
                      </c:pt>
                      <c:pt idx="204">
                        <c:v>41.372082083000002</c:v>
                      </c:pt>
                      <c:pt idx="205">
                        <c:v>42.902937127999998</c:v>
                      </c:pt>
                      <c:pt idx="206">
                        <c:v>49.100352538999999</c:v>
                      </c:pt>
                      <c:pt idx="207">
                        <c:v>45.243402242999998</c:v>
                      </c:pt>
                      <c:pt idx="208">
                        <c:v>41.238119505999997</c:v>
                      </c:pt>
                      <c:pt idx="209">
                        <c:v>40.635714641</c:v>
                      </c:pt>
                      <c:pt idx="210">
                        <c:v>40.038362685000003</c:v>
                      </c:pt>
                      <c:pt idx="211">
                        <c:v>46.510883362999998</c:v>
                      </c:pt>
                      <c:pt idx="212">
                        <c:v>51.399407480000001</c:v>
                      </c:pt>
                      <c:pt idx="213">
                        <c:v>56.844299986000003</c:v>
                      </c:pt>
                      <c:pt idx="214">
                        <c:v>56.874708263999999</c:v>
                      </c:pt>
                      <c:pt idx="215">
                        <c:v>49.229567009</c:v>
                      </c:pt>
                      <c:pt idx="216">
                        <c:v>36.923875076000002</c:v>
                      </c:pt>
                      <c:pt idx="217">
                        <c:v>24.010604656000002</c:v>
                      </c:pt>
                      <c:pt idx="218">
                        <c:v>14.681557743999999</c:v>
                      </c:pt>
                      <c:pt idx="219">
                        <c:v>9.2800113690000003</c:v>
                      </c:pt>
                      <c:pt idx="220">
                        <c:v>6.7825769620000003</c:v>
                      </c:pt>
                      <c:pt idx="221">
                        <c:v>8.2936698230000001</c:v>
                      </c:pt>
                      <c:pt idx="222">
                        <c:v>16.556515344000001</c:v>
                      </c:pt>
                      <c:pt idx="223">
                        <c:v>23.282293236000001</c:v>
                      </c:pt>
                      <c:pt idx="224">
                        <c:v>28.200302031</c:v>
                      </c:pt>
                      <c:pt idx="225">
                        <c:v>31.257067506999999</c:v>
                      </c:pt>
                      <c:pt idx="226">
                        <c:v>34.536587476000001</c:v>
                      </c:pt>
                      <c:pt idx="227">
                        <c:v>37.944710090000001</c:v>
                      </c:pt>
                      <c:pt idx="228">
                        <c:v>39.965151226000003</c:v>
                      </c:pt>
                      <c:pt idx="229">
                        <c:v>45.041303149999997</c:v>
                      </c:pt>
                      <c:pt idx="230">
                        <c:v>46.422409359</c:v>
                      </c:pt>
                      <c:pt idx="231">
                        <c:v>43.474005855000001</c:v>
                      </c:pt>
                      <c:pt idx="232">
                        <c:v>39.820361777000002</c:v>
                      </c:pt>
                      <c:pt idx="233">
                        <c:v>39.973934315000001</c:v>
                      </c:pt>
                      <c:pt idx="234">
                        <c:v>39.933422483000001</c:v>
                      </c:pt>
                      <c:pt idx="235">
                        <c:v>45.728108360999997</c:v>
                      </c:pt>
                      <c:pt idx="236">
                        <c:v>51.541039038999998</c:v>
                      </c:pt>
                      <c:pt idx="237">
                        <c:v>57.173101846999998</c:v>
                      </c:pt>
                      <c:pt idx="238">
                        <c:v>54.894354180999997</c:v>
                      </c:pt>
                      <c:pt idx="239">
                        <c:v>45.835584023999999</c:v>
                      </c:pt>
                      <c:pt idx="240">
                        <c:v>32.289641959000001</c:v>
                      </c:pt>
                      <c:pt idx="241">
                        <c:v>20.393930180000002</c:v>
                      </c:pt>
                      <c:pt idx="242">
                        <c:v>12.171231497000001</c:v>
                      </c:pt>
                      <c:pt idx="243">
                        <c:v>7.9476818800000002</c:v>
                      </c:pt>
                      <c:pt idx="244">
                        <c:v>6.4008681149999997</c:v>
                      </c:pt>
                      <c:pt idx="245">
                        <c:v>7.9650621470000003</c:v>
                      </c:pt>
                      <c:pt idx="246">
                        <c:v>16.794918035999999</c:v>
                      </c:pt>
                      <c:pt idx="247">
                        <c:v>22.974997170000002</c:v>
                      </c:pt>
                      <c:pt idx="248">
                        <c:v>27.625546162999999</c:v>
                      </c:pt>
                      <c:pt idx="249">
                        <c:v>29.655654370000001</c:v>
                      </c:pt>
                      <c:pt idx="250">
                        <c:v>32.366761050000001</c:v>
                      </c:pt>
                      <c:pt idx="251">
                        <c:v>35.702377894999998</c:v>
                      </c:pt>
                      <c:pt idx="252">
                        <c:v>38.673192716999999</c:v>
                      </c:pt>
                      <c:pt idx="253">
                        <c:v>42.728290213000001</c:v>
                      </c:pt>
                      <c:pt idx="254">
                        <c:v>42.614498791000003</c:v>
                      </c:pt>
                      <c:pt idx="255">
                        <c:v>40.622310849999998</c:v>
                      </c:pt>
                      <c:pt idx="256">
                        <c:v>38.820870788000001</c:v>
                      </c:pt>
                      <c:pt idx="257">
                        <c:v>40.397597511000001</c:v>
                      </c:pt>
                      <c:pt idx="258">
                        <c:v>40.126894970000002</c:v>
                      </c:pt>
                      <c:pt idx="259">
                        <c:v>45.452276832000003</c:v>
                      </c:pt>
                      <c:pt idx="260">
                        <c:v>50.444904942000001</c:v>
                      </c:pt>
                      <c:pt idx="261">
                        <c:v>55.741236037</c:v>
                      </c:pt>
                      <c:pt idx="262">
                        <c:v>53.901714845000001</c:v>
                      </c:pt>
                      <c:pt idx="263">
                        <c:v>43.782108841000003</c:v>
                      </c:pt>
                      <c:pt idx="264">
                        <c:v>31.870779466999998</c:v>
                      </c:pt>
                      <c:pt idx="265">
                        <c:v>19.863298136000001</c:v>
                      </c:pt>
                      <c:pt idx="266">
                        <c:v>11.806542169</c:v>
                      </c:pt>
                      <c:pt idx="267">
                        <c:v>7.6748237689999996</c:v>
                      </c:pt>
                      <c:pt idx="268">
                        <c:v>6.2183406049999999</c:v>
                      </c:pt>
                      <c:pt idx="269">
                        <c:v>7.9735809590000004</c:v>
                      </c:pt>
                      <c:pt idx="270">
                        <c:v>17.216524462999999</c:v>
                      </c:pt>
                      <c:pt idx="271">
                        <c:v>23.769314461</c:v>
                      </c:pt>
                      <c:pt idx="272">
                        <c:v>28.004227211</c:v>
                      </c:pt>
                      <c:pt idx="273">
                        <c:v>30.065864778000002</c:v>
                      </c:pt>
                      <c:pt idx="274">
                        <c:v>32.841043460000002</c:v>
                      </c:pt>
                      <c:pt idx="275">
                        <c:v>36.277297541000003</c:v>
                      </c:pt>
                      <c:pt idx="276">
                        <c:v>39.125119494000003</c:v>
                      </c:pt>
                      <c:pt idx="277">
                        <c:v>43.040484212000003</c:v>
                      </c:pt>
                      <c:pt idx="278">
                        <c:v>42.547668704000003</c:v>
                      </c:pt>
                      <c:pt idx="279">
                        <c:v>40.476582487999998</c:v>
                      </c:pt>
                      <c:pt idx="280">
                        <c:v>39.186484043</c:v>
                      </c:pt>
                      <c:pt idx="281">
                        <c:v>40.017831913999999</c:v>
                      </c:pt>
                      <c:pt idx="282">
                        <c:v>39.819428008000003</c:v>
                      </c:pt>
                      <c:pt idx="283">
                        <c:v>45.862004143</c:v>
                      </c:pt>
                      <c:pt idx="284">
                        <c:v>51.308060931</c:v>
                      </c:pt>
                      <c:pt idx="285">
                        <c:v>56.223618491000003</c:v>
                      </c:pt>
                      <c:pt idx="286">
                        <c:v>53.357554667000002</c:v>
                      </c:pt>
                      <c:pt idx="287">
                        <c:v>43.731508931999997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2-B4D5-4FAE-AE9D-D02EB97D558B}"/>
                  </c:ext>
                </c:extLst>
              </c15:ser>
            </c15:filteredLineSeries>
            <c15:filteredLineSeries>
              <c15:ser>
                <c:idx val="15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12-10-2026'!$Q$1</c15:sqref>
                        </c15:formulaRef>
                      </c:ext>
                    </c:extLst>
                    <c:strCache>
                      <c:ptCount val="1"/>
                      <c:pt idx="0">
                        <c:v>OUG-DGW1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12-10-2026'!$Q$2:$Q$289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2.9181662570000002</c:v>
                      </c:pt>
                      <c:pt idx="1">
                        <c:v>1.8779975090000001</c:v>
                      </c:pt>
                      <c:pt idx="2">
                        <c:v>1.191668623</c:v>
                      </c:pt>
                      <c:pt idx="3">
                        <c:v>0.84917765199999995</c:v>
                      </c:pt>
                      <c:pt idx="4">
                        <c:v>0.73627029899999996</c:v>
                      </c:pt>
                      <c:pt idx="5">
                        <c:v>1.0430369820000001</c:v>
                      </c:pt>
                      <c:pt idx="6">
                        <c:v>2.033521377</c:v>
                      </c:pt>
                      <c:pt idx="7">
                        <c:v>2.6135232620000002</c:v>
                      </c:pt>
                      <c:pt idx="8">
                        <c:v>2.6802835420000002</c:v>
                      </c:pt>
                      <c:pt idx="9">
                        <c:v>2.5628586659999999</c:v>
                      </c:pt>
                      <c:pt idx="10">
                        <c:v>2.5667751509999999</c:v>
                      </c:pt>
                      <c:pt idx="11">
                        <c:v>2.7758112349999999</c:v>
                      </c:pt>
                      <c:pt idx="12">
                        <c:v>3.1619369220000002</c:v>
                      </c:pt>
                      <c:pt idx="13">
                        <c:v>3.6469297530000002</c:v>
                      </c:pt>
                      <c:pt idx="14">
                        <c:v>3.8167280799999999</c:v>
                      </c:pt>
                      <c:pt idx="15">
                        <c:v>3.6915012269999998</c:v>
                      </c:pt>
                      <c:pt idx="16">
                        <c:v>3.2118071260000001</c:v>
                      </c:pt>
                      <c:pt idx="17">
                        <c:v>2.8834143170000002</c:v>
                      </c:pt>
                      <c:pt idx="18">
                        <c:v>2.8984766610000001</c:v>
                      </c:pt>
                      <c:pt idx="19">
                        <c:v>3.182700632</c:v>
                      </c:pt>
                      <c:pt idx="20">
                        <c:v>3.5375692970000001</c:v>
                      </c:pt>
                      <c:pt idx="21">
                        <c:v>4.0459814300000003</c:v>
                      </c:pt>
                      <c:pt idx="22">
                        <c:v>4.3736244529999997</c:v>
                      </c:pt>
                      <c:pt idx="23">
                        <c:v>4.0168964730000001</c:v>
                      </c:pt>
                      <c:pt idx="24">
                        <c:v>3.1451462590000001</c:v>
                      </c:pt>
                      <c:pt idx="25">
                        <c:v>2.128280621</c:v>
                      </c:pt>
                      <c:pt idx="26">
                        <c:v>1.379994234</c:v>
                      </c:pt>
                      <c:pt idx="27">
                        <c:v>0.91970916300000005</c:v>
                      </c:pt>
                      <c:pt idx="28">
                        <c:v>0.75195890799999998</c:v>
                      </c:pt>
                      <c:pt idx="29">
                        <c:v>1.0371102729999999</c:v>
                      </c:pt>
                      <c:pt idx="30">
                        <c:v>1.888191513</c:v>
                      </c:pt>
                      <c:pt idx="31">
                        <c:v>2.4677874549999999</c:v>
                      </c:pt>
                      <c:pt idx="32">
                        <c:v>2.8428139510000001</c:v>
                      </c:pt>
                      <c:pt idx="33">
                        <c:v>2.8897704910000002</c:v>
                      </c:pt>
                      <c:pt idx="34">
                        <c:v>2.9784589860000001</c:v>
                      </c:pt>
                      <c:pt idx="35">
                        <c:v>3.2677125660000002</c:v>
                      </c:pt>
                      <c:pt idx="36">
                        <c:v>3.5700406120000001</c:v>
                      </c:pt>
                      <c:pt idx="37">
                        <c:v>3.8436101210000002</c:v>
                      </c:pt>
                      <c:pt idx="38">
                        <c:v>4.239161008</c:v>
                      </c:pt>
                      <c:pt idx="39">
                        <c:v>4.0299911340000003</c:v>
                      </c:pt>
                      <c:pt idx="40">
                        <c:v>3.4115072259999999</c:v>
                      </c:pt>
                      <c:pt idx="41">
                        <c:v>3.0587340599999999</c:v>
                      </c:pt>
                      <c:pt idx="42">
                        <c:v>3.0275618949999998</c:v>
                      </c:pt>
                      <c:pt idx="43">
                        <c:v>3.3458023579999998</c:v>
                      </c:pt>
                      <c:pt idx="44">
                        <c:v>3.6929998049999999</c:v>
                      </c:pt>
                      <c:pt idx="45">
                        <c:v>4.1979361040000001</c:v>
                      </c:pt>
                      <c:pt idx="46">
                        <c:v>4.4290757740000002</c:v>
                      </c:pt>
                      <c:pt idx="47">
                        <c:v>4.0933786000000003</c:v>
                      </c:pt>
                      <c:pt idx="48">
                        <c:v>3.1588341959999999</c:v>
                      </c:pt>
                      <c:pt idx="49">
                        <c:v>2.1699390319999998</c:v>
                      </c:pt>
                      <c:pt idx="50">
                        <c:v>1.3759414679999999</c:v>
                      </c:pt>
                      <c:pt idx="51">
                        <c:v>0.95740102299999996</c:v>
                      </c:pt>
                      <c:pt idx="52">
                        <c:v>0.77706960800000002</c:v>
                      </c:pt>
                      <c:pt idx="53">
                        <c:v>1.08020184</c:v>
                      </c:pt>
                      <c:pt idx="54">
                        <c:v>1.9654679509999999</c:v>
                      </c:pt>
                      <c:pt idx="55">
                        <c:v>2.5857809760000001</c:v>
                      </c:pt>
                      <c:pt idx="56">
                        <c:v>2.8269538139999999</c:v>
                      </c:pt>
                      <c:pt idx="57">
                        <c:v>2.7990276390000002</c:v>
                      </c:pt>
                      <c:pt idx="58">
                        <c:v>2.7579109850000001</c:v>
                      </c:pt>
                      <c:pt idx="59">
                        <c:v>2.9067586040000002</c:v>
                      </c:pt>
                      <c:pt idx="60">
                        <c:v>3.227822126</c:v>
                      </c:pt>
                      <c:pt idx="61">
                        <c:v>3.7152259650000001</c:v>
                      </c:pt>
                      <c:pt idx="62">
                        <c:v>3.9560240339999999</c:v>
                      </c:pt>
                      <c:pt idx="63">
                        <c:v>3.7848300149999998</c:v>
                      </c:pt>
                      <c:pt idx="64">
                        <c:v>3.2612634310000002</c:v>
                      </c:pt>
                      <c:pt idx="65">
                        <c:v>2.8561103980000002</c:v>
                      </c:pt>
                      <c:pt idx="66">
                        <c:v>2.8331201250000002</c:v>
                      </c:pt>
                      <c:pt idx="67">
                        <c:v>3.144886713</c:v>
                      </c:pt>
                      <c:pt idx="68">
                        <c:v>3.5385835110000001</c:v>
                      </c:pt>
                      <c:pt idx="69">
                        <c:v>4.0458597699999999</c:v>
                      </c:pt>
                      <c:pt idx="70">
                        <c:v>4.2865458289999996</c:v>
                      </c:pt>
                      <c:pt idx="71">
                        <c:v>3.8473053099999999</c:v>
                      </c:pt>
                      <c:pt idx="72">
                        <c:v>2.8371236199999998</c:v>
                      </c:pt>
                      <c:pt idx="73">
                        <c:v>1.8474887369999999</c:v>
                      </c:pt>
                      <c:pt idx="74">
                        <c:v>1.176850167</c:v>
                      </c:pt>
                      <c:pt idx="75">
                        <c:v>0.81036511200000005</c:v>
                      </c:pt>
                      <c:pt idx="76">
                        <c:v>0.70649647800000004</c:v>
                      </c:pt>
                      <c:pt idx="77">
                        <c:v>1.002918574</c:v>
                      </c:pt>
                      <c:pt idx="78">
                        <c:v>1.9956268850000001</c:v>
                      </c:pt>
                      <c:pt idx="79">
                        <c:v>2.5223233129999998</c:v>
                      </c:pt>
                      <c:pt idx="80">
                        <c:v>2.6034566770000001</c:v>
                      </c:pt>
                      <c:pt idx="81">
                        <c:v>2.4688917259999998</c:v>
                      </c:pt>
                      <c:pt idx="82">
                        <c:v>2.450506211</c:v>
                      </c:pt>
                      <c:pt idx="83">
                        <c:v>2.642937103</c:v>
                      </c:pt>
                      <c:pt idx="84">
                        <c:v>3.0093317229999998</c:v>
                      </c:pt>
                      <c:pt idx="85">
                        <c:v>3.4354981910000002</c:v>
                      </c:pt>
                      <c:pt idx="86">
                        <c:v>3.5791806949999998</c:v>
                      </c:pt>
                      <c:pt idx="87">
                        <c:v>3.4845031839999998</c:v>
                      </c:pt>
                      <c:pt idx="88">
                        <c:v>3.0711788499999999</c:v>
                      </c:pt>
                      <c:pt idx="89">
                        <c:v>2.7482011069999999</c:v>
                      </c:pt>
                      <c:pt idx="90">
                        <c:v>2.746187677</c:v>
                      </c:pt>
                      <c:pt idx="91">
                        <c:v>3.1033492269999998</c:v>
                      </c:pt>
                      <c:pt idx="92">
                        <c:v>3.4476227220000002</c:v>
                      </c:pt>
                      <c:pt idx="93">
                        <c:v>3.9815720319999999</c:v>
                      </c:pt>
                      <c:pt idx="94">
                        <c:v>4.2120471369999999</c:v>
                      </c:pt>
                      <c:pt idx="95">
                        <c:v>3.6664961300000001</c:v>
                      </c:pt>
                      <c:pt idx="96">
                        <c:v>2.703576457</c:v>
                      </c:pt>
                      <c:pt idx="97">
                        <c:v>1.7241632609999999</c:v>
                      </c:pt>
                      <c:pt idx="98">
                        <c:v>1.0623583539999999</c:v>
                      </c:pt>
                      <c:pt idx="99">
                        <c:v>0.76465788599999995</c:v>
                      </c:pt>
                      <c:pt idx="100">
                        <c:v>0.68591929399999996</c:v>
                      </c:pt>
                      <c:pt idx="101">
                        <c:v>0.98588745099999997</c:v>
                      </c:pt>
                      <c:pt idx="102">
                        <c:v>1.9626137829999999</c:v>
                      </c:pt>
                      <c:pt idx="103">
                        <c:v>2.5621170229999999</c:v>
                      </c:pt>
                      <c:pt idx="104">
                        <c:v>2.616613101</c:v>
                      </c:pt>
                      <c:pt idx="105">
                        <c:v>2.4852497539999998</c:v>
                      </c:pt>
                      <c:pt idx="106">
                        <c:v>2.5032515919999998</c:v>
                      </c:pt>
                      <c:pt idx="107">
                        <c:v>2.7058829740000001</c:v>
                      </c:pt>
                      <c:pt idx="108">
                        <c:v>3.0609462029999999</c:v>
                      </c:pt>
                      <c:pt idx="109">
                        <c:v>3.4835844460000001</c:v>
                      </c:pt>
                      <c:pt idx="110">
                        <c:v>3.6199240709999998</c:v>
                      </c:pt>
                      <c:pt idx="111">
                        <c:v>3.498295691</c:v>
                      </c:pt>
                      <c:pt idx="112">
                        <c:v>3.0784085659999998</c:v>
                      </c:pt>
                      <c:pt idx="113">
                        <c:v>2.776692583</c:v>
                      </c:pt>
                      <c:pt idx="114">
                        <c:v>2.7599821109999998</c:v>
                      </c:pt>
                      <c:pt idx="115">
                        <c:v>3.1005117969999998</c:v>
                      </c:pt>
                      <c:pt idx="116">
                        <c:v>3.4754725369999999</c:v>
                      </c:pt>
                      <c:pt idx="117">
                        <c:v>4.0432815250000003</c:v>
                      </c:pt>
                      <c:pt idx="118">
                        <c:v>4.2705522120000001</c:v>
                      </c:pt>
                      <c:pt idx="119">
                        <c:v>3.76394758</c:v>
                      </c:pt>
                      <c:pt idx="120">
                        <c:v>2.7255588830000002</c:v>
                      </c:pt>
                      <c:pt idx="121">
                        <c:v>1.7243758709999999</c:v>
                      </c:pt>
                      <c:pt idx="122">
                        <c:v>1.073466416</c:v>
                      </c:pt>
                      <c:pt idx="123">
                        <c:v>0.74018093900000004</c:v>
                      </c:pt>
                      <c:pt idx="124">
                        <c:v>0.67942023900000004</c:v>
                      </c:pt>
                      <c:pt idx="125">
                        <c:v>0.99310047999999995</c:v>
                      </c:pt>
                      <c:pt idx="126">
                        <c:v>2.015652169</c:v>
                      </c:pt>
                      <c:pt idx="127">
                        <c:v>2.5476309609999999</c:v>
                      </c:pt>
                      <c:pt idx="128">
                        <c:v>2.5882199099999998</c:v>
                      </c:pt>
                      <c:pt idx="129">
                        <c:v>2.5099687639999999</c:v>
                      </c:pt>
                      <c:pt idx="130">
                        <c:v>2.5062862350000001</c:v>
                      </c:pt>
                      <c:pt idx="131">
                        <c:v>2.6845563430000001</c:v>
                      </c:pt>
                      <c:pt idx="132">
                        <c:v>3.0853570179999998</c:v>
                      </c:pt>
                      <c:pt idx="133">
                        <c:v>3.6390102190000002</c:v>
                      </c:pt>
                      <c:pt idx="134">
                        <c:v>3.787507701</c:v>
                      </c:pt>
                      <c:pt idx="135">
                        <c:v>3.6272875189999998</c:v>
                      </c:pt>
                      <c:pt idx="136">
                        <c:v>3.0954300680000002</c:v>
                      </c:pt>
                      <c:pt idx="137">
                        <c:v>2.7667416999999999</c:v>
                      </c:pt>
                      <c:pt idx="138">
                        <c:v>2.8635775919999999</c:v>
                      </c:pt>
                      <c:pt idx="139">
                        <c:v>3.1941873090000001</c:v>
                      </c:pt>
                      <c:pt idx="140">
                        <c:v>3.4718321009999999</c:v>
                      </c:pt>
                      <c:pt idx="141">
                        <c:v>4.0371430420000003</c:v>
                      </c:pt>
                      <c:pt idx="142">
                        <c:v>4.2644670170000003</c:v>
                      </c:pt>
                      <c:pt idx="143">
                        <c:v>3.7583820210000001</c:v>
                      </c:pt>
                      <c:pt idx="144">
                        <c:v>2.759247223</c:v>
                      </c:pt>
                      <c:pt idx="145">
                        <c:v>1.769726229</c:v>
                      </c:pt>
                      <c:pt idx="146">
                        <c:v>1.1188806609999999</c:v>
                      </c:pt>
                      <c:pt idx="147">
                        <c:v>0.80462342600000003</c:v>
                      </c:pt>
                      <c:pt idx="148">
                        <c:v>0.70403273600000005</c:v>
                      </c:pt>
                      <c:pt idx="149">
                        <c:v>0.98263212700000002</c:v>
                      </c:pt>
                      <c:pt idx="150">
                        <c:v>2.0011472750000001</c:v>
                      </c:pt>
                      <c:pt idx="151">
                        <c:v>2.5568710139999999</c:v>
                      </c:pt>
                      <c:pt idx="152">
                        <c:v>2.6155462439999999</c:v>
                      </c:pt>
                      <c:pt idx="153">
                        <c:v>2.4838009890000001</c:v>
                      </c:pt>
                      <c:pt idx="154">
                        <c:v>2.4752371929999999</c:v>
                      </c:pt>
                      <c:pt idx="155">
                        <c:v>2.6682172120000001</c:v>
                      </c:pt>
                      <c:pt idx="156">
                        <c:v>3.0336932440000002</c:v>
                      </c:pt>
                      <c:pt idx="157">
                        <c:v>3.4753595509999999</c:v>
                      </c:pt>
                      <c:pt idx="158">
                        <c:v>3.5825313190000001</c:v>
                      </c:pt>
                      <c:pt idx="159">
                        <c:v>3.5208584620000001</c:v>
                      </c:pt>
                      <c:pt idx="160">
                        <c:v>3.0931320630000001</c:v>
                      </c:pt>
                      <c:pt idx="161">
                        <c:v>2.7961284649999998</c:v>
                      </c:pt>
                      <c:pt idx="162">
                        <c:v>2.7870878129999999</c:v>
                      </c:pt>
                      <c:pt idx="163">
                        <c:v>3.1230456000000002</c:v>
                      </c:pt>
                      <c:pt idx="164">
                        <c:v>3.5108351130000002</c:v>
                      </c:pt>
                      <c:pt idx="165">
                        <c:v>4.0007828439999997</c:v>
                      </c:pt>
                      <c:pt idx="166">
                        <c:v>4.2286190640000001</c:v>
                      </c:pt>
                      <c:pt idx="167">
                        <c:v>3.7399589849999999</c:v>
                      </c:pt>
                      <c:pt idx="168">
                        <c:v>2.7546487650000002</c:v>
                      </c:pt>
                      <c:pt idx="169">
                        <c:v>1.757223937</c:v>
                      </c:pt>
                      <c:pt idx="170">
                        <c:v>1.097482158</c:v>
                      </c:pt>
                      <c:pt idx="171">
                        <c:v>0.78309379300000004</c:v>
                      </c:pt>
                      <c:pt idx="172">
                        <c:v>0.70277374400000003</c:v>
                      </c:pt>
                      <c:pt idx="173">
                        <c:v>1.0149419390000001</c:v>
                      </c:pt>
                      <c:pt idx="174">
                        <c:v>2.0544388179999999</c:v>
                      </c:pt>
                      <c:pt idx="175">
                        <c:v>2.661598256</c:v>
                      </c:pt>
                      <c:pt idx="176">
                        <c:v>2.8235608060000001</c:v>
                      </c:pt>
                      <c:pt idx="177">
                        <c:v>2.6861457070000001</c:v>
                      </c:pt>
                      <c:pt idx="178">
                        <c:v>2.5705781170000002</c:v>
                      </c:pt>
                      <c:pt idx="179">
                        <c:v>2.7280210039999999</c:v>
                      </c:pt>
                      <c:pt idx="180">
                        <c:v>3.1199740550000001</c:v>
                      </c:pt>
                      <c:pt idx="181">
                        <c:v>3.5861031149999998</c:v>
                      </c:pt>
                      <c:pt idx="182">
                        <c:v>3.7178059339999998</c:v>
                      </c:pt>
                      <c:pt idx="183">
                        <c:v>3.5739861400000001</c:v>
                      </c:pt>
                      <c:pt idx="184">
                        <c:v>3.1750176450000001</c:v>
                      </c:pt>
                      <c:pt idx="185">
                        <c:v>2.8476937250000001</c:v>
                      </c:pt>
                      <c:pt idx="186">
                        <c:v>2.8653129929999999</c:v>
                      </c:pt>
                      <c:pt idx="187">
                        <c:v>3.2006235250000001</c:v>
                      </c:pt>
                      <c:pt idx="188">
                        <c:v>3.547439555</c:v>
                      </c:pt>
                      <c:pt idx="189">
                        <c:v>4.0313286980000003</c:v>
                      </c:pt>
                      <c:pt idx="190">
                        <c:v>4.3148536670000004</c:v>
                      </c:pt>
                      <c:pt idx="191">
                        <c:v>3.9393222689999998</c:v>
                      </c:pt>
                      <c:pt idx="192">
                        <c:v>3.0262470239999999</c:v>
                      </c:pt>
                      <c:pt idx="193">
                        <c:v>2.0418680729999998</c:v>
                      </c:pt>
                      <c:pt idx="194">
                        <c:v>1.286949224</c:v>
                      </c:pt>
                      <c:pt idx="195">
                        <c:v>0.88104583599999997</c:v>
                      </c:pt>
                      <c:pt idx="196">
                        <c:v>0.75417513999999997</c:v>
                      </c:pt>
                      <c:pt idx="197">
                        <c:v>0.97087983300000003</c:v>
                      </c:pt>
                      <c:pt idx="198">
                        <c:v>1.837293893</c:v>
                      </c:pt>
                      <c:pt idx="199">
                        <c:v>2.4951474349999998</c:v>
                      </c:pt>
                      <c:pt idx="200">
                        <c:v>2.8107267870000001</c:v>
                      </c:pt>
                      <c:pt idx="201">
                        <c:v>2.9150384479999998</c:v>
                      </c:pt>
                      <c:pt idx="202">
                        <c:v>2.983009918</c:v>
                      </c:pt>
                      <c:pt idx="203">
                        <c:v>3.2642109640000001</c:v>
                      </c:pt>
                      <c:pt idx="204">
                        <c:v>3.5523496579999998</c:v>
                      </c:pt>
                      <c:pt idx="205">
                        <c:v>3.8314110750000001</c:v>
                      </c:pt>
                      <c:pt idx="206">
                        <c:v>4.1338654730000002</c:v>
                      </c:pt>
                      <c:pt idx="207">
                        <c:v>3.921188248</c:v>
                      </c:pt>
                      <c:pt idx="208">
                        <c:v>3.3848790759999998</c:v>
                      </c:pt>
                      <c:pt idx="209">
                        <c:v>3.007146863</c:v>
                      </c:pt>
                      <c:pt idx="210">
                        <c:v>2.969440531</c:v>
                      </c:pt>
                      <c:pt idx="211">
                        <c:v>3.321212611</c:v>
                      </c:pt>
                      <c:pt idx="212">
                        <c:v>3.6397657240000001</c:v>
                      </c:pt>
                      <c:pt idx="213">
                        <c:v>4.1443904500000004</c:v>
                      </c:pt>
                      <c:pt idx="214">
                        <c:v>4.3841453709999998</c:v>
                      </c:pt>
                      <c:pt idx="215">
                        <c:v>4.0217106620000003</c:v>
                      </c:pt>
                      <c:pt idx="216">
                        <c:v>3.084594386</c:v>
                      </c:pt>
                      <c:pt idx="217">
                        <c:v>2.0237213569999999</c:v>
                      </c:pt>
                      <c:pt idx="218">
                        <c:v>1.289708291</c:v>
                      </c:pt>
                      <c:pt idx="219">
                        <c:v>0.88823988799999998</c:v>
                      </c:pt>
                      <c:pt idx="220">
                        <c:v>0.75517020800000001</c:v>
                      </c:pt>
                      <c:pt idx="221">
                        <c:v>0.99663188199999997</c:v>
                      </c:pt>
                      <c:pt idx="222">
                        <c:v>1.9089406520000001</c:v>
                      </c:pt>
                      <c:pt idx="223">
                        <c:v>2.574647047</c:v>
                      </c:pt>
                      <c:pt idx="224">
                        <c:v>2.8325639749999998</c:v>
                      </c:pt>
                      <c:pt idx="225">
                        <c:v>2.7880693239999998</c:v>
                      </c:pt>
                      <c:pt idx="226">
                        <c:v>2.7614060930000002</c:v>
                      </c:pt>
                      <c:pt idx="227">
                        <c:v>2.9170875399999998</c:v>
                      </c:pt>
                      <c:pt idx="228">
                        <c:v>3.178183851</c:v>
                      </c:pt>
                      <c:pt idx="229">
                        <c:v>3.684200159</c:v>
                      </c:pt>
                      <c:pt idx="230">
                        <c:v>3.9081732520000001</c:v>
                      </c:pt>
                      <c:pt idx="231">
                        <c:v>3.7400685600000001</c:v>
                      </c:pt>
                      <c:pt idx="232">
                        <c:v>3.2003650989999999</c:v>
                      </c:pt>
                      <c:pt idx="233">
                        <c:v>2.8466157619999999</c:v>
                      </c:pt>
                      <c:pt idx="234">
                        <c:v>2.8927935759999999</c:v>
                      </c:pt>
                      <c:pt idx="235">
                        <c:v>3.2400120929999998</c:v>
                      </c:pt>
                      <c:pt idx="236">
                        <c:v>3.6362774619999998</c:v>
                      </c:pt>
                      <c:pt idx="237">
                        <c:v>4.1592161150000004</c:v>
                      </c:pt>
                      <c:pt idx="238">
                        <c:v>4.333452877</c:v>
                      </c:pt>
                      <c:pt idx="239">
                        <c:v>3.7938898249999999</c:v>
                      </c:pt>
                      <c:pt idx="240">
                        <c:v>2.7239814299999998</c:v>
                      </c:pt>
                      <c:pt idx="241">
                        <c:v>1.7112492239999999</c:v>
                      </c:pt>
                      <c:pt idx="242">
                        <c:v>1.08045572</c:v>
                      </c:pt>
                      <c:pt idx="243">
                        <c:v>0.78344080800000004</c:v>
                      </c:pt>
                      <c:pt idx="244">
                        <c:v>0.71164884500000003</c:v>
                      </c:pt>
                      <c:pt idx="245">
                        <c:v>0.96419793799999998</c:v>
                      </c:pt>
                      <c:pt idx="246">
                        <c:v>1.9621986199999999</c:v>
                      </c:pt>
                      <c:pt idx="247">
                        <c:v>2.526645319</c:v>
                      </c:pt>
                      <c:pt idx="248">
                        <c:v>2.6324310870000001</c:v>
                      </c:pt>
                      <c:pt idx="249">
                        <c:v>2.5080794289999999</c:v>
                      </c:pt>
                      <c:pt idx="250">
                        <c:v>2.4424215490000001</c:v>
                      </c:pt>
                      <c:pt idx="251">
                        <c:v>2.6218218640000002</c:v>
                      </c:pt>
                      <c:pt idx="252">
                        <c:v>3.0288459599999999</c:v>
                      </c:pt>
                      <c:pt idx="253">
                        <c:v>3.404342084</c:v>
                      </c:pt>
                      <c:pt idx="254">
                        <c:v>3.5315728540000002</c:v>
                      </c:pt>
                      <c:pt idx="255">
                        <c:v>3.4265379660000002</c:v>
                      </c:pt>
                      <c:pt idx="256">
                        <c:v>3.037819367</c:v>
                      </c:pt>
                      <c:pt idx="257">
                        <c:v>2.7898288779999998</c:v>
                      </c:pt>
                      <c:pt idx="258">
                        <c:v>2.897283152</c:v>
                      </c:pt>
                      <c:pt idx="259">
                        <c:v>3.2188257409999999</c:v>
                      </c:pt>
                      <c:pt idx="260">
                        <c:v>3.590330561</c:v>
                      </c:pt>
                      <c:pt idx="261">
                        <c:v>4.1416216950000004</c:v>
                      </c:pt>
                      <c:pt idx="262">
                        <c:v>4.3068007149999996</c:v>
                      </c:pt>
                      <c:pt idx="263">
                        <c:v>3.7369034449999998</c:v>
                      </c:pt>
                      <c:pt idx="264">
                        <c:v>2.7396511800000001</c:v>
                      </c:pt>
                      <c:pt idx="265">
                        <c:v>1.7386635850000001</c:v>
                      </c:pt>
                      <c:pt idx="266">
                        <c:v>1.0980400589999999</c:v>
                      </c:pt>
                      <c:pt idx="267">
                        <c:v>0.79095042299999996</c:v>
                      </c:pt>
                      <c:pt idx="268">
                        <c:v>0.71504910499999996</c:v>
                      </c:pt>
                      <c:pt idx="269">
                        <c:v>0.99553547200000003</c:v>
                      </c:pt>
                      <c:pt idx="270">
                        <c:v>2.0314836729999999</c:v>
                      </c:pt>
                      <c:pt idx="271">
                        <c:v>2.6164775640000002</c:v>
                      </c:pt>
                      <c:pt idx="272">
                        <c:v>2.6463349200000001</c:v>
                      </c:pt>
                      <c:pt idx="273">
                        <c:v>2.5171084889999999</c:v>
                      </c:pt>
                      <c:pt idx="274">
                        <c:v>2.4498437380000002</c:v>
                      </c:pt>
                      <c:pt idx="275">
                        <c:v>2.6284207039999998</c:v>
                      </c:pt>
                      <c:pt idx="276">
                        <c:v>3.0587034480000002</c:v>
                      </c:pt>
                      <c:pt idx="277">
                        <c:v>3.4599896719999998</c:v>
                      </c:pt>
                      <c:pt idx="278">
                        <c:v>3.567936134</c:v>
                      </c:pt>
                      <c:pt idx="279">
                        <c:v>3.4428086219999998</c:v>
                      </c:pt>
                      <c:pt idx="280">
                        <c:v>3.104105009</c:v>
                      </c:pt>
                      <c:pt idx="281">
                        <c:v>2.8465718359999999</c:v>
                      </c:pt>
                      <c:pt idx="282">
                        <c:v>2.9331608409999999</c:v>
                      </c:pt>
                      <c:pt idx="283">
                        <c:v>3.2575986870000002</c:v>
                      </c:pt>
                      <c:pt idx="284">
                        <c:v>3.652959144</c:v>
                      </c:pt>
                      <c:pt idx="285">
                        <c:v>4.1648000630000004</c:v>
                      </c:pt>
                      <c:pt idx="286">
                        <c:v>4.321097</c:v>
                      </c:pt>
                      <c:pt idx="287">
                        <c:v>3.709394391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3-B4D5-4FAE-AE9D-D02EB97D558B}"/>
                  </c:ext>
                </c:extLst>
              </c15:ser>
            </c15:filteredLineSeries>
            <c15:filteredLineSeries>
              <c15:ser>
                <c:idx val="16"/>
                <c:order val="1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12-10-2026'!$R$1</c15:sqref>
                        </c15:formulaRef>
                      </c:ext>
                    </c:extLst>
                    <c:strCache>
                      <c:ptCount val="1"/>
                      <c:pt idx="0">
                        <c:v>OUG-DGW1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12-10-2026'!$R$2:$R$289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36.170285428</c:v>
                      </c:pt>
                      <c:pt idx="1">
                        <c:v>22.710061682999999</c:v>
                      </c:pt>
                      <c:pt idx="2">
                        <c:v>13.685688035</c:v>
                      </c:pt>
                      <c:pt idx="3">
                        <c:v>8.8987813310000003</c:v>
                      </c:pt>
                      <c:pt idx="4">
                        <c:v>7.1204836</c:v>
                      </c:pt>
                      <c:pt idx="5">
                        <c:v>9.4569296390000002</c:v>
                      </c:pt>
                      <c:pt idx="6">
                        <c:v>19.020607235</c:v>
                      </c:pt>
                      <c:pt idx="7">
                        <c:v>26.140036049999999</c:v>
                      </c:pt>
                      <c:pt idx="8">
                        <c:v>30.654738829999999</c:v>
                      </c:pt>
                      <c:pt idx="9">
                        <c:v>32.709883480000002</c:v>
                      </c:pt>
                      <c:pt idx="10">
                        <c:v>35.801389579000002</c:v>
                      </c:pt>
                      <c:pt idx="11">
                        <c:v>39.962902051</c:v>
                      </c:pt>
                      <c:pt idx="12">
                        <c:v>42.822816027000002</c:v>
                      </c:pt>
                      <c:pt idx="13">
                        <c:v>47.597291533000003</c:v>
                      </c:pt>
                      <c:pt idx="14">
                        <c:v>48.138130623999999</c:v>
                      </c:pt>
                      <c:pt idx="15">
                        <c:v>45.998599540999997</c:v>
                      </c:pt>
                      <c:pt idx="16">
                        <c:v>42.028119136000001</c:v>
                      </c:pt>
                      <c:pt idx="17">
                        <c:v>42.293444174999998</c:v>
                      </c:pt>
                      <c:pt idx="18">
                        <c:v>41.332515209</c:v>
                      </c:pt>
                      <c:pt idx="19">
                        <c:v>47.434905483999998</c:v>
                      </c:pt>
                      <c:pt idx="20">
                        <c:v>52.281444073999999</c:v>
                      </c:pt>
                      <c:pt idx="21">
                        <c:v>58.550738567000003</c:v>
                      </c:pt>
                      <c:pt idx="22">
                        <c:v>58.938050867000001</c:v>
                      </c:pt>
                      <c:pt idx="23">
                        <c:v>52.173176990000002</c:v>
                      </c:pt>
                      <c:pt idx="24">
                        <c:v>39.727637715</c:v>
                      </c:pt>
                      <c:pt idx="25">
                        <c:v>26.625204777</c:v>
                      </c:pt>
                      <c:pt idx="26">
                        <c:v>16.376514147999998</c:v>
                      </c:pt>
                      <c:pt idx="27">
                        <c:v>10.392585419</c:v>
                      </c:pt>
                      <c:pt idx="28">
                        <c:v>7.8035361649999997</c:v>
                      </c:pt>
                      <c:pt idx="29">
                        <c:v>9.3354420749999996</c:v>
                      </c:pt>
                      <c:pt idx="30">
                        <c:v>17.339932169000001</c:v>
                      </c:pt>
                      <c:pt idx="31">
                        <c:v>23.924386183999999</c:v>
                      </c:pt>
                      <c:pt idx="32">
                        <c:v>29.868167444000001</c:v>
                      </c:pt>
                      <c:pt idx="33">
                        <c:v>34.683343751000002</c:v>
                      </c:pt>
                      <c:pt idx="34">
                        <c:v>39.420105730000003</c:v>
                      </c:pt>
                      <c:pt idx="35">
                        <c:v>43.741664006999997</c:v>
                      </c:pt>
                      <c:pt idx="36">
                        <c:v>44.703126857000001</c:v>
                      </c:pt>
                      <c:pt idx="37">
                        <c:v>46.225883082999999</c:v>
                      </c:pt>
                      <c:pt idx="38">
                        <c:v>53.370679951</c:v>
                      </c:pt>
                      <c:pt idx="39">
                        <c:v>49.898716141999998</c:v>
                      </c:pt>
                      <c:pt idx="40">
                        <c:v>43.747429895000003</c:v>
                      </c:pt>
                      <c:pt idx="41">
                        <c:v>42.818445027000003</c:v>
                      </c:pt>
                      <c:pt idx="42">
                        <c:v>42.088823873000003</c:v>
                      </c:pt>
                      <c:pt idx="43">
                        <c:v>48.906347644999997</c:v>
                      </c:pt>
                      <c:pt idx="44">
                        <c:v>54.320979162999997</c:v>
                      </c:pt>
                      <c:pt idx="45">
                        <c:v>60.993214625999997</c:v>
                      </c:pt>
                      <c:pt idx="46">
                        <c:v>60.628372949999999</c:v>
                      </c:pt>
                      <c:pt idx="47">
                        <c:v>53.486288655000003</c:v>
                      </c:pt>
                      <c:pt idx="48">
                        <c:v>40.644680266999998</c:v>
                      </c:pt>
                      <c:pt idx="49">
                        <c:v>26.989130812999999</c:v>
                      </c:pt>
                      <c:pt idx="50">
                        <c:v>16.440772929000001</c:v>
                      </c:pt>
                      <c:pt idx="51">
                        <c:v>10.474795228</c:v>
                      </c:pt>
                      <c:pt idx="52">
                        <c:v>7.8559792980000003</c:v>
                      </c:pt>
                      <c:pt idx="53">
                        <c:v>9.6210764900000001</c:v>
                      </c:pt>
                      <c:pt idx="54">
                        <c:v>18.411362682</c:v>
                      </c:pt>
                      <c:pt idx="55">
                        <c:v>24.992544714000001</c:v>
                      </c:pt>
                      <c:pt idx="56">
                        <c:v>30.147031761000001</c:v>
                      </c:pt>
                      <c:pt idx="57">
                        <c:v>33.935810246999999</c:v>
                      </c:pt>
                      <c:pt idx="58">
                        <c:v>36.765969143</c:v>
                      </c:pt>
                      <c:pt idx="59">
                        <c:v>40.336369269000002</c:v>
                      </c:pt>
                      <c:pt idx="60">
                        <c:v>42.749987748999999</c:v>
                      </c:pt>
                      <c:pt idx="61">
                        <c:v>48.096034371999998</c:v>
                      </c:pt>
                      <c:pt idx="62">
                        <c:v>49.914779613</c:v>
                      </c:pt>
                      <c:pt idx="63">
                        <c:v>47.406156396</c:v>
                      </c:pt>
                      <c:pt idx="64">
                        <c:v>42.618376054000002</c:v>
                      </c:pt>
                      <c:pt idx="65">
                        <c:v>42.084783399999999</c:v>
                      </c:pt>
                      <c:pt idx="66">
                        <c:v>40.453302561999998</c:v>
                      </c:pt>
                      <c:pt idx="67">
                        <c:v>46.996321608999999</c:v>
                      </c:pt>
                      <c:pt idx="68">
                        <c:v>52.670423487000001</c:v>
                      </c:pt>
                      <c:pt idx="69">
                        <c:v>58.902306506999999</c:v>
                      </c:pt>
                      <c:pt idx="70">
                        <c:v>58.340336721</c:v>
                      </c:pt>
                      <c:pt idx="71">
                        <c:v>50.012142846000003</c:v>
                      </c:pt>
                      <c:pt idx="72">
                        <c:v>35.781037050999998</c:v>
                      </c:pt>
                      <c:pt idx="73">
                        <c:v>22.446984886999999</c:v>
                      </c:pt>
                      <c:pt idx="74">
                        <c:v>13.533706677</c:v>
                      </c:pt>
                      <c:pt idx="75">
                        <c:v>8.7016561669999994</c:v>
                      </c:pt>
                      <c:pt idx="76">
                        <c:v>7.0138394860000002</c:v>
                      </c:pt>
                      <c:pt idx="77">
                        <c:v>9.1455078509999996</c:v>
                      </c:pt>
                      <c:pt idx="78">
                        <c:v>18.264029774000001</c:v>
                      </c:pt>
                      <c:pt idx="79">
                        <c:v>24.916841358999999</c:v>
                      </c:pt>
                      <c:pt idx="80">
                        <c:v>29.425508193999999</c:v>
                      </c:pt>
                      <c:pt idx="81">
                        <c:v>31.82020198</c:v>
                      </c:pt>
                      <c:pt idx="82">
                        <c:v>34.529788545000002</c:v>
                      </c:pt>
                      <c:pt idx="83">
                        <c:v>38.329936674999999</c:v>
                      </c:pt>
                      <c:pt idx="84">
                        <c:v>41.419981393999997</c:v>
                      </c:pt>
                      <c:pt idx="85">
                        <c:v>46.057896337999999</c:v>
                      </c:pt>
                      <c:pt idx="86">
                        <c:v>46.268772597999998</c:v>
                      </c:pt>
                      <c:pt idx="87">
                        <c:v>43.933102691999999</c:v>
                      </c:pt>
                      <c:pt idx="88">
                        <c:v>40.947286804000001</c:v>
                      </c:pt>
                      <c:pt idx="89">
                        <c:v>41.224300280999998</c:v>
                      </c:pt>
                      <c:pt idx="90">
                        <c:v>40.094202705000001</c:v>
                      </c:pt>
                      <c:pt idx="91">
                        <c:v>46.808319599999997</c:v>
                      </c:pt>
                      <c:pt idx="92">
                        <c:v>52.404575532999999</c:v>
                      </c:pt>
                      <c:pt idx="93">
                        <c:v>58.861065654999997</c:v>
                      </c:pt>
                      <c:pt idx="94">
                        <c:v>58.016302386</c:v>
                      </c:pt>
                      <c:pt idx="95">
                        <c:v>48.722468585999998</c:v>
                      </c:pt>
                      <c:pt idx="96">
                        <c:v>34.343763729000003</c:v>
                      </c:pt>
                      <c:pt idx="97">
                        <c:v>21.215816645</c:v>
                      </c:pt>
                      <c:pt idx="98">
                        <c:v>12.689336641000001</c:v>
                      </c:pt>
                      <c:pt idx="99">
                        <c:v>8.473287053</c:v>
                      </c:pt>
                      <c:pt idx="100">
                        <c:v>6.8760665870000004</c:v>
                      </c:pt>
                      <c:pt idx="101">
                        <c:v>9.0023784560000006</c:v>
                      </c:pt>
                      <c:pt idx="102">
                        <c:v>18.590551395999999</c:v>
                      </c:pt>
                      <c:pt idx="103">
                        <c:v>25.351079094999999</c:v>
                      </c:pt>
                      <c:pt idx="104">
                        <c:v>29.699261485000001</c:v>
                      </c:pt>
                      <c:pt idx="105">
                        <c:v>32.027580634000003</c:v>
                      </c:pt>
                      <c:pt idx="106">
                        <c:v>34.926689975999999</c:v>
                      </c:pt>
                      <c:pt idx="107">
                        <c:v>39.024180567999998</c:v>
                      </c:pt>
                      <c:pt idx="108">
                        <c:v>41.599587169000003</c:v>
                      </c:pt>
                      <c:pt idx="109">
                        <c:v>46.315881742999998</c:v>
                      </c:pt>
                      <c:pt idx="110">
                        <c:v>46.396625837999999</c:v>
                      </c:pt>
                      <c:pt idx="111">
                        <c:v>44.013297594999997</c:v>
                      </c:pt>
                      <c:pt idx="112">
                        <c:v>41.033744941000002</c:v>
                      </c:pt>
                      <c:pt idx="113">
                        <c:v>41.353525969000003</c:v>
                      </c:pt>
                      <c:pt idx="114">
                        <c:v>40.410054989000002</c:v>
                      </c:pt>
                      <c:pt idx="115">
                        <c:v>47.166550096999998</c:v>
                      </c:pt>
                      <c:pt idx="116">
                        <c:v>52.981807103999998</c:v>
                      </c:pt>
                      <c:pt idx="117">
                        <c:v>59.564159081</c:v>
                      </c:pt>
                      <c:pt idx="118">
                        <c:v>58.467822406000003</c:v>
                      </c:pt>
                      <c:pt idx="119">
                        <c:v>48.917451952999997</c:v>
                      </c:pt>
                      <c:pt idx="120">
                        <c:v>34.473715220000003</c:v>
                      </c:pt>
                      <c:pt idx="121">
                        <c:v>21.1998566</c:v>
                      </c:pt>
                      <c:pt idx="122">
                        <c:v>12.650627722999999</c:v>
                      </c:pt>
                      <c:pt idx="123">
                        <c:v>8.2288047310000003</c:v>
                      </c:pt>
                      <c:pt idx="124">
                        <c:v>6.7767900130000003</c:v>
                      </c:pt>
                      <c:pt idx="125">
                        <c:v>9.0503761550000004</c:v>
                      </c:pt>
                      <c:pt idx="126">
                        <c:v>18.722772946999999</c:v>
                      </c:pt>
                      <c:pt idx="127">
                        <c:v>25.694966934</c:v>
                      </c:pt>
                      <c:pt idx="128">
                        <c:v>29.950607041000001</c:v>
                      </c:pt>
                      <c:pt idx="129">
                        <c:v>32.538530059000003</c:v>
                      </c:pt>
                      <c:pt idx="130">
                        <c:v>35.478516851000002</c:v>
                      </c:pt>
                      <c:pt idx="131">
                        <c:v>39.091514281000002</c:v>
                      </c:pt>
                      <c:pt idx="132">
                        <c:v>42.461380272</c:v>
                      </c:pt>
                      <c:pt idx="133">
                        <c:v>48.180973672999997</c:v>
                      </c:pt>
                      <c:pt idx="134">
                        <c:v>48.514957299999999</c:v>
                      </c:pt>
                      <c:pt idx="135">
                        <c:v>45.663626201</c:v>
                      </c:pt>
                      <c:pt idx="136">
                        <c:v>40.937200986999997</c:v>
                      </c:pt>
                      <c:pt idx="137">
                        <c:v>40.858944045000001</c:v>
                      </c:pt>
                      <c:pt idx="138">
                        <c:v>43.491542467999999</c:v>
                      </c:pt>
                      <c:pt idx="139">
                        <c:v>50.517063182999998</c:v>
                      </c:pt>
                      <c:pt idx="140">
                        <c:v>53.190381963</c:v>
                      </c:pt>
                      <c:pt idx="141">
                        <c:v>59.359657542000001</c:v>
                      </c:pt>
                      <c:pt idx="142">
                        <c:v>58.201312799</c:v>
                      </c:pt>
                      <c:pt idx="143">
                        <c:v>48.854265663</c:v>
                      </c:pt>
                      <c:pt idx="144">
                        <c:v>35.724589299000002</c:v>
                      </c:pt>
                      <c:pt idx="145">
                        <c:v>22.438272635000001</c:v>
                      </c:pt>
                      <c:pt idx="146">
                        <c:v>13.591619409</c:v>
                      </c:pt>
                      <c:pt idx="147">
                        <c:v>8.4197947210000006</c:v>
                      </c:pt>
                      <c:pt idx="148">
                        <c:v>6.8071480160000002</c:v>
                      </c:pt>
                      <c:pt idx="149">
                        <c:v>9.1371463570000007</c:v>
                      </c:pt>
                      <c:pt idx="150">
                        <c:v>18.990178184000001</c:v>
                      </c:pt>
                      <c:pt idx="151">
                        <c:v>25.964259717000001</c:v>
                      </c:pt>
                      <c:pt idx="152">
                        <c:v>30.144146517999999</c:v>
                      </c:pt>
                      <c:pt idx="153">
                        <c:v>32.585250342000002</c:v>
                      </c:pt>
                      <c:pt idx="154">
                        <c:v>35.238019418</c:v>
                      </c:pt>
                      <c:pt idx="155">
                        <c:v>38.890050451999997</c:v>
                      </c:pt>
                      <c:pt idx="156">
                        <c:v>41.582183946999997</c:v>
                      </c:pt>
                      <c:pt idx="157">
                        <c:v>46.31964576</c:v>
                      </c:pt>
                      <c:pt idx="158">
                        <c:v>46.349583891999998</c:v>
                      </c:pt>
                      <c:pt idx="159">
                        <c:v>44.266361699999997</c:v>
                      </c:pt>
                      <c:pt idx="160">
                        <c:v>41.508391803000002</c:v>
                      </c:pt>
                      <c:pt idx="161">
                        <c:v>41.923121279</c:v>
                      </c:pt>
                      <c:pt idx="162">
                        <c:v>41.213178372999998</c:v>
                      </c:pt>
                      <c:pt idx="163">
                        <c:v>47.368029507999999</c:v>
                      </c:pt>
                      <c:pt idx="164">
                        <c:v>52.508478273999998</c:v>
                      </c:pt>
                      <c:pt idx="165">
                        <c:v>58.804350049</c:v>
                      </c:pt>
                      <c:pt idx="166">
                        <c:v>58.107254892999997</c:v>
                      </c:pt>
                      <c:pt idx="167">
                        <c:v>48.671694891000001</c:v>
                      </c:pt>
                      <c:pt idx="168">
                        <c:v>34.483721072000002</c:v>
                      </c:pt>
                      <c:pt idx="169">
                        <c:v>21.557368466</c:v>
                      </c:pt>
                      <c:pt idx="170">
                        <c:v>13.035114610999999</c:v>
                      </c:pt>
                      <c:pt idx="171">
                        <c:v>8.5690845020000008</c:v>
                      </c:pt>
                      <c:pt idx="172">
                        <c:v>7.087909088</c:v>
                      </c:pt>
                      <c:pt idx="173">
                        <c:v>9.4814126250000008</c:v>
                      </c:pt>
                      <c:pt idx="174">
                        <c:v>19.434696853999998</c:v>
                      </c:pt>
                      <c:pt idx="175">
                        <c:v>27.073434505000002</c:v>
                      </c:pt>
                      <c:pt idx="176">
                        <c:v>32.638431453999999</c:v>
                      </c:pt>
                      <c:pt idx="177">
                        <c:v>35.867857460000003</c:v>
                      </c:pt>
                      <c:pt idx="178">
                        <c:v>37.261450721000003</c:v>
                      </c:pt>
                      <c:pt idx="179">
                        <c:v>39.996290969</c:v>
                      </c:pt>
                      <c:pt idx="180">
                        <c:v>43.058406937999997</c:v>
                      </c:pt>
                      <c:pt idx="181">
                        <c:v>47.933424115999998</c:v>
                      </c:pt>
                      <c:pt idx="182">
                        <c:v>47.679359562000002</c:v>
                      </c:pt>
                      <c:pt idx="183">
                        <c:v>45.010293073</c:v>
                      </c:pt>
                      <c:pt idx="184">
                        <c:v>41.987444668000002</c:v>
                      </c:pt>
                      <c:pt idx="185">
                        <c:v>41.848584273999997</c:v>
                      </c:pt>
                      <c:pt idx="186">
                        <c:v>41.677562602999998</c:v>
                      </c:pt>
                      <c:pt idx="187">
                        <c:v>48.313458310000001</c:v>
                      </c:pt>
                      <c:pt idx="188">
                        <c:v>53.075233431000001</c:v>
                      </c:pt>
                      <c:pt idx="189">
                        <c:v>58.995830273000003</c:v>
                      </c:pt>
                      <c:pt idx="190">
                        <c:v>59.302937012999998</c:v>
                      </c:pt>
                      <c:pt idx="191">
                        <c:v>52.174006525999999</c:v>
                      </c:pt>
                      <c:pt idx="192">
                        <c:v>39.472688406000003</c:v>
                      </c:pt>
                      <c:pt idx="193">
                        <c:v>26.006908274000001</c:v>
                      </c:pt>
                      <c:pt idx="194">
                        <c:v>16.034541770000001</c:v>
                      </c:pt>
                      <c:pt idx="195">
                        <c:v>10.357585324</c:v>
                      </c:pt>
                      <c:pt idx="196">
                        <c:v>7.7720239490000003</c:v>
                      </c:pt>
                      <c:pt idx="197">
                        <c:v>9.0753779619999992</c:v>
                      </c:pt>
                      <c:pt idx="198">
                        <c:v>17.585814326000001</c:v>
                      </c:pt>
                      <c:pt idx="199">
                        <c:v>24.263659271000002</c:v>
                      </c:pt>
                      <c:pt idx="200">
                        <c:v>30.243892820999999</c:v>
                      </c:pt>
                      <c:pt idx="201">
                        <c:v>34.935947585999998</c:v>
                      </c:pt>
                      <c:pt idx="202">
                        <c:v>39.454589151</c:v>
                      </c:pt>
                      <c:pt idx="203">
                        <c:v>43.848037636000001</c:v>
                      </c:pt>
                      <c:pt idx="204">
                        <c:v>44.924431740999999</c:v>
                      </c:pt>
                      <c:pt idx="205">
                        <c:v>46.734348203000003</c:v>
                      </c:pt>
                      <c:pt idx="206">
                        <c:v>53.234218011999999</c:v>
                      </c:pt>
                      <c:pt idx="207">
                        <c:v>49.164590490999998</c:v>
                      </c:pt>
                      <c:pt idx="208">
                        <c:v>44.622998582000001</c:v>
                      </c:pt>
                      <c:pt idx="209">
                        <c:v>43.642861504000003</c:v>
                      </c:pt>
                      <c:pt idx="210">
                        <c:v>43.007803215999999</c:v>
                      </c:pt>
                      <c:pt idx="211">
                        <c:v>49.832095973999998</c:v>
                      </c:pt>
                      <c:pt idx="212">
                        <c:v>55.039173204000001</c:v>
                      </c:pt>
                      <c:pt idx="213">
                        <c:v>60.988690435999999</c:v>
                      </c:pt>
                      <c:pt idx="214">
                        <c:v>61.258853635000001</c:v>
                      </c:pt>
                      <c:pt idx="215">
                        <c:v>53.251277670999997</c:v>
                      </c:pt>
                      <c:pt idx="216">
                        <c:v>40.008469462000001</c:v>
                      </c:pt>
                      <c:pt idx="217">
                        <c:v>26.034326013000001</c:v>
                      </c:pt>
                      <c:pt idx="218">
                        <c:v>15.971266034999999</c:v>
                      </c:pt>
                      <c:pt idx="219">
                        <c:v>10.168251257</c:v>
                      </c:pt>
                      <c:pt idx="220">
                        <c:v>7.5377471700000003</c:v>
                      </c:pt>
                      <c:pt idx="221">
                        <c:v>9.2903017049999992</c:v>
                      </c:pt>
                      <c:pt idx="222">
                        <c:v>18.465455995999999</c:v>
                      </c:pt>
                      <c:pt idx="223">
                        <c:v>25.856940283</c:v>
                      </c:pt>
                      <c:pt idx="224">
                        <c:v>31.032866005999999</c:v>
                      </c:pt>
                      <c:pt idx="225">
                        <c:v>34.045136831000001</c:v>
                      </c:pt>
                      <c:pt idx="226">
                        <c:v>37.297993568999999</c:v>
                      </c:pt>
                      <c:pt idx="227">
                        <c:v>40.861797629999998</c:v>
                      </c:pt>
                      <c:pt idx="228">
                        <c:v>43.143335077000003</c:v>
                      </c:pt>
                      <c:pt idx="229">
                        <c:v>48.725503308999997</c:v>
                      </c:pt>
                      <c:pt idx="230">
                        <c:v>50.330582610999997</c:v>
                      </c:pt>
                      <c:pt idx="231">
                        <c:v>47.214074414999999</c:v>
                      </c:pt>
                      <c:pt idx="232">
                        <c:v>43.020726875999998</c:v>
                      </c:pt>
                      <c:pt idx="233">
                        <c:v>42.820550077</c:v>
                      </c:pt>
                      <c:pt idx="234">
                        <c:v>42.826216058999997</c:v>
                      </c:pt>
                      <c:pt idx="235">
                        <c:v>48.968120454000001</c:v>
                      </c:pt>
                      <c:pt idx="236">
                        <c:v>55.177316501</c:v>
                      </c:pt>
                      <c:pt idx="237">
                        <c:v>61.332317961999998</c:v>
                      </c:pt>
                      <c:pt idx="238">
                        <c:v>59.227807058000003</c:v>
                      </c:pt>
                      <c:pt idx="239">
                        <c:v>49.629473849</c:v>
                      </c:pt>
                      <c:pt idx="240">
                        <c:v>35.013623389000003</c:v>
                      </c:pt>
                      <c:pt idx="241">
                        <c:v>22.105179404000001</c:v>
                      </c:pt>
                      <c:pt idx="242">
                        <c:v>13.251687217000001</c:v>
                      </c:pt>
                      <c:pt idx="243">
                        <c:v>8.7311226879999992</c:v>
                      </c:pt>
                      <c:pt idx="244">
                        <c:v>7.1125169599999998</c:v>
                      </c:pt>
                      <c:pt idx="245">
                        <c:v>8.9292600849999992</c:v>
                      </c:pt>
                      <c:pt idx="246">
                        <c:v>18.757116656000001</c:v>
                      </c:pt>
                      <c:pt idx="247">
                        <c:v>25.501642489000002</c:v>
                      </c:pt>
                      <c:pt idx="248">
                        <c:v>30.25797725</c:v>
                      </c:pt>
                      <c:pt idx="249">
                        <c:v>32.163733798999999</c:v>
                      </c:pt>
                      <c:pt idx="250">
                        <c:v>34.809182599000003</c:v>
                      </c:pt>
                      <c:pt idx="251">
                        <c:v>38.324199759000003</c:v>
                      </c:pt>
                      <c:pt idx="252">
                        <c:v>41.702038676999997</c:v>
                      </c:pt>
                      <c:pt idx="253">
                        <c:v>46.132632297000001</c:v>
                      </c:pt>
                      <c:pt idx="254">
                        <c:v>46.146071644999999</c:v>
                      </c:pt>
                      <c:pt idx="255">
                        <c:v>44.048848816000003</c:v>
                      </c:pt>
                      <c:pt idx="256">
                        <c:v>41.858690154999998</c:v>
                      </c:pt>
                      <c:pt idx="257">
                        <c:v>43.187426389000002</c:v>
                      </c:pt>
                      <c:pt idx="258">
                        <c:v>43.024178122000002</c:v>
                      </c:pt>
                      <c:pt idx="259">
                        <c:v>48.671102572999999</c:v>
                      </c:pt>
                      <c:pt idx="260">
                        <c:v>54.035235503000003</c:v>
                      </c:pt>
                      <c:pt idx="261">
                        <c:v>59.882857731999998</c:v>
                      </c:pt>
                      <c:pt idx="262">
                        <c:v>58.208515560000002</c:v>
                      </c:pt>
                      <c:pt idx="263">
                        <c:v>47.519012285999999</c:v>
                      </c:pt>
                      <c:pt idx="264">
                        <c:v>34.610430647000001</c:v>
                      </c:pt>
                      <c:pt idx="265">
                        <c:v>21.601961720999999</c:v>
                      </c:pt>
                      <c:pt idx="266">
                        <c:v>12.904582228000001</c:v>
                      </c:pt>
                      <c:pt idx="267">
                        <c:v>8.4657741919999996</c:v>
                      </c:pt>
                      <c:pt idx="268">
                        <c:v>6.9333897100000002</c:v>
                      </c:pt>
                      <c:pt idx="269">
                        <c:v>8.9691164309999998</c:v>
                      </c:pt>
                      <c:pt idx="270">
                        <c:v>19.248008135999999</c:v>
                      </c:pt>
                      <c:pt idx="271">
                        <c:v>26.385792025000001</c:v>
                      </c:pt>
                      <c:pt idx="272">
                        <c:v>30.650562131000001</c:v>
                      </c:pt>
                      <c:pt idx="273">
                        <c:v>32.582973267</c:v>
                      </c:pt>
                      <c:pt idx="274">
                        <c:v>35.290887198</c:v>
                      </c:pt>
                      <c:pt idx="275">
                        <c:v>38.905718245000003</c:v>
                      </c:pt>
                      <c:pt idx="276">
                        <c:v>42.183822941999999</c:v>
                      </c:pt>
                      <c:pt idx="277">
                        <c:v>46.500473884000002</c:v>
                      </c:pt>
                      <c:pt idx="278">
                        <c:v>46.115604838000003</c:v>
                      </c:pt>
                      <c:pt idx="279">
                        <c:v>43.919391109999999</c:v>
                      </c:pt>
                      <c:pt idx="280">
                        <c:v>42.290589052000001</c:v>
                      </c:pt>
                      <c:pt idx="281">
                        <c:v>42.864403750000001</c:v>
                      </c:pt>
                      <c:pt idx="282">
                        <c:v>42.752588848999999</c:v>
                      </c:pt>
                      <c:pt idx="283">
                        <c:v>49.119602829999998</c:v>
                      </c:pt>
                      <c:pt idx="284">
                        <c:v>54.961020075</c:v>
                      </c:pt>
                      <c:pt idx="285">
                        <c:v>60.388418553999998</c:v>
                      </c:pt>
                      <c:pt idx="286">
                        <c:v>57.678651666999997</c:v>
                      </c:pt>
                      <c:pt idx="287">
                        <c:v>47.440903323000001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4-B4D5-4FAE-AE9D-D02EB97D558B}"/>
                  </c:ext>
                </c:extLst>
              </c15:ser>
            </c15:filteredLineSeries>
            <c15:filteredLineSeries>
              <c15:ser>
                <c:idx val="17"/>
                <c:order val="1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12-10-2026'!$S$1</c15:sqref>
                        </c15:formulaRef>
                      </c:ext>
                    </c:extLst>
                    <c:strCache>
                      <c:ptCount val="1"/>
                      <c:pt idx="0">
                        <c:v>OUG-DGW2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80000"/>
                        <a:lumOff val="2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12-10-2026'!$S$2:$S$289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33.479881802000001</c:v>
                      </c:pt>
                      <c:pt idx="1">
                        <c:v>21.140875941000001</c:v>
                      </c:pt>
                      <c:pt idx="2">
                        <c:v>12.510054987</c:v>
                      </c:pt>
                      <c:pt idx="3">
                        <c:v>8.0123930330000004</c:v>
                      </c:pt>
                      <c:pt idx="4">
                        <c:v>6.3311448549999998</c:v>
                      </c:pt>
                      <c:pt idx="5">
                        <c:v>8.3718015870000002</c:v>
                      </c:pt>
                      <c:pt idx="6">
                        <c:v>17.021860775</c:v>
                      </c:pt>
                      <c:pt idx="7">
                        <c:v>23.464477438999999</c:v>
                      </c:pt>
                      <c:pt idx="8">
                        <c:v>28.035748276</c:v>
                      </c:pt>
                      <c:pt idx="9">
                        <c:v>30.386969873999998</c:v>
                      </c:pt>
                      <c:pt idx="10">
                        <c:v>33.482997795999999</c:v>
                      </c:pt>
                      <c:pt idx="11">
                        <c:v>36.939528777</c:v>
                      </c:pt>
                      <c:pt idx="12">
                        <c:v>39.824555728999997</c:v>
                      </c:pt>
                      <c:pt idx="13">
                        <c:v>44.126798055999998</c:v>
                      </c:pt>
                      <c:pt idx="14">
                        <c:v>44.503542838999998</c:v>
                      </c:pt>
                      <c:pt idx="15">
                        <c:v>42.446835806000003</c:v>
                      </c:pt>
                      <c:pt idx="16">
                        <c:v>38.992562296999999</c:v>
                      </c:pt>
                      <c:pt idx="17">
                        <c:v>39.581287885999998</c:v>
                      </c:pt>
                      <c:pt idx="18">
                        <c:v>38.603347120999999</c:v>
                      </c:pt>
                      <c:pt idx="19">
                        <c:v>44.382459011999998</c:v>
                      </c:pt>
                      <c:pt idx="20">
                        <c:v>48.701936947999997</c:v>
                      </c:pt>
                      <c:pt idx="21">
                        <c:v>54.628656053999997</c:v>
                      </c:pt>
                      <c:pt idx="22">
                        <c:v>54.813888720999998</c:v>
                      </c:pt>
                      <c:pt idx="23">
                        <c:v>48.238536412999999</c:v>
                      </c:pt>
                      <c:pt idx="24">
                        <c:v>36.668999210000003</c:v>
                      </c:pt>
                      <c:pt idx="25">
                        <c:v>24.384899803</c:v>
                      </c:pt>
                      <c:pt idx="26">
                        <c:v>15.244994398999999</c:v>
                      </c:pt>
                      <c:pt idx="27">
                        <c:v>9.6225679300000007</c:v>
                      </c:pt>
                      <c:pt idx="28">
                        <c:v>6.9358751180000002</c:v>
                      </c:pt>
                      <c:pt idx="29">
                        <c:v>8.2242878069999996</c:v>
                      </c:pt>
                      <c:pt idx="30">
                        <c:v>15.494440166</c:v>
                      </c:pt>
                      <c:pt idx="31">
                        <c:v>21.413316278</c:v>
                      </c:pt>
                      <c:pt idx="32">
                        <c:v>27.183580753000001</c:v>
                      </c:pt>
                      <c:pt idx="33">
                        <c:v>32.164288902000003</c:v>
                      </c:pt>
                      <c:pt idx="34">
                        <c:v>36.563844408999998</c:v>
                      </c:pt>
                      <c:pt idx="35">
                        <c:v>40.646938208000002</c:v>
                      </c:pt>
                      <c:pt idx="36">
                        <c:v>41.295099688000001</c:v>
                      </c:pt>
                      <c:pt idx="37">
                        <c:v>42.652054116999999</c:v>
                      </c:pt>
                      <c:pt idx="38">
                        <c:v>49.363988519999999</c:v>
                      </c:pt>
                      <c:pt idx="39">
                        <c:v>45.950505126000003</c:v>
                      </c:pt>
                      <c:pt idx="40">
                        <c:v>40.616554287</c:v>
                      </c:pt>
                      <c:pt idx="41">
                        <c:v>40.223604940000001</c:v>
                      </c:pt>
                      <c:pt idx="42">
                        <c:v>39.302534141000002</c:v>
                      </c:pt>
                      <c:pt idx="43">
                        <c:v>45.629075168</c:v>
                      </c:pt>
                      <c:pt idx="44">
                        <c:v>50.614011380000001</c:v>
                      </c:pt>
                      <c:pt idx="45">
                        <c:v>56.906698400000003</c:v>
                      </c:pt>
                      <c:pt idx="46">
                        <c:v>56.241100572000001</c:v>
                      </c:pt>
                      <c:pt idx="47">
                        <c:v>49.329630872999999</c:v>
                      </c:pt>
                      <c:pt idx="48">
                        <c:v>37.505162065</c:v>
                      </c:pt>
                      <c:pt idx="49">
                        <c:v>24.896130963000001</c:v>
                      </c:pt>
                      <c:pt idx="50">
                        <c:v>15.070255013000001</c:v>
                      </c:pt>
                      <c:pt idx="51">
                        <c:v>9.3672479719999995</c:v>
                      </c:pt>
                      <c:pt idx="52">
                        <c:v>6.9256905309999999</c:v>
                      </c:pt>
                      <c:pt idx="53">
                        <c:v>8.4083310450000006</c:v>
                      </c:pt>
                      <c:pt idx="54">
                        <c:v>16.017077332</c:v>
                      </c:pt>
                      <c:pt idx="55">
                        <c:v>22.343406081000001</c:v>
                      </c:pt>
                      <c:pt idx="56">
                        <c:v>27.665819591999998</c:v>
                      </c:pt>
                      <c:pt idx="57">
                        <c:v>31.056911981999999</c:v>
                      </c:pt>
                      <c:pt idx="58">
                        <c:v>34.478706932999998</c:v>
                      </c:pt>
                      <c:pt idx="59">
                        <c:v>37.794882684999997</c:v>
                      </c:pt>
                      <c:pt idx="60">
                        <c:v>39.888489471</c:v>
                      </c:pt>
                      <c:pt idx="61">
                        <c:v>44.716144188999998</c:v>
                      </c:pt>
                      <c:pt idx="62">
                        <c:v>46.326041422999999</c:v>
                      </c:pt>
                      <c:pt idx="63">
                        <c:v>43.903615821999999</c:v>
                      </c:pt>
                      <c:pt idx="64">
                        <c:v>39.484175864000001</c:v>
                      </c:pt>
                      <c:pt idx="65">
                        <c:v>39.369882574999998</c:v>
                      </c:pt>
                      <c:pt idx="66">
                        <c:v>37.860983941999997</c:v>
                      </c:pt>
                      <c:pt idx="67">
                        <c:v>43.949117551999997</c:v>
                      </c:pt>
                      <c:pt idx="68">
                        <c:v>48.988015681999997</c:v>
                      </c:pt>
                      <c:pt idx="69">
                        <c:v>54.854925796000003</c:v>
                      </c:pt>
                      <c:pt idx="70">
                        <c:v>54.129109511999999</c:v>
                      </c:pt>
                      <c:pt idx="71">
                        <c:v>46.221311448999998</c:v>
                      </c:pt>
                      <c:pt idx="72">
                        <c:v>33.329512479000002</c:v>
                      </c:pt>
                      <c:pt idx="73">
                        <c:v>20.591893111000001</c:v>
                      </c:pt>
                      <c:pt idx="74">
                        <c:v>12.169199865</c:v>
                      </c:pt>
                      <c:pt idx="75">
                        <c:v>7.7543809469999996</c:v>
                      </c:pt>
                      <c:pt idx="76">
                        <c:v>6.1796389349999998</c:v>
                      </c:pt>
                      <c:pt idx="77">
                        <c:v>8.1480531240000005</c:v>
                      </c:pt>
                      <c:pt idx="78">
                        <c:v>16.394256072000001</c:v>
                      </c:pt>
                      <c:pt idx="79">
                        <c:v>22.535007197999999</c:v>
                      </c:pt>
                      <c:pt idx="80">
                        <c:v>26.834922494000001</c:v>
                      </c:pt>
                      <c:pt idx="81">
                        <c:v>29.313939123000001</c:v>
                      </c:pt>
                      <c:pt idx="82">
                        <c:v>32.228373927</c:v>
                      </c:pt>
                      <c:pt idx="83">
                        <c:v>35.740692611999997</c:v>
                      </c:pt>
                      <c:pt idx="84">
                        <c:v>38.322971553000002</c:v>
                      </c:pt>
                      <c:pt idx="85">
                        <c:v>42.586282386999997</c:v>
                      </c:pt>
                      <c:pt idx="86">
                        <c:v>42.612796435</c:v>
                      </c:pt>
                      <c:pt idx="87">
                        <c:v>40.319745685999997</c:v>
                      </c:pt>
                      <c:pt idx="88">
                        <c:v>37.801854904999999</c:v>
                      </c:pt>
                      <c:pt idx="89">
                        <c:v>38.313001886999999</c:v>
                      </c:pt>
                      <c:pt idx="90">
                        <c:v>37.504139512000002</c:v>
                      </c:pt>
                      <c:pt idx="91">
                        <c:v>43.608712144000002</c:v>
                      </c:pt>
                      <c:pt idx="92">
                        <c:v>48.850359066999999</c:v>
                      </c:pt>
                      <c:pt idx="93">
                        <c:v>54.717023963999999</c:v>
                      </c:pt>
                      <c:pt idx="94">
                        <c:v>53.505034242999997</c:v>
                      </c:pt>
                      <c:pt idx="95">
                        <c:v>44.591171711000001</c:v>
                      </c:pt>
                      <c:pt idx="96">
                        <c:v>31.286260087999999</c:v>
                      </c:pt>
                      <c:pt idx="97">
                        <c:v>19.295407211000001</c:v>
                      </c:pt>
                      <c:pt idx="98">
                        <c:v>11.434801829</c:v>
                      </c:pt>
                      <c:pt idx="99">
                        <c:v>7.4211887010000002</c:v>
                      </c:pt>
                      <c:pt idx="100">
                        <c:v>6.0850765569999998</c:v>
                      </c:pt>
                      <c:pt idx="101">
                        <c:v>8.0370526279999996</c:v>
                      </c:pt>
                      <c:pt idx="102">
                        <c:v>16.608296471999999</c:v>
                      </c:pt>
                      <c:pt idx="103">
                        <c:v>22.842055962</c:v>
                      </c:pt>
                      <c:pt idx="104">
                        <c:v>27.086887016999999</c:v>
                      </c:pt>
                      <c:pt idx="105">
                        <c:v>29.570966382999998</c:v>
                      </c:pt>
                      <c:pt idx="106">
                        <c:v>32.271662775000003</c:v>
                      </c:pt>
                      <c:pt idx="107">
                        <c:v>36.078276737000003</c:v>
                      </c:pt>
                      <c:pt idx="108">
                        <c:v>38.582708150999999</c:v>
                      </c:pt>
                      <c:pt idx="109">
                        <c:v>42.820687827</c:v>
                      </c:pt>
                      <c:pt idx="110">
                        <c:v>42.632157268</c:v>
                      </c:pt>
                      <c:pt idx="111">
                        <c:v>40.227491784000001</c:v>
                      </c:pt>
                      <c:pt idx="112">
                        <c:v>37.715484173</c:v>
                      </c:pt>
                      <c:pt idx="113">
                        <c:v>38.438918606999998</c:v>
                      </c:pt>
                      <c:pt idx="114">
                        <c:v>37.670221183999999</c:v>
                      </c:pt>
                      <c:pt idx="115">
                        <c:v>44.008051125000001</c:v>
                      </c:pt>
                      <c:pt idx="116">
                        <c:v>49.300843753999999</c:v>
                      </c:pt>
                      <c:pt idx="117">
                        <c:v>55.72110387</c:v>
                      </c:pt>
                      <c:pt idx="118">
                        <c:v>54.024362932999999</c:v>
                      </c:pt>
                      <c:pt idx="119">
                        <c:v>45.267751253999997</c:v>
                      </c:pt>
                      <c:pt idx="120">
                        <c:v>31.835000551</c:v>
                      </c:pt>
                      <c:pt idx="121">
                        <c:v>19.475900331999998</c:v>
                      </c:pt>
                      <c:pt idx="122">
                        <c:v>11.506385327</c:v>
                      </c:pt>
                      <c:pt idx="123">
                        <c:v>7.3794109389999996</c:v>
                      </c:pt>
                      <c:pt idx="124">
                        <c:v>6.0033605699999999</c:v>
                      </c:pt>
                      <c:pt idx="125">
                        <c:v>8.0432359200000008</c:v>
                      </c:pt>
                      <c:pt idx="126">
                        <c:v>16.763598180999999</c:v>
                      </c:pt>
                      <c:pt idx="127">
                        <c:v>23.14716065</c:v>
                      </c:pt>
                      <c:pt idx="128">
                        <c:v>27.449773151999999</c:v>
                      </c:pt>
                      <c:pt idx="129">
                        <c:v>29.894102424</c:v>
                      </c:pt>
                      <c:pt idx="130">
                        <c:v>32.834167985000001</c:v>
                      </c:pt>
                      <c:pt idx="131">
                        <c:v>36.109470743000003</c:v>
                      </c:pt>
                      <c:pt idx="132">
                        <c:v>39.455454488999997</c:v>
                      </c:pt>
                      <c:pt idx="133">
                        <c:v>44.654337122999998</c:v>
                      </c:pt>
                      <c:pt idx="134">
                        <c:v>44.838833995999998</c:v>
                      </c:pt>
                      <c:pt idx="135">
                        <c:v>42.343303972999998</c:v>
                      </c:pt>
                      <c:pt idx="136">
                        <c:v>38.090656043999999</c:v>
                      </c:pt>
                      <c:pt idx="137">
                        <c:v>38.486037564999997</c:v>
                      </c:pt>
                      <c:pt idx="138">
                        <c:v>40.995255919999998</c:v>
                      </c:pt>
                      <c:pt idx="139">
                        <c:v>47.295621261000001</c:v>
                      </c:pt>
                      <c:pt idx="140">
                        <c:v>49.999201573000001</c:v>
                      </c:pt>
                      <c:pt idx="141">
                        <c:v>55.688270089</c:v>
                      </c:pt>
                      <c:pt idx="142">
                        <c:v>54.269989885999998</c:v>
                      </c:pt>
                      <c:pt idx="143">
                        <c:v>45.363287118999999</c:v>
                      </c:pt>
                      <c:pt idx="144">
                        <c:v>33.022659097000002</c:v>
                      </c:pt>
                      <c:pt idx="145">
                        <c:v>20.754308378000001</c:v>
                      </c:pt>
                      <c:pt idx="146">
                        <c:v>12.476424796</c:v>
                      </c:pt>
                      <c:pt idx="147">
                        <c:v>7.7289848609999998</c:v>
                      </c:pt>
                      <c:pt idx="148">
                        <c:v>6.144949306</c:v>
                      </c:pt>
                      <c:pt idx="149">
                        <c:v>8.1028353030000009</c:v>
                      </c:pt>
                      <c:pt idx="150">
                        <c:v>17.232680657</c:v>
                      </c:pt>
                      <c:pt idx="151">
                        <c:v>23.501254177</c:v>
                      </c:pt>
                      <c:pt idx="152">
                        <c:v>27.619163027999999</c:v>
                      </c:pt>
                      <c:pt idx="153">
                        <c:v>30.022565458999999</c:v>
                      </c:pt>
                      <c:pt idx="154">
                        <c:v>32.808023267000003</c:v>
                      </c:pt>
                      <c:pt idx="155">
                        <c:v>36.462438822000003</c:v>
                      </c:pt>
                      <c:pt idx="156">
                        <c:v>38.914644776000003</c:v>
                      </c:pt>
                      <c:pt idx="157">
                        <c:v>43.027398382000001</c:v>
                      </c:pt>
                      <c:pt idx="158">
                        <c:v>42.954540797999996</c:v>
                      </c:pt>
                      <c:pt idx="159">
                        <c:v>41.097703723000002</c:v>
                      </c:pt>
                      <c:pt idx="160">
                        <c:v>38.785395354000002</c:v>
                      </c:pt>
                      <c:pt idx="161">
                        <c:v>39.219626714999997</c:v>
                      </c:pt>
                      <c:pt idx="162">
                        <c:v>38.285728792999997</c:v>
                      </c:pt>
                      <c:pt idx="163">
                        <c:v>44.126147537000001</c:v>
                      </c:pt>
                      <c:pt idx="164">
                        <c:v>48.974976058000003</c:v>
                      </c:pt>
                      <c:pt idx="165">
                        <c:v>54.744572169999998</c:v>
                      </c:pt>
                      <c:pt idx="166">
                        <c:v>53.831127414000001</c:v>
                      </c:pt>
                      <c:pt idx="167">
                        <c:v>45.238843232999997</c:v>
                      </c:pt>
                      <c:pt idx="168">
                        <c:v>32.021890775000003</c:v>
                      </c:pt>
                      <c:pt idx="169">
                        <c:v>19.848481502999999</c:v>
                      </c:pt>
                      <c:pt idx="170">
                        <c:v>11.980638265</c:v>
                      </c:pt>
                      <c:pt idx="171">
                        <c:v>7.7999502679999999</c:v>
                      </c:pt>
                      <c:pt idx="172">
                        <c:v>6.353277522</c:v>
                      </c:pt>
                      <c:pt idx="173">
                        <c:v>8.252935184</c:v>
                      </c:pt>
                      <c:pt idx="174">
                        <c:v>17.479175069</c:v>
                      </c:pt>
                      <c:pt idx="175">
                        <c:v>24.655049087999998</c:v>
                      </c:pt>
                      <c:pt idx="176">
                        <c:v>29.88199217</c:v>
                      </c:pt>
                      <c:pt idx="177">
                        <c:v>33.321580206999997</c:v>
                      </c:pt>
                      <c:pt idx="178">
                        <c:v>34.956905069999998</c:v>
                      </c:pt>
                      <c:pt idx="179">
                        <c:v>37.515407809000003</c:v>
                      </c:pt>
                      <c:pt idx="180">
                        <c:v>40.245628683</c:v>
                      </c:pt>
                      <c:pt idx="181">
                        <c:v>44.567583186999997</c:v>
                      </c:pt>
                      <c:pt idx="182">
                        <c:v>44.279263950000001</c:v>
                      </c:pt>
                      <c:pt idx="183">
                        <c:v>41.789168509</c:v>
                      </c:pt>
                      <c:pt idx="184">
                        <c:v>39.386999379999999</c:v>
                      </c:pt>
                      <c:pt idx="185">
                        <c:v>39.434150008000003</c:v>
                      </c:pt>
                      <c:pt idx="186">
                        <c:v>39.302498501999999</c:v>
                      </c:pt>
                      <c:pt idx="187">
                        <c:v>45.719176949000001</c:v>
                      </c:pt>
                      <c:pt idx="188">
                        <c:v>50.018904227</c:v>
                      </c:pt>
                      <c:pt idx="189">
                        <c:v>55.371516323000002</c:v>
                      </c:pt>
                      <c:pt idx="190">
                        <c:v>55.150255829999999</c:v>
                      </c:pt>
                      <c:pt idx="191">
                        <c:v>48.259836667999998</c:v>
                      </c:pt>
                      <c:pt idx="192">
                        <c:v>36.376299252999999</c:v>
                      </c:pt>
                      <c:pt idx="193">
                        <c:v>23.946469599</c:v>
                      </c:pt>
                      <c:pt idx="194">
                        <c:v>14.592016204</c:v>
                      </c:pt>
                      <c:pt idx="195">
                        <c:v>9.4703500730000005</c:v>
                      </c:pt>
                      <c:pt idx="196">
                        <c:v>7.110763918</c:v>
                      </c:pt>
                      <c:pt idx="197">
                        <c:v>8.1581428650000003</c:v>
                      </c:pt>
                      <c:pt idx="198">
                        <c:v>15.7411254</c:v>
                      </c:pt>
                      <c:pt idx="199">
                        <c:v>21.824975988999999</c:v>
                      </c:pt>
                      <c:pt idx="200">
                        <c:v>27.586037313999999</c:v>
                      </c:pt>
                      <c:pt idx="201">
                        <c:v>32.220900338</c:v>
                      </c:pt>
                      <c:pt idx="202">
                        <c:v>36.666068347</c:v>
                      </c:pt>
                      <c:pt idx="203">
                        <c:v>40.701963391</c:v>
                      </c:pt>
                      <c:pt idx="204">
                        <c:v>41.334062901999999</c:v>
                      </c:pt>
                      <c:pt idx="205">
                        <c:v>42.813759312000002</c:v>
                      </c:pt>
                      <c:pt idx="206">
                        <c:v>49.515180460000003</c:v>
                      </c:pt>
                      <c:pt idx="207">
                        <c:v>45.751547629999997</c:v>
                      </c:pt>
                      <c:pt idx="208">
                        <c:v>41.118633422000002</c:v>
                      </c:pt>
                      <c:pt idx="209">
                        <c:v>40.928933909999998</c:v>
                      </c:pt>
                      <c:pt idx="210">
                        <c:v>40.170733226000003</c:v>
                      </c:pt>
                      <c:pt idx="211">
                        <c:v>46.591807934999999</c:v>
                      </c:pt>
                      <c:pt idx="212">
                        <c:v>51.659736334999998</c:v>
                      </c:pt>
                      <c:pt idx="213">
                        <c:v>57.004225271000003</c:v>
                      </c:pt>
                      <c:pt idx="214">
                        <c:v>56.860011553</c:v>
                      </c:pt>
                      <c:pt idx="215">
                        <c:v>49.253609547000003</c:v>
                      </c:pt>
                      <c:pt idx="216">
                        <c:v>36.750608995999997</c:v>
                      </c:pt>
                      <c:pt idx="217">
                        <c:v>23.918916274000001</c:v>
                      </c:pt>
                      <c:pt idx="218">
                        <c:v>14.811875405</c:v>
                      </c:pt>
                      <c:pt idx="219">
                        <c:v>9.3003123589999994</c:v>
                      </c:pt>
                      <c:pt idx="220">
                        <c:v>6.9872251270000003</c:v>
                      </c:pt>
                      <c:pt idx="221">
                        <c:v>8.1927975279999998</c:v>
                      </c:pt>
                      <c:pt idx="222">
                        <c:v>16.445840818000001</c:v>
                      </c:pt>
                      <c:pt idx="223">
                        <c:v>23.070324228</c:v>
                      </c:pt>
                      <c:pt idx="224">
                        <c:v>28.257719413</c:v>
                      </c:pt>
                      <c:pt idx="225">
                        <c:v>31.696701274999999</c:v>
                      </c:pt>
                      <c:pt idx="226">
                        <c:v>34.786316571</c:v>
                      </c:pt>
                      <c:pt idx="227">
                        <c:v>38.165924873000002</c:v>
                      </c:pt>
                      <c:pt idx="228">
                        <c:v>40.286243974999998</c:v>
                      </c:pt>
                      <c:pt idx="229">
                        <c:v>44.949086311999999</c:v>
                      </c:pt>
                      <c:pt idx="230">
                        <c:v>46.301170632999998</c:v>
                      </c:pt>
                      <c:pt idx="231">
                        <c:v>43.513592367999998</c:v>
                      </c:pt>
                      <c:pt idx="232">
                        <c:v>39.739565360999997</c:v>
                      </c:pt>
                      <c:pt idx="233">
                        <c:v>40.037342719999998</c:v>
                      </c:pt>
                      <c:pt idx="234">
                        <c:v>39.855920265000002</c:v>
                      </c:pt>
                      <c:pt idx="235">
                        <c:v>45.654837266999998</c:v>
                      </c:pt>
                      <c:pt idx="236">
                        <c:v>51.433351129999998</c:v>
                      </c:pt>
                      <c:pt idx="237">
                        <c:v>57.048879135999996</c:v>
                      </c:pt>
                      <c:pt idx="238">
                        <c:v>54.855106024999998</c:v>
                      </c:pt>
                      <c:pt idx="239">
                        <c:v>45.722869807000002</c:v>
                      </c:pt>
                      <c:pt idx="240">
                        <c:v>32.312465068000002</c:v>
                      </c:pt>
                      <c:pt idx="241">
                        <c:v>20.042634248999999</c:v>
                      </c:pt>
                      <c:pt idx="242">
                        <c:v>12.098063288000001</c:v>
                      </c:pt>
                      <c:pt idx="243">
                        <c:v>7.9199248579999999</c:v>
                      </c:pt>
                      <c:pt idx="244">
                        <c:v>6.4221386870000003</c:v>
                      </c:pt>
                      <c:pt idx="245">
                        <c:v>8.0487305429999996</c:v>
                      </c:pt>
                      <c:pt idx="246">
                        <c:v>16.612281558999999</c:v>
                      </c:pt>
                      <c:pt idx="247">
                        <c:v>23.023436234999998</c:v>
                      </c:pt>
                      <c:pt idx="248">
                        <c:v>27.898862469000001</c:v>
                      </c:pt>
                      <c:pt idx="249">
                        <c:v>29.848641442000002</c:v>
                      </c:pt>
                      <c:pt idx="250">
                        <c:v>32.182262582</c:v>
                      </c:pt>
                      <c:pt idx="251">
                        <c:v>35.647978254999998</c:v>
                      </c:pt>
                      <c:pt idx="252">
                        <c:v>38.279579071000001</c:v>
                      </c:pt>
                      <c:pt idx="253">
                        <c:v>42.654104367000002</c:v>
                      </c:pt>
                      <c:pt idx="254">
                        <c:v>42.532672042000002</c:v>
                      </c:pt>
                      <c:pt idx="255">
                        <c:v>40.481969913</c:v>
                      </c:pt>
                      <c:pt idx="256">
                        <c:v>38.820726037</c:v>
                      </c:pt>
                      <c:pt idx="257">
                        <c:v>40.583612825000003</c:v>
                      </c:pt>
                      <c:pt idx="258">
                        <c:v>40.398389342999998</c:v>
                      </c:pt>
                      <c:pt idx="259">
                        <c:v>45.662923923000001</c:v>
                      </c:pt>
                      <c:pt idx="260">
                        <c:v>50.626818855000003</c:v>
                      </c:pt>
                      <c:pt idx="261">
                        <c:v>55.500778650000001</c:v>
                      </c:pt>
                      <c:pt idx="262">
                        <c:v>53.843312218000001</c:v>
                      </c:pt>
                      <c:pt idx="263">
                        <c:v>43.956750982000003</c:v>
                      </c:pt>
                      <c:pt idx="264">
                        <c:v>31.688611164000001</c:v>
                      </c:pt>
                      <c:pt idx="265">
                        <c:v>19.493210526999999</c:v>
                      </c:pt>
                      <c:pt idx="266">
                        <c:v>11.649647469</c:v>
                      </c:pt>
                      <c:pt idx="267">
                        <c:v>7.6777867249999998</c:v>
                      </c:pt>
                      <c:pt idx="268">
                        <c:v>6.1239973350000003</c:v>
                      </c:pt>
                      <c:pt idx="269">
                        <c:v>8.0287309209999993</c:v>
                      </c:pt>
                      <c:pt idx="270">
                        <c:v>17.332383702000001</c:v>
                      </c:pt>
                      <c:pt idx="271">
                        <c:v>23.8263113</c:v>
                      </c:pt>
                      <c:pt idx="272">
                        <c:v>28.143956264</c:v>
                      </c:pt>
                      <c:pt idx="273">
                        <c:v>30.267325450000001</c:v>
                      </c:pt>
                      <c:pt idx="274">
                        <c:v>32.831738598000001</c:v>
                      </c:pt>
                      <c:pt idx="275">
                        <c:v>36.44493164</c:v>
                      </c:pt>
                      <c:pt idx="276">
                        <c:v>38.948723993999998</c:v>
                      </c:pt>
                      <c:pt idx="277">
                        <c:v>43.249362503</c:v>
                      </c:pt>
                      <c:pt idx="278">
                        <c:v>42.646101541999997</c:v>
                      </c:pt>
                      <c:pt idx="279">
                        <c:v>40.620444622999997</c:v>
                      </c:pt>
                      <c:pt idx="280">
                        <c:v>39.127483617000003</c:v>
                      </c:pt>
                      <c:pt idx="281">
                        <c:v>40.017491372999999</c:v>
                      </c:pt>
                      <c:pt idx="282">
                        <c:v>39.759148373999999</c:v>
                      </c:pt>
                      <c:pt idx="283">
                        <c:v>46.160166426000004</c:v>
                      </c:pt>
                      <c:pt idx="284">
                        <c:v>51.378359834000001</c:v>
                      </c:pt>
                      <c:pt idx="285">
                        <c:v>56.132177384000002</c:v>
                      </c:pt>
                      <c:pt idx="286">
                        <c:v>53.400791224999999</c:v>
                      </c:pt>
                      <c:pt idx="287">
                        <c:v>43.872449259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5-B4D5-4FAE-AE9D-D02EB97D558B}"/>
                  </c:ext>
                </c:extLst>
              </c15:ser>
            </c15:filteredLineSeries>
            <c15:filteredLineSeries>
              <c15:ser>
                <c:idx val="18"/>
                <c:order val="1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12-10-2026'!$T$1</c15:sqref>
                        </c15:formulaRef>
                      </c:ext>
                    </c:extLst>
                    <c:strCache>
                      <c:ptCount val="1"/>
                      <c:pt idx="0">
                        <c:v>OUG-DGW2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12-10-2026'!$T$2:$T$289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2.889785732</c:v>
                      </c:pt>
                      <c:pt idx="1">
                        <c:v>1.824343641</c:v>
                      </c:pt>
                      <c:pt idx="2">
                        <c:v>1.172772049</c:v>
                      </c:pt>
                      <c:pt idx="3">
                        <c:v>0.83633789000000003</c:v>
                      </c:pt>
                      <c:pt idx="4">
                        <c:v>0.72436003800000004</c:v>
                      </c:pt>
                      <c:pt idx="5">
                        <c:v>1.0513302579999999</c:v>
                      </c:pt>
                      <c:pt idx="6">
                        <c:v>2.039321352</c:v>
                      </c:pt>
                      <c:pt idx="7">
                        <c:v>2.6320144480000001</c:v>
                      </c:pt>
                      <c:pt idx="8">
                        <c:v>2.7101147409999999</c:v>
                      </c:pt>
                      <c:pt idx="9">
                        <c:v>2.5725324070000002</c:v>
                      </c:pt>
                      <c:pt idx="10">
                        <c:v>2.5831187550000001</c:v>
                      </c:pt>
                      <c:pt idx="11">
                        <c:v>2.7699988630000001</c:v>
                      </c:pt>
                      <c:pt idx="12">
                        <c:v>3.1242633130000002</c:v>
                      </c:pt>
                      <c:pt idx="13">
                        <c:v>3.5846841380000001</c:v>
                      </c:pt>
                      <c:pt idx="14">
                        <c:v>3.7791789900000001</c:v>
                      </c:pt>
                      <c:pt idx="15">
                        <c:v>3.6840171320000001</c:v>
                      </c:pt>
                      <c:pt idx="16">
                        <c:v>3.1940335480000002</c:v>
                      </c:pt>
                      <c:pt idx="17">
                        <c:v>2.8507023440000001</c:v>
                      </c:pt>
                      <c:pt idx="18">
                        <c:v>2.8664076359999999</c:v>
                      </c:pt>
                      <c:pt idx="19">
                        <c:v>3.2049175999999999</c:v>
                      </c:pt>
                      <c:pt idx="20">
                        <c:v>3.487451745</c:v>
                      </c:pt>
                      <c:pt idx="21">
                        <c:v>4.007992765</c:v>
                      </c:pt>
                      <c:pt idx="22">
                        <c:v>4.3075517889999997</c:v>
                      </c:pt>
                      <c:pt idx="23">
                        <c:v>4.0044971709999997</c:v>
                      </c:pt>
                      <c:pt idx="24">
                        <c:v>3.1364754860000001</c:v>
                      </c:pt>
                      <c:pt idx="25">
                        <c:v>2.1540320940000002</c:v>
                      </c:pt>
                      <c:pt idx="26">
                        <c:v>1.371845298</c:v>
                      </c:pt>
                      <c:pt idx="27">
                        <c:v>0.94299759900000002</c:v>
                      </c:pt>
                      <c:pt idx="28">
                        <c:v>0.76479446799999995</c:v>
                      </c:pt>
                      <c:pt idx="29">
                        <c:v>0.99409276599999996</c:v>
                      </c:pt>
                      <c:pt idx="30">
                        <c:v>1.8633718939999999</c:v>
                      </c:pt>
                      <c:pt idx="31">
                        <c:v>2.5052615660000002</c:v>
                      </c:pt>
                      <c:pt idx="32">
                        <c:v>2.8336730339999998</c:v>
                      </c:pt>
                      <c:pt idx="33">
                        <c:v>2.935275904</c:v>
                      </c:pt>
                      <c:pt idx="34">
                        <c:v>2.9526826920000002</c:v>
                      </c:pt>
                      <c:pt idx="35">
                        <c:v>3.2425214000000002</c:v>
                      </c:pt>
                      <c:pt idx="36">
                        <c:v>3.5805210289999998</c:v>
                      </c:pt>
                      <c:pt idx="37">
                        <c:v>3.8437904459999999</c:v>
                      </c:pt>
                      <c:pt idx="38">
                        <c:v>4.2070946400000002</c:v>
                      </c:pt>
                      <c:pt idx="39">
                        <c:v>4.0255463420000002</c:v>
                      </c:pt>
                      <c:pt idx="40">
                        <c:v>3.4052057850000002</c:v>
                      </c:pt>
                      <c:pt idx="41">
                        <c:v>3.0291581509999999</c:v>
                      </c:pt>
                      <c:pt idx="42">
                        <c:v>3.0006363610000002</c:v>
                      </c:pt>
                      <c:pt idx="43">
                        <c:v>3.3436933780000002</c:v>
                      </c:pt>
                      <c:pt idx="44">
                        <c:v>3.6515492140000001</c:v>
                      </c:pt>
                      <c:pt idx="45">
                        <c:v>4.1221095529999996</c:v>
                      </c:pt>
                      <c:pt idx="46">
                        <c:v>4.3989226610000003</c:v>
                      </c:pt>
                      <c:pt idx="47">
                        <c:v>4.1025809940000002</c:v>
                      </c:pt>
                      <c:pt idx="48">
                        <c:v>3.1808679130000002</c:v>
                      </c:pt>
                      <c:pt idx="49">
                        <c:v>2.1532016500000002</c:v>
                      </c:pt>
                      <c:pt idx="50">
                        <c:v>1.3709468920000001</c:v>
                      </c:pt>
                      <c:pt idx="51">
                        <c:v>0.96418411500000001</c:v>
                      </c:pt>
                      <c:pt idx="52">
                        <c:v>0.80926084799999998</c:v>
                      </c:pt>
                      <c:pt idx="53">
                        <c:v>1.0781969410000001</c:v>
                      </c:pt>
                      <c:pt idx="54">
                        <c:v>1.9885110079999999</c:v>
                      </c:pt>
                      <c:pt idx="55">
                        <c:v>2.5915944089999998</c:v>
                      </c:pt>
                      <c:pt idx="56">
                        <c:v>2.8729581469999999</c:v>
                      </c:pt>
                      <c:pt idx="57">
                        <c:v>2.76935888</c:v>
                      </c:pt>
                      <c:pt idx="58">
                        <c:v>2.7550602409999998</c:v>
                      </c:pt>
                      <c:pt idx="59">
                        <c:v>2.9564463910000001</c:v>
                      </c:pt>
                      <c:pt idx="60">
                        <c:v>3.248911348</c:v>
                      </c:pt>
                      <c:pt idx="61">
                        <c:v>3.7517218630000002</c:v>
                      </c:pt>
                      <c:pt idx="62">
                        <c:v>4.0197938530000004</c:v>
                      </c:pt>
                      <c:pt idx="63">
                        <c:v>3.8685610129999999</c:v>
                      </c:pt>
                      <c:pt idx="64">
                        <c:v>3.2809860780000002</c:v>
                      </c:pt>
                      <c:pt idx="65">
                        <c:v>2.9095962970000002</c:v>
                      </c:pt>
                      <c:pt idx="66">
                        <c:v>2.8282532589999998</c:v>
                      </c:pt>
                      <c:pt idx="67">
                        <c:v>3.1550878060000001</c:v>
                      </c:pt>
                      <c:pt idx="68">
                        <c:v>3.5132141379999999</c:v>
                      </c:pt>
                      <c:pt idx="69">
                        <c:v>4.0195017789999996</c:v>
                      </c:pt>
                      <c:pt idx="70">
                        <c:v>4.2575972889999996</c:v>
                      </c:pt>
                      <c:pt idx="71">
                        <c:v>3.8892588749999999</c:v>
                      </c:pt>
                      <c:pt idx="72">
                        <c:v>2.9099916540000001</c:v>
                      </c:pt>
                      <c:pt idx="73">
                        <c:v>1.86922799</c:v>
                      </c:pt>
                      <c:pt idx="74">
                        <c:v>1.1836487760000001</c:v>
                      </c:pt>
                      <c:pt idx="75">
                        <c:v>0.80740307499999997</c:v>
                      </c:pt>
                      <c:pt idx="76">
                        <c:v>0.71140174</c:v>
                      </c:pt>
                      <c:pt idx="77">
                        <c:v>1.017499183</c:v>
                      </c:pt>
                      <c:pt idx="78">
                        <c:v>1.9875968040000001</c:v>
                      </c:pt>
                      <c:pt idx="79">
                        <c:v>2.5181994759999999</c:v>
                      </c:pt>
                      <c:pt idx="80">
                        <c:v>2.6235793950000001</c:v>
                      </c:pt>
                      <c:pt idx="81">
                        <c:v>2.508437485</c:v>
                      </c:pt>
                      <c:pt idx="82">
                        <c:v>2.4880060469999998</c:v>
                      </c:pt>
                      <c:pt idx="83">
                        <c:v>2.6527054159999999</c:v>
                      </c:pt>
                      <c:pt idx="84">
                        <c:v>3.0439339830000001</c:v>
                      </c:pt>
                      <c:pt idx="85">
                        <c:v>3.4312425059999998</c:v>
                      </c:pt>
                      <c:pt idx="86">
                        <c:v>3.5792326590000001</c:v>
                      </c:pt>
                      <c:pt idx="87">
                        <c:v>3.4839110350000002</c:v>
                      </c:pt>
                      <c:pt idx="88">
                        <c:v>3.0817812130000002</c:v>
                      </c:pt>
                      <c:pt idx="89">
                        <c:v>2.775934881</c:v>
                      </c:pt>
                      <c:pt idx="90">
                        <c:v>2.7738344069999998</c:v>
                      </c:pt>
                      <c:pt idx="91">
                        <c:v>3.112084335</c:v>
                      </c:pt>
                      <c:pt idx="92">
                        <c:v>3.475686074</c:v>
                      </c:pt>
                      <c:pt idx="93">
                        <c:v>4.0354583320000001</c:v>
                      </c:pt>
                      <c:pt idx="94">
                        <c:v>4.2517374620000004</c:v>
                      </c:pt>
                      <c:pt idx="95">
                        <c:v>3.7670961630000002</c:v>
                      </c:pt>
                      <c:pt idx="96">
                        <c:v>2.702455702</c:v>
                      </c:pt>
                      <c:pt idx="97">
                        <c:v>1.7184574109999999</c:v>
                      </c:pt>
                      <c:pt idx="98">
                        <c:v>1.073917053</c:v>
                      </c:pt>
                      <c:pt idx="99">
                        <c:v>0.7540173</c:v>
                      </c:pt>
                      <c:pt idx="100">
                        <c:v>0.66834277200000003</c:v>
                      </c:pt>
                      <c:pt idx="101">
                        <c:v>0.99925687500000004</c:v>
                      </c:pt>
                      <c:pt idx="102">
                        <c:v>1.9787596009999999</c:v>
                      </c:pt>
                      <c:pt idx="103">
                        <c:v>2.5130806880000001</c:v>
                      </c:pt>
                      <c:pt idx="104">
                        <c:v>2.6065749249999999</c:v>
                      </c:pt>
                      <c:pt idx="105">
                        <c:v>2.4690321659999999</c:v>
                      </c:pt>
                      <c:pt idx="106">
                        <c:v>2.4576127269999999</c:v>
                      </c:pt>
                      <c:pt idx="107">
                        <c:v>2.6889888279999998</c:v>
                      </c:pt>
                      <c:pt idx="108">
                        <c:v>3.065727243</c:v>
                      </c:pt>
                      <c:pt idx="109">
                        <c:v>3.474647649</c:v>
                      </c:pt>
                      <c:pt idx="110">
                        <c:v>3.6261832169999999</c:v>
                      </c:pt>
                      <c:pt idx="111">
                        <c:v>3.4352203399999999</c:v>
                      </c:pt>
                      <c:pt idx="112">
                        <c:v>3.0445484380000001</c:v>
                      </c:pt>
                      <c:pt idx="113">
                        <c:v>2.757249807</c:v>
                      </c:pt>
                      <c:pt idx="114">
                        <c:v>2.7863250439999998</c:v>
                      </c:pt>
                      <c:pt idx="115">
                        <c:v>3.1090240910000002</c:v>
                      </c:pt>
                      <c:pt idx="116">
                        <c:v>3.5075616159999998</c:v>
                      </c:pt>
                      <c:pt idx="117">
                        <c:v>4.0151643760000004</c:v>
                      </c:pt>
                      <c:pt idx="118">
                        <c:v>4.2759529570000003</c:v>
                      </c:pt>
                      <c:pt idx="119">
                        <c:v>3.7896964409999998</c:v>
                      </c:pt>
                      <c:pt idx="120">
                        <c:v>2.7028578269999999</c:v>
                      </c:pt>
                      <c:pt idx="121">
                        <c:v>1.726904376</c:v>
                      </c:pt>
                      <c:pt idx="122">
                        <c:v>1.0674281299999999</c:v>
                      </c:pt>
                      <c:pt idx="123">
                        <c:v>0.74881027300000003</c:v>
                      </c:pt>
                      <c:pt idx="124">
                        <c:v>0.66663640899999999</c:v>
                      </c:pt>
                      <c:pt idx="125">
                        <c:v>0.96788434899999998</c:v>
                      </c:pt>
                      <c:pt idx="126">
                        <c:v>1.973989488</c:v>
                      </c:pt>
                      <c:pt idx="127">
                        <c:v>2.5414218079999999</c:v>
                      </c:pt>
                      <c:pt idx="128">
                        <c:v>2.6162221670000001</c:v>
                      </c:pt>
                      <c:pt idx="129">
                        <c:v>2.4908276960000002</c:v>
                      </c:pt>
                      <c:pt idx="130">
                        <c:v>2.4995871589999998</c:v>
                      </c:pt>
                      <c:pt idx="131">
                        <c:v>2.6995258390000001</c:v>
                      </c:pt>
                      <c:pt idx="132">
                        <c:v>3.106163027</c:v>
                      </c:pt>
                      <c:pt idx="133">
                        <c:v>3.629893332</c:v>
                      </c:pt>
                      <c:pt idx="134">
                        <c:v>3.8049343549999999</c:v>
                      </c:pt>
                      <c:pt idx="135">
                        <c:v>3.6410363860000001</c:v>
                      </c:pt>
                      <c:pt idx="136">
                        <c:v>3.1081967810000002</c:v>
                      </c:pt>
                      <c:pt idx="137">
                        <c:v>2.7881860299999999</c:v>
                      </c:pt>
                      <c:pt idx="138">
                        <c:v>2.9037361900000001</c:v>
                      </c:pt>
                      <c:pt idx="139">
                        <c:v>3.2830606069999999</c:v>
                      </c:pt>
                      <c:pt idx="140">
                        <c:v>3.5006076269999999</c:v>
                      </c:pt>
                      <c:pt idx="141">
                        <c:v>4.0220045850000004</c:v>
                      </c:pt>
                      <c:pt idx="142">
                        <c:v>4.2541379319999999</c:v>
                      </c:pt>
                      <c:pt idx="143">
                        <c:v>3.7761683079999999</c:v>
                      </c:pt>
                      <c:pt idx="144">
                        <c:v>2.7596546879999999</c:v>
                      </c:pt>
                      <c:pt idx="145">
                        <c:v>1.74710633</c:v>
                      </c:pt>
                      <c:pt idx="146">
                        <c:v>1.142966406</c:v>
                      </c:pt>
                      <c:pt idx="147">
                        <c:v>0.79025713600000003</c:v>
                      </c:pt>
                      <c:pt idx="148">
                        <c:v>0.67938404900000005</c:v>
                      </c:pt>
                      <c:pt idx="149">
                        <c:v>0.99406378799999995</c:v>
                      </c:pt>
                      <c:pt idx="150">
                        <c:v>2.003885855</c:v>
                      </c:pt>
                      <c:pt idx="151">
                        <c:v>2.5452181789999999</c:v>
                      </c:pt>
                      <c:pt idx="152">
                        <c:v>2.6254011450000001</c:v>
                      </c:pt>
                      <c:pt idx="153">
                        <c:v>2.534626668</c:v>
                      </c:pt>
                      <c:pt idx="154">
                        <c:v>2.4957092730000001</c:v>
                      </c:pt>
                      <c:pt idx="155">
                        <c:v>2.7023663139999998</c:v>
                      </c:pt>
                      <c:pt idx="156">
                        <c:v>3.070312629</c:v>
                      </c:pt>
                      <c:pt idx="157">
                        <c:v>3.484414702</c:v>
                      </c:pt>
                      <c:pt idx="158">
                        <c:v>3.6426114979999999</c:v>
                      </c:pt>
                      <c:pt idx="159">
                        <c:v>3.49197815</c:v>
                      </c:pt>
                      <c:pt idx="160">
                        <c:v>3.1306767400000002</c:v>
                      </c:pt>
                      <c:pt idx="161">
                        <c:v>2.8172599539999998</c:v>
                      </c:pt>
                      <c:pt idx="162">
                        <c:v>2.8171623320000001</c:v>
                      </c:pt>
                      <c:pt idx="163">
                        <c:v>3.1002464340000002</c:v>
                      </c:pt>
                      <c:pt idx="164">
                        <c:v>3.4958562030000002</c:v>
                      </c:pt>
                      <c:pt idx="165">
                        <c:v>4.0093274149999996</c:v>
                      </c:pt>
                      <c:pt idx="166">
                        <c:v>4.256625197</c:v>
                      </c:pt>
                      <c:pt idx="167">
                        <c:v>3.7299952119999999</c:v>
                      </c:pt>
                      <c:pt idx="168">
                        <c:v>2.6986185420000002</c:v>
                      </c:pt>
                      <c:pt idx="169">
                        <c:v>1.734772725</c:v>
                      </c:pt>
                      <c:pt idx="170">
                        <c:v>1.1379422669999999</c:v>
                      </c:pt>
                      <c:pt idx="171">
                        <c:v>0.77934586100000003</c:v>
                      </c:pt>
                      <c:pt idx="172">
                        <c:v>0.69842409299999997</c:v>
                      </c:pt>
                      <c:pt idx="173">
                        <c:v>1.018801125</c:v>
                      </c:pt>
                      <c:pt idx="174">
                        <c:v>2.0921192139999998</c:v>
                      </c:pt>
                      <c:pt idx="175">
                        <c:v>2.680118738</c:v>
                      </c:pt>
                      <c:pt idx="176">
                        <c:v>2.8066197239999999</c:v>
                      </c:pt>
                      <c:pt idx="177">
                        <c:v>2.6821899380000001</c:v>
                      </c:pt>
                      <c:pt idx="178">
                        <c:v>2.5732054309999999</c:v>
                      </c:pt>
                      <c:pt idx="179">
                        <c:v>2.736821365</c:v>
                      </c:pt>
                      <c:pt idx="180">
                        <c:v>3.15885887</c:v>
                      </c:pt>
                      <c:pt idx="181">
                        <c:v>3.6240875030000002</c:v>
                      </c:pt>
                      <c:pt idx="182">
                        <c:v>3.7613756729999999</c:v>
                      </c:pt>
                      <c:pt idx="183">
                        <c:v>3.5961738369999998</c:v>
                      </c:pt>
                      <c:pt idx="184">
                        <c:v>3.1282592930000002</c:v>
                      </c:pt>
                      <c:pt idx="185">
                        <c:v>2.833009267</c:v>
                      </c:pt>
                      <c:pt idx="186">
                        <c:v>2.88413516</c:v>
                      </c:pt>
                      <c:pt idx="187">
                        <c:v>3.24059081</c:v>
                      </c:pt>
                      <c:pt idx="188">
                        <c:v>3.5839101339999999</c:v>
                      </c:pt>
                      <c:pt idx="189">
                        <c:v>4.0676559770000003</c:v>
                      </c:pt>
                      <c:pt idx="190">
                        <c:v>4.3351930449999996</c:v>
                      </c:pt>
                      <c:pt idx="191">
                        <c:v>3.968650893</c:v>
                      </c:pt>
                      <c:pt idx="192">
                        <c:v>3.0504538700000001</c:v>
                      </c:pt>
                      <c:pt idx="193">
                        <c:v>2.0273915050000002</c:v>
                      </c:pt>
                      <c:pt idx="194">
                        <c:v>1.28906616</c:v>
                      </c:pt>
                      <c:pt idx="195">
                        <c:v>0.90794350599999996</c:v>
                      </c:pt>
                      <c:pt idx="196">
                        <c:v>0.72676142499999996</c:v>
                      </c:pt>
                      <c:pt idx="197">
                        <c:v>0.97104020400000002</c:v>
                      </c:pt>
                      <c:pt idx="198">
                        <c:v>1.8563816950000001</c:v>
                      </c:pt>
                      <c:pt idx="199">
                        <c:v>2.467291914</c:v>
                      </c:pt>
                      <c:pt idx="200">
                        <c:v>2.8567446950000002</c:v>
                      </c:pt>
                      <c:pt idx="201">
                        <c:v>2.9068274330000001</c:v>
                      </c:pt>
                      <c:pt idx="202">
                        <c:v>2.9646492929999999</c:v>
                      </c:pt>
                      <c:pt idx="203">
                        <c:v>3.2344216970000002</c:v>
                      </c:pt>
                      <c:pt idx="204">
                        <c:v>3.546390449</c:v>
                      </c:pt>
                      <c:pt idx="205">
                        <c:v>3.8228457809999998</c:v>
                      </c:pt>
                      <c:pt idx="206">
                        <c:v>4.187675016</c:v>
                      </c:pt>
                      <c:pt idx="207">
                        <c:v>3.9502181890000001</c:v>
                      </c:pt>
                      <c:pt idx="208">
                        <c:v>3.3799643480000001</c:v>
                      </c:pt>
                      <c:pt idx="209">
                        <c:v>3.0131768139999999</c:v>
                      </c:pt>
                      <c:pt idx="210">
                        <c:v>3.0211769180000001</c:v>
                      </c:pt>
                      <c:pt idx="211">
                        <c:v>3.361862312</c:v>
                      </c:pt>
                      <c:pt idx="212">
                        <c:v>3.7203192779999998</c:v>
                      </c:pt>
                      <c:pt idx="213">
                        <c:v>4.1804838950000001</c:v>
                      </c:pt>
                      <c:pt idx="214">
                        <c:v>4.4108302049999999</c:v>
                      </c:pt>
                      <c:pt idx="215">
                        <c:v>4.0111124079999998</c:v>
                      </c:pt>
                      <c:pt idx="216">
                        <c:v>3.082031508</c:v>
                      </c:pt>
                      <c:pt idx="217">
                        <c:v>2.0234165530000001</c:v>
                      </c:pt>
                      <c:pt idx="218">
                        <c:v>1.3001534830000001</c:v>
                      </c:pt>
                      <c:pt idx="219">
                        <c:v>0.90021833699999998</c:v>
                      </c:pt>
                      <c:pt idx="220">
                        <c:v>0.74302083600000002</c:v>
                      </c:pt>
                      <c:pt idx="221">
                        <c:v>0.98915609400000004</c:v>
                      </c:pt>
                      <c:pt idx="222">
                        <c:v>1.9443148690000001</c:v>
                      </c:pt>
                      <c:pt idx="223">
                        <c:v>2.587551494</c:v>
                      </c:pt>
                      <c:pt idx="224">
                        <c:v>2.8183578539999998</c:v>
                      </c:pt>
                      <c:pt idx="225">
                        <c:v>2.803848758</c:v>
                      </c:pt>
                      <c:pt idx="226">
                        <c:v>2.7566288390000002</c:v>
                      </c:pt>
                      <c:pt idx="227">
                        <c:v>2.8759518759999998</c:v>
                      </c:pt>
                      <c:pt idx="228">
                        <c:v>3.2253909329999999</c:v>
                      </c:pt>
                      <c:pt idx="229">
                        <c:v>3.6849046809999999</c:v>
                      </c:pt>
                      <c:pt idx="230">
                        <c:v>3.8924495979999998</c:v>
                      </c:pt>
                      <c:pt idx="231">
                        <c:v>3.782772161</c:v>
                      </c:pt>
                      <c:pt idx="232">
                        <c:v>3.2050428659999999</c:v>
                      </c:pt>
                      <c:pt idx="233">
                        <c:v>2.8906557419999999</c:v>
                      </c:pt>
                      <c:pt idx="234">
                        <c:v>2.9220950829999999</c:v>
                      </c:pt>
                      <c:pt idx="235">
                        <c:v>3.2657280659999999</c:v>
                      </c:pt>
                      <c:pt idx="236">
                        <c:v>3.646622743</c:v>
                      </c:pt>
                      <c:pt idx="237">
                        <c:v>4.1238408590000004</c:v>
                      </c:pt>
                      <c:pt idx="238">
                        <c:v>4.3586670349999999</c:v>
                      </c:pt>
                      <c:pt idx="239">
                        <c:v>3.7803568049999998</c:v>
                      </c:pt>
                      <c:pt idx="240">
                        <c:v>2.6919199009999999</c:v>
                      </c:pt>
                      <c:pt idx="241">
                        <c:v>1.703353882</c:v>
                      </c:pt>
                      <c:pt idx="242">
                        <c:v>1.102387486</c:v>
                      </c:pt>
                      <c:pt idx="243">
                        <c:v>0.777415089</c:v>
                      </c:pt>
                      <c:pt idx="244">
                        <c:v>0.69079619599999997</c:v>
                      </c:pt>
                      <c:pt idx="245">
                        <c:v>0.98078108200000003</c:v>
                      </c:pt>
                      <c:pt idx="246">
                        <c:v>1.9885753319999999</c:v>
                      </c:pt>
                      <c:pt idx="247">
                        <c:v>2.5285744600000002</c:v>
                      </c:pt>
                      <c:pt idx="248">
                        <c:v>2.6615805620000001</c:v>
                      </c:pt>
                      <c:pt idx="249">
                        <c:v>2.522761757</c:v>
                      </c:pt>
                      <c:pt idx="250">
                        <c:v>2.4558178919999998</c:v>
                      </c:pt>
                      <c:pt idx="251">
                        <c:v>2.6224035049999999</c:v>
                      </c:pt>
                      <c:pt idx="252">
                        <c:v>3.0095832570000001</c:v>
                      </c:pt>
                      <c:pt idx="253">
                        <c:v>3.4078933149999999</c:v>
                      </c:pt>
                      <c:pt idx="254">
                        <c:v>3.5227456259999999</c:v>
                      </c:pt>
                      <c:pt idx="255">
                        <c:v>3.4151005190000001</c:v>
                      </c:pt>
                      <c:pt idx="256">
                        <c:v>3.03349555</c:v>
                      </c:pt>
                      <c:pt idx="257">
                        <c:v>2.8189312559999999</c:v>
                      </c:pt>
                      <c:pt idx="258">
                        <c:v>2.921493076</c:v>
                      </c:pt>
                      <c:pt idx="259">
                        <c:v>3.2333102600000001</c:v>
                      </c:pt>
                      <c:pt idx="260">
                        <c:v>3.5991113870000002</c:v>
                      </c:pt>
                      <c:pt idx="261">
                        <c:v>4.1111254319999997</c:v>
                      </c:pt>
                      <c:pt idx="262">
                        <c:v>4.2666807310000001</c:v>
                      </c:pt>
                      <c:pt idx="263">
                        <c:v>3.615934046</c:v>
                      </c:pt>
                      <c:pt idx="264">
                        <c:v>2.6755475620000002</c:v>
                      </c:pt>
                      <c:pt idx="265">
                        <c:v>1.7123172849999999</c:v>
                      </c:pt>
                      <c:pt idx="266">
                        <c:v>1.0799041979999999</c:v>
                      </c:pt>
                      <c:pt idx="267">
                        <c:v>0.77878400699999994</c:v>
                      </c:pt>
                      <c:pt idx="268">
                        <c:v>0.70811538699999999</c:v>
                      </c:pt>
                      <c:pt idx="269">
                        <c:v>1.0254266540000001</c:v>
                      </c:pt>
                      <c:pt idx="270">
                        <c:v>2.0318042429999998</c:v>
                      </c:pt>
                      <c:pt idx="271">
                        <c:v>2.6224738969999999</c:v>
                      </c:pt>
                      <c:pt idx="272">
                        <c:v>2.6715839109999999</c:v>
                      </c:pt>
                      <c:pt idx="273">
                        <c:v>2.5004678679999999</c:v>
                      </c:pt>
                      <c:pt idx="274">
                        <c:v>2.4539464030000002</c:v>
                      </c:pt>
                      <c:pt idx="275">
                        <c:v>2.6881444409999999</c:v>
                      </c:pt>
                      <c:pt idx="276">
                        <c:v>3.0895344410000001</c:v>
                      </c:pt>
                      <c:pt idx="277">
                        <c:v>3.498025911</c:v>
                      </c:pt>
                      <c:pt idx="278">
                        <c:v>3.6160203129999999</c:v>
                      </c:pt>
                      <c:pt idx="279">
                        <c:v>3.4665244070000001</c:v>
                      </c:pt>
                      <c:pt idx="280">
                        <c:v>3.0884976370000001</c:v>
                      </c:pt>
                      <c:pt idx="281">
                        <c:v>2.875118101</c:v>
                      </c:pt>
                      <c:pt idx="282">
                        <c:v>2.9437607959999998</c:v>
                      </c:pt>
                      <c:pt idx="283">
                        <c:v>3.2649107609999999</c:v>
                      </c:pt>
                      <c:pt idx="284">
                        <c:v>3.6643178490000001</c:v>
                      </c:pt>
                      <c:pt idx="285">
                        <c:v>4.2001733569999997</c:v>
                      </c:pt>
                      <c:pt idx="286">
                        <c:v>4.3391760670000004</c:v>
                      </c:pt>
                      <c:pt idx="287">
                        <c:v>3.6980460819999998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6-B4D5-4FAE-AE9D-D02EB97D558B}"/>
                  </c:ext>
                </c:extLst>
              </c15:ser>
            </c15:filteredLineSeries>
            <c15:filteredLineSeries>
              <c15:ser>
                <c:idx val="19"/>
                <c:order val="1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12-10-2026'!$U$1</c15:sqref>
                        </c15:formulaRef>
                      </c:ext>
                    </c:extLst>
                    <c:strCache>
                      <c:ptCount val="1"/>
                      <c:pt idx="0">
                        <c:v>OUG-DGW2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12-10-2026'!$U$2:$U$289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36.369667534000001</c:v>
                      </c:pt>
                      <c:pt idx="1">
                        <c:v>22.965219582</c:v>
                      </c:pt>
                      <c:pt idx="2">
                        <c:v>13.682827036000001</c:v>
                      </c:pt>
                      <c:pt idx="3">
                        <c:v>8.8487309229999997</c:v>
                      </c:pt>
                      <c:pt idx="4">
                        <c:v>7.0555048930000002</c:v>
                      </c:pt>
                      <c:pt idx="5">
                        <c:v>9.4231318450000003</c:v>
                      </c:pt>
                      <c:pt idx="6">
                        <c:v>19.061182126999999</c:v>
                      </c:pt>
                      <c:pt idx="7">
                        <c:v>26.096491886999999</c:v>
                      </c:pt>
                      <c:pt idx="8">
                        <c:v>30.745863017000001</c:v>
                      </c:pt>
                      <c:pt idx="9">
                        <c:v>32.959502280999999</c:v>
                      </c:pt>
                      <c:pt idx="10">
                        <c:v>36.066116551</c:v>
                      </c:pt>
                      <c:pt idx="11">
                        <c:v>39.709527639999997</c:v>
                      </c:pt>
                      <c:pt idx="12">
                        <c:v>42.948819041999997</c:v>
                      </c:pt>
                      <c:pt idx="13">
                        <c:v>47.711482193999998</c:v>
                      </c:pt>
                      <c:pt idx="14">
                        <c:v>48.282721829000003</c:v>
                      </c:pt>
                      <c:pt idx="15">
                        <c:v>46.130852937999997</c:v>
                      </c:pt>
                      <c:pt idx="16">
                        <c:v>42.186595844999999</c:v>
                      </c:pt>
                      <c:pt idx="17">
                        <c:v>42.431990229999997</c:v>
                      </c:pt>
                      <c:pt idx="18">
                        <c:v>41.469754756999997</c:v>
                      </c:pt>
                      <c:pt idx="19">
                        <c:v>47.587376612</c:v>
                      </c:pt>
                      <c:pt idx="20">
                        <c:v>52.189388692999998</c:v>
                      </c:pt>
                      <c:pt idx="21">
                        <c:v>58.636648819000001</c:v>
                      </c:pt>
                      <c:pt idx="22">
                        <c:v>59.121440509999999</c:v>
                      </c:pt>
                      <c:pt idx="23">
                        <c:v>52.243033584000003</c:v>
                      </c:pt>
                      <c:pt idx="24">
                        <c:v>39.805474695999997</c:v>
                      </c:pt>
                      <c:pt idx="25">
                        <c:v>26.538931897000001</c:v>
                      </c:pt>
                      <c:pt idx="26">
                        <c:v>16.616839697</c:v>
                      </c:pt>
                      <c:pt idx="27">
                        <c:v>10.565565529000001</c:v>
                      </c:pt>
                      <c:pt idx="28">
                        <c:v>7.7006695860000001</c:v>
                      </c:pt>
                      <c:pt idx="29">
                        <c:v>9.2183805729999992</c:v>
                      </c:pt>
                      <c:pt idx="30">
                        <c:v>17.357812060000001</c:v>
                      </c:pt>
                      <c:pt idx="31">
                        <c:v>23.918577844000001</c:v>
                      </c:pt>
                      <c:pt idx="32">
                        <c:v>30.017253787000001</c:v>
                      </c:pt>
                      <c:pt idx="33">
                        <c:v>35.099564805999997</c:v>
                      </c:pt>
                      <c:pt idx="34">
                        <c:v>39.516527101000001</c:v>
                      </c:pt>
                      <c:pt idx="35">
                        <c:v>43.889459608000003</c:v>
                      </c:pt>
                      <c:pt idx="36">
                        <c:v>44.875620716999997</c:v>
                      </c:pt>
                      <c:pt idx="37">
                        <c:v>46.495844562999999</c:v>
                      </c:pt>
                      <c:pt idx="38">
                        <c:v>53.571083160000001</c:v>
                      </c:pt>
                      <c:pt idx="39">
                        <c:v>49.976051468000001</c:v>
                      </c:pt>
                      <c:pt idx="40">
                        <c:v>44.021760071999999</c:v>
                      </c:pt>
                      <c:pt idx="41">
                        <c:v>43.252763090999998</c:v>
                      </c:pt>
                      <c:pt idx="42">
                        <c:v>42.303170502</c:v>
                      </c:pt>
                      <c:pt idx="43">
                        <c:v>48.972768545999998</c:v>
                      </c:pt>
                      <c:pt idx="44">
                        <c:v>54.265560594</c:v>
                      </c:pt>
                      <c:pt idx="45">
                        <c:v>61.028807952999998</c:v>
                      </c:pt>
                      <c:pt idx="46">
                        <c:v>60.640023233000001</c:v>
                      </c:pt>
                      <c:pt idx="47">
                        <c:v>53.432211866999999</c:v>
                      </c:pt>
                      <c:pt idx="48">
                        <c:v>40.686029978000001</c:v>
                      </c:pt>
                      <c:pt idx="49">
                        <c:v>27.049332613000001</c:v>
                      </c:pt>
                      <c:pt idx="50">
                        <c:v>16.441201905</c:v>
                      </c:pt>
                      <c:pt idx="51">
                        <c:v>10.331432087</c:v>
                      </c:pt>
                      <c:pt idx="52">
                        <c:v>7.734951379</c:v>
                      </c:pt>
                      <c:pt idx="53">
                        <c:v>9.4865279860000005</c:v>
                      </c:pt>
                      <c:pt idx="54">
                        <c:v>18.005588339999999</c:v>
                      </c:pt>
                      <c:pt idx="55">
                        <c:v>24.93500049</c:v>
                      </c:pt>
                      <c:pt idx="56">
                        <c:v>30.538777739</c:v>
                      </c:pt>
                      <c:pt idx="57">
                        <c:v>33.826270862000001</c:v>
                      </c:pt>
                      <c:pt idx="58">
                        <c:v>37.233767174</c:v>
                      </c:pt>
                      <c:pt idx="59">
                        <c:v>40.751329075999998</c:v>
                      </c:pt>
                      <c:pt idx="60">
                        <c:v>43.137400819</c:v>
                      </c:pt>
                      <c:pt idx="61">
                        <c:v>48.467866051999998</c:v>
                      </c:pt>
                      <c:pt idx="62">
                        <c:v>50.345835276000003</c:v>
                      </c:pt>
                      <c:pt idx="63">
                        <c:v>47.772176835000003</c:v>
                      </c:pt>
                      <c:pt idx="64">
                        <c:v>42.765161941999999</c:v>
                      </c:pt>
                      <c:pt idx="65">
                        <c:v>42.279478871999999</c:v>
                      </c:pt>
                      <c:pt idx="66">
                        <c:v>40.689237200999997</c:v>
                      </c:pt>
                      <c:pt idx="67">
                        <c:v>47.104205358000002</c:v>
                      </c:pt>
                      <c:pt idx="68">
                        <c:v>52.501229819999999</c:v>
                      </c:pt>
                      <c:pt idx="69">
                        <c:v>58.874427574999999</c:v>
                      </c:pt>
                      <c:pt idx="70">
                        <c:v>58.386706801000003</c:v>
                      </c:pt>
                      <c:pt idx="71">
                        <c:v>50.110570324000001</c:v>
                      </c:pt>
                      <c:pt idx="72">
                        <c:v>36.239504132999997</c:v>
                      </c:pt>
                      <c:pt idx="73">
                        <c:v>22.461121101</c:v>
                      </c:pt>
                      <c:pt idx="74">
                        <c:v>13.352848641</c:v>
                      </c:pt>
                      <c:pt idx="75">
                        <c:v>8.5617840219999994</c:v>
                      </c:pt>
                      <c:pt idx="76">
                        <c:v>6.8910406750000002</c:v>
                      </c:pt>
                      <c:pt idx="77">
                        <c:v>9.1655523070000005</c:v>
                      </c:pt>
                      <c:pt idx="78">
                        <c:v>18.381852876</c:v>
                      </c:pt>
                      <c:pt idx="79">
                        <c:v>25.053206673999998</c:v>
                      </c:pt>
                      <c:pt idx="80">
                        <c:v>29.458501889000001</c:v>
                      </c:pt>
                      <c:pt idx="81">
                        <c:v>31.822376607999999</c:v>
                      </c:pt>
                      <c:pt idx="82">
                        <c:v>34.716379973999999</c:v>
                      </c:pt>
                      <c:pt idx="83">
                        <c:v>38.393398028</c:v>
                      </c:pt>
                      <c:pt idx="84">
                        <c:v>41.366905535999997</c:v>
                      </c:pt>
                      <c:pt idx="85">
                        <c:v>46.017524893000001</c:v>
                      </c:pt>
                      <c:pt idx="86">
                        <c:v>46.192029093999999</c:v>
                      </c:pt>
                      <c:pt idx="87">
                        <c:v>43.803656721000003</c:v>
                      </c:pt>
                      <c:pt idx="88">
                        <c:v>40.883636117999998</c:v>
                      </c:pt>
                      <c:pt idx="89">
                        <c:v>41.088936768000003</c:v>
                      </c:pt>
                      <c:pt idx="90">
                        <c:v>40.277973918999997</c:v>
                      </c:pt>
                      <c:pt idx="91">
                        <c:v>46.720796479000001</c:v>
                      </c:pt>
                      <c:pt idx="92">
                        <c:v>52.326045141000002</c:v>
                      </c:pt>
                      <c:pt idx="93">
                        <c:v>58.752482295999997</c:v>
                      </c:pt>
                      <c:pt idx="94">
                        <c:v>57.756771704999998</c:v>
                      </c:pt>
                      <c:pt idx="95">
                        <c:v>48.358267873999999</c:v>
                      </c:pt>
                      <c:pt idx="96">
                        <c:v>33.988715790000001</c:v>
                      </c:pt>
                      <c:pt idx="97">
                        <c:v>21.013864622</c:v>
                      </c:pt>
                      <c:pt idx="98">
                        <c:v>12.508718882</c:v>
                      </c:pt>
                      <c:pt idx="99">
                        <c:v>8.1752060009999994</c:v>
                      </c:pt>
                      <c:pt idx="100">
                        <c:v>6.7534193289999997</c:v>
                      </c:pt>
                      <c:pt idx="101">
                        <c:v>9.036309503</c:v>
                      </c:pt>
                      <c:pt idx="102">
                        <c:v>18.587056072999999</c:v>
                      </c:pt>
                      <c:pt idx="103">
                        <c:v>25.355136649999999</c:v>
                      </c:pt>
                      <c:pt idx="104">
                        <c:v>29.693461941999999</c:v>
                      </c:pt>
                      <c:pt idx="105">
                        <c:v>32.039998549000003</c:v>
                      </c:pt>
                      <c:pt idx="106">
                        <c:v>34.729275502</c:v>
                      </c:pt>
                      <c:pt idx="107">
                        <c:v>38.767265565000002</c:v>
                      </c:pt>
                      <c:pt idx="108">
                        <c:v>41.648435394000003</c:v>
                      </c:pt>
                      <c:pt idx="109">
                        <c:v>46.295335475999998</c:v>
                      </c:pt>
                      <c:pt idx="110">
                        <c:v>46.258340484999998</c:v>
                      </c:pt>
                      <c:pt idx="111">
                        <c:v>43.662712124000002</c:v>
                      </c:pt>
                      <c:pt idx="112">
                        <c:v>40.760032611</c:v>
                      </c:pt>
                      <c:pt idx="113">
                        <c:v>41.196168413999999</c:v>
                      </c:pt>
                      <c:pt idx="114">
                        <c:v>40.456546228000001</c:v>
                      </c:pt>
                      <c:pt idx="115">
                        <c:v>47.117075216000003</c:v>
                      </c:pt>
                      <c:pt idx="116">
                        <c:v>52.808405370000003</c:v>
                      </c:pt>
                      <c:pt idx="117">
                        <c:v>59.736268246000002</c:v>
                      </c:pt>
                      <c:pt idx="118">
                        <c:v>58.30031589</c:v>
                      </c:pt>
                      <c:pt idx="119">
                        <c:v>49.057447695</c:v>
                      </c:pt>
                      <c:pt idx="120">
                        <c:v>34.537858378000003</c:v>
                      </c:pt>
                      <c:pt idx="121">
                        <c:v>21.202804707999999</c:v>
                      </c:pt>
                      <c:pt idx="122">
                        <c:v>12.573813457</c:v>
                      </c:pt>
                      <c:pt idx="123">
                        <c:v>8.1282212119999997</c:v>
                      </c:pt>
                      <c:pt idx="124">
                        <c:v>6.6699969790000004</c:v>
                      </c:pt>
                      <c:pt idx="125">
                        <c:v>9.0111202689999992</c:v>
                      </c:pt>
                      <c:pt idx="126">
                        <c:v>18.737587669</c:v>
                      </c:pt>
                      <c:pt idx="127">
                        <c:v>25.688582457999999</c:v>
                      </c:pt>
                      <c:pt idx="128">
                        <c:v>30.065995318999999</c:v>
                      </c:pt>
                      <c:pt idx="129">
                        <c:v>32.38493012</c:v>
                      </c:pt>
                      <c:pt idx="130">
                        <c:v>35.333755144000001</c:v>
                      </c:pt>
                      <c:pt idx="131">
                        <c:v>38.808996581999999</c:v>
                      </c:pt>
                      <c:pt idx="132">
                        <c:v>42.561617515999998</c:v>
                      </c:pt>
                      <c:pt idx="133">
                        <c:v>48.284230454999999</c:v>
                      </c:pt>
                      <c:pt idx="134">
                        <c:v>48.643768350999999</c:v>
                      </c:pt>
                      <c:pt idx="135">
                        <c:v>45.984340359000001</c:v>
                      </c:pt>
                      <c:pt idx="136">
                        <c:v>41.198852825000003</c:v>
                      </c:pt>
                      <c:pt idx="137">
                        <c:v>41.274223595000002</c:v>
                      </c:pt>
                      <c:pt idx="138">
                        <c:v>43.898992110000002</c:v>
                      </c:pt>
                      <c:pt idx="139">
                        <c:v>50.578681867999997</c:v>
                      </c:pt>
                      <c:pt idx="140">
                        <c:v>53.499809200000001</c:v>
                      </c:pt>
                      <c:pt idx="141">
                        <c:v>59.710274673999997</c:v>
                      </c:pt>
                      <c:pt idx="142">
                        <c:v>58.524127817999997</c:v>
                      </c:pt>
                      <c:pt idx="143">
                        <c:v>49.139455427000001</c:v>
                      </c:pt>
                      <c:pt idx="144">
                        <c:v>35.782313784999999</c:v>
                      </c:pt>
                      <c:pt idx="145">
                        <c:v>22.501414707999999</c:v>
                      </c:pt>
                      <c:pt idx="146">
                        <c:v>13.619391201999999</c:v>
                      </c:pt>
                      <c:pt idx="147">
                        <c:v>8.519241997</c:v>
                      </c:pt>
                      <c:pt idx="148">
                        <c:v>6.8243333550000003</c:v>
                      </c:pt>
                      <c:pt idx="149">
                        <c:v>9.0968990909999992</c:v>
                      </c:pt>
                      <c:pt idx="150">
                        <c:v>19.236566512</c:v>
                      </c:pt>
                      <c:pt idx="151">
                        <c:v>26.046472355999999</c:v>
                      </c:pt>
                      <c:pt idx="152">
                        <c:v>30.244564173000001</c:v>
                      </c:pt>
                      <c:pt idx="153">
                        <c:v>32.557192127</c:v>
                      </c:pt>
                      <c:pt idx="154">
                        <c:v>35.303732539999999</c:v>
                      </c:pt>
                      <c:pt idx="155">
                        <c:v>39.164805135999998</c:v>
                      </c:pt>
                      <c:pt idx="156">
                        <c:v>41.984957405000003</c:v>
                      </c:pt>
                      <c:pt idx="157">
                        <c:v>46.511813084000003</c:v>
                      </c:pt>
                      <c:pt idx="158">
                        <c:v>46.597152295999997</c:v>
                      </c:pt>
                      <c:pt idx="159">
                        <c:v>44.589681873000004</c:v>
                      </c:pt>
                      <c:pt idx="160">
                        <c:v>41.916072094</c:v>
                      </c:pt>
                      <c:pt idx="161">
                        <c:v>42.036886668999998</c:v>
                      </c:pt>
                      <c:pt idx="162">
                        <c:v>41.102891124999999</c:v>
                      </c:pt>
                      <c:pt idx="163">
                        <c:v>47.226393971</c:v>
                      </c:pt>
                      <c:pt idx="164">
                        <c:v>52.470832260999998</c:v>
                      </c:pt>
                      <c:pt idx="165">
                        <c:v>58.753899584999999</c:v>
                      </c:pt>
                      <c:pt idx="166">
                        <c:v>58.087752610999999</c:v>
                      </c:pt>
                      <c:pt idx="167">
                        <c:v>48.968838445000003</c:v>
                      </c:pt>
                      <c:pt idx="168">
                        <c:v>34.720509317000001</c:v>
                      </c:pt>
                      <c:pt idx="169">
                        <c:v>21.583254228000001</c:v>
                      </c:pt>
                      <c:pt idx="170">
                        <c:v>13.118580531999999</c:v>
                      </c:pt>
                      <c:pt idx="171">
                        <c:v>8.5792961289999994</c:v>
                      </c:pt>
                      <c:pt idx="172">
                        <c:v>7.0517016149999998</c:v>
                      </c:pt>
                      <c:pt idx="173">
                        <c:v>9.2717363089999996</c:v>
                      </c:pt>
                      <c:pt idx="174">
                        <c:v>19.571294283</c:v>
                      </c:pt>
                      <c:pt idx="175">
                        <c:v>27.335167825999999</c:v>
                      </c:pt>
                      <c:pt idx="176">
                        <c:v>32.688611893999997</c:v>
                      </c:pt>
                      <c:pt idx="177">
                        <c:v>36.003770144999997</c:v>
                      </c:pt>
                      <c:pt idx="178">
                        <c:v>37.530110501000003</c:v>
                      </c:pt>
                      <c:pt idx="179">
                        <c:v>40.252229174</c:v>
                      </c:pt>
                      <c:pt idx="180">
                        <c:v>43.404487553000003</c:v>
                      </c:pt>
                      <c:pt idx="181">
                        <c:v>48.191670690000002</c:v>
                      </c:pt>
                      <c:pt idx="182">
                        <c:v>48.040639622999997</c:v>
                      </c:pt>
                      <c:pt idx="183">
                        <c:v>45.385342346000002</c:v>
                      </c:pt>
                      <c:pt idx="184">
                        <c:v>42.515258672999998</c:v>
                      </c:pt>
                      <c:pt idx="185">
                        <c:v>42.267159274999997</c:v>
                      </c:pt>
                      <c:pt idx="186">
                        <c:v>42.186633661999998</c:v>
                      </c:pt>
                      <c:pt idx="187">
                        <c:v>48.959767759000002</c:v>
                      </c:pt>
                      <c:pt idx="188">
                        <c:v>53.602814361</c:v>
                      </c:pt>
                      <c:pt idx="189">
                        <c:v>59.439172300000003</c:v>
                      </c:pt>
                      <c:pt idx="190">
                        <c:v>59.485448875000003</c:v>
                      </c:pt>
                      <c:pt idx="191">
                        <c:v>52.228487561000001</c:v>
                      </c:pt>
                      <c:pt idx="192">
                        <c:v>39.426753122999997</c:v>
                      </c:pt>
                      <c:pt idx="193">
                        <c:v>25.973861104000001</c:v>
                      </c:pt>
                      <c:pt idx="194">
                        <c:v>15.881082363999999</c:v>
                      </c:pt>
                      <c:pt idx="195">
                        <c:v>10.378293578999999</c:v>
                      </c:pt>
                      <c:pt idx="196">
                        <c:v>7.8375253430000003</c:v>
                      </c:pt>
                      <c:pt idx="197">
                        <c:v>9.1291830689999998</c:v>
                      </c:pt>
                      <c:pt idx="198">
                        <c:v>17.597507095000001</c:v>
                      </c:pt>
                      <c:pt idx="199">
                        <c:v>24.292267902999999</c:v>
                      </c:pt>
                      <c:pt idx="200">
                        <c:v>30.442782008999998</c:v>
                      </c:pt>
                      <c:pt idx="201">
                        <c:v>35.127727771000004</c:v>
                      </c:pt>
                      <c:pt idx="202">
                        <c:v>39.63071764</c:v>
                      </c:pt>
                      <c:pt idx="203">
                        <c:v>43.936385088000002</c:v>
                      </c:pt>
                      <c:pt idx="204">
                        <c:v>44.880453351</c:v>
                      </c:pt>
                      <c:pt idx="205">
                        <c:v>46.636605093</c:v>
                      </c:pt>
                      <c:pt idx="206">
                        <c:v>53.702855476000003</c:v>
                      </c:pt>
                      <c:pt idx="207">
                        <c:v>49.701765819000002</c:v>
                      </c:pt>
                      <c:pt idx="208">
                        <c:v>44.498597770000003</c:v>
                      </c:pt>
                      <c:pt idx="209">
                        <c:v>43.942110724000003</c:v>
                      </c:pt>
                      <c:pt idx="210">
                        <c:v>43.191910143999998</c:v>
                      </c:pt>
                      <c:pt idx="211">
                        <c:v>49.953670246999998</c:v>
                      </c:pt>
                      <c:pt idx="212">
                        <c:v>55.380055613000003</c:v>
                      </c:pt>
                      <c:pt idx="213">
                        <c:v>61.184709165999998</c:v>
                      </c:pt>
                      <c:pt idx="214">
                        <c:v>61.270841758000003</c:v>
                      </c:pt>
                      <c:pt idx="215">
                        <c:v>53.264721954999999</c:v>
                      </c:pt>
                      <c:pt idx="216">
                        <c:v>39.832640503999997</c:v>
                      </c:pt>
                      <c:pt idx="217">
                        <c:v>25.942332827000001</c:v>
                      </c:pt>
                      <c:pt idx="218">
                        <c:v>16.112028888000001</c:v>
                      </c:pt>
                      <c:pt idx="219">
                        <c:v>10.200530696</c:v>
                      </c:pt>
                      <c:pt idx="220">
                        <c:v>7.7302459629999998</c:v>
                      </c:pt>
                      <c:pt idx="221">
                        <c:v>9.181953622</c:v>
                      </c:pt>
                      <c:pt idx="222">
                        <c:v>18.390155687</c:v>
                      </c:pt>
                      <c:pt idx="223">
                        <c:v>25.657875722</c:v>
                      </c:pt>
                      <c:pt idx="224">
                        <c:v>31.076077266999999</c:v>
                      </c:pt>
                      <c:pt idx="225">
                        <c:v>34.500550033000003</c:v>
                      </c:pt>
                      <c:pt idx="226">
                        <c:v>37.542945410000002</c:v>
                      </c:pt>
                      <c:pt idx="227">
                        <c:v>41.041876748999996</c:v>
                      </c:pt>
                      <c:pt idx="228">
                        <c:v>43.511634907999998</c:v>
                      </c:pt>
                      <c:pt idx="229">
                        <c:v>48.633990992999998</c:v>
                      </c:pt>
                      <c:pt idx="230">
                        <c:v>50.193620230999997</c:v>
                      </c:pt>
                      <c:pt idx="231">
                        <c:v>47.296364529000002</c:v>
                      </c:pt>
                      <c:pt idx="232">
                        <c:v>42.944608227000003</c:v>
                      </c:pt>
                      <c:pt idx="233">
                        <c:v>42.927998461999998</c:v>
                      </c:pt>
                      <c:pt idx="234">
                        <c:v>42.778015347999997</c:v>
                      </c:pt>
                      <c:pt idx="235">
                        <c:v>48.920565332999999</c:v>
                      </c:pt>
                      <c:pt idx="236">
                        <c:v>55.079973873</c:v>
                      </c:pt>
                      <c:pt idx="237">
                        <c:v>61.172719995000001</c:v>
                      </c:pt>
                      <c:pt idx="238">
                        <c:v>59.213773060000001</c:v>
                      </c:pt>
                      <c:pt idx="239">
                        <c:v>49.503226611999999</c:v>
                      </c:pt>
                      <c:pt idx="240">
                        <c:v>35.004384969</c:v>
                      </c:pt>
                      <c:pt idx="241">
                        <c:v>21.745988131000001</c:v>
                      </c:pt>
                      <c:pt idx="242">
                        <c:v>13.200450774</c:v>
                      </c:pt>
                      <c:pt idx="243">
                        <c:v>8.6973399469999997</c:v>
                      </c:pt>
                      <c:pt idx="244">
                        <c:v>7.1129348830000003</c:v>
                      </c:pt>
                      <c:pt idx="245">
                        <c:v>9.0295116249999996</c:v>
                      </c:pt>
                      <c:pt idx="246">
                        <c:v>18.600856890999999</c:v>
                      </c:pt>
                      <c:pt idx="247">
                        <c:v>25.552010695</c:v>
                      </c:pt>
                      <c:pt idx="248">
                        <c:v>30.560443030999998</c:v>
                      </c:pt>
                      <c:pt idx="249">
                        <c:v>32.371403199</c:v>
                      </c:pt>
                      <c:pt idx="250">
                        <c:v>34.638080473999999</c:v>
                      </c:pt>
                      <c:pt idx="251">
                        <c:v>38.270381759999999</c:v>
                      </c:pt>
                      <c:pt idx="252">
                        <c:v>41.289162328000003</c:v>
                      </c:pt>
                      <c:pt idx="253">
                        <c:v>46.061997681999998</c:v>
                      </c:pt>
                      <c:pt idx="254">
                        <c:v>46.055417667999997</c:v>
                      </c:pt>
                      <c:pt idx="255">
                        <c:v>43.897070432</c:v>
                      </c:pt>
                      <c:pt idx="256">
                        <c:v>41.854221586999998</c:v>
                      </c:pt>
                      <c:pt idx="257">
                        <c:v>43.402544081000002</c:v>
                      </c:pt>
                      <c:pt idx="258">
                        <c:v>43.319882419000002</c:v>
                      </c:pt>
                      <c:pt idx="259">
                        <c:v>48.896234182999997</c:v>
                      </c:pt>
                      <c:pt idx="260">
                        <c:v>54.225930241999997</c:v>
                      </c:pt>
                      <c:pt idx="261">
                        <c:v>59.611904082000002</c:v>
                      </c:pt>
                      <c:pt idx="262">
                        <c:v>58.109992949000002</c:v>
                      </c:pt>
                      <c:pt idx="263">
                        <c:v>47.572685028000002</c:v>
                      </c:pt>
                      <c:pt idx="264">
                        <c:v>34.364158725999999</c:v>
                      </c:pt>
                      <c:pt idx="265">
                        <c:v>21.205527812</c:v>
                      </c:pt>
                      <c:pt idx="266">
                        <c:v>12.729551667000001</c:v>
                      </c:pt>
                      <c:pt idx="267">
                        <c:v>8.4565707319999994</c:v>
                      </c:pt>
                      <c:pt idx="268">
                        <c:v>6.8321127219999997</c:v>
                      </c:pt>
                      <c:pt idx="269">
                        <c:v>9.0541575749999996</c:v>
                      </c:pt>
                      <c:pt idx="270">
                        <c:v>19.364187945000001</c:v>
                      </c:pt>
                      <c:pt idx="271">
                        <c:v>26.448785196999999</c:v>
                      </c:pt>
                      <c:pt idx="272">
                        <c:v>30.815540174999999</c:v>
                      </c:pt>
                      <c:pt idx="273">
                        <c:v>32.767793318000003</c:v>
                      </c:pt>
                      <c:pt idx="274">
                        <c:v>35.285685000999997</c:v>
                      </c:pt>
                      <c:pt idx="275">
                        <c:v>39.133076080999999</c:v>
                      </c:pt>
                      <c:pt idx="276">
                        <c:v>42.038258435000003</c:v>
                      </c:pt>
                      <c:pt idx="277">
                        <c:v>46.747388414</c:v>
                      </c:pt>
                      <c:pt idx="278">
                        <c:v>46.262121854999997</c:v>
                      </c:pt>
                      <c:pt idx="279">
                        <c:v>44.086969029999999</c:v>
                      </c:pt>
                      <c:pt idx="280">
                        <c:v>42.215981253999999</c:v>
                      </c:pt>
                      <c:pt idx="281">
                        <c:v>42.892609473999997</c:v>
                      </c:pt>
                      <c:pt idx="282">
                        <c:v>42.702909169999998</c:v>
                      </c:pt>
                      <c:pt idx="283">
                        <c:v>49.425077186999999</c:v>
                      </c:pt>
                      <c:pt idx="284">
                        <c:v>55.042677683000001</c:v>
                      </c:pt>
                      <c:pt idx="285">
                        <c:v>60.332350740999999</c:v>
                      </c:pt>
                      <c:pt idx="286">
                        <c:v>57.739967292000003</c:v>
                      </c:pt>
                      <c:pt idx="287">
                        <c:v>47.570495340999997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7-B4D5-4FAE-AE9D-D02EB97D558B}"/>
                  </c:ext>
                </c:extLst>
              </c15:ser>
            </c15:filteredLineSeries>
            <c15:filteredLineSeries>
              <c15:ser>
                <c:idx val="20"/>
                <c:order val="2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12-10-2026'!$V$1</c15:sqref>
                        </c15:formulaRef>
                      </c:ext>
                    </c:extLst>
                    <c:strCache>
                      <c:ptCount val="1"/>
                      <c:pt idx="0">
                        <c:v>OUG-DGW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12-10-2026'!$V$2:$V$289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72.539952962000001</c:v>
                      </c:pt>
                      <c:pt idx="1">
                        <c:v>45.675281264999995</c:v>
                      </c:pt>
                      <c:pt idx="2">
                        <c:v>27.368515071000001</c:v>
                      </c:pt>
                      <c:pt idx="3">
                        <c:v>17.747512254</c:v>
                      </c:pt>
                      <c:pt idx="4">
                        <c:v>14.175988493</c:v>
                      </c:pt>
                      <c:pt idx="5">
                        <c:v>18.880061484000002</c:v>
                      </c:pt>
                      <c:pt idx="6">
                        <c:v>38.081789361999995</c:v>
                      </c:pt>
                      <c:pt idx="7">
                        <c:v>52.236527936999998</c:v>
                      </c:pt>
                      <c:pt idx="8">
                        <c:v>61.400601847000004</c:v>
                      </c:pt>
                      <c:pt idx="9">
                        <c:v>65.669385761000001</c:v>
                      </c:pt>
                      <c:pt idx="10">
                        <c:v>71.86750613000001</c:v>
                      </c:pt>
                      <c:pt idx="11">
                        <c:v>79.672429690999991</c:v>
                      </c:pt>
                      <c:pt idx="12">
                        <c:v>85.771635068999998</c:v>
                      </c:pt>
                      <c:pt idx="13">
                        <c:v>95.308773727000002</c:v>
                      </c:pt>
                      <c:pt idx="14">
                        <c:v>96.420852453000009</c:v>
                      </c:pt>
                      <c:pt idx="15">
                        <c:v>92.129452478999994</c:v>
                      </c:pt>
                      <c:pt idx="16">
                        <c:v>84.214714981</c:v>
                      </c:pt>
                      <c:pt idx="17">
                        <c:v>84.725434404999987</c:v>
                      </c:pt>
                      <c:pt idx="18">
                        <c:v>82.802269965999997</c:v>
                      </c:pt>
                      <c:pt idx="19">
                        <c:v>95.022282095999998</c:v>
                      </c:pt>
                      <c:pt idx="20">
                        <c:v>104.47083276699999</c:v>
                      </c:pt>
                      <c:pt idx="21">
                        <c:v>117.18738738600001</c:v>
                      </c:pt>
                      <c:pt idx="22">
                        <c:v>118.059491377</c:v>
                      </c:pt>
                      <c:pt idx="23">
                        <c:v>104.416210574</c:v>
                      </c:pt>
                      <c:pt idx="24">
                        <c:v>79.533112410999991</c:v>
                      </c:pt>
                      <c:pt idx="25">
                        <c:v>53.164136674000005</c:v>
                      </c:pt>
                      <c:pt idx="26">
                        <c:v>32.993353845000001</c:v>
                      </c:pt>
                      <c:pt idx="27">
                        <c:v>20.958150948</c:v>
                      </c:pt>
                      <c:pt idx="28">
                        <c:v>15.504205751000001</c:v>
                      </c:pt>
                      <c:pt idx="29">
                        <c:v>18.553822648000001</c:v>
                      </c:pt>
                      <c:pt idx="30">
                        <c:v>34.697744229000001</c:v>
                      </c:pt>
                      <c:pt idx="31">
                        <c:v>47.842964027999997</c:v>
                      </c:pt>
                      <c:pt idx="32">
                        <c:v>59.885421231000002</c:v>
                      </c:pt>
                      <c:pt idx="33">
                        <c:v>69.782908556999999</c:v>
                      </c:pt>
                      <c:pt idx="34">
                        <c:v>78.936632830999997</c:v>
                      </c:pt>
                      <c:pt idx="35">
                        <c:v>87.631123615000007</c:v>
                      </c:pt>
                      <c:pt idx="36">
                        <c:v>89.578747574000005</c:v>
                      </c:pt>
                      <c:pt idx="37">
                        <c:v>92.721727646000005</c:v>
                      </c:pt>
                      <c:pt idx="38">
                        <c:v>106.941763111</c:v>
                      </c:pt>
                      <c:pt idx="39">
                        <c:v>99.874767609999992</c:v>
                      </c:pt>
                      <c:pt idx="40">
                        <c:v>87.769189967000003</c:v>
                      </c:pt>
                      <c:pt idx="41">
                        <c:v>86.071208118000001</c:v>
                      </c:pt>
                      <c:pt idx="42">
                        <c:v>84.391994374999996</c:v>
                      </c:pt>
                      <c:pt idx="43">
                        <c:v>97.879116190999994</c:v>
                      </c:pt>
                      <c:pt idx="44">
                        <c:v>108.586539757</c:v>
                      </c:pt>
                      <c:pt idx="45">
                        <c:v>122.02202257899999</c:v>
                      </c:pt>
                      <c:pt idx="46">
                        <c:v>121.26839618299999</c:v>
                      </c:pt>
                      <c:pt idx="47">
                        <c:v>106.918500522</c:v>
                      </c:pt>
                      <c:pt idx="48">
                        <c:v>81.330710245000006</c:v>
                      </c:pt>
                      <c:pt idx="49">
                        <c:v>54.038463426</c:v>
                      </c:pt>
                      <c:pt idx="50">
                        <c:v>32.881974834000005</c:v>
                      </c:pt>
                      <c:pt idx="51">
                        <c:v>20.806227315000001</c:v>
                      </c:pt>
                      <c:pt idx="52">
                        <c:v>15.590930676999999</c:v>
                      </c:pt>
                      <c:pt idx="53">
                        <c:v>19.107604475999999</c:v>
                      </c:pt>
                      <c:pt idx="54">
                        <c:v>36.416951021999999</c:v>
                      </c:pt>
                      <c:pt idx="55">
                        <c:v>49.927545203999998</c:v>
                      </c:pt>
                      <c:pt idx="56">
                        <c:v>60.685809500000005</c:v>
                      </c:pt>
                      <c:pt idx="57">
                        <c:v>67.762081109000007</c:v>
                      </c:pt>
                      <c:pt idx="58">
                        <c:v>73.999736317</c:v>
                      </c:pt>
                      <c:pt idx="59">
                        <c:v>81.087698345000007</c:v>
                      </c:pt>
                      <c:pt idx="60">
                        <c:v>85.887388568000006</c:v>
                      </c:pt>
                      <c:pt idx="61">
                        <c:v>96.563900423999996</c:v>
                      </c:pt>
                      <c:pt idx="62">
                        <c:v>100.26061488900001</c:v>
                      </c:pt>
                      <c:pt idx="63">
                        <c:v>95.178333231000011</c:v>
                      </c:pt>
                      <c:pt idx="64">
                        <c:v>85.383537996000001</c:v>
                      </c:pt>
                      <c:pt idx="65">
                        <c:v>84.364262271999991</c:v>
                      </c:pt>
                      <c:pt idx="66">
                        <c:v>81.142539763000002</c:v>
                      </c:pt>
                      <c:pt idx="67">
                        <c:v>94.100526967000008</c:v>
                      </c:pt>
                      <c:pt idx="68">
                        <c:v>105.171653307</c:v>
                      </c:pt>
                      <c:pt idx="69">
                        <c:v>117.77673408199999</c:v>
                      </c:pt>
                      <c:pt idx="70">
                        <c:v>116.727043522</c:v>
                      </c:pt>
                      <c:pt idx="71">
                        <c:v>100.12271317</c:v>
                      </c:pt>
                      <c:pt idx="72">
                        <c:v>72.020541183999995</c:v>
                      </c:pt>
                      <c:pt idx="73">
                        <c:v>44.908105988000003</c:v>
                      </c:pt>
                      <c:pt idx="74">
                        <c:v>26.886555317999999</c:v>
                      </c:pt>
                      <c:pt idx="75">
                        <c:v>17.263440189000001</c:v>
                      </c:pt>
                      <c:pt idx="76">
                        <c:v>13.904880161000001</c:v>
                      </c:pt>
                      <c:pt idx="77">
                        <c:v>18.311060158</c:v>
                      </c:pt>
                      <c:pt idx="78">
                        <c:v>36.645882650000004</c:v>
                      </c:pt>
                      <c:pt idx="79">
                        <c:v>49.970048032999998</c:v>
                      </c:pt>
                      <c:pt idx="80">
                        <c:v>58.884010083</c:v>
                      </c:pt>
                      <c:pt idx="81">
                        <c:v>63.642578587999999</c:v>
                      </c:pt>
                      <c:pt idx="82">
                        <c:v>69.246168519000008</c:v>
                      </c:pt>
                      <c:pt idx="83">
                        <c:v>76.723334703000006</c:v>
                      </c:pt>
                      <c:pt idx="84">
                        <c:v>82.786886929999994</c:v>
                      </c:pt>
                      <c:pt idx="85">
                        <c:v>92.075421231000007</c:v>
                      </c:pt>
                      <c:pt idx="86">
                        <c:v>92.46080169199999</c:v>
                      </c:pt>
                      <c:pt idx="87">
                        <c:v>87.736759413000001</c:v>
                      </c:pt>
                      <c:pt idx="88">
                        <c:v>81.830922921999999</c:v>
                      </c:pt>
                      <c:pt idx="89">
                        <c:v>82.313237049000008</c:v>
                      </c:pt>
                      <c:pt idx="90">
                        <c:v>80.372176623999991</c:v>
                      </c:pt>
                      <c:pt idx="91">
                        <c:v>93.529116079000005</c:v>
                      </c:pt>
                      <c:pt idx="92">
                        <c:v>104.73062067399999</c:v>
                      </c:pt>
                      <c:pt idx="93">
                        <c:v>117.61354795099999</c:v>
                      </c:pt>
                      <c:pt idx="94">
                        <c:v>115.773074091</c:v>
                      </c:pt>
                      <c:pt idx="95">
                        <c:v>97.080736459999997</c:v>
                      </c:pt>
                      <c:pt idx="96">
                        <c:v>68.332479519000003</c:v>
                      </c:pt>
                      <c:pt idx="97">
                        <c:v>42.229681267000004</c:v>
                      </c:pt>
                      <c:pt idx="98">
                        <c:v>25.198055523000001</c:v>
                      </c:pt>
                      <c:pt idx="99">
                        <c:v>16.648493053999999</c:v>
                      </c:pt>
                      <c:pt idx="100">
                        <c:v>13.629485916</c:v>
                      </c:pt>
                      <c:pt idx="101">
                        <c:v>18.038687959000001</c:v>
                      </c:pt>
                      <c:pt idx="102">
                        <c:v>37.177607468999994</c:v>
                      </c:pt>
                      <c:pt idx="103">
                        <c:v>50.706215744999994</c:v>
                      </c:pt>
                      <c:pt idx="104">
                        <c:v>59.392723427</c:v>
                      </c:pt>
                      <c:pt idx="105">
                        <c:v>64.067579183000007</c:v>
                      </c:pt>
                      <c:pt idx="106">
                        <c:v>69.655965477999999</c:v>
                      </c:pt>
                      <c:pt idx="107">
                        <c:v>77.791446132999994</c:v>
                      </c:pt>
                      <c:pt idx="108">
                        <c:v>83.248022563000006</c:v>
                      </c:pt>
                      <c:pt idx="109">
                        <c:v>92.611217218999997</c:v>
                      </c:pt>
                      <c:pt idx="110">
                        <c:v>92.654966322999996</c:v>
                      </c:pt>
                      <c:pt idx="111">
                        <c:v>87.676009719000007</c:v>
                      </c:pt>
                      <c:pt idx="112">
                        <c:v>81.793777551999995</c:v>
                      </c:pt>
                      <c:pt idx="113">
                        <c:v>82.549694383000002</c:v>
                      </c:pt>
                      <c:pt idx="114">
                        <c:v>80.86660121700001</c:v>
                      </c:pt>
                      <c:pt idx="115">
                        <c:v>94.283625313000002</c:v>
                      </c:pt>
                      <c:pt idx="116">
                        <c:v>105.790212474</c:v>
                      </c:pt>
                      <c:pt idx="117">
                        <c:v>119.30042732699999</c:v>
                      </c:pt>
                      <c:pt idx="118">
                        <c:v>116.768138296</c:v>
                      </c:pt>
                      <c:pt idx="119">
                        <c:v>97.97489964799999</c:v>
                      </c:pt>
                      <c:pt idx="120">
                        <c:v>69.011573598000012</c:v>
                      </c:pt>
                      <c:pt idx="121">
                        <c:v>42.402661307999999</c:v>
                      </c:pt>
                      <c:pt idx="122">
                        <c:v>25.224441179999999</c:v>
                      </c:pt>
                      <c:pt idx="123">
                        <c:v>16.357025943</c:v>
                      </c:pt>
                      <c:pt idx="124">
                        <c:v>13.446786992</c:v>
                      </c:pt>
                      <c:pt idx="125">
                        <c:v>18.061496423999998</c:v>
                      </c:pt>
                      <c:pt idx="126">
                        <c:v>37.460360616000003</c:v>
                      </c:pt>
                      <c:pt idx="127">
                        <c:v>51.383549391999999</c:v>
                      </c:pt>
                      <c:pt idx="128">
                        <c:v>60.01660236</c:v>
                      </c:pt>
                      <c:pt idx="129">
                        <c:v>64.923460179000003</c:v>
                      </c:pt>
                      <c:pt idx="130">
                        <c:v>70.812271995000003</c:v>
                      </c:pt>
                      <c:pt idx="131">
                        <c:v>77.900510862999994</c:v>
                      </c:pt>
                      <c:pt idx="132">
                        <c:v>85.022997787999998</c:v>
                      </c:pt>
                      <c:pt idx="133">
                        <c:v>96.465204127999996</c:v>
                      </c:pt>
                      <c:pt idx="134">
                        <c:v>97.158725650999997</c:v>
                      </c:pt>
                      <c:pt idx="135">
                        <c:v>91.64796656</c:v>
                      </c:pt>
                      <c:pt idx="136">
                        <c:v>82.136053812</c:v>
                      </c:pt>
                      <c:pt idx="137">
                        <c:v>82.133167640000011</c:v>
                      </c:pt>
                      <c:pt idx="138">
                        <c:v>87.390534578</c:v>
                      </c:pt>
                      <c:pt idx="139">
                        <c:v>101.09574505099999</c:v>
                      </c:pt>
                      <c:pt idx="140">
                        <c:v>106.69019116300001</c:v>
                      </c:pt>
                      <c:pt idx="141">
                        <c:v>119.069932216</c:v>
                      </c:pt>
                      <c:pt idx="142">
                        <c:v>116.725440617</c:v>
                      </c:pt>
                      <c:pt idx="143">
                        <c:v>97.993721090000008</c:v>
                      </c:pt>
                      <c:pt idx="144">
                        <c:v>71.506903084000001</c:v>
                      </c:pt>
                      <c:pt idx="145">
                        <c:v>44.939687343000003</c:v>
                      </c:pt>
                      <c:pt idx="146">
                        <c:v>27.211010610999999</c:v>
                      </c:pt>
                      <c:pt idx="147">
                        <c:v>16.939036718000001</c:v>
                      </c:pt>
                      <c:pt idx="148">
                        <c:v>13.631481371</c:v>
                      </c:pt>
                      <c:pt idx="149">
                        <c:v>18.234045448</c:v>
                      </c:pt>
                      <c:pt idx="150">
                        <c:v>38.226744695999997</c:v>
                      </c:pt>
                      <c:pt idx="151">
                        <c:v>52.010732073</c:v>
                      </c:pt>
                      <c:pt idx="152">
                        <c:v>60.388710691</c:v>
                      </c:pt>
                      <c:pt idx="153">
                        <c:v>65.142442469000002</c:v>
                      </c:pt>
                      <c:pt idx="154">
                        <c:v>70.541751957999992</c:v>
                      </c:pt>
                      <c:pt idx="155">
                        <c:v>78.054855587999995</c:v>
                      </c:pt>
                      <c:pt idx="156">
                        <c:v>83.567141351999993</c:v>
                      </c:pt>
                      <c:pt idx="157">
                        <c:v>92.831458843999997</c:v>
                      </c:pt>
                      <c:pt idx="158">
                        <c:v>92.946736187999988</c:v>
                      </c:pt>
                      <c:pt idx="159">
                        <c:v>88.856043572999994</c:v>
                      </c:pt>
                      <c:pt idx="160">
                        <c:v>83.42446389700001</c:v>
                      </c:pt>
                      <c:pt idx="161">
                        <c:v>83.960007947999998</c:v>
                      </c:pt>
                      <c:pt idx="162">
                        <c:v>82.31606949799999</c:v>
                      </c:pt>
                      <c:pt idx="163">
                        <c:v>94.594423479</c:v>
                      </c:pt>
                      <c:pt idx="164">
                        <c:v>104.979310535</c:v>
                      </c:pt>
                      <c:pt idx="165">
                        <c:v>117.55824963399999</c:v>
                      </c:pt>
                      <c:pt idx="166">
                        <c:v>116.19500750399999</c:v>
                      </c:pt>
                      <c:pt idx="167">
                        <c:v>97.640533336000004</c:v>
                      </c:pt>
                      <c:pt idx="168">
                        <c:v>69.204230389000003</c:v>
                      </c:pt>
                      <c:pt idx="169">
                        <c:v>43.140622694000001</c:v>
                      </c:pt>
                      <c:pt idx="170">
                        <c:v>26.153695143</c:v>
                      </c:pt>
                      <c:pt idx="171">
                        <c:v>17.148380631000002</c:v>
                      </c:pt>
                      <c:pt idx="172">
                        <c:v>14.139610702999999</c:v>
                      </c:pt>
                      <c:pt idx="173">
                        <c:v>18.753148934000002</c:v>
                      </c:pt>
                      <c:pt idx="174">
                        <c:v>39.005991136999995</c:v>
                      </c:pt>
                      <c:pt idx="175">
                        <c:v>54.408602330999997</c:v>
                      </c:pt>
                      <c:pt idx="176">
                        <c:v>65.327043347999989</c:v>
                      </c:pt>
                      <c:pt idx="177">
                        <c:v>71.871627605</c:v>
                      </c:pt>
                      <c:pt idx="178">
                        <c:v>74.791561222000013</c:v>
                      </c:pt>
                      <c:pt idx="179">
                        <c:v>80.248520143000007</c:v>
                      </c:pt>
                      <c:pt idx="180">
                        <c:v>86.462894491</c:v>
                      </c:pt>
                      <c:pt idx="181">
                        <c:v>96.125094805999993</c:v>
                      </c:pt>
                      <c:pt idx="182">
                        <c:v>95.719999185000006</c:v>
                      </c:pt>
                      <c:pt idx="183">
                        <c:v>90.395635419000001</c:v>
                      </c:pt>
                      <c:pt idx="184">
                        <c:v>84.502703341</c:v>
                      </c:pt>
                      <c:pt idx="185">
                        <c:v>84.115743549000001</c:v>
                      </c:pt>
                      <c:pt idx="186">
                        <c:v>83.864196265000004</c:v>
                      </c:pt>
                      <c:pt idx="187">
                        <c:v>97.273226069000003</c:v>
                      </c:pt>
                      <c:pt idx="188">
                        <c:v>106.678047792</c:v>
                      </c:pt>
                      <c:pt idx="189">
                        <c:v>118.43500257300001</c:v>
                      </c:pt>
                      <c:pt idx="190">
                        <c:v>118.78838588799999</c:v>
                      </c:pt>
                      <c:pt idx="191">
                        <c:v>104.40249408700001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8-B4D5-4FAE-AE9D-D02EB97D558B}"/>
                  </c:ext>
                </c:extLst>
              </c15:ser>
            </c15:filteredLineSeries>
            <c15:filteredLineSeries>
              <c15:ser>
                <c:idx val="21"/>
                <c:order val="2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12-10-2026'!$W$1</c15:sqref>
                        </c15:formulaRef>
                      </c:ext>
                    </c:extLst>
                    <c:strCache>
                      <c:ptCount val="1"/>
                      <c:pt idx="0">
                        <c:v>MUS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12-10-2026'!$W$2:$W$289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46.522478674097997</c:v>
                      </c:pt>
                      <c:pt idx="1">
                        <c:v>30.132050497771001</c:v>
                      </c:pt>
                      <c:pt idx="2">
                        <c:v>18.568861231773997</c:v>
                      </c:pt>
                      <c:pt idx="3">
                        <c:v>12.381899541968</c:v>
                      </c:pt>
                      <c:pt idx="4">
                        <c:v>9.4653650505939986</c:v>
                      </c:pt>
                      <c:pt idx="5">
                        <c:v>10.726177467659001</c:v>
                      </c:pt>
                      <c:pt idx="6">
                        <c:v>20.356989523700999</c:v>
                      </c:pt>
                      <c:pt idx="7">
                        <c:v>31.434066600884002</c:v>
                      </c:pt>
                      <c:pt idx="8">
                        <c:v>38.122384969057997</c:v>
                      </c:pt>
                      <c:pt idx="9">
                        <c:v>41.232810828082002</c:v>
                      </c:pt>
                      <c:pt idx="10">
                        <c:v>45.531558493223002</c:v>
                      </c:pt>
                      <c:pt idx="11">
                        <c:v>49.944370486002995</c:v>
                      </c:pt>
                      <c:pt idx="12">
                        <c:v>52.556368355826997</c:v>
                      </c:pt>
                      <c:pt idx="13">
                        <c:v>58.000162473616001</c:v>
                      </c:pt>
                      <c:pt idx="14">
                        <c:v>60.505970870462995</c:v>
                      </c:pt>
                      <c:pt idx="15">
                        <c:v>60.435788773665003</c:v>
                      </c:pt>
                      <c:pt idx="16">
                        <c:v>55.190896387781997</c:v>
                      </c:pt>
                      <c:pt idx="17">
                        <c:v>59.198720327353001</c:v>
                      </c:pt>
                      <c:pt idx="18">
                        <c:v>58.097561565281005</c:v>
                      </c:pt>
                      <c:pt idx="19">
                        <c:v>64.775615222446007</c:v>
                      </c:pt>
                      <c:pt idx="20">
                        <c:v>69.982245832517989</c:v>
                      </c:pt>
                      <c:pt idx="21">
                        <c:v>80.461581261414011</c:v>
                      </c:pt>
                      <c:pt idx="22">
                        <c:v>79.487930081648997</c:v>
                      </c:pt>
                      <c:pt idx="23">
                        <c:v>68.482866987359998</c:v>
                      </c:pt>
                      <c:pt idx="24">
                        <c:v>52.350237828243003</c:v>
                      </c:pt>
                      <c:pt idx="25">
                        <c:v>36.215961187474996</c:v>
                      </c:pt>
                      <c:pt idx="26">
                        <c:v>23.048643840935998</c:v>
                      </c:pt>
                      <c:pt idx="27">
                        <c:v>14.940629794955001</c:v>
                      </c:pt>
                      <c:pt idx="28">
                        <c:v>10.567110898774001</c:v>
                      </c:pt>
                      <c:pt idx="29">
                        <c:v>10.37612447671</c:v>
                      </c:pt>
                      <c:pt idx="30">
                        <c:v>16.475327447550001</c:v>
                      </c:pt>
                      <c:pt idx="31">
                        <c:v>23.048515506392999</c:v>
                      </c:pt>
                      <c:pt idx="32">
                        <c:v>32.119816039191001</c:v>
                      </c:pt>
                      <c:pt idx="33">
                        <c:v>40.166833666250007</c:v>
                      </c:pt>
                      <c:pt idx="34">
                        <c:v>47.359812867761001</c:v>
                      </c:pt>
                      <c:pt idx="35">
                        <c:v>53.538023315032</c:v>
                      </c:pt>
                      <c:pt idx="36">
                        <c:v>53.284614979291</c:v>
                      </c:pt>
                      <c:pt idx="37">
                        <c:v>55.820171824907</c:v>
                      </c:pt>
                      <c:pt idx="38">
                        <c:v>70.446710034575005</c:v>
                      </c:pt>
                      <c:pt idx="39">
                        <c:v>68.046153764403002</c:v>
                      </c:pt>
                      <c:pt idx="40">
                        <c:v>58.565658872789001</c:v>
                      </c:pt>
                      <c:pt idx="41">
                        <c:v>60.920676234303002</c:v>
                      </c:pt>
                      <c:pt idx="42">
                        <c:v>59.019747374305005</c:v>
                      </c:pt>
                      <c:pt idx="43">
                        <c:v>67.402712249006996</c:v>
                      </c:pt>
                      <c:pt idx="44">
                        <c:v>73.334282671668987</c:v>
                      </c:pt>
                      <c:pt idx="45">
                        <c:v>84.693512190979007</c:v>
                      </c:pt>
                      <c:pt idx="46">
                        <c:v>83.117433869689009</c:v>
                      </c:pt>
                      <c:pt idx="47">
                        <c:v>72.636512240163</c:v>
                      </c:pt>
                      <c:pt idx="48">
                        <c:v>55.427064431984</c:v>
                      </c:pt>
                      <c:pt idx="49">
                        <c:v>37.602384944731</c:v>
                      </c:pt>
                      <c:pt idx="50">
                        <c:v>23.587998593640997</c:v>
                      </c:pt>
                      <c:pt idx="51">
                        <c:v>14.794400721558</c:v>
                      </c:pt>
                      <c:pt idx="52">
                        <c:v>10.430508455611999</c:v>
                      </c:pt>
                      <c:pt idx="53">
                        <c:v>10.389300610693999</c:v>
                      </c:pt>
                      <c:pt idx="54">
                        <c:v>17.232172453680001</c:v>
                      </c:pt>
                      <c:pt idx="55">
                        <c:v>25.299683181984001</c:v>
                      </c:pt>
                      <c:pt idx="56">
                        <c:v>34.193302815091997</c:v>
                      </c:pt>
                      <c:pt idx="57">
                        <c:v>41.363645333225996</c:v>
                      </c:pt>
                      <c:pt idx="58">
                        <c:v>46.681084391368003</c:v>
                      </c:pt>
                      <c:pt idx="59">
                        <c:v>51.301215081132</c:v>
                      </c:pt>
                      <c:pt idx="60">
                        <c:v>53.274482249776995</c:v>
                      </c:pt>
                      <c:pt idx="61">
                        <c:v>60.48332068397</c:v>
                      </c:pt>
                      <c:pt idx="62">
                        <c:v>64.304765411041004</c:v>
                      </c:pt>
                      <c:pt idx="63">
                        <c:v>63.316424756815003</c:v>
                      </c:pt>
                      <c:pt idx="64">
                        <c:v>56.793410900144991</c:v>
                      </c:pt>
                      <c:pt idx="65">
                        <c:v>60.472340193476995</c:v>
                      </c:pt>
                      <c:pt idx="66">
                        <c:v>58.973133894996003</c:v>
                      </c:pt>
                      <c:pt idx="67">
                        <c:v>64.967089396010991</c:v>
                      </c:pt>
                      <c:pt idx="68">
                        <c:v>70.488738704774008</c:v>
                      </c:pt>
                      <c:pt idx="69">
                        <c:v>81.451219303638993</c:v>
                      </c:pt>
                      <c:pt idx="70">
                        <c:v>79.481855001719993</c:v>
                      </c:pt>
                      <c:pt idx="71">
                        <c:v>66.169552747693999</c:v>
                      </c:pt>
                      <c:pt idx="72">
                        <c:v>46.961030722679993</c:v>
                      </c:pt>
                      <c:pt idx="73">
                        <c:v>30.06542610887</c:v>
                      </c:pt>
                      <c:pt idx="74">
                        <c:v>18.615180465350999</c:v>
                      </c:pt>
                      <c:pt idx="75">
                        <c:v>12.153878076077</c:v>
                      </c:pt>
                      <c:pt idx="76">
                        <c:v>9.299859958123001</c:v>
                      </c:pt>
                      <c:pt idx="77">
                        <c:v>10.155706139674999</c:v>
                      </c:pt>
                      <c:pt idx="78">
                        <c:v>19.247773038746999</c:v>
                      </c:pt>
                      <c:pt idx="79">
                        <c:v>30.148543626137997</c:v>
                      </c:pt>
                      <c:pt idx="80">
                        <c:v>37.066029086386003</c:v>
                      </c:pt>
                      <c:pt idx="81">
                        <c:v>40.687532261442996</c:v>
                      </c:pt>
                      <c:pt idx="82">
                        <c:v>44.822743062309996</c:v>
                      </c:pt>
                      <c:pt idx="83">
                        <c:v>49.395587029325</c:v>
                      </c:pt>
                      <c:pt idx="84">
                        <c:v>51.531331612705998</c:v>
                      </c:pt>
                      <c:pt idx="85">
                        <c:v>56.499905607670001</c:v>
                      </c:pt>
                      <c:pt idx="86">
                        <c:v>58.526463883985997</c:v>
                      </c:pt>
                      <c:pt idx="87">
                        <c:v>57.940516895584004</c:v>
                      </c:pt>
                      <c:pt idx="88">
                        <c:v>54.803442963761</c:v>
                      </c:pt>
                      <c:pt idx="89">
                        <c:v>59.833050257726001</c:v>
                      </c:pt>
                      <c:pt idx="90">
                        <c:v>58.109973283297002</c:v>
                      </c:pt>
                      <c:pt idx="91">
                        <c:v>65.252840822000991</c:v>
                      </c:pt>
                      <c:pt idx="92">
                        <c:v>71.483832609735003</c:v>
                      </c:pt>
                      <c:pt idx="93">
                        <c:v>82.415992546526994</c:v>
                      </c:pt>
                      <c:pt idx="94">
                        <c:v>79.178549630934</c:v>
                      </c:pt>
                      <c:pt idx="95">
                        <c:v>64.912863420213</c:v>
                      </c:pt>
                      <c:pt idx="96">
                        <c:v>45.395419543839999</c:v>
                      </c:pt>
                      <c:pt idx="97">
                        <c:v>28.751103712712002</c:v>
                      </c:pt>
                      <c:pt idx="98">
                        <c:v>17.575206378573</c:v>
                      </c:pt>
                      <c:pt idx="99">
                        <c:v>11.626451256088</c:v>
                      </c:pt>
                      <c:pt idx="100">
                        <c:v>8.9880534015349998</c:v>
                      </c:pt>
                      <c:pt idx="101">
                        <c:v>9.9669961285640003</c:v>
                      </c:pt>
                      <c:pt idx="102">
                        <c:v>19.659632344194002</c:v>
                      </c:pt>
                      <c:pt idx="103">
                        <c:v>31.202091807522002</c:v>
                      </c:pt>
                      <c:pt idx="104">
                        <c:v>37.974241145180997</c:v>
                      </c:pt>
                      <c:pt idx="105">
                        <c:v>41.091353368052005</c:v>
                      </c:pt>
                      <c:pt idx="106">
                        <c:v>45.236314484448997</c:v>
                      </c:pt>
                      <c:pt idx="107">
                        <c:v>50.350999574565002</c:v>
                      </c:pt>
                      <c:pt idx="108">
                        <c:v>52.714468501784992</c:v>
                      </c:pt>
                      <c:pt idx="109">
                        <c:v>57.241730587489002</c:v>
                      </c:pt>
                      <c:pt idx="110">
                        <c:v>59.280651263377003</c:v>
                      </c:pt>
                      <c:pt idx="111">
                        <c:v>58.694146261097998</c:v>
                      </c:pt>
                      <c:pt idx="112">
                        <c:v>55.578521802144998</c:v>
                      </c:pt>
                      <c:pt idx="113">
                        <c:v>60.169575360793004</c:v>
                      </c:pt>
                      <c:pt idx="114">
                        <c:v>58.602356185129999</c:v>
                      </c:pt>
                      <c:pt idx="115">
                        <c:v>65.68704120630801</c:v>
                      </c:pt>
                      <c:pt idx="116">
                        <c:v>72.452811626279001</c:v>
                      </c:pt>
                      <c:pt idx="117">
                        <c:v>84.001257183883993</c:v>
                      </c:pt>
                      <c:pt idx="118">
                        <c:v>80.197408810992002</c:v>
                      </c:pt>
                      <c:pt idx="119">
                        <c:v>65.502743931792992</c:v>
                      </c:pt>
                      <c:pt idx="120">
                        <c:v>45.417487226777006</c:v>
                      </c:pt>
                      <c:pt idx="121">
                        <c:v>28.648090786330997</c:v>
                      </c:pt>
                      <c:pt idx="122">
                        <c:v>17.624782199607001</c:v>
                      </c:pt>
                      <c:pt idx="123">
                        <c:v>11.506081543606999</c:v>
                      </c:pt>
                      <c:pt idx="124">
                        <c:v>8.8576629686819999</c:v>
                      </c:pt>
                      <c:pt idx="125">
                        <c:v>10.006419586948001</c:v>
                      </c:pt>
                      <c:pt idx="126">
                        <c:v>20.254328970982002</c:v>
                      </c:pt>
                      <c:pt idx="127">
                        <c:v>32.038164733711</c:v>
                      </c:pt>
                      <c:pt idx="128">
                        <c:v>38.503339056184998</c:v>
                      </c:pt>
                      <c:pt idx="129">
                        <c:v>41.621399574227993</c:v>
                      </c:pt>
                      <c:pt idx="130">
                        <c:v>45.734205174046004</c:v>
                      </c:pt>
                      <c:pt idx="131">
                        <c:v>50.140823702063003</c:v>
                      </c:pt>
                      <c:pt idx="132">
                        <c:v>53.657411154812003</c:v>
                      </c:pt>
                      <c:pt idx="133">
                        <c:v>61.337436084724999</c:v>
                      </c:pt>
                      <c:pt idx="134">
                        <c:v>63.170808348003</c:v>
                      </c:pt>
                      <c:pt idx="135">
                        <c:v>61.923825905386003</c:v>
                      </c:pt>
                      <c:pt idx="136">
                        <c:v>56.675866265299</c:v>
                      </c:pt>
                      <c:pt idx="137">
                        <c:v>61.240029420131997</c:v>
                      </c:pt>
                      <c:pt idx="138">
                        <c:v>65.438258077130001</c:v>
                      </c:pt>
                      <c:pt idx="139">
                        <c:v>72.899967230160001</c:v>
                      </c:pt>
                      <c:pt idx="140">
                        <c:v>74.427071432863002</c:v>
                      </c:pt>
                      <c:pt idx="141">
                        <c:v>84.948131453460007</c:v>
                      </c:pt>
                      <c:pt idx="142">
                        <c:v>80.137255459214998</c:v>
                      </c:pt>
                      <c:pt idx="143">
                        <c:v>64.997290520793996</c:v>
                      </c:pt>
                      <c:pt idx="144">
                        <c:v>47.522926784863998</c:v>
                      </c:pt>
                      <c:pt idx="145">
                        <c:v>30.370978510682999</c:v>
                      </c:pt>
                      <c:pt idx="146">
                        <c:v>19.280674563317998</c:v>
                      </c:pt>
                      <c:pt idx="147">
                        <c:v>11.828632097945</c:v>
                      </c:pt>
                      <c:pt idx="148">
                        <c:v>9.1719532326189999</c:v>
                      </c:pt>
                      <c:pt idx="149">
                        <c:v>10.380852902740999</c:v>
                      </c:pt>
                      <c:pt idx="150">
                        <c:v>20.621946590665999</c:v>
                      </c:pt>
                      <c:pt idx="151">
                        <c:v>32.479593675352</c:v>
                      </c:pt>
                      <c:pt idx="152">
                        <c:v>39.477602230008998</c:v>
                      </c:pt>
                      <c:pt idx="153">
                        <c:v>42.136210792124999</c:v>
                      </c:pt>
                      <c:pt idx="154">
                        <c:v>45.961521788566998</c:v>
                      </c:pt>
                      <c:pt idx="155">
                        <c:v>50.260896352141003</c:v>
                      </c:pt>
                      <c:pt idx="156">
                        <c:v>52.190196609521998</c:v>
                      </c:pt>
                      <c:pt idx="157">
                        <c:v>57.001849320759</c:v>
                      </c:pt>
                      <c:pt idx="158">
                        <c:v>59.077432890890002</c:v>
                      </c:pt>
                      <c:pt idx="159">
                        <c:v>58.424606731632998</c:v>
                      </c:pt>
                      <c:pt idx="160">
                        <c:v>56.246131432489001</c:v>
                      </c:pt>
                      <c:pt idx="161">
                        <c:v>62.248777275724002</c:v>
                      </c:pt>
                      <c:pt idx="162">
                        <c:v>60.444726061057999</c:v>
                      </c:pt>
                      <c:pt idx="163">
                        <c:v>67.182939851390998</c:v>
                      </c:pt>
                      <c:pt idx="164">
                        <c:v>73.238957146806001</c:v>
                      </c:pt>
                      <c:pt idx="165">
                        <c:v>83.068316030042013</c:v>
                      </c:pt>
                      <c:pt idx="166">
                        <c:v>79.770525601155995</c:v>
                      </c:pt>
                      <c:pt idx="167">
                        <c:v>64.266526946494992</c:v>
                      </c:pt>
                      <c:pt idx="168">
                        <c:v>44.999947981981002</c:v>
                      </c:pt>
                      <c:pt idx="169">
                        <c:v>28.533702311816</c:v>
                      </c:pt>
                      <c:pt idx="170">
                        <c:v>17.747262948917999</c:v>
                      </c:pt>
                      <c:pt idx="171">
                        <c:v>11.788138204839001</c:v>
                      </c:pt>
                      <c:pt idx="172">
                        <c:v>9.2367209603910005</c:v>
                      </c:pt>
                      <c:pt idx="173">
                        <c:v>10.697575744849001</c:v>
                      </c:pt>
                      <c:pt idx="174">
                        <c:v>21.287404960634998</c:v>
                      </c:pt>
                      <c:pt idx="175">
                        <c:v>34.594861691233</c:v>
                      </c:pt>
                      <c:pt idx="176">
                        <c:v>43.432433864814996</c:v>
                      </c:pt>
                      <c:pt idx="177">
                        <c:v>46.976885613406004</c:v>
                      </c:pt>
                      <c:pt idx="178">
                        <c:v>50.008513443939002</c:v>
                      </c:pt>
                      <c:pt idx="179">
                        <c:v>53.106783944898005</c:v>
                      </c:pt>
                      <c:pt idx="180">
                        <c:v>54.923284769479999</c:v>
                      </c:pt>
                      <c:pt idx="181">
                        <c:v>59.692623223577002</c:v>
                      </c:pt>
                      <c:pt idx="182">
                        <c:v>61.438811934284999</c:v>
                      </c:pt>
                      <c:pt idx="183">
                        <c:v>60.761419257889003</c:v>
                      </c:pt>
                      <c:pt idx="184">
                        <c:v>57.043897342789997</c:v>
                      </c:pt>
                      <c:pt idx="185">
                        <c:v>61.659348858187002</c:v>
                      </c:pt>
                      <c:pt idx="186">
                        <c:v>61.342354492115994</c:v>
                      </c:pt>
                      <c:pt idx="187">
                        <c:v>68.975432050375005</c:v>
                      </c:pt>
                      <c:pt idx="188">
                        <c:v>73.479760686044997</c:v>
                      </c:pt>
                      <c:pt idx="189">
                        <c:v>82.544722025097002</c:v>
                      </c:pt>
                      <c:pt idx="190">
                        <c:v>80.903133630962998</c:v>
                      </c:pt>
                      <c:pt idx="191">
                        <c:v>68.733667406949991</c:v>
                      </c:pt>
                      <c:pt idx="192">
                        <c:v>51.886770872134001</c:v>
                      </c:pt>
                      <c:pt idx="193">
                        <c:v>35.692184343488002</c:v>
                      </c:pt>
                      <c:pt idx="194">
                        <c:v>22.965050362420001</c:v>
                      </c:pt>
                      <c:pt idx="195">
                        <c:v>15.095235469809001</c:v>
                      </c:pt>
                      <c:pt idx="196">
                        <c:v>10.628477384836001</c:v>
                      </c:pt>
                      <c:pt idx="197">
                        <c:v>9.9251136348459994</c:v>
                      </c:pt>
                      <c:pt idx="198">
                        <c:v>16.652751601841</c:v>
                      </c:pt>
                      <c:pt idx="199">
                        <c:v>24.044982469482001</c:v>
                      </c:pt>
                      <c:pt idx="200">
                        <c:v>33.989549802309</c:v>
                      </c:pt>
                      <c:pt idx="201">
                        <c:v>42.816005241100996</c:v>
                      </c:pt>
                      <c:pt idx="202">
                        <c:v>49.480387417178001</c:v>
                      </c:pt>
                      <c:pt idx="203">
                        <c:v>54.801983811045005</c:v>
                      </c:pt>
                      <c:pt idx="204">
                        <c:v>54.074873959469997</c:v>
                      </c:pt>
                      <c:pt idx="205">
                        <c:v>56.938026089845003</c:v>
                      </c:pt>
                      <c:pt idx="206">
                        <c:v>70.552938636764011</c:v>
                      </c:pt>
                      <c:pt idx="207">
                        <c:v>67.268709288786994</c:v>
                      </c:pt>
                      <c:pt idx="208">
                        <c:v>60.239718703357994</c:v>
                      </c:pt>
                      <c:pt idx="209">
                        <c:v>63.120853733857004</c:v>
                      </c:pt>
                      <c:pt idx="210">
                        <c:v>61.260842467193996</c:v>
                      </c:pt>
                      <c:pt idx="211">
                        <c:v>69.367001978694987</c:v>
                      </c:pt>
                      <c:pt idx="212">
                        <c:v>75.241219080299004</c:v>
                      </c:pt>
                      <c:pt idx="213">
                        <c:v>84.829667843419003</c:v>
                      </c:pt>
                      <c:pt idx="214">
                        <c:v>84.408701524755998</c:v>
                      </c:pt>
                      <c:pt idx="215">
                        <c:v>71.159337631385</c:v>
                      </c:pt>
                      <c:pt idx="216">
                        <c:v>52.434363966128998</c:v>
                      </c:pt>
                      <c:pt idx="217">
                        <c:v>34.630359026836999</c:v>
                      </c:pt>
                      <c:pt idx="218">
                        <c:v>21.627314256032001</c:v>
                      </c:pt>
                      <c:pt idx="219">
                        <c:v>13.762001323608001</c:v>
                      </c:pt>
                      <c:pt idx="220">
                        <c:v>9.9347577904530002</c:v>
                      </c:pt>
                      <c:pt idx="221">
                        <c:v>9.7877787753819998</c:v>
                      </c:pt>
                      <c:pt idx="222">
                        <c:v>17.169121078164</c:v>
                      </c:pt>
                      <c:pt idx="223">
                        <c:v>25.967513924399</c:v>
                      </c:pt>
                      <c:pt idx="224">
                        <c:v>35.067120730810998</c:v>
                      </c:pt>
                      <c:pt idx="225">
                        <c:v>41.802475533105998</c:v>
                      </c:pt>
                      <c:pt idx="226">
                        <c:v>47.024540989266001</c:v>
                      </c:pt>
                      <c:pt idx="227">
                        <c:v>51.873999244516</c:v>
                      </c:pt>
                      <c:pt idx="228">
                        <c:v>53.408607475554007</c:v>
                      </c:pt>
                      <c:pt idx="229">
                        <c:v>60.445711635214998</c:v>
                      </c:pt>
                      <c:pt idx="230">
                        <c:v>64.407515058573992</c:v>
                      </c:pt>
                      <c:pt idx="231">
                        <c:v>62.603927382731008</c:v>
                      </c:pt>
                      <c:pt idx="232">
                        <c:v>57.659987249646001</c:v>
                      </c:pt>
                      <c:pt idx="233">
                        <c:v>62.235450207924004</c:v>
                      </c:pt>
                      <c:pt idx="234">
                        <c:v>60.931694855611994</c:v>
                      </c:pt>
                      <c:pt idx="235">
                        <c:v>67.576121808200995</c:v>
                      </c:pt>
                      <c:pt idx="236">
                        <c:v>74.722655910350994</c:v>
                      </c:pt>
                      <c:pt idx="237">
                        <c:v>84.99850963251501</c:v>
                      </c:pt>
                      <c:pt idx="238">
                        <c:v>79.781478469128004</c:v>
                      </c:pt>
                      <c:pt idx="239">
                        <c:v>64.467322327465993</c:v>
                      </c:pt>
                      <c:pt idx="240">
                        <c:v>44.804307427104</c:v>
                      </c:pt>
                      <c:pt idx="241">
                        <c:v>28.303097429432999</c:v>
                      </c:pt>
                      <c:pt idx="242">
                        <c:v>17.214701145323001</c:v>
                      </c:pt>
                      <c:pt idx="243">
                        <c:v>11.37392501399</c:v>
                      </c:pt>
                      <c:pt idx="244">
                        <c:v>8.9623090488510009</c:v>
                      </c:pt>
                      <c:pt idx="245">
                        <c:v>9.8899917443969994</c:v>
                      </c:pt>
                      <c:pt idx="246">
                        <c:v>19.690480823935999</c:v>
                      </c:pt>
                      <c:pt idx="247">
                        <c:v>31.346388704481001</c:v>
                      </c:pt>
                      <c:pt idx="248">
                        <c:v>37.843449823923002</c:v>
                      </c:pt>
                      <c:pt idx="249">
                        <c:v>40.814291675735994</c:v>
                      </c:pt>
                      <c:pt idx="250">
                        <c:v>45.007345459802004</c:v>
                      </c:pt>
                      <c:pt idx="251">
                        <c:v>49.797949145696997</c:v>
                      </c:pt>
                      <c:pt idx="252">
                        <c:v>52.187727874230006</c:v>
                      </c:pt>
                      <c:pt idx="253">
                        <c:v>57.387896591844999</c:v>
                      </c:pt>
                      <c:pt idx="254">
                        <c:v>59.543480830705001</c:v>
                      </c:pt>
                      <c:pt idx="255">
                        <c:v>58.699997333881008</c:v>
                      </c:pt>
                      <c:pt idx="256">
                        <c:v>58.036999459518</c:v>
                      </c:pt>
                      <c:pt idx="257">
                        <c:v>63.641885393853002</c:v>
                      </c:pt>
                      <c:pt idx="258">
                        <c:v>61.253191068141</c:v>
                      </c:pt>
                      <c:pt idx="259">
                        <c:v>67.738017977046994</c:v>
                      </c:pt>
                      <c:pt idx="260">
                        <c:v>74.679779311266998</c:v>
                      </c:pt>
                      <c:pt idx="261">
                        <c:v>83.841841237843013</c:v>
                      </c:pt>
                      <c:pt idx="262">
                        <c:v>79.171036485409985</c:v>
                      </c:pt>
                      <c:pt idx="263">
                        <c:v>62.969030568013999</c:v>
                      </c:pt>
                      <c:pt idx="264">
                        <c:v>43.106366213121994</c:v>
                      </c:pt>
                      <c:pt idx="265">
                        <c:v>26.616268704815997</c:v>
                      </c:pt>
                      <c:pt idx="266">
                        <c:v>16.224249384954</c:v>
                      </c:pt>
                      <c:pt idx="267">
                        <c:v>10.940569713539</c:v>
                      </c:pt>
                      <c:pt idx="268">
                        <c:v>8.7670234177489998</c:v>
                      </c:pt>
                      <c:pt idx="269">
                        <c:v>9.7658342004120016</c:v>
                      </c:pt>
                      <c:pt idx="270">
                        <c:v>20.034765060925</c:v>
                      </c:pt>
                      <c:pt idx="271">
                        <c:v>32.452027090420998</c:v>
                      </c:pt>
                      <c:pt idx="272">
                        <c:v>38.618993671342004</c:v>
                      </c:pt>
                      <c:pt idx="273">
                        <c:v>41.881255961872995</c:v>
                      </c:pt>
                      <c:pt idx="274">
                        <c:v>46.048564527097</c:v>
                      </c:pt>
                      <c:pt idx="275">
                        <c:v>50.663203562564</c:v>
                      </c:pt>
                      <c:pt idx="276">
                        <c:v>52.836774189277996</c:v>
                      </c:pt>
                      <c:pt idx="277">
                        <c:v>57.484786967424</c:v>
                      </c:pt>
                      <c:pt idx="278">
                        <c:v>59.628383056145999</c:v>
                      </c:pt>
                      <c:pt idx="279">
                        <c:v>58.877846351319995</c:v>
                      </c:pt>
                      <c:pt idx="280">
                        <c:v>58.235760117524002</c:v>
                      </c:pt>
                      <c:pt idx="281">
                        <c:v>62.875770647262001</c:v>
                      </c:pt>
                      <c:pt idx="282">
                        <c:v>61.006134394459004</c:v>
                      </c:pt>
                      <c:pt idx="283">
                        <c:v>68.781160256836003</c:v>
                      </c:pt>
                      <c:pt idx="284">
                        <c:v>76.375892405529001</c:v>
                      </c:pt>
                      <c:pt idx="285">
                        <c:v>85.993476807785001</c:v>
                      </c:pt>
                      <c:pt idx="286">
                        <c:v>80.453615286101993</c:v>
                      </c:pt>
                      <c:pt idx="287">
                        <c:v>63.495029898316993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9-B4D5-4FAE-AE9D-D02EB97D558B}"/>
                  </c:ext>
                </c:extLst>
              </c15:ser>
            </c15:filteredLineSeries>
            <c15:filteredLineSeries>
              <c15:ser>
                <c:idx val="22"/>
                <c:order val="2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12-10-2026'!$X$1</c15:sqref>
                        </c15:formulaRef>
                      </c:ext>
                    </c:extLst>
                    <c:strCache>
                      <c:ptCount val="1"/>
                      <c:pt idx="0">
                        <c:v>MUS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12-10-2026'!$X$2:$X$289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4.1621216249749997</c:v>
                      </c:pt>
                      <c:pt idx="1">
                        <c:v>2.5959724756400004</c:v>
                      </c:pt>
                      <c:pt idx="2">
                        <c:v>1.6528979054899999</c:v>
                      </c:pt>
                      <c:pt idx="3">
                        <c:v>1.165557864473</c:v>
                      </c:pt>
                      <c:pt idx="4">
                        <c:v>0.90568651434000202</c:v>
                      </c:pt>
                      <c:pt idx="5">
                        <c:v>1.2070974132780001</c:v>
                      </c:pt>
                      <c:pt idx="6">
                        <c:v>2.4417279225690001</c:v>
                      </c:pt>
                      <c:pt idx="7">
                        <c:v>3.530221343624</c:v>
                      </c:pt>
                      <c:pt idx="8">
                        <c:v>4.0529777372140003</c:v>
                      </c:pt>
                      <c:pt idx="9">
                        <c:v>4.2173406613570004</c:v>
                      </c:pt>
                      <c:pt idx="10">
                        <c:v>4.5502622475870007</c:v>
                      </c:pt>
                      <c:pt idx="11">
                        <c:v>5.0548047901129989</c:v>
                      </c:pt>
                      <c:pt idx="12">
                        <c:v>5.5918484606009997</c:v>
                      </c:pt>
                      <c:pt idx="13">
                        <c:v>6.1087861886769996</c:v>
                      </c:pt>
                      <c:pt idx="14">
                        <c:v>6.3353656368819999</c:v>
                      </c:pt>
                      <c:pt idx="15">
                        <c:v>6.3131810586659993</c:v>
                      </c:pt>
                      <c:pt idx="16">
                        <c:v>5.7336983543739999</c:v>
                      </c:pt>
                      <c:pt idx="17">
                        <c:v>5.9938396263250002</c:v>
                      </c:pt>
                      <c:pt idx="18">
                        <c:v>5.9330153829680006</c:v>
                      </c:pt>
                      <c:pt idx="19">
                        <c:v>6.58754125957699</c:v>
                      </c:pt>
                      <c:pt idx="20">
                        <c:v>6.9807372493509998</c:v>
                      </c:pt>
                      <c:pt idx="21">
                        <c:v>7.8444257598269989</c:v>
                      </c:pt>
                      <c:pt idx="22">
                        <c:v>7.6573118696920002</c:v>
                      </c:pt>
                      <c:pt idx="23">
                        <c:v>6.28981015999</c:v>
                      </c:pt>
                      <c:pt idx="24">
                        <c:v>4.5800803947140007</c:v>
                      </c:pt>
                      <c:pt idx="25">
                        <c:v>3.097517214797</c:v>
                      </c:pt>
                      <c:pt idx="26">
                        <c:v>1.9048389993950001</c:v>
                      </c:pt>
                      <c:pt idx="27">
                        <c:v>1.2988869297069998</c:v>
                      </c:pt>
                      <c:pt idx="28">
                        <c:v>0.98839252794300103</c:v>
                      </c:pt>
                      <c:pt idx="29">
                        <c:v>1.1574104630450002</c:v>
                      </c:pt>
                      <c:pt idx="30">
                        <c:v>2.0302141576100001</c:v>
                      </c:pt>
                      <c:pt idx="31">
                        <c:v>2.9149073363250002</c:v>
                      </c:pt>
                      <c:pt idx="32">
                        <c:v>3.9442918531799998</c:v>
                      </c:pt>
                      <c:pt idx="33">
                        <c:v>4.5546340656610003</c:v>
                      </c:pt>
                      <c:pt idx="34">
                        <c:v>5.0736918092330008</c:v>
                      </c:pt>
                      <c:pt idx="35">
                        <c:v>5.5329224443560001</c:v>
                      </c:pt>
                      <c:pt idx="36">
                        <c:v>5.5888944590640097</c:v>
                      </c:pt>
                      <c:pt idx="37">
                        <c:v>5.9728455511309999</c:v>
                      </c:pt>
                      <c:pt idx="38">
                        <c:v>7.0171800500610004</c:v>
                      </c:pt>
                      <c:pt idx="39">
                        <c:v>6.832170878004999</c:v>
                      </c:pt>
                      <c:pt idx="40">
                        <c:v>5.8246926906669998</c:v>
                      </c:pt>
                      <c:pt idx="41">
                        <c:v>5.9037889035829902</c:v>
                      </c:pt>
                      <c:pt idx="42">
                        <c:v>5.8323075524180004</c:v>
                      </c:pt>
                      <c:pt idx="43">
                        <c:v>6.6016757827769998</c:v>
                      </c:pt>
                      <c:pt idx="44">
                        <c:v>7.0168643278010006</c:v>
                      </c:pt>
                      <c:pt idx="45">
                        <c:v>7.9794551783189993</c:v>
                      </c:pt>
                      <c:pt idx="46">
                        <c:v>7.8647320319620002</c:v>
                      </c:pt>
                      <c:pt idx="47">
                        <c:v>6.7023793891080006</c:v>
                      </c:pt>
                      <c:pt idx="48">
                        <c:v>4.8913855447189993</c:v>
                      </c:pt>
                      <c:pt idx="49">
                        <c:v>3.2313602058780102</c:v>
                      </c:pt>
                      <c:pt idx="50">
                        <c:v>1.9881727814820001</c:v>
                      </c:pt>
                      <c:pt idx="51">
                        <c:v>1.3338036622959999</c:v>
                      </c:pt>
                      <c:pt idx="52">
                        <c:v>1.0081410814259999</c:v>
                      </c:pt>
                      <c:pt idx="53">
                        <c:v>1.1761765677500002</c:v>
                      </c:pt>
                      <c:pt idx="54">
                        <c:v>2.094914309525</c:v>
                      </c:pt>
                      <c:pt idx="55">
                        <c:v>2.9743258884329999</c:v>
                      </c:pt>
                      <c:pt idx="56">
                        <c:v>3.9040573574240001</c:v>
                      </c:pt>
                      <c:pt idx="57">
                        <c:v>4.4578731302700003</c:v>
                      </c:pt>
                      <c:pt idx="58">
                        <c:v>4.8240207252419998</c:v>
                      </c:pt>
                      <c:pt idx="59">
                        <c:v>5.2797768677540011</c:v>
                      </c:pt>
                      <c:pt idx="60">
                        <c:v>5.6130599243209991</c:v>
                      </c:pt>
                      <c:pt idx="61">
                        <c:v>6.1778902558370001</c:v>
                      </c:pt>
                      <c:pt idx="62">
                        <c:v>6.4919887130090004</c:v>
                      </c:pt>
                      <c:pt idx="63">
                        <c:v>6.3002429028830003</c:v>
                      </c:pt>
                      <c:pt idx="64">
                        <c:v>5.6127380763290002</c:v>
                      </c:pt>
                      <c:pt idx="65">
                        <c:v>5.7708719618230093</c:v>
                      </c:pt>
                      <c:pt idx="66">
                        <c:v>5.6045577899939998</c:v>
                      </c:pt>
                      <c:pt idx="67">
                        <c:v>6.1800822192120108</c:v>
                      </c:pt>
                      <c:pt idx="68">
                        <c:v>6.5556602878299994</c:v>
                      </c:pt>
                      <c:pt idx="69">
                        <c:v>7.4683710070389999</c:v>
                      </c:pt>
                      <c:pt idx="70">
                        <c:v>7.3575346293329993</c:v>
                      </c:pt>
                      <c:pt idx="71">
                        <c:v>5.9132524456020104</c:v>
                      </c:pt>
                      <c:pt idx="72">
                        <c:v>3.9202791544750002</c:v>
                      </c:pt>
                      <c:pt idx="73">
                        <c:v>2.4032219369680003</c:v>
                      </c:pt>
                      <c:pt idx="74">
                        <c:v>1.5088110849310001</c:v>
                      </c:pt>
                      <c:pt idx="75">
                        <c:v>1.049210647062</c:v>
                      </c:pt>
                      <c:pt idx="76">
                        <c:v>0.85910038185899995</c:v>
                      </c:pt>
                      <c:pt idx="77">
                        <c:v>1.0996352847040001</c:v>
                      </c:pt>
                      <c:pt idx="78">
                        <c:v>2.236580217233</c:v>
                      </c:pt>
                      <c:pt idx="79">
                        <c:v>3.1556643114939997</c:v>
                      </c:pt>
                      <c:pt idx="80">
                        <c:v>3.6996985526850001</c:v>
                      </c:pt>
                      <c:pt idx="81">
                        <c:v>3.84719121418</c:v>
                      </c:pt>
                      <c:pt idx="82">
                        <c:v>4.2068480103899981</c:v>
                      </c:pt>
                      <c:pt idx="83">
                        <c:v>4.7245749236509997</c:v>
                      </c:pt>
                      <c:pt idx="84">
                        <c:v>5.1846938398039999</c:v>
                      </c:pt>
                      <c:pt idx="85">
                        <c:v>5.6461263730560001</c:v>
                      </c:pt>
                      <c:pt idx="86">
                        <c:v>5.8278976870439996</c:v>
                      </c:pt>
                      <c:pt idx="87">
                        <c:v>5.7435639548950004</c:v>
                      </c:pt>
                      <c:pt idx="88">
                        <c:v>5.4006019338719993</c:v>
                      </c:pt>
                      <c:pt idx="89">
                        <c:v>5.6875410469790006</c:v>
                      </c:pt>
                      <c:pt idx="90">
                        <c:v>5.562975260741001</c:v>
                      </c:pt>
                      <c:pt idx="91">
                        <c:v>6.2571834588900002</c:v>
                      </c:pt>
                      <c:pt idx="92">
                        <c:v>6.7056564018069995</c:v>
                      </c:pt>
                      <c:pt idx="93">
                        <c:v>7.6147725060379896</c:v>
                      </c:pt>
                      <c:pt idx="94">
                        <c:v>7.2664373460239906</c:v>
                      </c:pt>
                      <c:pt idx="95">
                        <c:v>5.7933818335870111</c:v>
                      </c:pt>
                      <c:pt idx="96">
                        <c:v>3.8918678995590001</c:v>
                      </c:pt>
                      <c:pt idx="97">
                        <c:v>2.4097245201800002</c:v>
                      </c:pt>
                      <c:pt idx="98">
                        <c:v>1.4761583409750001</c:v>
                      </c:pt>
                      <c:pt idx="99">
                        <c:v>1.011729071726001</c:v>
                      </c:pt>
                      <c:pt idx="100">
                        <c:v>0.84391911308800094</c:v>
                      </c:pt>
                      <c:pt idx="101">
                        <c:v>1.1331748256940002</c:v>
                      </c:pt>
                      <c:pt idx="102">
                        <c:v>2.3149987300570003</c:v>
                      </c:pt>
                      <c:pt idx="103">
                        <c:v>3.3714921122519996</c:v>
                      </c:pt>
                      <c:pt idx="104">
                        <c:v>3.9252899462369997</c:v>
                      </c:pt>
                      <c:pt idx="105">
                        <c:v>4.049372463179</c:v>
                      </c:pt>
                      <c:pt idx="106">
                        <c:v>4.3773055539740007</c:v>
                      </c:pt>
                      <c:pt idx="107">
                        <c:v>4.936434607462</c:v>
                      </c:pt>
                      <c:pt idx="108">
                        <c:v>5.3861850529049997</c:v>
                      </c:pt>
                      <c:pt idx="109">
                        <c:v>5.875551303735989</c:v>
                      </c:pt>
                      <c:pt idx="110">
                        <c:v>5.9686108273369998</c:v>
                      </c:pt>
                      <c:pt idx="111">
                        <c:v>5.8589538826489997</c:v>
                      </c:pt>
                      <c:pt idx="112">
                        <c:v>5.4506894313950003</c:v>
                      </c:pt>
                      <c:pt idx="113">
                        <c:v>5.7082798672850004</c:v>
                      </c:pt>
                      <c:pt idx="114">
                        <c:v>5.6733146157079997</c:v>
                      </c:pt>
                      <c:pt idx="115">
                        <c:v>6.3432434080299904</c:v>
                      </c:pt>
                      <c:pt idx="116">
                        <c:v>6.8647451152339896</c:v>
                      </c:pt>
                      <c:pt idx="117">
                        <c:v>7.7903129479830007</c:v>
                      </c:pt>
                      <c:pt idx="118">
                        <c:v>7.3748139402789992</c:v>
                      </c:pt>
                      <c:pt idx="119">
                        <c:v>5.8856596998619999</c:v>
                      </c:pt>
                      <c:pt idx="120">
                        <c:v>3.8770782585100001</c:v>
                      </c:pt>
                      <c:pt idx="121">
                        <c:v>2.3964346580510001</c:v>
                      </c:pt>
                      <c:pt idx="122">
                        <c:v>1.436016121387</c:v>
                      </c:pt>
                      <c:pt idx="123">
                        <c:v>0.996360095858001</c:v>
                      </c:pt>
                      <c:pt idx="124">
                        <c:v>0.83919607700300103</c:v>
                      </c:pt>
                      <c:pt idx="125">
                        <c:v>1.1073730615070001</c:v>
                      </c:pt>
                      <c:pt idx="126">
                        <c:v>2.326955576889</c:v>
                      </c:pt>
                      <c:pt idx="127">
                        <c:v>3.3825914397200001</c:v>
                      </c:pt>
                      <c:pt idx="128">
                        <c:v>4.0159085164140098</c:v>
                      </c:pt>
                      <c:pt idx="129">
                        <c:v>4.0769754142979995</c:v>
                      </c:pt>
                      <c:pt idx="130">
                        <c:v>4.4580633892019987</c:v>
                      </c:pt>
                      <c:pt idx="131">
                        <c:v>4.8457472904860008</c:v>
                      </c:pt>
                      <c:pt idx="132">
                        <c:v>5.457333963987999</c:v>
                      </c:pt>
                      <c:pt idx="133">
                        <c:v>6.3131757585489998</c:v>
                      </c:pt>
                      <c:pt idx="134">
                        <c:v>6.46246996382901</c:v>
                      </c:pt>
                      <c:pt idx="135">
                        <c:v>6.2788980027320003</c:v>
                      </c:pt>
                      <c:pt idx="136">
                        <c:v>5.6115172897020091</c:v>
                      </c:pt>
                      <c:pt idx="137">
                        <c:v>5.8192230183279996</c:v>
                      </c:pt>
                      <c:pt idx="138">
                        <c:v>5.8819962155710002</c:v>
                      </c:pt>
                      <c:pt idx="139">
                        <c:v>6.5284803094090007</c:v>
                      </c:pt>
                      <c:pt idx="140">
                        <c:v>6.9750859853909901</c:v>
                      </c:pt>
                      <c:pt idx="141">
                        <c:v>7.8350936394590001</c:v>
                      </c:pt>
                      <c:pt idx="142">
                        <c:v>7.4572406778250091</c:v>
                      </c:pt>
                      <c:pt idx="143">
                        <c:v>5.8527422387950105</c:v>
                      </c:pt>
                      <c:pt idx="144">
                        <c:v>3.9657434459099901</c:v>
                      </c:pt>
                      <c:pt idx="145">
                        <c:v>2.4454461940970003</c:v>
                      </c:pt>
                      <c:pt idx="146">
                        <c:v>1.5241335941180001</c:v>
                      </c:pt>
                      <c:pt idx="147">
                        <c:v>1.047383179004</c:v>
                      </c:pt>
                      <c:pt idx="148">
                        <c:v>0.86606985148300097</c:v>
                      </c:pt>
                      <c:pt idx="149">
                        <c:v>1.1605469240639998</c:v>
                      </c:pt>
                      <c:pt idx="150">
                        <c:v>2.4595058576020001</c:v>
                      </c:pt>
                      <c:pt idx="151">
                        <c:v>3.5549826489289997</c:v>
                      </c:pt>
                      <c:pt idx="152">
                        <c:v>4.0967276701430002</c:v>
                      </c:pt>
                      <c:pt idx="153">
                        <c:v>4.1709941403720006</c:v>
                      </c:pt>
                      <c:pt idx="154">
                        <c:v>4.5063470618960002</c:v>
                      </c:pt>
                      <c:pt idx="155">
                        <c:v>5.0161519337040001</c:v>
                      </c:pt>
                      <c:pt idx="156">
                        <c:v>5.3997138051509994</c:v>
                      </c:pt>
                      <c:pt idx="157">
                        <c:v>5.8534034409319995</c:v>
                      </c:pt>
                      <c:pt idx="158">
                        <c:v>6.0343743029880006</c:v>
                      </c:pt>
                      <c:pt idx="159">
                        <c:v>5.8626692144440007</c:v>
                      </c:pt>
                      <c:pt idx="160">
                        <c:v>5.5770372919010001</c:v>
                      </c:pt>
                      <c:pt idx="161">
                        <c:v>6.0118533460560002</c:v>
                      </c:pt>
                      <c:pt idx="162">
                        <c:v>5.9344812732420005</c:v>
                      </c:pt>
                      <c:pt idx="163">
                        <c:v>6.6052430010080005</c:v>
                      </c:pt>
                      <c:pt idx="164">
                        <c:v>7.0467664105259997</c:v>
                      </c:pt>
                      <c:pt idx="165">
                        <c:v>7.8379767181750006</c:v>
                      </c:pt>
                      <c:pt idx="166">
                        <c:v>7.421390298235</c:v>
                      </c:pt>
                      <c:pt idx="167">
                        <c:v>5.8506515046610001</c:v>
                      </c:pt>
                      <c:pt idx="168">
                        <c:v>3.8929171709879999</c:v>
                      </c:pt>
                      <c:pt idx="169">
                        <c:v>2.3990102597500003</c:v>
                      </c:pt>
                      <c:pt idx="170">
                        <c:v>1.5051435880020001</c:v>
                      </c:pt>
                      <c:pt idx="171">
                        <c:v>1.0639199577519998</c:v>
                      </c:pt>
                      <c:pt idx="172">
                        <c:v>0.88737257326499897</c:v>
                      </c:pt>
                      <c:pt idx="173">
                        <c:v>1.1918263016280002</c:v>
                      </c:pt>
                      <c:pt idx="174">
                        <c:v>2.5109212756479997</c:v>
                      </c:pt>
                      <c:pt idx="175">
                        <c:v>3.7720364346149995</c:v>
                      </c:pt>
                      <c:pt idx="176">
                        <c:v>4.56825596297901</c:v>
                      </c:pt>
                      <c:pt idx="177">
                        <c:v>4.4308775526979991</c:v>
                      </c:pt>
                      <c:pt idx="178">
                        <c:v>4.626437421126</c:v>
                      </c:pt>
                      <c:pt idx="179">
                        <c:v>5.035847987556</c:v>
                      </c:pt>
                      <c:pt idx="180">
                        <c:v>5.5021140555560102</c:v>
                      </c:pt>
                      <c:pt idx="181">
                        <c:v>5.9961832389799996</c:v>
                      </c:pt>
                      <c:pt idx="182">
                        <c:v>6.1230358190749996</c:v>
                      </c:pt>
                      <c:pt idx="183">
                        <c:v>6.0830402149149885</c:v>
                      </c:pt>
                      <c:pt idx="184">
                        <c:v>5.6805778935329991</c:v>
                      </c:pt>
                      <c:pt idx="185">
                        <c:v>6.0075840047629994</c:v>
                      </c:pt>
                      <c:pt idx="186">
                        <c:v>6.0519845036040003</c:v>
                      </c:pt>
                      <c:pt idx="187">
                        <c:v>6.7028782314160003</c:v>
                      </c:pt>
                      <c:pt idx="188">
                        <c:v>7.085228882</c:v>
                      </c:pt>
                      <c:pt idx="189">
                        <c:v>7.915265626219</c:v>
                      </c:pt>
                      <c:pt idx="190">
                        <c:v>7.5243691516890001</c:v>
                      </c:pt>
                      <c:pt idx="191">
                        <c:v>6.2064349909530003</c:v>
                      </c:pt>
                      <c:pt idx="192">
                        <c:v>4.53150625473</c:v>
                      </c:pt>
                      <c:pt idx="193">
                        <c:v>3.0344109977959999</c:v>
                      </c:pt>
                      <c:pt idx="194">
                        <c:v>1.959600416747</c:v>
                      </c:pt>
                      <c:pt idx="195">
                        <c:v>1.33042314273</c:v>
                      </c:pt>
                      <c:pt idx="196">
                        <c:v>1.0417507854570001</c:v>
                      </c:pt>
                      <c:pt idx="197">
                        <c:v>1.1357608675550002</c:v>
                      </c:pt>
                      <c:pt idx="198">
                        <c:v>2.0765679011369995</c:v>
                      </c:pt>
                      <c:pt idx="199">
                        <c:v>3.0013599858510003</c:v>
                      </c:pt>
                      <c:pt idx="200">
                        <c:v>4.1162497093530002</c:v>
                      </c:pt>
                      <c:pt idx="201">
                        <c:v>4.8086017112050001</c:v>
                      </c:pt>
                      <c:pt idx="202">
                        <c:v>5.1970704964210004</c:v>
                      </c:pt>
                      <c:pt idx="203">
                        <c:v>5.5583365687199908</c:v>
                      </c:pt>
                      <c:pt idx="204">
                        <c:v>5.4726027081330013</c:v>
                      </c:pt>
                      <c:pt idx="205">
                        <c:v>5.8515591384019983</c:v>
                      </c:pt>
                      <c:pt idx="206">
                        <c:v>6.8521263775519987</c:v>
                      </c:pt>
                      <c:pt idx="207">
                        <c:v>6.5941991923080003</c:v>
                      </c:pt>
                      <c:pt idx="208">
                        <c:v>5.9323456932530005</c:v>
                      </c:pt>
                      <c:pt idx="209">
                        <c:v>6.1566499703010003</c:v>
                      </c:pt>
                      <c:pt idx="210">
                        <c:v>6.0271671648109999</c:v>
                      </c:pt>
                      <c:pt idx="211">
                        <c:v>6.7843100605240103</c:v>
                      </c:pt>
                      <c:pt idx="212">
                        <c:v>7.2519244923649895</c:v>
                      </c:pt>
                      <c:pt idx="213">
                        <c:v>8.0368825505549992</c:v>
                      </c:pt>
                      <c:pt idx="214">
                        <c:v>7.6136504656089894</c:v>
                      </c:pt>
                      <c:pt idx="215">
                        <c:v>6.2636059034420093</c:v>
                      </c:pt>
                      <c:pt idx="216">
                        <c:v>4.5476343027909998</c:v>
                      </c:pt>
                      <c:pt idx="217">
                        <c:v>2.8930911899239997</c:v>
                      </c:pt>
                      <c:pt idx="218">
                        <c:v>1.8262821902990001</c:v>
                      </c:pt>
                      <c:pt idx="219">
                        <c:v>1.2088406936050002</c:v>
                      </c:pt>
                      <c:pt idx="220">
                        <c:v>0.96239146472499992</c:v>
                      </c:pt>
                      <c:pt idx="221">
                        <c:v>1.1074556841210002</c:v>
                      </c:pt>
                      <c:pt idx="222">
                        <c:v>2.1522647484099999</c:v>
                      </c:pt>
                      <c:pt idx="223">
                        <c:v>3.0297989531429996</c:v>
                      </c:pt>
                      <c:pt idx="224">
                        <c:v>3.9346193028009999</c:v>
                      </c:pt>
                      <c:pt idx="225">
                        <c:v>4.4726139643660003</c:v>
                      </c:pt>
                      <c:pt idx="226">
                        <c:v>4.7683845839990004</c:v>
                      </c:pt>
                      <c:pt idx="227">
                        <c:v>5.0745576191790001</c:v>
                      </c:pt>
                      <c:pt idx="228">
                        <c:v>5.301617418765999</c:v>
                      </c:pt>
                      <c:pt idx="229">
                        <c:v>5.9655872730969994</c:v>
                      </c:pt>
                      <c:pt idx="230">
                        <c:v>6.2065230824009987</c:v>
                      </c:pt>
                      <c:pt idx="231">
                        <c:v>5.9526164230439997</c:v>
                      </c:pt>
                      <c:pt idx="232">
                        <c:v>5.3863130641519996</c:v>
                      </c:pt>
                      <c:pt idx="233">
                        <c:v>5.6074132454689991</c:v>
                      </c:pt>
                      <c:pt idx="234">
                        <c:v>5.5599043489149995</c:v>
                      </c:pt>
                      <c:pt idx="235">
                        <c:v>6.2385644652209997</c:v>
                      </c:pt>
                      <c:pt idx="236">
                        <c:v>6.8091637732720001</c:v>
                      </c:pt>
                      <c:pt idx="237">
                        <c:v>7.5736119250399998</c:v>
                      </c:pt>
                      <c:pt idx="238">
                        <c:v>7.0702785374330004</c:v>
                      </c:pt>
                      <c:pt idx="239">
                        <c:v>5.4730559573590005</c:v>
                      </c:pt>
                      <c:pt idx="240">
                        <c:v>3.5936285106279997</c:v>
                      </c:pt>
                      <c:pt idx="241">
                        <c:v>2.1560084255980003</c:v>
                      </c:pt>
                      <c:pt idx="242">
                        <c:v>1.33252901224</c:v>
                      </c:pt>
                      <c:pt idx="243">
                        <c:v>0.94925043932399999</c:v>
                      </c:pt>
                      <c:pt idx="244">
                        <c:v>0.79181411843599891</c:v>
                      </c:pt>
                      <c:pt idx="245">
                        <c:v>0.99518455920600002</c:v>
                      </c:pt>
                      <c:pt idx="246">
                        <c:v>2.1827095982499998</c:v>
                      </c:pt>
                      <c:pt idx="247">
                        <c:v>3.1080796612719999</c:v>
                      </c:pt>
                      <c:pt idx="248">
                        <c:v>3.6908335906450001</c:v>
                      </c:pt>
                      <c:pt idx="249">
                        <c:v>3.7627045548870002</c:v>
                      </c:pt>
                      <c:pt idx="250">
                        <c:v>4.0498497521950005</c:v>
                      </c:pt>
                      <c:pt idx="251">
                        <c:v>4.5847351925830004</c:v>
                      </c:pt>
                      <c:pt idx="252">
                        <c:v>5.0351540705009894</c:v>
                      </c:pt>
                      <c:pt idx="253">
                        <c:v>5.4578685624589998</c:v>
                      </c:pt>
                      <c:pt idx="254">
                        <c:v>5.6852381843510003</c:v>
                      </c:pt>
                      <c:pt idx="255">
                        <c:v>5.5702972568349907</c:v>
                      </c:pt>
                      <c:pt idx="256">
                        <c:v>5.4257182143000007</c:v>
                      </c:pt>
                      <c:pt idx="257">
                        <c:v>5.7719828082060003</c:v>
                      </c:pt>
                      <c:pt idx="258">
                        <c:v>5.7482980248210005</c:v>
                      </c:pt>
                      <c:pt idx="259">
                        <c:v>6.4125399783540002</c:v>
                      </c:pt>
                      <c:pt idx="260">
                        <c:v>7.0170799005779907</c:v>
                      </c:pt>
                      <c:pt idx="261">
                        <c:v>7.7324332900589887</c:v>
                      </c:pt>
                      <c:pt idx="262">
                        <c:v>7.1400930911640001</c:v>
                      </c:pt>
                      <c:pt idx="263">
                        <c:v>5.4892186001850005</c:v>
                      </c:pt>
                      <c:pt idx="264">
                        <c:v>3.5592379657420006</c:v>
                      </c:pt>
                      <c:pt idx="265">
                        <c:v>2.1800362331460001</c:v>
                      </c:pt>
                      <c:pt idx="266">
                        <c:v>1.3273597606409999</c:v>
                      </c:pt>
                      <c:pt idx="267">
                        <c:v>0.96127558109799904</c:v>
                      </c:pt>
                      <c:pt idx="268">
                        <c:v>0.81755770296200003</c:v>
                      </c:pt>
                      <c:pt idx="269">
                        <c:v>1.0903604153169999</c:v>
                      </c:pt>
                      <c:pt idx="270">
                        <c:v>2.3958269557380003</c:v>
                      </c:pt>
                      <c:pt idx="271">
                        <c:v>3.4924837201630003</c:v>
                      </c:pt>
                      <c:pt idx="272">
                        <c:v>3.9632306789760001</c:v>
                      </c:pt>
                      <c:pt idx="273">
                        <c:v>4.0300370574120095</c:v>
                      </c:pt>
                      <c:pt idx="274">
                        <c:v>4.340497256861001</c:v>
                      </c:pt>
                      <c:pt idx="275">
                        <c:v>4.8634599062729977</c:v>
                      </c:pt>
                      <c:pt idx="276">
                        <c:v>5.2778760960849995</c:v>
                      </c:pt>
                      <c:pt idx="277">
                        <c:v>5.8077367032109999</c:v>
                      </c:pt>
                      <c:pt idx="278">
                        <c:v>5.8857590931860004</c:v>
                      </c:pt>
                      <c:pt idx="279">
                        <c:v>5.7249360398249998</c:v>
                      </c:pt>
                      <c:pt idx="280">
                        <c:v>5.6028647140810008</c:v>
                      </c:pt>
                      <c:pt idx="281">
                        <c:v>5.9200050409770002</c:v>
                      </c:pt>
                      <c:pt idx="282">
                        <c:v>5.8612705565539995</c:v>
                      </c:pt>
                      <c:pt idx="283">
                        <c:v>6.6252358280050094</c:v>
                      </c:pt>
                      <c:pt idx="284">
                        <c:v>7.2595951125189986</c:v>
                      </c:pt>
                      <c:pt idx="285">
                        <c:v>7.9533852168520012</c:v>
                      </c:pt>
                      <c:pt idx="286">
                        <c:v>7.3749446605940001</c:v>
                      </c:pt>
                      <c:pt idx="287">
                        <c:v>5.6835516544019997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A-B4D5-4FAE-AE9D-D02EB97D558B}"/>
                  </c:ext>
                </c:extLst>
              </c15:ser>
            </c15:filteredLineSeries>
            <c15:filteredLineSeries>
              <c15:ser>
                <c:idx val="23"/>
                <c:order val="2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12-10-2026'!$Y$1</c15:sqref>
                        </c15:formulaRef>
                      </c:ext>
                    </c:extLst>
                    <c:strCache>
                      <c:ptCount val="1"/>
                      <c:pt idx="0">
                        <c:v>MUS Traffic in TB 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8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12-10-2026'!$Y$2:$Y$289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50.684600299073004</c:v>
                      </c:pt>
                      <c:pt idx="1">
                        <c:v>32.728022973411001</c:v>
                      </c:pt>
                      <c:pt idx="2">
                        <c:v>20.221759137264002</c:v>
                      </c:pt>
                      <c:pt idx="3">
                        <c:v>13.547457406441001</c:v>
                      </c:pt>
                      <c:pt idx="4">
                        <c:v>10.371051564934</c:v>
                      </c:pt>
                      <c:pt idx="5">
                        <c:v>11.933274880936999</c:v>
                      </c:pt>
                      <c:pt idx="6">
                        <c:v>22.798717446269997</c:v>
                      </c:pt>
                      <c:pt idx="7">
                        <c:v>34.964287944508001</c:v>
                      </c:pt>
                      <c:pt idx="8">
                        <c:v>42.175362706272004</c:v>
                      </c:pt>
                      <c:pt idx="9">
                        <c:v>45.450151489439001</c:v>
                      </c:pt>
                      <c:pt idx="10">
                        <c:v>50.081820740809995</c:v>
                      </c:pt>
                      <c:pt idx="11">
                        <c:v>54.999175276115999</c:v>
                      </c:pt>
                      <c:pt idx="12">
                        <c:v>58.148216816428004</c:v>
                      </c:pt>
                      <c:pt idx="13">
                        <c:v>64.108948662293002</c:v>
                      </c:pt>
                      <c:pt idx="14">
                        <c:v>66.841336507344991</c:v>
                      </c:pt>
                      <c:pt idx="15">
                        <c:v>66.748969832330999</c:v>
                      </c:pt>
                      <c:pt idx="16">
                        <c:v>60.924594742155996</c:v>
                      </c:pt>
                      <c:pt idx="17">
                        <c:v>65.192559953678</c:v>
                      </c:pt>
                      <c:pt idx="18">
                        <c:v>64.030576948249006</c:v>
                      </c:pt>
                      <c:pt idx="19">
                        <c:v>71.363156482023001</c:v>
                      </c:pt>
                      <c:pt idx="20">
                        <c:v>76.962983081868998</c:v>
                      </c:pt>
                      <c:pt idx="21">
                        <c:v>88.306007021241001</c:v>
                      </c:pt>
                      <c:pt idx="22">
                        <c:v>87.145241951341006</c:v>
                      </c:pt>
                      <c:pt idx="23">
                        <c:v>74.772677147349995</c:v>
                      </c:pt>
                      <c:pt idx="24">
                        <c:v>56.930318222957006</c:v>
                      </c:pt>
                      <c:pt idx="25">
                        <c:v>39.313478402272004</c:v>
                      </c:pt>
                      <c:pt idx="26">
                        <c:v>24.953482840330999</c:v>
                      </c:pt>
                      <c:pt idx="27">
                        <c:v>16.239516724662</c:v>
                      </c:pt>
                      <c:pt idx="28">
                        <c:v>11.555503426716999</c:v>
                      </c:pt>
                      <c:pt idx="29">
                        <c:v>11.533534939755</c:v>
                      </c:pt>
                      <c:pt idx="30">
                        <c:v>18.505541605160001</c:v>
                      </c:pt>
                      <c:pt idx="31">
                        <c:v>25.963422842718</c:v>
                      </c:pt>
                      <c:pt idx="32">
                        <c:v>36.064107892370998</c:v>
                      </c:pt>
                      <c:pt idx="33">
                        <c:v>44.721467731911005</c:v>
                      </c:pt>
                      <c:pt idx="34">
                        <c:v>52.433504676994005</c:v>
                      </c:pt>
                      <c:pt idx="35">
                        <c:v>59.070945759387996</c:v>
                      </c:pt>
                      <c:pt idx="36">
                        <c:v>58.873509438355001</c:v>
                      </c:pt>
                      <c:pt idx="37">
                        <c:v>61.793017376037994</c:v>
                      </c:pt>
                      <c:pt idx="38">
                        <c:v>77.463890084635992</c:v>
                      </c:pt>
                      <c:pt idx="39">
                        <c:v>74.878324642408003</c:v>
                      </c:pt>
                      <c:pt idx="40">
                        <c:v>64.390351563455994</c:v>
                      </c:pt>
                      <c:pt idx="41">
                        <c:v>66.824465137886008</c:v>
                      </c:pt>
                      <c:pt idx="42">
                        <c:v>64.852054926723</c:v>
                      </c:pt>
                      <c:pt idx="43">
                        <c:v>74.004388031784003</c:v>
                      </c:pt>
                      <c:pt idx="44">
                        <c:v>80.351146999470004</c:v>
                      </c:pt>
                      <c:pt idx="45">
                        <c:v>92.672967369298007</c:v>
                      </c:pt>
                      <c:pt idx="46">
                        <c:v>90.982165901651001</c:v>
                      </c:pt>
                      <c:pt idx="47">
                        <c:v>79.338891629271004</c:v>
                      </c:pt>
                      <c:pt idx="48">
                        <c:v>60.318449976703</c:v>
                      </c:pt>
                      <c:pt idx="49">
                        <c:v>40.833745150608998</c:v>
                      </c:pt>
                      <c:pt idx="50">
                        <c:v>25.576171375123</c:v>
                      </c:pt>
                      <c:pt idx="51">
                        <c:v>16.128204383854001</c:v>
                      </c:pt>
                      <c:pt idx="52">
                        <c:v>11.438649537038001</c:v>
                      </c:pt>
                      <c:pt idx="53">
                        <c:v>11.565477178444</c:v>
                      </c:pt>
                      <c:pt idx="54">
                        <c:v>19.327086763205003</c:v>
                      </c:pt>
                      <c:pt idx="55">
                        <c:v>28.274009070417002</c:v>
                      </c:pt>
                      <c:pt idx="56">
                        <c:v>38.097360172515998</c:v>
                      </c:pt>
                      <c:pt idx="57">
                        <c:v>45.821518463496005</c:v>
                      </c:pt>
                      <c:pt idx="58">
                        <c:v>51.505105116609997</c:v>
                      </c:pt>
                      <c:pt idx="59">
                        <c:v>56.580991948886002</c:v>
                      </c:pt>
                      <c:pt idx="60">
                        <c:v>58.887542174098002</c:v>
                      </c:pt>
                      <c:pt idx="61">
                        <c:v>66.661210939806992</c:v>
                      </c:pt>
                      <c:pt idx="62">
                        <c:v>70.796754124049997</c:v>
                      </c:pt>
                      <c:pt idx="63">
                        <c:v>69.616667659697995</c:v>
                      </c:pt>
                      <c:pt idx="64">
                        <c:v>62.406148976474</c:v>
                      </c:pt>
                      <c:pt idx="65">
                        <c:v>66.2432121553</c:v>
                      </c:pt>
                      <c:pt idx="66">
                        <c:v>64.57769168499</c:v>
                      </c:pt>
                      <c:pt idx="67">
                        <c:v>71.147171615223002</c:v>
                      </c:pt>
                      <c:pt idx="68">
                        <c:v>77.044398992603988</c:v>
                      </c:pt>
                      <c:pt idx="69">
                        <c:v>88.919590310677989</c:v>
                      </c:pt>
                      <c:pt idx="70">
                        <c:v>86.83938963105301</c:v>
                      </c:pt>
                      <c:pt idx="71">
                        <c:v>72.082805193296011</c:v>
                      </c:pt>
                      <c:pt idx="72">
                        <c:v>50.881309877154997</c:v>
                      </c:pt>
                      <c:pt idx="73">
                        <c:v>32.468648045838002</c:v>
                      </c:pt>
                      <c:pt idx="74">
                        <c:v>20.123991550282</c:v>
                      </c:pt>
                      <c:pt idx="75">
                        <c:v>13.203088723139</c:v>
                      </c:pt>
                      <c:pt idx="76">
                        <c:v>10.158960339982</c:v>
                      </c:pt>
                      <c:pt idx="77">
                        <c:v>11.255341424378999</c:v>
                      </c:pt>
                      <c:pt idx="78">
                        <c:v>21.484353255979997</c:v>
                      </c:pt>
                      <c:pt idx="79">
                        <c:v>33.304207937632</c:v>
                      </c:pt>
                      <c:pt idx="80">
                        <c:v>40.765727639071002</c:v>
                      </c:pt>
                      <c:pt idx="81">
                        <c:v>44.534723475622997</c:v>
                      </c:pt>
                      <c:pt idx="82">
                        <c:v>49.029591072700001</c:v>
                      </c:pt>
                      <c:pt idx="83">
                        <c:v>54.120161952975998</c:v>
                      </c:pt>
                      <c:pt idx="84">
                        <c:v>56.716025452509996</c:v>
                      </c:pt>
                      <c:pt idx="85">
                        <c:v>62.146031980725994</c:v>
                      </c:pt>
                      <c:pt idx="86">
                        <c:v>64.354361571029997</c:v>
                      </c:pt>
                      <c:pt idx="87">
                        <c:v>63.684080850478999</c:v>
                      </c:pt>
                      <c:pt idx="88">
                        <c:v>60.204044897632997</c:v>
                      </c:pt>
                      <c:pt idx="89">
                        <c:v>65.520591304704993</c:v>
                      </c:pt>
                      <c:pt idx="90">
                        <c:v>63.672948544038</c:v>
                      </c:pt>
                      <c:pt idx="91">
                        <c:v>71.510024280891002</c:v>
                      </c:pt>
                      <c:pt idx="92">
                        <c:v>78.189489011542008</c:v>
                      </c:pt>
                      <c:pt idx="93">
                        <c:v>90.030765052565002</c:v>
                      </c:pt>
                      <c:pt idx="94">
                        <c:v>86.444986976958006</c:v>
                      </c:pt>
                      <c:pt idx="95">
                        <c:v>70.706245253800006</c:v>
                      </c:pt>
                      <c:pt idx="96">
                        <c:v>49.287287443398995</c:v>
                      </c:pt>
                      <c:pt idx="97">
                        <c:v>31.160828232892001</c:v>
                      </c:pt>
                      <c:pt idx="98">
                        <c:v>19.051364719548001</c:v>
                      </c:pt>
                      <c:pt idx="99">
                        <c:v>12.638180327814</c:v>
                      </c:pt>
                      <c:pt idx="100">
                        <c:v>9.8319725146230006</c:v>
                      </c:pt>
                      <c:pt idx="101">
                        <c:v>11.100170954258001</c:v>
                      </c:pt>
                      <c:pt idx="102">
                        <c:v>21.974631074251</c:v>
                      </c:pt>
                      <c:pt idx="103">
                        <c:v>34.573583919774002</c:v>
                      </c:pt>
                      <c:pt idx="104">
                        <c:v>41.899531091417998</c:v>
                      </c:pt>
                      <c:pt idx="105">
                        <c:v>45.140725831230995</c:v>
                      </c:pt>
                      <c:pt idx="106">
                        <c:v>49.613620038422994</c:v>
                      </c:pt>
                      <c:pt idx="107">
                        <c:v>55.287434182026999</c:v>
                      </c:pt>
                      <c:pt idx="108">
                        <c:v>58.100653554689998</c:v>
                      </c:pt>
                      <c:pt idx="109">
                        <c:v>63.117281891224998</c:v>
                      </c:pt>
                      <c:pt idx="110">
                        <c:v>65.249262090713998</c:v>
                      </c:pt>
                      <c:pt idx="111">
                        <c:v>64.553100143747002</c:v>
                      </c:pt>
                      <c:pt idx="112">
                        <c:v>61.029211233539996</c:v>
                      </c:pt>
                      <c:pt idx="113">
                        <c:v>65.877855228077991</c:v>
                      </c:pt>
                      <c:pt idx="114">
                        <c:v>64.275670800838</c:v>
                      </c:pt>
                      <c:pt idx="115">
                        <c:v>72.030284614338001</c:v>
                      </c:pt>
                      <c:pt idx="116">
                        <c:v>79.317556741513002</c:v>
                      </c:pt>
                      <c:pt idx="117">
                        <c:v>91.791570131867005</c:v>
                      </c:pt>
                      <c:pt idx="118">
                        <c:v>87.572222751270999</c:v>
                      </c:pt>
                      <c:pt idx="119">
                        <c:v>71.388403631654995</c:v>
                      </c:pt>
                      <c:pt idx="120">
                        <c:v>49.294565485287002</c:v>
                      </c:pt>
                      <c:pt idx="121">
                        <c:v>31.044525444382</c:v>
                      </c:pt>
                      <c:pt idx="122">
                        <c:v>19.060798320994003</c:v>
                      </c:pt>
                      <c:pt idx="123">
                        <c:v>12.502441639464999</c:v>
                      </c:pt>
                      <c:pt idx="124">
                        <c:v>9.6968590456850006</c:v>
                      </c:pt>
                      <c:pt idx="125">
                        <c:v>11.113792648455</c:v>
                      </c:pt>
                      <c:pt idx="126">
                        <c:v>22.581284547871</c:v>
                      </c:pt>
                      <c:pt idx="127">
                        <c:v>35.420756173431002</c:v>
                      </c:pt>
                      <c:pt idx="128">
                        <c:v>42.519247572598999</c:v>
                      </c:pt>
                      <c:pt idx="129">
                        <c:v>45.698374988525998</c:v>
                      </c:pt>
                      <c:pt idx="130">
                        <c:v>50.192268563248</c:v>
                      </c:pt>
                      <c:pt idx="131">
                        <c:v>54.986570992548998</c:v>
                      </c:pt>
                      <c:pt idx="132">
                        <c:v>59.114745118800002</c:v>
                      </c:pt>
                      <c:pt idx="133">
                        <c:v>67.650611843274007</c:v>
                      </c:pt>
                      <c:pt idx="134">
                        <c:v>69.633278311832001</c:v>
                      </c:pt>
                      <c:pt idx="135">
                        <c:v>68.202723908118003</c:v>
                      </c:pt>
                      <c:pt idx="136">
                        <c:v>62.287383555001</c:v>
                      </c:pt>
                      <c:pt idx="137">
                        <c:v>67.059252438460007</c:v>
                      </c:pt>
                      <c:pt idx="138">
                        <c:v>71.320254292700994</c:v>
                      </c:pt>
                      <c:pt idx="139">
                        <c:v>79.428447539568992</c:v>
                      </c:pt>
                      <c:pt idx="140">
                        <c:v>81.402157418254006</c:v>
                      </c:pt>
                      <c:pt idx="141">
                        <c:v>92.783225092918997</c:v>
                      </c:pt>
                      <c:pt idx="142">
                        <c:v>87.594496137039997</c:v>
                      </c:pt>
                      <c:pt idx="143">
                        <c:v>70.850032759588998</c:v>
                      </c:pt>
                      <c:pt idx="144">
                        <c:v>51.488670230773998</c:v>
                      </c:pt>
                      <c:pt idx="145">
                        <c:v>32.816424704779998</c:v>
                      </c:pt>
                      <c:pt idx="146">
                        <c:v>20.804808157436</c:v>
                      </c:pt>
                      <c:pt idx="147">
                        <c:v>12.876015276948999</c:v>
                      </c:pt>
                      <c:pt idx="148">
                        <c:v>10.038023084102001</c:v>
                      </c:pt>
                      <c:pt idx="149">
                        <c:v>11.541399826805002</c:v>
                      </c:pt>
                      <c:pt idx="150">
                        <c:v>23.081452448267999</c:v>
                      </c:pt>
                      <c:pt idx="151">
                        <c:v>36.034576324280998</c:v>
                      </c:pt>
                      <c:pt idx="152">
                        <c:v>43.574329900152001</c:v>
                      </c:pt>
                      <c:pt idx="153">
                        <c:v>46.307204932497001</c:v>
                      </c:pt>
                      <c:pt idx="154">
                        <c:v>50.467868850462999</c:v>
                      </c:pt>
                      <c:pt idx="155">
                        <c:v>55.277048285844998</c:v>
                      </c:pt>
                      <c:pt idx="156">
                        <c:v>57.589910414673</c:v>
                      </c:pt>
                      <c:pt idx="157">
                        <c:v>62.855252761690998</c:v>
                      </c:pt>
                      <c:pt idx="158">
                        <c:v>65.111807193878008</c:v>
                      </c:pt>
                      <c:pt idx="159">
                        <c:v>64.287275946077003</c:v>
                      </c:pt>
                      <c:pt idx="160">
                        <c:v>61.823168724390001</c:v>
                      </c:pt>
                      <c:pt idx="161">
                        <c:v>68.260630621779995</c:v>
                      </c:pt>
                      <c:pt idx="162">
                        <c:v>66.379207334300006</c:v>
                      </c:pt>
                      <c:pt idx="163">
                        <c:v>73.788182852399004</c:v>
                      </c:pt>
                      <c:pt idx="164">
                        <c:v>80.285723557332005</c:v>
                      </c:pt>
                      <c:pt idx="165">
                        <c:v>90.906292748216998</c:v>
                      </c:pt>
                      <c:pt idx="166">
                        <c:v>87.191915899390992</c:v>
                      </c:pt>
                      <c:pt idx="167">
                        <c:v>70.117178451156008</c:v>
                      </c:pt>
                      <c:pt idx="168">
                        <c:v>48.892865152968994</c:v>
                      </c:pt>
                      <c:pt idx="169">
                        <c:v>30.932712571566</c:v>
                      </c:pt>
                      <c:pt idx="170">
                        <c:v>19.252406536920002</c:v>
                      </c:pt>
                      <c:pt idx="171">
                        <c:v>12.852058162591002</c:v>
                      </c:pt>
                      <c:pt idx="172">
                        <c:v>10.124093533656001</c:v>
                      </c:pt>
                      <c:pt idx="173">
                        <c:v>11.889402046476999</c:v>
                      </c:pt>
                      <c:pt idx="174">
                        <c:v>23.798326236283</c:v>
                      </c:pt>
                      <c:pt idx="175">
                        <c:v>38.366898125848003</c:v>
                      </c:pt>
                      <c:pt idx="176">
                        <c:v>48.000689827793998</c:v>
                      </c:pt>
                      <c:pt idx="177">
                        <c:v>51.407763166103997</c:v>
                      </c:pt>
                      <c:pt idx="178">
                        <c:v>54.634950865065001</c:v>
                      </c:pt>
                      <c:pt idx="179">
                        <c:v>58.142631932454002</c:v>
                      </c:pt>
                      <c:pt idx="180">
                        <c:v>60.425398825035998</c:v>
                      </c:pt>
                      <c:pt idx="181">
                        <c:v>65.688806462556997</c:v>
                      </c:pt>
                      <c:pt idx="182">
                        <c:v>67.561847753359999</c:v>
                      </c:pt>
                      <c:pt idx="183">
                        <c:v>66.844459472804004</c:v>
                      </c:pt>
                      <c:pt idx="184">
                        <c:v>62.724475236322995</c:v>
                      </c:pt>
                      <c:pt idx="185">
                        <c:v>67.666932862950006</c:v>
                      </c:pt>
                      <c:pt idx="186">
                        <c:v>67.394338995720005</c:v>
                      </c:pt>
                      <c:pt idx="187">
                        <c:v>75.678310281790999</c:v>
                      </c:pt>
                      <c:pt idx="188">
                        <c:v>80.564989568045007</c:v>
                      </c:pt>
                      <c:pt idx="189">
                        <c:v>90.459987651315998</c:v>
                      </c:pt>
                      <c:pt idx="190">
                        <c:v>88.427502782652013</c:v>
                      </c:pt>
                      <c:pt idx="191">
                        <c:v>74.940102397903004</c:v>
                      </c:pt>
                      <c:pt idx="192">
                        <c:v>56.418277126863998</c:v>
                      </c:pt>
                      <c:pt idx="193">
                        <c:v>38.726595341284003</c:v>
                      </c:pt>
                      <c:pt idx="194">
                        <c:v>24.924650779166999</c:v>
                      </c:pt>
                      <c:pt idx="195">
                        <c:v>16.425658612538999</c:v>
                      </c:pt>
                      <c:pt idx="196">
                        <c:v>11.670228170292999</c:v>
                      </c:pt>
                      <c:pt idx="197">
                        <c:v>11.060874502400999</c:v>
                      </c:pt>
                      <c:pt idx="198">
                        <c:v>18.729319502978001</c:v>
                      </c:pt>
                      <c:pt idx="199">
                        <c:v>27.046342455333001</c:v>
                      </c:pt>
                      <c:pt idx="200">
                        <c:v>38.105799511662006</c:v>
                      </c:pt>
                      <c:pt idx="201">
                        <c:v>47.624606952305996</c:v>
                      </c:pt>
                      <c:pt idx="202">
                        <c:v>54.677457913599</c:v>
                      </c:pt>
                      <c:pt idx="203">
                        <c:v>60.360320379765</c:v>
                      </c:pt>
                      <c:pt idx="204">
                        <c:v>59.547476667603</c:v>
                      </c:pt>
                      <c:pt idx="205">
                        <c:v>62.789585228246999</c:v>
                      </c:pt>
                      <c:pt idx="206">
                        <c:v>77.405065014315994</c:v>
                      </c:pt>
                      <c:pt idx="207">
                        <c:v>73.862908481094991</c:v>
                      </c:pt>
                      <c:pt idx="208">
                        <c:v>66.172064396610992</c:v>
                      </c:pt>
                      <c:pt idx="209">
                        <c:v>69.277503704158008</c:v>
                      </c:pt>
                      <c:pt idx="210">
                        <c:v>67.288009632005</c:v>
                      </c:pt>
                      <c:pt idx="211">
                        <c:v>76.151312039218993</c:v>
                      </c:pt>
                      <c:pt idx="212">
                        <c:v>82.49314357266401</c:v>
                      </c:pt>
                      <c:pt idx="213">
                        <c:v>92.866550393973995</c:v>
                      </c:pt>
                      <c:pt idx="214">
                        <c:v>92.022351990364996</c:v>
                      </c:pt>
                      <c:pt idx="215">
                        <c:v>77.422943534826999</c:v>
                      </c:pt>
                      <c:pt idx="216">
                        <c:v>56.981998268919995</c:v>
                      </c:pt>
                      <c:pt idx="217">
                        <c:v>37.523450216760999</c:v>
                      </c:pt>
                      <c:pt idx="218">
                        <c:v>23.453596446331002</c:v>
                      </c:pt>
                      <c:pt idx="219">
                        <c:v>14.970842017213</c:v>
                      </c:pt>
                      <c:pt idx="220">
                        <c:v>10.897149255178</c:v>
                      </c:pt>
                      <c:pt idx="221">
                        <c:v>10.895234459503</c:v>
                      </c:pt>
                      <c:pt idx="222">
                        <c:v>19.321385826574001</c:v>
                      </c:pt>
                      <c:pt idx="223">
                        <c:v>28.997312877542001</c:v>
                      </c:pt>
                      <c:pt idx="224">
                        <c:v>39.001740033612002</c:v>
                      </c:pt>
                      <c:pt idx="225">
                        <c:v>46.275089497472003</c:v>
                      </c:pt>
                      <c:pt idx="226">
                        <c:v>51.792925573265002</c:v>
                      </c:pt>
                      <c:pt idx="227">
                        <c:v>56.948556863695003</c:v>
                      </c:pt>
                      <c:pt idx="228">
                        <c:v>58.71022489432</c:v>
                      </c:pt>
                      <c:pt idx="229">
                        <c:v>66.411298908312006</c:v>
                      </c:pt>
                      <c:pt idx="230">
                        <c:v>70.614038140974998</c:v>
                      </c:pt>
                      <c:pt idx="231">
                        <c:v>68.556543805775007</c:v>
                      </c:pt>
                      <c:pt idx="232">
                        <c:v>63.046300313798</c:v>
                      </c:pt>
                      <c:pt idx="233">
                        <c:v>67.842863453392994</c:v>
                      </c:pt>
                      <c:pt idx="234">
                        <c:v>66.491599204527006</c:v>
                      </c:pt>
                      <c:pt idx="235">
                        <c:v>73.814686273421998</c:v>
                      </c:pt>
                      <c:pt idx="236">
                        <c:v>81.531819683623013</c:v>
                      </c:pt>
                      <c:pt idx="237">
                        <c:v>92.572121557554993</c:v>
                      </c:pt>
                      <c:pt idx="238">
                        <c:v>86.851757006561002</c:v>
                      </c:pt>
                      <c:pt idx="239">
                        <c:v>69.940378284825002</c:v>
                      </c:pt>
                      <c:pt idx="240">
                        <c:v>48.397935937732001</c:v>
                      </c:pt>
                      <c:pt idx="241">
                        <c:v>30.459105855031002</c:v>
                      </c:pt>
                      <c:pt idx="242">
                        <c:v>18.547230157563</c:v>
                      </c:pt>
                      <c:pt idx="243">
                        <c:v>12.323175453313999</c:v>
                      </c:pt>
                      <c:pt idx="244">
                        <c:v>9.7541231672870001</c:v>
                      </c:pt>
                      <c:pt idx="245">
                        <c:v>10.885176303603</c:v>
                      </c:pt>
                      <c:pt idx="246">
                        <c:v>21.873190422185999</c:v>
                      </c:pt>
                      <c:pt idx="247">
                        <c:v>34.454468365753002</c:v>
                      </c:pt>
                      <c:pt idx="248">
                        <c:v>41.534283414568002</c:v>
                      </c:pt>
                      <c:pt idx="249">
                        <c:v>44.576996230622996</c:v>
                      </c:pt>
                      <c:pt idx="250">
                        <c:v>49.057195211996998</c:v>
                      </c:pt>
                      <c:pt idx="251">
                        <c:v>54.382684338280001</c:v>
                      </c:pt>
                      <c:pt idx="252">
                        <c:v>57.222881944731</c:v>
                      </c:pt>
                      <c:pt idx="253">
                        <c:v>62.845765154303997</c:v>
                      </c:pt>
                      <c:pt idx="254">
                        <c:v>65.228719015056001</c:v>
                      </c:pt>
                      <c:pt idx="255">
                        <c:v>64.270294590715991</c:v>
                      </c:pt>
                      <c:pt idx="256">
                        <c:v>63.462717673817998</c:v>
                      </c:pt>
                      <c:pt idx="257">
                        <c:v>69.413868202059007</c:v>
                      </c:pt>
                      <c:pt idx="258">
                        <c:v>67.001489092962004</c:v>
                      </c:pt>
                      <c:pt idx="259">
                        <c:v>74.150557955400998</c:v>
                      </c:pt>
                      <c:pt idx="260">
                        <c:v>81.696859211845009</c:v>
                      </c:pt>
                      <c:pt idx="261">
                        <c:v>91.574274527901991</c:v>
                      </c:pt>
                      <c:pt idx="262">
                        <c:v>86.311129576574004</c:v>
                      </c:pt>
                      <c:pt idx="263">
                        <c:v>68.458249168199004</c:v>
                      </c:pt>
                      <c:pt idx="264">
                        <c:v>46.665604178864001</c:v>
                      </c:pt>
                      <c:pt idx="265">
                        <c:v>28.796304937961999</c:v>
                      </c:pt>
                      <c:pt idx="266">
                        <c:v>17.551609145595002</c:v>
                      </c:pt>
                      <c:pt idx="267">
                        <c:v>11.901845294636999</c:v>
                      </c:pt>
                      <c:pt idx="268">
                        <c:v>9.5845811207110003</c:v>
                      </c:pt>
                      <c:pt idx="269">
                        <c:v>10.856194615728999</c:v>
                      </c:pt>
                      <c:pt idx="270">
                        <c:v>22.430592016662999</c:v>
                      </c:pt>
                      <c:pt idx="271">
                        <c:v>35.944510810583999</c:v>
                      </c:pt>
                      <c:pt idx="272">
                        <c:v>42.582224350318</c:v>
                      </c:pt>
                      <c:pt idx="273">
                        <c:v>45.911293019285004</c:v>
                      </c:pt>
                      <c:pt idx="274">
                        <c:v>50.389061783957999</c:v>
                      </c:pt>
                      <c:pt idx="275">
                        <c:v>55.526663468837</c:v>
                      </c:pt>
                      <c:pt idx="276">
                        <c:v>58.114650285362998</c:v>
                      </c:pt>
                      <c:pt idx="277">
                        <c:v>63.292523670634999</c:v>
                      </c:pt>
                      <c:pt idx="278">
                        <c:v>65.514142149332002</c:v>
                      </c:pt>
                      <c:pt idx="279">
                        <c:v>64.602782391144999</c:v>
                      </c:pt>
                      <c:pt idx="280">
                        <c:v>63.838624831605003</c:v>
                      </c:pt>
                      <c:pt idx="281">
                        <c:v>68.79577568823899</c:v>
                      </c:pt>
                      <c:pt idx="282">
                        <c:v>66.867404951013</c:v>
                      </c:pt>
                      <c:pt idx="283">
                        <c:v>75.406396084841006</c:v>
                      </c:pt>
                      <c:pt idx="284">
                        <c:v>83.635487518047995</c:v>
                      </c:pt>
                      <c:pt idx="285">
                        <c:v>93.946862024636999</c:v>
                      </c:pt>
                      <c:pt idx="286">
                        <c:v>87.828559946696004</c:v>
                      </c:pt>
                      <c:pt idx="287">
                        <c:v>69.178581552718995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B-B4D5-4FAE-AE9D-D02EB97D558B}"/>
                  </c:ext>
                </c:extLst>
              </c15:ser>
            </c15:filteredLineSeries>
            <c15:filteredLineSeries>
              <c15:ser>
                <c:idx val="24"/>
                <c:order val="2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12-10-2026'!$Z$1</c15:sqref>
                        </c15:formulaRef>
                      </c:ext>
                    </c:extLst>
                    <c:strCache>
                      <c:ptCount val="1"/>
                      <c:pt idx="0">
                        <c:v>ORN SGI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12-10-2026'!$Z$2:$Z$289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61.266098153018</c:v>
                      </c:pt>
                      <c:pt idx="1">
                        <c:v>38.698238819773998</c:v>
                      </c:pt>
                      <c:pt idx="2">
                        <c:v>23.241049806286</c:v>
                      </c:pt>
                      <c:pt idx="3">
                        <c:v>14.055518336284001</c:v>
                      </c:pt>
                      <c:pt idx="4">
                        <c:v>10.017113655539001</c:v>
                      </c:pt>
                      <c:pt idx="5">
                        <c:v>9.6036123441539996</c:v>
                      </c:pt>
                      <c:pt idx="6">
                        <c:v>18.67757304022</c:v>
                      </c:pt>
                      <c:pt idx="7">
                        <c:v>29.488229620442997</c:v>
                      </c:pt>
                      <c:pt idx="8">
                        <c:v>38.405768696440994</c:v>
                      </c:pt>
                      <c:pt idx="9">
                        <c:v>42.646511422354997</c:v>
                      </c:pt>
                      <c:pt idx="10">
                        <c:v>48.506280829224998</c:v>
                      </c:pt>
                      <c:pt idx="11">
                        <c:v>55.882749771211003</c:v>
                      </c:pt>
                      <c:pt idx="12">
                        <c:v>61.894311417525003</c:v>
                      </c:pt>
                      <c:pt idx="13">
                        <c:v>68.11136028205199</c:v>
                      </c:pt>
                      <c:pt idx="14">
                        <c:v>72.939155822171998</c:v>
                      </c:pt>
                      <c:pt idx="15">
                        <c:v>72.243590092521003</c:v>
                      </c:pt>
                      <c:pt idx="16">
                        <c:v>64.586638355274999</c:v>
                      </c:pt>
                      <c:pt idx="17">
                        <c:v>66.684178487776009</c:v>
                      </c:pt>
                      <c:pt idx="18">
                        <c:v>67.363828116739001</c:v>
                      </c:pt>
                      <c:pt idx="19">
                        <c:v>73.932838764392997</c:v>
                      </c:pt>
                      <c:pt idx="20">
                        <c:v>81.038865027433005</c:v>
                      </c:pt>
                      <c:pt idx="21">
                        <c:v>100.80875943507101</c:v>
                      </c:pt>
                      <c:pt idx="22">
                        <c:v>105.92307054069899</c:v>
                      </c:pt>
                      <c:pt idx="23">
                        <c:v>92.845669462210992</c:v>
                      </c:pt>
                      <c:pt idx="24">
                        <c:v>69.246101866860997</c:v>
                      </c:pt>
                      <c:pt idx="25">
                        <c:v>43.407000727232003</c:v>
                      </c:pt>
                      <c:pt idx="26">
                        <c:v>25.636594115177001</c:v>
                      </c:pt>
                      <c:pt idx="27">
                        <c:v>17.237461325609999</c:v>
                      </c:pt>
                      <c:pt idx="28">
                        <c:v>11.749798040954001</c:v>
                      </c:pt>
                      <c:pt idx="29">
                        <c:v>10.125494392159</c:v>
                      </c:pt>
                      <c:pt idx="30">
                        <c:v>16.495863670927001</c:v>
                      </c:pt>
                      <c:pt idx="31">
                        <c:v>23.269094337264999</c:v>
                      </c:pt>
                      <c:pt idx="32">
                        <c:v>34.614789898143997</c:v>
                      </c:pt>
                      <c:pt idx="33">
                        <c:v>45.092186572230005</c:v>
                      </c:pt>
                      <c:pt idx="34">
                        <c:v>54.040571640848995</c:v>
                      </c:pt>
                      <c:pt idx="35">
                        <c:v>61.071051691031997</c:v>
                      </c:pt>
                      <c:pt idx="36">
                        <c:v>66.672299520189</c:v>
                      </c:pt>
                      <c:pt idx="37">
                        <c:v>69.504236229096989</c:v>
                      </c:pt>
                      <c:pt idx="38">
                        <c:v>86.888764448081005</c:v>
                      </c:pt>
                      <c:pt idx="39">
                        <c:v>82.760958631676004</c:v>
                      </c:pt>
                      <c:pt idx="40">
                        <c:v>68.914367299261997</c:v>
                      </c:pt>
                      <c:pt idx="41">
                        <c:v>69.518310082466996</c:v>
                      </c:pt>
                      <c:pt idx="42">
                        <c:v>70.144876766786993</c:v>
                      </c:pt>
                      <c:pt idx="43">
                        <c:v>76.417507175980006</c:v>
                      </c:pt>
                      <c:pt idx="44">
                        <c:v>84.106303199707</c:v>
                      </c:pt>
                      <c:pt idx="45">
                        <c:v>105.446022324617</c:v>
                      </c:pt>
                      <c:pt idx="46">
                        <c:v>108.77370694887</c:v>
                      </c:pt>
                      <c:pt idx="47">
                        <c:v>96.058052832515003</c:v>
                      </c:pt>
                      <c:pt idx="48">
                        <c:v>71.947777538983004</c:v>
                      </c:pt>
                      <c:pt idx="49">
                        <c:v>47.385056379449999</c:v>
                      </c:pt>
                      <c:pt idx="50">
                        <c:v>28.290193757239997</c:v>
                      </c:pt>
                      <c:pt idx="51">
                        <c:v>17.027621166021998</c:v>
                      </c:pt>
                      <c:pt idx="52">
                        <c:v>11.227601417928001</c:v>
                      </c:pt>
                      <c:pt idx="53">
                        <c:v>9.6679883399560005</c:v>
                      </c:pt>
                      <c:pt idx="54">
                        <c:v>16.708332585095999</c:v>
                      </c:pt>
                      <c:pt idx="55">
                        <c:v>24.767005913611001</c:v>
                      </c:pt>
                      <c:pt idx="56">
                        <c:v>35.885433253301002</c:v>
                      </c:pt>
                      <c:pt idx="57">
                        <c:v>44.709534488791007</c:v>
                      </c:pt>
                      <c:pt idx="58">
                        <c:v>51.390163653214998</c:v>
                      </c:pt>
                      <c:pt idx="59">
                        <c:v>59.411371318088001</c:v>
                      </c:pt>
                      <c:pt idx="60">
                        <c:v>64.781991144244998</c:v>
                      </c:pt>
                      <c:pt idx="61">
                        <c:v>72.747418414723001</c:v>
                      </c:pt>
                      <c:pt idx="62">
                        <c:v>79.582343135210991</c:v>
                      </c:pt>
                      <c:pt idx="63">
                        <c:v>76.662598420967996</c:v>
                      </c:pt>
                      <c:pt idx="64">
                        <c:v>66.874051139372995</c:v>
                      </c:pt>
                      <c:pt idx="65">
                        <c:v>68.244903979838</c:v>
                      </c:pt>
                      <c:pt idx="66">
                        <c:v>68.977087072933003</c:v>
                      </c:pt>
                      <c:pt idx="67">
                        <c:v>75.251200137303002</c:v>
                      </c:pt>
                      <c:pt idx="68">
                        <c:v>81.912827681124</c:v>
                      </c:pt>
                      <c:pt idx="69">
                        <c:v>102.32111772125599</c:v>
                      </c:pt>
                      <c:pt idx="70">
                        <c:v>104.68381267556499</c:v>
                      </c:pt>
                      <c:pt idx="71">
                        <c:v>87.929749615587994</c:v>
                      </c:pt>
                      <c:pt idx="72">
                        <c:v>61.291552984879004</c:v>
                      </c:pt>
                      <c:pt idx="73">
                        <c:v>37.698005042394001</c:v>
                      </c:pt>
                      <c:pt idx="74">
                        <c:v>22.206025526850997</c:v>
                      </c:pt>
                      <c:pt idx="75">
                        <c:v>13.622765365983</c:v>
                      </c:pt>
                      <c:pt idx="76">
                        <c:v>9.5313461560610016</c:v>
                      </c:pt>
                      <c:pt idx="77">
                        <c:v>9.1850617064200009</c:v>
                      </c:pt>
                      <c:pt idx="78">
                        <c:v>17.942025188083999</c:v>
                      </c:pt>
                      <c:pt idx="79">
                        <c:v>28.631466348007002</c:v>
                      </c:pt>
                      <c:pt idx="80">
                        <c:v>37.789456821563007</c:v>
                      </c:pt>
                      <c:pt idx="81">
                        <c:v>42.309825012593002</c:v>
                      </c:pt>
                      <c:pt idx="82">
                        <c:v>47.875560167171997</c:v>
                      </c:pt>
                      <c:pt idx="83">
                        <c:v>55.119184639727997</c:v>
                      </c:pt>
                      <c:pt idx="84">
                        <c:v>60.594008856299006</c:v>
                      </c:pt>
                      <c:pt idx="85">
                        <c:v>65.691656190882</c:v>
                      </c:pt>
                      <c:pt idx="86">
                        <c:v>69.048350141539004</c:v>
                      </c:pt>
                      <c:pt idx="87">
                        <c:v>67.609311532366988</c:v>
                      </c:pt>
                      <c:pt idx="88">
                        <c:v>62.556650635480004</c:v>
                      </c:pt>
                      <c:pt idx="89">
                        <c:v>66.279100705345996</c:v>
                      </c:pt>
                      <c:pt idx="90">
                        <c:v>66.692738624105999</c:v>
                      </c:pt>
                      <c:pt idx="91">
                        <c:v>74.961028649178999</c:v>
                      </c:pt>
                      <c:pt idx="92">
                        <c:v>81.684948939923004</c:v>
                      </c:pt>
                      <c:pt idx="93">
                        <c:v>102.574365857545</c:v>
                      </c:pt>
                      <c:pt idx="94">
                        <c:v>104.029245369636</c:v>
                      </c:pt>
                      <c:pt idx="95">
                        <c:v>85.203816994679002</c:v>
                      </c:pt>
                      <c:pt idx="96">
                        <c:v>58.707703194867001</c:v>
                      </c:pt>
                      <c:pt idx="97">
                        <c:v>36.098631462535998</c:v>
                      </c:pt>
                      <c:pt idx="98">
                        <c:v>21.141834921060997</c:v>
                      </c:pt>
                      <c:pt idx="99">
                        <c:v>13.088856303331999</c:v>
                      </c:pt>
                      <c:pt idx="100">
                        <c:v>9.3590134903400006</c:v>
                      </c:pt>
                      <c:pt idx="101">
                        <c:v>9.0165505921189997</c:v>
                      </c:pt>
                      <c:pt idx="102">
                        <c:v>18.180596124120001</c:v>
                      </c:pt>
                      <c:pt idx="103">
                        <c:v>29.193041062048003</c:v>
                      </c:pt>
                      <c:pt idx="104">
                        <c:v>37.927831889718007</c:v>
                      </c:pt>
                      <c:pt idx="105">
                        <c:v>42.342866910833997</c:v>
                      </c:pt>
                      <c:pt idx="106">
                        <c:v>48.082559116121999</c:v>
                      </c:pt>
                      <c:pt idx="107">
                        <c:v>55.849806344616006</c:v>
                      </c:pt>
                      <c:pt idx="108">
                        <c:v>61.401967298235</c:v>
                      </c:pt>
                      <c:pt idx="109">
                        <c:v>66.687945469723999</c:v>
                      </c:pt>
                      <c:pt idx="110">
                        <c:v>69.701029559605004</c:v>
                      </c:pt>
                      <c:pt idx="111">
                        <c:v>68.460369156217993</c:v>
                      </c:pt>
                      <c:pt idx="112">
                        <c:v>62.564478487669994</c:v>
                      </c:pt>
                      <c:pt idx="113">
                        <c:v>66.570483326506007</c:v>
                      </c:pt>
                      <c:pt idx="114">
                        <c:v>67.367633576792997</c:v>
                      </c:pt>
                      <c:pt idx="115">
                        <c:v>75.389713830259993</c:v>
                      </c:pt>
                      <c:pt idx="116">
                        <c:v>82.043686751740992</c:v>
                      </c:pt>
                      <c:pt idx="117">
                        <c:v>103.92571046469601</c:v>
                      </c:pt>
                      <c:pt idx="118">
                        <c:v>104.229887591096</c:v>
                      </c:pt>
                      <c:pt idx="119">
                        <c:v>85.857311492946991</c:v>
                      </c:pt>
                      <c:pt idx="120">
                        <c:v>58.780885817202005</c:v>
                      </c:pt>
                      <c:pt idx="121">
                        <c:v>36.128455450589001</c:v>
                      </c:pt>
                      <c:pt idx="122">
                        <c:v>20.961586711446998</c:v>
                      </c:pt>
                      <c:pt idx="123">
                        <c:v>12.96860428429</c:v>
                      </c:pt>
                      <c:pt idx="124">
                        <c:v>9.3104470338439995</c:v>
                      </c:pt>
                      <c:pt idx="125">
                        <c:v>9.0878022499219995</c:v>
                      </c:pt>
                      <c:pt idx="126">
                        <c:v>18.565650668647002</c:v>
                      </c:pt>
                      <c:pt idx="127">
                        <c:v>29.841916125965</c:v>
                      </c:pt>
                      <c:pt idx="128">
                        <c:v>39.141122533040999</c:v>
                      </c:pt>
                      <c:pt idx="129">
                        <c:v>43.678403812265003</c:v>
                      </c:pt>
                      <c:pt idx="130">
                        <c:v>49.382545170810999</c:v>
                      </c:pt>
                      <c:pt idx="131">
                        <c:v>56.487852594463995</c:v>
                      </c:pt>
                      <c:pt idx="132">
                        <c:v>63.674030527367997</c:v>
                      </c:pt>
                      <c:pt idx="133">
                        <c:v>72.875013564414999</c:v>
                      </c:pt>
                      <c:pt idx="134">
                        <c:v>76.179385900929987</c:v>
                      </c:pt>
                      <c:pt idx="135">
                        <c:v>72.861486139041006</c:v>
                      </c:pt>
                      <c:pt idx="136">
                        <c:v>63.792101440470006</c:v>
                      </c:pt>
                      <c:pt idx="137">
                        <c:v>67.438450103348003</c:v>
                      </c:pt>
                      <c:pt idx="138">
                        <c:v>74.634787329763</c:v>
                      </c:pt>
                      <c:pt idx="139">
                        <c:v>83.981651484981001</c:v>
                      </c:pt>
                      <c:pt idx="140">
                        <c:v>85.157293190874995</c:v>
                      </c:pt>
                      <c:pt idx="141">
                        <c:v>106.08559615150601</c:v>
                      </c:pt>
                      <c:pt idx="142">
                        <c:v>105.32985858169401</c:v>
                      </c:pt>
                      <c:pt idx="143">
                        <c:v>86.090384258969991</c:v>
                      </c:pt>
                      <c:pt idx="144">
                        <c:v>61.100606357891998</c:v>
                      </c:pt>
                      <c:pt idx="145">
                        <c:v>37.629127666585006</c:v>
                      </c:pt>
                      <c:pt idx="146">
                        <c:v>22.784437359812003</c:v>
                      </c:pt>
                      <c:pt idx="147">
                        <c:v>13.550728173366998</c:v>
                      </c:pt>
                      <c:pt idx="148">
                        <c:v>9.8394482423810015</c:v>
                      </c:pt>
                      <c:pt idx="149">
                        <c:v>9.6538173269220007</c:v>
                      </c:pt>
                      <c:pt idx="150">
                        <c:v>18.607449517207002</c:v>
                      </c:pt>
                      <c:pt idx="151">
                        <c:v>29.977613458153002</c:v>
                      </c:pt>
                      <c:pt idx="152">
                        <c:v>39.704177336293</c:v>
                      </c:pt>
                      <c:pt idx="153">
                        <c:v>43.967836501059999</c:v>
                      </c:pt>
                      <c:pt idx="154">
                        <c:v>49.478594924722003</c:v>
                      </c:pt>
                      <c:pt idx="155">
                        <c:v>55.464360468568998</c:v>
                      </c:pt>
                      <c:pt idx="156">
                        <c:v>61.672597359224994</c:v>
                      </c:pt>
                      <c:pt idx="157">
                        <c:v>66.708106863189002</c:v>
                      </c:pt>
                      <c:pt idx="158">
                        <c:v>70.900025406786</c:v>
                      </c:pt>
                      <c:pt idx="159">
                        <c:v>69.616284962988999</c:v>
                      </c:pt>
                      <c:pt idx="160">
                        <c:v>64.249519545216003</c:v>
                      </c:pt>
                      <c:pt idx="161">
                        <c:v>68.762481236946002</c:v>
                      </c:pt>
                      <c:pt idx="162">
                        <c:v>69.195221452487004</c:v>
                      </c:pt>
                      <c:pt idx="163">
                        <c:v>78.305063694501996</c:v>
                      </c:pt>
                      <c:pt idx="164">
                        <c:v>83.46537426771701</c:v>
                      </c:pt>
                      <c:pt idx="165">
                        <c:v>104.74054295785</c:v>
                      </c:pt>
                      <c:pt idx="166">
                        <c:v>104.576474349823</c:v>
                      </c:pt>
                      <c:pt idx="167">
                        <c:v>83.417731234024004</c:v>
                      </c:pt>
                      <c:pt idx="168">
                        <c:v>56.677146397631006</c:v>
                      </c:pt>
                      <c:pt idx="169">
                        <c:v>33.793573077620003</c:v>
                      </c:pt>
                      <c:pt idx="170">
                        <c:v>20.687149569456999</c:v>
                      </c:pt>
                      <c:pt idx="171">
                        <c:v>13.149029097472999</c:v>
                      </c:pt>
                      <c:pt idx="172">
                        <c:v>9.5767456675969989</c:v>
                      </c:pt>
                      <c:pt idx="173">
                        <c:v>9.5771109238059982</c:v>
                      </c:pt>
                      <c:pt idx="174">
                        <c:v>19.407832291557998</c:v>
                      </c:pt>
                      <c:pt idx="175">
                        <c:v>32.452331961344996</c:v>
                      </c:pt>
                      <c:pt idx="176">
                        <c:v>42.785795549493002</c:v>
                      </c:pt>
                      <c:pt idx="177">
                        <c:v>48.311181724808996</c:v>
                      </c:pt>
                      <c:pt idx="178">
                        <c:v>52.884217376130998</c:v>
                      </c:pt>
                      <c:pt idx="179">
                        <c:v>58.739045520510999</c:v>
                      </c:pt>
                      <c:pt idx="180">
                        <c:v>63.932260883707002</c:v>
                      </c:pt>
                      <c:pt idx="181">
                        <c:v>69.508694810539012</c:v>
                      </c:pt>
                      <c:pt idx="182">
                        <c:v>73.288607638379986</c:v>
                      </c:pt>
                      <c:pt idx="183">
                        <c:v>71.940482502959</c:v>
                      </c:pt>
                      <c:pt idx="184">
                        <c:v>64.842600252378006</c:v>
                      </c:pt>
                      <c:pt idx="185">
                        <c:v>67.83484170908099</c:v>
                      </c:pt>
                      <c:pt idx="186">
                        <c:v>67.631188548933991</c:v>
                      </c:pt>
                      <c:pt idx="187">
                        <c:v>78.414416673114005</c:v>
                      </c:pt>
                      <c:pt idx="188">
                        <c:v>83.997053261597998</c:v>
                      </c:pt>
                      <c:pt idx="189">
                        <c:v>103.670858677525</c:v>
                      </c:pt>
                      <c:pt idx="190">
                        <c:v>106.03573439327199</c:v>
                      </c:pt>
                      <c:pt idx="191">
                        <c:v>90.320112292575004</c:v>
                      </c:pt>
                      <c:pt idx="192">
                        <c:v>65.881955755354994</c:v>
                      </c:pt>
                      <c:pt idx="193">
                        <c:v>42.912104752296003</c:v>
                      </c:pt>
                      <c:pt idx="194">
                        <c:v>26.759240650580001</c:v>
                      </c:pt>
                      <c:pt idx="195">
                        <c:v>17.209915752606001</c:v>
                      </c:pt>
                      <c:pt idx="196">
                        <c:v>11.776754316401</c:v>
                      </c:pt>
                      <c:pt idx="197">
                        <c:v>10.164543924892001</c:v>
                      </c:pt>
                      <c:pt idx="198">
                        <c:v>16.850390190563001</c:v>
                      </c:pt>
                      <c:pt idx="199">
                        <c:v>25.205685605031004</c:v>
                      </c:pt>
                      <c:pt idx="200">
                        <c:v>36.722045090398005</c:v>
                      </c:pt>
                      <c:pt idx="201">
                        <c:v>46.607007251505003</c:v>
                      </c:pt>
                      <c:pt idx="202">
                        <c:v>55.282702136180994</c:v>
                      </c:pt>
                      <c:pt idx="203">
                        <c:v>64.570466007849006</c:v>
                      </c:pt>
                      <c:pt idx="204">
                        <c:v>67.856152159729007</c:v>
                      </c:pt>
                      <c:pt idx="205">
                        <c:v>70.447188486035998</c:v>
                      </c:pt>
                      <c:pt idx="206">
                        <c:v>87.806256976742006</c:v>
                      </c:pt>
                      <c:pt idx="207">
                        <c:v>82.909122156736998</c:v>
                      </c:pt>
                      <c:pt idx="208">
                        <c:v>69.109919227395991</c:v>
                      </c:pt>
                      <c:pt idx="209">
                        <c:v>70.714006447340992</c:v>
                      </c:pt>
                      <c:pt idx="210">
                        <c:v>69.495723909337997</c:v>
                      </c:pt>
                      <c:pt idx="211">
                        <c:v>80.48156446109499</c:v>
                      </c:pt>
                      <c:pt idx="212">
                        <c:v>85.823062530988011</c:v>
                      </c:pt>
                      <c:pt idx="213">
                        <c:v>106.67685594403899</c:v>
                      </c:pt>
                      <c:pt idx="214">
                        <c:v>110.09512013337</c:v>
                      </c:pt>
                      <c:pt idx="215">
                        <c:v>93.946450290044993</c:v>
                      </c:pt>
                      <c:pt idx="216">
                        <c:v>68.012673198055992</c:v>
                      </c:pt>
                      <c:pt idx="217">
                        <c:v>43.151377391483003</c:v>
                      </c:pt>
                      <c:pt idx="218">
                        <c:v>25.638953178244002</c:v>
                      </c:pt>
                      <c:pt idx="219">
                        <c:v>15.403129935757001</c:v>
                      </c:pt>
                      <c:pt idx="220">
                        <c:v>10.498022469035</c:v>
                      </c:pt>
                      <c:pt idx="221">
                        <c:v>9.4240339033640002</c:v>
                      </c:pt>
                      <c:pt idx="222">
                        <c:v>16.790818205600001</c:v>
                      </c:pt>
                      <c:pt idx="223">
                        <c:v>25.986739819651</c:v>
                      </c:pt>
                      <c:pt idx="224">
                        <c:v>37.056678645017996</c:v>
                      </c:pt>
                      <c:pt idx="225">
                        <c:v>45.503427137173993</c:v>
                      </c:pt>
                      <c:pt idx="226">
                        <c:v>52.065849276583997</c:v>
                      </c:pt>
                      <c:pt idx="227">
                        <c:v>59.369286920905004</c:v>
                      </c:pt>
                      <c:pt idx="228">
                        <c:v>63.991046393299001</c:v>
                      </c:pt>
                      <c:pt idx="229">
                        <c:v>73.459388029761001</c:v>
                      </c:pt>
                      <c:pt idx="230">
                        <c:v>79.876506037477</c:v>
                      </c:pt>
                      <c:pt idx="231">
                        <c:v>77.370316541724989</c:v>
                      </c:pt>
                      <c:pt idx="232">
                        <c:v>66.418439447308003</c:v>
                      </c:pt>
                      <c:pt idx="233">
                        <c:v>69.110788244305994</c:v>
                      </c:pt>
                      <c:pt idx="234">
                        <c:v>68.614276400690997</c:v>
                      </c:pt>
                      <c:pt idx="235">
                        <c:v>78.259274287818002</c:v>
                      </c:pt>
                      <c:pt idx="236">
                        <c:v>85.772090185524007</c:v>
                      </c:pt>
                      <c:pt idx="237">
                        <c:v>107.76415819143301</c:v>
                      </c:pt>
                      <c:pt idx="238">
                        <c:v>105.061789126527</c:v>
                      </c:pt>
                      <c:pt idx="239">
                        <c:v>84.607456030324016</c:v>
                      </c:pt>
                      <c:pt idx="240">
                        <c:v>57.351133377128008</c:v>
                      </c:pt>
                      <c:pt idx="241">
                        <c:v>35.079208619612004</c:v>
                      </c:pt>
                      <c:pt idx="242">
                        <c:v>20.504260968571</c:v>
                      </c:pt>
                      <c:pt idx="243">
                        <c:v>12.579687534771999</c:v>
                      </c:pt>
                      <c:pt idx="244">
                        <c:v>9.0945847208719997</c:v>
                      </c:pt>
                      <c:pt idx="245">
                        <c:v>9.0348049777820005</c:v>
                      </c:pt>
                      <c:pt idx="246">
                        <c:v>18.300133470970998</c:v>
                      </c:pt>
                      <c:pt idx="247">
                        <c:v>29.806389727499997</c:v>
                      </c:pt>
                      <c:pt idx="248">
                        <c:v>38.223420473167998</c:v>
                      </c:pt>
                      <c:pt idx="249">
                        <c:v>41.996722950158997</c:v>
                      </c:pt>
                      <c:pt idx="250">
                        <c:v>47.520724057631</c:v>
                      </c:pt>
                      <c:pt idx="251">
                        <c:v>55.211683879527001</c:v>
                      </c:pt>
                      <c:pt idx="252">
                        <c:v>60.422110298222997</c:v>
                      </c:pt>
                      <c:pt idx="253">
                        <c:v>66.065634365931004</c:v>
                      </c:pt>
                      <c:pt idx="254">
                        <c:v>69.588275632268989</c:v>
                      </c:pt>
                      <c:pt idx="255">
                        <c:v>68.867580505492</c:v>
                      </c:pt>
                      <c:pt idx="256">
                        <c:v>63.832907418946995</c:v>
                      </c:pt>
                      <c:pt idx="257">
                        <c:v>70.231722715269996</c:v>
                      </c:pt>
                      <c:pt idx="258">
                        <c:v>69.128686171653001</c:v>
                      </c:pt>
                      <c:pt idx="259">
                        <c:v>78.249392367536998</c:v>
                      </c:pt>
                      <c:pt idx="260">
                        <c:v>84.515568096793004</c:v>
                      </c:pt>
                      <c:pt idx="261">
                        <c:v>104.961191749365</c:v>
                      </c:pt>
                      <c:pt idx="262">
                        <c:v>103.227837018049</c:v>
                      </c:pt>
                      <c:pt idx="263">
                        <c:v>80.753522191536007</c:v>
                      </c:pt>
                      <c:pt idx="264">
                        <c:v>53.501939921009004</c:v>
                      </c:pt>
                      <c:pt idx="265">
                        <c:v>32.034556604130998</c:v>
                      </c:pt>
                      <c:pt idx="266">
                        <c:v>18.720216106841001</c:v>
                      </c:pt>
                      <c:pt idx="267">
                        <c:v>11.928431464898001</c:v>
                      </c:pt>
                      <c:pt idx="268">
                        <c:v>8.8056097535699998</c:v>
                      </c:pt>
                      <c:pt idx="269">
                        <c:v>8.9668604062119996</c:v>
                      </c:pt>
                      <c:pt idx="270">
                        <c:v>18.448645559318003</c:v>
                      </c:pt>
                      <c:pt idx="271">
                        <c:v>30.573187688160001</c:v>
                      </c:pt>
                      <c:pt idx="272">
                        <c:v>39.535894558201001</c:v>
                      </c:pt>
                      <c:pt idx="273">
                        <c:v>43.180026865772</c:v>
                      </c:pt>
                      <c:pt idx="274">
                        <c:v>48.636586615060999</c:v>
                      </c:pt>
                      <c:pt idx="275">
                        <c:v>56.068569860171998</c:v>
                      </c:pt>
                      <c:pt idx="276">
                        <c:v>61.313443275474008</c:v>
                      </c:pt>
                      <c:pt idx="277">
                        <c:v>66.966444170672005</c:v>
                      </c:pt>
                      <c:pt idx="278">
                        <c:v>70.520818017356007</c:v>
                      </c:pt>
                      <c:pt idx="279">
                        <c:v>69.436215637019004</c:v>
                      </c:pt>
                      <c:pt idx="280">
                        <c:v>64.008153349289003</c:v>
                      </c:pt>
                      <c:pt idx="281">
                        <c:v>68.857973167466</c:v>
                      </c:pt>
                      <c:pt idx="282">
                        <c:v>67.550481125863001</c:v>
                      </c:pt>
                      <c:pt idx="283">
                        <c:v>78.219101470587006</c:v>
                      </c:pt>
                      <c:pt idx="284">
                        <c:v>85.816259747040007</c:v>
                      </c:pt>
                      <c:pt idx="285">
                        <c:v>107.407168380877</c:v>
                      </c:pt>
                      <c:pt idx="286">
                        <c:v>104.37602743414099</c:v>
                      </c:pt>
                      <c:pt idx="287">
                        <c:v>81.543676374476007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C-B4D5-4FAE-AE9D-D02EB97D558B}"/>
                  </c:ext>
                </c:extLst>
              </c15:ser>
            </c15:filteredLineSeries>
            <c15:filteredLineSeries>
              <c15:ser>
                <c:idx val="25"/>
                <c:order val="2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12-10-2026'!$AA$1</c15:sqref>
                        </c15:formulaRef>
                      </c:ext>
                    </c:extLst>
                    <c:strCache>
                      <c:ptCount val="1"/>
                      <c:pt idx="0">
                        <c:v>ORN 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12-10-2026'!$AA$2:$AA$289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5.3700024496390002</c:v>
                      </c:pt>
                      <c:pt idx="1">
                        <c:v>3.3204166611470098</c:v>
                      </c:pt>
                      <c:pt idx="2">
                        <c:v>1.947396249106</c:v>
                      </c:pt>
                      <c:pt idx="3">
                        <c:v>1.208627035024</c:v>
                      </c:pt>
                      <c:pt idx="4">
                        <c:v>0.94922370243200005</c:v>
                      </c:pt>
                      <c:pt idx="5">
                        <c:v>1.0993234711750002</c:v>
                      </c:pt>
                      <c:pt idx="6">
                        <c:v>2.3850600892220002</c:v>
                      </c:pt>
                      <c:pt idx="7">
                        <c:v>3.6074741025630002</c:v>
                      </c:pt>
                      <c:pt idx="8">
                        <c:v>4.4133613855510001</c:v>
                      </c:pt>
                      <c:pt idx="9">
                        <c:v>4.5231162741570001</c:v>
                      </c:pt>
                      <c:pt idx="10">
                        <c:v>4.8774782143550004</c:v>
                      </c:pt>
                      <c:pt idx="11">
                        <c:v>5.4683979383079899</c:v>
                      </c:pt>
                      <c:pt idx="12">
                        <c:v>6.3279793871029995</c:v>
                      </c:pt>
                      <c:pt idx="13">
                        <c:v>6.9447072115430002</c:v>
                      </c:pt>
                      <c:pt idx="14">
                        <c:v>7.3722136021150009</c:v>
                      </c:pt>
                      <c:pt idx="15">
                        <c:v>7.3326364215730004</c:v>
                      </c:pt>
                      <c:pt idx="16">
                        <c:v>6.4764395298829998</c:v>
                      </c:pt>
                      <c:pt idx="17">
                        <c:v>6.3775488954539892</c:v>
                      </c:pt>
                      <c:pt idx="18">
                        <c:v>6.2718756548290004</c:v>
                      </c:pt>
                      <c:pt idx="19">
                        <c:v>6.8391671588909997</c:v>
                      </c:pt>
                      <c:pt idx="20">
                        <c:v>7.4913469810179993</c:v>
                      </c:pt>
                      <c:pt idx="21">
                        <c:v>9.0201329043309979</c:v>
                      </c:pt>
                      <c:pt idx="22">
                        <c:v>9.5387652574789996</c:v>
                      </c:pt>
                      <c:pt idx="23">
                        <c:v>8.3391690736320001</c:v>
                      </c:pt>
                      <c:pt idx="24">
                        <c:v>6.1081579867190108</c:v>
                      </c:pt>
                      <c:pt idx="25">
                        <c:v>3.8277789833430003</c:v>
                      </c:pt>
                      <c:pt idx="26">
                        <c:v>2.2537897292140001</c:v>
                      </c:pt>
                      <c:pt idx="27">
                        <c:v>1.5456048447709998</c:v>
                      </c:pt>
                      <c:pt idx="28">
                        <c:v>1.0958707956559999</c:v>
                      </c:pt>
                      <c:pt idx="29">
                        <c:v>1.119695412207</c:v>
                      </c:pt>
                      <c:pt idx="30">
                        <c:v>2.0509422606959999</c:v>
                      </c:pt>
                      <c:pt idx="31">
                        <c:v>2.9476291496810001</c:v>
                      </c:pt>
                      <c:pt idx="32">
                        <c:v>4.213123475562</c:v>
                      </c:pt>
                      <c:pt idx="33">
                        <c:v>5.0483790342109991</c:v>
                      </c:pt>
                      <c:pt idx="34">
                        <c:v>5.6232207264270002</c:v>
                      </c:pt>
                      <c:pt idx="35">
                        <c:v>6.9332996631310007</c:v>
                      </c:pt>
                      <c:pt idx="36">
                        <c:v>7.020865771845</c:v>
                      </c:pt>
                      <c:pt idx="37">
                        <c:v>7.1902021127419999</c:v>
                      </c:pt>
                      <c:pt idx="38">
                        <c:v>8.4325140896900006</c:v>
                      </c:pt>
                      <c:pt idx="39">
                        <c:v>8.0337595603340013</c:v>
                      </c:pt>
                      <c:pt idx="40">
                        <c:v>6.7742026632080004</c:v>
                      </c:pt>
                      <c:pt idx="41">
                        <c:v>6.5684594063400006</c:v>
                      </c:pt>
                      <c:pt idx="42">
                        <c:v>6.4596234945100095</c:v>
                      </c:pt>
                      <c:pt idx="43">
                        <c:v>6.9528861959390102</c:v>
                      </c:pt>
                      <c:pt idx="44">
                        <c:v>7.604591693824001</c:v>
                      </c:pt>
                      <c:pt idx="45">
                        <c:v>9.3116175597460096</c:v>
                      </c:pt>
                      <c:pt idx="46">
                        <c:v>9.7491117131489986</c:v>
                      </c:pt>
                      <c:pt idx="47">
                        <c:v>8.6527967209910077</c:v>
                      </c:pt>
                      <c:pt idx="48">
                        <c:v>6.3820550856170009</c:v>
                      </c:pt>
                      <c:pt idx="49">
                        <c:v>4.0967295671199997</c:v>
                      </c:pt>
                      <c:pt idx="50">
                        <c:v>2.3912534340729996</c:v>
                      </c:pt>
                      <c:pt idx="51">
                        <c:v>1.4631187732710003</c:v>
                      </c:pt>
                      <c:pt idx="52">
                        <c:v>1.0292045378250001</c:v>
                      </c:pt>
                      <c:pt idx="53">
                        <c:v>1.094626990646</c:v>
                      </c:pt>
                      <c:pt idx="54">
                        <c:v>2.1167507958949998</c:v>
                      </c:pt>
                      <c:pt idx="55">
                        <c:v>3.1283196225579997</c:v>
                      </c:pt>
                      <c:pt idx="56">
                        <c:v>4.3211158832469998</c:v>
                      </c:pt>
                      <c:pt idx="57">
                        <c:v>4.9985177429770005</c:v>
                      </c:pt>
                      <c:pt idx="58">
                        <c:v>5.3357573475779994</c:v>
                      </c:pt>
                      <c:pt idx="59">
                        <c:v>5.9386230563410001</c:v>
                      </c:pt>
                      <c:pt idx="60">
                        <c:v>6.5893656699720005</c:v>
                      </c:pt>
                      <c:pt idx="61">
                        <c:v>7.3269808198430013</c:v>
                      </c:pt>
                      <c:pt idx="62">
                        <c:v>7.8433905244190107</c:v>
                      </c:pt>
                      <c:pt idx="63">
                        <c:v>7.6029789516490105</c:v>
                      </c:pt>
                      <c:pt idx="64">
                        <c:v>6.5631977998240005</c:v>
                      </c:pt>
                      <c:pt idx="65">
                        <c:v>6.3457605690559999</c:v>
                      </c:pt>
                      <c:pt idx="66">
                        <c:v>6.3270275285200004</c:v>
                      </c:pt>
                      <c:pt idx="67">
                        <c:v>6.8364058618610102</c:v>
                      </c:pt>
                      <c:pt idx="68">
                        <c:v>7.4621297766549999</c:v>
                      </c:pt>
                      <c:pt idx="69">
                        <c:v>9.1356407527119998</c:v>
                      </c:pt>
                      <c:pt idx="70">
                        <c:v>9.4753824022620012</c:v>
                      </c:pt>
                      <c:pt idx="71">
                        <c:v>7.9162251245439998</c:v>
                      </c:pt>
                      <c:pt idx="72">
                        <c:v>5.4387009169459999</c:v>
                      </c:pt>
                      <c:pt idx="73">
                        <c:v>3.2913073519789999</c:v>
                      </c:pt>
                      <c:pt idx="74">
                        <c:v>1.9107417235690001</c:v>
                      </c:pt>
                      <c:pt idx="75">
                        <c:v>1.1992403842020001</c:v>
                      </c:pt>
                      <c:pt idx="76">
                        <c:v>0.93144436578500001</c:v>
                      </c:pt>
                      <c:pt idx="77">
                        <c:v>1.0779554025139999</c:v>
                      </c:pt>
                      <c:pt idx="78">
                        <c:v>2.2795942875319999</c:v>
                      </c:pt>
                      <c:pt idx="79">
                        <c:v>3.4576706249980003</c:v>
                      </c:pt>
                      <c:pt idx="80">
                        <c:v>4.1818478036169902</c:v>
                      </c:pt>
                      <c:pt idx="81">
                        <c:v>4.3173849143169996</c:v>
                      </c:pt>
                      <c:pt idx="82">
                        <c:v>4.6309410418500008</c:v>
                      </c:pt>
                      <c:pt idx="83">
                        <c:v>5.3725263345860101</c:v>
                      </c:pt>
                      <c:pt idx="84">
                        <c:v>6.1528919104329916</c:v>
                      </c:pt>
                      <c:pt idx="85">
                        <c:v>6.5562733077590014</c:v>
                      </c:pt>
                      <c:pt idx="86">
                        <c:v>6.9396467438569998</c:v>
                      </c:pt>
                      <c:pt idx="87">
                        <c:v>6.8192855851070098</c:v>
                      </c:pt>
                      <c:pt idx="88">
                        <c:v>6.2443113490590001</c:v>
                      </c:pt>
                      <c:pt idx="89">
                        <c:v>6.263271033713</c:v>
                      </c:pt>
                      <c:pt idx="90">
                        <c:v>6.0645436609679999</c:v>
                      </c:pt>
                      <c:pt idx="91">
                        <c:v>6.7281848157809998</c:v>
                      </c:pt>
                      <c:pt idx="92">
                        <c:v>7.3721302231259997</c:v>
                      </c:pt>
                      <c:pt idx="93">
                        <c:v>9.0214857908230019</c:v>
                      </c:pt>
                      <c:pt idx="94">
                        <c:v>9.2372759189369997</c:v>
                      </c:pt>
                      <c:pt idx="95">
                        <c:v>7.5380202881499994</c:v>
                      </c:pt>
                      <c:pt idx="96">
                        <c:v>5.025917537382</c:v>
                      </c:pt>
                      <c:pt idx="97">
                        <c:v>3.0361120316569994</c:v>
                      </c:pt>
                      <c:pt idx="98">
                        <c:v>1.762631508778</c:v>
                      </c:pt>
                      <c:pt idx="99">
                        <c:v>1.1401197301110002</c:v>
                      </c:pt>
                      <c:pt idx="100">
                        <c:v>0.88891387553000001</c:v>
                      </c:pt>
                      <c:pt idx="101">
                        <c:v>1.0201218332990001</c:v>
                      </c:pt>
                      <c:pt idx="102">
                        <c:v>2.2988967248820003</c:v>
                      </c:pt>
                      <c:pt idx="103">
                        <c:v>3.5079599140629996</c:v>
                      </c:pt>
                      <c:pt idx="104">
                        <c:v>4.2456612902070008</c:v>
                      </c:pt>
                      <c:pt idx="105">
                        <c:v>4.3429090983279997</c:v>
                      </c:pt>
                      <c:pt idx="106">
                        <c:v>4.6600172916589999</c:v>
                      </c:pt>
                      <c:pt idx="107">
                        <c:v>5.351095142028</c:v>
                      </c:pt>
                      <c:pt idx="108">
                        <c:v>6.096563017507</c:v>
                      </c:pt>
                      <c:pt idx="109">
                        <c:v>6.5618016729469995</c:v>
                      </c:pt>
                      <c:pt idx="110">
                        <c:v>6.8641269277739996</c:v>
                      </c:pt>
                      <c:pt idx="111">
                        <c:v>6.7574642222299985</c:v>
                      </c:pt>
                      <c:pt idx="112">
                        <c:v>6.1787862216340006</c:v>
                      </c:pt>
                      <c:pt idx="113">
                        <c:v>6.1899456929289993</c:v>
                      </c:pt>
                      <c:pt idx="114">
                        <c:v>6.0857966094430003</c:v>
                      </c:pt>
                      <c:pt idx="115">
                        <c:v>6.7093695756740006</c:v>
                      </c:pt>
                      <c:pt idx="116">
                        <c:v>7.3098854823000092</c:v>
                      </c:pt>
                      <c:pt idx="117">
                        <c:v>9.0177149208579905</c:v>
                      </c:pt>
                      <c:pt idx="118">
                        <c:v>9.2290372661569897</c:v>
                      </c:pt>
                      <c:pt idx="119">
                        <c:v>7.5727830579350099</c:v>
                      </c:pt>
                      <c:pt idx="120">
                        <c:v>5.0832848299390001</c:v>
                      </c:pt>
                      <c:pt idx="121">
                        <c:v>3.05232898066</c:v>
                      </c:pt>
                      <c:pt idx="122">
                        <c:v>1.775537693285</c:v>
                      </c:pt>
                      <c:pt idx="123">
                        <c:v>1.1589412897279998</c:v>
                      </c:pt>
                      <c:pt idx="124">
                        <c:v>0.87482671439500093</c:v>
                      </c:pt>
                      <c:pt idx="125">
                        <c:v>1.006777131880001</c:v>
                      </c:pt>
                      <c:pt idx="126">
                        <c:v>2.3231199019819999</c:v>
                      </c:pt>
                      <c:pt idx="127">
                        <c:v>3.6207720117889997</c:v>
                      </c:pt>
                      <c:pt idx="128">
                        <c:v>4.2758505537669995</c:v>
                      </c:pt>
                      <c:pt idx="129">
                        <c:v>4.420821658635</c:v>
                      </c:pt>
                      <c:pt idx="130">
                        <c:v>4.7774571911960004</c:v>
                      </c:pt>
                      <c:pt idx="131">
                        <c:v>5.3740064340649996</c:v>
                      </c:pt>
                      <c:pt idx="132">
                        <c:v>6.2912639654079996</c:v>
                      </c:pt>
                      <c:pt idx="133">
                        <c:v>7.2429048469300001</c:v>
                      </c:pt>
                      <c:pt idx="134">
                        <c:v>7.5553441805889996</c:v>
                      </c:pt>
                      <c:pt idx="135">
                        <c:v>7.2051327267490013</c:v>
                      </c:pt>
                      <c:pt idx="136">
                        <c:v>6.2613875579489999</c:v>
                      </c:pt>
                      <c:pt idx="137">
                        <c:v>6.2815809741599997</c:v>
                      </c:pt>
                      <c:pt idx="138">
                        <c:v>6.4285898988500003</c:v>
                      </c:pt>
                      <c:pt idx="139">
                        <c:v>7.1724317964080102</c:v>
                      </c:pt>
                      <c:pt idx="140">
                        <c:v>7.5764756925750101</c:v>
                      </c:pt>
                      <c:pt idx="141">
                        <c:v>9.2747488597760004</c:v>
                      </c:pt>
                      <c:pt idx="142">
                        <c:v>9.3920409385439907</c:v>
                      </c:pt>
                      <c:pt idx="143">
                        <c:v>7.6908772083459995</c:v>
                      </c:pt>
                      <c:pt idx="144">
                        <c:v>5.219567184502</c:v>
                      </c:pt>
                      <c:pt idx="145">
                        <c:v>3.137233116235</c:v>
                      </c:pt>
                      <c:pt idx="146">
                        <c:v>1.9136709202700002</c:v>
                      </c:pt>
                      <c:pt idx="147">
                        <c:v>1.2761336082879999</c:v>
                      </c:pt>
                      <c:pt idx="148">
                        <c:v>0.98572354200099987</c:v>
                      </c:pt>
                      <c:pt idx="149">
                        <c:v>1.104028853165</c:v>
                      </c:pt>
                      <c:pt idx="150">
                        <c:v>2.3787602590220001</c:v>
                      </c:pt>
                      <c:pt idx="151">
                        <c:v>3.6429372049439999</c:v>
                      </c:pt>
                      <c:pt idx="152">
                        <c:v>4.4046596564899998</c:v>
                      </c:pt>
                      <c:pt idx="153">
                        <c:v>4.4620719603119996</c:v>
                      </c:pt>
                      <c:pt idx="154">
                        <c:v>4.7773379452169991</c:v>
                      </c:pt>
                      <c:pt idx="155">
                        <c:v>5.3453745082199999</c:v>
                      </c:pt>
                      <c:pt idx="156">
                        <c:v>6.1227031856240002</c:v>
                      </c:pt>
                      <c:pt idx="157">
                        <c:v>6.5924060181089992</c:v>
                      </c:pt>
                      <c:pt idx="158">
                        <c:v>7.0454770596280003</c:v>
                      </c:pt>
                      <c:pt idx="159">
                        <c:v>6.9337538778050005</c:v>
                      </c:pt>
                      <c:pt idx="160">
                        <c:v>6.3882334420979898</c:v>
                      </c:pt>
                      <c:pt idx="161">
                        <c:v>6.4301128637760003</c:v>
                      </c:pt>
                      <c:pt idx="162">
                        <c:v>6.3201004875919997</c:v>
                      </c:pt>
                      <c:pt idx="163">
                        <c:v>7.0647744815109998</c:v>
                      </c:pt>
                      <c:pt idx="164">
                        <c:v>7.6549562111449996</c:v>
                      </c:pt>
                      <c:pt idx="165">
                        <c:v>9.2884209905820008</c:v>
                      </c:pt>
                      <c:pt idx="166">
                        <c:v>9.3691134763949986</c:v>
                      </c:pt>
                      <c:pt idx="167">
                        <c:v>7.4783668991249996</c:v>
                      </c:pt>
                      <c:pt idx="168">
                        <c:v>4.8908030714769906</c:v>
                      </c:pt>
                      <c:pt idx="169">
                        <c:v>2.8603983953390002</c:v>
                      </c:pt>
                      <c:pt idx="170">
                        <c:v>1.7692323340640002</c:v>
                      </c:pt>
                      <c:pt idx="171">
                        <c:v>1.1744482745660001</c:v>
                      </c:pt>
                      <c:pt idx="172">
                        <c:v>0.95002162571100002</c:v>
                      </c:pt>
                      <c:pt idx="173">
                        <c:v>1.102701142925</c:v>
                      </c:pt>
                      <c:pt idx="174">
                        <c:v>2.474470214199</c:v>
                      </c:pt>
                      <c:pt idx="175">
                        <c:v>3.9230036540659996</c:v>
                      </c:pt>
                      <c:pt idx="176">
                        <c:v>4.6968867282689999</c:v>
                      </c:pt>
                      <c:pt idx="177">
                        <c:v>4.685648279732999</c:v>
                      </c:pt>
                      <c:pt idx="178">
                        <c:v>4.9290050055059993</c:v>
                      </c:pt>
                      <c:pt idx="179">
                        <c:v>5.4946050821489907</c:v>
                      </c:pt>
                      <c:pt idx="180">
                        <c:v>6.289965207219999</c:v>
                      </c:pt>
                      <c:pt idx="181">
                        <c:v>6.8514699186129908</c:v>
                      </c:pt>
                      <c:pt idx="182">
                        <c:v>7.2280212330159994</c:v>
                      </c:pt>
                      <c:pt idx="183">
                        <c:v>7.1045133123539994</c:v>
                      </c:pt>
                      <c:pt idx="184">
                        <c:v>6.3633279164660008</c:v>
                      </c:pt>
                      <c:pt idx="185">
                        <c:v>6.4106157833519894</c:v>
                      </c:pt>
                      <c:pt idx="186">
                        <c:v>6.2648560495939982</c:v>
                      </c:pt>
                      <c:pt idx="187">
                        <c:v>7.1664408427569999</c:v>
                      </c:pt>
                      <c:pt idx="188">
                        <c:v>7.6722315374190098</c:v>
                      </c:pt>
                      <c:pt idx="189">
                        <c:v>9.2347313667830093</c:v>
                      </c:pt>
                      <c:pt idx="190">
                        <c:v>9.4524214377350102</c:v>
                      </c:pt>
                      <c:pt idx="191">
                        <c:v>8.1042630602990098</c:v>
                      </c:pt>
                      <c:pt idx="192">
                        <c:v>5.753626580843</c:v>
                      </c:pt>
                      <c:pt idx="193">
                        <c:v>3.6639194259520003</c:v>
                      </c:pt>
                      <c:pt idx="194">
                        <c:v>2.2293268255159999</c:v>
                      </c:pt>
                      <c:pt idx="195">
                        <c:v>1.4409846987370001</c:v>
                      </c:pt>
                      <c:pt idx="196">
                        <c:v>1.0704690837989999</c:v>
                      </c:pt>
                      <c:pt idx="197">
                        <c:v>1.0689246301290001</c:v>
                      </c:pt>
                      <c:pt idx="198">
                        <c:v>2.0826165659510001</c:v>
                      </c:pt>
                      <c:pt idx="199">
                        <c:v>3.1274374876059996</c:v>
                      </c:pt>
                      <c:pt idx="200">
                        <c:v>4.3386079428129998</c:v>
                      </c:pt>
                      <c:pt idx="201">
                        <c:v>5.082461233728</c:v>
                      </c:pt>
                      <c:pt idx="202">
                        <c:v>5.525318473854</c:v>
                      </c:pt>
                      <c:pt idx="203">
                        <c:v>6.2564051474499989</c:v>
                      </c:pt>
                      <c:pt idx="204">
                        <c:v>6.6770471244779905</c:v>
                      </c:pt>
                      <c:pt idx="205">
                        <c:v>7.0995308577599907</c:v>
                      </c:pt>
                      <c:pt idx="206">
                        <c:v>8.2688336529940099</c:v>
                      </c:pt>
                      <c:pt idx="207">
                        <c:v>7.8940195808589904</c:v>
                      </c:pt>
                      <c:pt idx="208">
                        <c:v>6.5515539749249898</c:v>
                      </c:pt>
                      <c:pt idx="209">
                        <c:v>6.3969765768390001</c:v>
                      </c:pt>
                      <c:pt idx="210">
                        <c:v>6.089701114213999</c:v>
                      </c:pt>
                      <c:pt idx="211">
                        <c:v>7.0361892659050005</c:v>
                      </c:pt>
                      <c:pt idx="212">
                        <c:v>7.7212249906519999</c:v>
                      </c:pt>
                      <c:pt idx="213">
                        <c:v>9.3526013058030006</c:v>
                      </c:pt>
                      <c:pt idx="214">
                        <c:v>9.7618825900429993</c:v>
                      </c:pt>
                      <c:pt idx="215">
                        <c:v>8.4338041499570107</c:v>
                      </c:pt>
                      <c:pt idx="216">
                        <c:v>6.0010027258020004</c:v>
                      </c:pt>
                      <c:pt idx="217">
                        <c:v>3.7574520294690004</c:v>
                      </c:pt>
                      <c:pt idx="218">
                        <c:v>2.2448672220189998</c:v>
                      </c:pt>
                      <c:pt idx="219">
                        <c:v>1.3516338009539999</c:v>
                      </c:pt>
                      <c:pt idx="220">
                        <c:v>0.96636537782799903</c:v>
                      </c:pt>
                      <c:pt idx="221">
                        <c:v>1.0308992411719999</c:v>
                      </c:pt>
                      <c:pt idx="222">
                        <c:v>2.1138053318909997</c:v>
                      </c:pt>
                      <c:pt idx="223">
                        <c:v>3.2055958883330002</c:v>
                      </c:pt>
                      <c:pt idx="224">
                        <c:v>4.3921700002359998</c:v>
                      </c:pt>
                      <c:pt idx="225">
                        <c:v>4.9262266663079997</c:v>
                      </c:pt>
                      <c:pt idx="226">
                        <c:v>5.2438884689880005</c:v>
                      </c:pt>
                      <c:pt idx="227">
                        <c:v>5.8020537476429999</c:v>
                      </c:pt>
                      <c:pt idx="228">
                        <c:v>6.3470693760030104</c:v>
                      </c:pt>
                      <c:pt idx="229">
                        <c:v>7.1997378349840009</c:v>
                      </c:pt>
                      <c:pt idx="230">
                        <c:v>7.8185450131330096</c:v>
                      </c:pt>
                      <c:pt idx="231">
                        <c:v>7.5291702249240107</c:v>
                      </c:pt>
                      <c:pt idx="232">
                        <c:v>6.4191553396100005</c:v>
                      </c:pt>
                      <c:pt idx="233">
                        <c:v>6.3161071148959902</c:v>
                      </c:pt>
                      <c:pt idx="234">
                        <c:v>6.1730030643949902</c:v>
                      </c:pt>
                      <c:pt idx="235">
                        <c:v>7.0304676896899903</c:v>
                      </c:pt>
                      <c:pt idx="236">
                        <c:v>7.6435251478539907</c:v>
                      </c:pt>
                      <c:pt idx="237">
                        <c:v>9.3877603487309997</c:v>
                      </c:pt>
                      <c:pt idx="238">
                        <c:v>9.4325209884000003</c:v>
                      </c:pt>
                      <c:pt idx="239">
                        <c:v>7.6100760161759897</c:v>
                      </c:pt>
                      <c:pt idx="240">
                        <c:v>4.9720319068970005</c:v>
                      </c:pt>
                      <c:pt idx="241">
                        <c:v>2.9609599178199999</c:v>
                      </c:pt>
                      <c:pt idx="242">
                        <c:v>1.7355443608750001</c:v>
                      </c:pt>
                      <c:pt idx="243">
                        <c:v>1.1298341877039999</c:v>
                      </c:pt>
                      <c:pt idx="244">
                        <c:v>0.85769691496000011</c:v>
                      </c:pt>
                      <c:pt idx="245">
                        <c:v>1.0081892188240009</c:v>
                      </c:pt>
                      <c:pt idx="246">
                        <c:v>2.3032077739429999</c:v>
                      </c:pt>
                      <c:pt idx="247">
                        <c:v>3.5135966654509998</c:v>
                      </c:pt>
                      <c:pt idx="248">
                        <c:v>4.2280475996240003</c:v>
                      </c:pt>
                      <c:pt idx="249">
                        <c:v>4.2216279456010009</c:v>
                      </c:pt>
                      <c:pt idx="250">
                        <c:v>4.5801877025589999</c:v>
                      </c:pt>
                      <c:pt idx="251">
                        <c:v>5.2515646035200003</c:v>
                      </c:pt>
                      <c:pt idx="252">
                        <c:v>5.9203192402720104</c:v>
                      </c:pt>
                      <c:pt idx="253">
                        <c:v>6.4540423820700106</c:v>
                      </c:pt>
                      <c:pt idx="254">
                        <c:v>6.8366353392939994</c:v>
                      </c:pt>
                      <c:pt idx="255">
                        <c:v>6.8422824469400005</c:v>
                      </c:pt>
                      <c:pt idx="256">
                        <c:v>6.2145600519919997</c:v>
                      </c:pt>
                      <c:pt idx="257">
                        <c:v>6.4032897349149902</c:v>
                      </c:pt>
                      <c:pt idx="258">
                        <c:v>6.2403520706329898</c:v>
                      </c:pt>
                      <c:pt idx="259">
                        <c:v>7.1110345453410115</c:v>
                      </c:pt>
                      <c:pt idx="260">
                        <c:v>7.6876722856369897</c:v>
                      </c:pt>
                      <c:pt idx="261">
                        <c:v>9.3097383539830005</c:v>
                      </c:pt>
                      <c:pt idx="262">
                        <c:v>9.2040790647640005</c:v>
                      </c:pt>
                      <c:pt idx="263">
                        <c:v>7.2101978340889907</c:v>
                      </c:pt>
                      <c:pt idx="264">
                        <c:v>4.6050342904179988</c:v>
                      </c:pt>
                      <c:pt idx="265">
                        <c:v>2.7213711691259999</c:v>
                      </c:pt>
                      <c:pt idx="266">
                        <c:v>1.616332120467</c:v>
                      </c:pt>
                      <c:pt idx="267">
                        <c:v>1.074367508476</c:v>
                      </c:pt>
                      <c:pt idx="268">
                        <c:v>0.900281703371</c:v>
                      </c:pt>
                      <c:pt idx="269">
                        <c:v>1.0365815100340001</c:v>
                      </c:pt>
                      <c:pt idx="270">
                        <c:v>2.3442438637</c:v>
                      </c:pt>
                      <c:pt idx="271">
                        <c:v>3.7036874060610003</c:v>
                      </c:pt>
                      <c:pt idx="272">
                        <c:v>4.3280338403150003</c:v>
                      </c:pt>
                      <c:pt idx="273">
                        <c:v>4.3694747146970006</c:v>
                      </c:pt>
                      <c:pt idx="274">
                        <c:v>4.6587387622950098</c:v>
                      </c:pt>
                      <c:pt idx="275">
                        <c:v>5.294076924783</c:v>
                      </c:pt>
                      <c:pt idx="276">
                        <c:v>6.0378583655469997</c:v>
                      </c:pt>
                      <c:pt idx="277">
                        <c:v>6.5911608535710098</c:v>
                      </c:pt>
                      <c:pt idx="278">
                        <c:v>6.9289023732300095</c:v>
                      </c:pt>
                      <c:pt idx="279">
                        <c:v>6.8538972545400005</c:v>
                      </c:pt>
                      <c:pt idx="280">
                        <c:v>6.2395525344000005</c:v>
                      </c:pt>
                      <c:pt idx="281">
                        <c:v>6.3659238519539896</c:v>
                      </c:pt>
                      <c:pt idx="282">
                        <c:v>6.104642605544</c:v>
                      </c:pt>
                      <c:pt idx="283">
                        <c:v>7.0488650077620001</c:v>
                      </c:pt>
                      <c:pt idx="284">
                        <c:v>7.7404567725229994</c:v>
                      </c:pt>
                      <c:pt idx="285">
                        <c:v>9.4893712143700011</c:v>
                      </c:pt>
                      <c:pt idx="286">
                        <c:v>9.3181702189400006</c:v>
                      </c:pt>
                      <c:pt idx="287">
                        <c:v>7.2066345743119999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D-B4D5-4FAE-AE9D-D02EB97D558B}"/>
                  </c:ext>
                </c:extLst>
              </c15:ser>
            </c15:filteredLineSeries>
            <c15:filteredLineSeries>
              <c15:ser>
                <c:idx val="26"/>
                <c:order val="2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12-10-2026'!$AB$1</c15:sqref>
                        </c15:formulaRef>
                      </c:ext>
                    </c:extLst>
                    <c:strCache>
                      <c:ptCount val="1"/>
                      <c:pt idx="0">
                        <c:v>ORN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12-10-2026'!$AB$2:$AB$289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66.636100602656995</c:v>
                      </c:pt>
                      <c:pt idx="1">
                        <c:v>42.018655480921005</c:v>
                      </c:pt>
                      <c:pt idx="2">
                        <c:v>25.188446055391999</c:v>
                      </c:pt>
                      <c:pt idx="3">
                        <c:v>15.264145371308</c:v>
                      </c:pt>
                      <c:pt idx="4">
                        <c:v>10.966337357971002</c:v>
                      </c:pt>
                      <c:pt idx="5">
                        <c:v>10.702935815328999</c:v>
                      </c:pt>
                      <c:pt idx="6">
                        <c:v>21.062633129441998</c:v>
                      </c:pt>
                      <c:pt idx="7">
                        <c:v>33.095703723006004</c:v>
                      </c:pt>
                      <c:pt idx="8">
                        <c:v>42.819130081992</c:v>
                      </c:pt>
                      <c:pt idx="9">
                        <c:v>47.169627696512002</c:v>
                      </c:pt>
                      <c:pt idx="10">
                        <c:v>53.38375904358</c:v>
                      </c:pt>
                      <c:pt idx="11">
                        <c:v>61.351147709518997</c:v>
                      </c:pt>
                      <c:pt idx="12">
                        <c:v>68.222290804628003</c:v>
                      </c:pt>
                      <c:pt idx="13">
                        <c:v>75.056067493594995</c:v>
                      </c:pt>
                      <c:pt idx="14">
                        <c:v>80.311369424286994</c:v>
                      </c:pt>
                      <c:pt idx="15">
                        <c:v>79.576226514093989</c:v>
                      </c:pt>
                      <c:pt idx="16">
                        <c:v>71.063077885158009</c:v>
                      </c:pt>
                      <c:pt idx="17">
                        <c:v>73.061727383230007</c:v>
                      </c:pt>
                      <c:pt idx="18">
                        <c:v>73.635703771568004</c:v>
                      </c:pt>
                      <c:pt idx="19">
                        <c:v>80.772005923284013</c:v>
                      </c:pt>
                      <c:pt idx="20">
                        <c:v>88.530212008451002</c:v>
                      </c:pt>
                      <c:pt idx="21">
                        <c:v>109.828892339402</c:v>
                      </c:pt>
                      <c:pt idx="22">
                        <c:v>115.461835798178</c:v>
                      </c:pt>
                      <c:pt idx="23">
                        <c:v>101.184838535843</c:v>
                      </c:pt>
                      <c:pt idx="24">
                        <c:v>75.354259853580004</c:v>
                      </c:pt>
                      <c:pt idx="25">
                        <c:v>47.234779710574998</c:v>
                      </c:pt>
                      <c:pt idx="26">
                        <c:v>27.890383844391</c:v>
                      </c:pt>
                      <c:pt idx="27">
                        <c:v>18.783066170380998</c:v>
                      </c:pt>
                      <c:pt idx="28">
                        <c:v>12.845668836609999</c:v>
                      </c:pt>
                      <c:pt idx="29">
                        <c:v>11.245189804365999</c:v>
                      </c:pt>
                      <c:pt idx="30">
                        <c:v>18.546805931623002</c:v>
                      </c:pt>
                      <c:pt idx="31">
                        <c:v>26.216723486946002</c:v>
                      </c:pt>
                      <c:pt idx="32">
                        <c:v>38.827913373706004</c:v>
                      </c:pt>
                      <c:pt idx="33">
                        <c:v>50.140565606441001</c:v>
                      </c:pt>
                      <c:pt idx="34">
                        <c:v>59.663792367275995</c:v>
                      </c:pt>
                      <c:pt idx="35">
                        <c:v>68.004351354162992</c:v>
                      </c:pt>
                      <c:pt idx="36">
                        <c:v>73.693165292033996</c:v>
                      </c:pt>
                      <c:pt idx="37">
                        <c:v>76.694438341839003</c:v>
                      </c:pt>
                      <c:pt idx="38">
                        <c:v>95.321278537771008</c:v>
                      </c:pt>
                      <c:pt idx="39">
                        <c:v>90.794718192009995</c:v>
                      </c:pt>
                      <c:pt idx="40">
                        <c:v>75.688569962469998</c:v>
                      </c:pt>
                      <c:pt idx="41">
                        <c:v>76.086769488807008</c:v>
                      </c:pt>
                      <c:pt idx="42">
                        <c:v>76.604500261297005</c:v>
                      </c:pt>
                      <c:pt idx="43">
                        <c:v>83.370393371918993</c:v>
                      </c:pt>
                      <c:pt idx="44">
                        <c:v>91.710894893531005</c:v>
                      </c:pt>
                      <c:pt idx="45">
                        <c:v>114.757639884363</c:v>
                      </c:pt>
                      <c:pt idx="46">
                        <c:v>118.52281866201899</c:v>
                      </c:pt>
                      <c:pt idx="47">
                        <c:v>104.71084955350599</c:v>
                      </c:pt>
                      <c:pt idx="48">
                        <c:v>78.329832624600002</c:v>
                      </c:pt>
                      <c:pt idx="49">
                        <c:v>51.48178594657</c:v>
                      </c:pt>
                      <c:pt idx="50">
                        <c:v>30.681447191312998</c:v>
                      </c:pt>
                      <c:pt idx="51">
                        <c:v>18.490739939293</c:v>
                      </c:pt>
                      <c:pt idx="52">
                        <c:v>12.256805955753</c:v>
                      </c:pt>
                      <c:pt idx="53">
                        <c:v>10.762615330601999</c:v>
                      </c:pt>
                      <c:pt idx="54">
                        <c:v>18.825083380991</c:v>
                      </c:pt>
                      <c:pt idx="55">
                        <c:v>27.895325536168997</c:v>
                      </c:pt>
                      <c:pt idx="56">
                        <c:v>40.206549136547999</c:v>
                      </c:pt>
                      <c:pt idx="57">
                        <c:v>49.708052231768001</c:v>
                      </c:pt>
                      <c:pt idx="58">
                        <c:v>56.725921000793001</c:v>
                      </c:pt>
                      <c:pt idx="59">
                        <c:v>65.349994374429002</c:v>
                      </c:pt>
                      <c:pt idx="60">
                        <c:v>71.371356814217009</c:v>
                      </c:pt>
                      <c:pt idx="61">
                        <c:v>80.074399234566002</c:v>
                      </c:pt>
                      <c:pt idx="62">
                        <c:v>87.425733659629998</c:v>
                      </c:pt>
                      <c:pt idx="63">
                        <c:v>84.265577372617003</c:v>
                      </c:pt>
                      <c:pt idx="64">
                        <c:v>73.437248939196991</c:v>
                      </c:pt>
                      <c:pt idx="65">
                        <c:v>74.590664548893997</c:v>
                      </c:pt>
                      <c:pt idx="66">
                        <c:v>75.304114601453009</c:v>
                      </c:pt>
                      <c:pt idx="67">
                        <c:v>82.087605999163998</c:v>
                      </c:pt>
                      <c:pt idx="68">
                        <c:v>89.374957457779004</c:v>
                      </c:pt>
                      <c:pt idx="69">
                        <c:v>111.45675847396799</c:v>
                      </c:pt>
                      <c:pt idx="70">
                        <c:v>114.15919507782699</c:v>
                      </c:pt>
                      <c:pt idx="71">
                        <c:v>95.845974740131993</c:v>
                      </c:pt>
                      <c:pt idx="72">
                        <c:v>66.730253901825009</c:v>
                      </c:pt>
                      <c:pt idx="73">
                        <c:v>40.989312394373002</c:v>
                      </c:pt>
                      <c:pt idx="74">
                        <c:v>24.116767250420001</c:v>
                      </c:pt>
                      <c:pt idx="75">
                        <c:v>14.822005750184999</c:v>
                      </c:pt>
                      <c:pt idx="76">
                        <c:v>10.462790521846001</c:v>
                      </c:pt>
                      <c:pt idx="77">
                        <c:v>10.263017108934001</c:v>
                      </c:pt>
                      <c:pt idx="78">
                        <c:v>20.221619475616002</c:v>
                      </c:pt>
                      <c:pt idx="79">
                        <c:v>32.089136973004997</c:v>
                      </c:pt>
                      <c:pt idx="80">
                        <c:v>41.971304625179997</c:v>
                      </c:pt>
                      <c:pt idx="81">
                        <c:v>46.627209926909998</c:v>
                      </c:pt>
                      <c:pt idx="82">
                        <c:v>52.506501209022005</c:v>
                      </c:pt>
                      <c:pt idx="83">
                        <c:v>60.491710974314003</c:v>
                      </c:pt>
                      <c:pt idx="84">
                        <c:v>66.746900766731997</c:v>
                      </c:pt>
                      <c:pt idx="85">
                        <c:v>72.247929498641014</c:v>
                      </c:pt>
                      <c:pt idx="86">
                        <c:v>75.987996885396001</c:v>
                      </c:pt>
                      <c:pt idx="87">
                        <c:v>74.428597117473998</c:v>
                      </c:pt>
                      <c:pt idx="88">
                        <c:v>68.800961984539001</c:v>
                      </c:pt>
                      <c:pt idx="89">
                        <c:v>72.542371739059007</c:v>
                      </c:pt>
                      <c:pt idx="90">
                        <c:v>72.757282285073998</c:v>
                      </c:pt>
                      <c:pt idx="91">
                        <c:v>81.689213464959991</c:v>
                      </c:pt>
                      <c:pt idx="92">
                        <c:v>89.057079163049011</c:v>
                      </c:pt>
                      <c:pt idx="93">
                        <c:v>111.595851648368</c:v>
                      </c:pt>
                      <c:pt idx="94">
                        <c:v>113.26652128857299</c:v>
                      </c:pt>
                      <c:pt idx="95">
                        <c:v>92.741837282828996</c:v>
                      </c:pt>
                      <c:pt idx="96">
                        <c:v>63.733620732249001</c:v>
                      </c:pt>
                      <c:pt idx="97">
                        <c:v>39.134743494193003</c:v>
                      </c:pt>
                      <c:pt idx="98">
                        <c:v>22.904466429839001</c:v>
                      </c:pt>
                      <c:pt idx="99">
                        <c:v>14.228976033442999</c:v>
                      </c:pt>
                      <c:pt idx="100">
                        <c:v>10.24792736587</c:v>
                      </c:pt>
                      <c:pt idx="101">
                        <c:v>10.036672425418001</c:v>
                      </c:pt>
                      <c:pt idx="102">
                        <c:v>20.479492849002</c:v>
                      </c:pt>
                      <c:pt idx="103">
                        <c:v>32.701000976110997</c:v>
                      </c:pt>
                      <c:pt idx="104">
                        <c:v>42.173493179925003</c:v>
                      </c:pt>
                      <c:pt idx="105">
                        <c:v>46.685776009161998</c:v>
                      </c:pt>
                      <c:pt idx="106">
                        <c:v>52.742576407781002</c:v>
                      </c:pt>
                      <c:pt idx="107">
                        <c:v>61.200901486644</c:v>
                      </c:pt>
                      <c:pt idx="108">
                        <c:v>67.498530315742002</c:v>
                      </c:pt>
                      <c:pt idx="109">
                        <c:v>73.249747142670998</c:v>
                      </c:pt>
                      <c:pt idx="110">
                        <c:v>76.565156487378999</c:v>
                      </c:pt>
                      <c:pt idx="111">
                        <c:v>75.217833378448006</c:v>
                      </c:pt>
                      <c:pt idx="112">
                        <c:v>68.743264709304</c:v>
                      </c:pt>
                      <c:pt idx="113">
                        <c:v>72.760429019434994</c:v>
                      </c:pt>
                      <c:pt idx="114">
                        <c:v>73.453430186236005</c:v>
                      </c:pt>
                      <c:pt idx="115">
                        <c:v>82.099083405933996</c:v>
                      </c:pt>
                      <c:pt idx="116">
                        <c:v>89.35357223404101</c:v>
                      </c:pt>
                      <c:pt idx="117">
                        <c:v>112.94342538555399</c:v>
                      </c:pt>
                      <c:pt idx="118">
                        <c:v>113.458924857253</c:v>
                      </c:pt>
                      <c:pt idx="119">
                        <c:v>93.430094550882004</c:v>
                      </c:pt>
                      <c:pt idx="120">
                        <c:v>63.864170647141002</c:v>
                      </c:pt>
                      <c:pt idx="121">
                        <c:v>39.180784431249002</c:v>
                      </c:pt>
                      <c:pt idx="122">
                        <c:v>22.737124404732</c:v>
                      </c:pt>
                      <c:pt idx="123">
                        <c:v>14.127545574017999</c:v>
                      </c:pt>
                      <c:pt idx="124">
                        <c:v>10.185273748239</c:v>
                      </c:pt>
                      <c:pt idx="125">
                        <c:v>10.094579381801999</c:v>
                      </c:pt>
                      <c:pt idx="126">
                        <c:v>20.888770570628999</c:v>
                      </c:pt>
                      <c:pt idx="127">
                        <c:v>33.462688137754</c:v>
                      </c:pt>
                      <c:pt idx="128">
                        <c:v>43.416973086807999</c:v>
                      </c:pt>
                      <c:pt idx="129">
                        <c:v>48.099225470900002</c:v>
                      </c:pt>
                      <c:pt idx="130">
                        <c:v>54.160002362007006</c:v>
                      </c:pt>
                      <c:pt idx="131">
                        <c:v>61.861859028528997</c:v>
                      </c:pt>
                      <c:pt idx="132">
                        <c:v>69.965294492775996</c:v>
                      </c:pt>
                      <c:pt idx="133">
                        <c:v>80.117918411345002</c:v>
                      </c:pt>
                      <c:pt idx="134">
                        <c:v>83.73473008151899</c:v>
                      </c:pt>
                      <c:pt idx="135">
                        <c:v>80.066618865790005</c:v>
                      </c:pt>
                      <c:pt idx="136">
                        <c:v>70.053488998418999</c:v>
                      </c:pt>
                      <c:pt idx="137">
                        <c:v>73.720031077508011</c:v>
                      </c:pt>
                      <c:pt idx="138">
                        <c:v>81.063377228612993</c:v>
                      </c:pt>
                      <c:pt idx="139">
                        <c:v>91.154083281389006</c:v>
                      </c:pt>
                      <c:pt idx="140">
                        <c:v>92.733768883449997</c:v>
                      </c:pt>
                      <c:pt idx="141">
                        <c:v>115.36034501128199</c:v>
                      </c:pt>
                      <c:pt idx="142">
                        <c:v>114.721899520238</c:v>
                      </c:pt>
                      <c:pt idx="143">
                        <c:v>93.781261467316</c:v>
                      </c:pt>
                      <c:pt idx="144">
                        <c:v>66.320173542394002</c:v>
                      </c:pt>
                      <c:pt idx="145">
                        <c:v>40.766360782820001</c:v>
                      </c:pt>
                      <c:pt idx="146">
                        <c:v>24.698108280082</c:v>
                      </c:pt>
                      <c:pt idx="147">
                        <c:v>14.826861781654999</c:v>
                      </c:pt>
                      <c:pt idx="148">
                        <c:v>10.825171784381999</c:v>
                      </c:pt>
                      <c:pt idx="149">
                        <c:v>10.757846180087</c:v>
                      </c:pt>
                      <c:pt idx="150">
                        <c:v>20.986209776229</c:v>
                      </c:pt>
                      <c:pt idx="151">
                        <c:v>33.620550663096999</c:v>
                      </c:pt>
                      <c:pt idx="152">
                        <c:v>44.108836992782997</c:v>
                      </c:pt>
                      <c:pt idx="153">
                        <c:v>48.429908461372001</c:v>
                      </c:pt>
                      <c:pt idx="154">
                        <c:v>54.255932869939002</c:v>
                      </c:pt>
                      <c:pt idx="155">
                        <c:v>60.809734976788995</c:v>
                      </c:pt>
                      <c:pt idx="156">
                        <c:v>67.795300544848999</c:v>
                      </c:pt>
                      <c:pt idx="157">
                        <c:v>73.300512881298005</c:v>
                      </c:pt>
                      <c:pt idx="158">
                        <c:v>77.945502466413998</c:v>
                      </c:pt>
                      <c:pt idx="159">
                        <c:v>76.550038840794002</c:v>
                      </c:pt>
                      <c:pt idx="160">
                        <c:v>70.637752987314002</c:v>
                      </c:pt>
                      <c:pt idx="161">
                        <c:v>75.192594100722005</c:v>
                      </c:pt>
                      <c:pt idx="162">
                        <c:v>75.515321940079005</c:v>
                      </c:pt>
                      <c:pt idx="163">
                        <c:v>85.369838176013005</c:v>
                      </c:pt>
                      <c:pt idx="164">
                        <c:v>91.120330478862002</c:v>
                      </c:pt>
                      <c:pt idx="165">
                        <c:v>114.02896394843199</c:v>
                      </c:pt>
                      <c:pt idx="166">
                        <c:v>113.945587826218</c:v>
                      </c:pt>
                      <c:pt idx="167">
                        <c:v>90.896098133148996</c:v>
                      </c:pt>
                      <c:pt idx="168">
                        <c:v>61.567949469108001</c:v>
                      </c:pt>
                      <c:pt idx="169">
                        <c:v>36.653971472959</c:v>
                      </c:pt>
                      <c:pt idx="170">
                        <c:v>22.456381903521002</c:v>
                      </c:pt>
                      <c:pt idx="171">
                        <c:v>14.323477372038999</c:v>
                      </c:pt>
                      <c:pt idx="172">
                        <c:v>10.526767293308</c:v>
                      </c:pt>
                      <c:pt idx="173">
                        <c:v>10.679812066730999</c:v>
                      </c:pt>
                      <c:pt idx="174">
                        <c:v>21.882302505757</c:v>
                      </c:pt>
                      <c:pt idx="175">
                        <c:v>36.375335615411004</c:v>
                      </c:pt>
                      <c:pt idx="176">
                        <c:v>47.482682277762002</c:v>
                      </c:pt>
                      <c:pt idx="177">
                        <c:v>52.996830004541998</c:v>
                      </c:pt>
                      <c:pt idx="178">
                        <c:v>57.813222381637004</c:v>
                      </c:pt>
                      <c:pt idx="179">
                        <c:v>64.233650602659992</c:v>
                      </c:pt>
                      <c:pt idx="180">
                        <c:v>70.222226090926995</c:v>
                      </c:pt>
                      <c:pt idx="181">
                        <c:v>76.36016472915199</c:v>
                      </c:pt>
                      <c:pt idx="182">
                        <c:v>80.516628871395994</c:v>
                      </c:pt>
                      <c:pt idx="183">
                        <c:v>79.044995815313001</c:v>
                      </c:pt>
                      <c:pt idx="184">
                        <c:v>71.205928168843997</c:v>
                      </c:pt>
                      <c:pt idx="185">
                        <c:v>74.245457492433005</c:v>
                      </c:pt>
                      <c:pt idx="186">
                        <c:v>73.896044598527993</c:v>
                      </c:pt>
                      <c:pt idx="187">
                        <c:v>85.580857515871003</c:v>
                      </c:pt>
                      <c:pt idx="188">
                        <c:v>91.669284799016992</c:v>
                      </c:pt>
                      <c:pt idx="189">
                        <c:v>112.905590044308</c:v>
                      </c:pt>
                      <c:pt idx="190">
                        <c:v>115.48815583100701</c:v>
                      </c:pt>
                      <c:pt idx="191">
                        <c:v>98.424375352873994</c:v>
                      </c:pt>
                      <c:pt idx="192">
                        <c:v>71.635582336197999</c:v>
                      </c:pt>
                      <c:pt idx="193">
                        <c:v>46.576024178247998</c:v>
                      </c:pt>
                      <c:pt idx="194">
                        <c:v>28.988567476095998</c:v>
                      </c:pt>
                      <c:pt idx="195">
                        <c:v>18.650900451342999</c:v>
                      </c:pt>
                      <c:pt idx="196">
                        <c:v>12.847223400200001</c:v>
                      </c:pt>
                      <c:pt idx="197">
                        <c:v>11.233468555021</c:v>
                      </c:pt>
                      <c:pt idx="198">
                        <c:v>18.933006756514001</c:v>
                      </c:pt>
                      <c:pt idx="199">
                        <c:v>28.333123092636999</c:v>
                      </c:pt>
                      <c:pt idx="200">
                        <c:v>41.060653033210997</c:v>
                      </c:pt>
                      <c:pt idx="201">
                        <c:v>51.689468485233</c:v>
                      </c:pt>
                      <c:pt idx="202">
                        <c:v>60.808020610035001</c:v>
                      </c:pt>
                      <c:pt idx="203">
                        <c:v>70.826871155299003</c:v>
                      </c:pt>
                      <c:pt idx="204">
                        <c:v>74.533199284207001</c:v>
                      </c:pt>
                      <c:pt idx="205">
                        <c:v>77.546719343795999</c:v>
                      </c:pt>
                      <c:pt idx="206">
                        <c:v>96.075090629735996</c:v>
                      </c:pt>
                      <c:pt idx="207">
                        <c:v>90.803141737596007</c:v>
                      </c:pt>
                      <c:pt idx="208">
                        <c:v>75.661473202321005</c:v>
                      </c:pt>
                      <c:pt idx="209">
                        <c:v>77.110983024180001</c:v>
                      </c:pt>
                      <c:pt idx="210">
                        <c:v>75.585425023551991</c:v>
                      </c:pt>
                      <c:pt idx="211">
                        <c:v>87.517753726999999</c:v>
                      </c:pt>
                      <c:pt idx="212">
                        <c:v>93.544287521640001</c:v>
                      </c:pt>
                      <c:pt idx="213">
                        <c:v>116.029457249842</c:v>
                      </c:pt>
                      <c:pt idx="214">
                        <c:v>119.857002723413</c:v>
                      </c:pt>
                      <c:pt idx="215">
                        <c:v>102.38025444000201</c:v>
                      </c:pt>
                      <c:pt idx="216">
                        <c:v>74.013675923857988</c:v>
                      </c:pt>
                      <c:pt idx="217">
                        <c:v>46.908829420952003</c:v>
                      </c:pt>
                      <c:pt idx="218">
                        <c:v>27.883820400263001</c:v>
                      </c:pt>
                      <c:pt idx="219">
                        <c:v>16.754763736710999</c:v>
                      </c:pt>
                      <c:pt idx="220">
                        <c:v>11.464387846863</c:v>
                      </c:pt>
                      <c:pt idx="221">
                        <c:v>10.454933144536001</c:v>
                      </c:pt>
                      <c:pt idx="222">
                        <c:v>18.904623537491002</c:v>
                      </c:pt>
                      <c:pt idx="223">
                        <c:v>29.192335707984</c:v>
                      </c:pt>
                      <c:pt idx="224">
                        <c:v>41.448848645254003</c:v>
                      </c:pt>
                      <c:pt idx="225">
                        <c:v>50.429653803481997</c:v>
                      </c:pt>
                      <c:pt idx="226">
                        <c:v>57.309737745571994</c:v>
                      </c:pt>
                      <c:pt idx="227">
                        <c:v>65.171340668547998</c:v>
                      </c:pt>
                      <c:pt idx="228">
                        <c:v>70.338115769301993</c:v>
                      </c:pt>
                      <c:pt idx="229">
                        <c:v>80.659125864745008</c:v>
                      </c:pt>
                      <c:pt idx="230">
                        <c:v>87.69505105060999</c:v>
                      </c:pt>
                      <c:pt idx="231">
                        <c:v>84.899486766649005</c:v>
                      </c:pt>
                      <c:pt idx="232">
                        <c:v>72.837594786918004</c:v>
                      </c:pt>
                      <c:pt idx="233">
                        <c:v>75.426895359202007</c:v>
                      </c:pt>
                      <c:pt idx="234">
                        <c:v>74.787279465086002</c:v>
                      </c:pt>
                      <c:pt idx="235">
                        <c:v>85.289741977508001</c:v>
                      </c:pt>
                      <c:pt idx="236">
                        <c:v>93.415615333378</c:v>
                      </c:pt>
                      <c:pt idx="237">
                        <c:v>117.15191854016399</c:v>
                      </c:pt>
                      <c:pt idx="238">
                        <c:v>114.494310114927</c:v>
                      </c:pt>
                      <c:pt idx="239">
                        <c:v>92.217532046500011</c:v>
                      </c:pt>
                      <c:pt idx="240">
                        <c:v>62.323165284025002</c:v>
                      </c:pt>
                      <c:pt idx="241">
                        <c:v>38.040168537432002</c:v>
                      </c:pt>
                      <c:pt idx="242">
                        <c:v>22.239805329446</c:v>
                      </c:pt>
                      <c:pt idx="243">
                        <c:v>13.709521722476</c:v>
                      </c:pt>
                      <c:pt idx="244">
                        <c:v>9.9522816358319997</c:v>
                      </c:pt>
                      <c:pt idx="245">
                        <c:v>10.042994196606001</c:v>
                      </c:pt>
                      <c:pt idx="246">
                        <c:v>20.603341244914002</c:v>
                      </c:pt>
                      <c:pt idx="247">
                        <c:v>33.319986392951002</c:v>
                      </c:pt>
                      <c:pt idx="248">
                        <c:v>42.451468072791997</c:v>
                      </c:pt>
                      <c:pt idx="249">
                        <c:v>46.218350895759997</c:v>
                      </c:pt>
                      <c:pt idx="250">
                        <c:v>52.100911760190002</c:v>
                      </c:pt>
                      <c:pt idx="251">
                        <c:v>60.463248483046996</c:v>
                      </c:pt>
                      <c:pt idx="252">
                        <c:v>66.342429538494997</c:v>
                      </c:pt>
                      <c:pt idx="253">
                        <c:v>72.519676748001004</c:v>
                      </c:pt>
                      <c:pt idx="254">
                        <c:v>76.424910971563008</c:v>
                      </c:pt>
                      <c:pt idx="255">
                        <c:v>75.709862952432005</c:v>
                      </c:pt>
                      <c:pt idx="256">
                        <c:v>70.047467470938997</c:v>
                      </c:pt>
                      <c:pt idx="257">
                        <c:v>76.635012450185002</c:v>
                      </c:pt>
                      <c:pt idx="258">
                        <c:v>75.369038242285995</c:v>
                      </c:pt>
                      <c:pt idx="259">
                        <c:v>85.360426912877998</c:v>
                      </c:pt>
                      <c:pt idx="260">
                        <c:v>92.203240382429996</c:v>
                      </c:pt>
                      <c:pt idx="261">
                        <c:v>114.27093010334801</c:v>
                      </c:pt>
                      <c:pt idx="262">
                        <c:v>112.43191608281299</c:v>
                      </c:pt>
                      <c:pt idx="263">
                        <c:v>87.963720025624994</c:v>
                      </c:pt>
                      <c:pt idx="264">
                        <c:v>58.106974211427001</c:v>
                      </c:pt>
                      <c:pt idx="265">
                        <c:v>34.755927773257</c:v>
                      </c:pt>
                      <c:pt idx="266">
                        <c:v>20.336548227308</c:v>
                      </c:pt>
                      <c:pt idx="267">
                        <c:v>13.002798973373999</c:v>
                      </c:pt>
                      <c:pt idx="268">
                        <c:v>9.705891456941</c:v>
                      </c:pt>
                      <c:pt idx="269">
                        <c:v>10.003441916245999</c:v>
                      </c:pt>
                      <c:pt idx="270">
                        <c:v>20.792889423018</c:v>
                      </c:pt>
                      <c:pt idx="271">
                        <c:v>34.276875094220998</c:v>
                      </c:pt>
                      <c:pt idx="272">
                        <c:v>43.863928398516002</c:v>
                      </c:pt>
                      <c:pt idx="273">
                        <c:v>47.549501580468998</c:v>
                      </c:pt>
                      <c:pt idx="274">
                        <c:v>53.295325377356001</c:v>
                      </c:pt>
                      <c:pt idx="275">
                        <c:v>61.362646784954997</c:v>
                      </c:pt>
                      <c:pt idx="276">
                        <c:v>67.351301641020996</c:v>
                      </c:pt>
                      <c:pt idx="277">
                        <c:v>73.557605024243003</c:v>
                      </c:pt>
                      <c:pt idx="278">
                        <c:v>77.449720390586009</c:v>
                      </c:pt>
                      <c:pt idx="279">
                        <c:v>76.290112891558991</c:v>
                      </c:pt>
                      <c:pt idx="280">
                        <c:v>70.247705883688994</c:v>
                      </c:pt>
                      <c:pt idx="281">
                        <c:v>75.223897019419994</c:v>
                      </c:pt>
                      <c:pt idx="282">
                        <c:v>73.655123731407002</c:v>
                      </c:pt>
                      <c:pt idx="283">
                        <c:v>85.267966478348995</c:v>
                      </c:pt>
                      <c:pt idx="284">
                        <c:v>93.556716519562997</c:v>
                      </c:pt>
                      <c:pt idx="285">
                        <c:v>116.89653959524699</c:v>
                      </c:pt>
                      <c:pt idx="286">
                        <c:v>113.69419765308101</c:v>
                      </c:pt>
                      <c:pt idx="287">
                        <c:v>88.750310948787998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E-B4D5-4FAE-AE9D-D02EB97D558B}"/>
                  </c:ext>
                </c:extLst>
              </c15:ser>
            </c15:filteredLineSeries>
            <c15:filteredLineSeries>
              <c15:ser>
                <c:idx val="27"/>
                <c:order val="2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12-10-2026'!$AC$1</c15:sqref>
                        </c15:formulaRef>
                      </c:ext>
                    </c:extLst>
                    <c:strCache>
                      <c:ptCount val="1"/>
                      <c:pt idx="0">
                        <c:v>vORN SGI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12-10-2026'!$AC$2:$AC$289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16.509283759894</c:v>
                      </c:pt>
                      <c:pt idx="1">
                        <c:v>9.7276781965009995</c:v>
                      </c:pt>
                      <c:pt idx="2">
                        <c:v>5.6990225730749993</c:v>
                      </c:pt>
                      <c:pt idx="3">
                        <c:v>3.5935307455649999</c:v>
                      </c:pt>
                      <c:pt idx="4">
                        <c:v>2.5778216172609998</c:v>
                      </c:pt>
                      <c:pt idx="5">
                        <c:v>2.9801220932179997</c:v>
                      </c:pt>
                      <c:pt idx="6">
                        <c:v>6.3567450156889995</c:v>
                      </c:pt>
                      <c:pt idx="7">
                        <c:v>9.7088012208289989</c:v>
                      </c:pt>
                      <c:pt idx="8">
                        <c:v>12.136527336010001</c:v>
                      </c:pt>
                      <c:pt idx="9">
                        <c:v>13.310483776009001</c:v>
                      </c:pt>
                      <c:pt idx="10">
                        <c:v>14.954248780054002</c:v>
                      </c:pt>
                      <c:pt idx="11">
                        <c:v>17.134464862447999</c:v>
                      </c:pt>
                      <c:pt idx="12">
                        <c:v>19.025754576444001</c:v>
                      </c:pt>
                      <c:pt idx="13">
                        <c:v>21.590939312744997</c:v>
                      </c:pt>
                      <c:pt idx="14">
                        <c:v>22.50787334172</c:v>
                      </c:pt>
                      <c:pt idx="15">
                        <c:v>22.058109913855002</c:v>
                      </c:pt>
                      <c:pt idx="16">
                        <c:v>19.259074093944996</c:v>
                      </c:pt>
                      <c:pt idx="17">
                        <c:v>20.384719642392003</c:v>
                      </c:pt>
                      <c:pt idx="18">
                        <c:v>20.267110652654001</c:v>
                      </c:pt>
                      <c:pt idx="19">
                        <c:v>23.637684440178003</c:v>
                      </c:pt>
                      <c:pt idx="20">
                        <c:v>26.111860641529002</c:v>
                      </c:pt>
                      <c:pt idx="21">
                        <c:v>32.093347848945001</c:v>
                      </c:pt>
                      <c:pt idx="22">
                        <c:v>31.679286006131001</c:v>
                      </c:pt>
                      <c:pt idx="23">
                        <c:v>26.401212142592001</c:v>
                      </c:pt>
                      <c:pt idx="24">
                        <c:v>18.823865292859001</c:v>
                      </c:pt>
                      <c:pt idx="25">
                        <c:v>11.842587765397999</c:v>
                      </c:pt>
                      <c:pt idx="26">
                        <c:v>7.0391451682050006</c:v>
                      </c:pt>
                      <c:pt idx="27">
                        <c:v>4.3047309500859994</c:v>
                      </c:pt>
                      <c:pt idx="28">
                        <c:v>2.8930024243510002</c:v>
                      </c:pt>
                      <c:pt idx="29">
                        <c:v>2.8354048479060001</c:v>
                      </c:pt>
                      <c:pt idx="30">
                        <c:v>5.5570252197550003</c:v>
                      </c:pt>
                      <c:pt idx="31">
                        <c:v>8.4428582070929998</c:v>
                      </c:pt>
                      <c:pt idx="32">
                        <c:v>12.370865492116998</c:v>
                      </c:pt>
                      <c:pt idx="33">
                        <c:v>15.252369423610002</c:v>
                      </c:pt>
                      <c:pt idx="34">
                        <c:v>17.85300367424</c:v>
                      </c:pt>
                      <c:pt idx="35">
                        <c:v>20.709703076070998</c:v>
                      </c:pt>
                      <c:pt idx="36">
                        <c:v>20.967574127523999</c:v>
                      </c:pt>
                      <c:pt idx="37">
                        <c:v>22.066224123091999</c:v>
                      </c:pt>
                      <c:pt idx="38">
                        <c:v>27.338465166989</c:v>
                      </c:pt>
                      <c:pt idx="39">
                        <c:v>25.176778123709997</c:v>
                      </c:pt>
                      <c:pt idx="40">
                        <c:v>20.612776055272999</c:v>
                      </c:pt>
                      <c:pt idx="41">
                        <c:v>20.865672665824</c:v>
                      </c:pt>
                      <c:pt idx="42">
                        <c:v>20.636438234846</c:v>
                      </c:pt>
                      <c:pt idx="43">
                        <c:v>24.652603315737</c:v>
                      </c:pt>
                      <c:pt idx="44">
                        <c:v>27.178585576793999</c:v>
                      </c:pt>
                      <c:pt idx="45">
                        <c:v>33.543797024351001</c:v>
                      </c:pt>
                      <c:pt idx="46">
                        <c:v>32.668504788191996</c:v>
                      </c:pt>
                      <c:pt idx="47">
                        <c:v>27.486712434505002</c:v>
                      </c:pt>
                      <c:pt idx="48">
                        <c:v>19.775016404064001</c:v>
                      </c:pt>
                      <c:pt idx="49">
                        <c:v>12.367886139028002</c:v>
                      </c:pt>
                      <c:pt idx="50">
                        <c:v>7.2443674217709999</c:v>
                      </c:pt>
                      <c:pt idx="51">
                        <c:v>4.2599505849989994</c:v>
                      </c:pt>
                      <c:pt idx="52">
                        <c:v>2.8167998911219998</c:v>
                      </c:pt>
                      <c:pt idx="53">
                        <c:v>2.8974191323010001</c:v>
                      </c:pt>
                      <c:pt idx="54">
                        <c:v>5.8365094560850004</c:v>
                      </c:pt>
                      <c:pt idx="55">
                        <c:v>8.8139221087620001</c:v>
                      </c:pt>
                      <c:pt idx="56">
                        <c:v>12.354085177991001</c:v>
                      </c:pt>
                      <c:pt idx="57">
                        <c:v>14.67935733707</c:v>
                      </c:pt>
                      <c:pt idx="58">
                        <c:v>16.403490994605999</c:v>
                      </c:pt>
                      <c:pt idx="59">
                        <c:v>18.856768808391003</c:v>
                      </c:pt>
                      <c:pt idx="60">
                        <c:v>20.317635992876998</c:v>
                      </c:pt>
                      <c:pt idx="61">
                        <c:v>23.649649954985001</c:v>
                      </c:pt>
                      <c:pt idx="62">
                        <c:v>24.904460944756998</c:v>
                      </c:pt>
                      <c:pt idx="63">
                        <c:v>23.900937868742002</c:v>
                      </c:pt>
                      <c:pt idx="64">
                        <c:v>19.979109469874995</c:v>
                      </c:pt>
                      <c:pt idx="65">
                        <c:v>20.486372559234002</c:v>
                      </c:pt>
                      <c:pt idx="66">
                        <c:v>20.710534902886</c:v>
                      </c:pt>
                      <c:pt idx="67">
                        <c:v>23.982727072792002</c:v>
                      </c:pt>
                      <c:pt idx="68">
                        <c:v>26.547877808515999</c:v>
                      </c:pt>
                      <c:pt idx="69">
                        <c:v>32.178113118334998</c:v>
                      </c:pt>
                      <c:pt idx="70">
                        <c:v>30.793144672023001</c:v>
                      </c:pt>
                      <c:pt idx="71">
                        <c:v>24.391543103769997</c:v>
                      </c:pt>
                      <c:pt idx="72">
                        <c:v>16.063542880246999</c:v>
                      </c:pt>
                      <c:pt idx="73">
                        <c:v>9.5211820638680003</c:v>
                      </c:pt>
                      <c:pt idx="74">
                        <c:v>5.5478641404899998</c:v>
                      </c:pt>
                      <c:pt idx="75">
                        <c:v>3.473592981006</c:v>
                      </c:pt>
                      <c:pt idx="76">
                        <c:v>2.5643299255070002</c:v>
                      </c:pt>
                      <c:pt idx="77">
                        <c:v>2.8463554427240001</c:v>
                      </c:pt>
                      <c:pt idx="78">
                        <c:v>6.1317622139459997</c:v>
                      </c:pt>
                      <c:pt idx="79">
                        <c:v>9.023914501458</c:v>
                      </c:pt>
                      <c:pt idx="80">
                        <c:v>11.399831023595002</c:v>
                      </c:pt>
                      <c:pt idx="81">
                        <c:v>12.938126840560001</c:v>
                      </c:pt>
                      <c:pt idx="82">
                        <c:v>14.589418355641</c:v>
                      </c:pt>
                      <c:pt idx="83">
                        <c:v>16.804808113099998</c:v>
                      </c:pt>
                      <c:pt idx="84">
                        <c:v>18.252768265859999</c:v>
                      </c:pt>
                      <c:pt idx="85">
                        <c:v>20.449512115352999</c:v>
                      </c:pt>
                      <c:pt idx="86">
                        <c:v>21.017269415892002</c:v>
                      </c:pt>
                      <c:pt idx="87">
                        <c:v>20.589371999152998</c:v>
                      </c:pt>
                      <c:pt idx="88">
                        <c:v>18.758501945463003</c:v>
                      </c:pt>
                      <c:pt idx="89">
                        <c:v>20.162529586184</c:v>
                      </c:pt>
                      <c:pt idx="90">
                        <c:v>19.419959020192998</c:v>
                      </c:pt>
                      <c:pt idx="91">
                        <c:v>22.94736211395</c:v>
                      </c:pt>
                      <c:pt idx="92">
                        <c:v>25.602140989885999</c:v>
                      </c:pt>
                      <c:pt idx="93">
                        <c:v>31.459303390538004</c:v>
                      </c:pt>
                      <c:pt idx="94">
                        <c:v>30.039210535993004</c:v>
                      </c:pt>
                      <c:pt idx="95">
                        <c:v>23.420549501396998</c:v>
                      </c:pt>
                      <c:pt idx="96">
                        <c:v>15.491822631065</c:v>
                      </c:pt>
                      <c:pt idx="97">
                        <c:v>9.1530437101509996</c:v>
                      </c:pt>
                      <c:pt idx="98">
                        <c:v>5.2576581262060005</c:v>
                      </c:pt>
                      <c:pt idx="99">
                        <c:v>3.2815506048900001</c:v>
                      </c:pt>
                      <c:pt idx="100">
                        <c:v>2.468454738118</c:v>
                      </c:pt>
                      <c:pt idx="101">
                        <c:v>2.7441789130120005</c:v>
                      </c:pt>
                      <c:pt idx="102">
                        <c:v>6.2038819207269995</c:v>
                      </c:pt>
                      <c:pt idx="103">
                        <c:v>9.3274814093119982</c:v>
                      </c:pt>
                      <c:pt idx="104">
                        <c:v>11.826054808548001</c:v>
                      </c:pt>
                      <c:pt idx="105">
                        <c:v>13.136286177959999</c:v>
                      </c:pt>
                      <c:pt idx="106">
                        <c:v>14.71518530114</c:v>
                      </c:pt>
                      <c:pt idx="107">
                        <c:v>16.957195078106999</c:v>
                      </c:pt>
                      <c:pt idx="108">
                        <c:v>18.48562275438</c:v>
                      </c:pt>
                      <c:pt idx="109">
                        <c:v>20.609951065419001</c:v>
                      </c:pt>
                      <c:pt idx="110">
                        <c:v>21.152712979274</c:v>
                      </c:pt>
                      <c:pt idx="111">
                        <c:v>20.648804589983001</c:v>
                      </c:pt>
                      <c:pt idx="112">
                        <c:v>18.752795084403001</c:v>
                      </c:pt>
                      <c:pt idx="113">
                        <c:v>20.048051053344999</c:v>
                      </c:pt>
                      <c:pt idx="114">
                        <c:v>19.461262415347999</c:v>
                      </c:pt>
                      <c:pt idx="115">
                        <c:v>23.099180828890997</c:v>
                      </c:pt>
                      <c:pt idx="116">
                        <c:v>25.880646884556</c:v>
                      </c:pt>
                      <c:pt idx="117">
                        <c:v>31.935175113101</c:v>
                      </c:pt>
                      <c:pt idx="118">
                        <c:v>30.199451797299002</c:v>
                      </c:pt>
                      <c:pt idx="119">
                        <c:v>23.550708237326997</c:v>
                      </c:pt>
                      <c:pt idx="120">
                        <c:v>15.518115182486001</c:v>
                      </c:pt>
                      <c:pt idx="121">
                        <c:v>9.1825886901710021</c:v>
                      </c:pt>
                      <c:pt idx="122">
                        <c:v>5.1905289551410005</c:v>
                      </c:pt>
                      <c:pt idx="123">
                        <c:v>3.198684374175</c:v>
                      </c:pt>
                      <c:pt idx="124">
                        <c:v>2.4103639758739996</c:v>
                      </c:pt>
                      <c:pt idx="125">
                        <c:v>2.8254735338299999</c:v>
                      </c:pt>
                      <c:pt idx="126">
                        <c:v>6.3105742818360007</c:v>
                      </c:pt>
                      <c:pt idx="127">
                        <c:v>9.6606593767030002</c:v>
                      </c:pt>
                      <c:pt idx="128">
                        <c:v>12.119234393996001</c:v>
                      </c:pt>
                      <c:pt idx="129">
                        <c:v>13.396493878258001</c:v>
                      </c:pt>
                      <c:pt idx="130">
                        <c:v>15.137316822097</c:v>
                      </c:pt>
                      <c:pt idx="131">
                        <c:v>17.097871532217997</c:v>
                      </c:pt>
                      <c:pt idx="132">
                        <c:v>18.831515782195002</c:v>
                      </c:pt>
                      <c:pt idx="133">
                        <c:v>22.343998998844999</c:v>
                      </c:pt>
                      <c:pt idx="134">
                        <c:v>23.072916330075</c:v>
                      </c:pt>
                      <c:pt idx="135">
                        <c:v>22.045695624891003</c:v>
                      </c:pt>
                      <c:pt idx="136">
                        <c:v>18.962780158365</c:v>
                      </c:pt>
                      <c:pt idx="137">
                        <c:v>20.183848395632996</c:v>
                      </c:pt>
                      <c:pt idx="138">
                        <c:v>21.540644635477001</c:v>
                      </c:pt>
                      <c:pt idx="139">
                        <c:v>25.007486816898997</c:v>
                      </c:pt>
                      <c:pt idx="140">
                        <c:v>26.263980499612</c:v>
                      </c:pt>
                      <c:pt idx="141">
                        <c:v>32.033805458090001</c:v>
                      </c:pt>
                      <c:pt idx="142">
                        <c:v>30.439524638123</c:v>
                      </c:pt>
                      <c:pt idx="143">
                        <c:v>24.143231951718001</c:v>
                      </c:pt>
                      <c:pt idx="144">
                        <c:v>16.361651437086</c:v>
                      </c:pt>
                      <c:pt idx="145">
                        <c:v>9.7426468559269992</c:v>
                      </c:pt>
                      <c:pt idx="146">
                        <c:v>6.0314129798340002</c:v>
                      </c:pt>
                      <c:pt idx="147">
                        <c:v>3.4063131515919998</c:v>
                      </c:pt>
                      <c:pt idx="148">
                        <c:v>2.5258721416179997</c:v>
                      </c:pt>
                      <c:pt idx="149">
                        <c:v>2.8445031321599998</c:v>
                      </c:pt>
                      <c:pt idx="150">
                        <c:v>6.5028203040110002</c:v>
                      </c:pt>
                      <c:pt idx="151">
                        <c:v>9.9292545012110001</c:v>
                      </c:pt>
                      <c:pt idx="152">
                        <c:v>12.338066411641</c:v>
                      </c:pt>
                      <c:pt idx="153">
                        <c:v>13.510254538295001</c:v>
                      </c:pt>
                      <c:pt idx="154">
                        <c:v>14.992471854755999</c:v>
                      </c:pt>
                      <c:pt idx="155">
                        <c:v>16.862709304312002</c:v>
                      </c:pt>
                      <c:pt idx="156">
                        <c:v>18.255497838614001</c:v>
                      </c:pt>
                      <c:pt idx="157">
                        <c:v>20.607048365875002</c:v>
                      </c:pt>
                      <c:pt idx="158">
                        <c:v>21.191388067964002</c:v>
                      </c:pt>
                      <c:pt idx="159">
                        <c:v>20.870806421199003</c:v>
                      </c:pt>
                      <c:pt idx="160">
                        <c:v>19.270492291478998</c:v>
                      </c:pt>
                      <c:pt idx="161">
                        <c:v>20.633332377875</c:v>
                      </c:pt>
                      <c:pt idx="162">
                        <c:v>20.288153534463</c:v>
                      </c:pt>
                      <c:pt idx="163">
                        <c:v>24.081577192192999</c:v>
                      </c:pt>
                      <c:pt idx="164">
                        <c:v>26.890545639771997</c:v>
                      </c:pt>
                      <c:pt idx="165">
                        <c:v>32.365889678011996</c:v>
                      </c:pt>
                      <c:pt idx="166">
                        <c:v>30.532753550495997</c:v>
                      </c:pt>
                      <c:pt idx="167">
                        <c:v>23.008843503102</c:v>
                      </c:pt>
                      <c:pt idx="168">
                        <c:v>14.951149133345998</c:v>
                      </c:pt>
                      <c:pt idx="169">
                        <c:v>8.8572439896950002</c:v>
                      </c:pt>
                      <c:pt idx="170">
                        <c:v>5.1776959961650002</c:v>
                      </c:pt>
                      <c:pt idx="171">
                        <c:v>3.264440952573</c:v>
                      </c:pt>
                      <c:pt idx="172">
                        <c:v>2.4918732304000004</c:v>
                      </c:pt>
                      <c:pt idx="173">
                        <c:v>2.8161557161560005</c:v>
                      </c:pt>
                      <c:pt idx="174">
                        <c:v>6.5593612892289999</c:v>
                      </c:pt>
                      <c:pt idx="175">
                        <c:v>10.502708141621001</c:v>
                      </c:pt>
                      <c:pt idx="176">
                        <c:v>13.435416700746</c:v>
                      </c:pt>
                      <c:pt idx="177">
                        <c:v>15.139335833928</c:v>
                      </c:pt>
                      <c:pt idx="178">
                        <c:v>16.321718206532001</c:v>
                      </c:pt>
                      <c:pt idx="179">
                        <c:v>17.823601904957002</c:v>
                      </c:pt>
                      <c:pt idx="180">
                        <c:v>19.431785287692996</c:v>
                      </c:pt>
                      <c:pt idx="181">
                        <c:v>21.829340304726998</c:v>
                      </c:pt>
                      <c:pt idx="182">
                        <c:v>22.480021662288998</c:v>
                      </c:pt>
                      <c:pt idx="183">
                        <c:v>21.927639484559002</c:v>
                      </c:pt>
                      <c:pt idx="184">
                        <c:v>19.318368232436001</c:v>
                      </c:pt>
                      <c:pt idx="185">
                        <c:v>20.597494625722</c:v>
                      </c:pt>
                      <c:pt idx="186">
                        <c:v>20.463423930817999</c:v>
                      </c:pt>
                      <c:pt idx="187">
                        <c:v>24.644137851656001</c:v>
                      </c:pt>
                      <c:pt idx="188">
                        <c:v>27.297793698911999</c:v>
                      </c:pt>
                      <c:pt idx="189">
                        <c:v>32.413728962133</c:v>
                      </c:pt>
                      <c:pt idx="190">
                        <c:v>31.467379865628999</c:v>
                      </c:pt>
                      <c:pt idx="191">
                        <c:v>25.508474284588999</c:v>
                      </c:pt>
                      <c:pt idx="192">
                        <c:v>17.843016080353998</c:v>
                      </c:pt>
                      <c:pt idx="193">
                        <c:v>11.224418856090001</c:v>
                      </c:pt>
                      <c:pt idx="194">
                        <c:v>6.6110753005910006</c:v>
                      </c:pt>
                      <c:pt idx="195">
                        <c:v>4.189122989466</c:v>
                      </c:pt>
                      <c:pt idx="196">
                        <c:v>2.9065742992060004</c:v>
                      </c:pt>
                      <c:pt idx="197">
                        <c:v>2.8145865201219999</c:v>
                      </c:pt>
                      <c:pt idx="198">
                        <c:v>5.7819658586719997</c:v>
                      </c:pt>
                      <c:pt idx="199">
                        <c:v>8.9675407651279997</c:v>
                      </c:pt>
                      <c:pt idx="200">
                        <c:v>12.713428274388001</c:v>
                      </c:pt>
                      <c:pt idx="201">
                        <c:v>15.396870692635</c:v>
                      </c:pt>
                      <c:pt idx="202">
                        <c:v>17.845417382611</c:v>
                      </c:pt>
                      <c:pt idx="203">
                        <c:v>20.625950375746001</c:v>
                      </c:pt>
                      <c:pt idx="204">
                        <c:v>20.704767478280999</c:v>
                      </c:pt>
                      <c:pt idx="205">
                        <c:v>22.178567543561002</c:v>
                      </c:pt>
                      <c:pt idx="206">
                        <c:v>27.500555267032002</c:v>
                      </c:pt>
                      <c:pt idx="207">
                        <c:v>25.019838543760002</c:v>
                      </c:pt>
                      <c:pt idx="208">
                        <c:v>20.657490828381999</c:v>
                      </c:pt>
                      <c:pt idx="209">
                        <c:v>21.336162717979999</c:v>
                      </c:pt>
                      <c:pt idx="210">
                        <c:v>20.406992630710999</c:v>
                      </c:pt>
                      <c:pt idx="211">
                        <c:v>24.69478116813</c:v>
                      </c:pt>
                      <c:pt idx="212">
                        <c:v>27.550250514188001</c:v>
                      </c:pt>
                      <c:pt idx="213">
                        <c:v>33.091180724830998</c:v>
                      </c:pt>
                      <c:pt idx="214">
                        <c:v>32.571512595710004</c:v>
                      </c:pt>
                      <c:pt idx="215">
                        <c:v>26.267294312781999</c:v>
                      </c:pt>
                      <c:pt idx="216">
                        <c:v>18.033680852897</c:v>
                      </c:pt>
                      <c:pt idx="217">
                        <c:v>10.87890707709</c:v>
                      </c:pt>
                      <c:pt idx="218">
                        <c:v>6.2393693402469994</c:v>
                      </c:pt>
                      <c:pt idx="219">
                        <c:v>3.735410180558</c:v>
                      </c:pt>
                      <c:pt idx="220">
                        <c:v>2.6236794835980004</c:v>
                      </c:pt>
                      <c:pt idx="221">
                        <c:v>2.7416669262079996</c:v>
                      </c:pt>
                      <c:pt idx="222">
                        <c:v>5.8818157168659999</c:v>
                      </c:pt>
                      <c:pt idx="223">
                        <c:v>9.0302889813970015</c:v>
                      </c:pt>
                      <c:pt idx="224">
                        <c:v>12.514810787848999</c:v>
                      </c:pt>
                      <c:pt idx="225">
                        <c:v>14.703225201682999</c:v>
                      </c:pt>
                      <c:pt idx="226">
                        <c:v>16.31466441577</c:v>
                      </c:pt>
                      <c:pt idx="227">
                        <c:v>18.534368679177998</c:v>
                      </c:pt>
                      <c:pt idx="228">
                        <c:v>19.604526652110998</c:v>
                      </c:pt>
                      <c:pt idx="229">
                        <c:v>23.231836691601</c:v>
                      </c:pt>
                      <c:pt idx="230">
                        <c:v>24.680236875898999</c:v>
                      </c:pt>
                      <c:pt idx="231">
                        <c:v>23.510805445700001</c:v>
                      </c:pt>
                      <c:pt idx="232">
                        <c:v>19.953737958996999</c:v>
                      </c:pt>
                      <c:pt idx="233">
                        <c:v>20.856449705836003</c:v>
                      </c:pt>
                      <c:pt idx="234">
                        <c:v>20.334142246664999</c:v>
                      </c:pt>
                      <c:pt idx="235">
                        <c:v>23.989051746860998</c:v>
                      </c:pt>
                      <c:pt idx="236">
                        <c:v>27.343142726653003</c:v>
                      </c:pt>
                      <c:pt idx="237">
                        <c:v>32.768298922401002</c:v>
                      </c:pt>
                      <c:pt idx="238">
                        <c:v>30.312669167260996</c:v>
                      </c:pt>
                      <c:pt idx="239">
                        <c:v>23.143329477758996</c:v>
                      </c:pt>
                      <c:pt idx="240">
                        <c:v>14.838664093965999</c:v>
                      </c:pt>
                      <c:pt idx="241">
                        <c:v>8.7079999685820013</c:v>
                      </c:pt>
                      <c:pt idx="242">
                        <c:v>4.9878920413949999</c:v>
                      </c:pt>
                      <c:pt idx="243">
                        <c:v>3.1643618297860003</c:v>
                      </c:pt>
                      <c:pt idx="244">
                        <c:v>2.474351143062</c:v>
                      </c:pt>
                      <c:pt idx="245">
                        <c:v>2.7503058363620001</c:v>
                      </c:pt>
                      <c:pt idx="246">
                        <c:v>6.1920763494909998</c:v>
                      </c:pt>
                      <c:pt idx="247">
                        <c:v>9.3391831980950002</c:v>
                      </c:pt>
                      <c:pt idx="248">
                        <c:v>11.730349850713001</c:v>
                      </c:pt>
                      <c:pt idx="249">
                        <c:v>12.816490798918</c:v>
                      </c:pt>
                      <c:pt idx="250">
                        <c:v>14.503220055511001</c:v>
                      </c:pt>
                      <c:pt idx="251">
                        <c:v>16.717050548549</c:v>
                      </c:pt>
                      <c:pt idx="252">
                        <c:v>18.513125488584002</c:v>
                      </c:pt>
                      <c:pt idx="253">
                        <c:v>21.368651704131</c:v>
                      </c:pt>
                      <c:pt idx="254">
                        <c:v>22.113011465493003</c:v>
                      </c:pt>
                      <c:pt idx="255">
                        <c:v>21.463493586676002</c:v>
                      </c:pt>
                      <c:pt idx="256">
                        <c:v>19.747928314707</c:v>
                      </c:pt>
                      <c:pt idx="257">
                        <c:v>21.714528932635002</c:v>
                      </c:pt>
                      <c:pt idx="258">
                        <c:v>20.767702617464998</c:v>
                      </c:pt>
                      <c:pt idx="259">
                        <c:v>24.268530904136004</c:v>
                      </c:pt>
                      <c:pt idx="260">
                        <c:v>27.515270854437002</c:v>
                      </c:pt>
                      <c:pt idx="261">
                        <c:v>32.285926854758003</c:v>
                      </c:pt>
                      <c:pt idx="262">
                        <c:v>29.935990925906999</c:v>
                      </c:pt>
                      <c:pt idx="263">
                        <c:v>22.527311911751003</c:v>
                      </c:pt>
                      <c:pt idx="264">
                        <c:v>14.292065324393</c:v>
                      </c:pt>
                      <c:pt idx="265">
                        <c:v>8.1629423803750001</c:v>
                      </c:pt>
                      <c:pt idx="266">
                        <c:v>4.7506919048169998</c:v>
                      </c:pt>
                      <c:pt idx="267">
                        <c:v>3.0485526687819999</c:v>
                      </c:pt>
                      <c:pt idx="268">
                        <c:v>2.4280891083319998</c:v>
                      </c:pt>
                      <c:pt idx="269">
                        <c:v>2.645215956011</c:v>
                      </c:pt>
                      <c:pt idx="270">
                        <c:v>6.3083648960250001</c:v>
                      </c:pt>
                      <c:pt idx="271">
                        <c:v>9.7929009184600009</c:v>
                      </c:pt>
                      <c:pt idx="272">
                        <c:v>12.000327334151001</c:v>
                      </c:pt>
                      <c:pt idx="273">
                        <c:v>13.261882395998999</c:v>
                      </c:pt>
                      <c:pt idx="274">
                        <c:v>14.772164961484</c:v>
                      </c:pt>
                      <c:pt idx="275">
                        <c:v>17.066090244130997</c:v>
                      </c:pt>
                      <c:pt idx="276">
                        <c:v>18.407707064921002</c:v>
                      </c:pt>
                      <c:pt idx="277">
                        <c:v>20.826682980441998</c:v>
                      </c:pt>
                      <c:pt idx="278">
                        <c:v>21.234213177282001</c:v>
                      </c:pt>
                      <c:pt idx="279">
                        <c:v>20.577510544399001</c:v>
                      </c:pt>
                      <c:pt idx="280">
                        <c:v>19.040793784950001</c:v>
                      </c:pt>
                      <c:pt idx="281">
                        <c:v>20.772882147854002</c:v>
                      </c:pt>
                      <c:pt idx="282">
                        <c:v>20.013094163531001</c:v>
                      </c:pt>
                      <c:pt idx="283">
                        <c:v>23.940045367405002</c:v>
                      </c:pt>
                      <c:pt idx="284">
                        <c:v>27.448487981969997</c:v>
                      </c:pt>
                      <c:pt idx="285">
                        <c:v>32.597400886720003</c:v>
                      </c:pt>
                      <c:pt idx="286">
                        <c:v>30.06456041629</c:v>
                      </c:pt>
                      <c:pt idx="287">
                        <c:v>22.236879962161002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F-B4D5-4FAE-AE9D-D02EB97D558B}"/>
                  </c:ext>
                </c:extLst>
              </c15:ser>
            </c15:filteredLineSeries>
            <c15:filteredLineSeries>
              <c15:ser>
                <c:idx val="28"/>
                <c:order val="2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12-10-2026'!$AD$1</c15:sqref>
                        </c15:formulaRef>
                      </c:ext>
                    </c:extLst>
                    <c:strCache>
                      <c:ptCount val="1"/>
                      <c:pt idx="0">
                        <c:v>vORN GI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12-10-2026'!$AD$2:$AD$289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2.205958415914</c:v>
                      </c:pt>
                      <c:pt idx="1">
                        <c:v>1.336205761282</c:v>
                      </c:pt>
                      <c:pt idx="2">
                        <c:v>0.77305298462299998</c:v>
                      </c:pt>
                      <c:pt idx="3">
                        <c:v>0.50511633059399996</c:v>
                      </c:pt>
                      <c:pt idx="4">
                        <c:v>0.42206764958499998</c:v>
                      </c:pt>
                      <c:pt idx="5">
                        <c:v>0.60401851721400002</c:v>
                      </c:pt>
                      <c:pt idx="6">
                        <c:v>1.3719785958140001</c:v>
                      </c:pt>
                      <c:pt idx="7">
                        <c:v>1.990544602498</c:v>
                      </c:pt>
                      <c:pt idx="8">
                        <c:v>2.2477397307620004</c:v>
                      </c:pt>
                      <c:pt idx="9">
                        <c:v>2.2733073840369999</c:v>
                      </c:pt>
                      <c:pt idx="10">
                        <c:v>2.3978128025479997</c:v>
                      </c:pt>
                      <c:pt idx="11">
                        <c:v>2.6746790552079998</c:v>
                      </c:pt>
                      <c:pt idx="12">
                        <c:v>3.0399401540509996</c:v>
                      </c:pt>
                      <c:pt idx="13">
                        <c:v>3.4038052244810002</c:v>
                      </c:pt>
                      <c:pt idx="14">
                        <c:v>3.4950104959829997</c:v>
                      </c:pt>
                      <c:pt idx="15">
                        <c:v>3.3977350628029996</c:v>
                      </c:pt>
                      <c:pt idx="16">
                        <c:v>2.9716017529809999</c:v>
                      </c:pt>
                      <c:pt idx="17">
                        <c:v>2.9614963013379998</c:v>
                      </c:pt>
                      <c:pt idx="18">
                        <c:v>2.9357326101150001</c:v>
                      </c:pt>
                      <c:pt idx="19">
                        <c:v>3.3392102062960003</c:v>
                      </c:pt>
                      <c:pt idx="20">
                        <c:v>3.6415901602910004</c:v>
                      </c:pt>
                      <c:pt idx="21">
                        <c:v>4.1995025003920006</c:v>
                      </c:pt>
                      <c:pt idx="22">
                        <c:v>4.2642275332640001</c:v>
                      </c:pt>
                      <c:pt idx="23">
                        <c:v>3.5979817202980002</c:v>
                      </c:pt>
                      <c:pt idx="24">
                        <c:v>2.5081631410959999</c:v>
                      </c:pt>
                      <c:pt idx="25">
                        <c:v>1.5504800115819999</c:v>
                      </c:pt>
                      <c:pt idx="26">
                        <c:v>0.96606653492500005</c:v>
                      </c:pt>
                      <c:pt idx="27">
                        <c:v>0.59685945245800009</c:v>
                      </c:pt>
                      <c:pt idx="28">
                        <c:v>0.45374390218699995</c:v>
                      </c:pt>
                      <c:pt idx="29">
                        <c:v>0.58312482758599993</c:v>
                      </c:pt>
                      <c:pt idx="30">
                        <c:v>1.224685661721</c:v>
                      </c:pt>
                      <c:pt idx="31">
                        <c:v>1.7934412874060002</c:v>
                      </c:pt>
                      <c:pt idx="32">
                        <c:v>2.3788608106210001</c:v>
                      </c:pt>
                      <c:pt idx="33">
                        <c:v>2.6156003264979999</c:v>
                      </c:pt>
                      <c:pt idx="34">
                        <c:v>2.8588461992640002</c:v>
                      </c:pt>
                      <c:pt idx="35">
                        <c:v>3.1439655863589997</c:v>
                      </c:pt>
                      <c:pt idx="36">
                        <c:v>3.2348789863160001</c:v>
                      </c:pt>
                      <c:pt idx="37">
                        <c:v>3.41966389229</c:v>
                      </c:pt>
                      <c:pt idx="38">
                        <c:v>3.9589044989720001</c:v>
                      </c:pt>
                      <c:pt idx="39">
                        <c:v>3.7662001965690002</c:v>
                      </c:pt>
                      <c:pt idx="40">
                        <c:v>3.1627750584569996</c:v>
                      </c:pt>
                      <c:pt idx="41">
                        <c:v>3.0374794315739999</c:v>
                      </c:pt>
                      <c:pt idx="42">
                        <c:v>2.9500708298209997</c:v>
                      </c:pt>
                      <c:pt idx="43">
                        <c:v>3.4964722061370002</c:v>
                      </c:pt>
                      <c:pt idx="44">
                        <c:v>3.7323918794590001</c:v>
                      </c:pt>
                      <c:pt idx="45">
                        <c:v>4.3003696811840006</c:v>
                      </c:pt>
                      <c:pt idx="46">
                        <c:v>4.3315703895229998</c:v>
                      </c:pt>
                      <c:pt idx="47">
                        <c:v>3.7021626765170002</c:v>
                      </c:pt>
                      <c:pt idx="48">
                        <c:v>2.6427080020570002</c:v>
                      </c:pt>
                      <c:pt idx="49">
                        <c:v>1.6646500329710001</c:v>
                      </c:pt>
                      <c:pt idx="50">
                        <c:v>0.97107595312099992</c:v>
                      </c:pt>
                      <c:pt idx="51">
                        <c:v>0.60042147751600006</c:v>
                      </c:pt>
                      <c:pt idx="52">
                        <c:v>0.46559353075999999</c:v>
                      </c:pt>
                      <c:pt idx="53">
                        <c:v>0.59367727884900001</c:v>
                      </c:pt>
                      <c:pt idx="54">
                        <c:v>1.2967807139990002</c:v>
                      </c:pt>
                      <c:pt idx="55">
                        <c:v>1.9217135967289998</c:v>
                      </c:pt>
                      <c:pt idx="56">
                        <c:v>2.3867031582019997</c:v>
                      </c:pt>
                      <c:pt idx="57">
                        <c:v>2.5379721100170003</c:v>
                      </c:pt>
                      <c:pt idx="58">
                        <c:v>2.7048348687550003</c:v>
                      </c:pt>
                      <c:pt idx="59">
                        <c:v>2.9843784566469997</c:v>
                      </c:pt>
                      <c:pt idx="60">
                        <c:v>3.2570033227100001</c:v>
                      </c:pt>
                      <c:pt idx="61">
                        <c:v>3.6844815335909997</c:v>
                      </c:pt>
                      <c:pt idx="62">
                        <c:v>3.8228270902209998</c:v>
                      </c:pt>
                      <c:pt idx="63">
                        <c:v>3.6356993350029998</c:v>
                      </c:pt>
                      <c:pt idx="64">
                        <c:v>3.0780049464550001</c:v>
                      </c:pt>
                      <c:pt idx="65">
                        <c:v>2.9526960734839998</c:v>
                      </c:pt>
                      <c:pt idx="66">
                        <c:v>2.9671522006169999</c:v>
                      </c:pt>
                      <c:pt idx="67">
                        <c:v>3.4080544391350003</c:v>
                      </c:pt>
                      <c:pt idx="68">
                        <c:v>3.6824486662310005</c:v>
                      </c:pt>
                      <c:pt idx="69">
                        <c:v>4.281277163203999</c:v>
                      </c:pt>
                      <c:pt idx="70">
                        <c:v>4.2375643121279998</c:v>
                      </c:pt>
                      <c:pt idx="71">
                        <c:v>3.4341284793819997</c:v>
                      </c:pt>
                      <c:pt idx="72">
                        <c:v>2.2803819937240002</c:v>
                      </c:pt>
                      <c:pt idx="73">
                        <c:v>1.3426048041429999</c:v>
                      </c:pt>
                      <c:pt idx="74">
                        <c:v>0.77817290729900002</c:v>
                      </c:pt>
                      <c:pt idx="75">
                        <c:v>0.50988587825199994</c:v>
                      </c:pt>
                      <c:pt idx="76">
                        <c:v>0.44823686536899998</c:v>
                      </c:pt>
                      <c:pt idx="77">
                        <c:v>0.63100590728700012</c:v>
                      </c:pt>
                      <c:pt idx="78">
                        <c:v>1.4292710151050003</c:v>
                      </c:pt>
                      <c:pt idx="79">
                        <c:v>1.9504615627870001</c:v>
                      </c:pt>
                      <c:pt idx="80">
                        <c:v>2.2070922869639999</c:v>
                      </c:pt>
                      <c:pt idx="81">
                        <c:v>2.2106309636670001</c:v>
                      </c:pt>
                      <c:pt idx="82">
                        <c:v>2.343881924328</c:v>
                      </c:pt>
                      <c:pt idx="83">
                        <c:v>2.6539209064959999</c:v>
                      </c:pt>
                      <c:pt idx="84">
                        <c:v>2.9979005544170003</c:v>
                      </c:pt>
                      <c:pt idx="85">
                        <c:v>3.2472968936429996</c:v>
                      </c:pt>
                      <c:pt idx="86">
                        <c:v>3.3624427046869996</c:v>
                      </c:pt>
                      <c:pt idx="87">
                        <c:v>3.303631643728</c:v>
                      </c:pt>
                      <c:pt idx="88">
                        <c:v>3.0021726088979999</c:v>
                      </c:pt>
                      <c:pt idx="89">
                        <c:v>2.9813589207410001</c:v>
                      </c:pt>
                      <c:pt idx="90">
                        <c:v>2.842665704646</c:v>
                      </c:pt>
                      <c:pt idx="91">
                        <c:v>3.3048411399140001</c:v>
                      </c:pt>
                      <c:pt idx="92">
                        <c:v>3.5942700595699999</c:v>
                      </c:pt>
                      <c:pt idx="93">
                        <c:v>4.1577025199669997</c:v>
                      </c:pt>
                      <c:pt idx="94">
                        <c:v>4.0687275986870004</c:v>
                      </c:pt>
                      <c:pt idx="95">
                        <c:v>3.2372543071990001</c:v>
                      </c:pt>
                      <c:pt idx="96">
                        <c:v>2.1303519651830003</c:v>
                      </c:pt>
                      <c:pt idx="97">
                        <c:v>1.2350914808299998</c:v>
                      </c:pt>
                      <c:pt idx="98">
                        <c:v>0.72939405920400002</c:v>
                      </c:pt>
                      <c:pt idx="99">
                        <c:v>0.48325111742899995</c:v>
                      </c:pt>
                      <c:pt idx="100">
                        <c:v>0.408809990826</c:v>
                      </c:pt>
                      <c:pt idx="101">
                        <c:v>0.58490127844199991</c:v>
                      </c:pt>
                      <c:pt idx="102">
                        <c:v>1.3860796323410001</c:v>
                      </c:pt>
                      <c:pt idx="103">
                        <c:v>1.938412921074</c:v>
                      </c:pt>
                      <c:pt idx="104">
                        <c:v>2.2096990202729998</c:v>
                      </c:pt>
                      <c:pt idx="105">
                        <c:v>2.20956835939</c:v>
                      </c:pt>
                      <c:pt idx="106">
                        <c:v>2.315811696266</c:v>
                      </c:pt>
                      <c:pt idx="107">
                        <c:v>2.6403804799780004</c:v>
                      </c:pt>
                      <c:pt idx="108">
                        <c:v>2.9643068913440001</c:v>
                      </c:pt>
                      <c:pt idx="109">
                        <c:v>3.3141059986850001</c:v>
                      </c:pt>
                      <c:pt idx="110">
                        <c:v>3.3647992695409998</c:v>
                      </c:pt>
                      <c:pt idx="111">
                        <c:v>3.2737679411060001</c:v>
                      </c:pt>
                      <c:pt idx="112">
                        <c:v>2.9259079900939997</c:v>
                      </c:pt>
                      <c:pt idx="113">
                        <c:v>2.9235792859800003</c:v>
                      </c:pt>
                      <c:pt idx="114">
                        <c:v>2.8635382281240003</c:v>
                      </c:pt>
                      <c:pt idx="115">
                        <c:v>3.3062621364930003</c:v>
                      </c:pt>
                      <c:pt idx="116">
                        <c:v>3.6088431786909996</c:v>
                      </c:pt>
                      <c:pt idx="117">
                        <c:v>4.1738588648199997</c:v>
                      </c:pt>
                      <c:pt idx="118">
                        <c:v>4.0841656318249999</c:v>
                      </c:pt>
                      <c:pt idx="119">
                        <c:v>3.2153232996000001</c:v>
                      </c:pt>
                      <c:pt idx="120">
                        <c:v>2.0712881934949996</c:v>
                      </c:pt>
                      <c:pt idx="121">
                        <c:v>1.1818304517780001</c:v>
                      </c:pt>
                      <c:pt idx="122">
                        <c:v>0.70798857225</c:v>
                      </c:pt>
                      <c:pt idx="123">
                        <c:v>0.46544826335899997</c:v>
                      </c:pt>
                      <c:pt idx="124">
                        <c:v>0.39995477632299997</c:v>
                      </c:pt>
                      <c:pt idx="125">
                        <c:v>0.57219714658999998</c:v>
                      </c:pt>
                      <c:pt idx="126">
                        <c:v>1.376552401661</c:v>
                      </c:pt>
                      <c:pt idx="127">
                        <c:v>1.9264604849</c:v>
                      </c:pt>
                      <c:pt idx="128">
                        <c:v>2.1951405482179998</c:v>
                      </c:pt>
                      <c:pt idx="129">
                        <c:v>2.2092994932700001</c:v>
                      </c:pt>
                      <c:pt idx="130">
                        <c:v>2.3765888830340001</c:v>
                      </c:pt>
                      <c:pt idx="131">
                        <c:v>2.635774196271</c:v>
                      </c:pt>
                      <c:pt idx="132">
                        <c:v>3.0228447798840001</c:v>
                      </c:pt>
                      <c:pt idx="133">
                        <c:v>3.4862216539099999</c:v>
                      </c:pt>
                      <c:pt idx="134">
                        <c:v>3.5717431405399998</c:v>
                      </c:pt>
                      <c:pt idx="135">
                        <c:v>3.4233773839010002</c:v>
                      </c:pt>
                      <c:pt idx="136">
                        <c:v>2.89357265149</c:v>
                      </c:pt>
                      <c:pt idx="137">
                        <c:v>2.8854573156980003</c:v>
                      </c:pt>
                      <c:pt idx="138">
                        <c:v>2.8971905914909999</c:v>
                      </c:pt>
                      <c:pt idx="139">
                        <c:v>3.3787701792930003</c:v>
                      </c:pt>
                      <c:pt idx="140">
                        <c:v>3.6049432299299999</c:v>
                      </c:pt>
                      <c:pt idx="141">
                        <c:v>4.1844743496019996</c:v>
                      </c:pt>
                      <c:pt idx="142">
                        <c:v>4.1091260459400001</c:v>
                      </c:pt>
                      <c:pt idx="143">
                        <c:v>3.2922529270839997</c:v>
                      </c:pt>
                      <c:pt idx="144">
                        <c:v>2.1400700815880001</c:v>
                      </c:pt>
                      <c:pt idx="145">
                        <c:v>1.2493341889469998</c:v>
                      </c:pt>
                      <c:pt idx="146">
                        <c:v>0.7630233633889999</c:v>
                      </c:pt>
                      <c:pt idx="147">
                        <c:v>0.49033354793999995</c:v>
                      </c:pt>
                      <c:pt idx="148">
                        <c:v>0.435876325457</c:v>
                      </c:pt>
                      <c:pt idx="149">
                        <c:v>0.60369231900300002</c:v>
                      </c:pt>
                      <c:pt idx="150">
                        <c:v>1.4761050823170001</c:v>
                      </c:pt>
                      <c:pt idx="151">
                        <c:v>1.998245860703</c:v>
                      </c:pt>
                      <c:pt idx="152">
                        <c:v>2.2832247053260004</c:v>
                      </c:pt>
                      <c:pt idx="153">
                        <c:v>2.246264200263</c:v>
                      </c:pt>
                      <c:pt idx="154">
                        <c:v>2.3470217983469999</c:v>
                      </c:pt>
                      <c:pt idx="155">
                        <c:v>2.5919818005770003</c:v>
                      </c:pt>
                      <c:pt idx="156">
                        <c:v>2.8972777093619997</c:v>
                      </c:pt>
                      <c:pt idx="157">
                        <c:v>3.1894951513950001</c:v>
                      </c:pt>
                      <c:pt idx="158">
                        <c:v>3.2550571744999997</c:v>
                      </c:pt>
                      <c:pt idx="159">
                        <c:v>3.245478367214</c:v>
                      </c:pt>
                      <c:pt idx="160">
                        <c:v>2.9682543317450003</c:v>
                      </c:pt>
                      <c:pt idx="161">
                        <c:v>2.9765211314800002</c:v>
                      </c:pt>
                      <c:pt idx="162">
                        <c:v>2.9254579372470002</c:v>
                      </c:pt>
                      <c:pt idx="163">
                        <c:v>3.3736047597059997</c:v>
                      </c:pt>
                      <c:pt idx="164">
                        <c:v>3.6252882148720005</c:v>
                      </c:pt>
                      <c:pt idx="165">
                        <c:v>4.202437188907</c:v>
                      </c:pt>
                      <c:pt idx="166">
                        <c:v>4.0647424529919993</c:v>
                      </c:pt>
                      <c:pt idx="167">
                        <c:v>3.139245600767</c:v>
                      </c:pt>
                      <c:pt idx="168">
                        <c:v>2.051973398241</c:v>
                      </c:pt>
                      <c:pt idx="169">
                        <c:v>1.1570272841110001</c:v>
                      </c:pt>
                      <c:pt idx="170">
                        <c:v>0.67027230789100001</c:v>
                      </c:pt>
                      <c:pt idx="171">
                        <c:v>0.449087700471</c:v>
                      </c:pt>
                      <c:pt idx="172">
                        <c:v>0.38197361445900002</c:v>
                      </c:pt>
                      <c:pt idx="173">
                        <c:v>0.58637449082500004</c:v>
                      </c:pt>
                      <c:pt idx="174">
                        <c:v>1.440535386261</c:v>
                      </c:pt>
                      <c:pt idx="175">
                        <c:v>2.132486495093</c:v>
                      </c:pt>
                      <c:pt idx="176">
                        <c:v>2.4277628311430002</c:v>
                      </c:pt>
                      <c:pt idx="177">
                        <c:v>2.3861956691619999</c:v>
                      </c:pt>
                      <c:pt idx="178">
                        <c:v>2.4252204080150004</c:v>
                      </c:pt>
                      <c:pt idx="179">
                        <c:v>2.6526793076250001</c:v>
                      </c:pt>
                      <c:pt idx="180">
                        <c:v>2.9974727652669997</c:v>
                      </c:pt>
                      <c:pt idx="181">
                        <c:v>3.3359331310210001</c:v>
                      </c:pt>
                      <c:pt idx="182">
                        <c:v>3.3848496497209997</c:v>
                      </c:pt>
                      <c:pt idx="183">
                        <c:v>3.3291126192199996</c:v>
                      </c:pt>
                      <c:pt idx="184">
                        <c:v>2.9194830878839997</c:v>
                      </c:pt>
                      <c:pt idx="185">
                        <c:v>2.903294175359</c:v>
                      </c:pt>
                      <c:pt idx="186">
                        <c:v>2.8373170238179997</c:v>
                      </c:pt>
                      <c:pt idx="187">
                        <c:v>3.4054978141279997</c:v>
                      </c:pt>
                      <c:pt idx="188">
                        <c:v>3.7020161851350002</c:v>
                      </c:pt>
                      <c:pt idx="189">
                        <c:v>4.240663256325</c:v>
                      </c:pt>
                      <c:pt idx="190">
                        <c:v>4.2251035013760001</c:v>
                      </c:pt>
                      <c:pt idx="191">
                        <c:v>3.4667980962749998</c:v>
                      </c:pt>
                      <c:pt idx="192">
                        <c:v>2.4070819543809998</c:v>
                      </c:pt>
                      <c:pt idx="193">
                        <c:v>1.4484426506249999</c:v>
                      </c:pt>
                      <c:pt idx="194">
                        <c:v>0.86453544931000004</c:v>
                      </c:pt>
                      <c:pt idx="195">
                        <c:v>0.57049022524900006</c:v>
                      </c:pt>
                      <c:pt idx="196">
                        <c:v>0.46421806794999998</c:v>
                      </c:pt>
                      <c:pt idx="197">
                        <c:v>0.56427132471399999</c:v>
                      </c:pt>
                      <c:pt idx="198">
                        <c:v>1.2735917180230001</c:v>
                      </c:pt>
                      <c:pt idx="199">
                        <c:v>1.8899422802079999</c:v>
                      </c:pt>
                      <c:pt idx="200">
                        <c:v>2.4262756624829995</c:v>
                      </c:pt>
                      <c:pt idx="201">
                        <c:v>2.582624304161</c:v>
                      </c:pt>
                      <c:pt idx="202">
                        <c:v>2.754765216285</c:v>
                      </c:pt>
                      <c:pt idx="203">
                        <c:v>3.1097585795130001</c:v>
                      </c:pt>
                      <c:pt idx="204">
                        <c:v>3.2287309440229999</c:v>
                      </c:pt>
                      <c:pt idx="205">
                        <c:v>3.3985480852879997</c:v>
                      </c:pt>
                      <c:pt idx="206">
                        <c:v>3.9535770213559998</c:v>
                      </c:pt>
                      <c:pt idx="207">
                        <c:v>3.6862248373490001</c:v>
                      </c:pt>
                      <c:pt idx="208">
                        <c:v>3.1521087246319999</c:v>
                      </c:pt>
                      <c:pt idx="209">
                        <c:v>3.0686319142470002</c:v>
                      </c:pt>
                      <c:pt idx="210">
                        <c:v>2.9669949862019998</c:v>
                      </c:pt>
                      <c:pt idx="211">
                        <c:v>3.5158598218870001</c:v>
                      </c:pt>
                      <c:pt idx="212">
                        <c:v>3.8202755206519998</c:v>
                      </c:pt>
                      <c:pt idx="213">
                        <c:v>4.3673743304599997</c:v>
                      </c:pt>
                      <c:pt idx="214">
                        <c:v>4.3045450105729994</c:v>
                      </c:pt>
                      <c:pt idx="215">
                        <c:v>3.5601759360639997</c:v>
                      </c:pt>
                      <c:pt idx="216">
                        <c:v>2.4400054550259997</c:v>
                      </c:pt>
                      <c:pt idx="217">
                        <c:v>1.43332775106</c:v>
                      </c:pt>
                      <c:pt idx="218">
                        <c:v>0.83710135905299998</c:v>
                      </c:pt>
                      <c:pt idx="219">
                        <c:v>0.54205832323500003</c:v>
                      </c:pt>
                      <c:pt idx="220">
                        <c:v>0.44992751979600004</c:v>
                      </c:pt>
                      <c:pt idx="221">
                        <c:v>0.55281251724199998</c:v>
                      </c:pt>
                      <c:pt idx="222">
                        <c:v>1.280184253426</c:v>
                      </c:pt>
                      <c:pt idx="223">
                        <c:v>1.900148654029</c:v>
                      </c:pt>
                      <c:pt idx="224">
                        <c:v>2.3898053642520001</c:v>
                      </c:pt>
                      <c:pt idx="225">
                        <c:v>2.504628147384</c:v>
                      </c:pt>
                      <c:pt idx="226">
                        <c:v>2.5797465069030001</c:v>
                      </c:pt>
                      <c:pt idx="227">
                        <c:v>2.8776978130109998</c:v>
                      </c:pt>
                      <c:pt idx="228">
                        <c:v>3.1138213473470002</c:v>
                      </c:pt>
                      <c:pt idx="229">
                        <c:v>3.5766940975420001</c:v>
                      </c:pt>
                      <c:pt idx="230">
                        <c:v>3.7672455528920001</c:v>
                      </c:pt>
                      <c:pt idx="231">
                        <c:v>3.5657806633020002</c:v>
                      </c:pt>
                      <c:pt idx="232">
                        <c:v>3.0407921504910003</c:v>
                      </c:pt>
                      <c:pt idx="233">
                        <c:v>2.946456151424</c:v>
                      </c:pt>
                      <c:pt idx="234">
                        <c:v>2.890425279814</c:v>
                      </c:pt>
                      <c:pt idx="235">
                        <c:v>3.3715011795340004</c:v>
                      </c:pt>
                      <c:pt idx="236">
                        <c:v>3.7436444597009997</c:v>
                      </c:pt>
                      <c:pt idx="237">
                        <c:v>4.2690046413510006</c:v>
                      </c:pt>
                      <c:pt idx="238">
                        <c:v>4.1167622247229998</c:v>
                      </c:pt>
                      <c:pt idx="239">
                        <c:v>3.2695485252049998</c:v>
                      </c:pt>
                      <c:pt idx="240">
                        <c:v>2.1077805833330001</c:v>
                      </c:pt>
                      <c:pt idx="241">
                        <c:v>1.2021173731129999</c:v>
                      </c:pt>
                      <c:pt idx="242">
                        <c:v>0.69784194818800005</c:v>
                      </c:pt>
                      <c:pt idx="243">
                        <c:v>0.47694587376800002</c:v>
                      </c:pt>
                      <c:pt idx="244">
                        <c:v>0.43653919697100002</c:v>
                      </c:pt>
                      <c:pt idx="245">
                        <c:v>0.57847803281400001</c:v>
                      </c:pt>
                      <c:pt idx="246">
                        <c:v>1.364687104817</c:v>
                      </c:pt>
                      <c:pt idx="247">
                        <c:v>1.9719339147270001</c:v>
                      </c:pt>
                      <c:pt idx="248">
                        <c:v>2.227484725968</c:v>
                      </c:pt>
                      <c:pt idx="249">
                        <c:v>2.2076184556789999</c:v>
                      </c:pt>
                      <c:pt idx="250">
                        <c:v>2.3055660057080001</c:v>
                      </c:pt>
                      <c:pt idx="251">
                        <c:v>2.5865614180569998</c:v>
                      </c:pt>
                      <c:pt idx="252">
                        <c:v>2.9363989375870001</c:v>
                      </c:pt>
                      <c:pt idx="253">
                        <c:v>3.2817467792400001</c:v>
                      </c:pt>
                      <c:pt idx="254">
                        <c:v>3.4053794926430001</c:v>
                      </c:pt>
                      <c:pt idx="255">
                        <c:v>3.2946817124650005</c:v>
                      </c:pt>
                      <c:pt idx="256">
                        <c:v>3.0404308979730001</c:v>
                      </c:pt>
                      <c:pt idx="257">
                        <c:v>3.0917667586779998</c:v>
                      </c:pt>
                      <c:pt idx="258">
                        <c:v>2.9634608314610005</c:v>
                      </c:pt>
                      <c:pt idx="259">
                        <c:v>3.4217332062580001</c:v>
                      </c:pt>
                      <c:pt idx="260">
                        <c:v>3.7844698654410003</c:v>
                      </c:pt>
                      <c:pt idx="261">
                        <c:v>4.298568308638</c:v>
                      </c:pt>
                      <c:pt idx="262">
                        <c:v>4.0530722450210002</c:v>
                      </c:pt>
                      <c:pt idx="263">
                        <c:v>3.1035970252910001</c:v>
                      </c:pt>
                      <c:pt idx="264">
                        <c:v>1.966136610705</c:v>
                      </c:pt>
                      <c:pt idx="265">
                        <c:v>1.1119297133749999</c:v>
                      </c:pt>
                      <c:pt idx="266">
                        <c:v>0.66386835685599987</c:v>
                      </c:pt>
                      <c:pt idx="267">
                        <c:v>0.474928473312</c:v>
                      </c:pt>
                      <c:pt idx="268">
                        <c:v>0.41434910429900002</c:v>
                      </c:pt>
                      <c:pt idx="269">
                        <c:v>0.57465303046599991</c:v>
                      </c:pt>
                      <c:pt idx="270">
                        <c:v>1.402800513126</c:v>
                      </c:pt>
                      <c:pt idx="271">
                        <c:v>2.0049303567820003</c:v>
                      </c:pt>
                      <c:pt idx="272">
                        <c:v>2.2239632483139999</c:v>
                      </c:pt>
                      <c:pt idx="273">
                        <c:v>2.1689921173259998</c:v>
                      </c:pt>
                      <c:pt idx="274">
                        <c:v>2.308019078119</c:v>
                      </c:pt>
                      <c:pt idx="275">
                        <c:v>2.64610073437</c:v>
                      </c:pt>
                      <c:pt idx="276">
                        <c:v>2.9158638840559998</c:v>
                      </c:pt>
                      <c:pt idx="277">
                        <c:v>3.1990563755709998</c:v>
                      </c:pt>
                      <c:pt idx="278">
                        <c:v>3.2552470578400001</c:v>
                      </c:pt>
                      <c:pt idx="279">
                        <c:v>3.227581674774</c:v>
                      </c:pt>
                      <c:pt idx="280">
                        <c:v>2.8648114003309999</c:v>
                      </c:pt>
                      <c:pt idx="281">
                        <c:v>2.944050292684</c:v>
                      </c:pt>
                      <c:pt idx="282">
                        <c:v>2.8670966436899996</c:v>
                      </c:pt>
                      <c:pt idx="283">
                        <c:v>3.376773454496</c:v>
                      </c:pt>
                      <c:pt idx="284">
                        <c:v>3.7405831060510004</c:v>
                      </c:pt>
                      <c:pt idx="285">
                        <c:v>4.2769563114269999</c:v>
                      </c:pt>
                      <c:pt idx="286">
                        <c:v>4.0541503254010003</c:v>
                      </c:pt>
                      <c:pt idx="287">
                        <c:v>3.0547750467250001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0-B4D5-4FAE-AE9D-D02EB97D558B}"/>
                  </c:ext>
                </c:extLst>
              </c15:ser>
            </c15:filteredLineSeries>
            <c15:filteredLineSeries>
              <c15:ser>
                <c:idx val="29"/>
                <c:order val="2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12-10-2026'!$AE$1</c15:sqref>
                        </c15:formulaRef>
                      </c:ext>
                    </c:extLst>
                    <c:strCache>
                      <c:ptCount val="1"/>
                      <c:pt idx="0">
                        <c:v>vORN Traffic in TB 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12-10-2026'!$AE$2:$AE$289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18.715242175808001</c:v>
                      </c:pt>
                      <c:pt idx="1">
                        <c:v>11.063883957783</c:v>
                      </c:pt>
                      <c:pt idx="2">
                        <c:v>6.472075557698</c:v>
                      </c:pt>
                      <c:pt idx="3">
                        <c:v>4.0986470761590006</c:v>
                      </c:pt>
                      <c:pt idx="4">
                        <c:v>2.999889266846</c:v>
                      </c:pt>
                      <c:pt idx="5">
                        <c:v>3.5841406104320002</c:v>
                      </c:pt>
                      <c:pt idx="6">
                        <c:v>7.7287236115030007</c:v>
                      </c:pt>
                      <c:pt idx="7">
                        <c:v>11.699345823327</c:v>
                      </c:pt>
                      <c:pt idx="8">
                        <c:v>14.384267066772001</c:v>
                      </c:pt>
                      <c:pt idx="9">
                        <c:v>15.583791160045999</c:v>
                      </c:pt>
                      <c:pt idx="10">
                        <c:v>17.352061582602001</c:v>
                      </c:pt>
                      <c:pt idx="11">
                        <c:v>19.809143917655998</c:v>
                      </c:pt>
                      <c:pt idx="12">
                        <c:v>22.065694730495</c:v>
                      </c:pt>
                      <c:pt idx="13">
                        <c:v>24.994744537226001</c:v>
                      </c:pt>
                      <c:pt idx="14">
                        <c:v>26.002883837703003</c:v>
                      </c:pt>
                      <c:pt idx="15">
                        <c:v>25.455844976658</c:v>
                      </c:pt>
                      <c:pt idx="16">
                        <c:v>22.230675846926001</c:v>
                      </c:pt>
                      <c:pt idx="17">
                        <c:v>23.346215943729998</c:v>
                      </c:pt>
                      <c:pt idx="18">
                        <c:v>23.202843262769001</c:v>
                      </c:pt>
                      <c:pt idx="19">
                        <c:v>26.976894646474001</c:v>
                      </c:pt>
                      <c:pt idx="20">
                        <c:v>29.753450801820001</c:v>
                      </c:pt>
                      <c:pt idx="21">
                        <c:v>36.292850349336994</c:v>
                      </c:pt>
                      <c:pt idx="22">
                        <c:v>35.943513539394999</c:v>
                      </c:pt>
                      <c:pt idx="23">
                        <c:v>29.999193862889999</c:v>
                      </c:pt>
                      <c:pt idx="24">
                        <c:v>21.332028433954999</c:v>
                      </c:pt>
                      <c:pt idx="25">
                        <c:v>13.393067776980001</c:v>
                      </c:pt>
                      <c:pt idx="26">
                        <c:v>8.0052117031299996</c:v>
                      </c:pt>
                      <c:pt idx="27">
                        <c:v>4.9015904025439996</c:v>
                      </c:pt>
                      <c:pt idx="28">
                        <c:v>3.3467463265379997</c:v>
                      </c:pt>
                      <c:pt idx="29">
                        <c:v>3.418529675492</c:v>
                      </c:pt>
                      <c:pt idx="30">
                        <c:v>6.7817108814760001</c:v>
                      </c:pt>
                      <c:pt idx="31">
                        <c:v>10.236299494499001</c:v>
                      </c:pt>
                      <c:pt idx="32">
                        <c:v>14.749726302737999</c:v>
                      </c:pt>
                      <c:pt idx="33">
                        <c:v>17.867969750107999</c:v>
                      </c:pt>
                      <c:pt idx="34">
                        <c:v>20.711849873504001</c:v>
                      </c:pt>
                      <c:pt idx="35">
                        <c:v>23.853668662430003</c:v>
                      </c:pt>
                      <c:pt idx="36">
                        <c:v>24.202453113840001</c:v>
                      </c:pt>
                      <c:pt idx="37">
                        <c:v>25.485888015381999</c:v>
                      </c:pt>
                      <c:pt idx="38">
                        <c:v>31.297369665961</c:v>
                      </c:pt>
                      <c:pt idx="39">
                        <c:v>28.942978320279</c:v>
                      </c:pt>
                      <c:pt idx="40">
                        <c:v>23.77555111373</c:v>
                      </c:pt>
                      <c:pt idx="41">
                        <c:v>23.903152097397999</c:v>
                      </c:pt>
                      <c:pt idx="42">
                        <c:v>23.586509064667002</c:v>
                      </c:pt>
                      <c:pt idx="43">
                        <c:v>28.149075521874</c:v>
                      </c:pt>
                      <c:pt idx="44">
                        <c:v>30.910977456252997</c:v>
                      </c:pt>
                      <c:pt idx="45">
                        <c:v>37.844166705535002</c:v>
                      </c:pt>
                      <c:pt idx="46">
                        <c:v>37.000075177715004</c:v>
                      </c:pt>
                      <c:pt idx="47">
                        <c:v>31.188875111022</c:v>
                      </c:pt>
                      <c:pt idx="48">
                        <c:v>22.417724406121</c:v>
                      </c:pt>
                      <c:pt idx="49">
                        <c:v>14.032536171999</c:v>
                      </c:pt>
                      <c:pt idx="50">
                        <c:v>8.2154433748919988</c:v>
                      </c:pt>
                      <c:pt idx="51">
                        <c:v>4.8603720625150002</c:v>
                      </c:pt>
                      <c:pt idx="52">
                        <c:v>3.2823934218819999</c:v>
                      </c:pt>
                      <c:pt idx="53">
                        <c:v>3.49109641115</c:v>
                      </c:pt>
                      <c:pt idx="54">
                        <c:v>7.1332901700839999</c:v>
                      </c:pt>
                      <c:pt idx="55">
                        <c:v>10.735635705491001</c:v>
                      </c:pt>
                      <c:pt idx="56">
                        <c:v>14.740788336192999</c:v>
                      </c:pt>
                      <c:pt idx="57">
                        <c:v>17.217329447087</c:v>
                      </c:pt>
                      <c:pt idx="58">
                        <c:v>19.108325863360999</c:v>
                      </c:pt>
                      <c:pt idx="59">
                        <c:v>21.841147265038</c:v>
                      </c:pt>
                      <c:pt idx="60">
                        <c:v>23.574639315587</c:v>
                      </c:pt>
                      <c:pt idx="61">
                        <c:v>27.334131488576002</c:v>
                      </c:pt>
                      <c:pt idx="62">
                        <c:v>28.727288034977999</c:v>
                      </c:pt>
                      <c:pt idx="63">
                        <c:v>27.536637203744998</c:v>
                      </c:pt>
                      <c:pt idx="64">
                        <c:v>23.057114416329998</c:v>
                      </c:pt>
                      <c:pt idx="65">
                        <c:v>23.439068632717998</c:v>
                      </c:pt>
                      <c:pt idx="66">
                        <c:v>23.677687103503001</c:v>
                      </c:pt>
                      <c:pt idx="67">
                        <c:v>27.390781511926999</c:v>
                      </c:pt>
                      <c:pt idx="68">
                        <c:v>30.230326474746999</c:v>
                      </c:pt>
                      <c:pt idx="69">
                        <c:v>36.459390281539001</c:v>
                      </c:pt>
                      <c:pt idx="70">
                        <c:v>35.030708984151005</c:v>
                      </c:pt>
                      <c:pt idx="71">
                        <c:v>27.825671583152001</c:v>
                      </c:pt>
                      <c:pt idx="72">
                        <c:v>18.343924873971002</c:v>
                      </c:pt>
                      <c:pt idx="73">
                        <c:v>10.863786868011001</c:v>
                      </c:pt>
                      <c:pt idx="74">
                        <c:v>6.3260370477890007</c:v>
                      </c:pt>
                      <c:pt idx="75">
                        <c:v>3.9834788592579997</c:v>
                      </c:pt>
                      <c:pt idx="76">
                        <c:v>3.0125667908759999</c:v>
                      </c:pt>
                      <c:pt idx="77">
                        <c:v>3.4773613500109999</c:v>
                      </c:pt>
                      <c:pt idx="78">
                        <c:v>7.5610332290509996</c:v>
                      </c:pt>
                      <c:pt idx="79">
                        <c:v>10.974376064245</c:v>
                      </c:pt>
                      <c:pt idx="80">
                        <c:v>13.606923310558999</c:v>
                      </c:pt>
                      <c:pt idx="81">
                        <c:v>15.148757804226999</c:v>
                      </c:pt>
                      <c:pt idx="82">
                        <c:v>16.933300279969</c:v>
                      </c:pt>
                      <c:pt idx="83">
                        <c:v>19.458729019595999</c:v>
                      </c:pt>
                      <c:pt idx="84">
                        <c:v>21.250668820276999</c:v>
                      </c:pt>
                      <c:pt idx="85">
                        <c:v>23.696809008996002</c:v>
                      </c:pt>
                      <c:pt idx="86">
                        <c:v>24.379712120579001</c:v>
                      </c:pt>
                      <c:pt idx="87">
                        <c:v>23.893003642880998</c:v>
                      </c:pt>
                      <c:pt idx="88">
                        <c:v>21.760674554361003</c:v>
                      </c:pt>
                      <c:pt idx="89">
                        <c:v>23.143888506925002</c:v>
                      </c:pt>
                      <c:pt idx="90">
                        <c:v>22.262624724839</c:v>
                      </c:pt>
                      <c:pt idx="91">
                        <c:v>26.252203253864</c:v>
                      </c:pt>
                      <c:pt idx="92">
                        <c:v>29.196411049456</c:v>
                      </c:pt>
                      <c:pt idx="93">
                        <c:v>35.617005910505</c:v>
                      </c:pt>
                      <c:pt idx="94">
                        <c:v>34.107938134679998</c:v>
                      </c:pt>
                      <c:pt idx="95">
                        <c:v>26.657803808596</c:v>
                      </c:pt>
                      <c:pt idx="96">
                        <c:v>17.622174596248001</c:v>
                      </c:pt>
                      <c:pt idx="97">
                        <c:v>10.388135190981</c:v>
                      </c:pt>
                      <c:pt idx="98">
                        <c:v>5.9870521854100005</c:v>
                      </c:pt>
                      <c:pt idx="99">
                        <c:v>3.764801722319</c:v>
                      </c:pt>
                      <c:pt idx="100">
                        <c:v>2.8772647289440001</c:v>
                      </c:pt>
                      <c:pt idx="101">
                        <c:v>3.329080191454</c:v>
                      </c:pt>
                      <c:pt idx="102">
                        <c:v>7.589961553068</c:v>
                      </c:pt>
                      <c:pt idx="103">
                        <c:v>11.265894330386001</c:v>
                      </c:pt>
                      <c:pt idx="104">
                        <c:v>14.035753828821001</c:v>
                      </c:pt>
                      <c:pt idx="105">
                        <c:v>15.34585453735</c:v>
                      </c:pt>
                      <c:pt idx="106">
                        <c:v>17.030996997406</c:v>
                      </c:pt>
                      <c:pt idx="107">
                        <c:v>19.597575558085001</c:v>
                      </c:pt>
                      <c:pt idx="108">
                        <c:v>21.449929645724001</c:v>
                      </c:pt>
                      <c:pt idx="109">
                        <c:v>23.924057064103998</c:v>
                      </c:pt>
                      <c:pt idx="110">
                        <c:v>24.517512248814999</c:v>
                      </c:pt>
                      <c:pt idx="111">
                        <c:v>23.922572531088999</c:v>
                      </c:pt>
                      <c:pt idx="112">
                        <c:v>21.678703074497001</c:v>
                      </c:pt>
                      <c:pt idx="113">
                        <c:v>22.971630339324999</c:v>
                      </c:pt>
                      <c:pt idx="114">
                        <c:v>22.324800643471999</c:v>
                      </c:pt>
                      <c:pt idx="115">
                        <c:v>26.405442965383997</c:v>
                      </c:pt>
                      <c:pt idx="116">
                        <c:v>29.489490063247001</c:v>
                      </c:pt>
                      <c:pt idx="117">
                        <c:v>36.109033977920994</c:v>
                      </c:pt>
                      <c:pt idx="118">
                        <c:v>34.283617429124</c:v>
                      </c:pt>
                      <c:pt idx="119">
                        <c:v>26.766031536926999</c:v>
                      </c:pt>
                      <c:pt idx="120">
                        <c:v>17.589403375981</c:v>
                      </c:pt>
                      <c:pt idx="121">
                        <c:v>10.364419141949</c:v>
                      </c:pt>
                      <c:pt idx="122">
                        <c:v>5.8985175273910002</c:v>
                      </c:pt>
                      <c:pt idx="123">
                        <c:v>3.6641326375340002</c:v>
                      </c:pt>
                      <c:pt idx="124">
                        <c:v>2.8103187521969999</c:v>
                      </c:pt>
                      <c:pt idx="125">
                        <c:v>3.3976706804200001</c:v>
                      </c:pt>
                      <c:pt idx="126">
                        <c:v>7.6871266834970005</c:v>
                      </c:pt>
                      <c:pt idx="127">
                        <c:v>11.587119861603</c:v>
                      </c:pt>
                      <c:pt idx="128">
                        <c:v>14.314374942214</c:v>
                      </c:pt>
                      <c:pt idx="129">
                        <c:v>15.605793371528002</c:v>
                      </c:pt>
                      <c:pt idx="130">
                        <c:v>17.513905705131002</c:v>
                      </c:pt>
                      <c:pt idx="131">
                        <c:v>19.733645728489002</c:v>
                      </c:pt>
                      <c:pt idx="132">
                        <c:v>21.854360562079002</c:v>
                      </c:pt>
                      <c:pt idx="133">
                        <c:v>25.830220652754999</c:v>
                      </c:pt>
                      <c:pt idx="134">
                        <c:v>26.644659470615</c:v>
                      </c:pt>
                      <c:pt idx="135">
                        <c:v>25.469073008791998</c:v>
                      </c:pt>
                      <c:pt idx="136">
                        <c:v>21.856352809855</c:v>
                      </c:pt>
                      <c:pt idx="137">
                        <c:v>23.069305711331001</c:v>
                      </c:pt>
                      <c:pt idx="138">
                        <c:v>24.437835226968001</c:v>
                      </c:pt>
                      <c:pt idx="139">
                        <c:v>28.386256996191999</c:v>
                      </c:pt>
                      <c:pt idx="140">
                        <c:v>29.868923729541997</c:v>
                      </c:pt>
                      <c:pt idx="141">
                        <c:v>36.218279807691999</c:v>
                      </c:pt>
                      <c:pt idx="142">
                        <c:v>34.548650684062999</c:v>
                      </c:pt>
                      <c:pt idx="143">
                        <c:v>27.435484878802001</c:v>
                      </c:pt>
                      <c:pt idx="144">
                        <c:v>18.501721518674</c:v>
                      </c:pt>
                      <c:pt idx="145">
                        <c:v>10.991981044873999</c:v>
                      </c:pt>
                      <c:pt idx="146">
                        <c:v>6.7944363432230004</c:v>
                      </c:pt>
                      <c:pt idx="147">
                        <c:v>3.8966466995319999</c:v>
                      </c:pt>
                      <c:pt idx="148">
                        <c:v>2.9617484670750001</c:v>
                      </c:pt>
                      <c:pt idx="149">
                        <c:v>3.448195451163</c:v>
                      </c:pt>
                      <c:pt idx="150">
                        <c:v>7.9789253863280001</c:v>
                      </c:pt>
                      <c:pt idx="151">
                        <c:v>11.927500361913999</c:v>
                      </c:pt>
                      <c:pt idx="152">
                        <c:v>14.621291116967001</c:v>
                      </c:pt>
                      <c:pt idx="153">
                        <c:v>15.756518738558</c:v>
                      </c:pt>
                      <c:pt idx="154">
                        <c:v>17.339493653102998</c:v>
                      </c:pt>
                      <c:pt idx="155">
                        <c:v>19.454691104889001</c:v>
                      </c:pt>
                      <c:pt idx="156">
                        <c:v>21.152775547976002</c:v>
                      </c:pt>
                      <c:pt idx="157">
                        <c:v>23.796543517269999</c:v>
                      </c:pt>
                      <c:pt idx="158">
                        <c:v>24.446445242464002</c:v>
                      </c:pt>
                      <c:pt idx="159">
                        <c:v>24.116284788412997</c:v>
                      </c:pt>
                      <c:pt idx="160">
                        <c:v>22.238746623223999</c:v>
                      </c:pt>
                      <c:pt idx="161">
                        <c:v>23.609853509354998</c:v>
                      </c:pt>
                      <c:pt idx="162">
                        <c:v>23.213611471710003</c:v>
                      </c:pt>
                      <c:pt idx="163">
                        <c:v>27.455181951899</c:v>
                      </c:pt>
                      <c:pt idx="164">
                        <c:v>30.515833854644001</c:v>
                      </c:pt>
                      <c:pt idx="165">
                        <c:v>36.568326866919001</c:v>
                      </c:pt>
                      <c:pt idx="166">
                        <c:v>34.597496003487997</c:v>
                      </c:pt>
                      <c:pt idx="167">
                        <c:v>26.148089103869001</c:v>
                      </c:pt>
                      <c:pt idx="168">
                        <c:v>17.003122531587</c:v>
                      </c:pt>
                      <c:pt idx="169">
                        <c:v>10.014271273805999</c:v>
                      </c:pt>
                      <c:pt idx="170">
                        <c:v>5.8479683040559998</c:v>
                      </c:pt>
                      <c:pt idx="171">
                        <c:v>3.7135286530439999</c:v>
                      </c:pt>
                      <c:pt idx="172">
                        <c:v>2.873846844859</c:v>
                      </c:pt>
                      <c:pt idx="173">
                        <c:v>3.4025302069809999</c:v>
                      </c:pt>
                      <c:pt idx="174">
                        <c:v>7.9998966754899996</c:v>
                      </c:pt>
                      <c:pt idx="175">
                        <c:v>12.635194636714001</c:v>
                      </c:pt>
                      <c:pt idx="176">
                        <c:v>15.863179531888999</c:v>
                      </c:pt>
                      <c:pt idx="177">
                        <c:v>17.525531503090001</c:v>
                      </c:pt>
                      <c:pt idx="178">
                        <c:v>18.746938614547002</c:v>
                      </c:pt>
                      <c:pt idx="179">
                        <c:v>20.476281212581998</c:v>
                      </c:pt>
                      <c:pt idx="180">
                        <c:v>22.429258052960002</c:v>
                      </c:pt>
                      <c:pt idx="181">
                        <c:v>25.165273435747999</c:v>
                      </c:pt>
                      <c:pt idx="182">
                        <c:v>25.864871312009999</c:v>
                      </c:pt>
                      <c:pt idx="183">
                        <c:v>25.256752103779</c:v>
                      </c:pt>
                      <c:pt idx="184">
                        <c:v>22.237851320320001</c:v>
                      </c:pt>
                      <c:pt idx="185">
                        <c:v>23.500788801081001</c:v>
                      </c:pt>
                      <c:pt idx="186">
                        <c:v>23.300740954635998</c:v>
                      </c:pt>
                      <c:pt idx="187">
                        <c:v>28.049635665783999</c:v>
                      </c:pt>
                      <c:pt idx="188">
                        <c:v>30.999809884047</c:v>
                      </c:pt>
                      <c:pt idx="189">
                        <c:v>36.654392218458</c:v>
                      </c:pt>
                      <c:pt idx="190">
                        <c:v>35.692483367004996</c:v>
                      </c:pt>
                      <c:pt idx="191">
                        <c:v>28.975272380864002</c:v>
                      </c:pt>
                      <c:pt idx="192">
                        <c:v>20.250098034735</c:v>
                      </c:pt>
                      <c:pt idx="193">
                        <c:v>12.672861506715</c:v>
                      </c:pt>
                      <c:pt idx="194">
                        <c:v>7.4756107499009996</c:v>
                      </c:pt>
                      <c:pt idx="195">
                        <c:v>4.7596132147149994</c:v>
                      </c:pt>
                      <c:pt idx="196">
                        <c:v>3.3707923671560001</c:v>
                      </c:pt>
                      <c:pt idx="197">
                        <c:v>3.3788578448359998</c:v>
                      </c:pt>
                      <c:pt idx="198">
                        <c:v>7.0555575766949996</c:v>
                      </c:pt>
                      <c:pt idx="199">
                        <c:v>10.857483045336</c:v>
                      </c:pt>
                      <c:pt idx="200">
                        <c:v>15.139703936871001</c:v>
                      </c:pt>
                      <c:pt idx="201">
                        <c:v>17.979494996795999</c:v>
                      </c:pt>
                      <c:pt idx="202">
                        <c:v>20.600182598896001</c:v>
                      </c:pt>
                      <c:pt idx="203">
                        <c:v>23.735708955259</c:v>
                      </c:pt>
                      <c:pt idx="204">
                        <c:v>23.933498422304002</c:v>
                      </c:pt>
                      <c:pt idx="205">
                        <c:v>25.577115628849</c:v>
                      </c:pt>
                      <c:pt idx="206">
                        <c:v>31.454132288388003</c:v>
                      </c:pt>
                      <c:pt idx="207">
                        <c:v>28.706063381109001</c:v>
                      </c:pt>
                      <c:pt idx="208">
                        <c:v>23.809599553013999</c:v>
                      </c:pt>
                      <c:pt idx="209">
                        <c:v>24.404794632226999</c:v>
                      </c:pt>
                      <c:pt idx="210">
                        <c:v>23.373987616913002</c:v>
                      </c:pt>
                      <c:pt idx="211">
                        <c:v>28.210640990016998</c:v>
                      </c:pt>
                      <c:pt idx="212">
                        <c:v>31.370526034840001</c:v>
                      </c:pt>
                      <c:pt idx="213">
                        <c:v>37.458555055291001</c:v>
                      </c:pt>
                      <c:pt idx="214">
                        <c:v>36.876057606283005</c:v>
                      </c:pt>
                      <c:pt idx="215">
                        <c:v>29.827470248846002</c:v>
                      </c:pt>
                      <c:pt idx="216">
                        <c:v>20.473686307923</c:v>
                      </c:pt>
                      <c:pt idx="217">
                        <c:v>12.31223482815</c:v>
                      </c:pt>
                      <c:pt idx="218">
                        <c:v>7.0764706992999997</c:v>
                      </c:pt>
                      <c:pt idx="219">
                        <c:v>4.277468503793</c:v>
                      </c:pt>
                      <c:pt idx="220">
                        <c:v>3.0736070033940002</c:v>
                      </c:pt>
                      <c:pt idx="221">
                        <c:v>3.2944794434499998</c:v>
                      </c:pt>
                      <c:pt idx="222">
                        <c:v>7.1619999702919994</c:v>
                      </c:pt>
                      <c:pt idx="223">
                        <c:v>10.930437635426001</c:v>
                      </c:pt>
                      <c:pt idx="224">
                        <c:v>14.904616152101001</c:v>
                      </c:pt>
                      <c:pt idx="225">
                        <c:v>17.207853349067001</c:v>
                      </c:pt>
                      <c:pt idx="226">
                        <c:v>18.894410922673</c:v>
                      </c:pt>
                      <c:pt idx="227">
                        <c:v>21.412066492188998</c:v>
                      </c:pt>
                      <c:pt idx="228">
                        <c:v>22.718347999458</c:v>
                      </c:pt>
                      <c:pt idx="229">
                        <c:v>26.808530789142999</c:v>
                      </c:pt>
                      <c:pt idx="230">
                        <c:v>28.447482428790998</c:v>
                      </c:pt>
                      <c:pt idx="231">
                        <c:v>27.076586109002001</c:v>
                      </c:pt>
                      <c:pt idx="232">
                        <c:v>22.994530109488</c:v>
                      </c:pt>
                      <c:pt idx="233">
                        <c:v>23.802905857259997</c:v>
                      </c:pt>
                      <c:pt idx="234">
                        <c:v>23.224567526478999</c:v>
                      </c:pt>
                      <c:pt idx="235">
                        <c:v>27.360552926395002</c:v>
                      </c:pt>
                      <c:pt idx="236">
                        <c:v>31.086787186353998</c:v>
                      </c:pt>
                      <c:pt idx="237">
                        <c:v>37.037303563751998</c:v>
                      </c:pt>
                      <c:pt idx="238">
                        <c:v>34.429431391984004</c:v>
                      </c:pt>
                      <c:pt idx="239">
                        <c:v>26.412878002964</c:v>
                      </c:pt>
                      <c:pt idx="240">
                        <c:v>16.946444677298999</c:v>
                      </c:pt>
                      <c:pt idx="241">
                        <c:v>9.9101173416950008</c:v>
                      </c:pt>
                      <c:pt idx="242">
                        <c:v>5.6857339895829995</c:v>
                      </c:pt>
                      <c:pt idx="243">
                        <c:v>3.6413077035539998</c:v>
                      </c:pt>
                      <c:pt idx="244">
                        <c:v>2.9108903400330002</c:v>
                      </c:pt>
                      <c:pt idx="245">
                        <c:v>3.3287838691760001</c:v>
                      </c:pt>
                      <c:pt idx="246">
                        <c:v>7.5567634543080002</c:v>
                      </c:pt>
                      <c:pt idx="247">
                        <c:v>11.311117112822</c:v>
                      </c:pt>
                      <c:pt idx="248">
                        <c:v>13.957834576681</c:v>
                      </c:pt>
                      <c:pt idx="249">
                        <c:v>15.024109254596999</c:v>
                      </c:pt>
                      <c:pt idx="250">
                        <c:v>16.808786061218999</c:v>
                      </c:pt>
                      <c:pt idx="251">
                        <c:v>19.303611966605999</c:v>
                      </c:pt>
                      <c:pt idx="252">
                        <c:v>21.449524426171003</c:v>
                      </c:pt>
                      <c:pt idx="253">
                        <c:v>24.650398483370999</c:v>
                      </c:pt>
                      <c:pt idx="254">
                        <c:v>25.518390958135999</c:v>
                      </c:pt>
                      <c:pt idx="255">
                        <c:v>24.758175299140998</c:v>
                      </c:pt>
                      <c:pt idx="256">
                        <c:v>22.78835921268</c:v>
                      </c:pt>
                      <c:pt idx="257">
                        <c:v>24.806295691313</c:v>
                      </c:pt>
                      <c:pt idx="258">
                        <c:v>23.731163448926001</c:v>
                      </c:pt>
                      <c:pt idx="259">
                        <c:v>27.690264110394001</c:v>
                      </c:pt>
                      <c:pt idx="260">
                        <c:v>31.299740719877999</c:v>
                      </c:pt>
                      <c:pt idx="261">
                        <c:v>36.584495163396006</c:v>
                      </c:pt>
                      <c:pt idx="262">
                        <c:v>33.989063170927999</c:v>
                      </c:pt>
                      <c:pt idx="263">
                        <c:v>25.630908937042001</c:v>
                      </c:pt>
                      <c:pt idx="264">
                        <c:v>16.258201935098</c:v>
                      </c:pt>
                      <c:pt idx="265">
                        <c:v>9.27487209375</c:v>
                      </c:pt>
                      <c:pt idx="266">
                        <c:v>5.4145602616729995</c:v>
                      </c:pt>
                      <c:pt idx="267">
                        <c:v>3.523481142094</c:v>
                      </c:pt>
                      <c:pt idx="268">
                        <c:v>2.8424382126310004</c:v>
                      </c:pt>
                      <c:pt idx="269">
                        <c:v>3.219868986477</c:v>
                      </c:pt>
                      <c:pt idx="270">
                        <c:v>7.7111654091509996</c:v>
                      </c:pt>
                      <c:pt idx="271">
                        <c:v>11.797831275242</c:v>
                      </c:pt>
                      <c:pt idx="272">
                        <c:v>14.224290582465001</c:v>
                      </c:pt>
                      <c:pt idx="273">
                        <c:v>15.430874513325</c:v>
                      </c:pt>
                      <c:pt idx="274">
                        <c:v>17.080184039603001</c:v>
                      </c:pt>
                      <c:pt idx="275">
                        <c:v>19.712190978500999</c:v>
                      </c:pt>
                      <c:pt idx="276">
                        <c:v>21.323570948976997</c:v>
                      </c:pt>
                      <c:pt idx="277">
                        <c:v>24.025739356012998</c:v>
                      </c:pt>
                      <c:pt idx="278">
                        <c:v>24.489460235121999</c:v>
                      </c:pt>
                      <c:pt idx="279">
                        <c:v>23.805092219172998</c:v>
                      </c:pt>
                      <c:pt idx="280">
                        <c:v>21.905605185281001</c:v>
                      </c:pt>
                      <c:pt idx="281">
                        <c:v>23.716932440537999</c:v>
                      </c:pt>
                      <c:pt idx="282">
                        <c:v>22.880190807220998</c:v>
                      </c:pt>
                      <c:pt idx="283">
                        <c:v>27.316818821901002</c:v>
                      </c:pt>
                      <c:pt idx="284">
                        <c:v>31.189071088020999</c:v>
                      </c:pt>
                      <c:pt idx="285">
                        <c:v>36.874357198146996</c:v>
                      </c:pt>
                      <c:pt idx="286">
                        <c:v>34.118710741691004</c:v>
                      </c:pt>
                      <c:pt idx="287">
                        <c:v>25.291655008886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1-B4D5-4FAE-AE9D-D02EB97D558B}"/>
                  </c:ext>
                </c:extLst>
              </c15:ser>
            </c15:filteredLineSeries>
            <c15:filteredLineSeries>
              <c15:ser>
                <c:idx val="30"/>
                <c:order val="3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12-10-2026'!$AF$1</c15:sqref>
                        </c15:formulaRef>
                      </c:ext>
                    </c:extLst>
                    <c:strCache>
                      <c:ptCount val="1"/>
                      <c:pt idx="0">
                        <c:v>vEPG BMR SGI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12-10-2026'!$AF$2:$AF$289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35.268068821259</c:v>
                      </c:pt>
                      <c:pt idx="1">
                        <c:v>22.830992262492</c:v>
                      </c:pt>
                      <c:pt idx="2">
                        <c:v>13.424201069827999</c:v>
                      </c:pt>
                      <c:pt idx="3">
                        <c:v>7.5684715241599996</c:v>
                      </c:pt>
                      <c:pt idx="4">
                        <c:v>5.1487305936859995</c:v>
                      </c:pt>
                      <c:pt idx="5">
                        <c:v>4.9372278413369992</c:v>
                      </c:pt>
                      <c:pt idx="6">
                        <c:v>9.3427840658020003</c:v>
                      </c:pt>
                      <c:pt idx="7">
                        <c:v>15.520386032018001</c:v>
                      </c:pt>
                      <c:pt idx="8">
                        <c:v>20.440937379056997</c:v>
                      </c:pt>
                      <c:pt idx="9">
                        <c:v>23.172670158974999</c:v>
                      </c:pt>
                      <c:pt idx="10">
                        <c:v>26.157755955818001</c:v>
                      </c:pt>
                      <c:pt idx="11">
                        <c:v>29.683490203031997</c:v>
                      </c:pt>
                      <c:pt idx="12">
                        <c:v>31.956704370206996</c:v>
                      </c:pt>
                      <c:pt idx="13">
                        <c:v>35.035926731551001</c:v>
                      </c:pt>
                      <c:pt idx="14">
                        <c:v>37.727219024277005</c:v>
                      </c:pt>
                      <c:pt idx="15">
                        <c:v>35.824794850842999</c:v>
                      </c:pt>
                      <c:pt idx="16">
                        <c:v>32.034277347023</c:v>
                      </c:pt>
                      <c:pt idx="17">
                        <c:v>31.999339422447001</c:v>
                      </c:pt>
                      <c:pt idx="18">
                        <c:v>31.360710276220999</c:v>
                      </c:pt>
                      <c:pt idx="19">
                        <c:v>32.615007660774999</c:v>
                      </c:pt>
                      <c:pt idx="20">
                        <c:v>38.097974961004006</c:v>
                      </c:pt>
                      <c:pt idx="21">
                        <c:v>43.915733929190999</c:v>
                      </c:pt>
                      <c:pt idx="22">
                        <c:v>47.960701619387997</c:v>
                      </c:pt>
                      <c:pt idx="23">
                        <c:v>46.912602066513003</c:v>
                      </c:pt>
                      <c:pt idx="24">
                        <c:v>37.988729233026</c:v>
                      </c:pt>
                      <c:pt idx="25">
                        <c:v>24.933170131403998</c:v>
                      </c:pt>
                      <c:pt idx="26">
                        <c:v>13.685534681784</c:v>
                      </c:pt>
                      <c:pt idx="27">
                        <c:v>8.9250124674939997</c:v>
                      </c:pt>
                      <c:pt idx="28">
                        <c:v>5.7534540451389997</c:v>
                      </c:pt>
                      <c:pt idx="29">
                        <c:v>4.7788059287660003</c:v>
                      </c:pt>
                      <c:pt idx="30">
                        <c:v>8.3632857488799992</c:v>
                      </c:pt>
                      <c:pt idx="31">
                        <c:v>13.445404344509001</c:v>
                      </c:pt>
                      <c:pt idx="32">
                        <c:v>18.772180751451998</c:v>
                      </c:pt>
                      <c:pt idx="33">
                        <c:v>23.662504718009</c:v>
                      </c:pt>
                      <c:pt idx="34">
                        <c:v>27.793596955807001</c:v>
                      </c:pt>
                      <c:pt idx="35">
                        <c:v>32.781888497360001</c:v>
                      </c:pt>
                      <c:pt idx="36">
                        <c:v>34.555329718568998</c:v>
                      </c:pt>
                      <c:pt idx="37">
                        <c:v>33.316122678294001</c:v>
                      </c:pt>
                      <c:pt idx="38">
                        <c:v>41.247585382011998</c:v>
                      </c:pt>
                      <c:pt idx="39">
                        <c:v>39.679667378792999</c:v>
                      </c:pt>
                      <c:pt idx="40">
                        <c:v>33.738067692945002</c:v>
                      </c:pt>
                      <c:pt idx="41">
                        <c:v>32.448321121795999</c:v>
                      </c:pt>
                      <c:pt idx="42">
                        <c:v>31.599733118935998</c:v>
                      </c:pt>
                      <c:pt idx="43">
                        <c:v>34.122536056244996</c:v>
                      </c:pt>
                      <c:pt idx="44">
                        <c:v>40.039432707998003</c:v>
                      </c:pt>
                      <c:pt idx="45">
                        <c:v>46.272545608850997</c:v>
                      </c:pt>
                      <c:pt idx="46">
                        <c:v>49.633141847133004</c:v>
                      </c:pt>
                      <c:pt idx="47">
                        <c:v>48.417921949088999</c:v>
                      </c:pt>
                      <c:pt idx="48">
                        <c:v>39.788991039074006</c:v>
                      </c:pt>
                      <c:pt idx="49">
                        <c:v>27.533638952813</c:v>
                      </c:pt>
                      <c:pt idx="50">
                        <c:v>16.619867095867999</c:v>
                      </c:pt>
                      <c:pt idx="51">
                        <c:v>9.6954057529110003</c:v>
                      </c:pt>
                      <c:pt idx="52">
                        <c:v>5.8737711287560002</c:v>
                      </c:pt>
                      <c:pt idx="53">
                        <c:v>4.7328542466480004</c:v>
                      </c:pt>
                      <c:pt idx="54">
                        <c:v>8.4437532069050008</c:v>
                      </c:pt>
                      <c:pt idx="55">
                        <c:v>13.939527140015</c:v>
                      </c:pt>
                      <c:pt idx="56">
                        <c:v>18.779196020276</c:v>
                      </c:pt>
                      <c:pt idx="57">
                        <c:v>23.117415822905997</c:v>
                      </c:pt>
                      <c:pt idx="58">
                        <c:v>26.618716907289997</c:v>
                      </c:pt>
                      <c:pt idx="59">
                        <c:v>30.871783364353</c:v>
                      </c:pt>
                      <c:pt idx="60">
                        <c:v>32.988312487163995</c:v>
                      </c:pt>
                      <c:pt idx="61">
                        <c:v>36.537616952219004</c:v>
                      </c:pt>
                      <c:pt idx="62">
                        <c:v>40.213838189150998</c:v>
                      </c:pt>
                      <c:pt idx="63">
                        <c:v>38.301533593373001</c:v>
                      </c:pt>
                      <c:pt idx="64">
                        <c:v>33.728562764892999</c:v>
                      </c:pt>
                      <c:pt idx="65">
                        <c:v>32.899886152203997</c:v>
                      </c:pt>
                      <c:pt idx="66">
                        <c:v>31.455637673510001</c:v>
                      </c:pt>
                      <c:pt idx="67">
                        <c:v>33.547626805969003</c:v>
                      </c:pt>
                      <c:pt idx="68">
                        <c:v>38.634567534791998</c:v>
                      </c:pt>
                      <c:pt idx="69">
                        <c:v>44.101075827631995</c:v>
                      </c:pt>
                      <c:pt idx="70">
                        <c:v>47.747537631048999</c:v>
                      </c:pt>
                      <c:pt idx="71">
                        <c:v>45.455921585394002</c:v>
                      </c:pt>
                      <c:pt idx="72">
                        <c:v>35.244322180208002</c:v>
                      </c:pt>
                      <c:pt idx="73">
                        <c:v>22.343367821264</c:v>
                      </c:pt>
                      <c:pt idx="74">
                        <c:v>12.772023636649999</c:v>
                      </c:pt>
                      <c:pt idx="75">
                        <c:v>7.4029047329700006</c:v>
                      </c:pt>
                      <c:pt idx="76">
                        <c:v>4.9314244924850001</c:v>
                      </c:pt>
                      <c:pt idx="77">
                        <c:v>4.560000786961</c:v>
                      </c:pt>
                      <c:pt idx="78">
                        <c:v>8.8680916374829994</c:v>
                      </c:pt>
                      <c:pt idx="79">
                        <c:v>14.489856034246001</c:v>
                      </c:pt>
                      <c:pt idx="80">
                        <c:v>19.243366746692999</c:v>
                      </c:pt>
                      <c:pt idx="81">
                        <c:v>22.5918648275</c:v>
                      </c:pt>
                      <c:pt idx="82">
                        <c:v>25.637284615485999</c:v>
                      </c:pt>
                      <c:pt idx="83">
                        <c:v>28.788063879353999</c:v>
                      </c:pt>
                      <c:pt idx="84">
                        <c:v>30.916512355483</c:v>
                      </c:pt>
                      <c:pt idx="85">
                        <c:v>33.692420681117</c:v>
                      </c:pt>
                      <c:pt idx="86">
                        <c:v>35.985356683498999</c:v>
                      </c:pt>
                      <c:pt idx="87">
                        <c:v>34.148199218358002</c:v>
                      </c:pt>
                      <c:pt idx="88">
                        <c:v>30.968117248338</c:v>
                      </c:pt>
                      <c:pt idx="89">
                        <c:v>31.335696640652998</c:v>
                      </c:pt>
                      <c:pt idx="90">
                        <c:v>30.815261404994001</c:v>
                      </c:pt>
                      <c:pt idx="91">
                        <c:v>32.909142269636</c:v>
                      </c:pt>
                      <c:pt idx="92">
                        <c:v>38.540694674632995</c:v>
                      </c:pt>
                      <c:pt idx="93">
                        <c:v>44.546415330643001</c:v>
                      </c:pt>
                      <c:pt idx="94">
                        <c:v>47.954523709290001</c:v>
                      </c:pt>
                      <c:pt idx="95">
                        <c:v>44.720076679432005</c:v>
                      </c:pt>
                      <c:pt idx="96">
                        <c:v>34.025395740243006</c:v>
                      </c:pt>
                      <c:pt idx="97">
                        <c:v>21.413800242872</c:v>
                      </c:pt>
                      <c:pt idx="98">
                        <c:v>12.107671220871</c:v>
                      </c:pt>
                      <c:pt idx="99">
                        <c:v>6.9212952778919998</c:v>
                      </c:pt>
                      <c:pt idx="100">
                        <c:v>4.7977755740099992</c:v>
                      </c:pt>
                      <c:pt idx="101">
                        <c:v>4.3645321318720001</c:v>
                      </c:pt>
                      <c:pt idx="102">
                        <c:v>8.5314650724340009</c:v>
                      </c:pt>
                      <c:pt idx="103">
                        <c:v>14.725211969461002</c:v>
                      </c:pt>
                      <c:pt idx="104">
                        <c:v>19.402091464028</c:v>
                      </c:pt>
                      <c:pt idx="105">
                        <c:v>22.536462324160002</c:v>
                      </c:pt>
                      <c:pt idx="106">
                        <c:v>25.651318221434</c:v>
                      </c:pt>
                      <c:pt idx="107">
                        <c:v>29.196709815487001</c:v>
                      </c:pt>
                      <c:pt idx="108">
                        <c:v>31.256429647815001</c:v>
                      </c:pt>
                      <c:pt idx="109">
                        <c:v>34.175487442651999</c:v>
                      </c:pt>
                      <c:pt idx="110">
                        <c:v>36.23459131013</c:v>
                      </c:pt>
                      <c:pt idx="111">
                        <c:v>34.486200415170998</c:v>
                      </c:pt>
                      <c:pt idx="112">
                        <c:v>31.402385334542998</c:v>
                      </c:pt>
                      <c:pt idx="113">
                        <c:v>31.632127238806003</c:v>
                      </c:pt>
                      <c:pt idx="114">
                        <c:v>31.057526301068002</c:v>
                      </c:pt>
                      <c:pt idx="115">
                        <c:v>33.272349456396</c:v>
                      </c:pt>
                      <c:pt idx="116">
                        <c:v>38.655552845657006</c:v>
                      </c:pt>
                      <c:pt idx="117">
                        <c:v>45.431226550582998</c:v>
                      </c:pt>
                      <c:pt idx="118">
                        <c:v>48.489782798832998</c:v>
                      </c:pt>
                      <c:pt idx="119">
                        <c:v>45.270428286688997</c:v>
                      </c:pt>
                      <c:pt idx="120">
                        <c:v>34.006367009435998</c:v>
                      </c:pt>
                      <c:pt idx="121">
                        <c:v>21.169988754444002</c:v>
                      </c:pt>
                      <c:pt idx="122">
                        <c:v>11.921054908294</c:v>
                      </c:pt>
                      <c:pt idx="123">
                        <c:v>6.8867025422469998</c:v>
                      </c:pt>
                      <c:pt idx="124">
                        <c:v>4.9180922237870002</c:v>
                      </c:pt>
                      <c:pt idx="125">
                        <c:v>4.6554456657729997</c:v>
                      </c:pt>
                      <c:pt idx="126">
                        <c:v>9.0245797451249992</c:v>
                      </c:pt>
                      <c:pt idx="127">
                        <c:v>15.374257845414</c:v>
                      </c:pt>
                      <c:pt idx="128">
                        <c:v>20.245161959413998</c:v>
                      </c:pt>
                      <c:pt idx="129">
                        <c:v>23.605369018709002</c:v>
                      </c:pt>
                      <c:pt idx="130">
                        <c:v>26.064242285921001</c:v>
                      </c:pt>
                      <c:pt idx="131">
                        <c:v>29.278604089583002</c:v>
                      </c:pt>
                      <c:pt idx="132">
                        <c:v>31.812646400710001</c:v>
                      </c:pt>
                      <c:pt idx="133">
                        <c:v>35.693508531824001</c:v>
                      </c:pt>
                      <c:pt idx="134">
                        <c:v>37.574861576479002</c:v>
                      </c:pt>
                      <c:pt idx="135">
                        <c:v>35.365454531208002</c:v>
                      </c:pt>
                      <c:pt idx="136">
                        <c:v>31.498882825450998</c:v>
                      </c:pt>
                      <c:pt idx="137">
                        <c:v>31.718356800742001</c:v>
                      </c:pt>
                      <c:pt idx="138">
                        <c:v>35.647929143219997</c:v>
                      </c:pt>
                      <c:pt idx="139">
                        <c:v>38.837237020159996</c:v>
                      </c:pt>
                      <c:pt idx="140">
                        <c:v>40.219637485356003</c:v>
                      </c:pt>
                      <c:pt idx="141">
                        <c:v>46.268430305080997</c:v>
                      </c:pt>
                      <c:pt idx="142">
                        <c:v>48.909448644954992</c:v>
                      </c:pt>
                      <c:pt idx="143">
                        <c:v>45.313469474146004</c:v>
                      </c:pt>
                      <c:pt idx="144">
                        <c:v>35.264967410979004</c:v>
                      </c:pt>
                      <c:pt idx="145">
                        <c:v>22.012981057184</c:v>
                      </c:pt>
                      <c:pt idx="146">
                        <c:v>13.033693932348999</c:v>
                      </c:pt>
                      <c:pt idx="147">
                        <c:v>7.1905388847570002</c:v>
                      </c:pt>
                      <c:pt idx="148">
                        <c:v>4.663604497943</c:v>
                      </c:pt>
                      <c:pt idx="149">
                        <c:v>4.4299446973319991</c:v>
                      </c:pt>
                      <c:pt idx="150">
                        <c:v>9.0517944279759988</c:v>
                      </c:pt>
                      <c:pt idx="151">
                        <c:v>15.657323425687</c:v>
                      </c:pt>
                      <c:pt idx="152">
                        <c:v>20.712460601634</c:v>
                      </c:pt>
                      <c:pt idx="153">
                        <c:v>23.605328844902999</c:v>
                      </c:pt>
                      <c:pt idx="154">
                        <c:v>26.401906995519003</c:v>
                      </c:pt>
                      <c:pt idx="155">
                        <c:v>29.676033249899998</c:v>
                      </c:pt>
                      <c:pt idx="156">
                        <c:v>31.569832301706999</c:v>
                      </c:pt>
                      <c:pt idx="157">
                        <c:v>34.420151318938998</c:v>
                      </c:pt>
                      <c:pt idx="158">
                        <c:v>36.531677562229</c:v>
                      </c:pt>
                      <c:pt idx="159">
                        <c:v>35.453910651445</c:v>
                      </c:pt>
                      <c:pt idx="160">
                        <c:v>32.207751837303</c:v>
                      </c:pt>
                      <c:pt idx="161">
                        <c:v>32.394898529956997</c:v>
                      </c:pt>
                      <c:pt idx="162">
                        <c:v>31.856984525064998</c:v>
                      </c:pt>
                      <c:pt idx="163">
                        <c:v>34.29076597025</c:v>
                      </c:pt>
                      <c:pt idx="164">
                        <c:v>38.695155351523006</c:v>
                      </c:pt>
                      <c:pt idx="165">
                        <c:v>44.855496228218001</c:v>
                      </c:pt>
                      <c:pt idx="166">
                        <c:v>48.933222569862998</c:v>
                      </c:pt>
                      <c:pt idx="167">
                        <c:v>45.013804159515999</c:v>
                      </c:pt>
                      <c:pt idx="168">
                        <c:v>33.779670730591995</c:v>
                      </c:pt>
                      <c:pt idx="169">
                        <c:v>21.202690501920998</c:v>
                      </c:pt>
                      <c:pt idx="170">
                        <c:v>11.96849879947</c:v>
                      </c:pt>
                      <c:pt idx="171">
                        <c:v>6.9939245110589994</c:v>
                      </c:pt>
                      <c:pt idx="172">
                        <c:v>4.8285940872029993</c:v>
                      </c:pt>
                      <c:pt idx="173">
                        <c:v>4.5817135235339999</c:v>
                      </c:pt>
                      <c:pt idx="174">
                        <c:v>9.4344209385150002</c:v>
                      </c:pt>
                      <c:pt idx="175">
                        <c:v>16.646780261606999</c:v>
                      </c:pt>
                      <c:pt idx="176">
                        <c:v>21.880490462436999</c:v>
                      </c:pt>
                      <c:pt idx="177">
                        <c:v>26.610939886188998</c:v>
                      </c:pt>
                      <c:pt idx="178">
                        <c:v>29.431971191669998</c:v>
                      </c:pt>
                      <c:pt idx="179">
                        <c:v>32.124969460516994</c:v>
                      </c:pt>
                      <c:pt idx="180">
                        <c:v>33.714919217308996</c:v>
                      </c:pt>
                      <c:pt idx="181">
                        <c:v>36.375581801193</c:v>
                      </c:pt>
                      <c:pt idx="182">
                        <c:v>38.311422791041004</c:v>
                      </c:pt>
                      <c:pt idx="183">
                        <c:v>36.841584012358005</c:v>
                      </c:pt>
                      <c:pt idx="184">
                        <c:v>33.019070284652997</c:v>
                      </c:pt>
                      <c:pt idx="185">
                        <c:v>32.849802213265001</c:v>
                      </c:pt>
                      <c:pt idx="186">
                        <c:v>32.074936069505</c:v>
                      </c:pt>
                      <c:pt idx="187">
                        <c:v>35.680954868604999</c:v>
                      </c:pt>
                      <c:pt idx="188">
                        <c:v>39.615460383833998</c:v>
                      </c:pt>
                      <c:pt idx="189">
                        <c:v>45.864005604551004</c:v>
                      </c:pt>
                      <c:pt idx="190">
                        <c:v>49.618437203360003</c:v>
                      </c:pt>
                      <c:pt idx="191">
                        <c:v>46.961835483636008</c:v>
                      </c:pt>
                      <c:pt idx="192">
                        <c:v>37.382645098036001</c:v>
                      </c:pt>
                      <c:pt idx="193">
                        <c:v>24.764629636502001</c:v>
                      </c:pt>
                      <c:pt idx="194">
                        <c:v>14.976490834803</c:v>
                      </c:pt>
                      <c:pt idx="195">
                        <c:v>8.9661566218619999</c:v>
                      </c:pt>
                      <c:pt idx="196">
                        <c:v>5.7798118345330005</c:v>
                      </c:pt>
                      <c:pt idx="197">
                        <c:v>4.7502565490690003</c:v>
                      </c:pt>
                      <c:pt idx="198">
                        <c:v>8.7470718054580008</c:v>
                      </c:pt>
                      <c:pt idx="199">
                        <c:v>14.362753486862998</c:v>
                      </c:pt>
                      <c:pt idx="200">
                        <c:v>19.599408167461</c:v>
                      </c:pt>
                      <c:pt idx="201">
                        <c:v>24.173424254637002</c:v>
                      </c:pt>
                      <c:pt idx="202">
                        <c:v>28.323853833891999</c:v>
                      </c:pt>
                      <c:pt idx="203">
                        <c:v>33.179034585339998</c:v>
                      </c:pt>
                      <c:pt idx="204">
                        <c:v>34.371097568513996</c:v>
                      </c:pt>
                      <c:pt idx="205">
                        <c:v>33.762090896865999</c:v>
                      </c:pt>
                      <c:pt idx="206">
                        <c:v>41.571600757536004</c:v>
                      </c:pt>
                      <c:pt idx="207">
                        <c:v>39.864531205070001</c:v>
                      </c:pt>
                      <c:pt idx="208">
                        <c:v>33.991593590480001</c:v>
                      </c:pt>
                      <c:pt idx="209">
                        <c:v>33.032869743573002</c:v>
                      </c:pt>
                      <c:pt idx="210">
                        <c:v>32.351252430133997</c:v>
                      </c:pt>
                      <c:pt idx="211">
                        <c:v>36.805818879942002</c:v>
                      </c:pt>
                      <c:pt idx="212">
                        <c:v>40.996837108088997</c:v>
                      </c:pt>
                      <c:pt idx="213">
                        <c:v>47.046175054259997</c:v>
                      </c:pt>
                      <c:pt idx="214">
                        <c:v>51.316312158755998</c:v>
                      </c:pt>
                      <c:pt idx="215">
                        <c:v>48.070064290955003</c:v>
                      </c:pt>
                      <c:pt idx="216">
                        <c:v>38.046740455482009</c:v>
                      </c:pt>
                      <c:pt idx="217">
                        <c:v>25.305848827574</c:v>
                      </c:pt>
                      <c:pt idx="218">
                        <c:v>15.05850939576</c:v>
                      </c:pt>
                      <c:pt idx="219">
                        <c:v>8.7433547432090002</c:v>
                      </c:pt>
                      <c:pt idx="220">
                        <c:v>5.5065427109240002</c:v>
                      </c:pt>
                      <c:pt idx="221">
                        <c:v>4.6343449956960008</c:v>
                      </c:pt>
                      <c:pt idx="222">
                        <c:v>8.6803798837860011</c:v>
                      </c:pt>
                      <c:pt idx="223">
                        <c:v>14.834961056071</c:v>
                      </c:pt>
                      <c:pt idx="224">
                        <c:v>20.204374548625001</c:v>
                      </c:pt>
                      <c:pt idx="225">
                        <c:v>24.302940232417999</c:v>
                      </c:pt>
                      <c:pt idx="226">
                        <c:v>27.534002594302002</c:v>
                      </c:pt>
                      <c:pt idx="227">
                        <c:v>31.079254987009001</c:v>
                      </c:pt>
                      <c:pt idx="228">
                        <c:v>33.121143726726004</c:v>
                      </c:pt>
                      <c:pt idx="229">
                        <c:v>36.634058648541</c:v>
                      </c:pt>
                      <c:pt idx="230">
                        <c:v>40.054854741862997</c:v>
                      </c:pt>
                      <c:pt idx="231">
                        <c:v>38.403001827977</c:v>
                      </c:pt>
                      <c:pt idx="232">
                        <c:v>33.934731584653008</c:v>
                      </c:pt>
                      <c:pt idx="233">
                        <c:v>33.716899038465996</c:v>
                      </c:pt>
                      <c:pt idx="234">
                        <c:v>33.552426467662997</c:v>
                      </c:pt>
                      <c:pt idx="235">
                        <c:v>36.736486145557997</c:v>
                      </c:pt>
                      <c:pt idx="236">
                        <c:v>41.106964313589998</c:v>
                      </c:pt>
                      <c:pt idx="237">
                        <c:v>47.559170939851001</c:v>
                      </c:pt>
                      <c:pt idx="238">
                        <c:v>48.956582106871998</c:v>
                      </c:pt>
                      <c:pt idx="239">
                        <c:v>45.115819829225991</c:v>
                      </c:pt>
                      <c:pt idx="240">
                        <c:v>33.516940698108996</c:v>
                      </c:pt>
                      <c:pt idx="241">
                        <c:v>21.385118149905001</c:v>
                      </c:pt>
                      <c:pt idx="242">
                        <c:v>12.235112891234001</c:v>
                      </c:pt>
                      <c:pt idx="243">
                        <c:v>7.2109753033489996</c:v>
                      </c:pt>
                      <c:pt idx="244">
                        <c:v>4.7925263748460001</c:v>
                      </c:pt>
                      <c:pt idx="245">
                        <c:v>4.3884539860359997</c:v>
                      </c:pt>
                      <c:pt idx="246">
                        <c:v>9.0125783605049996</c:v>
                      </c:pt>
                      <c:pt idx="247">
                        <c:v>15.361118199878</c:v>
                      </c:pt>
                      <c:pt idx="248">
                        <c:v>20.394456552466998</c:v>
                      </c:pt>
                      <c:pt idx="249">
                        <c:v>23.696181921150004</c:v>
                      </c:pt>
                      <c:pt idx="250">
                        <c:v>26.982715538438001</c:v>
                      </c:pt>
                      <c:pt idx="251">
                        <c:v>30.497987541291</c:v>
                      </c:pt>
                      <c:pt idx="252">
                        <c:v>32.404287704942</c:v>
                      </c:pt>
                      <c:pt idx="253">
                        <c:v>35.202866951559997</c:v>
                      </c:pt>
                      <c:pt idx="254">
                        <c:v>37.520528974165998</c:v>
                      </c:pt>
                      <c:pt idx="255">
                        <c:v>36.242097826319998</c:v>
                      </c:pt>
                      <c:pt idx="256">
                        <c:v>32.802516832335002</c:v>
                      </c:pt>
                      <c:pt idx="257">
                        <c:v>35.090685576803999</c:v>
                      </c:pt>
                      <c:pt idx="258">
                        <c:v>34.539823715675006</c:v>
                      </c:pt>
                      <c:pt idx="259">
                        <c:v>37.012773540886997</c:v>
                      </c:pt>
                      <c:pt idx="260">
                        <c:v>40.115727813219003</c:v>
                      </c:pt>
                      <c:pt idx="261">
                        <c:v>46.154163921523008</c:v>
                      </c:pt>
                      <c:pt idx="262">
                        <c:v>48.776562467014003</c:v>
                      </c:pt>
                      <c:pt idx="263">
                        <c:v>43.595859716759996</c:v>
                      </c:pt>
                      <c:pt idx="264">
                        <c:v>31.654879446205999</c:v>
                      </c:pt>
                      <c:pt idx="265">
                        <c:v>19.120816342891001</c:v>
                      </c:pt>
                      <c:pt idx="266">
                        <c:v>10.727254575626999</c:v>
                      </c:pt>
                      <c:pt idx="267">
                        <c:v>6.4409849969950006</c:v>
                      </c:pt>
                      <c:pt idx="268">
                        <c:v>4.4397130629969999</c:v>
                      </c:pt>
                      <c:pt idx="269">
                        <c:v>4.2631305531289998</c:v>
                      </c:pt>
                      <c:pt idx="270">
                        <c:v>8.7696122987420004</c:v>
                      </c:pt>
                      <c:pt idx="271">
                        <c:v>15.357959630884999</c:v>
                      </c:pt>
                      <c:pt idx="272">
                        <c:v>20.068516151871997</c:v>
                      </c:pt>
                      <c:pt idx="273">
                        <c:v>23.02107147772</c:v>
                      </c:pt>
                      <c:pt idx="274">
                        <c:v>25.756441298283001</c:v>
                      </c:pt>
                      <c:pt idx="275">
                        <c:v>29.351906152742</c:v>
                      </c:pt>
                      <c:pt idx="276">
                        <c:v>31.157363169944002</c:v>
                      </c:pt>
                      <c:pt idx="277">
                        <c:v>33.822479073784002</c:v>
                      </c:pt>
                      <c:pt idx="278">
                        <c:v>35.625285654002994</c:v>
                      </c:pt>
                      <c:pt idx="279">
                        <c:v>34.861640365858001</c:v>
                      </c:pt>
                      <c:pt idx="280">
                        <c:v>31.592334374806001</c:v>
                      </c:pt>
                      <c:pt idx="281">
                        <c:v>32.773890952887001</c:v>
                      </c:pt>
                      <c:pt idx="282">
                        <c:v>32.032166468997005</c:v>
                      </c:pt>
                      <c:pt idx="283">
                        <c:v>35.948373945981999</c:v>
                      </c:pt>
                      <c:pt idx="284">
                        <c:v>39.791967020191997</c:v>
                      </c:pt>
                      <c:pt idx="285">
                        <c:v>46.510408642040005</c:v>
                      </c:pt>
                      <c:pt idx="286">
                        <c:v>49.686154524340004</c:v>
                      </c:pt>
                      <c:pt idx="287">
                        <c:v>44.571224539848998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2-B4D5-4FAE-AE9D-D02EB97D558B}"/>
                  </c:ext>
                </c:extLst>
              </c15:ser>
            </c15:filteredLineSeries>
            <c15:filteredLineSeries>
              <c15:ser>
                <c:idx val="31"/>
                <c:order val="3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12-10-2026'!$AG$1</c15:sqref>
                        </c15:formulaRef>
                      </c:ext>
                    </c:extLst>
                    <c:strCache>
                      <c:ptCount val="1"/>
                      <c:pt idx="0">
                        <c:v>vEPG BMR 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12-10-2026'!$AG$2:$AG$289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2.6675656410500004</c:v>
                      </c:pt>
                      <c:pt idx="1">
                        <c:v>1.6810283420600001</c:v>
                      </c:pt>
                      <c:pt idx="2">
                        <c:v>0.94091765930599902</c:v>
                      </c:pt>
                      <c:pt idx="3">
                        <c:v>0.5636175177449998</c:v>
                      </c:pt>
                      <c:pt idx="4">
                        <c:v>0.43089378545100004</c:v>
                      </c:pt>
                      <c:pt idx="5">
                        <c:v>0.45906662178899998</c:v>
                      </c:pt>
                      <c:pt idx="6">
                        <c:v>1.0371546830839999</c:v>
                      </c:pt>
                      <c:pt idx="7">
                        <c:v>1.6975124117930001</c:v>
                      </c:pt>
                      <c:pt idx="8">
                        <c:v>2.002390915031</c:v>
                      </c:pt>
                      <c:pt idx="9">
                        <c:v>2.076889555328</c:v>
                      </c:pt>
                      <c:pt idx="10">
                        <c:v>2.1936326566300002</c:v>
                      </c:pt>
                      <c:pt idx="11">
                        <c:v>2.4434328460229997</c:v>
                      </c:pt>
                      <c:pt idx="12">
                        <c:v>2.7584481883250001</c:v>
                      </c:pt>
                      <c:pt idx="13">
                        <c:v>3.0552028039070005</c:v>
                      </c:pt>
                      <c:pt idx="14">
                        <c:v>3.302855688098</c:v>
                      </c:pt>
                      <c:pt idx="15">
                        <c:v>3.1966203977849994</c:v>
                      </c:pt>
                      <c:pt idx="16">
                        <c:v>2.9119120779349998</c:v>
                      </c:pt>
                      <c:pt idx="17">
                        <c:v>2.7644603421210001</c:v>
                      </c:pt>
                      <c:pt idx="18">
                        <c:v>2.5687917609969997</c:v>
                      </c:pt>
                      <c:pt idx="19">
                        <c:v>2.641191202021</c:v>
                      </c:pt>
                      <c:pt idx="20">
                        <c:v>3.0785691144209899</c:v>
                      </c:pt>
                      <c:pt idx="21">
                        <c:v>3.5429076369880002</c:v>
                      </c:pt>
                      <c:pt idx="22">
                        <c:v>3.862361710965001</c:v>
                      </c:pt>
                      <c:pt idx="23">
                        <c:v>3.7306567534250012</c:v>
                      </c:pt>
                      <c:pt idx="24">
                        <c:v>2.8977700171279999</c:v>
                      </c:pt>
                      <c:pt idx="25">
                        <c:v>1.8545470970089999</c:v>
                      </c:pt>
                      <c:pt idx="26">
                        <c:v>1.0285724075480001</c:v>
                      </c:pt>
                      <c:pt idx="27">
                        <c:v>0.66697434496000108</c:v>
                      </c:pt>
                      <c:pt idx="28">
                        <c:v>0.44602912127199995</c:v>
                      </c:pt>
                      <c:pt idx="29">
                        <c:v>0.442840316841</c:v>
                      </c:pt>
                      <c:pt idx="30">
                        <c:v>0.90915895174299999</c:v>
                      </c:pt>
                      <c:pt idx="31">
                        <c:v>1.5236912585940001</c:v>
                      </c:pt>
                      <c:pt idx="32">
                        <c:v>2.022714478917</c:v>
                      </c:pt>
                      <c:pt idx="33">
                        <c:v>2.3514742015330001</c:v>
                      </c:pt>
                      <c:pt idx="34">
                        <c:v>2.5388732788839996</c:v>
                      </c:pt>
                      <c:pt idx="35">
                        <c:v>2.8381875222280004</c:v>
                      </c:pt>
                      <c:pt idx="36">
                        <c:v>3.0554671764040005</c:v>
                      </c:pt>
                      <c:pt idx="37">
                        <c:v>3.0714186601160001</c:v>
                      </c:pt>
                      <c:pt idx="38">
                        <c:v>3.566011456524</c:v>
                      </c:pt>
                      <c:pt idx="39">
                        <c:v>3.5141812564089996</c:v>
                      </c:pt>
                      <c:pt idx="40">
                        <c:v>3.0407489235999998</c:v>
                      </c:pt>
                      <c:pt idx="41">
                        <c:v>2.7863473672310004</c:v>
                      </c:pt>
                      <c:pt idx="42">
                        <c:v>2.566891132956</c:v>
                      </c:pt>
                      <c:pt idx="43">
                        <c:v>2.7478728704290001</c:v>
                      </c:pt>
                      <c:pt idx="44">
                        <c:v>3.1667625501729999</c:v>
                      </c:pt>
                      <c:pt idx="45">
                        <c:v>3.6292880649680099</c:v>
                      </c:pt>
                      <c:pt idx="46">
                        <c:v>3.8979413836559909</c:v>
                      </c:pt>
                      <c:pt idx="47">
                        <c:v>3.743940274654999</c:v>
                      </c:pt>
                      <c:pt idx="48">
                        <c:v>2.9957994488490001</c:v>
                      </c:pt>
                      <c:pt idx="49">
                        <c:v>1.993129896638</c:v>
                      </c:pt>
                      <c:pt idx="50">
                        <c:v>1.169149600625</c:v>
                      </c:pt>
                      <c:pt idx="51">
                        <c:v>0.65903066468200111</c:v>
                      </c:pt>
                      <c:pt idx="52">
                        <c:v>0.44061587048</c:v>
                      </c:pt>
                      <c:pt idx="53">
                        <c:v>0.44005454939999999</c:v>
                      </c:pt>
                      <c:pt idx="54">
                        <c:v>0.93922586585099899</c:v>
                      </c:pt>
                      <c:pt idx="55">
                        <c:v>1.549518304447</c:v>
                      </c:pt>
                      <c:pt idx="56">
                        <c:v>1.9933015944520001</c:v>
                      </c:pt>
                      <c:pt idx="57">
                        <c:v>2.218856875567</c:v>
                      </c:pt>
                      <c:pt idx="58">
                        <c:v>2.3466796292860002</c:v>
                      </c:pt>
                      <c:pt idx="59">
                        <c:v>2.5960597104379999</c:v>
                      </c:pt>
                      <c:pt idx="60">
                        <c:v>2.8188991694609999</c:v>
                      </c:pt>
                      <c:pt idx="61">
                        <c:v>3.1587962039299997</c:v>
                      </c:pt>
                      <c:pt idx="62">
                        <c:v>3.4560755102229996</c:v>
                      </c:pt>
                      <c:pt idx="63">
                        <c:v>3.2945643362610002</c:v>
                      </c:pt>
                      <c:pt idx="64">
                        <c:v>2.9332495413149999</c:v>
                      </c:pt>
                      <c:pt idx="65">
                        <c:v>2.7057033364369998</c:v>
                      </c:pt>
                      <c:pt idx="66">
                        <c:v>2.5342668550490002</c:v>
                      </c:pt>
                      <c:pt idx="67">
                        <c:v>2.6631996525239998</c:v>
                      </c:pt>
                      <c:pt idx="68">
                        <c:v>3.0413408894950003</c:v>
                      </c:pt>
                      <c:pt idx="69">
                        <c:v>3.4662018098130001</c:v>
                      </c:pt>
                      <c:pt idx="70">
                        <c:v>3.7397611300119906</c:v>
                      </c:pt>
                      <c:pt idx="71">
                        <c:v>3.5554320449480001</c:v>
                      </c:pt>
                      <c:pt idx="72">
                        <c:v>2.6561623990030001</c:v>
                      </c:pt>
                      <c:pt idx="73">
                        <c:v>1.637653206272</c:v>
                      </c:pt>
                      <c:pt idx="74">
                        <c:v>0.88981851710400106</c:v>
                      </c:pt>
                      <c:pt idx="75">
                        <c:v>0.53202538518600007</c:v>
                      </c:pt>
                      <c:pt idx="76">
                        <c:v>0.40206228436800001</c:v>
                      </c:pt>
                      <c:pt idx="77">
                        <c:v>0.4207692339089999</c:v>
                      </c:pt>
                      <c:pt idx="78">
                        <c:v>0.96775504738400098</c:v>
                      </c:pt>
                      <c:pt idx="79">
                        <c:v>1.6172894492000001</c:v>
                      </c:pt>
                      <c:pt idx="80">
                        <c:v>1.9034590006850001</c:v>
                      </c:pt>
                      <c:pt idx="81">
                        <c:v>2.0026432449709999</c:v>
                      </c:pt>
                      <c:pt idx="82">
                        <c:v>2.1116269214510002</c:v>
                      </c:pt>
                      <c:pt idx="83">
                        <c:v>2.3534584144700004</c:v>
                      </c:pt>
                      <c:pt idx="84">
                        <c:v>2.6782138111989999</c:v>
                      </c:pt>
                      <c:pt idx="85">
                        <c:v>2.919580497563</c:v>
                      </c:pt>
                      <c:pt idx="86">
                        <c:v>3.1365237499380001</c:v>
                      </c:pt>
                      <c:pt idx="87">
                        <c:v>3.047171725438</c:v>
                      </c:pt>
                      <c:pt idx="88">
                        <c:v>2.7585376492540004</c:v>
                      </c:pt>
                      <c:pt idx="89">
                        <c:v>2.6407366866530002</c:v>
                      </c:pt>
                      <c:pt idx="90">
                        <c:v>2.4568093953259997</c:v>
                      </c:pt>
                      <c:pt idx="91">
                        <c:v>2.6013951829599997</c:v>
                      </c:pt>
                      <c:pt idx="92">
                        <c:v>3.003043114504</c:v>
                      </c:pt>
                      <c:pt idx="93">
                        <c:v>3.4913804945920099</c:v>
                      </c:pt>
                      <c:pt idx="94">
                        <c:v>3.782810697142001</c:v>
                      </c:pt>
                      <c:pt idx="95">
                        <c:v>3.51525156197</c:v>
                      </c:pt>
                      <c:pt idx="96">
                        <c:v>2.5220090144</c:v>
                      </c:pt>
                      <c:pt idx="97">
                        <c:v>1.5390901222890001</c:v>
                      </c:pt>
                      <c:pt idx="98">
                        <c:v>0.84489688350299896</c:v>
                      </c:pt>
                      <c:pt idx="99">
                        <c:v>0.51349698812199995</c:v>
                      </c:pt>
                      <c:pt idx="100">
                        <c:v>0.380718257946</c:v>
                      </c:pt>
                      <c:pt idx="101">
                        <c:v>0.406016021831</c:v>
                      </c:pt>
                      <c:pt idx="102">
                        <c:v>0.95705885041600003</c:v>
                      </c:pt>
                      <c:pt idx="103">
                        <c:v>1.6129621439400001</c:v>
                      </c:pt>
                      <c:pt idx="104">
                        <c:v>1.91767756014</c:v>
                      </c:pt>
                      <c:pt idx="105">
                        <c:v>2.0164524023820003</c:v>
                      </c:pt>
                      <c:pt idx="106">
                        <c:v>2.1260930012100001</c:v>
                      </c:pt>
                      <c:pt idx="107">
                        <c:v>2.356486897855</c:v>
                      </c:pt>
                      <c:pt idx="108">
                        <c:v>2.6580309161989994</c:v>
                      </c:pt>
                      <c:pt idx="109">
                        <c:v>2.8999588863449999</c:v>
                      </c:pt>
                      <c:pt idx="110">
                        <c:v>3.1088448946799998</c:v>
                      </c:pt>
                      <c:pt idx="111">
                        <c:v>3.0330741385410001</c:v>
                      </c:pt>
                      <c:pt idx="112">
                        <c:v>2.7365622517420003</c:v>
                      </c:pt>
                      <c:pt idx="113">
                        <c:v>2.6203631518670001</c:v>
                      </c:pt>
                      <c:pt idx="114">
                        <c:v>2.4508691309500001</c:v>
                      </c:pt>
                      <c:pt idx="115">
                        <c:v>2.5898608750179997</c:v>
                      </c:pt>
                      <c:pt idx="116">
                        <c:v>3.014751758209</c:v>
                      </c:pt>
                      <c:pt idx="117">
                        <c:v>3.4935648378010002</c:v>
                      </c:pt>
                      <c:pt idx="118">
                        <c:v>3.7656739466140001</c:v>
                      </c:pt>
                      <c:pt idx="119">
                        <c:v>3.4835860453280003</c:v>
                      </c:pt>
                      <c:pt idx="120">
                        <c:v>2.5074937180160002</c:v>
                      </c:pt>
                      <c:pt idx="121">
                        <c:v>1.4949398403029999</c:v>
                      </c:pt>
                      <c:pt idx="122">
                        <c:v>0.83612458589700001</c:v>
                      </c:pt>
                      <c:pt idx="123">
                        <c:v>0.50486757324199993</c:v>
                      </c:pt>
                      <c:pt idx="124">
                        <c:v>0.37544087233200002</c:v>
                      </c:pt>
                      <c:pt idx="125">
                        <c:v>0.41997980347500002</c:v>
                      </c:pt>
                      <c:pt idx="126">
                        <c:v>0.97253915185500084</c:v>
                      </c:pt>
                      <c:pt idx="127">
                        <c:v>1.6437604339599998</c:v>
                      </c:pt>
                      <c:pt idx="128">
                        <c:v>1.9401637163530001</c:v>
                      </c:pt>
                      <c:pt idx="129">
                        <c:v>2.0259602233839997</c:v>
                      </c:pt>
                      <c:pt idx="130">
                        <c:v>2.1306051617590001</c:v>
                      </c:pt>
                      <c:pt idx="131">
                        <c:v>2.3377024979909997</c:v>
                      </c:pt>
                      <c:pt idx="132">
                        <c:v>2.699512677475</c:v>
                      </c:pt>
                      <c:pt idx="133">
                        <c:v>3.0864318527629999</c:v>
                      </c:pt>
                      <c:pt idx="134">
                        <c:v>3.2558657092420002</c:v>
                      </c:pt>
                      <c:pt idx="135">
                        <c:v>3.1236064775100001</c:v>
                      </c:pt>
                      <c:pt idx="136">
                        <c:v>2.7800357470229997</c:v>
                      </c:pt>
                      <c:pt idx="137">
                        <c:v>2.6355542610999998</c:v>
                      </c:pt>
                      <c:pt idx="138">
                        <c:v>2.5860774352100004</c:v>
                      </c:pt>
                      <c:pt idx="139">
                        <c:v>2.802887254546</c:v>
                      </c:pt>
                      <c:pt idx="140">
                        <c:v>3.0830724020420002</c:v>
                      </c:pt>
                      <c:pt idx="141">
                        <c:v>3.5367596187170012</c:v>
                      </c:pt>
                      <c:pt idx="142">
                        <c:v>3.774498368737</c:v>
                      </c:pt>
                      <c:pt idx="143">
                        <c:v>3.4751501923439996</c:v>
                      </c:pt>
                      <c:pt idx="144">
                        <c:v>2.5302994338400002</c:v>
                      </c:pt>
                      <c:pt idx="145">
                        <c:v>1.5381635448989999</c:v>
                      </c:pt>
                      <c:pt idx="146">
                        <c:v>0.878887238622999</c:v>
                      </c:pt>
                      <c:pt idx="147">
                        <c:v>0.51740359526200008</c:v>
                      </c:pt>
                      <c:pt idx="148">
                        <c:v>0.37218829226299999</c:v>
                      </c:pt>
                      <c:pt idx="149">
                        <c:v>0.42545876381999997</c:v>
                      </c:pt>
                      <c:pt idx="150">
                        <c:v>1.000464971268</c:v>
                      </c:pt>
                      <c:pt idx="151">
                        <c:v>1.6810996880470002</c:v>
                      </c:pt>
                      <c:pt idx="152">
                        <c:v>1.9881850446130001</c:v>
                      </c:pt>
                      <c:pt idx="153">
                        <c:v>2.042007341468</c:v>
                      </c:pt>
                      <c:pt idx="154">
                        <c:v>2.128205255068</c:v>
                      </c:pt>
                      <c:pt idx="155">
                        <c:v>2.3578846194919998</c:v>
                      </c:pt>
                      <c:pt idx="156">
                        <c:v>2.6234049693700001</c:v>
                      </c:pt>
                      <c:pt idx="157">
                        <c:v>2.8991926493759999</c:v>
                      </c:pt>
                      <c:pt idx="158">
                        <c:v>3.0988604775500006</c:v>
                      </c:pt>
                      <c:pt idx="159">
                        <c:v>3.0761360196210004</c:v>
                      </c:pt>
                      <c:pt idx="160">
                        <c:v>2.7980187175930005</c:v>
                      </c:pt>
                      <c:pt idx="161">
                        <c:v>2.6961649190750001</c:v>
                      </c:pt>
                      <c:pt idx="162">
                        <c:v>2.5374803964420001</c:v>
                      </c:pt>
                      <c:pt idx="163">
                        <c:v>2.74195928971</c:v>
                      </c:pt>
                      <c:pt idx="164">
                        <c:v>3.090366324298</c:v>
                      </c:pt>
                      <c:pt idx="165">
                        <c:v>3.5264397001229999</c:v>
                      </c:pt>
                      <c:pt idx="166">
                        <c:v>3.8321858825950001</c:v>
                      </c:pt>
                      <c:pt idx="167">
                        <c:v>3.4728758503330002</c:v>
                      </c:pt>
                      <c:pt idx="168">
                        <c:v>2.5008375690150002</c:v>
                      </c:pt>
                      <c:pt idx="169">
                        <c:v>1.5478316268840002</c:v>
                      </c:pt>
                      <c:pt idx="170">
                        <c:v>0.86630569404199997</c:v>
                      </c:pt>
                      <c:pt idx="171">
                        <c:v>0.51972121505400093</c:v>
                      </c:pt>
                      <c:pt idx="172">
                        <c:v>0.39061812524200101</c:v>
                      </c:pt>
                      <c:pt idx="173">
                        <c:v>0.44658730797300106</c:v>
                      </c:pt>
                      <c:pt idx="174">
                        <c:v>1.039026757321001</c:v>
                      </c:pt>
                      <c:pt idx="175">
                        <c:v>1.7801766255039999</c:v>
                      </c:pt>
                      <c:pt idx="176">
                        <c:v>2.0863222718839998</c:v>
                      </c:pt>
                      <c:pt idx="177">
                        <c:v>2.173570282754</c:v>
                      </c:pt>
                      <c:pt idx="178">
                        <c:v>2.2483979979819999</c:v>
                      </c:pt>
                      <c:pt idx="179">
                        <c:v>2.4399567480429996</c:v>
                      </c:pt>
                      <c:pt idx="180">
                        <c:v>2.7569038856130001</c:v>
                      </c:pt>
                      <c:pt idx="181">
                        <c:v>3.038792021536</c:v>
                      </c:pt>
                      <c:pt idx="182">
                        <c:v>3.2419285396519997</c:v>
                      </c:pt>
                      <c:pt idx="183">
                        <c:v>3.1809875819779996</c:v>
                      </c:pt>
                      <c:pt idx="184">
                        <c:v>2.8805362372430001</c:v>
                      </c:pt>
                      <c:pt idx="185">
                        <c:v>2.6816240585959994</c:v>
                      </c:pt>
                      <c:pt idx="186">
                        <c:v>2.5454667940640001</c:v>
                      </c:pt>
                      <c:pt idx="187">
                        <c:v>2.8010176113209999</c:v>
                      </c:pt>
                      <c:pt idx="188">
                        <c:v>3.1182807908980004</c:v>
                      </c:pt>
                      <c:pt idx="189">
                        <c:v>3.597189805413</c:v>
                      </c:pt>
                      <c:pt idx="190">
                        <c:v>3.8841666527779899</c:v>
                      </c:pt>
                      <c:pt idx="191">
                        <c:v>3.63601954599</c:v>
                      </c:pt>
                      <c:pt idx="192">
                        <c:v>2.8096690773860002</c:v>
                      </c:pt>
                      <c:pt idx="193">
                        <c:v>1.8111144468790001</c:v>
                      </c:pt>
                      <c:pt idx="194">
                        <c:v>1.0865935475900002</c:v>
                      </c:pt>
                      <c:pt idx="195">
                        <c:v>0.66044117844299899</c:v>
                      </c:pt>
                      <c:pt idx="196">
                        <c:v>0.44458140844800004</c:v>
                      </c:pt>
                      <c:pt idx="197">
                        <c:v>0.44371318796499998</c:v>
                      </c:pt>
                      <c:pt idx="198">
                        <c:v>0.9549163402780001</c:v>
                      </c:pt>
                      <c:pt idx="199">
                        <c:v>1.5984673581610001</c:v>
                      </c:pt>
                      <c:pt idx="200">
                        <c:v>2.0555068289210001</c:v>
                      </c:pt>
                      <c:pt idx="201">
                        <c:v>2.3240410451070002</c:v>
                      </c:pt>
                      <c:pt idx="202">
                        <c:v>2.4746223977390001</c:v>
                      </c:pt>
                      <c:pt idx="203">
                        <c:v>2.7649618870310002</c:v>
                      </c:pt>
                      <c:pt idx="204">
                        <c:v>2.9881934284020097</c:v>
                      </c:pt>
                      <c:pt idx="205">
                        <c:v>3.0461839100339998</c:v>
                      </c:pt>
                      <c:pt idx="206">
                        <c:v>3.5538924863829999</c:v>
                      </c:pt>
                      <c:pt idx="207">
                        <c:v>3.5203636860370002</c:v>
                      </c:pt>
                      <c:pt idx="208">
                        <c:v>3.0179273615119997</c:v>
                      </c:pt>
                      <c:pt idx="209">
                        <c:v>2.8073595113090004</c:v>
                      </c:pt>
                      <c:pt idx="210">
                        <c:v>2.6436325182270002</c:v>
                      </c:pt>
                      <c:pt idx="211">
                        <c:v>2.9601565957160099</c:v>
                      </c:pt>
                      <c:pt idx="212">
                        <c:v>3.26318178475</c:v>
                      </c:pt>
                      <c:pt idx="213">
                        <c:v>3.6916003533310002</c:v>
                      </c:pt>
                      <c:pt idx="214">
                        <c:v>4.0075488480140011</c:v>
                      </c:pt>
                      <c:pt idx="215">
                        <c:v>3.7351238052460003</c:v>
                      </c:pt>
                      <c:pt idx="216">
                        <c:v>2.8571912699349999</c:v>
                      </c:pt>
                      <c:pt idx="217">
                        <c:v>1.814696189188</c:v>
                      </c:pt>
                      <c:pt idx="218">
                        <c:v>1.0901333069820001</c:v>
                      </c:pt>
                      <c:pt idx="219">
                        <c:v>0.63463178771899997</c:v>
                      </c:pt>
                      <c:pt idx="220">
                        <c:v>0.426308995641</c:v>
                      </c:pt>
                      <c:pt idx="221">
                        <c:v>0.44689130853799897</c:v>
                      </c:pt>
                      <c:pt idx="222">
                        <c:v>0.94706418128100001</c:v>
                      </c:pt>
                      <c:pt idx="223">
                        <c:v>1.6376921139239999</c:v>
                      </c:pt>
                      <c:pt idx="224">
                        <c:v>2.0544408529560001</c:v>
                      </c:pt>
                      <c:pt idx="225">
                        <c:v>2.2581742958970001</c:v>
                      </c:pt>
                      <c:pt idx="226">
                        <c:v>2.3370356446850002</c:v>
                      </c:pt>
                      <c:pt idx="227">
                        <c:v>2.574789723286</c:v>
                      </c:pt>
                      <c:pt idx="228">
                        <c:v>2.7939085978860003</c:v>
                      </c:pt>
                      <c:pt idx="229">
                        <c:v>3.128762427277</c:v>
                      </c:pt>
                      <c:pt idx="230">
                        <c:v>3.433277345764</c:v>
                      </c:pt>
                      <c:pt idx="231">
                        <c:v>3.3172407995720001</c:v>
                      </c:pt>
                      <c:pt idx="232">
                        <c:v>2.9037312812399998</c:v>
                      </c:pt>
                      <c:pt idx="233">
                        <c:v>2.6894546185060002</c:v>
                      </c:pt>
                      <c:pt idx="234">
                        <c:v>2.5953878741810001</c:v>
                      </c:pt>
                      <c:pt idx="235">
                        <c:v>2.8876777391840003</c:v>
                      </c:pt>
                      <c:pt idx="236">
                        <c:v>3.2168371195560002</c:v>
                      </c:pt>
                      <c:pt idx="237">
                        <c:v>3.6540919627259898</c:v>
                      </c:pt>
                      <c:pt idx="238">
                        <c:v>3.8447261331120006</c:v>
                      </c:pt>
                      <c:pt idx="239">
                        <c:v>3.5142752934709995</c:v>
                      </c:pt>
                      <c:pt idx="240">
                        <c:v>2.5126301275280003</c:v>
                      </c:pt>
                      <c:pt idx="241">
                        <c:v>1.5434187925300002</c:v>
                      </c:pt>
                      <c:pt idx="242">
                        <c:v>0.89951234030899996</c:v>
                      </c:pt>
                      <c:pt idx="243">
                        <c:v>0.55034001945500099</c:v>
                      </c:pt>
                      <c:pt idx="244">
                        <c:v>0.40797059415799902</c:v>
                      </c:pt>
                      <c:pt idx="245">
                        <c:v>0.45073382608499901</c:v>
                      </c:pt>
                      <c:pt idx="246">
                        <c:v>1.0182511211370011</c:v>
                      </c:pt>
                      <c:pt idx="247">
                        <c:v>1.734879542521</c:v>
                      </c:pt>
                      <c:pt idx="248">
                        <c:v>2.0490883847919998</c:v>
                      </c:pt>
                      <c:pt idx="249">
                        <c:v>2.1390387409689997</c:v>
                      </c:pt>
                      <c:pt idx="250">
                        <c:v>2.2378912985500001</c:v>
                      </c:pt>
                      <c:pt idx="251">
                        <c:v>2.4148481124720003</c:v>
                      </c:pt>
                      <c:pt idx="252">
                        <c:v>2.683320989921</c:v>
                      </c:pt>
                      <c:pt idx="253">
                        <c:v>2.9546603443199997</c:v>
                      </c:pt>
                      <c:pt idx="254">
                        <c:v>3.1926350133690002</c:v>
                      </c:pt>
                      <c:pt idx="255">
                        <c:v>3.1679025287220002</c:v>
                      </c:pt>
                      <c:pt idx="256">
                        <c:v>2.883841708476</c:v>
                      </c:pt>
                      <c:pt idx="257">
                        <c:v>2.8346719474850004</c:v>
                      </c:pt>
                      <c:pt idx="258">
                        <c:v>2.693208400924</c:v>
                      </c:pt>
                      <c:pt idx="259">
                        <c:v>2.9328621123979999</c:v>
                      </c:pt>
                      <c:pt idx="260">
                        <c:v>3.2385046088189999</c:v>
                      </c:pt>
                      <c:pt idx="261">
                        <c:v>3.6796575217239993</c:v>
                      </c:pt>
                      <c:pt idx="262">
                        <c:v>3.8886514809710113</c:v>
                      </c:pt>
                      <c:pt idx="263">
                        <c:v>3.4452045131069999</c:v>
                      </c:pt>
                      <c:pt idx="264">
                        <c:v>2.4253701452059997</c:v>
                      </c:pt>
                      <c:pt idx="265">
                        <c:v>1.4311759431340001</c:v>
                      </c:pt>
                      <c:pt idx="266">
                        <c:v>0.82532273290500102</c:v>
                      </c:pt>
                      <c:pt idx="267">
                        <c:v>0.53241157537700001</c:v>
                      </c:pt>
                      <c:pt idx="268">
                        <c:v>0.40182573560599999</c:v>
                      </c:pt>
                      <c:pt idx="269">
                        <c:v>0.45422776656899905</c:v>
                      </c:pt>
                      <c:pt idx="270">
                        <c:v>1.030240533832</c:v>
                      </c:pt>
                      <c:pt idx="271">
                        <c:v>1.736232954678</c:v>
                      </c:pt>
                      <c:pt idx="272">
                        <c:v>2.0363753654809997</c:v>
                      </c:pt>
                      <c:pt idx="273">
                        <c:v>2.0594367656370003</c:v>
                      </c:pt>
                      <c:pt idx="274">
                        <c:v>2.1360842018390001</c:v>
                      </c:pt>
                      <c:pt idx="275">
                        <c:v>2.348721878109</c:v>
                      </c:pt>
                      <c:pt idx="276">
                        <c:v>2.5997484242109996</c:v>
                      </c:pt>
                      <c:pt idx="277">
                        <c:v>2.9279514043049999</c:v>
                      </c:pt>
                      <c:pt idx="278">
                        <c:v>3.1280993622630002</c:v>
                      </c:pt>
                      <c:pt idx="279">
                        <c:v>3.0847802463940002</c:v>
                      </c:pt>
                      <c:pt idx="280">
                        <c:v>2.81921999932</c:v>
                      </c:pt>
                      <c:pt idx="281">
                        <c:v>2.6902833911370001</c:v>
                      </c:pt>
                      <c:pt idx="282">
                        <c:v>2.5355946703800001</c:v>
                      </c:pt>
                      <c:pt idx="283">
                        <c:v>2.80787646623501</c:v>
                      </c:pt>
                      <c:pt idx="284">
                        <c:v>3.199396224035</c:v>
                      </c:pt>
                      <c:pt idx="285">
                        <c:v>3.623364942764999</c:v>
                      </c:pt>
                      <c:pt idx="286">
                        <c:v>3.8613664042580003</c:v>
                      </c:pt>
                      <c:pt idx="287">
                        <c:v>3.4667840146060001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3-B4D5-4FAE-AE9D-D02EB97D558B}"/>
                  </c:ext>
                </c:extLst>
              </c15:ser>
            </c15:filteredLineSeries>
            <c15:filteredLineSeries>
              <c15:ser>
                <c:idx val="32"/>
                <c:order val="3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12-10-2026'!$AH$1</c15:sqref>
                        </c15:formulaRef>
                      </c:ext>
                    </c:extLst>
                    <c:strCache>
                      <c:ptCount val="1"/>
                      <c:pt idx="0">
                        <c:v>vEPG BMR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5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12-10-2026'!$AH$2:$AH$289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37.935634462308997</c:v>
                      </c:pt>
                      <c:pt idx="1">
                        <c:v>24.512020604551999</c:v>
                      </c:pt>
                      <c:pt idx="2">
                        <c:v>14.365118729134</c:v>
                      </c:pt>
                      <c:pt idx="3">
                        <c:v>8.1320890419049991</c:v>
                      </c:pt>
                      <c:pt idx="4">
                        <c:v>5.5796243791369999</c:v>
                      </c:pt>
                      <c:pt idx="5">
                        <c:v>5.3962944631259999</c:v>
                      </c:pt>
                      <c:pt idx="6">
                        <c:v>10.379938748886</c:v>
                      </c:pt>
                      <c:pt idx="7">
                        <c:v>17.217898443810999</c:v>
                      </c:pt>
                      <c:pt idx="8">
                        <c:v>22.443328294088001</c:v>
                      </c:pt>
                      <c:pt idx="9">
                        <c:v>25.249559714303</c:v>
                      </c:pt>
                      <c:pt idx="10">
                        <c:v>28.351388612448002</c:v>
                      </c:pt>
                      <c:pt idx="11">
                        <c:v>32.126923049055002</c:v>
                      </c:pt>
                      <c:pt idx="12">
                        <c:v>34.715152558531997</c:v>
                      </c:pt>
                      <c:pt idx="13">
                        <c:v>38.091129535458002</c:v>
                      </c:pt>
                      <c:pt idx="14">
                        <c:v>41.030074712374997</c:v>
                      </c:pt>
                      <c:pt idx="15">
                        <c:v>39.021415248628003</c:v>
                      </c:pt>
                      <c:pt idx="16">
                        <c:v>34.946189424958</c:v>
                      </c:pt>
                      <c:pt idx="17">
                        <c:v>34.763799764567999</c:v>
                      </c:pt>
                      <c:pt idx="18">
                        <c:v>33.929502037218001</c:v>
                      </c:pt>
                      <c:pt idx="19">
                        <c:v>35.256198862795998</c:v>
                      </c:pt>
                      <c:pt idx="20">
                        <c:v>41.176544075424999</c:v>
                      </c:pt>
                      <c:pt idx="21">
                        <c:v>47.458641566178997</c:v>
                      </c:pt>
                      <c:pt idx="22">
                        <c:v>51.823063330353001</c:v>
                      </c:pt>
                      <c:pt idx="23">
                        <c:v>50.643258819937998</c:v>
                      </c:pt>
                      <c:pt idx="24">
                        <c:v>40.886499250153996</c:v>
                      </c:pt>
                      <c:pt idx="25">
                        <c:v>26.787717228413001</c:v>
                      </c:pt>
                      <c:pt idx="26">
                        <c:v>14.714107089332</c:v>
                      </c:pt>
                      <c:pt idx="27">
                        <c:v>9.5919868124539995</c:v>
                      </c:pt>
                      <c:pt idx="28">
                        <c:v>6.1994831664110004</c:v>
                      </c:pt>
                      <c:pt idx="29">
                        <c:v>5.2216462456070003</c:v>
                      </c:pt>
                      <c:pt idx="30">
                        <c:v>9.2724447006229997</c:v>
                      </c:pt>
                      <c:pt idx="31">
                        <c:v>14.969095603103</c:v>
                      </c:pt>
                      <c:pt idx="32">
                        <c:v>20.794895230369001</c:v>
                      </c:pt>
                      <c:pt idx="33">
                        <c:v>26.013978919542001</c:v>
                      </c:pt>
                      <c:pt idx="34">
                        <c:v>30.332470234690998</c:v>
                      </c:pt>
                      <c:pt idx="35">
                        <c:v>35.620076019588005</c:v>
                      </c:pt>
                      <c:pt idx="36">
                        <c:v>37.610796894972999</c:v>
                      </c:pt>
                      <c:pt idx="37">
                        <c:v>36.387541338410003</c:v>
                      </c:pt>
                      <c:pt idx="38">
                        <c:v>44.813596838536</c:v>
                      </c:pt>
                      <c:pt idx="39">
                        <c:v>43.193848635202002</c:v>
                      </c:pt>
                      <c:pt idx="40">
                        <c:v>36.778816616545001</c:v>
                      </c:pt>
                      <c:pt idx="41">
                        <c:v>35.234668489027001</c:v>
                      </c:pt>
                      <c:pt idx="42">
                        <c:v>34.166624251892003</c:v>
                      </c:pt>
                      <c:pt idx="43">
                        <c:v>36.870408926674003</c:v>
                      </c:pt>
                      <c:pt idx="44">
                        <c:v>43.206195258171</c:v>
                      </c:pt>
                      <c:pt idx="45">
                        <c:v>49.901833673818999</c:v>
                      </c:pt>
                      <c:pt idx="46">
                        <c:v>53.531083230789001</c:v>
                      </c:pt>
                      <c:pt idx="47">
                        <c:v>52.161862223744002</c:v>
                      </c:pt>
                      <c:pt idx="48">
                        <c:v>42.784790487922997</c:v>
                      </c:pt>
                      <c:pt idx="49">
                        <c:v>29.526768849450999</c:v>
                      </c:pt>
                      <c:pt idx="50">
                        <c:v>17.789016696493</c:v>
                      </c:pt>
                      <c:pt idx="51">
                        <c:v>10.354436417593</c:v>
                      </c:pt>
                      <c:pt idx="52">
                        <c:v>6.3143869992359996</c:v>
                      </c:pt>
                      <c:pt idx="53">
                        <c:v>5.1729087960479996</c:v>
                      </c:pt>
                      <c:pt idx="54">
                        <c:v>9.3829790727559992</c:v>
                      </c:pt>
                      <c:pt idx="55">
                        <c:v>15.489045444462</c:v>
                      </c:pt>
                      <c:pt idx="56">
                        <c:v>20.772497614728003</c:v>
                      </c:pt>
                      <c:pt idx="57">
                        <c:v>25.336272698473</c:v>
                      </c:pt>
                      <c:pt idx="58">
                        <c:v>28.965396536576002</c:v>
                      </c:pt>
                      <c:pt idx="59">
                        <c:v>33.467843074790999</c:v>
                      </c:pt>
                      <c:pt idx="60">
                        <c:v>35.807211656625</c:v>
                      </c:pt>
                      <c:pt idx="61">
                        <c:v>39.696413156148999</c:v>
                      </c:pt>
                      <c:pt idx="62">
                        <c:v>43.669913699374</c:v>
                      </c:pt>
                      <c:pt idx="63">
                        <c:v>41.596097929633999</c:v>
                      </c:pt>
                      <c:pt idx="64">
                        <c:v>36.661812306207999</c:v>
                      </c:pt>
                      <c:pt idx="65">
                        <c:v>35.605589488641002</c:v>
                      </c:pt>
                      <c:pt idx="66">
                        <c:v>33.989904528559002</c:v>
                      </c:pt>
                      <c:pt idx="67">
                        <c:v>36.210826458492996</c:v>
                      </c:pt>
                      <c:pt idx="68">
                        <c:v>41.675908424287002</c:v>
                      </c:pt>
                      <c:pt idx="69">
                        <c:v>47.567277637445002</c:v>
                      </c:pt>
                      <c:pt idx="70">
                        <c:v>51.487298761060998</c:v>
                      </c:pt>
                      <c:pt idx="71">
                        <c:v>49.011353630342001</c:v>
                      </c:pt>
                      <c:pt idx="72">
                        <c:v>37.900484579211003</c:v>
                      </c:pt>
                      <c:pt idx="73">
                        <c:v>23.981021027535999</c:v>
                      </c:pt>
                      <c:pt idx="74">
                        <c:v>13.661842153754</c:v>
                      </c:pt>
                      <c:pt idx="75">
                        <c:v>7.9349301181560001</c:v>
                      </c:pt>
                      <c:pt idx="76">
                        <c:v>5.3334867768530003</c:v>
                      </c:pt>
                      <c:pt idx="77">
                        <c:v>4.9807700208699996</c:v>
                      </c:pt>
                      <c:pt idx="78">
                        <c:v>9.8358466848670005</c:v>
                      </c:pt>
                      <c:pt idx="79">
                        <c:v>16.107145483446001</c:v>
                      </c:pt>
                      <c:pt idx="80">
                        <c:v>21.146825747377999</c:v>
                      </c:pt>
                      <c:pt idx="81">
                        <c:v>24.594508072470997</c:v>
                      </c:pt>
                      <c:pt idx="82">
                        <c:v>27.748911536936998</c:v>
                      </c:pt>
                      <c:pt idx="83">
                        <c:v>31.141522293824</c:v>
                      </c:pt>
                      <c:pt idx="84">
                        <c:v>33.594726166682001</c:v>
                      </c:pt>
                      <c:pt idx="85">
                        <c:v>36.612001178680003</c:v>
                      </c:pt>
                      <c:pt idx="86">
                        <c:v>39.121880433436999</c:v>
                      </c:pt>
                      <c:pt idx="87">
                        <c:v>37.195370943796</c:v>
                      </c:pt>
                      <c:pt idx="88">
                        <c:v>33.726654897591999</c:v>
                      </c:pt>
                      <c:pt idx="89">
                        <c:v>33.976433327305998</c:v>
                      </c:pt>
                      <c:pt idx="90">
                        <c:v>33.272070800320002</c:v>
                      </c:pt>
                      <c:pt idx="91">
                        <c:v>35.510537452595997</c:v>
                      </c:pt>
                      <c:pt idx="92">
                        <c:v>41.543737789136998</c:v>
                      </c:pt>
                      <c:pt idx="93">
                        <c:v>48.037795825235001</c:v>
                      </c:pt>
                      <c:pt idx="94">
                        <c:v>51.737334406432005</c:v>
                      </c:pt>
                      <c:pt idx="95">
                        <c:v>48.235328241402001</c:v>
                      </c:pt>
                      <c:pt idx="96">
                        <c:v>36.547404754642997</c:v>
                      </c:pt>
                      <c:pt idx="97">
                        <c:v>22.952890365161</c:v>
                      </c:pt>
                      <c:pt idx="98">
                        <c:v>12.952568104373999</c:v>
                      </c:pt>
                      <c:pt idx="99">
                        <c:v>7.434792266014</c:v>
                      </c:pt>
                      <c:pt idx="100">
                        <c:v>5.1784938319560005</c:v>
                      </c:pt>
                      <c:pt idx="101">
                        <c:v>4.7705481537029994</c:v>
                      </c:pt>
                      <c:pt idx="102">
                        <c:v>9.4885239228499998</c:v>
                      </c:pt>
                      <c:pt idx="103">
                        <c:v>16.338174113400999</c:v>
                      </c:pt>
                      <c:pt idx="104">
                        <c:v>21.319769024168</c:v>
                      </c:pt>
                      <c:pt idx="105">
                        <c:v>24.552914726541999</c:v>
                      </c:pt>
                      <c:pt idx="106">
                        <c:v>27.777411222644002</c:v>
                      </c:pt>
                      <c:pt idx="107">
                        <c:v>31.553196713342</c:v>
                      </c:pt>
                      <c:pt idx="108">
                        <c:v>33.914460564014</c:v>
                      </c:pt>
                      <c:pt idx="109">
                        <c:v>37.075446328996996</c:v>
                      </c:pt>
                      <c:pt idx="110">
                        <c:v>39.343436204809997</c:v>
                      </c:pt>
                      <c:pt idx="111">
                        <c:v>37.519274553712002</c:v>
                      </c:pt>
                      <c:pt idx="112">
                        <c:v>34.138947586284999</c:v>
                      </c:pt>
                      <c:pt idx="113">
                        <c:v>34.252490390673003</c:v>
                      </c:pt>
                      <c:pt idx="114">
                        <c:v>33.508395432017998</c:v>
                      </c:pt>
                      <c:pt idx="115">
                        <c:v>35.862210331413998</c:v>
                      </c:pt>
                      <c:pt idx="116">
                        <c:v>41.670304603866001</c:v>
                      </c:pt>
                      <c:pt idx="117">
                        <c:v>48.924791388384001</c:v>
                      </c:pt>
                      <c:pt idx="118">
                        <c:v>52.255456745446999</c:v>
                      </c:pt>
                      <c:pt idx="119">
                        <c:v>48.754014332016993</c:v>
                      </c:pt>
                      <c:pt idx="120">
                        <c:v>36.513860727452006</c:v>
                      </c:pt>
                      <c:pt idx="121">
                        <c:v>22.664928594747003</c:v>
                      </c:pt>
                      <c:pt idx="122">
                        <c:v>12.757179494191</c:v>
                      </c:pt>
                      <c:pt idx="123">
                        <c:v>7.3915701154890003</c:v>
                      </c:pt>
                      <c:pt idx="124">
                        <c:v>5.2935330961189999</c:v>
                      </c:pt>
                      <c:pt idx="125">
                        <c:v>5.0754254692479996</c:v>
                      </c:pt>
                      <c:pt idx="126">
                        <c:v>9.99711889698</c:v>
                      </c:pt>
                      <c:pt idx="127">
                        <c:v>17.018018279374001</c:v>
                      </c:pt>
                      <c:pt idx="128">
                        <c:v>22.185325675767</c:v>
                      </c:pt>
                      <c:pt idx="129">
                        <c:v>25.631329242093003</c:v>
                      </c:pt>
                      <c:pt idx="130">
                        <c:v>28.194847447680001</c:v>
                      </c:pt>
                      <c:pt idx="131">
                        <c:v>31.616306587574002</c:v>
                      </c:pt>
                      <c:pt idx="132">
                        <c:v>34.512159078185</c:v>
                      </c:pt>
                      <c:pt idx="133">
                        <c:v>38.779940384587</c:v>
                      </c:pt>
                      <c:pt idx="134">
                        <c:v>40.830727285720997</c:v>
                      </c:pt>
                      <c:pt idx="135">
                        <c:v>38.489061008717997</c:v>
                      </c:pt>
                      <c:pt idx="136">
                        <c:v>34.278918572473998</c:v>
                      </c:pt>
                      <c:pt idx="137">
                        <c:v>34.353911061841998</c:v>
                      </c:pt>
                      <c:pt idx="138">
                        <c:v>38.234006578429998</c:v>
                      </c:pt>
                      <c:pt idx="139">
                        <c:v>41.640124274705997</c:v>
                      </c:pt>
                      <c:pt idx="140">
                        <c:v>43.302709887397995</c:v>
                      </c:pt>
                      <c:pt idx="141">
                        <c:v>49.805189923798004</c:v>
                      </c:pt>
                      <c:pt idx="142">
                        <c:v>52.683947013692006</c:v>
                      </c:pt>
                      <c:pt idx="143">
                        <c:v>48.78861966649</c:v>
                      </c:pt>
                      <c:pt idx="144">
                        <c:v>37.795266844819004</c:v>
                      </c:pt>
                      <c:pt idx="145">
                        <c:v>23.551144602082999</c:v>
                      </c:pt>
                      <c:pt idx="146">
                        <c:v>13.912581170972</c:v>
                      </c:pt>
                      <c:pt idx="147">
                        <c:v>7.7079424800190006</c:v>
                      </c:pt>
                      <c:pt idx="148">
                        <c:v>5.035792790206</c:v>
                      </c:pt>
                      <c:pt idx="149">
                        <c:v>4.8554034611520001</c:v>
                      </c:pt>
                      <c:pt idx="150">
                        <c:v>10.052259399244001</c:v>
                      </c:pt>
                      <c:pt idx="151">
                        <c:v>17.338423113733999</c:v>
                      </c:pt>
                      <c:pt idx="152">
                        <c:v>22.700645646247001</c:v>
                      </c:pt>
                      <c:pt idx="153">
                        <c:v>25.647336186371</c:v>
                      </c:pt>
                      <c:pt idx="154">
                        <c:v>28.530112250586999</c:v>
                      </c:pt>
                      <c:pt idx="155">
                        <c:v>32.033917869391999</c:v>
                      </c:pt>
                      <c:pt idx="156">
                        <c:v>34.193237271077003</c:v>
                      </c:pt>
                      <c:pt idx="157">
                        <c:v>37.319343968314996</c:v>
                      </c:pt>
                      <c:pt idx="158">
                        <c:v>39.630538039779005</c:v>
                      </c:pt>
                      <c:pt idx="159">
                        <c:v>38.530046671066003</c:v>
                      </c:pt>
                      <c:pt idx="160">
                        <c:v>35.005770554896003</c:v>
                      </c:pt>
                      <c:pt idx="161">
                        <c:v>35.091063449032006</c:v>
                      </c:pt>
                      <c:pt idx="162">
                        <c:v>34.394464921507002</c:v>
                      </c:pt>
                      <c:pt idx="163">
                        <c:v>37.032725259960003</c:v>
                      </c:pt>
                      <c:pt idx="164">
                        <c:v>41.785521675821002</c:v>
                      </c:pt>
                      <c:pt idx="165">
                        <c:v>48.381935928341001</c:v>
                      </c:pt>
                      <c:pt idx="166">
                        <c:v>52.765408452457997</c:v>
                      </c:pt>
                      <c:pt idx="167">
                        <c:v>48.486680009849003</c:v>
                      </c:pt>
                      <c:pt idx="168">
                        <c:v>36.280508299607</c:v>
                      </c:pt>
                      <c:pt idx="169">
                        <c:v>22.750522128805002</c:v>
                      </c:pt>
                      <c:pt idx="170">
                        <c:v>12.834804493511999</c:v>
                      </c:pt>
                      <c:pt idx="171">
                        <c:v>7.5136457261130003</c:v>
                      </c:pt>
                      <c:pt idx="172">
                        <c:v>5.219212212445</c:v>
                      </c:pt>
                      <c:pt idx="173">
                        <c:v>5.0283008315069999</c:v>
                      </c:pt>
                      <c:pt idx="174">
                        <c:v>10.473447695836001</c:v>
                      </c:pt>
                      <c:pt idx="175">
                        <c:v>18.426956887111</c:v>
                      </c:pt>
                      <c:pt idx="176">
                        <c:v>23.966812734321</c:v>
                      </c:pt>
                      <c:pt idx="177">
                        <c:v>28.784510168943001</c:v>
                      </c:pt>
                      <c:pt idx="178">
                        <c:v>31.680369189651998</c:v>
                      </c:pt>
                      <c:pt idx="179">
                        <c:v>34.564926208559996</c:v>
                      </c:pt>
                      <c:pt idx="180">
                        <c:v>36.471823102921995</c:v>
                      </c:pt>
                      <c:pt idx="181">
                        <c:v>39.414373822728997</c:v>
                      </c:pt>
                      <c:pt idx="182">
                        <c:v>41.553351330692998</c:v>
                      </c:pt>
                      <c:pt idx="183">
                        <c:v>40.022571594336</c:v>
                      </c:pt>
                      <c:pt idx="184">
                        <c:v>35.899606521895997</c:v>
                      </c:pt>
                      <c:pt idx="185">
                        <c:v>35.531426271860994</c:v>
                      </c:pt>
                      <c:pt idx="186">
                        <c:v>34.620402863568998</c:v>
                      </c:pt>
                      <c:pt idx="187">
                        <c:v>38.481972479926</c:v>
                      </c:pt>
                      <c:pt idx="188">
                        <c:v>42.733741174732003</c:v>
                      </c:pt>
                      <c:pt idx="189">
                        <c:v>49.461195409963999</c:v>
                      </c:pt>
                      <c:pt idx="190">
                        <c:v>53.502603856137995</c:v>
                      </c:pt>
                      <c:pt idx="191">
                        <c:v>50.597855029625997</c:v>
                      </c:pt>
                      <c:pt idx="192">
                        <c:v>40.192314175421998</c:v>
                      </c:pt>
                      <c:pt idx="193">
                        <c:v>26.575744083380997</c:v>
                      </c:pt>
                      <c:pt idx="194">
                        <c:v>16.063084382393001</c:v>
                      </c:pt>
                      <c:pt idx="195">
                        <c:v>9.6265978003049995</c:v>
                      </c:pt>
                      <c:pt idx="196">
                        <c:v>6.2243932429810007</c:v>
                      </c:pt>
                      <c:pt idx="197">
                        <c:v>5.1939697370340001</c:v>
                      </c:pt>
                      <c:pt idx="198">
                        <c:v>9.7019881457359993</c:v>
                      </c:pt>
                      <c:pt idx="199">
                        <c:v>15.961220845024</c:v>
                      </c:pt>
                      <c:pt idx="200">
                        <c:v>21.654914996382001</c:v>
                      </c:pt>
                      <c:pt idx="201">
                        <c:v>26.497465299744</c:v>
                      </c:pt>
                      <c:pt idx="202">
                        <c:v>30.798476231631</c:v>
                      </c:pt>
                      <c:pt idx="203">
                        <c:v>35.943996472370998</c:v>
                      </c:pt>
                      <c:pt idx="204">
                        <c:v>37.359290996915995</c:v>
                      </c:pt>
                      <c:pt idx="205">
                        <c:v>36.808274806900002</c:v>
                      </c:pt>
                      <c:pt idx="206">
                        <c:v>45.125493243918996</c:v>
                      </c:pt>
                      <c:pt idx="207">
                        <c:v>43.384894891106995</c:v>
                      </c:pt>
                      <c:pt idx="208">
                        <c:v>37.009520951992002</c:v>
                      </c:pt>
                      <c:pt idx="209">
                        <c:v>35.840229254881997</c:v>
                      </c:pt>
                      <c:pt idx="210">
                        <c:v>34.994884948360998</c:v>
                      </c:pt>
                      <c:pt idx="211">
                        <c:v>39.765975475658003</c:v>
                      </c:pt>
                      <c:pt idx="212">
                        <c:v>44.260018892839</c:v>
                      </c:pt>
                      <c:pt idx="213">
                        <c:v>50.737775407591002</c:v>
                      </c:pt>
                      <c:pt idx="214">
                        <c:v>55.323861006769995</c:v>
                      </c:pt>
                      <c:pt idx="215">
                        <c:v>51.805188096201</c:v>
                      </c:pt>
                      <c:pt idx="216">
                        <c:v>40.903931725417003</c:v>
                      </c:pt>
                      <c:pt idx="217">
                        <c:v>27.120545016761998</c:v>
                      </c:pt>
                      <c:pt idx="218">
                        <c:v>16.148642702741999</c:v>
                      </c:pt>
                      <c:pt idx="219">
                        <c:v>9.3779865309280002</c:v>
                      </c:pt>
                      <c:pt idx="220">
                        <c:v>5.9328517065650006</c:v>
                      </c:pt>
                      <c:pt idx="221">
                        <c:v>5.0812363042339994</c:v>
                      </c:pt>
                      <c:pt idx="222">
                        <c:v>9.6274440650670012</c:v>
                      </c:pt>
                      <c:pt idx="223">
                        <c:v>16.472653169995002</c:v>
                      </c:pt>
                      <c:pt idx="224">
                        <c:v>22.258815401581</c:v>
                      </c:pt>
                      <c:pt idx="225">
                        <c:v>26.561114528315002</c:v>
                      </c:pt>
                      <c:pt idx="226">
                        <c:v>29.871038238987001</c:v>
                      </c:pt>
                      <c:pt idx="227">
                        <c:v>33.654044710294997</c:v>
                      </c:pt>
                      <c:pt idx="228">
                        <c:v>35.915052324611999</c:v>
                      </c:pt>
                      <c:pt idx="229">
                        <c:v>39.762821075817996</c:v>
                      </c:pt>
                      <c:pt idx="230">
                        <c:v>43.488132087627001</c:v>
                      </c:pt>
                      <c:pt idx="231">
                        <c:v>41.720242627549005</c:v>
                      </c:pt>
                      <c:pt idx="232">
                        <c:v>36.838462865893</c:v>
                      </c:pt>
                      <c:pt idx="233">
                        <c:v>36.406353656972001</c:v>
                      </c:pt>
                      <c:pt idx="234">
                        <c:v>36.147814341844004</c:v>
                      </c:pt>
                      <c:pt idx="235">
                        <c:v>39.624163884742003</c:v>
                      </c:pt>
                      <c:pt idx="236">
                        <c:v>44.323801433145995</c:v>
                      </c:pt>
                      <c:pt idx="237">
                        <c:v>51.213262902577</c:v>
                      </c:pt>
                      <c:pt idx="238">
                        <c:v>52.801308239984003</c:v>
                      </c:pt>
                      <c:pt idx="239">
                        <c:v>48.630095122697</c:v>
                      </c:pt>
                      <c:pt idx="240">
                        <c:v>36.029570825637002</c:v>
                      </c:pt>
                      <c:pt idx="241">
                        <c:v>22.928536942435002</c:v>
                      </c:pt>
                      <c:pt idx="242">
                        <c:v>13.134625231543</c:v>
                      </c:pt>
                      <c:pt idx="243">
                        <c:v>7.7613153228040002</c:v>
                      </c:pt>
                      <c:pt idx="244">
                        <c:v>5.2004969690039999</c:v>
                      </c:pt>
                      <c:pt idx="245">
                        <c:v>4.8391878121210006</c:v>
                      </c:pt>
                      <c:pt idx="246">
                        <c:v>10.030829481642</c:v>
                      </c:pt>
                      <c:pt idx="247">
                        <c:v>17.095997742399</c:v>
                      </c:pt>
                      <c:pt idx="248">
                        <c:v>22.443544937258999</c:v>
                      </c:pt>
                      <c:pt idx="249">
                        <c:v>25.835220662118999</c:v>
                      </c:pt>
                      <c:pt idx="250">
                        <c:v>29.220606836988001</c:v>
                      </c:pt>
                      <c:pt idx="251">
                        <c:v>32.912835653763004</c:v>
                      </c:pt>
                      <c:pt idx="252">
                        <c:v>35.087608694863</c:v>
                      </c:pt>
                      <c:pt idx="253">
                        <c:v>38.157527295879994</c:v>
                      </c:pt>
                      <c:pt idx="254">
                        <c:v>40.713163987534998</c:v>
                      </c:pt>
                      <c:pt idx="255">
                        <c:v>39.410000355042001</c:v>
                      </c:pt>
                      <c:pt idx="256">
                        <c:v>35.686358540811</c:v>
                      </c:pt>
                      <c:pt idx="257">
                        <c:v>37.925357524288998</c:v>
                      </c:pt>
                      <c:pt idx="258">
                        <c:v>37.233032116598999</c:v>
                      </c:pt>
                      <c:pt idx="259">
                        <c:v>39.945635653284995</c:v>
                      </c:pt>
                      <c:pt idx="260">
                        <c:v>43.354232422037995</c:v>
                      </c:pt>
                      <c:pt idx="261">
                        <c:v>49.833821443246997</c:v>
                      </c:pt>
                      <c:pt idx="262">
                        <c:v>52.665213947984995</c:v>
                      </c:pt>
                      <c:pt idx="263">
                        <c:v>47.041064229867004</c:v>
                      </c:pt>
                      <c:pt idx="264">
                        <c:v>34.080249591411999</c:v>
                      </c:pt>
                      <c:pt idx="265">
                        <c:v>20.551992286024998</c:v>
                      </c:pt>
                      <c:pt idx="266">
                        <c:v>11.552577308532001</c:v>
                      </c:pt>
                      <c:pt idx="267">
                        <c:v>6.9733965723719997</c:v>
                      </c:pt>
                      <c:pt idx="268">
                        <c:v>4.8415387986029996</c:v>
                      </c:pt>
                      <c:pt idx="269">
                        <c:v>4.7173583196979996</c:v>
                      </c:pt>
                      <c:pt idx="270">
                        <c:v>9.7998528325740004</c:v>
                      </c:pt>
                      <c:pt idx="271">
                        <c:v>17.094192585563</c:v>
                      </c:pt>
                      <c:pt idx="272">
                        <c:v>22.104891517353</c:v>
                      </c:pt>
                      <c:pt idx="273">
                        <c:v>25.080508243356999</c:v>
                      </c:pt>
                      <c:pt idx="274">
                        <c:v>27.892525500122002</c:v>
                      </c:pt>
                      <c:pt idx="275">
                        <c:v>31.700628030851</c:v>
                      </c:pt>
                      <c:pt idx="276">
                        <c:v>33.757111594154999</c:v>
                      </c:pt>
                      <c:pt idx="277">
                        <c:v>36.750430478089001</c:v>
                      </c:pt>
                      <c:pt idx="278">
                        <c:v>38.753385016266002</c:v>
                      </c:pt>
                      <c:pt idx="279">
                        <c:v>37.946420612251998</c:v>
                      </c:pt>
                      <c:pt idx="280">
                        <c:v>34.411554374125998</c:v>
                      </c:pt>
                      <c:pt idx="281">
                        <c:v>35.464174344023995</c:v>
                      </c:pt>
                      <c:pt idx="282">
                        <c:v>34.567761139376998</c:v>
                      </c:pt>
                      <c:pt idx="283">
                        <c:v>38.756250412217</c:v>
                      </c:pt>
                      <c:pt idx="284">
                        <c:v>42.991363244227003</c:v>
                      </c:pt>
                      <c:pt idx="285">
                        <c:v>50.133773584804999</c:v>
                      </c:pt>
                      <c:pt idx="286">
                        <c:v>53.547520928598004</c:v>
                      </c:pt>
                      <c:pt idx="287">
                        <c:v>48.038008554455004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4-B4D5-4FAE-AE9D-D02EB97D558B}"/>
                  </c:ext>
                </c:extLst>
              </c15:ser>
            </c15:filteredLineSeries>
            <c15:filteredLineSeries>
              <c15:ser>
                <c:idx val="33"/>
                <c:order val="3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12-10-2026'!$AI$1</c15:sqref>
                        </c15:formulaRef>
                      </c:ext>
                    </c:extLst>
                    <c:strCache>
                      <c:ptCount val="1"/>
                      <c:pt idx="0">
                        <c:v>Huawei SGI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12-10-2026'!$AI$2:$AI$289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187.46696135899998</c:v>
                      </c:pt>
                      <c:pt idx="1">
                        <c:v>117.88921813900001</c:v>
                      </c:pt>
                      <c:pt idx="2">
                        <c:v>70.069284902999996</c:v>
                      </c:pt>
                      <c:pt idx="3">
                        <c:v>45.122984993999999</c:v>
                      </c:pt>
                      <c:pt idx="4">
                        <c:v>35.536835783000001</c:v>
                      </c:pt>
                      <c:pt idx="5">
                        <c:v>45.990574733000003</c:v>
                      </c:pt>
                      <c:pt idx="6">
                        <c:v>87.481406819999989</c:v>
                      </c:pt>
                      <c:pt idx="7">
                        <c:v>126.83241651200001</c:v>
                      </c:pt>
                      <c:pt idx="8">
                        <c:v>153.65663006899999</c:v>
                      </c:pt>
                      <c:pt idx="9">
                        <c:v>167.476497408</c:v>
                      </c:pt>
                      <c:pt idx="10">
                        <c:v>184.87874734500002</c:v>
                      </c:pt>
                      <c:pt idx="11">
                        <c:v>206.67004559699998</c:v>
                      </c:pt>
                      <c:pt idx="12">
                        <c:v>222.136038652</c:v>
                      </c:pt>
                      <c:pt idx="13">
                        <c:v>250.12867172800003</c:v>
                      </c:pt>
                      <c:pt idx="14">
                        <c:v>254.38137182200001</c:v>
                      </c:pt>
                      <c:pt idx="15">
                        <c:v>243.20892254899996</c:v>
                      </c:pt>
                      <c:pt idx="16">
                        <c:v>221.942388053</c:v>
                      </c:pt>
                      <c:pt idx="17">
                        <c:v>228.53969704599996</c:v>
                      </c:pt>
                      <c:pt idx="18">
                        <c:v>226.80739363499998</c:v>
                      </c:pt>
                      <c:pt idx="19">
                        <c:v>264.27036843100001</c:v>
                      </c:pt>
                      <c:pt idx="20">
                        <c:v>294.330474783</c:v>
                      </c:pt>
                      <c:pt idx="21">
                        <c:v>328.77870370599999</c:v>
                      </c:pt>
                      <c:pt idx="22">
                        <c:v>323.72101672900004</c:v>
                      </c:pt>
                      <c:pt idx="23">
                        <c:v>278.53602867000001</c:v>
                      </c:pt>
                      <c:pt idx="24">
                        <c:v>207.20621600600001</c:v>
                      </c:pt>
                      <c:pt idx="25">
                        <c:v>136.516466597</c:v>
                      </c:pt>
                      <c:pt idx="26">
                        <c:v>83.595327795000003</c:v>
                      </c:pt>
                      <c:pt idx="27">
                        <c:v>52.802198273000002</c:v>
                      </c:pt>
                      <c:pt idx="28">
                        <c:v>38.524861772999998</c:v>
                      </c:pt>
                      <c:pt idx="29">
                        <c:v>44.905577053000002</c:v>
                      </c:pt>
                      <c:pt idx="30">
                        <c:v>77.726337791999995</c:v>
                      </c:pt>
                      <c:pt idx="31">
                        <c:v>113.22272106299999</c:v>
                      </c:pt>
                      <c:pt idx="32">
                        <c:v>152.005826681</c:v>
                      </c:pt>
                      <c:pt idx="33">
                        <c:v>181.31334270800002</c:v>
                      </c:pt>
                      <c:pt idx="34">
                        <c:v>206.19456412900001</c:v>
                      </c:pt>
                      <c:pt idx="35">
                        <c:v>231.55612114599998</c:v>
                      </c:pt>
                      <c:pt idx="36">
                        <c:v>233.87848296099997</c:v>
                      </c:pt>
                      <c:pt idx="37">
                        <c:v>250.07212709000001</c:v>
                      </c:pt>
                      <c:pt idx="38">
                        <c:v>289.90738547500001</c:v>
                      </c:pt>
                      <c:pt idx="39">
                        <c:v>268.873378554</c:v>
                      </c:pt>
                      <c:pt idx="40">
                        <c:v>235.20339866799998</c:v>
                      </c:pt>
                      <c:pt idx="41">
                        <c:v>236.87292185899997</c:v>
                      </c:pt>
                      <c:pt idx="42">
                        <c:v>232.68300412900001</c:v>
                      </c:pt>
                      <c:pt idx="43">
                        <c:v>270.927435237</c:v>
                      </c:pt>
                      <c:pt idx="44">
                        <c:v>303.902306549</c:v>
                      </c:pt>
                      <c:pt idx="45">
                        <c:v>341.66835393399998</c:v>
                      </c:pt>
                      <c:pt idx="46">
                        <c:v>333.887491426</c:v>
                      </c:pt>
                      <c:pt idx="47">
                        <c:v>287.24974278899998</c:v>
                      </c:pt>
                      <c:pt idx="48">
                        <c:v>213.79887115400001</c:v>
                      </c:pt>
                      <c:pt idx="49">
                        <c:v>139.85029455699998</c:v>
                      </c:pt>
                      <c:pt idx="50">
                        <c:v>83.675179463000006</c:v>
                      </c:pt>
                      <c:pt idx="51">
                        <c:v>52.235300704000004</c:v>
                      </c:pt>
                      <c:pt idx="52">
                        <c:v>38.351828197000003</c:v>
                      </c:pt>
                      <c:pt idx="53">
                        <c:v>45.752794899999998</c:v>
                      </c:pt>
                      <c:pt idx="54">
                        <c:v>81.460540234999996</c:v>
                      </c:pt>
                      <c:pt idx="55">
                        <c:v>118.64329198899999</c:v>
                      </c:pt>
                      <c:pt idx="56">
                        <c:v>154.10970263199999</c:v>
                      </c:pt>
                      <c:pt idx="57">
                        <c:v>176.783049433</c:v>
                      </c:pt>
                      <c:pt idx="58">
                        <c:v>194.20709566400001</c:v>
                      </c:pt>
                      <c:pt idx="59">
                        <c:v>214.91698045300001</c:v>
                      </c:pt>
                      <c:pt idx="60">
                        <c:v>225.68477263800003</c:v>
                      </c:pt>
                      <c:pt idx="61">
                        <c:v>258.54502250500002</c:v>
                      </c:pt>
                      <c:pt idx="62">
                        <c:v>267.34538523700002</c:v>
                      </c:pt>
                      <c:pt idx="63">
                        <c:v>252.44247678800002</c:v>
                      </c:pt>
                      <c:pt idx="64">
                        <c:v>226.80959674900004</c:v>
                      </c:pt>
                      <c:pt idx="65">
                        <c:v>231.45012808599998</c:v>
                      </c:pt>
                      <c:pt idx="66">
                        <c:v>226.83392049199998</c:v>
                      </c:pt>
                      <c:pt idx="67">
                        <c:v>262.70820185600002</c:v>
                      </c:pt>
                      <c:pt idx="68">
                        <c:v>295.522619255</c:v>
                      </c:pt>
                      <c:pt idx="69">
                        <c:v>329.75184657099999</c:v>
                      </c:pt>
                      <c:pt idx="70">
                        <c:v>318.49775707399999</c:v>
                      </c:pt>
                      <c:pt idx="71">
                        <c:v>264.138124576</c:v>
                      </c:pt>
                      <c:pt idx="72">
                        <c:v>185.44364313099999</c:v>
                      </c:pt>
                      <c:pt idx="73">
                        <c:v>114.12190770400001</c:v>
                      </c:pt>
                      <c:pt idx="74">
                        <c:v>67.865369649000002</c:v>
                      </c:pt>
                      <c:pt idx="75">
                        <c:v>43.682311757000008</c:v>
                      </c:pt>
                      <c:pt idx="76">
                        <c:v>34.655273184000002</c:v>
                      </c:pt>
                      <c:pt idx="77">
                        <c:v>44.225631087000004</c:v>
                      </c:pt>
                      <c:pt idx="78">
                        <c:v>84.230668198000004</c:v>
                      </c:pt>
                      <c:pt idx="79">
                        <c:v>120.3748149</c:v>
                      </c:pt>
                      <c:pt idx="80">
                        <c:v>147.79801191000001</c:v>
                      </c:pt>
                      <c:pt idx="81">
                        <c:v>162.15290402300002</c:v>
                      </c:pt>
                      <c:pt idx="82">
                        <c:v>178.10262338000001</c:v>
                      </c:pt>
                      <c:pt idx="83">
                        <c:v>199.85552438599998</c:v>
                      </c:pt>
                      <c:pt idx="84">
                        <c:v>212.659007583</c:v>
                      </c:pt>
                      <c:pt idx="85">
                        <c:v>238.36886941099999</c:v>
                      </c:pt>
                      <c:pt idx="86">
                        <c:v>241.87795501700003</c:v>
                      </c:pt>
                      <c:pt idx="87">
                        <c:v>229.511550524</c:v>
                      </c:pt>
                      <c:pt idx="88">
                        <c:v>217.93525535899997</c:v>
                      </c:pt>
                      <c:pt idx="89">
                        <c:v>227.13321222299999</c:v>
                      </c:pt>
                      <c:pt idx="90">
                        <c:v>224.42159662499998</c:v>
                      </c:pt>
                      <c:pt idx="91">
                        <c:v>261.15045181699998</c:v>
                      </c:pt>
                      <c:pt idx="92">
                        <c:v>295.91793926100001</c:v>
                      </c:pt>
                      <c:pt idx="93">
                        <c:v>328.92297720900007</c:v>
                      </c:pt>
                      <c:pt idx="94">
                        <c:v>313.90061367000004</c:v>
                      </c:pt>
                      <c:pt idx="95">
                        <c:v>254.55765629800004</c:v>
                      </c:pt>
                      <c:pt idx="96">
                        <c:v>174.734946519</c:v>
                      </c:pt>
                      <c:pt idx="97">
                        <c:v>106.66667902</c:v>
                      </c:pt>
                      <c:pt idx="98">
                        <c:v>63.655751055999993</c:v>
                      </c:pt>
                      <c:pt idx="99">
                        <c:v>42.006200444999998</c:v>
                      </c:pt>
                      <c:pt idx="100">
                        <c:v>33.929428942999998</c:v>
                      </c:pt>
                      <c:pt idx="101">
                        <c:v>43.919723200999996</c:v>
                      </c:pt>
                      <c:pt idx="102">
                        <c:v>86.022834982999996</c:v>
                      </c:pt>
                      <c:pt idx="103">
                        <c:v>123.78884334200001</c:v>
                      </c:pt>
                      <c:pt idx="104">
                        <c:v>149.26835171499999</c:v>
                      </c:pt>
                      <c:pt idx="105">
                        <c:v>162.97621594899999</c:v>
                      </c:pt>
                      <c:pt idx="106">
                        <c:v>178.54064482200002</c:v>
                      </c:pt>
                      <c:pt idx="107">
                        <c:v>201.57608627900001</c:v>
                      </c:pt>
                      <c:pt idx="108">
                        <c:v>214.236229022</c:v>
                      </c:pt>
                      <c:pt idx="109">
                        <c:v>240.134683177</c:v>
                      </c:pt>
                      <c:pt idx="110">
                        <c:v>241.282188937</c:v>
                      </c:pt>
                      <c:pt idx="111">
                        <c:v>229.453483858</c:v>
                      </c:pt>
                      <c:pt idx="112">
                        <c:v>217.19825167900001</c:v>
                      </c:pt>
                      <c:pt idx="113">
                        <c:v>224.61672832100001</c:v>
                      </c:pt>
                      <c:pt idx="114">
                        <c:v>222.94729423799998</c:v>
                      </c:pt>
                      <c:pt idx="115">
                        <c:v>260.66472477399998</c:v>
                      </c:pt>
                      <c:pt idx="116">
                        <c:v>296.52507194899999</c:v>
                      </c:pt>
                      <c:pt idx="117">
                        <c:v>332.12090223000001</c:v>
                      </c:pt>
                      <c:pt idx="118">
                        <c:v>316.35848857200006</c:v>
                      </c:pt>
                      <c:pt idx="119">
                        <c:v>257.74125643600001</c:v>
                      </c:pt>
                      <c:pt idx="120">
                        <c:v>177.40802804700002</c:v>
                      </c:pt>
                      <c:pt idx="121">
                        <c:v>108.09880977799999</c:v>
                      </c:pt>
                      <c:pt idx="122">
                        <c:v>63.822781469000006</c:v>
                      </c:pt>
                      <c:pt idx="123">
                        <c:v>41.729720912999994</c:v>
                      </c:pt>
                      <c:pt idx="124">
                        <c:v>33.585241961000001</c:v>
                      </c:pt>
                      <c:pt idx="125">
                        <c:v>43.757949985000003</c:v>
                      </c:pt>
                      <c:pt idx="126">
                        <c:v>86.507182556999993</c:v>
                      </c:pt>
                      <c:pt idx="127">
                        <c:v>125.08205572</c:v>
                      </c:pt>
                      <c:pt idx="128">
                        <c:v>150.77876050500001</c:v>
                      </c:pt>
                      <c:pt idx="129">
                        <c:v>165.11111727700001</c:v>
                      </c:pt>
                      <c:pt idx="130">
                        <c:v>182.42757955899998</c:v>
                      </c:pt>
                      <c:pt idx="131">
                        <c:v>202.767352558</c:v>
                      </c:pt>
                      <c:pt idx="132">
                        <c:v>220.39204464299999</c:v>
                      </c:pt>
                      <c:pt idx="133">
                        <c:v>256.41052153200002</c:v>
                      </c:pt>
                      <c:pt idx="134">
                        <c:v>258.503693242</c:v>
                      </c:pt>
                      <c:pt idx="135">
                        <c:v>241.88796231399999</c:v>
                      </c:pt>
                      <c:pt idx="136">
                        <c:v>220.29396321500002</c:v>
                      </c:pt>
                      <c:pt idx="137">
                        <c:v>226.20606187800001</c:v>
                      </c:pt>
                      <c:pt idx="138">
                        <c:v>241.80356955900001</c:v>
                      </c:pt>
                      <c:pt idx="139">
                        <c:v>277.59297253800003</c:v>
                      </c:pt>
                      <c:pt idx="140">
                        <c:v>299.972481421</c:v>
                      </c:pt>
                      <c:pt idx="141">
                        <c:v>332.86449789699998</c:v>
                      </c:pt>
                      <c:pt idx="142">
                        <c:v>316.84499662099995</c:v>
                      </c:pt>
                      <c:pt idx="143">
                        <c:v>258.32375102199995</c:v>
                      </c:pt>
                      <c:pt idx="144">
                        <c:v>183.77054994900001</c:v>
                      </c:pt>
                      <c:pt idx="145">
                        <c:v>113.85403834500001</c:v>
                      </c:pt>
                      <c:pt idx="146">
                        <c:v>69.360402833999999</c:v>
                      </c:pt>
                      <c:pt idx="147">
                        <c:v>43.24307374</c:v>
                      </c:pt>
                      <c:pt idx="148">
                        <c:v>34.142928732999998</c:v>
                      </c:pt>
                      <c:pt idx="149">
                        <c:v>44.679418843999997</c:v>
                      </c:pt>
                      <c:pt idx="150">
                        <c:v>88.930274842000017</c:v>
                      </c:pt>
                      <c:pt idx="151">
                        <c:v>127.023884474</c:v>
                      </c:pt>
                      <c:pt idx="152">
                        <c:v>153.04071489799998</c:v>
                      </c:pt>
                      <c:pt idx="153">
                        <c:v>166.56542839700001</c:v>
                      </c:pt>
                      <c:pt idx="154">
                        <c:v>181.863910422</c:v>
                      </c:pt>
                      <c:pt idx="155">
                        <c:v>202.89436547499997</c:v>
                      </c:pt>
                      <c:pt idx="156">
                        <c:v>215.27852330400003</c:v>
                      </c:pt>
                      <c:pt idx="157">
                        <c:v>240.82265977500003</c:v>
                      </c:pt>
                      <c:pt idx="158">
                        <c:v>243.460534053</c:v>
                      </c:pt>
                      <c:pt idx="159">
                        <c:v>231.455642926</c:v>
                      </c:pt>
                      <c:pt idx="160">
                        <c:v>222.05262091200001</c:v>
                      </c:pt>
                      <c:pt idx="161">
                        <c:v>230.087785575</c:v>
                      </c:pt>
                      <c:pt idx="162">
                        <c:v>228.39799118799999</c:v>
                      </c:pt>
                      <c:pt idx="163">
                        <c:v>263.50487898299997</c:v>
                      </c:pt>
                      <c:pt idx="164">
                        <c:v>296.31327164599998</c:v>
                      </c:pt>
                      <c:pt idx="165">
                        <c:v>328.35081979300003</c:v>
                      </c:pt>
                      <c:pt idx="166">
                        <c:v>315.39282597699997</c:v>
                      </c:pt>
                      <c:pt idx="167">
                        <c:v>255.85195362899998</c:v>
                      </c:pt>
                      <c:pt idx="168">
                        <c:v>177.43791699499999</c:v>
                      </c:pt>
                      <c:pt idx="169">
                        <c:v>109.03618791199999</c:v>
                      </c:pt>
                      <c:pt idx="170">
                        <c:v>65.423581776999995</c:v>
                      </c:pt>
                      <c:pt idx="171">
                        <c:v>43.020902790000008</c:v>
                      </c:pt>
                      <c:pt idx="172">
                        <c:v>34.851374704000001</c:v>
                      </c:pt>
                      <c:pt idx="173">
                        <c:v>45.511479451</c:v>
                      </c:pt>
                      <c:pt idx="174">
                        <c:v>90.794675807999994</c:v>
                      </c:pt>
                      <c:pt idx="175">
                        <c:v>132.78118974200001</c:v>
                      </c:pt>
                      <c:pt idx="176">
                        <c:v>164.93265427399999</c:v>
                      </c:pt>
                      <c:pt idx="177">
                        <c:v>187.137719167</c:v>
                      </c:pt>
                      <c:pt idx="178">
                        <c:v>195.09651627700001</c:v>
                      </c:pt>
                      <c:pt idx="179">
                        <c:v>210.95150063300002</c:v>
                      </c:pt>
                      <c:pt idx="180">
                        <c:v>226.547820879</c:v>
                      </c:pt>
                      <c:pt idx="181">
                        <c:v>252.71000907499999</c:v>
                      </c:pt>
                      <c:pt idx="182">
                        <c:v>253.59507997899999</c:v>
                      </c:pt>
                      <c:pt idx="183">
                        <c:v>239.83906745199999</c:v>
                      </c:pt>
                      <c:pt idx="184">
                        <c:v>224.44622121499998</c:v>
                      </c:pt>
                      <c:pt idx="185">
                        <c:v>229.92496057900001</c:v>
                      </c:pt>
                      <c:pt idx="186">
                        <c:v>232.39881581999998</c:v>
                      </c:pt>
                      <c:pt idx="187">
                        <c:v>271.47995073200002</c:v>
                      </c:pt>
                      <c:pt idx="188">
                        <c:v>303.35051463999997</c:v>
                      </c:pt>
                      <c:pt idx="189">
                        <c:v>333.60621722999997</c:v>
                      </c:pt>
                      <c:pt idx="190">
                        <c:v>325.30109538199997</c:v>
                      </c:pt>
                      <c:pt idx="191">
                        <c:v>275.06780367499999</c:v>
                      </c:pt>
                      <c:pt idx="192">
                        <c:v>201.94741467800003</c:v>
                      </c:pt>
                      <c:pt idx="193">
                        <c:v>130.55946335500002</c:v>
                      </c:pt>
                      <c:pt idx="194">
                        <c:v>79.673070684999999</c:v>
                      </c:pt>
                      <c:pt idx="195">
                        <c:v>52.264068037999998</c:v>
                      </c:pt>
                      <c:pt idx="196">
                        <c:v>39.28709472700001</c:v>
                      </c:pt>
                      <c:pt idx="197">
                        <c:v>44.149702372</c:v>
                      </c:pt>
                      <c:pt idx="198">
                        <c:v>79.873265703000001</c:v>
                      </c:pt>
                      <c:pt idx="199">
                        <c:v>116.350942518</c:v>
                      </c:pt>
                      <c:pt idx="200">
                        <c:v>156.22013937</c:v>
                      </c:pt>
                      <c:pt idx="201">
                        <c:v>184.39324069900002</c:v>
                      </c:pt>
                      <c:pt idx="202">
                        <c:v>208.64088169099998</c:v>
                      </c:pt>
                      <c:pt idx="203">
                        <c:v>232.50095807399998</c:v>
                      </c:pt>
                      <c:pt idx="204">
                        <c:v>233.28918536999998</c:v>
                      </c:pt>
                      <c:pt idx="205">
                        <c:v>251.14396488200001</c:v>
                      </c:pt>
                      <c:pt idx="206">
                        <c:v>289.87850168699998</c:v>
                      </c:pt>
                      <c:pt idx="207">
                        <c:v>266.70831015699997</c:v>
                      </c:pt>
                      <c:pt idx="208">
                        <c:v>241.98741843900001</c:v>
                      </c:pt>
                      <c:pt idx="209">
                        <c:v>244.57090432500001</c:v>
                      </c:pt>
                      <c:pt idx="210">
                        <c:v>241.40105687700003</c:v>
                      </c:pt>
                      <c:pt idx="211">
                        <c:v>277.83881710100002</c:v>
                      </c:pt>
                      <c:pt idx="212">
                        <c:v>311.20936946099999</c:v>
                      </c:pt>
                      <c:pt idx="213">
                        <c:v>341.760550733</c:v>
                      </c:pt>
                      <c:pt idx="214">
                        <c:v>334.37429565499997</c:v>
                      </c:pt>
                      <c:pt idx="215">
                        <c:v>280.66772010599999</c:v>
                      </c:pt>
                      <c:pt idx="216">
                        <c:v>203.09663789899997</c:v>
                      </c:pt>
                      <c:pt idx="217">
                        <c:v>128.98699106699999</c:v>
                      </c:pt>
                      <c:pt idx="218">
                        <c:v>78.425430173999999</c:v>
                      </c:pt>
                      <c:pt idx="219">
                        <c:v>49.639331087000002</c:v>
                      </c:pt>
                      <c:pt idx="220">
                        <c:v>37.250333189999999</c:v>
                      </c:pt>
                      <c:pt idx="221">
                        <c:v>44.103543264999999</c:v>
                      </c:pt>
                      <c:pt idx="222">
                        <c:v>82.785974390000007</c:v>
                      </c:pt>
                      <c:pt idx="223">
                        <c:v>121.35563635600001</c:v>
                      </c:pt>
                      <c:pt idx="224">
                        <c:v>156.492312005</c:v>
                      </c:pt>
                      <c:pt idx="225">
                        <c:v>176.764971546</c:v>
                      </c:pt>
                      <c:pt idx="226">
                        <c:v>193.45410377000002</c:v>
                      </c:pt>
                      <c:pt idx="227">
                        <c:v>213.198819437</c:v>
                      </c:pt>
                      <c:pt idx="228">
                        <c:v>222.682192628</c:v>
                      </c:pt>
                      <c:pt idx="229">
                        <c:v>256.44645892800003</c:v>
                      </c:pt>
                      <c:pt idx="230">
                        <c:v>265.083143431</c:v>
                      </c:pt>
                      <c:pt idx="231">
                        <c:v>247.844181179</c:v>
                      </c:pt>
                      <c:pt idx="232">
                        <c:v>228.15487695300001</c:v>
                      </c:pt>
                      <c:pt idx="233">
                        <c:v>234.025195078</c:v>
                      </c:pt>
                      <c:pt idx="234">
                        <c:v>235.71161550300002</c:v>
                      </c:pt>
                      <c:pt idx="235">
                        <c:v>269.599517144</c:v>
                      </c:pt>
                      <c:pt idx="236">
                        <c:v>308.162524443</c:v>
                      </c:pt>
                      <c:pt idx="237">
                        <c:v>339.22481165899995</c:v>
                      </c:pt>
                      <c:pt idx="238">
                        <c:v>318.345960676</c:v>
                      </c:pt>
                      <c:pt idx="239">
                        <c:v>256.47872087500002</c:v>
                      </c:pt>
                      <c:pt idx="240">
                        <c:v>176.03389176799999</c:v>
                      </c:pt>
                      <c:pt idx="241">
                        <c:v>108.205781762</c:v>
                      </c:pt>
                      <c:pt idx="242">
                        <c:v>64.899733151000007</c:v>
                      </c:pt>
                      <c:pt idx="243">
                        <c:v>42.915002049999998</c:v>
                      </c:pt>
                      <c:pt idx="244">
                        <c:v>34.588124645999997</c:v>
                      </c:pt>
                      <c:pt idx="245">
                        <c:v>42.90528965899999</c:v>
                      </c:pt>
                      <c:pt idx="246">
                        <c:v>85.447897284999982</c:v>
                      </c:pt>
                      <c:pt idx="247">
                        <c:v>122.41784707900001</c:v>
                      </c:pt>
                      <c:pt idx="248">
                        <c:v>150.59027594200001</c:v>
                      </c:pt>
                      <c:pt idx="249">
                        <c:v>161.71695325900001</c:v>
                      </c:pt>
                      <c:pt idx="250">
                        <c:v>175.68552656599999</c:v>
                      </c:pt>
                      <c:pt idx="251">
                        <c:v>195.880102661</c:v>
                      </c:pt>
                      <c:pt idx="252">
                        <c:v>210.278532082</c:v>
                      </c:pt>
                      <c:pt idx="253">
                        <c:v>236.42173578000001</c:v>
                      </c:pt>
                      <c:pt idx="254">
                        <c:v>239.55970311600004</c:v>
                      </c:pt>
                      <c:pt idx="255">
                        <c:v>227.678434463</c:v>
                      </c:pt>
                      <c:pt idx="256">
                        <c:v>222.349779738</c:v>
                      </c:pt>
                      <c:pt idx="257">
                        <c:v>233.78404357299996</c:v>
                      </c:pt>
                      <c:pt idx="258">
                        <c:v>234.38688153499996</c:v>
                      </c:pt>
                      <c:pt idx="259">
                        <c:v>267.29895006700002</c:v>
                      </c:pt>
                      <c:pt idx="260">
                        <c:v>303.41080034000004</c:v>
                      </c:pt>
                      <c:pt idx="261">
                        <c:v>330.599526019</c:v>
                      </c:pt>
                      <c:pt idx="262">
                        <c:v>313.28545395099997</c:v>
                      </c:pt>
                      <c:pt idx="263">
                        <c:v>248.62760410199996</c:v>
                      </c:pt>
                      <c:pt idx="264">
                        <c:v>171.38814323599999</c:v>
                      </c:pt>
                      <c:pt idx="265">
                        <c:v>103.38155439499999</c:v>
                      </c:pt>
                      <c:pt idx="266">
                        <c:v>61.750631010000006</c:v>
                      </c:pt>
                      <c:pt idx="267">
                        <c:v>41.145618482999993</c:v>
                      </c:pt>
                      <c:pt idx="268">
                        <c:v>33.588993062</c:v>
                      </c:pt>
                      <c:pt idx="269">
                        <c:v>42.841192513000003</c:v>
                      </c:pt>
                      <c:pt idx="270">
                        <c:v>87.846212964000003</c:v>
                      </c:pt>
                      <c:pt idx="271">
                        <c:v>126.712829197</c:v>
                      </c:pt>
                      <c:pt idx="272">
                        <c:v>152.03119952599999</c:v>
                      </c:pt>
                      <c:pt idx="273">
                        <c:v>164.71245664999998</c:v>
                      </c:pt>
                      <c:pt idx="274">
                        <c:v>180.15967297500003</c:v>
                      </c:pt>
                      <c:pt idx="275">
                        <c:v>201.38916662299999</c:v>
                      </c:pt>
                      <c:pt idx="276">
                        <c:v>214.67899741900001</c:v>
                      </c:pt>
                      <c:pt idx="277">
                        <c:v>240.12789334799999</c:v>
                      </c:pt>
                      <c:pt idx="278">
                        <c:v>240.17443131099998</c:v>
                      </c:pt>
                      <c:pt idx="279">
                        <c:v>228.344466842</c:v>
                      </c:pt>
                      <c:pt idx="280">
                        <c:v>223.19664330000001</c:v>
                      </c:pt>
                      <c:pt idx="281">
                        <c:v>231.85614887499997</c:v>
                      </c:pt>
                      <c:pt idx="282">
                        <c:v>233.01782162699999</c:v>
                      </c:pt>
                      <c:pt idx="283">
                        <c:v>270.24346595000003</c:v>
                      </c:pt>
                      <c:pt idx="284">
                        <c:v>307.70573640200001</c:v>
                      </c:pt>
                      <c:pt idx="285">
                        <c:v>335.75872259599998</c:v>
                      </c:pt>
                      <c:pt idx="286">
                        <c:v>313.48510527500002</c:v>
                      </c:pt>
                      <c:pt idx="287">
                        <c:v>248.269448109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5-B4D5-4FAE-AE9D-D02EB97D558B}"/>
                  </c:ext>
                </c:extLst>
              </c15:ser>
            </c15:filteredLineSeries>
            <c15:filteredLineSeries>
              <c15:ser>
                <c:idx val="34"/>
                <c:order val="3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12-10-2026'!$AJ$1</c15:sqref>
                        </c15:formulaRef>
                      </c:ext>
                    </c:extLst>
                    <c:strCache>
                      <c:ptCount val="1"/>
                      <c:pt idx="0">
                        <c:v>Ericsson SGI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12-10-2026'!$AJ$2:$AJ$289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159.565929408269</c:v>
                      </c:pt>
                      <c:pt idx="1">
                        <c:v>101.388959776538</c:v>
                      </c:pt>
                      <c:pt idx="2">
                        <c:v>60.933134680962993</c:v>
                      </c:pt>
                      <c:pt idx="3">
                        <c:v>37.599420147977</c:v>
                      </c:pt>
                      <c:pt idx="4">
                        <c:v>27.209030917080003</c:v>
                      </c:pt>
                      <c:pt idx="5">
                        <c:v>28.247139746367999</c:v>
                      </c:pt>
                      <c:pt idx="6">
                        <c:v>54.734091645412001</c:v>
                      </c:pt>
                      <c:pt idx="7">
                        <c:v>86.151483474174</c:v>
                      </c:pt>
                      <c:pt idx="8">
                        <c:v>109.105618380566</c:v>
                      </c:pt>
                      <c:pt idx="9">
                        <c:v>120.362476185421</c:v>
                      </c:pt>
                      <c:pt idx="10">
                        <c:v>135.14984405832001</c:v>
                      </c:pt>
                      <c:pt idx="11">
                        <c:v>152.645075322694</c:v>
                      </c:pt>
                      <c:pt idx="12">
                        <c:v>165.433138720003</c:v>
                      </c:pt>
                      <c:pt idx="13">
                        <c:v>182.73838879996399</c:v>
                      </c:pt>
                      <c:pt idx="14">
                        <c:v>193.68021905863202</c:v>
                      </c:pt>
                      <c:pt idx="15">
                        <c:v>190.562283630884</c:v>
                      </c:pt>
                      <c:pt idx="16">
                        <c:v>171.070886184025</c:v>
                      </c:pt>
                      <c:pt idx="17">
                        <c:v>178.26695787996803</c:v>
                      </c:pt>
                      <c:pt idx="18">
                        <c:v>177.08921061089501</c:v>
                      </c:pt>
                      <c:pt idx="19">
                        <c:v>194.961146087792</c:v>
                      </c:pt>
                      <c:pt idx="20">
                        <c:v>215.23094646248401</c:v>
                      </c:pt>
                      <c:pt idx="21">
                        <c:v>257.27942247462101</c:v>
                      </c:pt>
                      <c:pt idx="22">
                        <c:v>265.050988247867</c:v>
                      </c:pt>
                      <c:pt idx="23">
                        <c:v>234.64235065867598</c:v>
                      </c:pt>
                      <c:pt idx="24">
                        <c:v>178.40893422098901</c:v>
                      </c:pt>
                      <c:pt idx="25">
                        <c:v>116.39871981150898</c:v>
                      </c:pt>
                      <c:pt idx="26">
                        <c:v>69.409917806102001</c:v>
                      </c:pt>
                      <c:pt idx="27">
                        <c:v>45.407834538144996</c:v>
                      </c:pt>
                      <c:pt idx="28">
                        <c:v>30.963365409218</c:v>
                      </c:pt>
                      <c:pt idx="29">
                        <c:v>28.115829645541002</c:v>
                      </c:pt>
                      <c:pt idx="30">
                        <c:v>46.891502087112002</c:v>
                      </c:pt>
                      <c:pt idx="31">
                        <c:v>68.205872395260002</c:v>
                      </c:pt>
                      <c:pt idx="32">
                        <c:v>97.877652180903993</c:v>
                      </c:pt>
                      <c:pt idx="33">
                        <c:v>124.17389438009903</c:v>
                      </c:pt>
                      <c:pt idx="34">
                        <c:v>147.04698513865699</c:v>
                      </c:pt>
                      <c:pt idx="35">
                        <c:v>168.100666579495</c:v>
                      </c:pt>
                      <c:pt idx="36">
                        <c:v>175.47981834557299</c:v>
                      </c:pt>
                      <c:pt idx="37">
                        <c:v>180.70675485538999</c:v>
                      </c:pt>
                      <c:pt idx="38">
                        <c:v>225.92152503165704</c:v>
                      </c:pt>
                      <c:pt idx="39">
                        <c:v>215.66355789858198</c:v>
                      </c:pt>
                      <c:pt idx="40">
                        <c:v>181.83086992026901</c:v>
                      </c:pt>
                      <c:pt idx="41">
                        <c:v>183.75298010439002</c:v>
                      </c:pt>
                      <c:pt idx="42">
                        <c:v>181.40079549487399</c:v>
                      </c:pt>
                      <c:pt idx="43">
                        <c:v>202.59535879696898</c:v>
                      </c:pt>
                      <c:pt idx="44">
                        <c:v>224.658604156168</c:v>
                      </c:pt>
                      <c:pt idx="45">
                        <c:v>269.95587714879798</c:v>
                      </c:pt>
                      <c:pt idx="46">
                        <c:v>274.19278745388397</c:v>
                      </c:pt>
                      <c:pt idx="47">
                        <c:v>244.599199456272</c:v>
                      </c:pt>
                      <c:pt idx="48">
                        <c:v>186.93884941410499</c:v>
                      </c:pt>
                      <c:pt idx="49">
                        <c:v>124.88896641602199</c:v>
                      </c:pt>
                      <c:pt idx="50">
                        <c:v>75.742426868519999</c:v>
                      </c:pt>
                      <c:pt idx="51">
                        <c:v>45.777378225489997</c:v>
                      </c:pt>
                      <c:pt idx="52">
                        <c:v>30.348680893417999</c:v>
                      </c:pt>
                      <c:pt idx="53">
                        <c:v>27.687562329598997</c:v>
                      </c:pt>
                      <c:pt idx="54">
                        <c:v>48.220767701765993</c:v>
                      </c:pt>
                      <c:pt idx="55">
                        <c:v>72.820138344371998</c:v>
                      </c:pt>
                      <c:pt idx="56">
                        <c:v>101.21201726666</c:v>
                      </c:pt>
                      <c:pt idx="57">
                        <c:v>123.86995298199301</c:v>
                      </c:pt>
                      <c:pt idx="58">
                        <c:v>141.093455946479</c:v>
                      </c:pt>
                      <c:pt idx="59">
                        <c:v>160.44113857196402</c:v>
                      </c:pt>
                      <c:pt idx="60">
                        <c:v>171.36242187406299</c:v>
                      </c:pt>
                      <c:pt idx="61">
                        <c:v>193.41800600589698</c:v>
                      </c:pt>
                      <c:pt idx="62">
                        <c:v>209.00540768016</c:v>
                      </c:pt>
                      <c:pt idx="63">
                        <c:v>202.18149463989801</c:v>
                      </c:pt>
                      <c:pt idx="64">
                        <c:v>177.37513427428598</c:v>
                      </c:pt>
                      <c:pt idx="65">
                        <c:v>182.10350288475303</c:v>
                      </c:pt>
                      <c:pt idx="66">
                        <c:v>180.11639354432501</c:v>
                      </c:pt>
                      <c:pt idx="67">
                        <c:v>197.74864341207501</c:v>
                      </c:pt>
                      <c:pt idx="68">
                        <c:v>217.584011729206</c:v>
                      </c:pt>
                      <c:pt idx="69">
                        <c:v>260.05152597086197</c:v>
                      </c:pt>
                      <c:pt idx="70">
                        <c:v>262.706349980357</c:v>
                      </c:pt>
                      <c:pt idx="71">
                        <c:v>223.94676705244601</c:v>
                      </c:pt>
                      <c:pt idx="72">
                        <c:v>159.560448768014</c:v>
                      </c:pt>
                      <c:pt idx="73">
                        <c:v>99.627981036395994</c:v>
                      </c:pt>
                      <c:pt idx="74">
                        <c:v>59.141093769341992</c:v>
                      </c:pt>
                      <c:pt idx="75">
                        <c:v>36.653141156036</c:v>
                      </c:pt>
                      <c:pt idx="76">
                        <c:v>26.326960532176003</c:v>
                      </c:pt>
                      <c:pt idx="77">
                        <c:v>26.74712407578</c:v>
                      </c:pt>
                      <c:pt idx="78">
                        <c:v>52.189652078259996</c:v>
                      </c:pt>
                      <c:pt idx="79">
                        <c:v>82.293780509849</c:v>
                      </c:pt>
                      <c:pt idx="80">
                        <c:v>105.498683678237</c:v>
                      </c:pt>
                      <c:pt idx="81">
                        <c:v>118.52734894209601</c:v>
                      </c:pt>
                      <c:pt idx="82">
                        <c:v>132.925006200609</c:v>
                      </c:pt>
                      <c:pt idx="83">
                        <c:v>150.10764366150698</c:v>
                      </c:pt>
                      <c:pt idx="84">
                        <c:v>161.29462109034802</c:v>
                      </c:pt>
                      <c:pt idx="85">
                        <c:v>176.33349459502199</c:v>
                      </c:pt>
                      <c:pt idx="86">
                        <c:v>184.577440124916</c:v>
                      </c:pt>
                      <c:pt idx="87">
                        <c:v>180.28739964546199</c:v>
                      </c:pt>
                      <c:pt idx="88">
                        <c:v>167.08671279304198</c:v>
                      </c:pt>
                      <c:pt idx="89">
                        <c:v>177.610377189909</c:v>
                      </c:pt>
                      <c:pt idx="90">
                        <c:v>175.03793233259</c:v>
                      </c:pt>
                      <c:pt idx="91">
                        <c:v>196.07037385476596</c:v>
                      </c:pt>
                      <c:pt idx="92">
                        <c:v>217.31161721417701</c:v>
                      </c:pt>
                      <c:pt idx="93">
                        <c:v>260.99607712525301</c:v>
                      </c:pt>
                      <c:pt idx="94">
                        <c:v>261.20152924585301</c:v>
                      </c:pt>
                      <c:pt idx="95">
                        <c:v>218.25730659572102</c:v>
                      </c:pt>
                      <c:pt idx="96">
                        <c:v>153.620341110015</c:v>
                      </c:pt>
                      <c:pt idx="97">
                        <c:v>95.416579128270996</c:v>
                      </c:pt>
                      <c:pt idx="98">
                        <c:v>56.082370646710999</c:v>
                      </c:pt>
                      <c:pt idx="99">
                        <c:v>34.918153442201998</c:v>
                      </c:pt>
                      <c:pt idx="100">
                        <c:v>25.613297204003</c:v>
                      </c:pt>
                      <c:pt idx="101">
                        <c:v>26.092257765567002</c:v>
                      </c:pt>
                      <c:pt idx="102">
                        <c:v>52.575575461475005</c:v>
                      </c:pt>
                      <c:pt idx="103">
                        <c:v>84.447826248343006</c:v>
                      </c:pt>
                      <c:pt idx="104">
                        <c:v>107.130219307475</c:v>
                      </c:pt>
                      <c:pt idx="105">
                        <c:v>119.106968781006</c:v>
                      </c:pt>
                      <c:pt idx="106">
                        <c:v>133.685377123145</c:v>
                      </c:pt>
                      <c:pt idx="107">
                        <c:v>152.35471081277501</c:v>
                      </c:pt>
                      <c:pt idx="108">
                        <c:v>163.85848820221497</c:v>
                      </c:pt>
                      <c:pt idx="109">
                        <c:v>178.71511456528401</c:v>
                      </c:pt>
                      <c:pt idx="110">
                        <c:v>186.36898511238599</c:v>
                      </c:pt>
                      <c:pt idx="111">
                        <c:v>182.28952042246999</c:v>
                      </c:pt>
                      <c:pt idx="112">
                        <c:v>168.29818070876098</c:v>
                      </c:pt>
                      <c:pt idx="113">
                        <c:v>178.42023697945001</c:v>
                      </c:pt>
                      <c:pt idx="114">
                        <c:v>176.48877847833899</c:v>
                      </c:pt>
                      <c:pt idx="115">
                        <c:v>197.448285321855</c:v>
                      </c:pt>
                      <c:pt idx="116">
                        <c:v>219.03269810823301</c:v>
                      </c:pt>
                      <c:pt idx="117">
                        <c:v>265.29336931226396</c:v>
                      </c:pt>
                      <c:pt idx="118">
                        <c:v>263.11653099822001</c:v>
                      </c:pt>
                      <c:pt idx="119">
                        <c:v>220.18119194875598</c:v>
                      </c:pt>
                      <c:pt idx="120">
                        <c:v>153.72285523590102</c:v>
                      </c:pt>
                      <c:pt idx="121">
                        <c:v>95.129123681535006</c:v>
                      </c:pt>
                      <c:pt idx="122">
                        <c:v>55.697952774488996</c:v>
                      </c:pt>
                      <c:pt idx="123">
                        <c:v>34.560072744318994</c:v>
                      </c:pt>
                      <c:pt idx="124">
                        <c:v>25.496566202186997</c:v>
                      </c:pt>
                      <c:pt idx="125">
                        <c:v>26.575141036472999</c:v>
                      </c:pt>
                      <c:pt idx="126">
                        <c:v>54.155133666590004</c:v>
                      </c:pt>
                      <c:pt idx="127">
                        <c:v>86.914998081792987</c:v>
                      </c:pt>
                      <c:pt idx="128">
                        <c:v>110.00885794263598</c:v>
                      </c:pt>
                      <c:pt idx="129">
                        <c:v>122.30166628345999</c:v>
                      </c:pt>
                      <c:pt idx="130">
                        <c:v>136.31830945287501</c:v>
                      </c:pt>
                      <c:pt idx="131">
                        <c:v>153.00515191832801</c:v>
                      </c:pt>
                      <c:pt idx="132">
                        <c:v>167.97560386508502</c:v>
                      </c:pt>
                      <c:pt idx="133">
                        <c:v>192.249957179809</c:v>
                      </c:pt>
                      <c:pt idx="134">
                        <c:v>199.99797215548699</c:v>
                      </c:pt>
                      <c:pt idx="135">
                        <c:v>192.19646220052601</c:v>
                      </c:pt>
                      <c:pt idx="136">
                        <c:v>170.92963068958503</c:v>
                      </c:pt>
                      <c:pt idx="137">
                        <c:v>180.58068471985501</c:v>
                      </c:pt>
                      <c:pt idx="138">
                        <c:v>197.26161918559001</c:v>
                      </c:pt>
                      <c:pt idx="139">
                        <c:v>220.72634255219998</c:v>
                      </c:pt>
                      <c:pt idx="140">
                        <c:v>226.06798260870599</c:v>
                      </c:pt>
                      <c:pt idx="141">
                        <c:v>269.33596336813702</c:v>
                      </c:pt>
                      <c:pt idx="142">
                        <c:v>264.81608732398701</c:v>
                      </c:pt>
                      <c:pt idx="143">
                        <c:v>220.544376205628</c:v>
                      </c:pt>
                      <c:pt idx="144">
                        <c:v>160.250151990821</c:v>
                      </c:pt>
                      <c:pt idx="145">
                        <c:v>99.755734090379008</c:v>
                      </c:pt>
                      <c:pt idx="146">
                        <c:v>61.130218835313002</c:v>
                      </c:pt>
                      <c:pt idx="147">
                        <c:v>35.976212307661001</c:v>
                      </c:pt>
                      <c:pt idx="148">
                        <c:v>26.200878114561</c:v>
                      </c:pt>
                      <c:pt idx="149">
                        <c:v>27.309118059154997</c:v>
                      </c:pt>
                      <c:pt idx="150">
                        <c:v>54.784010839860002</c:v>
                      </c:pt>
                      <c:pt idx="151">
                        <c:v>88.043785060402996</c:v>
                      </c:pt>
                      <c:pt idx="152">
                        <c:v>112.232306579577</c:v>
                      </c:pt>
                      <c:pt idx="153">
                        <c:v>123.21963067638301</c:v>
                      </c:pt>
                      <c:pt idx="154">
                        <c:v>136.83449556356402</c:v>
                      </c:pt>
                      <c:pt idx="155">
                        <c:v>152.26399937492201</c:v>
                      </c:pt>
                      <c:pt idx="156">
                        <c:v>163.68812410906799</c:v>
                      </c:pt>
                      <c:pt idx="157">
                        <c:v>178.73715586876202</c:v>
                      </c:pt>
                      <c:pt idx="158">
                        <c:v>187.700523927869</c:v>
                      </c:pt>
                      <c:pt idx="159">
                        <c:v>184.365608767266</c:v>
                      </c:pt>
                      <c:pt idx="160">
                        <c:v>171.97389510648699</c:v>
                      </c:pt>
                      <c:pt idx="161">
                        <c:v>184.03948942050201</c:v>
                      </c:pt>
                      <c:pt idx="162">
                        <c:v>181.78508557307299</c:v>
                      </c:pt>
                      <c:pt idx="163">
                        <c:v>203.86034670833598</c:v>
                      </c:pt>
                      <c:pt idx="164">
                        <c:v>222.29003240581801</c:v>
                      </c:pt>
                      <c:pt idx="165">
                        <c:v>265.03024489412201</c:v>
                      </c:pt>
                      <c:pt idx="166">
                        <c:v>263.81297607133803</c:v>
                      </c:pt>
                      <c:pt idx="167">
                        <c:v>215.70690584313701</c:v>
                      </c:pt>
                      <c:pt idx="168">
                        <c:v>150.40791424355001</c:v>
                      </c:pt>
                      <c:pt idx="169">
                        <c:v>92.387209881052001</c:v>
                      </c:pt>
                      <c:pt idx="170">
                        <c:v>55.580607314009995</c:v>
                      </c:pt>
                      <c:pt idx="171">
                        <c:v>35.195532765943994</c:v>
                      </c:pt>
                      <c:pt idx="172">
                        <c:v>26.133933945590996</c:v>
                      </c:pt>
                      <c:pt idx="173">
                        <c:v>27.672555908345</c:v>
                      </c:pt>
                      <c:pt idx="174">
                        <c:v>56.689019479937002</c:v>
                      </c:pt>
                      <c:pt idx="175">
                        <c:v>94.196682055805979</c:v>
                      </c:pt>
                      <c:pt idx="176">
                        <c:v>121.534136577491</c:v>
                      </c:pt>
                      <c:pt idx="177">
                        <c:v>137.038343058332</c:v>
                      </c:pt>
                      <c:pt idx="178">
                        <c:v>148.646420218272</c:v>
                      </c:pt>
                      <c:pt idx="179">
                        <c:v>161.79440083088298</c:v>
                      </c:pt>
                      <c:pt idx="180">
                        <c:v>172.00225015818899</c:v>
                      </c:pt>
                      <c:pt idx="181">
                        <c:v>187.406240140036</c:v>
                      </c:pt>
                      <c:pt idx="182">
                        <c:v>195.51886402599499</c:v>
                      </c:pt>
                      <c:pt idx="183">
                        <c:v>191.47112525776498</c:v>
                      </c:pt>
                      <c:pt idx="184">
                        <c:v>174.22393611225701</c:v>
                      </c:pt>
                      <c:pt idx="185">
                        <c:v>182.94148740625499</c:v>
                      </c:pt>
                      <c:pt idx="186">
                        <c:v>181.51190304137299</c:v>
                      </c:pt>
                      <c:pt idx="187">
                        <c:v>207.71494144375004</c:v>
                      </c:pt>
                      <c:pt idx="188">
                        <c:v>224.39006803038899</c:v>
                      </c:pt>
                      <c:pt idx="189">
                        <c:v>264.49331526930598</c:v>
                      </c:pt>
                      <c:pt idx="190">
                        <c:v>268.02468509322398</c:v>
                      </c:pt>
                      <c:pt idx="191">
                        <c:v>231.52408946775</c:v>
                      </c:pt>
                      <c:pt idx="192">
                        <c:v>172.994387805879</c:v>
                      </c:pt>
                      <c:pt idx="193">
                        <c:v>114.59333758837599</c:v>
                      </c:pt>
                      <c:pt idx="194">
                        <c:v>71.311857148393997</c:v>
                      </c:pt>
                      <c:pt idx="195">
                        <c:v>45.460430833743004</c:v>
                      </c:pt>
                      <c:pt idx="196">
                        <c:v>31.091617834975999</c:v>
                      </c:pt>
                      <c:pt idx="197">
                        <c:v>27.654500628929</c:v>
                      </c:pt>
                      <c:pt idx="198">
                        <c:v>48.032179456534003</c:v>
                      </c:pt>
                      <c:pt idx="199">
                        <c:v>72.580962326503993</c:v>
                      </c:pt>
                      <c:pt idx="200">
                        <c:v>103.02443133455603</c:v>
                      </c:pt>
                      <c:pt idx="201">
                        <c:v>128.99330743987801</c:v>
                      </c:pt>
                      <c:pt idx="202">
                        <c:v>150.93236076986199</c:v>
                      </c:pt>
                      <c:pt idx="203">
                        <c:v>173.17743477997999</c:v>
                      </c:pt>
                      <c:pt idx="204">
                        <c:v>177.00689116599401</c:v>
                      </c:pt>
                      <c:pt idx="205">
                        <c:v>183.32587301630801</c:v>
                      </c:pt>
                      <c:pt idx="206">
                        <c:v>227.43135163807403</c:v>
                      </c:pt>
                      <c:pt idx="207">
                        <c:v>215.062201194354</c:v>
                      </c:pt>
                      <c:pt idx="208">
                        <c:v>183.998722349616</c:v>
                      </c:pt>
                      <c:pt idx="209">
                        <c:v>188.20389264275099</c:v>
                      </c:pt>
                      <c:pt idx="210">
                        <c:v>183.51481143737698</c:v>
                      </c:pt>
                      <c:pt idx="211">
                        <c:v>211.34916648786196</c:v>
                      </c:pt>
                      <c:pt idx="212">
                        <c:v>229.61136923356401</c:v>
                      </c:pt>
                      <c:pt idx="213">
                        <c:v>271.64387956654895</c:v>
                      </c:pt>
                      <c:pt idx="214">
                        <c:v>278.39164641259202</c:v>
                      </c:pt>
                      <c:pt idx="215">
                        <c:v>239.44314652516701</c:v>
                      </c:pt>
                      <c:pt idx="216">
                        <c:v>176.52745847256398</c:v>
                      </c:pt>
                      <c:pt idx="217">
                        <c:v>113.96649232298401</c:v>
                      </c:pt>
                      <c:pt idx="218">
                        <c:v>68.56414617028301</c:v>
                      </c:pt>
                      <c:pt idx="219">
                        <c:v>41.643896183132</c:v>
                      </c:pt>
                      <c:pt idx="220">
                        <c:v>28.563002454009997</c:v>
                      </c:pt>
                      <c:pt idx="221">
                        <c:v>26.587824600649999</c:v>
                      </c:pt>
                      <c:pt idx="222">
                        <c:v>48.522134884416005</c:v>
                      </c:pt>
                      <c:pt idx="223">
                        <c:v>75.819503781517994</c:v>
                      </c:pt>
                      <c:pt idx="224">
                        <c:v>104.84298471230299</c:v>
                      </c:pt>
                      <c:pt idx="225">
                        <c:v>126.31206810438098</c:v>
                      </c:pt>
                      <c:pt idx="226">
                        <c:v>142.93905727592201</c:v>
                      </c:pt>
                      <c:pt idx="227">
                        <c:v>160.85690983160799</c:v>
                      </c:pt>
                      <c:pt idx="228">
                        <c:v>170.12532424769</c:v>
                      </c:pt>
                      <c:pt idx="229">
                        <c:v>193.77099500511798</c:v>
                      </c:pt>
                      <c:pt idx="230">
                        <c:v>209.019112713813</c:v>
                      </c:pt>
                      <c:pt idx="231">
                        <c:v>201.88805119813298</c:v>
                      </c:pt>
                      <c:pt idx="232">
                        <c:v>177.96689624060403</c:v>
                      </c:pt>
                      <c:pt idx="233">
                        <c:v>185.91958719653201</c:v>
                      </c:pt>
                      <c:pt idx="234">
                        <c:v>183.43253997063101</c:v>
                      </c:pt>
                      <c:pt idx="235">
                        <c:v>206.56093398843799</c:v>
                      </c:pt>
                      <c:pt idx="236">
                        <c:v>228.94485313611801</c:v>
                      </c:pt>
                      <c:pt idx="237">
                        <c:v>273.09013768620002</c:v>
                      </c:pt>
                      <c:pt idx="238">
                        <c:v>264.112518869788</c:v>
                      </c:pt>
                      <c:pt idx="239">
                        <c:v>217.33392766477499</c:v>
                      </c:pt>
                      <c:pt idx="240">
                        <c:v>150.51104559630699</c:v>
                      </c:pt>
                      <c:pt idx="241">
                        <c:v>93.475424167531997</c:v>
                      </c:pt>
                      <c:pt idx="242">
                        <c:v>54.941967046523004</c:v>
                      </c:pt>
                      <c:pt idx="243">
                        <c:v>34.328949681897001</c:v>
                      </c:pt>
                      <c:pt idx="244">
                        <c:v>25.323771287630997</c:v>
                      </c:pt>
                      <c:pt idx="245">
                        <c:v>26.063556544576997</c:v>
                      </c:pt>
                      <c:pt idx="246">
                        <c:v>53.195269004902997</c:v>
                      </c:pt>
                      <c:pt idx="247">
                        <c:v>85.853079829953998</c:v>
                      </c:pt>
                      <c:pt idx="248">
                        <c:v>108.19167670027099</c:v>
                      </c:pt>
                      <c:pt idx="249">
                        <c:v>119.32368734596298</c:v>
                      </c:pt>
                      <c:pt idx="250">
                        <c:v>134.014005111382</c:v>
                      </c:pt>
                      <c:pt idx="251">
                        <c:v>152.22467111506398</c:v>
                      </c:pt>
                      <c:pt idx="252">
                        <c:v>163.527251365979</c:v>
                      </c:pt>
                      <c:pt idx="253">
                        <c:v>180.02504961346699</c:v>
                      </c:pt>
                      <c:pt idx="254">
                        <c:v>188.765296902633</c:v>
                      </c:pt>
                      <c:pt idx="255">
                        <c:v>185.273169252369</c:v>
                      </c:pt>
                      <c:pt idx="256">
                        <c:v>174.42035202550699</c:v>
                      </c:pt>
                      <c:pt idx="257">
                        <c:v>190.67882261856198</c:v>
                      </c:pt>
                      <c:pt idx="258">
                        <c:v>185.689403572934</c:v>
                      </c:pt>
                      <c:pt idx="259">
                        <c:v>207.268714789607</c:v>
                      </c:pt>
                      <c:pt idx="260">
                        <c:v>226.826346075716</c:v>
                      </c:pt>
                      <c:pt idx="261">
                        <c:v>267.24312376348905</c:v>
                      </c:pt>
                      <c:pt idx="262">
                        <c:v>261.11142689637995</c:v>
                      </c:pt>
                      <c:pt idx="263">
                        <c:v>209.84572438806103</c:v>
                      </c:pt>
                      <c:pt idx="264">
                        <c:v>142.55525090473</c:v>
                      </c:pt>
                      <c:pt idx="265">
                        <c:v>85.934584032212996</c:v>
                      </c:pt>
                      <c:pt idx="266">
                        <c:v>50.422411972239004</c:v>
                      </c:pt>
                      <c:pt idx="267">
                        <c:v>32.358538844214003</c:v>
                      </c:pt>
                      <c:pt idx="268">
                        <c:v>24.440435342647998</c:v>
                      </c:pt>
                      <c:pt idx="269">
                        <c:v>25.641041115764001</c:v>
                      </c:pt>
                      <c:pt idx="270">
                        <c:v>53.561387815010008</c:v>
                      </c:pt>
                      <c:pt idx="271">
                        <c:v>88.176075327926014</c:v>
                      </c:pt>
                      <c:pt idx="272">
                        <c:v>110.223731715566</c:v>
                      </c:pt>
                      <c:pt idx="273">
                        <c:v>121.34423670136398</c:v>
                      </c:pt>
                      <c:pt idx="274">
                        <c:v>135.21375740192499</c:v>
                      </c:pt>
                      <c:pt idx="275">
                        <c:v>153.14976981960899</c:v>
                      </c:pt>
                      <c:pt idx="276">
                        <c:v>163.71528769961702</c:v>
                      </c:pt>
                      <c:pt idx="277">
                        <c:v>179.100393192322</c:v>
                      </c:pt>
                      <c:pt idx="278">
                        <c:v>187.00869990478702</c:v>
                      </c:pt>
                      <c:pt idx="279">
                        <c:v>183.75321289859599</c:v>
                      </c:pt>
                      <c:pt idx="280">
                        <c:v>172.87704162656902</c:v>
                      </c:pt>
                      <c:pt idx="281">
                        <c:v>185.28051691546901</c:v>
                      </c:pt>
                      <c:pt idx="282">
                        <c:v>180.60187615285002</c:v>
                      </c:pt>
                      <c:pt idx="283">
                        <c:v>206.88868104081001</c:v>
                      </c:pt>
                      <c:pt idx="284">
                        <c:v>229.43260715473102</c:v>
                      </c:pt>
                      <c:pt idx="285">
                        <c:v>272.50845471742201</c:v>
                      </c:pt>
                      <c:pt idx="286">
                        <c:v>264.58035766087301</c:v>
                      </c:pt>
                      <c:pt idx="287">
                        <c:v>211.846810774803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6-B4D5-4FAE-AE9D-D02EB97D558B}"/>
                  </c:ext>
                </c:extLst>
              </c15:ser>
            </c15:filteredLineSeries>
            <c15:filteredLineSeries>
              <c15:ser>
                <c:idx val="35"/>
                <c:order val="3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12-10-2026'!$AK$1</c15:sqref>
                        </c15:formulaRef>
                      </c:ext>
                    </c:extLst>
                    <c:strCache>
                      <c:ptCount val="1"/>
                      <c:pt idx="0">
                        <c:v>SGI Traffic 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12-10-2026'!$AK$2:$AK$289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347.03289076726901</c:v>
                      </c:pt>
                      <c:pt idx="1">
                        <c:v>219.27817791553801</c:v>
                      </c:pt>
                      <c:pt idx="2">
                        <c:v>131.00241958396299</c:v>
                      </c:pt>
                      <c:pt idx="3">
                        <c:v>82.722405141976992</c:v>
                      </c:pt>
                      <c:pt idx="4">
                        <c:v>62.745866700080001</c:v>
                      </c:pt>
                      <c:pt idx="5">
                        <c:v>74.237714479368009</c:v>
                      </c:pt>
                      <c:pt idx="6">
                        <c:v>142.215498465412</c:v>
                      </c:pt>
                      <c:pt idx="7">
                        <c:v>212.98389998617401</c:v>
                      </c:pt>
                      <c:pt idx="8">
                        <c:v>262.76224844956596</c:v>
                      </c:pt>
                      <c:pt idx="9">
                        <c:v>287.83897359342097</c:v>
                      </c:pt>
                      <c:pt idx="10">
                        <c:v>320.02859140332004</c:v>
                      </c:pt>
                      <c:pt idx="11">
                        <c:v>359.31512091969398</c:v>
                      </c:pt>
                      <c:pt idx="12">
                        <c:v>387.56917737200297</c:v>
                      </c:pt>
                      <c:pt idx="13">
                        <c:v>432.86706052796399</c:v>
                      </c:pt>
                      <c:pt idx="14">
                        <c:v>448.06159088063202</c:v>
                      </c:pt>
                      <c:pt idx="15">
                        <c:v>433.77120617988396</c:v>
                      </c:pt>
                      <c:pt idx="16">
                        <c:v>393.01327423702503</c:v>
                      </c:pt>
                      <c:pt idx="17">
                        <c:v>406.80665492596802</c:v>
                      </c:pt>
                      <c:pt idx="18">
                        <c:v>403.89660424589499</c:v>
                      </c:pt>
                      <c:pt idx="19">
                        <c:v>459.23151451879198</c:v>
                      </c:pt>
                      <c:pt idx="20">
                        <c:v>509.56142124548398</c:v>
                      </c:pt>
                      <c:pt idx="21">
                        <c:v>586.058126180621</c:v>
                      </c:pt>
                      <c:pt idx="22">
                        <c:v>588.77200497686704</c:v>
                      </c:pt>
                      <c:pt idx="23">
                        <c:v>513.17837932867599</c:v>
                      </c:pt>
                      <c:pt idx="24">
                        <c:v>385.61515022698904</c:v>
                      </c:pt>
                      <c:pt idx="25">
                        <c:v>252.91518640850899</c:v>
                      </c:pt>
                      <c:pt idx="26">
                        <c:v>153.00524560110199</c:v>
                      </c:pt>
                      <c:pt idx="27">
                        <c:v>98.210032811144998</c:v>
                      </c:pt>
                      <c:pt idx="28">
                        <c:v>69.488227182217997</c:v>
                      </c:pt>
                      <c:pt idx="29">
                        <c:v>73.021406698541</c:v>
                      </c:pt>
                      <c:pt idx="30">
                        <c:v>124.617839879112</c:v>
                      </c:pt>
                      <c:pt idx="31">
                        <c:v>181.42859345826</c:v>
                      </c:pt>
                      <c:pt idx="32">
                        <c:v>249.883478861904</c:v>
                      </c:pt>
                      <c:pt idx="33">
                        <c:v>305.48723708809905</c:v>
                      </c:pt>
                      <c:pt idx="34">
                        <c:v>353.24154926765698</c:v>
                      </c:pt>
                      <c:pt idx="35">
                        <c:v>399.65678772549495</c:v>
                      </c:pt>
                      <c:pt idx="36">
                        <c:v>409.35830130657297</c:v>
                      </c:pt>
                      <c:pt idx="37">
                        <c:v>430.77888194539003</c:v>
                      </c:pt>
                      <c:pt idx="38">
                        <c:v>515.82891050665705</c:v>
                      </c:pt>
                      <c:pt idx="39">
                        <c:v>484.53693645258198</c:v>
                      </c:pt>
                      <c:pt idx="40">
                        <c:v>417.03426858826901</c:v>
                      </c:pt>
                      <c:pt idx="41">
                        <c:v>420.62590196338999</c:v>
                      </c:pt>
                      <c:pt idx="42">
                        <c:v>414.08379962387403</c:v>
                      </c:pt>
                      <c:pt idx="43">
                        <c:v>473.52279403396898</c:v>
                      </c:pt>
                      <c:pt idx="44">
                        <c:v>528.560910705168</c:v>
                      </c:pt>
                      <c:pt idx="45">
                        <c:v>611.62423108279791</c:v>
                      </c:pt>
                      <c:pt idx="46">
                        <c:v>608.08027887988396</c:v>
                      </c:pt>
                      <c:pt idx="47">
                        <c:v>531.84894224527193</c:v>
                      </c:pt>
                      <c:pt idx="48">
                        <c:v>400.73772056810503</c:v>
                      </c:pt>
                      <c:pt idx="49">
                        <c:v>264.73926097302194</c:v>
                      </c:pt>
                      <c:pt idx="50">
                        <c:v>159.41760633152001</c:v>
                      </c:pt>
                      <c:pt idx="51">
                        <c:v>98.012678929489994</c:v>
                      </c:pt>
                      <c:pt idx="52">
                        <c:v>68.700509090417995</c:v>
                      </c:pt>
                      <c:pt idx="53">
                        <c:v>73.440357229598987</c:v>
                      </c:pt>
                      <c:pt idx="54">
                        <c:v>129.68130793676599</c:v>
                      </c:pt>
                      <c:pt idx="55">
                        <c:v>191.463430333372</c:v>
                      </c:pt>
                      <c:pt idx="56">
                        <c:v>255.32171989865998</c:v>
                      </c:pt>
                      <c:pt idx="57">
                        <c:v>300.65300241499301</c:v>
                      </c:pt>
                      <c:pt idx="58">
                        <c:v>335.30055161047903</c:v>
                      </c:pt>
                      <c:pt idx="59">
                        <c:v>375.35811902496403</c:v>
                      </c:pt>
                      <c:pt idx="60">
                        <c:v>397.04719451206302</c:v>
                      </c:pt>
                      <c:pt idx="61">
                        <c:v>451.963028510897</c:v>
                      </c:pt>
                      <c:pt idx="62">
                        <c:v>476.35079291715999</c:v>
                      </c:pt>
                      <c:pt idx="63">
                        <c:v>454.62397142789803</c:v>
                      </c:pt>
                      <c:pt idx="64">
                        <c:v>404.18473102328602</c:v>
                      </c:pt>
                      <c:pt idx="65">
                        <c:v>413.55363097075303</c:v>
                      </c:pt>
                      <c:pt idx="66">
                        <c:v>406.95031403632498</c:v>
                      </c:pt>
                      <c:pt idx="67">
                        <c:v>460.45684526807503</c:v>
                      </c:pt>
                      <c:pt idx="68">
                        <c:v>513.10663098420605</c:v>
                      </c:pt>
                      <c:pt idx="69">
                        <c:v>589.80337254186202</c:v>
                      </c:pt>
                      <c:pt idx="70">
                        <c:v>581.204107054357</c:v>
                      </c:pt>
                      <c:pt idx="71">
                        <c:v>488.08489162844603</c:v>
                      </c:pt>
                      <c:pt idx="72">
                        <c:v>345.00409189901399</c:v>
                      </c:pt>
                      <c:pt idx="73">
                        <c:v>213.74988874039599</c:v>
                      </c:pt>
                      <c:pt idx="74">
                        <c:v>127.00646341834199</c:v>
                      </c:pt>
                      <c:pt idx="75">
                        <c:v>80.335452913036008</c:v>
                      </c:pt>
                      <c:pt idx="76">
                        <c:v>60.982233716176005</c:v>
                      </c:pt>
                      <c:pt idx="77">
                        <c:v>70.972755162780004</c:v>
                      </c:pt>
                      <c:pt idx="78">
                        <c:v>136.42032027625999</c:v>
                      </c:pt>
                      <c:pt idx="79">
                        <c:v>202.66859540984899</c:v>
                      </c:pt>
                      <c:pt idx="80">
                        <c:v>253.29669558823701</c:v>
                      </c:pt>
                      <c:pt idx="81">
                        <c:v>280.68025296509603</c:v>
                      </c:pt>
                      <c:pt idx="82">
                        <c:v>311.02762958060902</c:v>
                      </c:pt>
                      <c:pt idx="83">
                        <c:v>349.963168047507</c:v>
                      </c:pt>
                      <c:pt idx="84">
                        <c:v>373.95362867334802</c:v>
                      </c:pt>
                      <c:pt idx="85">
                        <c:v>414.70236400602198</c:v>
                      </c:pt>
                      <c:pt idx="86">
                        <c:v>426.45539514191603</c:v>
                      </c:pt>
                      <c:pt idx="87">
                        <c:v>409.79895016946199</c:v>
                      </c:pt>
                      <c:pt idx="88">
                        <c:v>385.02196815204195</c:v>
                      </c:pt>
                      <c:pt idx="89">
                        <c:v>404.74358941290899</c:v>
                      </c:pt>
                      <c:pt idx="90">
                        <c:v>399.45952895759001</c:v>
                      </c:pt>
                      <c:pt idx="91">
                        <c:v>457.22082567176597</c:v>
                      </c:pt>
                      <c:pt idx="92">
                        <c:v>513.22955647517699</c:v>
                      </c:pt>
                      <c:pt idx="93">
                        <c:v>589.91905433425313</c:v>
                      </c:pt>
                      <c:pt idx="94">
                        <c:v>575.10214291585305</c:v>
                      </c:pt>
                      <c:pt idx="95">
                        <c:v>472.81496289372103</c:v>
                      </c:pt>
                      <c:pt idx="96">
                        <c:v>328.35528762901504</c:v>
                      </c:pt>
                      <c:pt idx="97">
                        <c:v>202.083258148271</c:v>
                      </c:pt>
                      <c:pt idx="98">
                        <c:v>119.738121702711</c:v>
                      </c:pt>
                      <c:pt idx="99">
                        <c:v>76.924353887201988</c:v>
                      </c:pt>
                      <c:pt idx="100">
                        <c:v>59.542726147002995</c:v>
                      </c:pt>
                      <c:pt idx="101">
                        <c:v>70.011980966566995</c:v>
                      </c:pt>
                      <c:pt idx="102">
                        <c:v>138.59841044447501</c:v>
                      </c:pt>
                      <c:pt idx="103">
                        <c:v>208.23666959034301</c:v>
                      </c:pt>
                      <c:pt idx="104">
                        <c:v>256.39857102247498</c:v>
                      </c:pt>
                      <c:pt idx="105">
                        <c:v>282.083184730006</c:v>
                      </c:pt>
                      <c:pt idx="106">
                        <c:v>312.22602194514502</c:v>
                      </c:pt>
                      <c:pt idx="107">
                        <c:v>353.93079709177505</c:v>
                      </c:pt>
                      <c:pt idx="108">
                        <c:v>378.09471722421495</c:v>
                      </c:pt>
                      <c:pt idx="109">
                        <c:v>418.84979774228401</c:v>
                      </c:pt>
                      <c:pt idx="110">
                        <c:v>427.65117404938599</c:v>
                      </c:pt>
                      <c:pt idx="111">
                        <c:v>411.74300428047002</c:v>
                      </c:pt>
                      <c:pt idx="112">
                        <c:v>385.49643238776099</c:v>
                      </c:pt>
                      <c:pt idx="113">
                        <c:v>403.03696530044999</c:v>
                      </c:pt>
                      <c:pt idx="114">
                        <c:v>399.43607271633897</c:v>
                      </c:pt>
                      <c:pt idx="115">
                        <c:v>458.11301009585497</c:v>
                      </c:pt>
                      <c:pt idx="116">
                        <c:v>515.55777005723303</c:v>
                      </c:pt>
                      <c:pt idx="117">
                        <c:v>597.41427154226403</c:v>
                      </c:pt>
                      <c:pt idx="118">
                        <c:v>579.47501957022007</c:v>
                      </c:pt>
                      <c:pt idx="119">
                        <c:v>477.92244838475597</c:v>
                      </c:pt>
                      <c:pt idx="120">
                        <c:v>331.13088328290104</c:v>
                      </c:pt>
                      <c:pt idx="121">
                        <c:v>203.227933459535</c:v>
                      </c:pt>
                      <c:pt idx="122">
                        <c:v>119.520734243489</c:v>
                      </c:pt>
                      <c:pt idx="123">
                        <c:v>76.289793657318995</c:v>
                      </c:pt>
                      <c:pt idx="124">
                        <c:v>59.081808163186999</c:v>
                      </c:pt>
                      <c:pt idx="125">
                        <c:v>70.333091021472995</c:v>
                      </c:pt>
                      <c:pt idx="126">
                        <c:v>140.66231622358998</c:v>
                      </c:pt>
                      <c:pt idx="127">
                        <c:v>211.99705380179299</c:v>
                      </c:pt>
                      <c:pt idx="128">
                        <c:v>260.78761844763596</c:v>
                      </c:pt>
                      <c:pt idx="129">
                        <c:v>287.41278356046001</c:v>
                      </c:pt>
                      <c:pt idx="130">
                        <c:v>318.74588901187497</c:v>
                      </c:pt>
                      <c:pt idx="131">
                        <c:v>355.77250447632798</c:v>
                      </c:pt>
                      <c:pt idx="132">
                        <c:v>388.36764850808504</c:v>
                      </c:pt>
                      <c:pt idx="133">
                        <c:v>448.66047871180899</c:v>
                      </c:pt>
                      <c:pt idx="134">
                        <c:v>458.50166539748699</c:v>
                      </c:pt>
                      <c:pt idx="135">
                        <c:v>434.08442451452601</c:v>
                      </c:pt>
                      <c:pt idx="136">
                        <c:v>391.22359390458507</c:v>
                      </c:pt>
                      <c:pt idx="137">
                        <c:v>406.78674659785503</c:v>
                      </c:pt>
                      <c:pt idx="138">
                        <c:v>439.06518874459005</c:v>
                      </c:pt>
                      <c:pt idx="139">
                        <c:v>498.31931509020001</c:v>
                      </c:pt>
                      <c:pt idx="140">
                        <c:v>526.04046402970596</c:v>
                      </c:pt>
                      <c:pt idx="141">
                        <c:v>602.20046126513694</c:v>
                      </c:pt>
                      <c:pt idx="142">
                        <c:v>581.66108394498701</c:v>
                      </c:pt>
                      <c:pt idx="143">
                        <c:v>478.86812722762795</c:v>
                      </c:pt>
                      <c:pt idx="144">
                        <c:v>344.02070193982104</c:v>
                      </c:pt>
                      <c:pt idx="145">
                        <c:v>213.609772435379</c:v>
                      </c:pt>
                      <c:pt idx="146">
                        <c:v>130.49062166931299</c:v>
                      </c:pt>
                      <c:pt idx="147">
                        <c:v>79.219286047661001</c:v>
                      </c:pt>
                      <c:pt idx="148">
                        <c:v>60.343806847560998</c:v>
                      </c:pt>
                      <c:pt idx="149">
                        <c:v>71.988536903154994</c:v>
                      </c:pt>
                      <c:pt idx="150">
                        <c:v>143.71428568186002</c:v>
                      </c:pt>
                      <c:pt idx="151">
                        <c:v>215.067669534403</c:v>
                      </c:pt>
                      <c:pt idx="152">
                        <c:v>265.273021477577</c:v>
                      </c:pt>
                      <c:pt idx="153">
                        <c:v>289.78505907338302</c:v>
                      </c:pt>
                      <c:pt idx="154">
                        <c:v>318.69840598556402</c:v>
                      </c:pt>
                      <c:pt idx="155">
                        <c:v>355.15836484992201</c:v>
                      </c:pt>
                      <c:pt idx="156">
                        <c:v>378.96664741306802</c:v>
                      </c:pt>
                      <c:pt idx="157">
                        <c:v>419.55981564376202</c:v>
                      </c:pt>
                      <c:pt idx="158">
                        <c:v>431.16105798086903</c:v>
                      </c:pt>
                      <c:pt idx="159">
                        <c:v>415.82125169326599</c:v>
                      </c:pt>
                      <c:pt idx="160">
                        <c:v>394.02651601848697</c:v>
                      </c:pt>
                      <c:pt idx="161">
                        <c:v>414.12727499550203</c:v>
                      </c:pt>
                      <c:pt idx="162">
                        <c:v>410.18307676107298</c:v>
                      </c:pt>
                      <c:pt idx="163">
                        <c:v>467.36522569133592</c:v>
                      </c:pt>
                      <c:pt idx="164">
                        <c:v>518.60330405181799</c:v>
                      </c:pt>
                      <c:pt idx="165">
                        <c:v>593.38106468712203</c:v>
                      </c:pt>
                      <c:pt idx="166">
                        <c:v>579.205802048338</c:v>
                      </c:pt>
                      <c:pt idx="167">
                        <c:v>471.55885947213699</c:v>
                      </c:pt>
                      <c:pt idx="168">
                        <c:v>327.84583123854998</c:v>
                      </c:pt>
                      <c:pt idx="169">
                        <c:v>201.423397793052</c:v>
                      </c:pt>
                      <c:pt idx="170">
                        <c:v>121.00418909100999</c:v>
                      </c:pt>
                      <c:pt idx="171">
                        <c:v>78.216435555944003</c:v>
                      </c:pt>
                      <c:pt idx="172">
                        <c:v>60.985308649590998</c:v>
                      </c:pt>
                      <c:pt idx="173">
                        <c:v>73.184035359345003</c:v>
                      </c:pt>
                      <c:pt idx="174">
                        <c:v>147.483695287937</c:v>
                      </c:pt>
                      <c:pt idx="175">
                        <c:v>226.97787179780599</c:v>
                      </c:pt>
                      <c:pt idx="176">
                        <c:v>286.466790851491</c:v>
                      </c:pt>
                      <c:pt idx="177">
                        <c:v>324.17606222533198</c:v>
                      </c:pt>
                      <c:pt idx="178">
                        <c:v>343.74293649527203</c:v>
                      </c:pt>
                      <c:pt idx="179">
                        <c:v>372.745901463883</c:v>
                      </c:pt>
                      <c:pt idx="180">
                        <c:v>398.55007103718901</c:v>
                      </c:pt>
                      <c:pt idx="181">
                        <c:v>440.11624921503596</c:v>
                      </c:pt>
                      <c:pt idx="182">
                        <c:v>449.11394400499501</c:v>
                      </c:pt>
                      <c:pt idx="183">
                        <c:v>431.31019270976498</c:v>
                      </c:pt>
                      <c:pt idx="184">
                        <c:v>398.67015732725702</c:v>
                      </c:pt>
                      <c:pt idx="185">
                        <c:v>412.86644798525504</c:v>
                      </c:pt>
                      <c:pt idx="186">
                        <c:v>413.91071886137297</c:v>
                      </c:pt>
                      <c:pt idx="187">
                        <c:v>479.19489217575006</c:v>
                      </c:pt>
                      <c:pt idx="188">
                        <c:v>527.7405826703889</c:v>
                      </c:pt>
                      <c:pt idx="189">
                        <c:v>598.09953249930595</c:v>
                      </c:pt>
                      <c:pt idx="190">
                        <c:v>593.32578047522395</c:v>
                      </c:pt>
                      <c:pt idx="191">
                        <c:v>506.59189314275</c:v>
                      </c:pt>
                      <c:pt idx="192">
                        <c:v>374.94180248387903</c:v>
                      </c:pt>
                      <c:pt idx="193">
                        <c:v>245.15280094337601</c:v>
                      </c:pt>
                      <c:pt idx="194">
                        <c:v>150.98492783339401</c:v>
                      </c:pt>
                      <c:pt idx="195">
                        <c:v>97.724498871743009</c:v>
                      </c:pt>
                      <c:pt idx="196">
                        <c:v>70.378712561976016</c:v>
                      </c:pt>
                      <c:pt idx="197">
                        <c:v>71.804203000928993</c:v>
                      </c:pt>
                      <c:pt idx="198">
                        <c:v>127.905445159534</c:v>
                      </c:pt>
                      <c:pt idx="199">
                        <c:v>188.931904844504</c:v>
                      </c:pt>
                      <c:pt idx="200">
                        <c:v>259.24457070455605</c:v>
                      </c:pt>
                      <c:pt idx="201">
                        <c:v>313.38654813887803</c:v>
                      </c:pt>
                      <c:pt idx="202">
                        <c:v>359.57324246086193</c:v>
                      </c:pt>
                      <c:pt idx="203">
                        <c:v>405.67839285397997</c:v>
                      </c:pt>
                      <c:pt idx="204">
                        <c:v>410.29607653599396</c:v>
                      </c:pt>
                      <c:pt idx="205">
                        <c:v>434.46983789830801</c:v>
                      </c:pt>
                      <c:pt idx="206">
                        <c:v>517.30985332507407</c:v>
                      </c:pt>
                      <c:pt idx="207">
                        <c:v>481.770511351354</c:v>
                      </c:pt>
                      <c:pt idx="208">
                        <c:v>425.98614078861601</c:v>
                      </c:pt>
                      <c:pt idx="209">
                        <c:v>432.774796967751</c:v>
                      </c:pt>
                      <c:pt idx="210">
                        <c:v>424.91586831437701</c:v>
                      </c:pt>
                      <c:pt idx="211">
                        <c:v>489.18798358886198</c:v>
                      </c:pt>
                      <c:pt idx="212">
                        <c:v>540.82073869456394</c:v>
                      </c:pt>
                      <c:pt idx="213">
                        <c:v>613.40443029954895</c:v>
                      </c:pt>
                      <c:pt idx="214">
                        <c:v>612.76594206759205</c:v>
                      </c:pt>
                      <c:pt idx="215">
                        <c:v>520.11086663116703</c:v>
                      </c:pt>
                      <c:pt idx="216">
                        <c:v>379.62409637156395</c:v>
                      </c:pt>
                      <c:pt idx="217">
                        <c:v>242.953483389984</c:v>
                      </c:pt>
                      <c:pt idx="218">
                        <c:v>146.98957634428302</c:v>
                      </c:pt>
                      <c:pt idx="219">
                        <c:v>91.283227270132002</c:v>
                      </c:pt>
                      <c:pt idx="220">
                        <c:v>65.813335644009996</c:v>
                      </c:pt>
                      <c:pt idx="221">
                        <c:v>70.691367865649994</c:v>
                      </c:pt>
                      <c:pt idx="222">
                        <c:v>131.30810927441601</c:v>
                      </c:pt>
                      <c:pt idx="223">
                        <c:v>197.17514013751799</c:v>
                      </c:pt>
                      <c:pt idx="224">
                        <c:v>261.33529671730298</c:v>
                      </c:pt>
                      <c:pt idx="225">
                        <c:v>303.07703965038098</c:v>
                      </c:pt>
                      <c:pt idx="226">
                        <c:v>336.39316104592206</c:v>
                      </c:pt>
                      <c:pt idx="227">
                        <c:v>374.05572926860799</c:v>
                      </c:pt>
                      <c:pt idx="228">
                        <c:v>392.80751687569</c:v>
                      </c:pt>
                      <c:pt idx="229">
                        <c:v>450.21745393311801</c:v>
                      </c:pt>
                      <c:pt idx="230">
                        <c:v>474.102256144813</c:v>
                      </c:pt>
                      <c:pt idx="231">
                        <c:v>449.73223237713296</c:v>
                      </c:pt>
                      <c:pt idx="232">
                        <c:v>406.12177319360404</c:v>
                      </c:pt>
                      <c:pt idx="233">
                        <c:v>419.94478227453203</c:v>
                      </c:pt>
                      <c:pt idx="234">
                        <c:v>419.14415547363103</c:v>
                      </c:pt>
                      <c:pt idx="235">
                        <c:v>476.16045113243797</c:v>
                      </c:pt>
                      <c:pt idx="236">
                        <c:v>537.10737757911807</c:v>
                      </c:pt>
                      <c:pt idx="237">
                        <c:v>612.31494934519992</c:v>
                      </c:pt>
                      <c:pt idx="238">
                        <c:v>582.45847954578801</c:v>
                      </c:pt>
                      <c:pt idx="239">
                        <c:v>473.81264853977501</c:v>
                      </c:pt>
                      <c:pt idx="240">
                        <c:v>326.54493736430697</c:v>
                      </c:pt>
                      <c:pt idx="241">
                        <c:v>201.68120592953198</c:v>
                      </c:pt>
                      <c:pt idx="242">
                        <c:v>119.84170019752301</c:v>
                      </c:pt>
                      <c:pt idx="243">
                        <c:v>77.243951731896999</c:v>
                      </c:pt>
                      <c:pt idx="244">
                        <c:v>59.911895933630994</c:v>
                      </c:pt>
                      <c:pt idx="245">
                        <c:v>68.968846203576987</c:v>
                      </c:pt>
                      <c:pt idx="246">
                        <c:v>138.64316628990298</c:v>
                      </c:pt>
                      <c:pt idx="247">
                        <c:v>208.27092690895401</c:v>
                      </c:pt>
                      <c:pt idx="248">
                        <c:v>258.78195264227099</c:v>
                      </c:pt>
                      <c:pt idx="249">
                        <c:v>281.04064060496296</c:v>
                      </c:pt>
                      <c:pt idx="250">
                        <c:v>309.69953167738197</c:v>
                      </c:pt>
                      <c:pt idx="251">
                        <c:v>348.10477377606401</c:v>
                      </c:pt>
                      <c:pt idx="252">
                        <c:v>373.80578344797902</c:v>
                      </c:pt>
                      <c:pt idx="253">
                        <c:v>416.446785393467</c:v>
                      </c:pt>
                      <c:pt idx="254">
                        <c:v>428.32500001863303</c:v>
                      </c:pt>
                      <c:pt idx="255">
                        <c:v>412.951603715369</c:v>
                      </c:pt>
                      <c:pt idx="256">
                        <c:v>396.77013176350698</c:v>
                      </c:pt>
                      <c:pt idx="257">
                        <c:v>424.46286619156194</c:v>
                      </c:pt>
                      <c:pt idx="258">
                        <c:v>420.07628510793393</c:v>
                      </c:pt>
                      <c:pt idx="259">
                        <c:v>474.56766485660705</c:v>
                      </c:pt>
                      <c:pt idx="260">
                        <c:v>530.2371464157161</c:v>
                      </c:pt>
                      <c:pt idx="261">
                        <c:v>597.84264978248905</c:v>
                      </c:pt>
                      <c:pt idx="262">
                        <c:v>574.39688084737986</c:v>
                      </c:pt>
                      <c:pt idx="263">
                        <c:v>458.47332849006102</c:v>
                      </c:pt>
                      <c:pt idx="264">
                        <c:v>313.94339414072999</c:v>
                      </c:pt>
                      <c:pt idx="265">
                        <c:v>189.31613842721299</c:v>
                      </c:pt>
                      <c:pt idx="266">
                        <c:v>112.17304298223901</c:v>
                      </c:pt>
                      <c:pt idx="267">
                        <c:v>73.504157327213989</c:v>
                      </c:pt>
                      <c:pt idx="268">
                        <c:v>58.029428404648002</c:v>
                      </c:pt>
                      <c:pt idx="269">
                        <c:v>68.482233628764007</c:v>
                      </c:pt>
                      <c:pt idx="270">
                        <c:v>141.40760077901001</c:v>
                      </c:pt>
                      <c:pt idx="271">
                        <c:v>214.88890452492603</c:v>
                      </c:pt>
                      <c:pt idx="272">
                        <c:v>262.254931241566</c:v>
                      </c:pt>
                      <c:pt idx="273">
                        <c:v>286.05669335136395</c:v>
                      </c:pt>
                      <c:pt idx="274">
                        <c:v>315.37343037692506</c:v>
                      </c:pt>
                      <c:pt idx="275">
                        <c:v>354.53893644260899</c:v>
                      </c:pt>
                      <c:pt idx="276">
                        <c:v>378.39428511861706</c:v>
                      </c:pt>
                      <c:pt idx="277">
                        <c:v>419.22828654032196</c:v>
                      </c:pt>
                      <c:pt idx="278">
                        <c:v>427.183131215787</c:v>
                      </c:pt>
                      <c:pt idx="279">
                        <c:v>412.09767974059599</c:v>
                      </c:pt>
                      <c:pt idx="280">
                        <c:v>396.07368492656906</c:v>
                      </c:pt>
                      <c:pt idx="281">
                        <c:v>417.13666579046901</c:v>
                      </c:pt>
                      <c:pt idx="282">
                        <c:v>413.61969777985001</c:v>
                      </c:pt>
                      <c:pt idx="283">
                        <c:v>477.13214699081004</c:v>
                      </c:pt>
                      <c:pt idx="284">
                        <c:v>537.138343556731</c:v>
                      </c:pt>
                      <c:pt idx="285">
                        <c:v>608.26717731342205</c:v>
                      </c:pt>
                      <c:pt idx="286">
                        <c:v>578.06546293587303</c:v>
                      </c:pt>
                      <c:pt idx="287">
                        <c:v>460.11625888380297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7-B4D5-4FAE-AE9D-D02EB97D558B}"/>
                  </c:ext>
                </c:extLst>
              </c15:ser>
            </c15:filteredLineSeries>
            <c15:filteredLineSeries>
              <c15:ser>
                <c:idx val="38"/>
                <c:order val="3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12-10-2026'!$AN$1</c15:sqref>
                        </c15:formulaRef>
                      </c:ext>
                    </c:extLst>
                    <c:strCache>
                      <c:ptCount val="1"/>
                      <c:pt idx="0">
                        <c:v>GI Traffic 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4"/>
                    <c:layout>
                      <c:manualLayout>
                        <c:x val="-4.2611111111111113E-2"/>
                        <c:y val="-4.3946850393700873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28-B4D5-4FAE-AE9D-D02EB97D558B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dLblPos val="t"/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12-10-2026'!$AN$2:$AN$289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68.366696180578003</c:v>
                      </c:pt>
                      <c:pt idx="1">
                        <c:v>42.868502716129008</c:v>
                      </c:pt>
                      <c:pt idx="2">
                        <c:v>25.772717973525001</c:v>
                      </c:pt>
                      <c:pt idx="3">
                        <c:v>16.958165300836001</c:v>
                      </c:pt>
                      <c:pt idx="4">
                        <c:v>13.907214492808002</c:v>
                      </c:pt>
                      <c:pt idx="5">
                        <c:v>19.003054588456003</c:v>
                      </c:pt>
                      <c:pt idx="6">
                        <c:v>37.752694578689002</c:v>
                      </c:pt>
                      <c:pt idx="7">
                        <c:v>52.739655961477993</c:v>
                      </c:pt>
                      <c:pt idx="8">
                        <c:v>60.626313606558</c:v>
                      </c:pt>
                      <c:pt idx="9">
                        <c:v>62.893895466879002</c:v>
                      </c:pt>
                      <c:pt idx="10">
                        <c:v>67.237262662120003</c:v>
                      </c:pt>
                      <c:pt idx="11">
                        <c:v>74.081529196651985</c:v>
                      </c:pt>
                      <c:pt idx="12">
                        <c:v>81.731603196079988</c:v>
                      </c:pt>
                      <c:pt idx="13">
                        <c:v>90.991663292607996</c:v>
                      </c:pt>
                      <c:pt idx="14">
                        <c:v>93.29194394307801</c:v>
                      </c:pt>
                      <c:pt idx="15">
                        <c:v>89.896957132826998</c:v>
                      </c:pt>
                      <c:pt idx="16">
                        <c:v>80.786158823172997</c:v>
                      </c:pt>
                      <c:pt idx="17">
                        <c:v>80.079290788237984</c:v>
                      </c:pt>
                      <c:pt idx="18">
                        <c:v>79.360525215909007</c:v>
                      </c:pt>
                      <c:pt idx="19">
                        <c:v>90.375290412784992</c:v>
                      </c:pt>
                      <c:pt idx="20">
                        <c:v>98.90426930308098</c:v>
                      </c:pt>
                      <c:pt idx="21">
                        <c:v>111.71254541253801</c:v>
                      </c:pt>
                      <c:pt idx="22">
                        <c:v>113.7561650674</c:v>
                      </c:pt>
                      <c:pt idx="23">
                        <c:v>99.993376074345008</c:v>
                      </c:pt>
                      <c:pt idx="24">
                        <c:v>75.130905507657005</c:v>
                      </c:pt>
                      <c:pt idx="25">
                        <c:v>49.343190932731005</c:v>
                      </c:pt>
                      <c:pt idx="26">
                        <c:v>30.408526827081999</c:v>
                      </c:pt>
                      <c:pt idx="27">
                        <c:v>19.798794351895999</c:v>
                      </c:pt>
                      <c:pt idx="28">
                        <c:v>14.873363706058001</c:v>
                      </c:pt>
                      <c:pt idx="29">
                        <c:v>18.349596686678996</c:v>
                      </c:pt>
                      <c:pt idx="30">
                        <c:v>33.651518381770003</c:v>
                      </c:pt>
                      <c:pt idx="31">
                        <c:v>47.734064494006006</c:v>
                      </c:pt>
                      <c:pt idx="32">
                        <c:v>60.900309172280004</c:v>
                      </c:pt>
                      <c:pt idx="33">
                        <c:v>68.974094707902992</c:v>
                      </c:pt>
                      <c:pt idx="34">
                        <c:v>75.591774048807991</c:v>
                      </c:pt>
                      <c:pt idx="35">
                        <c:v>84.235573252074005</c:v>
                      </c:pt>
                      <c:pt idx="36">
                        <c:v>86.903752755629</c:v>
                      </c:pt>
                      <c:pt idx="37">
                        <c:v>91.254679747278999</c:v>
                      </c:pt>
                      <c:pt idx="38">
                        <c:v>104.211912021247</c:v>
                      </c:pt>
                      <c:pt idx="39">
                        <c:v>97.976805148316998</c:v>
                      </c:pt>
                      <c:pt idx="40">
                        <c:v>84.780271690931997</c:v>
                      </c:pt>
                      <c:pt idx="41">
                        <c:v>82.212629010727994</c:v>
                      </c:pt>
                      <c:pt idx="42">
                        <c:v>81.04028892370502</c:v>
                      </c:pt>
                      <c:pt idx="43">
                        <c:v>92.769330623282002</c:v>
                      </c:pt>
                      <c:pt idx="44">
                        <c:v>101.939213372257</c:v>
                      </c:pt>
                      <c:pt idx="45">
                        <c:v>115.53498123921702</c:v>
                      </c:pt>
                      <c:pt idx="46">
                        <c:v>116.41645265328998</c:v>
                      </c:pt>
                      <c:pt idx="47">
                        <c:v>102.71666342927101</c:v>
                      </c:pt>
                      <c:pt idx="48">
                        <c:v>77.344702768242001</c:v>
                      </c:pt>
                      <c:pt idx="49">
                        <c:v>50.863216387607011</c:v>
                      </c:pt>
                      <c:pt idx="50">
                        <c:v>30.760085859301</c:v>
                      </c:pt>
                      <c:pt idx="51">
                        <c:v>19.616081568765001</c:v>
                      </c:pt>
                      <c:pt idx="52">
                        <c:v>15.062632487491001</c:v>
                      </c:pt>
                      <c:pt idx="53">
                        <c:v>18.969393536645001</c:v>
                      </c:pt>
                      <c:pt idx="54">
                        <c:v>35.182632502269996</c:v>
                      </c:pt>
                      <c:pt idx="55">
                        <c:v>49.802089109166999</c:v>
                      </c:pt>
                      <c:pt idx="56">
                        <c:v>61.374284438325006</c:v>
                      </c:pt>
                      <c:pt idx="57">
                        <c:v>66.699520312830998</c:v>
                      </c:pt>
                      <c:pt idx="58">
                        <c:v>71.148207960861001</c:v>
                      </c:pt>
                      <c:pt idx="59">
                        <c:v>77.536639330179995</c:v>
                      </c:pt>
                      <c:pt idx="60">
                        <c:v>83.157159817463992</c:v>
                      </c:pt>
                      <c:pt idx="61">
                        <c:v>93.52210618720099</c:v>
                      </c:pt>
                      <c:pt idx="62">
                        <c:v>97.715689889872024</c:v>
                      </c:pt>
                      <c:pt idx="63">
                        <c:v>92.940043535796008</c:v>
                      </c:pt>
                      <c:pt idx="64">
                        <c:v>81.91038603792299</c:v>
                      </c:pt>
                      <c:pt idx="65">
                        <c:v>80.003034145800015</c:v>
                      </c:pt>
                      <c:pt idx="66">
                        <c:v>78.521420401179995</c:v>
                      </c:pt>
                      <c:pt idx="67">
                        <c:v>89.422907995732032</c:v>
                      </c:pt>
                      <c:pt idx="68">
                        <c:v>98.737313207210988</c:v>
                      </c:pt>
                      <c:pt idx="69">
                        <c:v>111.76848363076799</c:v>
                      </c:pt>
                      <c:pt idx="70">
                        <c:v>111.95868897273499</c:v>
                      </c:pt>
                      <c:pt idx="71">
                        <c:v>95.259409594476011</c:v>
                      </c:pt>
                      <c:pt idx="72">
                        <c:v>67.642643010147992</c:v>
                      </c:pt>
                      <c:pt idx="73">
                        <c:v>41.750547486362002</c:v>
                      </c:pt>
                      <c:pt idx="74">
                        <c:v>25.033300665903003</c:v>
                      </c:pt>
                      <c:pt idx="75">
                        <c:v>16.451572204702</c:v>
                      </c:pt>
                      <c:pt idx="76">
                        <c:v>13.640338657381001</c:v>
                      </c:pt>
                      <c:pt idx="77">
                        <c:v>18.407910641413999</c:v>
                      </c:pt>
                      <c:pt idx="78">
                        <c:v>36.518755773254</c:v>
                      </c:pt>
                      <c:pt idx="79">
                        <c:v>50.254193258478999</c:v>
                      </c:pt>
                      <c:pt idx="80">
                        <c:v>58.018388568950989</c:v>
                      </c:pt>
                      <c:pt idx="81">
                        <c:v>60.477521752135004</c:v>
                      </c:pt>
                      <c:pt idx="82">
                        <c:v>64.381806570018995</c:v>
                      </c:pt>
                      <c:pt idx="83">
                        <c:v>71.372801469203011</c:v>
                      </c:pt>
                      <c:pt idx="84">
                        <c:v>78.292091377852984</c:v>
                      </c:pt>
                      <c:pt idx="85">
                        <c:v>86.569626059021004</c:v>
                      </c:pt>
                      <c:pt idx="86">
                        <c:v>88.445338977526006</c:v>
                      </c:pt>
                      <c:pt idx="87">
                        <c:v>84.668689121168015</c:v>
                      </c:pt>
                      <c:pt idx="88">
                        <c:v>78.051006695083004</c:v>
                      </c:pt>
                      <c:pt idx="89">
                        <c:v>77.801673740086002</c:v>
                      </c:pt>
                      <c:pt idx="90">
                        <c:v>76.942976100680994</c:v>
                      </c:pt>
                      <c:pt idx="91">
                        <c:v>88.44489261254499</c:v>
                      </c:pt>
                      <c:pt idx="92">
                        <c:v>98.157873911007002</c:v>
                      </c:pt>
                      <c:pt idx="93">
                        <c:v>111.25005365241999</c:v>
                      </c:pt>
                      <c:pt idx="94">
                        <c:v>110.34832703478999</c:v>
                      </c:pt>
                      <c:pt idx="95">
                        <c:v>91.80153456590601</c:v>
                      </c:pt>
                      <c:pt idx="96">
                        <c:v>63.593116167523995</c:v>
                      </c:pt>
                      <c:pt idx="97">
                        <c:v>39.079484484955998</c:v>
                      </c:pt>
                      <c:pt idx="98">
                        <c:v>23.473989653459999</c:v>
                      </c:pt>
                      <c:pt idx="99">
                        <c:v>15.669510633388001</c:v>
                      </c:pt>
                      <c:pt idx="100">
                        <c:v>13.21846180639</c:v>
                      </c:pt>
                      <c:pt idx="101">
                        <c:v>18.093224174265998</c:v>
                      </c:pt>
                      <c:pt idx="102">
                        <c:v>36.799084436695999</c:v>
                      </c:pt>
                      <c:pt idx="103">
                        <c:v>51.103515976329</c:v>
                      </c:pt>
                      <c:pt idx="104">
                        <c:v>58.577677627857</c:v>
                      </c:pt>
                      <c:pt idx="105">
                        <c:v>60.843673951279001</c:v>
                      </c:pt>
                      <c:pt idx="106">
                        <c:v>64.598542893108998</c:v>
                      </c:pt>
                      <c:pt idx="107">
                        <c:v>72.141696180323009</c:v>
                      </c:pt>
                      <c:pt idx="108">
                        <c:v>78.893079657955013</c:v>
                      </c:pt>
                      <c:pt idx="109">
                        <c:v>87.439971101712985</c:v>
                      </c:pt>
                      <c:pt idx="110">
                        <c:v>88.583161075332001</c:v>
                      </c:pt>
                      <c:pt idx="111">
                        <c:v>84.625855975525994</c:v>
                      </c:pt>
                      <c:pt idx="112">
                        <c:v>77.930225612865001</c:v>
                      </c:pt>
                      <c:pt idx="113">
                        <c:v>77.664469393061012</c:v>
                      </c:pt>
                      <c:pt idx="114">
                        <c:v>77.200299613224999</c:v>
                      </c:pt>
                      <c:pt idx="115">
                        <c:v>88.824093711214985</c:v>
                      </c:pt>
                      <c:pt idx="116">
                        <c:v>98.599985313434004</c:v>
                      </c:pt>
                      <c:pt idx="117">
                        <c:v>112.48895837846199</c:v>
                      </c:pt>
                      <c:pt idx="118">
                        <c:v>111.109764201875</c:v>
                      </c:pt>
                      <c:pt idx="119">
                        <c:v>92.902541861725012</c:v>
                      </c:pt>
                      <c:pt idx="120">
                        <c:v>64.395602559960011</c:v>
                      </c:pt>
                      <c:pt idx="121">
                        <c:v>39.363438603791998</c:v>
                      </c:pt>
                      <c:pt idx="122">
                        <c:v>23.565292181819</c:v>
                      </c:pt>
                      <c:pt idx="123">
                        <c:v>15.649831167187001</c:v>
                      </c:pt>
                      <c:pt idx="124">
                        <c:v>13.130307076053004</c:v>
                      </c:pt>
                      <c:pt idx="125">
                        <c:v>17.997129152451997</c:v>
                      </c:pt>
                      <c:pt idx="126">
                        <c:v>37.135366670387</c:v>
                      </c:pt>
                      <c:pt idx="127">
                        <c:v>51.686797072368996</c:v>
                      </c:pt>
                      <c:pt idx="128">
                        <c:v>59.142383792752007</c:v>
                      </c:pt>
                      <c:pt idx="129">
                        <c:v>61.466599578586994</c:v>
                      </c:pt>
                      <c:pt idx="130">
                        <c:v>65.780089152190996</c:v>
                      </c:pt>
                      <c:pt idx="131">
                        <c:v>72.227260925812999</c:v>
                      </c:pt>
                      <c:pt idx="132">
                        <c:v>80.745788145755</c:v>
                      </c:pt>
                      <c:pt idx="133">
                        <c:v>92.612404701152002</c:v>
                      </c:pt>
                      <c:pt idx="134">
                        <c:v>94.445857066200006</c:v>
                      </c:pt>
                      <c:pt idx="135">
                        <c:v>89.448017461891993</c:v>
                      </c:pt>
                      <c:pt idx="136">
                        <c:v>78.981217779164012</c:v>
                      </c:pt>
                      <c:pt idx="137">
                        <c:v>78.183472245285998</c:v>
                      </c:pt>
                      <c:pt idx="138">
                        <c:v>82.363082295121998</c:v>
                      </c:pt>
                      <c:pt idx="139">
                        <c:v>94.042167622655995</c:v>
                      </c:pt>
                      <c:pt idx="140">
                        <c:v>100.12275067993801</c:v>
                      </c:pt>
                      <c:pt idx="141">
                        <c:v>113.00562584355399</c:v>
                      </c:pt>
                      <c:pt idx="142">
                        <c:v>111.77724346404599</c:v>
                      </c:pt>
                      <c:pt idx="143">
                        <c:v>93.087441665569017</c:v>
                      </c:pt>
                      <c:pt idx="144">
                        <c:v>66.085861387839998</c:v>
                      </c:pt>
                      <c:pt idx="145">
                        <c:v>41.148270825177995</c:v>
                      </c:pt>
                      <c:pt idx="146">
                        <c:v>25.189497496399998</c:v>
                      </c:pt>
                      <c:pt idx="147">
                        <c:v>16.354560377494</c:v>
                      </c:pt>
                      <c:pt idx="148">
                        <c:v>13.527100305204002</c:v>
                      </c:pt>
                      <c:pt idx="149">
                        <c:v>18.401545832051998</c:v>
                      </c:pt>
                      <c:pt idx="150">
                        <c:v>38.196266658208998</c:v>
                      </c:pt>
                      <c:pt idx="151">
                        <c:v>52.575503763623004</c:v>
                      </c:pt>
                      <c:pt idx="152">
                        <c:v>60.017222338571997</c:v>
                      </c:pt>
                      <c:pt idx="153">
                        <c:v>61.942949724415001</c:v>
                      </c:pt>
                      <c:pt idx="154">
                        <c:v>65.561593162527998</c:v>
                      </c:pt>
                      <c:pt idx="155">
                        <c:v>72.561742317992994</c:v>
                      </c:pt>
                      <c:pt idx="156">
                        <c:v>79.149761478507003</c:v>
                      </c:pt>
                      <c:pt idx="157">
                        <c:v>87.548733514812</c:v>
                      </c:pt>
                      <c:pt idx="158">
                        <c:v>89.125346127665992</c:v>
                      </c:pt>
                      <c:pt idx="159">
                        <c:v>85.785282293083995</c:v>
                      </c:pt>
                      <c:pt idx="160">
                        <c:v>79.818119893336984</c:v>
                      </c:pt>
                      <c:pt idx="161">
                        <c:v>79.566526707386998</c:v>
                      </c:pt>
                      <c:pt idx="162">
                        <c:v>78.95351821152299</c:v>
                      </c:pt>
                      <c:pt idx="163">
                        <c:v>90.159401889934998</c:v>
                      </c:pt>
                      <c:pt idx="164">
                        <c:v>99.348893021841008</c:v>
                      </c:pt>
                      <c:pt idx="165">
                        <c:v>111.969252712787</c:v>
                      </c:pt>
                      <c:pt idx="166">
                        <c:v>111.153608983217</c:v>
                      </c:pt>
                      <c:pt idx="167">
                        <c:v>92.403899150886005</c:v>
                      </c:pt>
                      <c:pt idx="168">
                        <c:v>64.293945257720992</c:v>
                      </c:pt>
                      <c:pt idx="169">
                        <c:v>39.604083511083999</c:v>
                      </c:pt>
                      <c:pt idx="170">
                        <c:v>24.254164012999002</c:v>
                      </c:pt>
                      <c:pt idx="171">
                        <c:v>16.253636058843</c:v>
                      </c:pt>
                      <c:pt idx="172">
                        <c:v>13.752242081677</c:v>
                      </c:pt>
                      <c:pt idx="173">
                        <c:v>18.713951747351</c:v>
                      </c:pt>
                      <c:pt idx="174">
                        <c:v>38.928950347428994</c:v>
                      </c:pt>
                      <c:pt idx="175">
                        <c:v>55.225982257278005</c:v>
                      </c:pt>
                      <c:pt idx="176">
                        <c:v>64.550434953275015</c:v>
                      </c:pt>
                      <c:pt idx="177">
                        <c:v>67.531825809346998</c:v>
                      </c:pt>
                      <c:pt idx="178">
                        <c:v>68.938662812629005</c:v>
                      </c:pt>
                      <c:pt idx="179">
                        <c:v>74.410571689372986</c:v>
                      </c:pt>
                      <c:pt idx="180">
                        <c:v>81.861927726656006</c:v>
                      </c:pt>
                      <c:pt idx="181">
                        <c:v>90.950795934149994</c:v>
                      </c:pt>
                      <c:pt idx="182">
                        <c:v>92.225682072463997</c:v>
                      </c:pt>
                      <c:pt idx="183">
                        <c:v>88.118474380466992</c:v>
                      </c:pt>
                      <c:pt idx="184">
                        <c:v>80.804789826125997</c:v>
                      </c:pt>
                      <c:pt idx="185">
                        <c:v>79.919664324069998</c:v>
                      </c:pt>
                      <c:pt idx="186">
                        <c:v>80.68584615908</c:v>
                      </c:pt>
                      <c:pt idx="187">
                        <c:v>92.967492058622014</c:v>
                      </c:pt>
                      <c:pt idx="188">
                        <c:v>101.23083331145202</c:v>
                      </c:pt>
                      <c:pt idx="189">
                        <c:v>113.18167783274001</c:v>
                      </c:pt>
                      <c:pt idx="190">
                        <c:v>113.746719717578</c:v>
                      </c:pt>
                      <c:pt idx="191">
                        <c:v>98.767772027517026</c:v>
                      </c:pt>
                      <c:pt idx="192">
                        <c:v>73.337765024340001</c:v>
                      </c:pt>
                      <c:pt idx="193">
                        <c:v>47.805090909252002</c:v>
                      </c:pt>
                      <c:pt idx="194">
                        <c:v>29.402721132163002</c:v>
                      </c:pt>
                      <c:pt idx="195">
                        <c:v>19.746355177159</c:v>
                      </c:pt>
                      <c:pt idx="196">
                        <c:v>15.386919156654001</c:v>
                      </c:pt>
                      <c:pt idx="197">
                        <c:v>18.261018619363</c:v>
                      </c:pt>
                      <c:pt idx="198">
                        <c:v>34.481638735388998</c:v>
                      </c:pt>
                      <c:pt idx="199">
                        <c:v>49.192058637825994</c:v>
                      </c:pt>
                      <c:pt idx="200">
                        <c:v>62.467046577570002</c:v>
                      </c:pt>
                      <c:pt idx="201">
                        <c:v>69.75466161620102</c:v>
                      </c:pt>
                      <c:pt idx="202">
                        <c:v>75.766572872299008</c:v>
                      </c:pt>
                      <c:pt idx="203">
                        <c:v>83.472273740714002</c:v>
                      </c:pt>
                      <c:pt idx="204">
                        <c:v>86.135212837036008</c:v>
                      </c:pt>
                      <c:pt idx="205">
                        <c:v>90.777945775483985</c:v>
                      </c:pt>
                      <c:pt idx="206">
                        <c:v>103.505385540285</c:v>
                      </c:pt>
                      <c:pt idx="207">
                        <c:v>96.778847755552988</c:v>
                      </c:pt>
                      <c:pt idx="208">
                        <c:v>85.303103659321991</c:v>
                      </c:pt>
                      <c:pt idx="209">
                        <c:v>83.522148612696014</c:v>
                      </c:pt>
                      <c:pt idx="210">
                        <c:v>82.749939448454001</c:v>
                      </c:pt>
                      <c:pt idx="211">
                        <c:v>94.810956074032021</c:v>
                      </c:pt>
                      <c:pt idx="212">
                        <c:v>104.247058913419</c:v>
                      </c:pt>
                      <c:pt idx="213">
                        <c:v>116.17322758114901</c:v>
                      </c:pt>
                      <c:pt idx="214">
                        <c:v>116.767113032239</c:v>
                      </c:pt>
                      <c:pt idx="215">
                        <c:v>100.83264969870902</c:v>
                      </c:pt>
                      <c:pt idx="216">
                        <c:v>74.262543171554</c:v>
                      </c:pt>
                      <c:pt idx="217">
                        <c:v>47.619447799641009</c:v>
                      </c:pt>
                      <c:pt idx="218">
                        <c:v>29.469026882352999</c:v>
                      </c:pt>
                      <c:pt idx="219">
                        <c:v>19.005642928513002</c:v>
                      </c:pt>
                      <c:pt idx="220">
                        <c:v>14.891883944989999</c:v>
                      </c:pt>
                      <c:pt idx="221">
                        <c:v>18.221603121072999</c:v>
                      </c:pt>
                      <c:pt idx="222">
                        <c:v>35.753476879007998</c:v>
                      </c:pt>
                      <c:pt idx="223">
                        <c:v>50.883364228428995</c:v>
                      </c:pt>
                      <c:pt idx="224">
                        <c:v>62.205465472245002</c:v>
                      </c:pt>
                      <c:pt idx="225">
                        <c:v>67.141581041955007</c:v>
                      </c:pt>
                      <c:pt idx="226">
                        <c:v>70.803040801575008</c:v>
                      </c:pt>
                      <c:pt idx="227">
                        <c:v>76.884551008119004</c:v>
                      </c:pt>
                      <c:pt idx="228">
                        <c:v>82.144796540002005</c:v>
                      </c:pt>
                      <c:pt idx="229">
                        <c:v>92.620286714900004</c:v>
                      </c:pt>
                      <c:pt idx="230">
                        <c:v>96.523188240190009</c:v>
                      </c:pt>
                      <c:pt idx="231">
                        <c:v>91.278702817842003</c:v>
                      </c:pt>
                      <c:pt idx="232">
                        <c:v>81.399767012493001</c:v>
                      </c:pt>
                      <c:pt idx="233">
                        <c:v>80.378129692294976</c:v>
                      </c:pt>
                      <c:pt idx="234">
                        <c:v>80.879450154304976</c:v>
                      </c:pt>
                      <c:pt idx="235">
                        <c:v>92.084599442628985</c:v>
                      </c:pt>
                      <c:pt idx="236">
                        <c:v>102.68697663538299</c:v>
                      </c:pt>
                      <c:pt idx="237">
                        <c:v>115.06803492784798</c:v>
                      </c:pt>
                      <c:pt idx="238">
                        <c:v>112.289575838668</c:v>
                      </c:pt>
                      <c:pt idx="239">
                        <c:v>92.765721941210984</c:v>
                      </c:pt>
                      <c:pt idx="240">
                        <c:v>64.171537617386008</c:v>
                      </c:pt>
                      <c:pt idx="241">
                        <c:v>39.419328135061001</c:v>
                      </c:pt>
                      <c:pt idx="242">
                        <c:v>24.092460498611999</c:v>
                      </c:pt>
                      <c:pt idx="243">
                        <c:v>16.325769892251</c:v>
                      </c:pt>
                      <c:pt idx="244">
                        <c:v>13.721841680524999</c:v>
                      </c:pt>
                      <c:pt idx="245">
                        <c:v>17.829495858929</c:v>
                      </c:pt>
                      <c:pt idx="246">
                        <c:v>36.671050213146998</c:v>
                      </c:pt>
                      <c:pt idx="247">
                        <c:v>51.040064095971005</c:v>
                      </c:pt>
                      <c:pt idx="248">
                        <c:v>59.511835544028997</c:v>
                      </c:pt>
                      <c:pt idx="249">
                        <c:v>60.808305177136006</c:v>
                      </c:pt>
                      <c:pt idx="250">
                        <c:v>63.819579315012</c:v>
                      </c:pt>
                      <c:pt idx="251">
                        <c:v>70.524696332632004</c:v>
                      </c:pt>
                      <c:pt idx="252">
                        <c:v>77.418374635280998</c:v>
                      </c:pt>
                      <c:pt idx="253">
                        <c:v>86.062059221089001</c:v>
                      </c:pt>
                      <c:pt idx="254">
                        <c:v>87.773685256656989</c:v>
                      </c:pt>
                      <c:pt idx="255">
                        <c:v>84.355011570962006</c:v>
                      </c:pt>
                      <c:pt idx="256">
                        <c:v>79.256156348741001</c:v>
                      </c:pt>
                      <c:pt idx="257">
                        <c:v>80.802987728283995</c:v>
                      </c:pt>
                      <c:pt idx="258">
                        <c:v>81.440218241838991</c:v>
                      </c:pt>
                      <c:pt idx="259">
                        <c:v>92.126581852351009</c:v>
                      </c:pt>
                      <c:pt idx="260">
                        <c:v>101.77535740947496</c:v>
                      </c:pt>
                      <c:pt idx="261">
                        <c:v>113.285221505404</c:v>
                      </c:pt>
                      <c:pt idx="262">
                        <c:v>110.54962427992001</c:v>
                      </c:pt>
                      <c:pt idx="263">
                        <c:v>89.569895853671994</c:v>
                      </c:pt>
                      <c:pt idx="264">
                        <c:v>62.486627899070996</c:v>
                      </c:pt>
                      <c:pt idx="265">
                        <c:v>38.191911951781002</c:v>
                      </c:pt>
                      <c:pt idx="266">
                        <c:v>23.213980907869001</c:v>
                      </c:pt>
                      <c:pt idx="267">
                        <c:v>15.880051314262998</c:v>
                      </c:pt>
                      <c:pt idx="268">
                        <c:v>13.360862418238</c:v>
                      </c:pt>
                      <c:pt idx="269">
                        <c:v>17.986979245385999</c:v>
                      </c:pt>
                      <c:pt idx="270">
                        <c:v>37.931925892396002</c:v>
                      </c:pt>
                      <c:pt idx="271">
                        <c:v>52.927890808684005</c:v>
                      </c:pt>
                      <c:pt idx="272">
                        <c:v>60.160053515086005</c:v>
                      </c:pt>
                      <c:pt idx="273">
                        <c:v>61.580772382072013</c:v>
                      </c:pt>
                      <c:pt idx="274">
                        <c:v>65.039339137114013</c:v>
                      </c:pt>
                      <c:pt idx="275">
                        <c:v>72.13750024053499</c:v>
                      </c:pt>
                      <c:pt idx="276">
                        <c:v>78.849294232898998</c:v>
                      </c:pt>
                      <c:pt idx="277">
                        <c:v>87.417247513658012</c:v>
                      </c:pt>
                      <c:pt idx="278">
                        <c:v>88.181162923518997</c:v>
                      </c:pt>
                      <c:pt idx="279">
                        <c:v>84.634280507533006</c:v>
                      </c:pt>
                      <c:pt idx="280">
                        <c:v>79.692488580132007</c:v>
                      </c:pt>
                      <c:pt idx="281">
                        <c:v>80.265269229751993</c:v>
                      </c:pt>
                      <c:pt idx="282">
                        <c:v>80.780567791167996</c:v>
                      </c:pt>
                      <c:pt idx="283">
                        <c:v>92.89068336149802</c:v>
                      </c:pt>
                      <c:pt idx="284">
                        <c:v>103.138773474128</c:v>
                      </c:pt>
                      <c:pt idx="285">
                        <c:v>114.791065083414</c:v>
                      </c:pt>
                      <c:pt idx="286">
                        <c:v>110.72440297619301</c:v>
                      </c:pt>
                      <c:pt idx="287">
                        <c:v>89.778663658045005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9-B4D5-4FAE-AE9D-D02EB97D558B}"/>
                  </c:ext>
                </c:extLst>
              </c15:ser>
            </c15:filteredLineSeries>
            <c15:filteredLineSeries>
              <c15:ser>
                <c:idx val="39"/>
                <c:order val="3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12-10-2026'!$AO$1</c15:sqref>
                        </c15:formulaRef>
                      </c:ext>
                    </c:extLst>
                    <c:strCache>
                      <c:ptCount val="1"/>
                      <c:pt idx="0">
                        <c:v>Huawei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4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12-10-2026'!$AO$2:$AO$289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241.42800940799998</c:v>
                      </c:pt>
                      <c:pt idx="1">
                        <c:v>151.824097615</c:v>
                      </c:pt>
                      <c:pt idx="2">
                        <c:v>90.527738077999999</c:v>
                      </c:pt>
                      <c:pt idx="3">
                        <c:v>58.638231547000004</c:v>
                      </c:pt>
                      <c:pt idx="4">
                        <c:v>46.736178624000004</c:v>
                      </c:pt>
                      <c:pt idx="5">
                        <c:v>61.624123298000001</c:v>
                      </c:pt>
                      <c:pt idx="6">
                        <c:v>117.99818010799999</c:v>
                      </c:pt>
                      <c:pt idx="7">
                        <c:v>168.746320013</c:v>
                      </c:pt>
                      <c:pt idx="8">
                        <c:v>201.56647390699999</c:v>
                      </c:pt>
                      <c:pt idx="9">
                        <c:v>217.27973900000001</c:v>
                      </c:pt>
                      <c:pt idx="10">
                        <c:v>238.09682408600003</c:v>
                      </c:pt>
                      <c:pt idx="11">
                        <c:v>265.11026016400001</c:v>
                      </c:pt>
                      <c:pt idx="12">
                        <c:v>286.14942565799998</c:v>
                      </c:pt>
                      <c:pt idx="13">
                        <c:v>321.60783359200002</c:v>
                      </c:pt>
                      <c:pt idx="14">
                        <c:v>327.16787034200001</c:v>
                      </c:pt>
                      <c:pt idx="15">
                        <c:v>312.86570674099994</c:v>
                      </c:pt>
                      <c:pt idx="16">
                        <c:v>284.63489516100003</c:v>
                      </c:pt>
                      <c:pt idx="17">
                        <c:v>290.52164266899996</c:v>
                      </c:pt>
                      <c:pt idx="18">
                        <c:v>288.45850344199999</c:v>
                      </c:pt>
                      <c:pt idx="19">
                        <c:v>335.23854901700003</c:v>
                      </c:pt>
                      <c:pt idx="20">
                        <c:v>372.04250058100001</c:v>
                      </c:pt>
                      <c:pt idx="21">
                        <c:v>415.88428031699999</c:v>
                      </c:pt>
                      <c:pt idx="22">
                        <c:v>412.15451542500006</c:v>
                      </c:pt>
                      <c:pt idx="23">
                        <c:v>356.57178703700004</c:v>
                      </c:pt>
                      <c:pt idx="24">
                        <c:v>266.242949974</c:v>
                      </c:pt>
                      <c:pt idx="25">
                        <c:v>175.52933422300001</c:v>
                      </c:pt>
                      <c:pt idx="26">
                        <c:v>107.850586951</c:v>
                      </c:pt>
                      <c:pt idx="27">
                        <c:v>68.492667053000005</c:v>
                      </c:pt>
                      <c:pt idx="28">
                        <c:v>50.414189131999997</c:v>
                      </c:pt>
                      <c:pt idx="29">
                        <c:v>59.952102719999999</c:v>
                      </c:pt>
                      <c:pt idx="30">
                        <c:v>105.162855142</c:v>
                      </c:pt>
                      <c:pt idx="31">
                        <c:v>151.777116525</c:v>
                      </c:pt>
                      <c:pt idx="32">
                        <c:v>200.347145235</c:v>
                      </c:pt>
                      <c:pt idx="33">
                        <c:v>235.71734978800004</c:v>
                      </c:pt>
                      <c:pt idx="34">
                        <c:v>265.69170616400004</c:v>
                      </c:pt>
                      <c:pt idx="35">
                        <c:v>297.34331918199996</c:v>
                      </c:pt>
                      <c:pt idx="36">
                        <c:v>301.88212932299996</c:v>
                      </c:pt>
                      <c:pt idx="37">
                        <c:v>321.67267662099999</c:v>
                      </c:pt>
                      <c:pt idx="38">
                        <c:v>371.144687401</c:v>
                      </c:pt>
                      <c:pt idx="39">
                        <c:v>344.703871811</c:v>
                      </c:pt>
                      <c:pt idx="40">
                        <c:v>301.18125102299996</c:v>
                      </c:pt>
                      <c:pt idx="41">
                        <c:v>300.78947576099995</c:v>
                      </c:pt>
                      <c:pt idx="42">
                        <c:v>295.914400043</c:v>
                      </c:pt>
                      <c:pt idx="43">
                        <c:v>343.897858805</c:v>
                      </c:pt>
                      <c:pt idx="44">
                        <c:v>384.32090947</c:v>
                      </c:pt>
                      <c:pt idx="45">
                        <c:v>431.98260468899997</c:v>
                      </c:pt>
                      <c:pt idx="46">
                        <c:v>424.46058856100001</c:v>
                      </c:pt>
                      <c:pt idx="47">
                        <c:v>367.16512715699997</c:v>
                      </c:pt>
                      <c:pt idx="48">
                        <c:v>274.23162584099998</c:v>
                      </c:pt>
                      <c:pt idx="49">
                        <c:v>179.72764124199998</c:v>
                      </c:pt>
                      <c:pt idx="50">
                        <c:v>107.91561355300001</c:v>
                      </c:pt>
                      <c:pt idx="51">
                        <c:v>67.79500769500001</c:v>
                      </c:pt>
                      <c:pt idx="52">
                        <c:v>50.470905664</c:v>
                      </c:pt>
                      <c:pt idx="53">
                        <c:v>61.417653049999998</c:v>
                      </c:pt>
                      <c:pt idx="54">
                        <c:v>110.195501052</c:v>
                      </c:pt>
                      <c:pt idx="55">
                        <c:v>158.87150368599998</c:v>
                      </c:pt>
                      <c:pt idx="56">
                        <c:v>202.878809077</c:v>
                      </c:pt>
                      <c:pt idx="57">
                        <c:v>229.269349887</c:v>
                      </c:pt>
                      <c:pt idx="58">
                        <c:v>250.144011054</c:v>
                      </c:pt>
                      <c:pt idx="59">
                        <c:v>275.65478169200003</c:v>
                      </c:pt>
                      <c:pt idx="60">
                        <c:v>290.56360436900002</c:v>
                      </c:pt>
                      <c:pt idx="61">
                        <c:v>331.71897987900002</c:v>
                      </c:pt>
                      <c:pt idx="62">
                        <c:v>343.44679328900003</c:v>
                      </c:pt>
                      <c:pt idx="63">
                        <c:v>324.54903479800004</c:v>
                      </c:pt>
                      <c:pt idx="64">
                        <c:v>290.53279242300005</c:v>
                      </c:pt>
                      <c:pt idx="65">
                        <c:v>293.678130291</c:v>
                      </c:pt>
                      <c:pt idx="66">
                        <c:v>287.92233651899994</c:v>
                      </c:pt>
                      <c:pt idx="67">
                        <c:v>333.04336767900003</c:v>
                      </c:pt>
                      <c:pt idx="68">
                        <c:v>373.51835284200001</c:v>
                      </c:pt>
                      <c:pt idx="69">
                        <c:v>417.16883946899998</c:v>
                      </c:pt>
                      <c:pt idx="70">
                        <c:v>405.64620357299998</c:v>
                      </c:pt>
                      <c:pt idx="71">
                        <c:v>338.57849607599996</c:v>
                      </c:pt>
                      <c:pt idx="72">
                        <c:v>238.79076167699998</c:v>
                      </c:pt>
                      <c:pt idx="73">
                        <c:v>147.19766789100001</c:v>
                      </c:pt>
                      <c:pt idx="74">
                        <c:v>87.811126082000001</c:v>
                      </c:pt>
                      <c:pt idx="75">
                        <c:v>56.843521667000005</c:v>
                      </c:pt>
                      <c:pt idx="76">
                        <c:v>45.654767944</c:v>
                      </c:pt>
                      <c:pt idx="77">
                        <c:v>59.404175900000006</c:v>
                      </c:pt>
                      <c:pt idx="78">
                        <c:v>113.83622340400001</c:v>
                      </c:pt>
                      <c:pt idx="79">
                        <c:v>160.44792221</c:v>
                      </c:pt>
                      <c:pt idx="80">
                        <c:v>193.82430283500003</c:v>
                      </c:pt>
                      <c:pt idx="81">
                        <c:v>210.25257543800001</c:v>
                      </c:pt>
                      <c:pt idx="82">
                        <c:v>229.191132052</c:v>
                      </c:pt>
                      <c:pt idx="83">
                        <c:v>256.123845276</c:v>
                      </c:pt>
                      <c:pt idx="84">
                        <c:v>273.93739884500002</c:v>
                      </c:pt>
                      <c:pt idx="85">
                        <c:v>306.56921839799998</c:v>
                      </c:pt>
                      <c:pt idx="86">
                        <c:v>311.05678310900004</c:v>
                      </c:pt>
                      <c:pt idx="87">
                        <c:v>295.26658673600002</c:v>
                      </c:pt>
                      <c:pt idx="88">
                        <c:v>278.58063851299994</c:v>
                      </c:pt>
                      <c:pt idx="89">
                        <c:v>287.36197827500001</c:v>
                      </c:pt>
                      <c:pt idx="90">
                        <c:v>284.43757870399998</c:v>
                      </c:pt>
                      <c:pt idx="91">
                        <c:v>330.703739832</c:v>
                      </c:pt>
                      <c:pt idx="92">
                        <c:v>373.40071337300003</c:v>
                      </c:pt>
                      <c:pt idx="93">
                        <c:v>415.88768955000006</c:v>
                      </c:pt>
                      <c:pt idx="94">
                        <c:v>399.89368914400006</c:v>
                      </c:pt>
                      <c:pt idx="95">
                        <c:v>326.27528287300004</c:v>
                      </c:pt>
                      <c:pt idx="96">
                        <c:v>224.75791627000001</c:v>
                      </c:pt>
                      <c:pt idx="97">
                        <c:v>137.52614535000001</c:v>
                      </c:pt>
                      <c:pt idx="98">
                        <c:v>82.316659916999996</c:v>
                      </c:pt>
                      <c:pt idx="99">
                        <c:v>54.527114170999994</c:v>
                      </c:pt>
                      <c:pt idx="100">
                        <c:v>44.625529512</c:v>
                      </c:pt>
                      <c:pt idx="101">
                        <c:v>58.868733415999998</c:v>
                      </c:pt>
                      <c:pt idx="102">
                        <c:v>115.86488548199999</c:v>
                      </c:pt>
                      <c:pt idx="103">
                        <c:v>164.46153222700002</c:v>
                      </c:pt>
                      <c:pt idx="104">
                        <c:v>195.547701526</c:v>
                      </c:pt>
                      <c:pt idx="105">
                        <c:v>211.201587577</c:v>
                      </c:pt>
                      <c:pt idx="106">
                        <c:v>229.65996017200001</c:v>
                      </c:pt>
                      <c:pt idx="107">
                        <c:v>258.433385332</c:v>
                      </c:pt>
                      <c:pt idx="108">
                        <c:v>276.024222802</c:v>
                      </c:pt>
                      <c:pt idx="109">
                        <c:v>308.923236417</c:v>
                      </c:pt>
                      <c:pt idx="110">
                        <c:v>310.55896809299998</c:v>
                      </c:pt>
                      <c:pt idx="111">
                        <c:v>295.15607964899999</c:v>
                      </c:pt>
                      <c:pt idx="112">
                        <c:v>277.83653139699999</c:v>
                      </c:pt>
                      <c:pt idx="113">
                        <c:v>284.83902971600003</c:v>
                      </c:pt>
                      <c:pt idx="114">
                        <c:v>283.07407526700001</c:v>
                      </c:pt>
                      <c:pt idx="115">
                        <c:v>330.54008248999997</c:v>
                      </c:pt>
                      <c:pt idx="116">
                        <c:v>374.326831728</c:v>
                      </c:pt>
                      <c:pt idx="117">
                        <c:v>420.13440903700001</c:v>
                      </c:pt>
                      <c:pt idx="118">
                        <c:v>403.01456198900007</c:v>
                      </c:pt>
                      <c:pt idx="119">
                        <c:v>330.48644619499998</c:v>
                      </c:pt>
                      <c:pt idx="120">
                        <c:v>228.26448560700004</c:v>
                      </c:pt>
                      <c:pt idx="121">
                        <c:v>139.33671445099998</c:v>
                      </c:pt>
                      <c:pt idx="122">
                        <c:v>82.632406678000009</c:v>
                      </c:pt>
                      <c:pt idx="123">
                        <c:v>54.253934857999994</c:v>
                      </c:pt>
                      <c:pt idx="124">
                        <c:v>44.226130597000001</c:v>
                      </c:pt>
                      <c:pt idx="125">
                        <c:v>58.648751994000001</c:v>
                      </c:pt>
                      <c:pt idx="126">
                        <c:v>116.64338219499999</c:v>
                      </c:pt>
                      <c:pt idx="127">
                        <c:v>166.195268422</c:v>
                      </c:pt>
                      <c:pt idx="128">
                        <c:v>197.49408096300002</c:v>
                      </c:pt>
                      <c:pt idx="129">
                        <c:v>213.84466006600002</c:v>
                      </c:pt>
                      <c:pt idx="130">
                        <c:v>234.46495408599998</c:v>
                      </c:pt>
                      <c:pt idx="131">
                        <c:v>259.80138306499998</c:v>
                      </c:pt>
                      <c:pt idx="132">
                        <c:v>283.66687740200001</c:v>
                      </c:pt>
                      <c:pt idx="133">
                        <c:v>328.894192121</c:v>
                      </c:pt>
                      <c:pt idx="134">
                        <c:v>332.10412731399998</c:v>
                      </c:pt>
                      <c:pt idx="135">
                        <c:v>311.30496518500001</c:v>
                      </c:pt>
                      <c:pt idx="136">
                        <c:v>281.72866774800002</c:v>
                      </c:pt>
                      <c:pt idx="137">
                        <c:v>286.767718554</c:v>
                      </c:pt>
                      <c:pt idx="138">
                        <c:v>306.37279771300001</c:v>
                      </c:pt>
                      <c:pt idx="139">
                        <c:v>351.75257062100002</c:v>
                      </c:pt>
                      <c:pt idx="140">
                        <c:v>378.85565479100001</c:v>
                      </c:pt>
                      <c:pt idx="141">
                        <c:v>421.03904727299994</c:v>
                      </c:pt>
                      <c:pt idx="142">
                        <c:v>403.88933405399996</c:v>
                      </c:pt>
                      <c:pt idx="143">
                        <c:v>331.10017012099996</c:v>
                      </c:pt>
                      <c:pt idx="144">
                        <c:v>236.000731191</c:v>
                      </c:pt>
                      <c:pt idx="145">
                        <c:v>146.63213212599999</c:v>
                      </c:pt>
                      <c:pt idx="146">
                        <c:v>89.470185213999997</c:v>
                      </c:pt>
                      <c:pt idx="147">
                        <c:v>56.266380186999996</c:v>
                      </c:pt>
                      <c:pt idx="148">
                        <c:v>45.010171026999998</c:v>
                      </c:pt>
                      <c:pt idx="149">
                        <c:v>59.787237815999994</c:v>
                      </c:pt>
                      <c:pt idx="150">
                        <c:v>119.81170533000002</c:v>
                      </c:pt>
                      <c:pt idx="151">
                        <c:v>168.72212283499999</c:v>
                      </c:pt>
                      <c:pt idx="152">
                        <c:v>200.28514015999997</c:v>
                      </c:pt>
                      <c:pt idx="153">
                        <c:v>215.587040479</c:v>
                      </c:pt>
                      <c:pt idx="154">
                        <c:v>233.66659152400001</c:v>
                      </c:pt>
                      <c:pt idx="155">
                        <c:v>260.14471493099995</c:v>
                      </c:pt>
                      <c:pt idx="156">
                        <c:v>277.38518511300003</c:v>
                      </c:pt>
                      <c:pt idx="157">
                        <c:v>309.83689603000005</c:v>
                      </c:pt>
                      <c:pt idx="158">
                        <c:v>313.152111166</c:v>
                      </c:pt>
                      <c:pt idx="159">
                        <c:v>298.12288774000001</c:v>
                      </c:pt>
                      <c:pt idx="160">
                        <c:v>284.13919702200002</c:v>
                      </c:pt>
                      <c:pt idx="161">
                        <c:v>291.53966002200002</c:v>
                      </c:pt>
                      <c:pt idx="162">
                        <c:v>289.633989305</c:v>
                      </c:pt>
                      <c:pt idx="163">
                        <c:v>333.87869934099996</c:v>
                      </c:pt>
                      <c:pt idx="164">
                        <c:v>374.24478750699996</c:v>
                      </c:pt>
                      <c:pt idx="165">
                        <c:v>415.46479790800004</c:v>
                      </c:pt>
                      <c:pt idx="166">
                        <c:v>401.85900284999997</c:v>
                      </c:pt>
                      <c:pt idx="167">
                        <c:v>328.31471292499998</c:v>
                      </c:pt>
                      <c:pt idx="168">
                        <c:v>228.395331043</c:v>
                      </c:pt>
                      <c:pt idx="169">
                        <c:v>140.67600385699998</c:v>
                      </c:pt>
                      <c:pt idx="170">
                        <c:v>84.866791866</c:v>
                      </c:pt>
                      <c:pt idx="171">
                        <c:v>56.06736170100001</c:v>
                      </c:pt>
                      <c:pt idx="172">
                        <c:v>45.993630847000006</c:v>
                      </c:pt>
                      <c:pt idx="173">
                        <c:v>60.897941955</c:v>
                      </c:pt>
                      <c:pt idx="174">
                        <c:v>122.25867252199998</c:v>
                      </c:pt>
                      <c:pt idx="175">
                        <c:v>176.39946879000001</c:v>
                      </c:pt>
                      <c:pt idx="176">
                        <c:v>215.70386143299999</c:v>
                      </c:pt>
                      <c:pt idx="177">
                        <c:v>240.993253192</c:v>
                      </c:pt>
                      <c:pt idx="178">
                        <c:v>249.80611825700001</c:v>
                      </c:pt>
                      <c:pt idx="179">
                        <c:v>269.73898319700004</c:v>
                      </c:pt>
                      <c:pt idx="180">
                        <c:v>290.86329269200002</c:v>
                      </c:pt>
                      <c:pt idx="181">
                        <c:v>324.43842669899999</c:v>
                      </c:pt>
                      <c:pt idx="182">
                        <c:v>325.84292680999999</c:v>
                      </c:pt>
                      <c:pt idx="183">
                        <c:v>308.25988810399997</c:v>
                      </c:pt>
                      <c:pt idx="184">
                        <c:v>287.40708590599996</c:v>
                      </c:pt>
                      <c:pt idx="185">
                        <c:v>291.84150688099999</c:v>
                      </c:pt>
                      <c:pt idx="186">
                        <c:v>295.38503760799995</c:v>
                      </c:pt>
                      <c:pt idx="187">
                        <c:v>344.37160829100003</c:v>
                      </c:pt>
                      <c:pt idx="188">
                        <c:v>383.00359055599995</c:v>
                      </c:pt>
                      <c:pt idx="189">
                        <c:v>421.80004500799998</c:v>
                      </c:pt>
                      <c:pt idx="190">
                        <c:v>413.96175435599997</c:v>
                      </c:pt>
                      <c:pt idx="191">
                        <c:v>352.42206000900001</c:v>
                      </c:pt>
                      <c:pt idx="192">
                        <c:v>259.78329583500005</c:v>
                      </c:pt>
                      <c:pt idx="193">
                        <c:v>168.40666674300002</c:v>
                      </c:pt>
                      <c:pt idx="194">
                        <c:v>102.93573557799999</c:v>
                      </c:pt>
                      <c:pt idx="195">
                        <c:v>68.008083970000001</c:v>
                      </c:pt>
                      <c:pt idx="196">
                        <c:v>51.652994538000009</c:v>
                      </c:pt>
                      <c:pt idx="197">
                        <c:v>59.198050981000002</c:v>
                      </c:pt>
                      <c:pt idx="198">
                        <c:v>107.967211913</c:v>
                      </c:pt>
                      <c:pt idx="199">
                        <c:v>155.92579404399999</c:v>
                      </c:pt>
                      <c:pt idx="200">
                        <c:v>205.75054580400001</c:v>
                      </c:pt>
                      <c:pt idx="201">
                        <c:v>239.35017402100004</c:v>
                      </c:pt>
                      <c:pt idx="202">
                        <c:v>268.45567797899997</c:v>
                      </c:pt>
                      <c:pt idx="203">
                        <c:v>298.28376963199997</c:v>
                      </c:pt>
                      <c:pt idx="204">
                        <c:v>301.05782400199996</c:v>
                      </c:pt>
                      <c:pt idx="205">
                        <c:v>322.52608866600002</c:v>
                      </c:pt>
                      <c:pt idx="206">
                        <c:v>370.75545768899997</c:v>
                      </c:pt>
                      <c:pt idx="207">
                        <c:v>341.79235061599996</c:v>
                      </c:pt>
                      <c:pt idx="208">
                        <c:v>308.63658634400002</c:v>
                      </c:pt>
                      <c:pt idx="209">
                        <c:v>309.66343496500002</c:v>
                      </c:pt>
                      <c:pt idx="210">
                        <c:v>306.42350054200006</c:v>
                      </c:pt>
                      <c:pt idx="211">
                        <c:v>352.35325743100003</c:v>
                      </c:pt>
                      <c:pt idx="212">
                        <c:v>393.39982158600003</c:v>
                      </c:pt>
                      <c:pt idx="213">
                        <c:v>432.485319774</c:v>
                      </c:pt>
                      <c:pt idx="214">
                        <c:v>425.45378177299995</c:v>
                      </c:pt>
                      <c:pt idx="215">
                        <c:v>359.50766001</c:v>
                      </c:pt>
                      <c:pt idx="216">
                        <c:v>261.51334731699995</c:v>
                      </c:pt>
                      <c:pt idx="217">
                        <c:v>166.70787170699998</c:v>
                      </c:pt>
                      <c:pt idx="218">
                        <c:v>101.89607297800001</c:v>
                      </c:pt>
                      <c:pt idx="219">
                        <c:v>64.907809409999999</c:v>
                      </c:pt>
                      <c:pt idx="220">
                        <c:v>49.337223776999998</c:v>
                      </c:pt>
                      <c:pt idx="221">
                        <c:v>59.187087634999997</c:v>
                      </c:pt>
                      <c:pt idx="222">
                        <c:v>112.04613275400001</c:v>
                      </c:pt>
                      <c:pt idx="223">
                        <c:v>162.46576497500001</c:v>
                      </c:pt>
                      <c:pt idx="224">
                        <c:v>205.92674195699999</c:v>
                      </c:pt>
                      <c:pt idx="225">
                        <c:v>229.744909514</c:v>
                      </c:pt>
                      <c:pt idx="226">
                        <c:v>249.32808936700002</c:v>
                      </c:pt>
                      <c:pt idx="227">
                        <c:v>273.75427154199997</c:v>
                      </c:pt>
                      <c:pt idx="228">
                        <c:v>287.27057242799998</c:v>
                      </c:pt>
                      <c:pt idx="229">
                        <c:v>329.19596401000001</c:v>
                      </c:pt>
                      <c:pt idx="230">
                        <c:v>340.38074067700001</c:v>
                      </c:pt>
                      <c:pt idx="231">
                        <c:v>318.75807588600003</c:v>
                      </c:pt>
                      <c:pt idx="232">
                        <c:v>291.80465213000002</c:v>
                      </c:pt>
                      <c:pt idx="233">
                        <c:v>296.84389363999998</c:v>
                      </c:pt>
                      <c:pt idx="234">
                        <c:v>299.37234509000001</c:v>
                      </c:pt>
                      <c:pt idx="235">
                        <c:v>342.15590551299999</c:v>
                      </c:pt>
                      <c:pt idx="236">
                        <c:v>389.43633057800002</c:v>
                      </c:pt>
                      <c:pt idx="237">
                        <c:v>429.40837770899998</c:v>
                      </c:pt>
                      <c:pt idx="238">
                        <c:v>406.17124863100003</c:v>
                      </c:pt>
                      <c:pt idx="239">
                        <c:v>329.377487024</c:v>
                      </c:pt>
                      <c:pt idx="240">
                        <c:v>227.01935825699999</c:v>
                      </c:pt>
                      <c:pt idx="241">
                        <c:v>139.762605388</c:v>
                      </c:pt>
                      <c:pt idx="242">
                        <c:v>84.326765988000005</c:v>
                      </c:pt>
                      <c:pt idx="243">
                        <c:v>56.134401421999996</c:v>
                      </c:pt>
                      <c:pt idx="244">
                        <c:v>45.815945501999998</c:v>
                      </c:pt>
                      <c:pt idx="245">
                        <c:v>57.702199880999991</c:v>
                      </c:pt>
                      <c:pt idx="246">
                        <c:v>115.25009189999997</c:v>
                      </c:pt>
                      <c:pt idx="247">
                        <c:v>163.12942139100002</c:v>
                      </c:pt>
                      <c:pt idx="248">
                        <c:v>197.906657185</c:v>
                      </c:pt>
                      <c:pt idx="249">
                        <c:v>210.19426873899999</c:v>
                      </c:pt>
                      <c:pt idx="250">
                        <c:v>226.331611122</c:v>
                      </c:pt>
                      <c:pt idx="251">
                        <c:v>251.567089667</c:v>
                      </c:pt>
                      <c:pt idx="252">
                        <c:v>271.12171347899999</c:v>
                      </c:pt>
                      <c:pt idx="253">
                        <c:v>304.335476933</c:v>
                      </c:pt>
                      <c:pt idx="254">
                        <c:v>308.21350034300002</c:v>
                      </c:pt>
                      <c:pt idx="255">
                        <c:v>293.15828208900001</c:v>
                      </c:pt>
                      <c:pt idx="256">
                        <c:v>284.041385214</c:v>
                      </c:pt>
                      <c:pt idx="257">
                        <c:v>296.48532005199996</c:v>
                      </c:pt>
                      <c:pt idx="258">
                        <c:v>298.18178044899997</c:v>
                      </c:pt>
                      <c:pt idx="259">
                        <c:v>339.547362077</c:v>
                      </c:pt>
                      <c:pt idx="260">
                        <c:v>383.45843108900004</c:v>
                      </c:pt>
                      <c:pt idx="261">
                        <c:v>418.86435004999998</c:v>
                      </c:pt>
                      <c:pt idx="262">
                        <c:v>399.54918234899998</c:v>
                      </c:pt>
                      <c:pt idx="263">
                        <c:v>318.94928198299999</c:v>
                      </c:pt>
                      <c:pt idx="264">
                        <c:v>221.31899212299999</c:v>
                      </c:pt>
                      <c:pt idx="265">
                        <c:v>134.12895328799999</c:v>
                      </c:pt>
                      <c:pt idx="266">
                        <c:v>80.531728947000005</c:v>
                      </c:pt>
                      <c:pt idx="267">
                        <c:v>53.982686658999995</c:v>
                      </c:pt>
                      <c:pt idx="268">
                        <c:v>44.415841233999998</c:v>
                      </c:pt>
                      <c:pt idx="269">
                        <c:v>57.672349036</c:v>
                      </c:pt>
                      <c:pt idx="270">
                        <c:v>118.60502699</c:v>
                      </c:pt>
                      <c:pt idx="271">
                        <c:v>168.70338556800002</c:v>
                      </c:pt>
                      <c:pt idx="272">
                        <c:v>199.639649908</c:v>
                      </c:pt>
                      <c:pt idx="273">
                        <c:v>213.66528837699997</c:v>
                      </c:pt>
                      <c:pt idx="274">
                        <c:v>231.75567281300005</c:v>
                      </c:pt>
                      <c:pt idx="275">
                        <c:v>258.37430741999998</c:v>
                      </c:pt>
                      <c:pt idx="276">
                        <c:v>276.69694488200003</c:v>
                      </c:pt>
                      <c:pt idx="277">
                        <c:v>309.019235525</c:v>
                      </c:pt>
                      <c:pt idx="278">
                        <c:v>309.157586348</c:v>
                      </c:pt>
                      <c:pt idx="279">
                        <c:v>294.08755213400002</c:v>
                      </c:pt>
                      <c:pt idx="280">
                        <c:v>285.36268323199999</c:v>
                      </c:pt>
                      <c:pt idx="281">
                        <c:v>294.20115552799996</c:v>
                      </c:pt>
                      <c:pt idx="282">
                        <c:v>296.42978494199997</c:v>
                      </c:pt>
                      <c:pt idx="283">
                        <c:v>343.27539855500004</c:v>
                      </c:pt>
                      <c:pt idx="284">
                        <c:v>388.90447866099998</c:v>
                      </c:pt>
                      <c:pt idx="285">
                        <c:v>425.20670999399999</c:v>
                      </c:pt>
                      <c:pt idx="286">
                        <c:v>399.600876642</c:v>
                      </c:pt>
                      <c:pt idx="287">
                        <c:v>318.63636647700002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A-B4D5-4FAE-AE9D-D02EB97D558B}"/>
                  </c:ext>
                </c:extLst>
              </c15:ser>
            </c15:filteredLineSeries>
            <c15:filteredLineSeries>
              <c15:ser>
                <c:idx val="40"/>
                <c:order val="4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12-10-2026'!$AP$1</c15:sqref>
                        </c15:formulaRef>
                      </c:ext>
                    </c:extLst>
                    <c:strCache>
                      <c:ptCount val="1"/>
                      <c:pt idx="0">
                        <c:v>Ericsson Traffic in TB</c:v>
                      </c:pt>
                    </c:strCache>
                  </c:strRef>
                </c:tx>
                <c:spPr>
                  <a:ln w="28575" cap="rnd">
                    <a:solidFill>
                      <a:schemeClr val="accent5">
                        <a:lumMod val="70000"/>
                        <a:lumOff val="3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12-10-2026'!$AP$2:$AP$289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173.971577539847</c:v>
                      </c:pt>
                      <c:pt idx="1">
                        <c:v>110.32258301666701</c:v>
                      </c:pt>
                      <c:pt idx="2">
                        <c:v>66.247399479487996</c:v>
                      </c:pt>
                      <c:pt idx="3">
                        <c:v>41.042338895813003</c:v>
                      </c:pt>
                      <c:pt idx="4">
                        <c:v>29.916902568888005</c:v>
                      </c:pt>
                      <c:pt idx="5">
                        <c:v>31.616645769824</c:v>
                      </c:pt>
                      <c:pt idx="6">
                        <c:v>61.970012936101</c:v>
                      </c:pt>
                      <c:pt idx="7">
                        <c:v>96.977235934652001</c:v>
                      </c:pt>
                      <c:pt idx="8">
                        <c:v>121.822088149124</c:v>
                      </c:pt>
                      <c:pt idx="9">
                        <c:v>133.4531300603</c:v>
                      </c:pt>
                      <c:pt idx="10">
                        <c:v>149.16902997944001</c:v>
                      </c:pt>
                      <c:pt idx="11">
                        <c:v>168.28638995234598</c:v>
                      </c:pt>
                      <c:pt idx="12">
                        <c:v>183.151354910083</c:v>
                      </c:pt>
                      <c:pt idx="13">
                        <c:v>202.25089022857199</c:v>
                      </c:pt>
                      <c:pt idx="14">
                        <c:v>214.18566448171003</c:v>
                      </c:pt>
                      <c:pt idx="15">
                        <c:v>210.80245657171099</c:v>
                      </c:pt>
                      <c:pt idx="16">
                        <c:v>189.164537899198</c:v>
                      </c:pt>
                      <c:pt idx="17">
                        <c:v>196.36430304520601</c:v>
                      </c:pt>
                      <c:pt idx="18">
                        <c:v>194.798626019804</c:v>
                      </c:pt>
                      <c:pt idx="19">
                        <c:v>214.36825591457699</c:v>
                      </c:pt>
                      <c:pt idx="20">
                        <c:v>236.42318996756501</c:v>
                      </c:pt>
                      <c:pt idx="21">
                        <c:v>281.88639127615903</c:v>
                      </c:pt>
                      <c:pt idx="22">
                        <c:v>290.37365461926697</c:v>
                      </c:pt>
                      <c:pt idx="23">
                        <c:v>256.59996836602096</c:v>
                      </c:pt>
                      <c:pt idx="24">
                        <c:v>194.50310576064601</c:v>
                      </c:pt>
                      <c:pt idx="25">
                        <c:v>126.72904311823999</c:v>
                      </c:pt>
                      <c:pt idx="26">
                        <c:v>75.563185477184007</c:v>
                      </c:pt>
                      <c:pt idx="27">
                        <c:v>49.516160110041</c:v>
                      </c:pt>
                      <c:pt idx="28">
                        <c:v>33.947401756276001</c:v>
                      </c:pt>
                      <c:pt idx="29">
                        <c:v>31.418900665220001</c:v>
                      </c:pt>
                      <c:pt idx="30">
                        <c:v>53.106503118882003</c:v>
                      </c:pt>
                      <c:pt idx="31">
                        <c:v>77.385541427266006</c:v>
                      </c:pt>
                      <c:pt idx="32">
                        <c:v>110.436642799184</c:v>
                      </c:pt>
                      <c:pt idx="33">
                        <c:v>138.74398200800204</c:v>
                      </c:pt>
                      <c:pt idx="34">
                        <c:v>163.14161715246499</c:v>
                      </c:pt>
                      <c:pt idx="35">
                        <c:v>186.549041795569</c:v>
                      </c:pt>
                      <c:pt idx="36">
                        <c:v>194.37992473920201</c:v>
                      </c:pt>
                      <c:pt idx="37">
                        <c:v>200.36088507166897</c:v>
                      </c:pt>
                      <c:pt idx="38">
                        <c:v>248.89613512690403</c:v>
                      </c:pt>
                      <c:pt idx="39">
                        <c:v>237.80986978989898</c:v>
                      </c:pt>
                      <c:pt idx="40">
                        <c:v>200.63328925620101</c:v>
                      </c:pt>
                      <c:pt idx="41">
                        <c:v>202.04905521311801</c:v>
                      </c:pt>
                      <c:pt idx="42">
                        <c:v>199.20968850457899</c:v>
                      </c:pt>
                      <c:pt idx="43">
                        <c:v>222.39426585225098</c:v>
                      </c:pt>
                      <c:pt idx="44">
                        <c:v>246.179214607425</c:v>
                      </c:pt>
                      <c:pt idx="45">
                        <c:v>295.17660763301501</c:v>
                      </c:pt>
                      <c:pt idx="46">
                        <c:v>300.03614297217393</c:v>
                      </c:pt>
                      <c:pt idx="47">
                        <c:v>267.40047851754304</c:v>
                      </c:pt>
                      <c:pt idx="48">
                        <c:v>203.850797495347</c:v>
                      </c:pt>
                      <c:pt idx="49">
                        <c:v>135.87483611862899</c:v>
                      </c:pt>
                      <c:pt idx="50">
                        <c:v>82.262078637820991</c:v>
                      </c:pt>
                      <c:pt idx="51">
                        <c:v>49.833752803254995</c:v>
                      </c:pt>
                      <c:pt idx="52">
                        <c:v>33.292235913908996</c:v>
                      </c:pt>
                      <c:pt idx="53">
                        <c:v>30.992097716243997</c:v>
                      </c:pt>
                      <c:pt idx="54">
                        <c:v>54.668439387035995</c:v>
                      </c:pt>
                      <c:pt idx="55">
                        <c:v>82.394015756538991</c:v>
                      </c:pt>
                      <c:pt idx="56">
                        <c:v>113.817195259985</c:v>
                      </c:pt>
                      <c:pt idx="57">
                        <c:v>138.08317284082401</c:v>
                      </c:pt>
                      <c:pt idx="58">
                        <c:v>156.30474851733999</c:v>
                      </c:pt>
                      <c:pt idx="59">
                        <c:v>177.23997666314401</c:v>
                      </c:pt>
                      <c:pt idx="60">
                        <c:v>189.64074996052699</c:v>
                      </c:pt>
                      <c:pt idx="61">
                        <c:v>213.76615481909798</c:v>
                      </c:pt>
                      <c:pt idx="62">
                        <c:v>230.619689518032</c:v>
                      </c:pt>
                      <c:pt idx="63">
                        <c:v>223.01498016569403</c:v>
                      </c:pt>
                      <c:pt idx="64">
                        <c:v>195.56232463820899</c:v>
                      </c:pt>
                      <c:pt idx="65">
                        <c:v>199.87853482555303</c:v>
                      </c:pt>
                      <c:pt idx="66">
                        <c:v>197.54939791850501</c:v>
                      </c:pt>
                      <c:pt idx="67">
                        <c:v>216.83638558480703</c:v>
                      </c:pt>
                      <c:pt idx="68">
                        <c:v>238.32559134941698</c:v>
                      </c:pt>
                      <c:pt idx="69">
                        <c:v>284.40301670362999</c:v>
                      </c:pt>
                      <c:pt idx="70">
                        <c:v>287.51659245409201</c:v>
                      </c:pt>
                      <c:pt idx="71">
                        <c:v>244.76580514692202</c:v>
                      </c:pt>
                      <c:pt idx="72">
                        <c:v>173.855973232162</c:v>
                      </c:pt>
                      <c:pt idx="73">
                        <c:v>108.30276833575799</c:v>
                      </c:pt>
                      <c:pt idx="74">
                        <c:v>64.228638002244992</c:v>
                      </c:pt>
                      <c:pt idx="75">
                        <c:v>39.943503450738</c:v>
                      </c:pt>
                      <c:pt idx="76">
                        <c:v>28.967804429557003</c:v>
                      </c:pt>
                      <c:pt idx="77">
                        <c:v>29.976489904194001</c:v>
                      </c:pt>
                      <c:pt idx="78">
                        <c:v>59.102852645513998</c:v>
                      </c:pt>
                      <c:pt idx="79">
                        <c:v>92.474866458327995</c:v>
                      </c:pt>
                      <c:pt idx="80">
                        <c:v>117.49078132218798</c:v>
                      </c:pt>
                      <c:pt idx="81">
                        <c:v>130.905199279231</c:v>
                      </c:pt>
                      <c:pt idx="82">
                        <c:v>146.21830409862801</c:v>
                      </c:pt>
                      <c:pt idx="83">
                        <c:v>165.21212424070998</c:v>
                      </c:pt>
                      <c:pt idx="84">
                        <c:v>178.30832120620101</c:v>
                      </c:pt>
                      <c:pt idx="85">
                        <c:v>194.70277166704298</c:v>
                      </c:pt>
                      <c:pt idx="86">
                        <c:v>203.843951010442</c:v>
                      </c:pt>
                      <c:pt idx="87">
                        <c:v>199.20105255463</c:v>
                      </c:pt>
                      <c:pt idx="88">
                        <c:v>184.49233633412499</c:v>
                      </c:pt>
                      <c:pt idx="89">
                        <c:v>195.18328487799499</c:v>
                      </c:pt>
                      <c:pt idx="90">
                        <c:v>191.964926354271</c:v>
                      </c:pt>
                      <c:pt idx="91">
                        <c:v>214.96197845231097</c:v>
                      </c:pt>
                      <c:pt idx="92">
                        <c:v>237.98671701318401</c:v>
                      </c:pt>
                      <c:pt idx="93">
                        <c:v>285.28141843667299</c:v>
                      </c:pt>
                      <c:pt idx="94">
                        <c:v>285.55678080664302</c:v>
                      </c:pt>
                      <c:pt idx="95">
                        <c:v>238.34121458662702</c:v>
                      </c:pt>
                      <c:pt idx="96">
                        <c:v>167.19048752653902</c:v>
                      </c:pt>
                      <c:pt idx="97">
                        <c:v>103.63659728322699</c:v>
                      </c:pt>
                      <c:pt idx="98">
                        <c:v>60.895451439170998</c:v>
                      </c:pt>
                      <c:pt idx="99">
                        <c:v>38.066750349590002</c:v>
                      </c:pt>
                      <c:pt idx="100">
                        <c:v>28.135658441393002</c:v>
                      </c:pt>
                      <c:pt idx="101">
                        <c:v>29.236471724833002</c:v>
                      </c:pt>
                      <c:pt idx="102">
                        <c:v>59.532609399171008</c:v>
                      </c:pt>
                      <c:pt idx="103">
                        <c:v>94.878653339672013</c:v>
                      </c:pt>
                      <c:pt idx="104">
                        <c:v>119.428547124332</c:v>
                      </c:pt>
                      <c:pt idx="105">
                        <c:v>131.72527110428501</c:v>
                      </c:pt>
                      <c:pt idx="106">
                        <c:v>147.16460466625401</c:v>
                      </c:pt>
                      <c:pt idx="107">
                        <c:v>167.639107940098</c:v>
                      </c:pt>
                      <c:pt idx="108">
                        <c:v>180.96357408016996</c:v>
                      </c:pt>
                      <c:pt idx="109">
                        <c:v>197.366532426997</c:v>
                      </c:pt>
                      <c:pt idx="110">
                        <c:v>205.675367031718</c:v>
                      </c:pt>
                      <c:pt idx="111">
                        <c:v>201.21278060699598</c:v>
                      </c:pt>
                      <c:pt idx="112">
                        <c:v>185.59012660362598</c:v>
                      </c:pt>
                      <c:pt idx="113">
                        <c:v>195.86240497751101</c:v>
                      </c:pt>
                      <c:pt idx="114">
                        <c:v>193.56229706256397</c:v>
                      </c:pt>
                      <c:pt idx="115">
                        <c:v>216.39702131707</c:v>
                      </c:pt>
                      <c:pt idx="116">
                        <c:v>239.83092364266702</c:v>
                      </c:pt>
                      <c:pt idx="117">
                        <c:v>289.76882088372594</c:v>
                      </c:pt>
                      <c:pt idx="118">
                        <c:v>287.57022178309501</c:v>
                      </c:pt>
                      <c:pt idx="119">
                        <c:v>240.33854405148099</c:v>
                      </c:pt>
                      <c:pt idx="120">
                        <c:v>167.26200023586102</c:v>
                      </c:pt>
                      <c:pt idx="121">
                        <c:v>103.25465761232701</c:v>
                      </c:pt>
                      <c:pt idx="122">
                        <c:v>60.453619747307997</c:v>
                      </c:pt>
                      <c:pt idx="123">
                        <c:v>37.685689966505997</c:v>
                      </c:pt>
                      <c:pt idx="124">
                        <c:v>27.985984642239998</c:v>
                      </c:pt>
                      <c:pt idx="125">
                        <c:v>29.681468179924998</c:v>
                      </c:pt>
                      <c:pt idx="126">
                        <c:v>61.154300698977003</c:v>
                      </c:pt>
                      <c:pt idx="127">
                        <c:v>97.488582452161978</c:v>
                      </c:pt>
                      <c:pt idx="128">
                        <c:v>122.43592127738799</c:v>
                      </c:pt>
                      <c:pt idx="129">
                        <c:v>135.03472307304699</c:v>
                      </c:pt>
                      <c:pt idx="130">
                        <c:v>150.061024078066</c:v>
                      </c:pt>
                      <c:pt idx="131">
                        <c:v>168.19838233714103</c:v>
                      </c:pt>
                      <c:pt idx="132">
                        <c:v>185.44655925184003</c:v>
                      </c:pt>
                      <c:pt idx="133">
                        <c:v>212.37869129196099</c:v>
                      </c:pt>
                      <c:pt idx="134">
                        <c:v>220.84339514968701</c:v>
                      </c:pt>
                      <c:pt idx="135">
                        <c:v>212.22747679141801</c:v>
                      </c:pt>
                      <c:pt idx="136">
                        <c:v>188.47614393574904</c:v>
                      </c:pt>
                      <c:pt idx="137">
                        <c:v>198.20250028914103</c:v>
                      </c:pt>
                      <c:pt idx="138">
                        <c:v>215.05547332671202</c:v>
                      </c:pt>
                      <c:pt idx="139">
                        <c:v>240.60891209185598</c:v>
                      </c:pt>
                      <c:pt idx="140">
                        <c:v>247.30755991864399</c:v>
                      </c:pt>
                      <c:pt idx="141">
                        <c:v>294.16703983569101</c:v>
                      </c:pt>
                      <c:pt idx="142">
                        <c:v>289.54899335503302</c:v>
                      </c:pt>
                      <c:pt idx="143">
                        <c:v>240.85539877219702</c:v>
                      </c:pt>
                      <c:pt idx="144">
                        <c:v>174.10583213666098</c:v>
                      </c:pt>
                      <c:pt idx="145">
                        <c:v>108.12591113455701</c:v>
                      </c:pt>
                      <c:pt idx="146">
                        <c:v>66.209933951712998</c:v>
                      </c:pt>
                      <c:pt idx="147">
                        <c:v>39.307466238155001</c:v>
                      </c:pt>
                      <c:pt idx="148">
                        <c:v>28.860736125765001</c:v>
                      </c:pt>
                      <c:pt idx="149">
                        <c:v>30.602844919206998</c:v>
                      </c:pt>
                      <c:pt idx="150">
                        <c:v>62.098847010069001</c:v>
                      </c:pt>
                      <c:pt idx="151">
                        <c:v>98.921050463025992</c:v>
                      </c:pt>
                      <c:pt idx="152">
                        <c:v>125.005103656149</c:v>
                      </c:pt>
                      <c:pt idx="153">
                        <c:v>136.140968318798</c:v>
                      </c:pt>
                      <c:pt idx="154">
                        <c:v>150.59340762409201</c:v>
                      </c:pt>
                      <c:pt idx="155">
                        <c:v>167.57539223691501</c:v>
                      </c:pt>
                      <c:pt idx="156">
                        <c:v>180.73122377857499</c:v>
                      </c:pt>
                      <c:pt idx="157">
                        <c:v>197.27165312857403</c:v>
                      </c:pt>
                      <c:pt idx="158">
                        <c:v>207.13429294253501</c:v>
                      </c:pt>
                      <c:pt idx="159">
                        <c:v>203.48364624634999</c:v>
                      </c:pt>
                      <c:pt idx="160">
                        <c:v>189.70543888982399</c:v>
                      </c:pt>
                      <c:pt idx="161">
                        <c:v>202.15414168088901</c:v>
                      </c:pt>
                      <c:pt idx="162">
                        <c:v>199.50260566759599</c:v>
                      </c:pt>
                      <c:pt idx="163">
                        <c:v>223.64592824027099</c:v>
                      </c:pt>
                      <c:pt idx="164">
                        <c:v>243.70740956665901</c:v>
                      </c:pt>
                      <c:pt idx="165">
                        <c:v>289.88551949190901</c:v>
                      </c:pt>
                      <c:pt idx="166">
                        <c:v>288.50040818155503</c:v>
                      </c:pt>
                      <c:pt idx="167">
                        <c:v>235.648045698023</c:v>
                      </c:pt>
                      <c:pt idx="168">
                        <c:v>163.744445453271</c:v>
                      </c:pt>
                      <c:pt idx="169">
                        <c:v>100.35147744713601</c:v>
                      </c:pt>
                      <c:pt idx="170">
                        <c:v>60.391561238008997</c:v>
                      </c:pt>
                      <c:pt idx="171">
                        <c:v>38.402709913786993</c:v>
                      </c:pt>
                      <c:pt idx="172">
                        <c:v>28.743919884267996</c:v>
                      </c:pt>
                      <c:pt idx="173">
                        <c:v>31.000045151696</c:v>
                      </c:pt>
                      <c:pt idx="174">
                        <c:v>64.153973113366007</c:v>
                      </c:pt>
                      <c:pt idx="175">
                        <c:v>105.80438526508398</c:v>
                      </c:pt>
                      <c:pt idx="176">
                        <c:v>135.313364371766</c:v>
                      </c:pt>
                      <c:pt idx="177">
                        <c:v>150.714634842679</c:v>
                      </c:pt>
                      <c:pt idx="178">
                        <c:v>162.87548105090099</c:v>
                      </c:pt>
                      <c:pt idx="179">
                        <c:v>177.41748995625596</c:v>
                      </c:pt>
                      <c:pt idx="180">
                        <c:v>189.548706071845</c:v>
                      </c:pt>
                      <c:pt idx="181">
                        <c:v>206.628618450186</c:v>
                      </c:pt>
                      <c:pt idx="182">
                        <c:v>215.49669926745898</c:v>
                      </c:pt>
                      <c:pt idx="183">
                        <c:v>211.16877898623196</c:v>
                      </c:pt>
                      <c:pt idx="184">
                        <c:v>192.06786124738301</c:v>
                      </c:pt>
                      <c:pt idx="185">
                        <c:v>200.94460542832499</c:v>
                      </c:pt>
                      <c:pt idx="186">
                        <c:v>199.21152741245299</c:v>
                      </c:pt>
                      <c:pt idx="187">
                        <c:v>227.79077594337204</c:v>
                      </c:pt>
                      <c:pt idx="188">
                        <c:v>245.967825425841</c:v>
                      </c:pt>
                      <c:pt idx="189">
                        <c:v>289.481165324046</c:v>
                      </c:pt>
                      <c:pt idx="190">
                        <c:v>293.11074583680198</c:v>
                      </c:pt>
                      <c:pt idx="191">
                        <c:v>252.93760516126702</c:v>
                      </c:pt>
                      <c:pt idx="192">
                        <c:v>188.49627167321901</c:v>
                      </c:pt>
                      <c:pt idx="193">
                        <c:v>124.55122510962799</c:v>
                      </c:pt>
                      <c:pt idx="194">
                        <c:v>77.451913387556999</c:v>
                      </c:pt>
                      <c:pt idx="195">
                        <c:v>49.462770078902004</c:v>
                      </c:pt>
                      <c:pt idx="196">
                        <c:v>34.112637180630003</c:v>
                      </c:pt>
                      <c:pt idx="197">
                        <c:v>30.867170639291999</c:v>
                      </c:pt>
                      <c:pt idx="198">
                        <c:v>54.419871981923002</c:v>
                      </c:pt>
                      <c:pt idx="199">
                        <c:v>82.198169438329998</c:v>
                      </c:pt>
                      <c:pt idx="200">
                        <c:v>115.96107147812603</c:v>
                      </c:pt>
                      <c:pt idx="201">
                        <c:v>143.791035734079</c:v>
                      </c:pt>
                      <c:pt idx="202">
                        <c:v>166.884137354161</c:v>
                      </c:pt>
                      <c:pt idx="203">
                        <c:v>190.86689696269397</c:v>
                      </c:pt>
                      <c:pt idx="204">
                        <c:v>195.37346537103002</c:v>
                      </c:pt>
                      <c:pt idx="205">
                        <c:v>202.72169500779199</c:v>
                      </c:pt>
                      <c:pt idx="206">
                        <c:v>250.05978117635905</c:v>
                      </c:pt>
                      <c:pt idx="207">
                        <c:v>236.757008490907</c:v>
                      </c:pt>
                      <c:pt idx="208">
                        <c:v>202.65265810393799</c:v>
                      </c:pt>
                      <c:pt idx="209">
                        <c:v>206.63351061544699</c:v>
                      </c:pt>
                      <c:pt idx="210">
                        <c:v>201.24230722083098</c:v>
                      </c:pt>
                      <c:pt idx="211">
                        <c:v>231.645682231894</c:v>
                      </c:pt>
                      <c:pt idx="212">
                        <c:v>251.66797602198301</c:v>
                      </c:pt>
                      <c:pt idx="213">
                        <c:v>297.09233810669792</c:v>
                      </c:pt>
                      <c:pt idx="214">
                        <c:v>304.07927332683101</c:v>
                      </c:pt>
                      <c:pt idx="215">
                        <c:v>261.43585631987605</c:v>
                      </c:pt>
                      <c:pt idx="216">
                        <c:v>192.37329222611797</c:v>
                      </c:pt>
                      <c:pt idx="217">
                        <c:v>123.86505948262501</c:v>
                      </c:pt>
                      <c:pt idx="218">
                        <c:v>74.562530248636008</c:v>
                      </c:pt>
                      <c:pt idx="219">
                        <c:v>45.381060788645001</c:v>
                      </c:pt>
                      <c:pt idx="220">
                        <c:v>31.367995811999997</c:v>
                      </c:pt>
                      <c:pt idx="221">
                        <c:v>29.725883351722999</c:v>
                      </c:pt>
                      <c:pt idx="222">
                        <c:v>55.015453399424004</c:v>
                      </c:pt>
                      <c:pt idx="223">
                        <c:v>85.592739390946988</c:v>
                      </c:pt>
                      <c:pt idx="224">
                        <c:v>117.614020232548</c:v>
                      </c:pt>
                      <c:pt idx="225">
                        <c:v>140.47371117833598</c:v>
                      </c:pt>
                      <c:pt idx="226">
                        <c:v>157.86811248049702</c:v>
                      </c:pt>
                      <c:pt idx="227">
                        <c:v>177.18600873472698</c:v>
                      </c:pt>
                      <c:pt idx="228">
                        <c:v>187.68174098769202</c:v>
                      </c:pt>
                      <c:pt idx="229">
                        <c:v>213.64177663801797</c:v>
                      </c:pt>
                      <c:pt idx="230">
                        <c:v>230.24470370800302</c:v>
                      </c:pt>
                      <c:pt idx="231">
                        <c:v>222.25285930897499</c:v>
                      </c:pt>
                      <c:pt idx="232">
                        <c:v>195.71688807609704</c:v>
                      </c:pt>
                      <c:pt idx="233">
                        <c:v>203.479018326827</c:v>
                      </c:pt>
                      <c:pt idx="234">
                        <c:v>200.651260537936</c:v>
                      </c:pt>
                      <c:pt idx="235">
                        <c:v>226.08914506206699</c:v>
                      </c:pt>
                      <c:pt idx="236">
                        <c:v>250.358023636501</c:v>
                      </c:pt>
                      <c:pt idx="237">
                        <c:v>297.97460656404803</c:v>
                      </c:pt>
                      <c:pt idx="238">
                        <c:v>288.57680675345603</c:v>
                      </c:pt>
                      <c:pt idx="239">
                        <c:v>237.20088345698599</c:v>
                      </c:pt>
                      <c:pt idx="240">
                        <c:v>163.69711672469299</c:v>
                      </c:pt>
                      <c:pt idx="241">
                        <c:v>101.33792867659299</c:v>
                      </c:pt>
                      <c:pt idx="242">
                        <c:v>59.607394708135004</c:v>
                      </c:pt>
                      <c:pt idx="243">
                        <c:v>37.435320202147999</c:v>
                      </c:pt>
                      <c:pt idx="244">
                        <c:v>27.817792112155995</c:v>
                      </c:pt>
                      <c:pt idx="245">
                        <c:v>29.096142181505996</c:v>
                      </c:pt>
                      <c:pt idx="246">
                        <c:v>60.064124603049997</c:v>
                      </c:pt>
                      <c:pt idx="247">
                        <c:v>96.181569613924992</c:v>
                      </c:pt>
                      <c:pt idx="248">
                        <c:v>120.38713100129999</c:v>
                      </c:pt>
                      <c:pt idx="249">
                        <c:v>131.65467704309899</c:v>
                      </c:pt>
                      <c:pt idx="250">
                        <c:v>147.18749987039399</c:v>
                      </c:pt>
                      <c:pt idx="251">
                        <c:v>167.06238044169598</c:v>
                      </c:pt>
                      <c:pt idx="252">
                        <c:v>180.10244460426</c:v>
                      </c:pt>
                      <c:pt idx="253">
                        <c:v>198.17336768155599</c:v>
                      </c:pt>
                      <c:pt idx="254">
                        <c:v>207.88518493229</c:v>
                      </c:pt>
                      <c:pt idx="255">
                        <c:v>204.148333197331</c:v>
                      </c:pt>
                      <c:pt idx="256">
                        <c:v>191.98490289824798</c:v>
                      </c:pt>
                      <c:pt idx="257">
                        <c:v>208.78053386784597</c:v>
                      </c:pt>
                      <c:pt idx="258">
                        <c:v>203.33472290077299</c:v>
                      </c:pt>
                      <c:pt idx="259">
                        <c:v>227.14688463195802</c:v>
                      </c:pt>
                      <c:pt idx="260">
                        <c:v>248.55407273619099</c:v>
                      </c:pt>
                      <c:pt idx="261">
                        <c:v>292.26352123789303</c:v>
                      </c:pt>
                      <c:pt idx="262">
                        <c:v>285.39732277829995</c:v>
                      </c:pt>
                      <c:pt idx="263">
                        <c:v>229.09394236073302</c:v>
                      </c:pt>
                      <c:pt idx="264">
                        <c:v>155.11102991680099</c:v>
                      </c:pt>
                      <c:pt idx="265">
                        <c:v>93.379097090993994</c:v>
                      </c:pt>
                      <c:pt idx="266">
                        <c:v>54.855294943108007</c:v>
                      </c:pt>
                      <c:pt idx="267">
                        <c:v>35.401521982477</c:v>
                      </c:pt>
                      <c:pt idx="268">
                        <c:v>26.974449588885996</c:v>
                      </c:pt>
                      <c:pt idx="269">
                        <c:v>28.796863838149999</c:v>
                      </c:pt>
                      <c:pt idx="270">
                        <c:v>60.734499681406007</c:v>
                      </c:pt>
                      <c:pt idx="271">
                        <c:v>99.113409765610015</c:v>
                      </c:pt>
                      <c:pt idx="272">
                        <c:v>122.77533484865201</c:v>
                      </c:pt>
                      <c:pt idx="273">
                        <c:v>133.97217735643599</c:v>
                      </c:pt>
                      <c:pt idx="274">
                        <c:v>148.65709670103899</c:v>
                      </c:pt>
                      <c:pt idx="275">
                        <c:v>168.302129263144</c:v>
                      </c:pt>
                      <c:pt idx="276">
                        <c:v>180.54663446951602</c:v>
                      </c:pt>
                      <c:pt idx="277">
                        <c:v>197.62629852898002</c:v>
                      </c:pt>
                      <c:pt idx="278">
                        <c:v>206.20670779130603</c:v>
                      </c:pt>
                      <c:pt idx="279">
                        <c:v>202.64440811412899</c:v>
                      </c:pt>
                      <c:pt idx="280">
                        <c:v>190.40349027470103</c:v>
                      </c:pt>
                      <c:pt idx="281">
                        <c:v>203.20077949222099</c:v>
                      </c:pt>
                      <c:pt idx="282">
                        <c:v>197.97048062901803</c:v>
                      </c:pt>
                      <c:pt idx="283">
                        <c:v>226.74743179730802</c:v>
                      </c:pt>
                      <c:pt idx="284">
                        <c:v>251.372638369859</c:v>
                      </c:pt>
                      <c:pt idx="285">
                        <c:v>297.85153240283603</c:v>
                      </c:pt>
                      <c:pt idx="286">
                        <c:v>289.18898927006603</c:v>
                      </c:pt>
                      <c:pt idx="287">
                        <c:v>231.25855606484799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B-B4D5-4FAE-AE9D-D02EB97D558B}"/>
                  </c:ext>
                </c:extLst>
              </c15:ser>
            </c15:filteredLineSeries>
            <c15:filteredLineSeries>
              <c15:ser>
                <c:idx val="41"/>
                <c:order val="4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12-10-2026'!$AQ$1</c15:sqref>
                        </c15:formulaRef>
                      </c:ext>
                    </c:extLst>
                    <c:strCache>
                      <c:ptCount val="1"/>
                      <c:pt idx="0">
                        <c:v>Traffic 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Lbl>
                    <c:idx val="211"/>
                    <c:layout>
                      <c:manualLayout>
                        <c:x val="-1.2055555555555453E-2"/>
                        <c:y val="-5.320610965296009E-2"/>
                      </c:manualLayout>
                    </c:layout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lIns="38100" tIns="19050" rIns="38100" bIns="19050" anchor="ctr" anchorCtr="1">
                        <a:spAutoFit/>
                      </a:bodyPr>
                      <a:lstStyle/>
                      <a:p>
                        <a:pPr>
                          <a:defRPr sz="900" b="0" i="0" u="none" strike="noStrike" kern="1200" baseline="0">
                            <a:solidFill>
                              <a:schemeClr val="accent6"/>
                            </a:solidFill>
                            <a:latin typeface="+mn-lt"/>
                            <a:ea typeface="+mn-ea"/>
                            <a:cs typeface="+mn-cs"/>
                          </a:defRPr>
                        </a:pPr>
                        <a:endParaRPr lang="fr-FR"/>
                      </a:p>
                    </c:txPr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2C-B4D5-4FAE-AE9D-D02EB97D558B}"/>
                      </c:ext>
                    </c:extLst>
                  </c:dLbl>
                  <c:dLbl>
                    <c:idx val="214"/>
                    <c:layout>
                      <c:manualLayout>
                        <c:x val="-5.0944444444444445E-2"/>
                        <c:y val="-2.542833187518229E-2"/>
                      </c:manualLayout>
                    </c:layout>
                    <c:dLblPos val="r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5="http://schemas.microsoft.com/office/drawing/2012/chart">
                      <c:ext xmlns:c15="http://schemas.microsoft.com/office/drawing/2012/chart" uri="{CE6537A1-D6FC-4f65-9D91-7224C49458BB}"/>
                      <c:ext xmlns:c16="http://schemas.microsoft.com/office/drawing/2014/chart" uri="{C3380CC4-5D6E-409C-BE32-E72D297353CC}">
                        <c16:uniqueId val="{0000002D-B4D5-4FAE-AE9D-D02EB97D558B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accent5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fr-FR"/>
                    </a:p>
                  </c:txPr>
                  <c:dLblPos val="t"/>
                  <c:showLegendKey val="0"/>
                  <c:showVal val="0"/>
                  <c:showCatName val="0"/>
                  <c:showSerName val="0"/>
                  <c:showPercent val="0"/>
                  <c:showBubbleSize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12-10-2026'!$A$2:$A$289</c15:sqref>
                        </c15:formulaRef>
                      </c:ext>
                    </c:extLst>
                    <c:strCache>
                      <c:ptCount val="288"/>
                      <c:pt idx="0">
                        <c:v>2026-10-01 00:00:00</c:v>
                      </c:pt>
                      <c:pt idx="1">
                        <c:v>2026-10-01 01:00:00</c:v>
                      </c:pt>
                      <c:pt idx="2">
                        <c:v>2026-10-01 02:00:00</c:v>
                      </c:pt>
                      <c:pt idx="3">
                        <c:v>2026-10-01 03:00:00</c:v>
                      </c:pt>
                      <c:pt idx="4">
                        <c:v>2026-10-01 04:00:00</c:v>
                      </c:pt>
                      <c:pt idx="5">
                        <c:v>2026-10-01 05:00:00</c:v>
                      </c:pt>
                      <c:pt idx="6">
                        <c:v>2026-10-01 06:00:00</c:v>
                      </c:pt>
                      <c:pt idx="7">
                        <c:v>2026-10-01 07:00:00</c:v>
                      </c:pt>
                      <c:pt idx="8">
                        <c:v>2026-10-01 08:00:00</c:v>
                      </c:pt>
                      <c:pt idx="9">
                        <c:v>2026-10-01 09:00:00</c:v>
                      </c:pt>
                      <c:pt idx="10">
                        <c:v>2026-10-01 10:00:00</c:v>
                      </c:pt>
                      <c:pt idx="11">
                        <c:v>2026-10-01 11:00:00</c:v>
                      </c:pt>
                      <c:pt idx="12">
                        <c:v>2026-10-01 12:00:00</c:v>
                      </c:pt>
                      <c:pt idx="13">
                        <c:v>2026-10-01 13:00:00</c:v>
                      </c:pt>
                      <c:pt idx="14">
                        <c:v>2026-10-01 14:00:00</c:v>
                      </c:pt>
                      <c:pt idx="15">
                        <c:v>2026-10-01 15:00:00</c:v>
                      </c:pt>
                      <c:pt idx="16">
                        <c:v>2026-10-01 16:00:00</c:v>
                      </c:pt>
                      <c:pt idx="17">
                        <c:v>2026-10-01 17:00:00</c:v>
                      </c:pt>
                      <c:pt idx="18">
                        <c:v>2026-10-01 18:00:00</c:v>
                      </c:pt>
                      <c:pt idx="19">
                        <c:v>2026-10-01 19:00:00</c:v>
                      </c:pt>
                      <c:pt idx="20">
                        <c:v>2026-10-01 20:00:00</c:v>
                      </c:pt>
                      <c:pt idx="21">
                        <c:v>2026-10-01 21:00:00</c:v>
                      </c:pt>
                      <c:pt idx="22">
                        <c:v>2026-10-01 22:00:00</c:v>
                      </c:pt>
                      <c:pt idx="23">
                        <c:v>2026-10-01 23:00:00</c:v>
                      </c:pt>
                      <c:pt idx="24">
                        <c:v>2026-10-02 00:00:00</c:v>
                      </c:pt>
                      <c:pt idx="25">
                        <c:v>2026-10-02 01:00:00</c:v>
                      </c:pt>
                      <c:pt idx="26">
                        <c:v>2026-10-02 02:00:00</c:v>
                      </c:pt>
                      <c:pt idx="27">
                        <c:v>2026-10-02 03:00:00</c:v>
                      </c:pt>
                      <c:pt idx="28">
                        <c:v>2026-10-02 04:00:00</c:v>
                      </c:pt>
                      <c:pt idx="29">
                        <c:v>2026-10-02 05:00:00</c:v>
                      </c:pt>
                      <c:pt idx="30">
                        <c:v>2026-10-02 06:00:00</c:v>
                      </c:pt>
                      <c:pt idx="31">
                        <c:v>2026-10-02 07:00:00</c:v>
                      </c:pt>
                      <c:pt idx="32">
                        <c:v>2026-10-02 08:00:00</c:v>
                      </c:pt>
                      <c:pt idx="33">
                        <c:v>2026-10-02 09:00:00</c:v>
                      </c:pt>
                      <c:pt idx="34">
                        <c:v>2026-10-02 10:00:00</c:v>
                      </c:pt>
                      <c:pt idx="35">
                        <c:v>2026-10-02 11:00:00</c:v>
                      </c:pt>
                      <c:pt idx="36">
                        <c:v>2026-10-02 12:00:00</c:v>
                      </c:pt>
                      <c:pt idx="37">
                        <c:v>2026-10-02 13:00:00</c:v>
                      </c:pt>
                      <c:pt idx="38">
                        <c:v>2026-10-02 14:00:00</c:v>
                      </c:pt>
                      <c:pt idx="39">
                        <c:v>2026-10-02 15:00:00</c:v>
                      </c:pt>
                      <c:pt idx="40">
                        <c:v>2026-10-02 16:00:00</c:v>
                      </c:pt>
                      <c:pt idx="41">
                        <c:v>2026-10-02 17:00:00</c:v>
                      </c:pt>
                      <c:pt idx="42">
                        <c:v>2026-10-02 18:00:00</c:v>
                      </c:pt>
                      <c:pt idx="43">
                        <c:v>2026-10-02 19:00:00</c:v>
                      </c:pt>
                      <c:pt idx="44">
                        <c:v>2026-10-02 20:00:00</c:v>
                      </c:pt>
                      <c:pt idx="45">
                        <c:v>2026-10-02 21:00:00</c:v>
                      </c:pt>
                      <c:pt idx="46">
                        <c:v>2026-10-02 22:00:00</c:v>
                      </c:pt>
                      <c:pt idx="47">
                        <c:v>2026-10-02 23:00:00</c:v>
                      </c:pt>
                      <c:pt idx="48">
                        <c:v>2026-10-03 00:00:00</c:v>
                      </c:pt>
                      <c:pt idx="49">
                        <c:v>2026-10-03 01:00:00</c:v>
                      </c:pt>
                      <c:pt idx="50">
                        <c:v>2026-10-03 02:00:00</c:v>
                      </c:pt>
                      <c:pt idx="51">
                        <c:v>2026-10-03 03:00:00</c:v>
                      </c:pt>
                      <c:pt idx="52">
                        <c:v>2026-10-03 04:00:00</c:v>
                      </c:pt>
                      <c:pt idx="53">
                        <c:v>2026-10-03 05:00:00</c:v>
                      </c:pt>
                      <c:pt idx="54">
                        <c:v>2026-10-03 06:00:00</c:v>
                      </c:pt>
                      <c:pt idx="55">
                        <c:v>2026-10-03 07:00:00</c:v>
                      </c:pt>
                      <c:pt idx="56">
                        <c:v>2026-10-03 08:00:00</c:v>
                      </c:pt>
                      <c:pt idx="57">
                        <c:v>2026-10-03 09:00:00</c:v>
                      </c:pt>
                      <c:pt idx="58">
                        <c:v>2026-10-03 10:00:00</c:v>
                      </c:pt>
                      <c:pt idx="59">
                        <c:v>2026-10-03 11:00:00</c:v>
                      </c:pt>
                      <c:pt idx="60">
                        <c:v>2026-10-03 12:00:00</c:v>
                      </c:pt>
                      <c:pt idx="61">
                        <c:v>2026-10-03 13:00:00</c:v>
                      </c:pt>
                      <c:pt idx="62">
                        <c:v>2026-10-03 14:00:00</c:v>
                      </c:pt>
                      <c:pt idx="63">
                        <c:v>2026-10-03 15:00:00</c:v>
                      </c:pt>
                      <c:pt idx="64">
                        <c:v>2026-10-03 16:00:00</c:v>
                      </c:pt>
                      <c:pt idx="65">
                        <c:v>2026-10-03 17:00:00</c:v>
                      </c:pt>
                      <c:pt idx="66">
                        <c:v>2026-10-03 18:00:00</c:v>
                      </c:pt>
                      <c:pt idx="67">
                        <c:v>2026-10-03 19:00:00</c:v>
                      </c:pt>
                      <c:pt idx="68">
                        <c:v>2026-10-03 20:00:00</c:v>
                      </c:pt>
                      <c:pt idx="69">
                        <c:v>2026-10-03 21:00:00</c:v>
                      </c:pt>
                      <c:pt idx="70">
                        <c:v>2026-10-03 22:00:00</c:v>
                      </c:pt>
                      <c:pt idx="71">
                        <c:v>2026-10-03 23:00:00</c:v>
                      </c:pt>
                      <c:pt idx="72">
                        <c:v>2026-10-04 00:00:00</c:v>
                      </c:pt>
                      <c:pt idx="73">
                        <c:v>2026-10-04 01:00:00</c:v>
                      </c:pt>
                      <c:pt idx="74">
                        <c:v>2026-10-04 02:00:00</c:v>
                      </c:pt>
                      <c:pt idx="75">
                        <c:v>2026-10-04 03:00:00</c:v>
                      </c:pt>
                      <c:pt idx="76">
                        <c:v>2026-10-04 04:00:00</c:v>
                      </c:pt>
                      <c:pt idx="77">
                        <c:v>2026-10-04 05:00:00</c:v>
                      </c:pt>
                      <c:pt idx="78">
                        <c:v>2026-10-04 06:00:00</c:v>
                      </c:pt>
                      <c:pt idx="79">
                        <c:v>2026-10-04 07:00:00</c:v>
                      </c:pt>
                      <c:pt idx="80">
                        <c:v>2026-10-04 08:00:00</c:v>
                      </c:pt>
                      <c:pt idx="81">
                        <c:v>2026-10-04 09:00:00</c:v>
                      </c:pt>
                      <c:pt idx="82">
                        <c:v>2026-10-04 10:00:00</c:v>
                      </c:pt>
                      <c:pt idx="83">
                        <c:v>2026-10-04 11:00:00</c:v>
                      </c:pt>
                      <c:pt idx="84">
                        <c:v>2026-10-04 12:00:00</c:v>
                      </c:pt>
                      <c:pt idx="85">
                        <c:v>2026-10-04 13:00:00</c:v>
                      </c:pt>
                      <c:pt idx="86">
                        <c:v>2026-10-04 14:00:00</c:v>
                      </c:pt>
                      <c:pt idx="87">
                        <c:v>2026-10-04 15:00:00</c:v>
                      </c:pt>
                      <c:pt idx="88">
                        <c:v>2026-10-04 16:00:00</c:v>
                      </c:pt>
                      <c:pt idx="89">
                        <c:v>2026-10-04 17:00:00</c:v>
                      </c:pt>
                      <c:pt idx="90">
                        <c:v>2026-10-04 18:00:00</c:v>
                      </c:pt>
                      <c:pt idx="91">
                        <c:v>2026-10-04 19:00:00</c:v>
                      </c:pt>
                      <c:pt idx="92">
                        <c:v>2026-10-04 20:00:00</c:v>
                      </c:pt>
                      <c:pt idx="93">
                        <c:v>2026-10-04 21:00:00</c:v>
                      </c:pt>
                      <c:pt idx="94">
                        <c:v>2026-10-04 22:00:00</c:v>
                      </c:pt>
                      <c:pt idx="95">
                        <c:v>2026-10-04 23:00:00</c:v>
                      </c:pt>
                      <c:pt idx="96">
                        <c:v>2026-10-05 00:00:00</c:v>
                      </c:pt>
                      <c:pt idx="97">
                        <c:v>2026-10-05 01:00:00</c:v>
                      </c:pt>
                      <c:pt idx="98">
                        <c:v>2026-10-05 02:00:00</c:v>
                      </c:pt>
                      <c:pt idx="99">
                        <c:v>2026-10-05 03:00:00</c:v>
                      </c:pt>
                      <c:pt idx="100">
                        <c:v>2026-10-05 04:00:00</c:v>
                      </c:pt>
                      <c:pt idx="101">
                        <c:v>2026-10-05 05:00:00</c:v>
                      </c:pt>
                      <c:pt idx="102">
                        <c:v>2026-10-05 06:00:00</c:v>
                      </c:pt>
                      <c:pt idx="103">
                        <c:v>2026-10-05 07:00:00</c:v>
                      </c:pt>
                      <c:pt idx="104">
                        <c:v>2026-10-05 08:00:00</c:v>
                      </c:pt>
                      <c:pt idx="105">
                        <c:v>2026-10-05 09:00:00</c:v>
                      </c:pt>
                      <c:pt idx="106">
                        <c:v>2026-10-05 10:00:00</c:v>
                      </c:pt>
                      <c:pt idx="107">
                        <c:v>2026-10-05 11:00:00</c:v>
                      </c:pt>
                      <c:pt idx="108">
                        <c:v>2026-10-05 12:00:00</c:v>
                      </c:pt>
                      <c:pt idx="109">
                        <c:v>2026-10-05 13:00:00</c:v>
                      </c:pt>
                      <c:pt idx="110">
                        <c:v>2026-10-05 14:00:00</c:v>
                      </c:pt>
                      <c:pt idx="111">
                        <c:v>2026-10-05 15:00:00</c:v>
                      </c:pt>
                      <c:pt idx="112">
                        <c:v>2026-10-05 16:00:00</c:v>
                      </c:pt>
                      <c:pt idx="113">
                        <c:v>2026-10-05 17:00:00</c:v>
                      </c:pt>
                      <c:pt idx="114">
                        <c:v>2026-10-05 18:00:00</c:v>
                      </c:pt>
                      <c:pt idx="115">
                        <c:v>2026-10-05 19:00:00</c:v>
                      </c:pt>
                      <c:pt idx="116">
                        <c:v>2026-10-05 20:00:00</c:v>
                      </c:pt>
                      <c:pt idx="117">
                        <c:v>2026-10-05 21:00:00</c:v>
                      </c:pt>
                      <c:pt idx="118">
                        <c:v>2026-10-05 22:00:00</c:v>
                      </c:pt>
                      <c:pt idx="119">
                        <c:v>2026-10-05 23:00:00</c:v>
                      </c:pt>
                      <c:pt idx="120">
                        <c:v>2026-10-06 00:00:00</c:v>
                      </c:pt>
                      <c:pt idx="121">
                        <c:v>2026-10-06 01:00:00</c:v>
                      </c:pt>
                      <c:pt idx="122">
                        <c:v>2026-10-06 02:00:00</c:v>
                      </c:pt>
                      <c:pt idx="123">
                        <c:v>2026-10-06 03:00:00</c:v>
                      </c:pt>
                      <c:pt idx="124">
                        <c:v>2026-10-06 04:00:00</c:v>
                      </c:pt>
                      <c:pt idx="125">
                        <c:v>2026-10-06 05:00:00</c:v>
                      </c:pt>
                      <c:pt idx="126">
                        <c:v>2026-10-06 06:00:00</c:v>
                      </c:pt>
                      <c:pt idx="127">
                        <c:v>2026-10-06 07:00:00</c:v>
                      </c:pt>
                      <c:pt idx="128">
                        <c:v>2026-10-06 08:00:00</c:v>
                      </c:pt>
                      <c:pt idx="129">
                        <c:v>2026-10-06 09:00:00</c:v>
                      </c:pt>
                      <c:pt idx="130">
                        <c:v>2026-10-06 10:00:00</c:v>
                      </c:pt>
                      <c:pt idx="131">
                        <c:v>2026-10-06 11:00:00</c:v>
                      </c:pt>
                      <c:pt idx="132">
                        <c:v>2026-10-06 12:00:00</c:v>
                      </c:pt>
                      <c:pt idx="133">
                        <c:v>2026-10-06 13:00:00</c:v>
                      </c:pt>
                      <c:pt idx="134">
                        <c:v>2026-10-06 14:00:00</c:v>
                      </c:pt>
                      <c:pt idx="135">
                        <c:v>2026-10-06 15:00:00</c:v>
                      </c:pt>
                      <c:pt idx="136">
                        <c:v>2026-10-06 16:00:00</c:v>
                      </c:pt>
                      <c:pt idx="137">
                        <c:v>2026-10-06 17:00:00</c:v>
                      </c:pt>
                      <c:pt idx="138">
                        <c:v>2026-10-06 18:00:00</c:v>
                      </c:pt>
                      <c:pt idx="139">
                        <c:v>2026-10-06 19:00:00</c:v>
                      </c:pt>
                      <c:pt idx="140">
                        <c:v>2026-10-06 20:00:00</c:v>
                      </c:pt>
                      <c:pt idx="141">
                        <c:v>2026-10-06 21:00:00</c:v>
                      </c:pt>
                      <c:pt idx="142">
                        <c:v>2026-10-06 22:00:00</c:v>
                      </c:pt>
                      <c:pt idx="143">
                        <c:v>2026-10-06 23:00:00</c:v>
                      </c:pt>
                      <c:pt idx="144">
                        <c:v>2026-10-07 00:00:00</c:v>
                      </c:pt>
                      <c:pt idx="145">
                        <c:v>2026-10-07 01:00:00</c:v>
                      </c:pt>
                      <c:pt idx="146">
                        <c:v>2026-10-07 02:00:00</c:v>
                      </c:pt>
                      <c:pt idx="147">
                        <c:v>2026-10-07 03:00:00</c:v>
                      </c:pt>
                      <c:pt idx="148">
                        <c:v>2026-10-07 04:00:00</c:v>
                      </c:pt>
                      <c:pt idx="149">
                        <c:v>2026-10-07 05:00:00</c:v>
                      </c:pt>
                      <c:pt idx="150">
                        <c:v>2026-10-07 06:00:00</c:v>
                      </c:pt>
                      <c:pt idx="151">
                        <c:v>2026-10-07 07:00:00</c:v>
                      </c:pt>
                      <c:pt idx="152">
                        <c:v>2026-10-07 08:00:00</c:v>
                      </c:pt>
                      <c:pt idx="153">
                        <c:v>2026-10-07 09:00:00</c:v>
                      </c:pt>
                      <c:pt idx="154">
                        <c:v>2026-10-07 10:00:00</c:v>
                      </c:pt>
                      <c:pt idx="155">
                        <c:v>2026-10-07 11:00:00</c:v>
                      </c:pt>
                      <c:pt idx="156">
                        <c:v>2026-10-07 12:00:00</c:v>
                      </c:pt>
                      <c:pt idx="157">
                        <c:v>2026-10-07 13:00:00</c:v>
                      </c:pt>
                      <c:pt idx="158">
                        <c:v>2026-10-07 14:00:00</c:v>
                      </c:pt>
                      <c:pt idx="159">
                        <c:v>2026-10-07 15:00:00</c:v>
                      </c:pt>
                      <c:pt idx="160">
                        <c:v>2026-10-07 16:00:00</c:v>
                      </c:pt>
                      <c:pt idx="161">
                        <c:v>2026-10-07 17:00:00</c:v>
                      </c:pt>
                      <c:pt idx="162">
                        <c:v>2026-10-07 18:00:00</c:v>
                      </c:pt>
                      <c:pt idx="163">
                        <c:v>2026-10-07 19:00:00</c:v>
                      </c:pt>
                      <c:pt idx="164">
                        <c:v>2026-10-07 20:00:00</c:v>
                      </c:pt>
                      <c:pt idx="165">
                        <c:v>2026-10-07 21:00:00</c:v>
                      </c:pt>
                      <c:pt idx="166">
                        <c:v>2026-10-07 22:00:00</c:v>
                      </c:pt>
                      <c:pt idx="167">
                        <c:v>2026-10-07 23:00:00</c:v>
                      </c:pt>
                      <c:pt idx="168">
                        <c:v>2026-10-08 00:00:00</c:v>
                      </c:pt>
                      <c:pt idx="169">
                        <c:v>2026-10-08 01:00:00</c:v>
                      </c:pt>
                      <c:pt idx="170">
                        <c:v>2026-10-08 02:00:00</c:v>
                      </c:pt>
                      <c:pt idx="171">
                        <c:v>2026-10-08 03:00:00</c:v>
                      </c:pt>
                      <c:pt idx="172">
                        <c:v>2026-10-08 04:00:00</c:v>
                      </c:pt>
                      <c:pt idx="173">
                        <c:v>2026-10-08 05:00:00</c:v>
                      </c:pt>
                      <c:pt idx="174">
                        <c:v>2026-10-08 06:00:00</c:v>
                      </c:pt>
                      <c:pt idx="175">
                        <c:v>2026-10-08 07:00:00</c:v>
                      </c:pt>
                      <c:pt idx="176">
                        <c:v>2026-10-08 08:00:00</c:v>
                      </c:pt>
                      <c:pt idx="177">
                        <c:v>2026-10-08 09:00:00</c:v>
                      </c:pt>
                      <c:pt idx="178">
                        <c:v>2026-10-08 10:00:00</c:v>
                      </c:pt>
                      <c:pt idx="179">
                        <c:v>2026-10-08 11:00:00</c:v>
                      </c:pt>
                      <c:pt idx="180">
                        <c:v>2026-10-08 12:00:00</c:v>
                      </c:pt>
                      <c:pt idx="181">
                        <c:v>2026-10-08 13:00:00</c:v>
                      </c:pt>
                      <c:pt idx="182">
                        <c:v>2026-10-08 14:00:00</c:v>
                      </c:pt>
                      <c:pt idx="183">
                        <c:v>2026-10-08 15:00:00</c:v>
                      </c:pt>
                      <c:pt idx="184">
                        <c:v>2026-10-08 16:00:00</c:v>
                      </c:pt>
                      <c:pt idx="185">
                        <c:v>2026-10-08 17:00:00</c:v>
                      </c:pt>
                      <c:pt idx="186">
                        <c:v>2026-10-08 18:00:00</c:v>
                      </c:pt>
                      <c:pt idx="187">
                        <c:v>2026-10-08 19:00:00</c:v>
                      </c:pt>
                      <c:pt idx="188">
                        <c:v>2026-10-08 20:00:00</c:v>
                      </c:pt>
                      <c:pt idx="189">
                        <c:v>2026-10-08 21:00:00</c:v>
                      </c:pt>
                      <c:pt idx="190">
                        <c:v>2026-10-08 22:00:00</c:v>
                      </c:pt>
                      <c:pt idx="191">
                        <c:v>2026-10-08 23:00:00</c:v>
                      </c:pt>
                      <c:pt idx="192">
                        <c:v>2026-10-09 00:00:00</c:v>
                      </c:pt>
                      <c:pt idx="193">
                        <c:v>2026-10-09 01:00:00</c:v>
                      </c:pt>
                      <c:pt idx="194">
                        <c:v>2026-10-09 02:00:00</c:v>
                      </c:pt>
                      <c:pt idx="195">
                        <c:v>2026-10-09 03:00:00</c:v>
                      </c:pt>
                      <c:pt idx="196">
                        <c:v>2026-10-09 04:00:00</c:v>
                      </c:pt>
                      <c:pt idx="197">
                        <c:v>2026-10-09 05:00:00</c:v>
                      </c:pt>
                      <c:pt idx="198">
                        <c:v>2026-10-09 06:00:00</c:v>
                      </c:pt>
                      <c:pt idx="199">
                        <c:v>2026-10-09 07:00:00</c:v>
                      </c:pt>
                      <c:pt idx="200">
                        <c:v>2026-10-09 08:00:00</c:v>
                      </c:pt>
                      <c:pt idx="201">
                        <c:v>2026-10-09 09:00:00</c:v>
                      </c:pt>
                      <c:pt idx="202">
                        <c:v>2026-10-09 10:00:00</c:v>
                      </c:pt>
                      <c:pt idx="203">
                        <c:v>2026-10-09 11:00:00</c:v>
                      </c:pt>
                      <c:pt idx="204">
                        <c:v>2026-10-09 12:00:00</c:v>
                      </c:pt>
                      <c:pt idx="205">
                        <c:v>2026-10-09 13:00:00</c:v>
                      </c:pt>
                      <c:pt idx="206">
                        <c:v>2026-10-09 14:00:00</c:v>
                      </c:pt>
                      <c:pt idx="207">
                        <c:v>2026-10-09 15:00:00</c:v>
                      </c:pt>
                      <c:pt idx="208">
                        <c:v>2026-10-09 16:00:00</c:v>
                      </c:pt>
                      <c:pt idx="209">
                        <c:v>2026-10-09 17:00:00</c:v>
                      </c:pt>
                      <c:pt idx="210">
                        <c:v>2026-10-09 18:00:00</c:v>
                      </c:pt>
                      <c:pt idx="211">
                        <c:v>2026-10-09 19:00:00</c:v>
                      </c:pt>
                      <c:pt idx="212">
                        <c:v>2026-10-09 20:00:00</c:v>
                      </c:pt>
                      <c:pt idx="213">
                        <c:v>2026-10-09 21:00:00</c:v>
                      </c:pt>
                      <c:pt idx="214">
                        <c:v>2026-10-09 22:00:00</c:v>
                      </c:pt>
                      <c:pt idx="215">
                        <c:v>2026-10-09 23:00:00</c:v>
                      </c:pt>
                      <c:pt idx="216">
                        <c:v>2026-10-10 00:00:00</c:v>
                      </c:pt>
                      <c:pt idx="217">
                        <c:v>2026-10-10 01:00:00</c:v>
                      </c:pt>
                      <c:pt idx="218">
                        <c:v>2026-10-10 02:00:00</c:v>
                      </c:pt>
                      <c:pt idx="219">
                        <c:v>2026-10-10 03:00:00</c:v>
                      </c:pt>
                      <c:pt idx="220">
                        <c:v>2026-10-10 04:00:00</c:v>
                      </c:pt>
                      <c:pt idx="221">
                        <c:v>2026-10-10 05:00:00</c:v>
                      </c:pt>
                      <c:pt idx="222">
                        <c:v>2026-10-10 06:00:00</c:v>
                      </c:pt>
                      <c:pt idx="223">
                        <c:v>2026-10-10 07:00:00</c:v>
                      </c:pt>
                      <c:pt idx="224">
                        <c:v>2026-10-10 08:00:00</c:v>
                      </c:pt>
                      <c:pt idx="225">
                        <c:v>2026-10-10 09:00:00</c:v>
                      </c:pt>
                      <c:pt idx="226">
                        <c:v>2026-10-10 10:00:00</c:v>
                      </c:pt>
                      <c:pt idx="227">
                        <c:v>2026-10-10 11:00:00</c:v>
                      </c:pt>
                      <c:pt idx="228">
                        <c:v>2026-10-10 12:00:00</c:v>
                      </c:pt>
                      <c:pt idx="229">
                        <c:v>2026-10-10 13:00:00</c:v>
                      </c:pt>
                      <c:pt idx="230">
                        <c:v>2026-10-10 14:00:00</c:v>
                      </c:pt>
                      <c:pt idx="231">
                        <c:v>2026-10-10 15:00:00</c:v>
                      </c:pt>
                      <c:pt idx="232">
                        <c:v>2026-10-10 16:00:00</c:v>
                      </c:pt>
                      <c:pt idx="233">
                        <c:v>2026-10-10 17:00:00</c:v>
                      </c:pt>
                      <c:pt idx="234">
                        <c:v>2026-10-10 18:00:00</c:v>
                      </c:pt>
                      <c:pt idx="235">
                        <c:v>2026-10-10 19:00:00</c:v>
                      </c:pt>
                      <c:pt idx="236">
                        <c:v>2026-10-10 20:00:00</c:v>
                      </c:pt>
                      <c:pt idx="237">
                        <c:v>2026-10-10 21:00:00</c:v>
                      </c:pt>
                      <c:pt idx="238">
                        <c:v>2026-10-10 22:00:00</c:v>
                      </c:pt>
                      <c:pt idx="239">
                        <c:v>2026-10-10 23:00:00</c:v>
                      </c:pt>
                      <c:pt idx="240">
                        <c:v>2026-10-11 00:00:00</c:v>
                      </c:pt>
                      <c:pt idx="241">
                        <c:v>2026-10-11 01:00:00</c:v>
                      </c:pt>
                      <c:pt idx="242">
                        <c:v>2026-10-11 02:00:00</c:v>
                      </c:pt>
                      <c:pt idx="243">
                        <c:v>2026-10-11 03:00:00</c:v>
                      </c:pt>
                      <c:pt idx="244">
                        <c:v>2026-10-11 04:00:00</c:v>
                      </c:pt>
                      <c:pt idx="245">
                        <c:v>2026-10-11 05:00:00</c:v>
                      </c:pt>
                      <c:pt idx="246">
                        <c:v>2026-10-11 06:00:00</c:v>
                      </c:pt>
                      <c:pt idx="247">
                        <c:v>2026-10-11 07:00:00</c:v>
                      </c:pt>
                      <c:pt idx="248">
                        <c:v>2026-10-11 08:00:00</c:v>
                      </c:pt>
                      <c:pt idx="249">
                        <c:v>2026-10-11 09:00:00</c:v>
                      </c:pt>
                      <c:pt idx="250">
                        <c:v>2026-10-11 10:00:00</c:v>
                      </c:pt>
                      <c:pt idx="251">
                        <c:v>2026-10-11 11:00:00</c:v>
                      </c:pt>
                      <c:pt idx="252">
                        <c:v>2026-10-11 12:00:00</c:v>
                      </c:pt>
                      <c:pt idx="253">
                        <c:v>2026-10-11 13:00:00</c:v>
                      </c:pt>
                      <c:pt idx="254">
                        <c:v>2026-10-11 14:00:00</c:v>
                      </c:pt>
                      <c:pt idx="255">
                        <c:v>2026-10-11 15:00:00</c:v>
                      </c:pt>
                      <c:pt idx="256">
                        <c:v>2026-10-11 16:00:00</c:v>
                      </c:pt>
                      <c:pt idx="257">
                        <c:v>2026-10-11 17:00:00</c:v>
                      </c:pt>
                      <c:pt idx="258">
                        <c:v>2026-10-11 18:00:00</c:v>
                      </c:pt>
                      <c:pt idx="259">
                        <c:v>2026-10-11 19:00:00</c:v>
                      </c:pt>
                      <c:pt idx="260">
                        <c:v>2026-10-11 20:00:00</c:v>
                      </c:pt>
                      <c:pt idx="261">
                        <c:v>2026-10-11 21:00:00</c:v>
                      </c:pt>
                      <c:pt idx="262">
                        <c:v>2026-10-11 22:00:00</c:v>
                      </c:pt>
                      <c:pt idx="263">
                        <c:v>2026-10-11 23:00:00</c:v>
                      </c:pt>
                      <c:pt idx="264">
                        <c:v>2026-10-12 00:00:00</c:v>
                      </c:pt>
                      <c:pt idx="265">
                        <c:v>2026-10-12 01:00:00</c:v>
                      </c:pt>
                      <c:pt idx="266">
                        <c:v>2026-10-12 02:00:00</c:v>
                      </c:pt>
                      <c:pt idx="267">
                        <c:v>2026-10-12 03:00:00</c:v>
                      </c:pt>
                      <c:pt idx="268">
                        <c:v>2026-10-12 04:00:00</c:v>
                      </c:pt>
                      <c:pt idx="269">
                        <c:v>2026-10-12 05:00:00</c:v>
                      </c:pt>
                      <c:pt idx="270">
                        <c:v>2026-10-12 06:00:00</c:v>
                      </c:pt>
                      <c:pt idx="271">
                        <c:v>2026-10-12 07:00:00</c:v>
                      </c:pt>
                      <c:pt idx="272">
                        <c:v>2026-10-12 08:00:00</c:v>
                      </c:pt>
                      <c:pt idx="273">
                        <c:v>2026-10-12 09:00:00</c:v>
                      </c:pt>
                      <c:pt idx="274">
                        <c:v>2026-10-12 10:00:00</c:v>
                      </c:pt>
                      <c:pt idx="275">
                        <c:v>2026-10-12 11:00:00</c:v>
                      </c:pt>
                      <c:pt idx="276">
                        <c:v>2026-10-12 12:00:00</c:v>
                      </c:pt>
                      <c:pt idx="277">
                        <c:v>2026-10-12 13:00:00</c:v>
                      </c:pt>
                      <c:pt idx="278">
                        <c:v>2026-10-12 14:00:00</c:v>
                      </c:pt>
                      <c:pt idx="279">
                        <c:v>2026-10-12 15:00:00</c:v>
                      </c:pt>
                      <c:pt idx="280">
                        <c:v>2026-10-12 16:00:00</c:v>
                      </c:pt>
                      <c:pt idx="281">
                        <c:v>2026-10-12 17:00:00</c:v>
                      </c:pt>
                      <c:pt idx="282">
                        <c:v>2026-10-12 18:00:00</c:v>
                      </c:pt>
                      <c:pt idx="283">
                        <c:v>2026-10-12 19:00:00</c:v>
                      </c:pt>
                      <c:pt idx="284">
                        <c:v>2026-10-12 20:00:00</c:v>
                      </c:pt>
                      <c:pt idx="285">
                        <c:v>2026-10-12 21:00:00</c:v>
                      </c:pt>
                      <c:pt idx="286">
                        <c:v>2026-10-12 22:00:00</c:v>
                      </c:pt>
                      <c:pt idx="287">
                        <c:v>2026-10-12 23:00:00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12-10-2026'!$AQ$2:$AQ$289</c15:sqref>
                        </c15:formulaRef>
                      </c:ext>
                    </c:extLst>
                    <c:numCache>
                      <c:formatCode>0</c:formatCode>
                      <c:ptCount val="288"/>
                      <c:pt idx="0">
                        <c:v>415.39958694784696</c:v>
                      </c:pt>
                      <c:pt idx="1">
                        <c:v>262.14668063166698</c:v>
                      </c:pt>
                      <c:pt idx="2">
                        <c:v>156.77513755748799</c:v>
                      </c:pt>
                      <c:pt idx="3">
                        <c:v>99.680570442813007</c:v>
                      </c:pt>
                      <c:pt idx="4">
                        <c:v>76.65308119288801</c:v>
                      </c:pt>
                      <c:pt idx="5">
                        <c:v>93.240769067824004</c:v>
                      </c:pt>
                      <c:pt idx="6">
                        <c:v>179.96819304410099</c:v>
                      </c:pt>
                      <c:pt idx="7">
                        <c:v>265.72355594765202</c:v>
                      </c:pt>
                      <c:pt idx="8">
                        <c:v>323.38856205612399</c:v>
                      </c:pt>
                      <c:pt idx="9">
                        <c:v>350.7328690603</c:v>
                      </c:pt>
                      <c:pt idx="10">
                        <c:v>387.26585406544007</c:v>
                      </c:pt>
                      <c:pt idx="11">
                        <c:v>433.396650116346</c:v>
                      </c:pt>
                      <c:pt idx="12">
                        <c:v>469.30078056808298</c:v>
                      </c:pt>
                      <c:pt idx="13">
                        <c:v>523.85872382057198</c:v>
                      </c:pt>
                      <c:pt idx="14">
                        <c:v>541.35353482371011</c:v>
                      </c:pt>
                      <c:pt idx="15">
                        <c:v>523.66816331271093</c:v>
                      </c:pt>
                      <c:pt idx="16">
                        <c:v>473.799433060198</c:v>
                      </c:pt>
                      <c:pt idx="17">
                        <c:v>486.88594571420595</c:v>
                      </c:pt>
                      <c:pt idx="18">
                        <c:v>483.25712946180397</c:v>
                      </c:pt>
                      <c:pt idx="19">
                        <c:v>549.60680493157702</c:v>
                      </c:pt>
                      <c:pt idx="20">
                        <c:v>608.46569054856502</c:v>
                      </c:pt>
                      <c:pt idx="21">
                        <c:v>697.77067159315902</c:v>
                      </c:pt>
                      <c:pt idx="22">
                        <c:v>702.52817004426697</c:v>
                      </c:pt>
                      <c:pt idx="23">
                        <c:v>613.17175540302105</c:v>
                      </c:pt>
                      <c:pt idx="24">
                        <c:v>460.74605573464601</c:v>
                      </c:pt>
                      <c:pt idx="25">
                        <c:v>302.25837734124002</c:v>
                      </c:pt>
                      <c:pt idx="26">
                        <c:v>183.41377242818402</c:v>
                      </c:pt>
                      <c:pt idx="27">
                        <c:v>118.008827163041</c:v>
                      </c:pt>
                      <c:pt idx="28">
                        <c:v>84.361590888275998</c:v>
                      </c:pt>
                      <c:pt idx="29">
                        <c:v>91.371003385220007</c:v>
                      </c:pt>
                      <c:pt idx="30">
                        <c:v>158.269358260882</c:v>
                      </c:pt>
                      <c:pt idx="31">
                        <c:v>229.16265795226599</c:v>
                      </c:pt>
                      <c:pt idx="32">
                        <c:v>310.783788034184</c:v>
                      </c:pt>
                      <c:pt idx="33">
                        <c:v>374.46133179600207</c:v>
                      </c:pt>
                      <c:pt idx="34">
                        <c:v>428.833323316465</c:v>
                      </c:pt>
                      <c:pt idx="35">
                        <c:v>483.89236097756896</c:v>
                      </c:pt>
                      <c:pt idx="36">
                        <c:v>496.26205406220197</c:v>
                      </c:pt>
                      <c:pt idx="37">
                        <c:v>522.03356169266897</c:v>
                      </c:pt>
                      <c:pt idx="38">
                        <c:v>620.04082252790408</c:v>
                      </c:pt>
                      <c:pt idx="39">
                        <c:v>582.51374160089904</c:v>
                      </c:pt>
                      <c:pt idx="40">
                        <c:v>501.81454027920097</c:v>
                      </c:pt>
                      <c:pt idx="41">
                        <c:v>502.83853097411793</c:v>
                      </c:pt>
                      <c:pt idx="42">
                        <c:v>495.12408854757899</c:v>
                      </c:pt>
                      <c:pt idx="43">
                        <c:v>566.29212465725095</c:v>
                      </c:pt>
                      <c:pt idx="44">
                        <c:v>630.50012407742497</c:v>
                      </c:pt>
                      <c:pt idx="45">
                        <c:v>727.15921232201504</c:v>
                      </c:pt>
                      <c:pt idx="46">
                        <c:v>724.49673153317394</c:v>
                      </c:pt>
                      <c:pt idx="47">
                        <c:v>634.56560567454301</c:v>
                      </c:pt>
                      <c:pt idx="48">
                        <c:v>478.08242333634701</c:v>
                      </c:pt>
                      <c:pt idx="49">
                        <c:v>315.602477360629</c:v>
                      </c:pt>
                      <c:pt idx="50">
                        <c:v>190.17769219082101</c:v>
                      </c:pt>
                      <c:pt idx="51">
                        <c:v>117.62876049825501</c:v>
                      </c:pt>
                      <c:pt idx="52">
                        <c:v>83.763141577908996</c:v>
                      </c:pt>
                      <c:pt idx="53">
                        <c:v>92.409750766244002</c:v>
                      </c:pt>
                      <c:pt idx="54">
                        <c:v>164.86394043903599</c:v>
                      </c:pt>
                      <c:pt idx="55">
                        <c:v>241.26551944253896</c:v>
                      </c:pt>
                      <c:pt idx="56">
                        <c:v>316.69600433698497</c:v>
                      </c:pt>
                      <c:pt idx="57">
                        <c:v>367.35252272782401</c:v>
                      </c:pt>
                      <c:pt idx="58">
                        <c:v>406.44875957134002</c:v>
                      </c:pt>
                      <c:pt idx="59">
                        <c:v>452.89475835514406</c:v>
                      </c:pt>
                      <c:pt idx="60">
                        <c:v>480.20435432952701</c:v>
                      </c:pt>
                      <c:pt idx="61">
                        <c:v>545.48513469809802</c:v>
                      </c:pt>
                      <c:pt idx="62">
                        <c:v>574.066482807032</c:v>
                      </c:pt>
                      <c:pt idx="63">
                        <c:v>547.56401496369404</c:v>
                      </c:pt>
                      <c:pt idx="64">
                        <c:v>486.09511706120907</c:v>
                      </c:pt>
                      <c:pt idx="65">
                        <c:v>493.55666511655306</c:v>
                      </c:pt>
                      <c:pt idx="66">
                        <c:v>485.47173443750495</c:v>
                      </c:pt>
                      <c:pt idx="67">
                        <c:v>549.87975326380706</c:v>
                      </c:pt>
                      <c:pt idx="68">
                        <c:v>611.84394419141699</c:v>
                      </c:pt>
                      <c:pt idx="69">
                        <c:v>701.57185617262996</c:v>
                      </c:pt>
                      <c:pt idx="70">
                        <c:v>693.16279602709199</c:v>
                      </c:pt>
                      <c:pt idx="71">
                        <c:v>583.34430122292201</c:v>
                      </c:pt>
                      <c:pt idx="72">
                        <c:v>412.64673490916198</c:v>
                      </c:pt>
                      <c:pt idx="73">
                        <c:v>255.50043622675798</c:v>
                      </c:pt>
                      <c:pt idx="74">
                        <c:v>152.03976408424501</c:v>
                      </c:pt>
                      <c:pt idx="75">
                        <c:v>96.787025117738011</c:v>
                      </c:pt>
                      <c:pt idx="76">
                        <c:v>74.622572373557006</c:v>
                      </c:pt>
                      <c:pt idx="77">
                        <c:v>89.38066580419401</c:v>
                      </c:pt>
                      <c:pt idx="78">
                        <c:v>172.939076049514</c:v>
                      </c:pt>
                      <c:pt idx="79">
                        <c:v>252.922788668328</c:v>
                      </c:pt>
                      <c:pt idx="80">
                        <c:v>311.31508415718804</c:v>
                      </c:pt>
                      <c:pt idx="81">
                        <c:v>341.15777471723101</c:v>
                      </c:pt>
                      <c:pt idx="82">
                        <c:v>375.40943615062804</c:v>
                      </c:pt>
                      <c:pt idx="83">
                        <c:v>421.33596951670995</c:v>
                      </c:pt>
                      <c:pt idx="84">
                        <c:v>452.24572005120103</c:v>
                      </c:pt>
                      <c:pt idx="85">
                        <c:v>501.27199006504293</c:v>
                      </c:pt>
                      <c:pt idx="86">
                        <c:v>514.90073411944206</c:v>
                      </c:pt>
                      <c:pt idx="87">
                        <c:v>494.46763929063002</c:v>
                      </c:pt>
                      <c:pt idx="88">
                        <c:v>463.0729748471249</c:v>
                      </c:pt>
                      <c:pt idx="89">
                        <c:v>482.54526315299501</c:v>
                      </c:pt>
                      <c:pt idx="90">
                        <c:v>476.402505058271</c:v>
                      </c:pt>
                      <c:pt idx="91">
                        <c:v>545.66571828431097</c:v>
                      </c:pt>
                      <c:pt idx="92">
                        <c:v>611.38743038618406</c:v>
                      </c:pt>
                      <c:pt idx="93">
                        <c:v>701.169107986673</c:v>
                      </c:pt>
                      <c:pt idx="94">
                        <c:v>685.45046995064308</c:v>
                      </c:pt>
                      <c:pt idx="95">
                        <c:v>564.616497459627</c:v>
                      </c:pt>
                      <c:pt idx="96">
                        <c:v>391.94840379653903</c:v>
                      </c:pt>
                      <c:pt idx="97">
                        <c:v>241.162742633227</c:v>
                      </c:pt>
                      <c:pt idx="98">
                        <c:v>143.21211135617099</c:v>
                      </c:pt>
                      <c:pt idx="99">
                        <c:v>92.593864520589989</c:v>
                      </c:pt>
                      <c:pt idx="100">
                        <c:v>72.761187953393005</c:v>
                      </c:pt>
                      <c:pt idx="101">
                        <c:v>88.105205140832993</c:v>
                      </c:pt>
                      <c:pt idx="102">
                        <c:v>175.39749488117099</c:v>
                      </c:pt>
                      <c:pt idx="103">
                        <c:v>259.34018556667206</c:v>
                      </c:pt>
                      <c:pt idx="104">
                        <c:v>314.97624865033197</c:v>
                      </c:pt>
                      <c:pt idx="105">
                        <c:v>342.92685868128501</c:v>
                      </c:pt>
                      <c:pt idx="106">
                        <c:v>376.82456483825399</c:v>
                      </c:pt>
                      <c:pt idx="107">
                        <c:v>426.07249327209797</c:v>
                      </c:pt>
                      <c:pt idx="108">
                        <c:v>456.98779688216996</c:v>
                      </c:pt>
                      <c:pt idx="109">
                        <c:v>506.28976884399697</c:v>
                      </c:pt>
                      <c:pt idx="110">
                        <c:v>516.23433512471797</c:v>
                      </c:pt>
                      <c:pt idx="111">
                        <c:v>496.36886025599597</c:v>
                      </c:pt>
                      <c:pt idx="112">
                        <c:v>463.42665800062593</c:v>
                      </c:pt>
                      <c:pt idx="113">
                        <c:v>480.70143469351103</c:v>
                      </c:pt>
                      <c:pt idx="114">
                        <c:v>476.63637232956398</c:v>
                      </c:pt>
                      <c:pt idx="115">
                        <c:v>546.93710380707</c:v>
                      </c:pt>
                      <c:pt idx="116">
                        <c:v>614.15775537066702</c:v>
                      </c:pt>
                      <c:pt idx="117">
                        <c:v>709.90322992072595</c:v>
                      </c:pt>
                      <c:pt idx="118">
                        <c:v>690.58478377209508</c:v>
                      </c:pt>
                      <c:pt idx="119">
                        <c:v>570.82499024648098</c:v>
                      </c:pt>
                      <c:pt idx="120">
                        <c:v>395.52648584286106</c:v>
                      </c:pt>
                      <c:pt idx="121">
                        <c:v>242.59137206332699</c:v>
                      </c:pt>
                      <c:pt idx="122">
                        <c:v>143.08602642530801</c:v>
                      </c:pt>
                      <c:pt idx="123">
                        <c:v>91.939624824505984</c:v>
                      </c:pt>
                      <c:pt idx="124">
                        <c:v>72.212115239240006</c:v>
                      </c:pt>
                      <c:pt idx="125">
                        <c:v>88.330220173924999</c:v>
                      </c:pt>
                      <c:pt idx="126">
                        <c:v>177.797682893977</c:v>
                      </c:pt>
                      <c:pt idx="127">
                        <c:v>263.68385087416198</c:v>
                      </c:pt>
                      <c:pt idx="128">
                        <c:v>319.93000224038803</c:v>
                      </c:pt>
                      <c:pt idx="129">
                        <c:v>348.87938313904704</c:v>
                      </c:pt>
                      <c:pt idx="130">
                        <c:v>384.52597816406598</c:v>
                      </c:pt>
                      <c:pt idx="131">
                        <c:v>427.99976540214101</c:v>
                      </c:pt>
                      <c:pt idx="132">
                        <c:v>469.11343665384004</c:v>
                      </c:pt>
                      <c:pt idx="133">
                        <c:v>541.27288341296094</c:v>
                      </c:pt>
                      <c:pt idx="134">
                        <c:v>552.94752246368694</c:v>
                      </c:pt>
                      <c:pt idx="135">
                        <c:v>523.532441976418</c:v>
                      </c:pt>
                      <c:pt idx="136">
                        <c:v>470.20481168374909</c:v>
                      </c:pt>
                      <c:pt idx="137">
                        <c:v>484.97021884314103</c:v>
                      </c:pt>
                      <c:pt idx="138">
                        <c:v>521.42827103971206</c:v>
                      </c:pt>
                      <c:pt idx="139">
                        <c:v>592.36148271285606</c:v>
                      </c:pt>
                      <c:pt idx="140">
                        <c:v>626.16321470964397</c:v>
                      </c:pt>
                      <c:pt idx="141">
                        <c:v>715.20608710869101</c:v>
                      </c:pt>
                      <c:pt idx="142">
                        <c:v>693.43832740903304</c:v>
                      </c:pt>
                      <c:pt idx="143">
                        <c:v>571.95556889319698</c:v>
                      </c:pt>
                      <c:pt idx="144">
                        <c:v>410.10656332766098</c:v>
                      </c:pt>
                      <c:pt idx="145">
                        <c:v>254.758043260557</c:v>
                      </c:pt>
                      <c:pt idx="146">
                        <c:v>155.68011916571299</c:v>
                      </c:pt>
                      <c:pt idx="147">
                        <c:v>95.573846425154997</c:v>
                      </c:pt>
                      <c:pt idx="148">
                        <c:v>73.870907152765</c:v>
                      </c:pt>
                      <c:pt idx="149">
                        <c:v>90.390082735206988</c:v>
                      </c:pt>
                      <c:pt idx="150">
                        <c:v>181.91055234006902</c:v>
                      </c:pt>
                      <c:pt idx="151">
                        <c:v>267.643173298026</c:v>
                      </c:pt>
                      <c:pt idx="152">
                        <c:v>325.29024381614897</c:v>
                      </c:pt>
                      <c:pt idx="153">
                        <c:v>351.728008797798</c:v>
                      </c:pt>
                      <c:pt idx="154">
                        <c:v>384.25999914809199</c:v>
                      </c:pt>
                      <c:pt idx="155">
                        <c:v>427.72010716791499</c:v>
                      </c:pt>
                      <c:pt idx="156">
                        <c:v>458.11640889157502</c:v>
                      </c:pt>
                      <c:pt idx="157">
                        <c:v>507.10854915857408</c:v>
                      </c:pt>
                      <c:pt idx="158">
                        <c:v>520.28640410853495</c:v>
                      </c:pt>
                      <c:pt idx="159">
                        <c:v>501.60653398634997</c:v>
                      </c:pt>
                      <c:pt idx="160">
                        <c:v>473.84463591182401</c:v>
                      </c:pt>
                      <c:pt idx="161">
                        <c:v>493.693801702889</c:v>
                      </c:pt>
                      <c:pt idx="162">
                        <c:v>489.13659497259596</c:v>
                      </c:pt>
                      <c:pt idx="163">
                        <c:v>557.52462758127092</c:v>
                      </c:pt>
                      <c:pt idx="164">
                        <c:v>617.95219707365891</c:v>
                      </c:pt>
                      <c:pt idx="165">
                        <c:v>705.35031739990904</c:v>
                      </c:pt>
                      <c:pt idx="166">
                        <c:v>690.35941103155506</c:v>
                      </c:pt>
                      <c:pt idx="167">
                        <c:v>563.96275862302298</c:v>
                      </c:pt>
                      <c:pt idx="168">
                        <c:v>392.139776496271</c:v>
                      </c:pt>
                      <c:pt idx="169">
                        <c:v>241.02748130413599</c:v>
                      </c:pt>
                      <c:pt idx="170">
                        <c:v>145.25835310400899</c:v>
                      </c:pt>
                      <c:pt idx="171">
                        <c:v>94.470071614787003</c:v>
                      </c:pt>
                      <c:pt idx="172">
                        <c:v>74.737550731268001</c:v>
                      </c:pt>
                      <c:pt idx="173">
                        <c:v>91.897987106696007</c:v>
                      </c:pt>
                      <c:pt idx="174">
                        <c:v>186.412645635366</c:v>
                      </c:pt>
                      <c:pt idx="175">
                        <c:v>282.20385405508398</c:v>
                      </c:pt>
                      <c:pt idx="176">
                        <c:v>351.01722580476599</c:v>
                      </c:pt>
                      <c:pt idx="177">
                        <c:v>391.707888034679</c:v>
                      </c:pt>
                      <c:pt idx="178">
                        <c:v>412.68159930790102</c:v>
                      </c:pt>
                      <c:pt idx="179">
                        <c:v>447.156473153256</c:v>
                      </c:pt>
                      <c:pt idx="180">
                        <c:v>480.41199876384502</c:v>
                      </c:pt>
                      <c:pt idx="181">
                        <c:v>531.06704514918601</c:v>
                      </c:pt>
                      <c:pt idx="182">
                        <c:v>541.339626077459</c:v>
                      </c:pt>
                      <c:pt idx="183">
                        <c:v>519.4286670902319</c:v>
                      </c:pt>
                      <c:pt idx="184">
                        <c:v>479.47494715338297</c:v>
                      </c:pt>
                      <c:pt idx="185">
                        <c:v>492.78611230932495</c:v>
                      </c:pt>
                      <c:pt idx="186">
                        <c:v>494.59656502045294</c:v>
                      </c:pt>
                      <c:pt idx="187">
                        <c:v>572.1623842343721</c:v>
                      </c:pt>
                      <c:pt idx="188">
                        <c:v>628.97141598184089</c:v>
                      </c:pt>
                      <c:pt idx="189">
                        <c:v>711.28121033204593</c:v>
                      </c:pt>
                      <c:pt idx="190">
                        <c:v>707.07250019280195</c:v>
                      </c:pt>
                      <c:pt idx="191">
                        <c:v>605.35966517026702</c:v>
                      </c:pt>
                      <c:pt idx="192">
                        <c:v>448.27956750821909</c:v>
                      </c:pt>
                      <c:pt idx="193">
                        <c:v>292.95789185262799</c:v>
                      </c:pt>
                      <c:pt idx="194">
                        <c:v>180.38764896555699</c:v>
                      </c:pt>
                      <c:pt idx="195">
                        <c:v>117.470854048902</c:v>
                      </c:pt>
                      <c:pt idx="196">
                        <c:v>85.765631718630004</c:v>
                      </c:pt>
                      <c:pt idx="197">
                        <c:v>90.065221620291993</c:v>
                      </c:pt>
                      <c:pt idx="198">
                        <c:v>162.38708389492299</c:v>
                      </c:pt>
                      <c:pt idx="199">
                        <c:v>238.12396348233</c:v>
                      </c:pt>
                      <c:pt idx="200">
                        <c:v>321.71161728212604</c:v>
                      </c:pt>
                      <c:pt idx="201">
                        <c:v>383.14120975507905</c:v>
                      </c:pt>
                      <c:pt idx="202">
                        <c:v>435.33981533316097</c:v>
                      </c:pt>
                      <c:pt idx="203">
                        <c:v>489.15066659469392</c:v>
                      </c:pt>
                      <c:pt idx="204">
                        <c:v>496.43128937302998</c:v>
                      </c:pt>
                      <c:pt idx="205">
                        <c:v>525.24778367379201</c:v>
                      </c:pt>
                      <c:pt idx="206">
                        <c:v>620.81523886535899</c:v>
                      </c:pt>
                      <c:pt idx="207">
                        <c:v>578.54935910690699</c:v>
                      </c:pt>
                      <c:pt idx="208">
                        <c:v>511.28924444793802</c:v>
                      </c:pt>
                      <c:pt idx="209">
                        <c:v>516.29694558044707</c:v>
                      </c:pt>
                      <c:pt idx="210">
                        <c:v>507.66580776283104</c:v>
                      </c:pt>
                      <c:pt idx="211">
                        <c:v>583.99893966289403</c:v>
                      </c:pt>
                      <c:pt idx="212">
                        <c:v>645.06779760798304</c:v>
                      </c:pt>
                      <c:pt idx="213">
                        <c:v>729.57765788069787</c:v>
                      </c:pt>
                      <c:pt idx="214">
                        <c:v>729.53305509983102</c:v>
                      </c:pt>
                      <c:pt idx="215">
                        <c:v>620.94351632987605</c:v>
                      </c:pt>
                      <c:pt idx="216">
                        <c:v>453.88663954311789</c:v>
                      </c:pt>
                      <c:pt idx="217">
                        <c:v>290.57293118962502</c:v>
                      </c:pt>
                      <c:pt idx="218">
                        <c:v>176.458603226636</c:v>
                      </c:pt>
                      <c:pt idx="219">
                        <c:v>110.288870198645</c:v>
                      </c:pt>
                      <c:pt idx="220">
                        <c:v>80.705219588999995</c:v>
                      </c:pt>
                      <c:pt idx="221">
                        <c:v>88.912970986722996</c:v>
                      </c:pt>
                      <c:pt idx="222">
                        <c:v>167.061586153424</c:v>
                      </c:pt>
                      <c:pt idx="223">
                        <c:v>248.05850436594699</c:v>
                      </c:pt>
                      <c:pt idx="224">
                        <c:v>323.54076218954799</c:v>
                      </c:pt>
                      <c:pt idx="225">
                        <c:v>370.218620692336</c:v>
                      </c:pt>
                      <c:pt idx="226">
                        <c:v>407.19620184749704</c:v>
                      </c:pt>
                      <c:pt idx="227">
                        <c:v>450.94028027672698</c:v>
                      </c:pt>
                      <c:pt idx="228">
                        <c:v>474.952313415692</c:v>
                      </c:pt>
                      <c:pt idx="229">
                        <c:v>542.83774064801798</c:v>
                      </c:pt>
                      <c:pt idx="230">
                        <c:v>570.62544438500299</c:v>
                      </c:pt>
                      <c:pt idx="231">
                        <c:v>541.01093519497499</c:v>
                      </c:pt>
                      <c:pt idx="232">
                        <c:v>487.52154020609703</c:v>
                      </c:pt>
                      <c:pt idx="233">
                        <c:v>500.32291196682695</c:v>
                      </c:pt>
                      <c:pt idx="234">
                        <c:v>500.02360562793604</c:v>
                      </c:pt>
                      <c:pt idx="235">
                        <c:v>568.24505057506701</c:v>
                      </c:pt>
                      <c:pt idx="236">
                        <c:v>639.79435421450103</c:v>
                      </c:pt>
                      <c:pt idx="237">
                        <c:v>727.38298427304801</c:v>
                      </c:pt>
                      <c:pt idx="238">
                        <c:v>694.74805538445605</c:v>
                      </c:pt>
                      <c:pt idx="239">
                        <c:v>566.578370480986</c:v>
                      </c:pt>
                      <c:pt idx="240">
                        <c:v>390.71647498169295</c:v>
                      </c:pt>
                      <c:pt idx="241">
                        <c:v>241.10053406459298</c:v>
                      </c:pt>
                      <c:pt idx="242">
                        <c:v>143.934160696135</c:v>
                      </c:pt>
                      <c:pt idx="243">
                        <c:v>93.569721624148002</c:v>
                      </c:pt>
                      <c:pt idx="244">
                        <c:v>73.63373761415599</c:v>
                      </c:pt>
                      <c:pt idx="245">
                        <c:v>86.798342062505981</c:v>
                      </c:pt>
                      <c:pt idx="246">
                        <c:v>175.31421650304998</c:v>
                      </c:pt>
                      <c:pt idx="247">
                        <c:v>259.31099100492503</c:v>
                      </c:pt>
                      <c:pt idx="248">
                        <c:v>318.29378818629999</c:v>
                      </c:pt>
                      <c:pt idx="249">
                        <c:v>341.84894578209901</c:v>
                      </c:pt>
                      <c:pt idx="250">
                        <c:v>373.51911099239396</c:v>
                      </c:pt>
                      <c:pt idx="251">
                        <c:v>418.62947010869595</c:v>
                      </c:pt>
                      <c:pt idx="252">
                        <c:v>451.22415808326002</c:v>
                      </c:pt>
                      <c:pt idx="253">
                        <c:v>502.50884461455598</c:v>
                      </c:pt>
                      <c:pt idx="254">
                        <c:v>516.09868527528999</c:v>
                      </c:pt>
                      <c:pt idx="255">
                        <c:v>497.30661528633101</c:v>
                      </c:pt>
                      <c:pt idx="256">
                        <c:v>476.02628811224798</c:v>
                      </c:pt>
                      <c:pt idx="257">
                        <c:v>505.26585391984594</c:v>
                      </c:pt>
                      <c:pt idx="258">
                        <c:v>501.51650334977296</c:v>
                      </c:pt>
                      <c:pt idx="259">
                        <c:v>566.69424670895796</c:v>
                      </c:pt>
                      <c:pt idx="260">
                        <c:v>632.01250382519106</c:v>
                      </c:pt>
                      <c:pt idx="261">
                        <c:v>711.12787128789296</c:v>
                      </c:pt>
                      <c:pt idx="262">
                        <c:v>684.94650512729993</c:v>
                      </c:pt>
                      <c:pt idx="263">
                        <c:v>548.04322434373307</c:v>
                      </c:pt>
                      <c:pt idx="264">
                        <c:v>376.43002203980097</c:v>
                      </c:pt>
                      <c:pt idx="265">
                        <c:v>227.50805037899397</c:v>
                      </c:pt>
                      <c:pt idx="266">
                        <c:v>135.38702389010803</c:v>
                      </c:pt>
                      <c:pt idx="267">
                        <c:v>89.384208641476988</c:v>
                      </c:pt>
                      <c:pt idx="268">
                        <c:v>71.390290822885987</c:v>
                      </c:pt>
                      <c:pt idx="269">
                        <c:v>86.469212874150003</c:v>
                      </c:pt>
                      <c:pt idx="270">
                        <c:v>179.33952667140602</c:v>
                      </c:pt>
                      <c:pt idx="271">
                        <c:v>267.81679533361</c:v>
                      </c:pt>
                      <c:pt idx="272">
                        <c:v>322.41498475665202</c:v>
                      </c:pt>
                      <c:pt idx="273">
                        <c:v>347.63746573343599</c:v>
                      </c:pt>
                      <c:pt idx="274">
                        <c:v>380.41276951403904</c:v>
                      </c:pt>
                      <c:pt idx="275">
                        <c:v>426.67643668314395</c:v>
                      </c:pt>
                      <c:pt idx="276">
                        <c:v>457.24357935151602</c:v>
                      </c:pt>
                      <c:pt idx="277">
                        <c:v>506.64553405397999</c:v>
                      </c:pt>
                      <c:pt idx="278">
                        <c:v>515.36429413930603</c:v>
                      </c:pt>
                      <c:pt idx="279">
                        <c:v>496.73196024812898</c:v>
                      </c:pt>
                      <c:pt idx="280">
                        <c:v>475.76617350670102</c:v>
                      </c:pt>
                      <c:pt idx="281">
                        <c:v>497.40193502022095</c:v>
                      </c:pt>
                      <c:pt idx="282">
                        <c:v>494.400265571018</c:v>
                      </c:pt>
                      <c:pt idx="283">
                        <c:v>570.02283035230812</c:v>
                      </c:pt>
                      <c:pt idx="284">
                        <c:v>640.27711703085902</c:v>
                      </c:pt>
                      <c:pt idx="285">
                        <c:v>723.05824239683602</c:v>
                      </c:pt>
                      <c:pt idx="286">
                        <c:v>688.78986591206603</c:v>
                      </c:pt>
                      <c:pt idx="287">
                        <c:v>549.89492254184802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2E-B4D5-4FAE-AE9D-D02EB97D558B}"/>
                  </c:ext>
                </c:extLst>
              </c15:ser>
            </c15:filteredLineSeries>
          </c:ext>
        </c:extLst>
      </c:lineChart>
      <c:catAx>
        <c:axId val="228096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28096864"/>
        <c:crosses val="autoZero"/>
        <c:auto val="1"/>
        <c:lblAlgn val="ctr"/>
        <c:lblOffset val="100"/>
        <c:noMultiLvlLbl val="0"/>
      </c:catAx>
      <c:valAx>
        <c:axId val="22809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28096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fr-FR" sz="1800" dirty="0">
                <a:solidFill>
                  <a:schemeClr val="accent1"/>
                </a:solidFill>
              </a:rPr>
              <a:t>Daily </a:t>
            </a:r>
            <a:r>
              <a:rPr lang="fr-FR" sz="1800" dirty="0" err="1">
                <a:solidFill>
                  <a:schemeClr val="accent1"/>
                </a:solidFill>
              </a:rPr>
              <a:t>SGi_Gi</a:t>
            </a:r>
            <a:r>
              <a:rPr lang="fr-FR" sz="1800" baseline="0" dirty="0">
                <a:solidFill>
                  <a:schemeClr val="accent1"/>
                </a:solidFill>
              </a:rPr>
              <a:t> Network Traffic (TB)</a:t>
            </a:r>
            <a:endParaRPr lang="fr-FR" sz="1800" dirty="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4"/>
          <c:order val="4"/>
          <c:tx>
            <c:strRef>
              <c:f>'01-10 12-10-2026'!$F$1</c:f>
              <c:strCache>
                <c:ptCount val="1"/>
                <c:pt idx="0">
                  <c:v> SGI Traffic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'01-10 12-10-2026'!$A$2:$A$13</c:f>
              <c:strCache>
                <c:ptCount val="12"/>
                <c:pt idx="0">
                  <c:v>01-oct</c:v>
                </c:pt>
                <c:pt idx="1">
                  <c:v>02-oct</c:v>
                </c:pt>
                <c:pt idx="2">
                  <c:v>03-oct</c:v>
                </c:pt>
                <c:pt idx="3">
                  <c:v>04-oct</c:v>
                </c:pt>
                <c:pt idx="4">
                  <c:v>05-oct</c:v>
                </c:pt>
                <c:pt idx="5">
                  <c:v>06-oct</c:v>
                </c:pt>
                <c:pt idx="6">
                  <c:v>07-oct</c:v>
                </c:pt>
                <c:pt idx="7">
                  <c:v>08-oct</c:v>
                </c:pt>
                <c:pt idx="8">
                  <c:v>09-oct</c:v>
                </c:pt>
                <c:pt idx="9">
                  <c:v>10-oct</c:v>
                </c:pt>
                <c:pt idx="10">
                  <c:v>11-oct</c:v>
                </c:pt>
                <c:pt idx="11">
                  <c:v>12-oct</c:v>
                </c:pt>
              </c:strCache>
            </c:strRef>
          </c:cat>
          <c:val>
            <c:numRef>
              <c:f>'01-10 12-10-2026'!$F$2:$F$13</c:f>
              <c:numCache>
                <c:formatCode>0</c:formatCode>
                <c:ptCount val="12"/>
                <c:pt idx="0">
                  <c:v>8064.9508220255939</c:v>
                </c:pt>
                <c:pt idx="1">
                  <c:v>8492.4548925428553</c:v>
                </c:pt>
                <c:pt idx="2">
                  <c:v>8290.1557752167173</c:v>
                </c:pt>
                <c:pt idx="3">
                  <c:v>7854.5295145213604</c:v>
                </c:pt>
                <c:pt idx="4">
                  <c:v>7860.920066656221</c:v>
                </c:pt>
                <c:pt idx="5">
                  <c:v>8088.7416072861806</c:v>
                </c:pt>
                <c:pt idx="6">
                  <c:v>7981.329428902377</c:v>
                </c:pt>
                <c:pt idx="7">
                  <c:v>8213.7429179135015</c:v>
                </c:pt>
                <c:pt idx="8">
                  <c:v>8569.520096320819</c:v>
                </c:pt>
                <c:pt idx="9">
                  <c:v>8294.623639394611</c:v>
                </c:pt>
                <c:pt idx="10">
                  <c:v>7907.0896552907088</c:v>
                </c:pt>
                <c:pt idx="11">
                  <c:v>7914.4217124200577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36-4EE6-B2AD-A88B1AD879E5}"/>
            </c:ext>
          </c:extLst>
        </c:ser>
        <c:ser>
          <c:idx val="5"/>
          <c:order val="5"/>
          <c:tx>
            <c:strRef>
              <c:f>'01-10 12-10-2026'!$G$1</c:f>
              <c:strCache>
                <c:ptCount val="1"/>
                <c:pt idx="0">
                  <c:v> GI Traffic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'01-10 12-10-2026'!$A$2:$A$13</c:f>
              <c:strCache>
                <c:ptCount val="12"/>
                <c:pt idx="0">
                  <c:v>01-oct</c:v>
                </c:pt>
                <c:pt idx="1">
                  <c:v>02-oct</c:v>
                </c:pt>
                <c:pt idx="2">
                  <c:v>03-oct</c:v>
                </c:pt>
                <c:pt idx="3">
                  <c:v>04-oct</c:v>
                </c:pt>
                <c:pt idx="4">
                  <c:v>05-oct</c:v>
                </c:pt>
                <c:pt idx="5">
                  <c:v>06-oct</c:v>
                </c:pt>
                <c:pt idx="6">
                  <c:v>07-oct</c:v>
                </c:pt>
                <c:pt idx="7">
                  <c:v>08-oct</c:v>
                </c:pt>
                <c:pt idx="8">
                  <c:v>09-oct</c:v>
                </c:pt>
                <c:pt idx="9">
                  <c:v>10-oct</c:v>
                </c:pt>
                <c:pt idx="10">
                  <c:v>11-oct</c:v>
                </c:pt>
                <c:pt idx="11">
                  <c:v>12-oct</c:v>
                </c:pt>
              </c:strCache>
            </c:strRef>
          </c:cat>
          <c:val>
            <c:numRef>
              <c:f>'01-10 12-10-2026'!$G$2:$G$13</c:f>
              <c:numCache>
                <c:formatCode>0</c:formatCode>
                <c:ptCount val="12"/>
                <c:pt idx="0">
                  <c:v>1653.0874913867699</c:v>
                </c:pt>
                <c:pt idx="1">
                  <c:v>1736.7486926840982</c:v>
                </c:pt>
                <c:pt idx="2">
                  <c:v>1689.2761296778428</c:v>
                </c:pt>
                <c:pt idx="3">
                  <c:v>1594.723863906037</c:v>
                </c:pt>
                <c:pt idx="4">
                  <c:v>1593.454383881965</c:v>
                </c:pt>
                <c:pt idx="5">
                  <c:v>1630.3551669036963</c:v>
                </c:pt>
                <c:pt idx="6">
                  <c:v>1616.54445817449</c:v>
                </c:pt>
                <c:pt idx="7">
                  <c:v>1660.9201259099277</c:v>
                </c:pt>
                <c:pt idx="8">
                  <c:v>1740.6777111273077</c:v>
                </c:pt>
                <c:pt idx="9">
                  <c:v>1687.2608572372212</c:v>
                </c:pt>
                <c:pt idx="10">
                  <c:v>1602.3511382643658</c:v>
                </c:pt>
                <c:pt idx="11">
                  <c:v>1612.0417950444339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36-4EE6-B2AD-A88B1AD879E5}"/>
            </c:ext>
          </c:extLst>
        </c:ser>
        <c:ser>
          <c:idx val="8"/>
          <c:order val="8"/>
          <c:tx>
            <c:strRef>
              <c:f>'01-10 12-10-2026'!$J$1</c:f>
              <c:strCache>
                <c:ptCount val="1"/>
                <c:pt idx="0">
                  <c:v>Total Traffic 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'01-10 12-10-2026'!$A$2:$A$13</c:f>
              <c:strCache>
                <c:ptCount val="12"/>
                <c:pt idx="0">
                  <c:v>01-oct</c:v>
                </c:pt>
                <c:pt idx="1">
                  <c:v>02-oct</c:v>
                </c:pt>
                <c:pt idx="2">
                  <c:v>03-oct</c:v>
                </c:pt>
                <c:pt idx="3">
                  <c:v>04-oct</c:v>
                </c:pt>
                <c:pt idx="4">
                  <c:v>05-oct</c:v>
                </c:pt>
                <c:pt idx="5">
                  <c:v>06-oct</c:v>
                </c:pt>
                <c:pt idx="6">
                  <c:v>07-oct</c:v>
                </c:pt>
                <c:pt idx="7">
                  <c:v>08-oct</c:v>
                </c:pt>
                <c:pt idx="8">
                  <c:v>09-oct</c:v>
                </c:pt>
                <c:pt idx="9">
                  <c:v>10-oct</c:v>
                </c:pt>
                <c:pt idx="10">
                  <c:v>11-oct</c:v>
                </c:pt>
                <c:pt idx="11">
                  <c:v>12-oct</c:v>
                </c:pt>
              </c:strCache>
            </c:strRef>
          </c:cat>
          <c:val>
            <c:numRef>
              <c:f>'01-10 12-10-2026'!$J$2:$J$13</c:f>
              <c:numCache>
                <c:formatCode>0</c:formatCode>
                <c:ptCount val="12"/>
                <c:pt idx="0">
                  <c:v>9718.0383134123622</c:v>
                </c:pt>
                <c:pt idx="1">
                  <c:v>10229.203585226955</c:v>
                </c:pt>
                <c:pt idx="2">
                  <c:v>9979.4319048945599</c:v>
                </c:pt>
                <c:pt idx="3">
                  <c:v>9449.2533784273983</c:v>
                </c:pt>
                <c:pt idx="4">
                  <c:v>9454.3744505381892</c:v>
                </c:pt>
                <c:pt idx="5">
                  <c:v>9719.0967741898785</c:v>
                </c:pt>
                <c:pt idx="6">
                  <c:v>9597.8738870768666</c:v>
                </c:pt>
                <c:pt idx="7">
                  <c:v>9874.6630438234315</c:v>
                </c:pt>
                <c:pt idx="8">
                  <c:v>10310.197807448129</c:v>
                </c:pt>
                <c:pt idx="9">
                  <c:v>9981.884496631832</c:v>
                </c:pt>
                <c:pt idx="10">
                  <c:v>9509.4407935550735</c:v>
                </c:pt>
                <c:pt idx="11">
                  <c:v>9526.4635074644902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B36-4EE6-B2AD-A88B1AD879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32433888"/>
        <c:axId val="23243421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'01-10 12-10-2026'!$B$1</c15:sqref>
                        </c15:formulaRef>
                      </c:ext>
                    </c:extLst>
                    <c:strCache>
                      <c:ptCount val="1"/>
                      <c:pt idx="0">
                        <c:v>Huawei SGI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'01-10 12-10-2026'!$B$2:$B$13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4565.8526794660002</c:v>
                      </c:pt>
                      <c:pt idx="1">
                        <c:v>4810.6955896869995</c:v>
                      </c:pt>
                      <c:pt idx="2">
                        <c:v>4673.5147812079995</c:v>
                      </c:pt>
                      <c:pt idx="3">
                        <c:v>4428.865768306001</c:v>
                      </c:pt>
                      <c:pt idx="4">
                        <c:v>4420.3650094669993</c:v>
                      </c:pt>
                      <c:pt idx="5">
                        <c:v>4532.1730962110005</c:v>
                      </c:pt>
                      <c:pt idx="6">
                        <c:v>4480.3384987139998</c:v>
                      </c:pt>
                      <c:pt idx="7">
                        <c:v>4625.2432561879996</c:v>
                      </c:pt>
                      <c:pt idx="8">
                        <c:v>4840.690336703</c:v>
                      </c:pt>
                      <c:pt idx="9">
                        <c:v>4667.3132826829997</c:v>
                      </c:pt>
                      <c:pt idx="10">
                        <c:v>4428.9678705940005</c:v>
                      </c:pt>
                      <c:pt idx="11">
                        <c:v>4453.8065516880015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1B36-4EE6-B2AD-A88B1AD879E5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12-10-2026'!$C$1</c15:sqref>
                        </c15:formulaRef>
                      </c:ext>
                    </c:extLst>
                    <c:strCache>
                      <c:ptCount val="1"/>
                      <c:pt idx="0">
                        <c:v> Ericsson SGI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12-10-2026'!$C$2:$C$13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3499.0981425595933</c:v>
                      </c:pt>
                      <c:pt idx="1">
                        <c:v>3681.7593028558567</c:v>
                      </c:pt>
                      <c:pt idx="2">
                        <c:v>3616.6409940087165</c:v>
                      </c:pt>
                      <c:pt idx="3">
                        <c:v>3425.6637462153612</c:v>
                      </c:pt>
                      <c:pt idx="4">
                        <c:v>3440.5550571892213</c:v>
                      </c:pt>
                      <c:pt idx="5">
                        <c:v>3556.568511075182</c:v>
                      </c:pt>
                      <c:pt idx="6">
                        <c:v>3500.9909301883772</c:v>
                      </c:pt>
                      <c:pt idx="7">
                        <c:v>3588.4996617255024</c:v>
                      </c:pt>
                      <c:pt idx="8">
                        <c:v>3728.8297596178186</c:v>
                      </c:pt>
                      <c:pt idx="9">
                        <c:v>3627.3103567116113</c:v>
                      </c:pt>
                      <c:pt idx="10">
                        <c:v>3478.1217846967083</c:v>
                      </c:pt>
                      <c:pt idx="11">
                        <c:v>3460.6151607320571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1B36-4EE6-B2AD-A88B1AD879E5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12-10-2026'!$D$1</c15:sqref>
                        </c15:formulaRef>
                      </c:ext>
                    </c:extLst>
                    <c:strCache>
                      <c:ptCount val="1"/>
                      <c:pt idx="0">
                        <c:v> Huawei GI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12-10-2026'!$D$2:$D$13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1297.021006364</c:v>
                      </c:pt>
                      <c:pt idx="1">
                        <c:v>1362.941313067</c:v>
                      </c:pt>
                      <c:pt idx="2">
                        <c:v>1325.4245534920001</c:v>
                      </c:pt>
                      <c:pt idx="3">
                        <c:v>1253.883551422</c:v>
                      </c:pt>
                      <c:pt idx="4">
                        <c:v>1252.3406162649999</c:v>
                      </c:pt>
                      <c:pt idx="5">
                        <c:v>1281.1091796679998</c:v>
                      </c:pt>
                      <c:pt idx="6">
                        <c:v>1268.6175810350001</c:v>
                      </c:pt>
                      <c:pt idx="7">
                        <c:v>1306.1513853919998</c:v>
                      </c:pt>
                      <c:pt idx="8">
                        <c:v>1369.0827477329999</c:v>
                      </c:pt>
                      <c:pt idx="9">
                        <c:v>1329.6776335660004</c:v>
                      </c:pt>
                      <c:pt idx="10">
                        <c:v>1262.078611955</c:v>
                      </c:pt>
                      <c:pt idx="11">
                        <c:v>1269.5661035949997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1B36-4EE6-B2AD-A88B1AD879E5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12-10-2026'!$E$1</c15:sqref>
                        </c15:formulaRef>
                      </c:ext>
                    </c:extLst>
                    <c:strCache>
                      <c:ptCount val="1"/>
                      <c:pt idx="0">
                        <c:v>Ericsson GI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12-10-2026'!$E$2:$E$13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356.06648502276988</c:v>
                      </c:pt>
                      <c:pt idx="1">
                        <c:v>373.80737961709809</c:v>
                      </c:pt>
                      <c:pt idx="2">
                        <c:v>363.8515761858431</c:v>
                      </c:pt>
                      <c:pt idx="3">
                        <c:v>340.84031248403699</c:v>
                      </c:pt>
                      <c:pt idx="4">
                        <c:v>341.11376761696499</c:v>
                      </c:pt>
                      <c:pt idx="5">
                        <c:v>349.24598723569608</c:v>
                      </c:pt>
                      <c:pt idx="6">
                        <c:v>347.92687713948993</c:v>
                      </c:pt>
                      <c:pt idx="7">
                        <c:v>354.76874051792799</c:v>
                      </c:pt>
                      <c:pt idx="8">
                        <c:v>371.59496339430802</c:v>
                      </c:pt>
                      <c:pt idx="9">
                        <c:v>357.58322367122105</c:v>
                      </c:pt>
                      <c:pt idx="10">
                        <c:v>340.27252630936596</c:v>
                      </c:pt>
                      <c:pt idx="11">
                        <c:v>342.47569144943412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1B36-4EE6-B2AD-A88B1AD879E5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12-10-2026'!$H$1</c15:sqref>
                        </c15:formulaRef>
                      </c:ext>
                    </c:extLst>
                    <c:strCache>
                      <c:ptCount val="1"/>
                      <c:pt idx="0">
                        <c:v>Huawei 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12-10-2026'!$H$2:$H$13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5862.8736858300008</c:v>
                      </c:pt>
                      <c:pt idx="1">
                        <c:v>6173.6369027539995</c:v>
                      </c:pt>
                      <c:pt idx="2">
                        <c:v>5998.9393347000005</c:v>
                      </c:pt>
                      <c:pt idx="3">
                        <c:v>5682.749319728</c:v>
                      </c:pt>
                      <c:pt idx="4">
                        <c:v>5672.7056257319991</c:v>
                      </c:pt>
                      <c:pt idx="5">
                        <c:v>5813.2822758789998</c:v>
                      </c:pt>
                      <c:pt idx="6">
                        <c:v>5748.9560797490012</c:v>
                      </c:pt>
                      <c:pt idx="7">
                        <c:v>5931.3946415799992</c:v>
                      </c:pt>
                      <c:pt idx="8">
                        <c:v>6209.7730844360003</c:v>
                      </c:pt>
                      <c:pt idx="9">
                        <c:v>5996.9909162489994</c:v>
                      </c:pt>
                      <c:pt idx="10">
                        <c:v>5691.0464825490008</c:v>
                      </c:pt>
                      <c:pt idx="11">
                        <c:v>5723.3726552830012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1B36-4EE6-B2AD-A88B1AD879E5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12-10-2026'!$I$1</c15:sqref>
                        </c15:formulaRef>
                      </c:ext>
                    </c:extLst>
                    <c:strCache>
                      <c:ptCount val="1"/>
                      <c:pt idx="0">
                        <c:v>Ericsson 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12-10-2026'!$I$2:$I$13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3855.1646275823632</c:v>
                      </c:pt>
                      <c:pt idx="1">
                        <c:v>4055.5666824729547</c:v>
                      </c:pt>
                      <c:pt idx="2">
                        <c:v>3980.4925701945585</c:v>
                      </c:pt>
                      <c:pt idx="3">
                        <c:v>3766.5040586993978</c:v>
                      </c:pt>
                      <c:pt idx="4">
                        <c:v>3781.6688248061864</c:v>
                      </c:pt>
                      <c:pt idx="5">
                        <c:v>3905.8144983108768</c:v>
                      </c:pt>
                      <c:pt idx="6">
                        <c:v>3848.9178073278676</c:v>
                      </c:pt>
                      <c:pt idx="7">
                        <c:v>3943.2684022434296</c:v>
                      </c:pt>
                      <c:pt idx="8">
                        <c:v>4100.4247230121264</c:v>
                      </c:pt>
                      <c:pt idx="9">
                        <c:v>3984.8935803828322</c:v>
                      </c:pt>
                      <c:pt idx="10">
                        <c:v>3818.3943110060736</c:v>
                      </c:pt>
                      <c:pt idx="11">
                        <c:v>3803.0908521814908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1B36-4EE6-B2AD-A88B1AD879E5}"/>
                  </c:ext>
                </c:extLst>
              </c15:ser>
            </c15:filteredLineSeries>
          </c:ext>
        </c:extLst>
      </c:lineChart>
      <c:catAx>
        <c:axId val="23243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32434216"/>
        <c:crosses val="autoZero"/>
        <c:auto val="1"/>
        <c:lblAlgn val="ctr"/>
        <c:lblOffset val="100"/>
        <c:noMultiLvlLbl val="0"/>
      </c:catAx>
      <c:valAx>
        <c:axId val="232434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32433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fr-FR" sz="1800">
                <a:solidFill>
                  <a:schemeClr val="accent1"/>
                </a:solidFill>
              </a:rPr>
              <a:t>Daily SGi</a:t>
            </a:r>
            <a:r>
              <a:rPr lang="fr-FR" sz="1800" baseline="0">
                <a:solidFill>
                  <a:schemeClr val="accent1"/>
                </a:solidFill>
              </a:rPr>
              <a:t> Per vendor Traffic(TB)</a:t>
            </a:r>
            <a:endParaRPr lang="fr-FR" sz="180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'01-10 12-10-2026'!$B$1</c:f>
              <c:strCache>
                <c:ptCount val="1"/>
                <c:pt idx="0">
                  <c:v>Huawei SGI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'01-10 12-10-2026'!$A$2:$A$13</c:f>
              <c:strCache>
                <c:ptCount val="12"/>
                <c:pt idx="0">
                  <c:v>01-oct</c:v>
                </c:pt>
                <c:pt idx="1">
                  <c:v>02-oct</c:v>
                </c:pt>
                <c:pt idx="2">
                  <c:v>03-oct</c:v>
                </c:pt>
                <c:pt idx="3">
                  <c:v>04-oct</c:v>
                </c:pt>
                <c:pt idx="4">
                  <c:v>05-oct</c:v>
                </c:pt>
                <c:pt idx="5">
                  <c:v>06-oct</c:v>
                </c:pt>
                <c:pt idx="6">
                  <c:v>07-oct</c:v>
                </c:pt>
                <c:pt idx="7">
                  <c:v>08-oct</c:v>
                </c:pt>
                <c:pt idx="8">
                  <c:v>09-oct</c:v>
                </c:pt>
                <c:pt idx="9">
                  <c:v>10-oct</c:v>
                </c:pt>
                <c:pt idx="10">
                  <c:v>11-oct</c:v>
                </c:pt>
                <c:pt idx="11">
                  <c:v>12-oct</c:v>
                </c:pt>
              </c:strCache>
            </c:strRef>
          </c:cat>
          <c:val>
            <c:numRef>
              <c:f>'01-10 12-10-2026'!$B$2:$B$13</c:f>
              <c:numCache>
                <c:formatCode>0</c:formatCode>
                <c:ptCount val="12"/>
                <c:pt idx="0">
                  <c:v>4565.8526794660002</c:v>
                </c:pt>
                <c:pt idx="1">
                  <c:v>4810.6955896869995</c:v>
                </c:pt>
                <c:pt idx="2">
                  <c:v>4673.5147812079995</c:v>
                </c:pt>
                <c:pt idx="3">
                  <c:v>4428.865768306001</c:v>
                </c:pt>
                <c:pt idx="4">
                  <c:v>4420.3650094669993</c:v>
                </c:pt>
                <c:pt idx="5">
                  <c:v>4532.1730962110005</c:v>
                </c:pt>
                <c:pt idx="6">
                  <c:v>4480.3384987139998</c:v>
                </c:pt>
                <c:pt idx="7">
                  <c:v>4625.2432561879996</c:v>
                </c:pt>
                <c:pt idx="8">
                  <c:v>4840.690336703</c:v>
                </c:pt>
                <c:pt idx="9">
                  <c:v>4667.3132826829997</c:v>
                </c:pt>
                <c:pt idx="10">
                  <c:v>4428.9678705940005</c:v>
                </c:pt>
                <c:pt idx="11">
                  <c:v>4453.8065516880015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85-4226-BBF4-BA583D3E403A}"/>
            </c:ext>
          </c:extLst>
        </c:ser>
        <c:ser>
          <c:idx val="1"/>
          <c:order val="1"/>
          <c:tx>
            <c:strRef>
              <c:f>'01-10 12-10-2026'!$C$1</c:f>
              <c:strCache>
                <c:ptCount val="1"/>
                <c:pt idx="0">
                  <c:v> Ericsson SGI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'01-10 12-10-2026'!$A$2:$A$13</c:f>
              <c:strCache>
                <c:ptCount val="12"/>
                <c:pt idx="0">
                  <c:v>01-oct</c:v>
                </c:pt>
                <c:pt idx="1">
                  <c:v>02-oct</c:v>
                </c:pt>
                <c:pt idx="2">
                  <c:v>03-oct</c:v>
                </c:pt>
                <c:pt idx="3">
                  <c:v>04-oct</c:v>
                </c:pt>
                <c:pt idx="4">
                  <c:v>05-oct</c:v>
                </c:pt>
                <c:pt idx="5">
                  <c:v>06-oct</c:v>
                </c:pt>
                <c:pt idx="6">
                  <c:v>07-oct</c:v>
                </c:pt>
                <c:pt idx="7">
                  <c:v>08-oct</c:v>
                </c:pt>
                <c:pt idx="8">
                  <c:v>09-oct</c:v>
                </c:pt>
                <c:pt idx="9">
                  <c:v>10-oct</c:v>
                </c:pt>
                <c:pt idx="10">
                  <c:v>11-oct</c:v>
                </c:pt>
                <c:pt idx="11">
                  <c:v>12-oct</c:v>
                </c:pt>
              </c:strCache>
            </c:strRef>
          </c:cat>
          <c:val>
            <c:numRef>
              <c:f>'01-10 12-10-2026'!$C$2:$C$13</c:f>
              <c:numCache>
                <c:formatCode>0</c:formatCode>
                <c:ptCount val="12"/>
                <c:pt idx="0">
                  <c:v>3499.0981425595933</c:v>
                </c:pt>
                <c:pt idx="1">
                  <c:v>3681.7593028558567</c:v>
                </c:pt>
                <c:pt idx="2">
                  <c:v>3616.6409940087165</c:v>
                </c:pt>
                <c:pt idx="3">
                  <c:v>3425.6637462153612</c:v>
                </c:pt>
                <c:pt idx="4">
                  <c:v>3440.5550571892213</c:v>
                </c:pt>
                <c:pt idx="5">
                  <c:v>3556.568511075182</c:v>
                </c:pt>
                <c:pt idx="6">
                  <c:v>3500.9909301883772</c:v>
                </c:pt>
                <c:pt idx="7">
                  <c:v>3588.4996617255024</c:v>
                </c:pt>
                <c:pt idx="8">
                  <c:v>3728.8297596178186</c:v>
                </c:pt>
                <c:pt idx="9">
                  <c:v>3627.3103567116113</c:v>
                </c:pt>
                <c:pt idx="10">
                  <c:v>3478.1217846967083</c:v>
                </c:pt>
                <c:pt idx="11">
                  <c:v>3460.6151607320571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85-4226-BBF4-BA583D3E4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32433888"/>
        <c:axId val="232434216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'01-10 12-10-2026'!$D$1</c15:sqref>
                        </c15:formulaRef>
                      </c:ext>
                    </c:extLst>
                    <c:strCache>
                      <c:ptCount val="1"/>
                      <c:pt idx="0">
                        <c:v> Huawei GI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'01-10 12-10-2026'!$D$2:$D$13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1297.021006364</c:v>
                      </c:pt>
                      <c:pt idx="1">
                        <c:v>1362.941313067</c:v>
                      </c:pt>
                      <c:pt idx="2">
                        <c:v>1325.4245534920001</c:v>
                      </c:pt>
                      <c:pt idx="3">
                        <c:v>1253.883551422</c:v>
                      </c:pt>
                      <c:pt idx="4">
                        <c:v>1252.3406162649999</c:v>
                      </c:pt>
                      <c:pt idx="5">
                        <c:v>1281.1091796679998</c:v>
                      </c:pt>
                      <c:pt idx="6">
                        <c:v>1268.6175810350001</c:v>
                      </c:pt>
                      <c:pt idx="7">
                        <c:v>1306.1513853919998</c:v>
                      </c:pt>
                      <c:pt idx="8">
                        <c:v>1369.0827477329999</c:v>
                      </c:pt>
                      <c:pt idx="9">
                        <c:v>1329.6776335660004</c:v>
                      </c:pt>
                      <c:pt idx="10">
                        <c:v>1262.078611955</c:v>
                      </c:pt>
                      <c:pt idx="11">
                        <c:v>1269.5661035949997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1285-4226-BBF4-BA583D3E403A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12-10-2026'!$E$1</c15:sqref>
                        </c15:formulaRef>
                      </c:ext>
                    </c:extLst>
                    <c:strCache>
                      <c:ptCount val="1"/>
                      <c:pt idx="0">
                        <c:v>Ericsson GI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12-10-2026'!$E$2:$E$13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356.06648502276988</c:v>
                      </c:pt>
                      <c:pt idx="1">
                        <c:v>373.80737961709809</c:v>
                      </c:pt>
                      <c:pt idx="2">
                        <c:v>363.8515761858431</c:v>
                      </c:pt>
                      <c:pt idx="3">
                        <c:v>340.84031248403699</c:v>
                      </c:pt>
                      <c:pt idx="4">
                        <c:v>341.11376761696499</c:v>
                      </c:pt>
                      <c:pt idx="5">
                        <c:v>349.24598723569608</c:v>
                      </c:pt>
                      <c:pt idx="6">
                        <c:v>347.92687713948993</c:v>
                      </c:pt>
                      <c:pt idx="7">
                        <c:v>354.76874051792799</c:v>
                      </c:pt>
                      <c:pt idx="8">
                        <c:v>371.59496339430802</c:v>
                      </c:pt>
                      <c:pt idx="9">
                        <c:v>357.58322367122105</c:v>
                      </c:pt>
                      <c:pt idx="10">
                        <c:v>340.27252630936596</c:v>
                      </c:pt>
                      <c:pt idx="11">
                        <c:v>342.47569144943412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1285-4226-BBF4-BA583D3E403A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12-10-2026'!$F$1</c15:sqref>
                        </c15:formulaRef>
                      </c:ext>
                    </c:extLst>
                    <c:strCache>
                      <c:ptCount val="1"/>
                      <c:pt idx="0">
                        <c:v> SGI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12-10-2026'!$F$2:$F$13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8064.9508220255939</c:v>
                      </c:pt>
                      <c:pt idx="1">
                        <c:v>8492.4548925428553</c:v>
                      </c:pt>
                      <c:pt idx="2">
                        <c:v>8290.1557752167173</c:v>
                      </c:pt>
                      <c:pt idx="3">
                        <c:v>7854.5295145213604</c:v>
                      </c:pt>
                      <c:pt idx="4">
                        <c:v>7860.920066656221</c:v>
                      </c:pt>
                      <c:pt idx="5">
                        <c:v>8088.7416072861806</c:v>
                      </c:pt>
                      <c:pt idx="6">
                        <c:v>7981.329428902377</c:v>
                      </c:pt>
                      <c:pt idx="7">
                        <c:v>8213.7429179135015</c:v>
                      </c:pt>
                      <c:pt idx="8">
                        <c:v>8569.520096320819</c:v>
                      </c:pt>
                      <c:pt idx="9">
                        <c:v>8294.623639394611</c:v>
                      </c:pt>
                      <c:pt idx="10">
                        <c:v>7907.0896552907088</c:v>
                      </c:pt>
                      <c:pt idx="11">
                        <c:v>7914.4217124200577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1285-4226-BBF4-BA583D3E403A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12-10-2026'!$G$1</c15:sqref>
                        </c15:formulaRef>
                      </c:ext>
                    </c:extLst>
                    <c:strCache>
                      <c:ptCount val="1"/>
                      <c:pt idx="0">
                        <c:v> GI Traffic 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12-10-2026'!$G$2:$G$13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1653.0874913867699</c:v>
                      </c:pt>
                      <c:pt idx="1">
                        <c:v>1736.7486926840982</c:v>
                      </c:pt>
                      <c:pt idx="2">
                        <c:v>1689.2761296778428</c:v>
                      </c:pt>
                      <c:pt idx="3">
                        <c:v>1594.723863906037</c:v>
                      </c:pt>
                      <c:pt idx="4">
                        <c:v>1593.454383881965</c:v>
                      </c:pt>
                      <c:pt idx="5">
                        <c:v>1630.3551669036963</c:v>
                      </c:pt>
                      <c:pt idx="6">
                        <c:v>1616.54445817449</c:v>
                      </c:pt>
                      <c:pt idx="7">
                        <c:v>1660.9201259099277</c:v>
                      </c:pt>
                      <c:pt idx="8">
                        <c:v>1740.6777111273077</c:v>
                      </c:pt>
                      <c:pt idx="9">
                        <c:v>1687.2608572372212</c:v>
                      </c:pt>
                      <c:pt idx="10">
                        <c:v>1602.3511382643658</c:v>
                      </c:pt>
                      <c:pt idx="11">
                        <c:v>1612.0417950444339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1285-4226-BBF4-BA583D3E403A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12-10-2026'!$H$1</c15:sqref>
                        </c15:formulaRef>
                      </c:ext>
                    </c:extLst>
                    <c:strCache>
                      <c:ptCount val="1"/>
                      <c:pt idx="0">
                        <c:v>Huawei 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12-10-2026'!$H$2:$H$13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5862.8736858300008</c:v>
                      </c:pt>
                      <c:pt idx="1">
                        <c:v>6173.6369027539995</c:v>
                      </c:pt>
                      <c:pt idx="2">
                        <c:v>5998.9393347000005</c:v>
                      </c:pt>
                      <c:pt idx="3">
                        <c:v>5682.749319728</c:v>
                      </c:pt>
                      <c:pt idx="4">
                        <c:v>5672.7056257319991</c:v>
                      </c:pt>
                      <c:pt idx="5">
                        <c:v>5813.2822758789998</c:v>
                      </c:pt>
                      <c:pt idx="6">
                        <c:v>5748.9560797490012</c:v>
                      </c:pt>
                      <c:pt idx="7">
                        <c:v>5931.3946415799992</c:v>
                      </c:pt>
                      <c:pt idx="8">
                        <c:v>6209.7730844360003</c:v>
                      </c:pt>
                      <c:pt idx="9">
                        <c:v>5996.9909162489994</c:v>
                      </c:pt>
                      <c:pt idx="10">
                        <c:v>5691.0464825490008</c:v>
                      </c:pt>
                      <c:pt idx="11">
                        <c:v>5723.3726552830012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1285-4226-BBF4-BA583D3E403A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12-10-2026'!$I$1</c15:sqref>
                        </c15:formulaRef>
                      </c:ext>
                    </c:extLst>
                    <c:strCache>
                      <c:ptCount val="1"/>
                      <c:pt idx="0">
                        <c:v>Ericsson 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12-10-2026'!$I$2:$I$13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3855.1646275823632</c:v>
                      </c:pt>
                      <c:pt idx="1">
                        <c:v>4055.5666824729547</c:v>
                      </c:pt>
                      <c:pt idx="2">
                        <c:v>3980.4925701945585</c:v>
                      </c:pt>
                      <c:pt idx="3">
                        <c:v>3766.5040586993978</c:v>
                      </c:pt>
                      <c:pt idx="4">
                        <c:v>3781.6688248061864</c:v>
                      </c:pt>
                      <c:pt idx="5">
                        <c:v>3905.8144983108768</c:v>
                      </c:pt>
                      <c:pt idx="6">
                        <c:v>3848.9178073278676</c:v>
                      </c:pt>
                      <c:pt idx="7">
                        <c:v>3943.2684022434296</c:v>
                      </c:pt>
                      <c:pt idx="8">
                        <c:v>4100.4247230121264</c:v>
                      </c:pt>
                      <c:pt idx="9">
                        <c:v>3984.8935803828322</c:v>
                      </c:pt>
                      <c:pt idx="10">
                        <c:v>3818.3943110060736</c:v>
                      </c:pt>
                      <c:pt idx="11">
                        <c:v>3803.0908521814908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1285-4226-BBF4-BA583D3E403A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12-10-2026'!$J$1</c15:sqref>
                        </c15:formulaRef>
                      </c:ext>
                    </c:extLst>
                    <c:strCache>
                      <c:ptCount val="1"/>
                      <c:pt idx="0">
                        <c:v>Total Traffic 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12-10-2026'!$J$2:$J$13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9718.0383134123622</c:v>
                      </c:pt>
                      <c:pt idx="1">
                        <c:v>10229.203585226955</c:v>
                      </c:pt>
                      <c:pt idx="2">
                        <c:v>9979.4319048945599</c:v>
                      </c:pt>
                      <c:pt idx="3">
                        <c:v>9449.2533784273983</c:v>
                      </c:pt>
                      <c:pt idx="4">
                        <c:v>9454.3744505381892</c:v>
                      </c:pt>
                      <c:pt idx="5">
                        <c:v>9719.0967741898785</c:v>
                      </c:pt>
                      <c:pt idx="6">
                        <c:v>9597.8738870768666</c:v>
                      </c:pt>
                      <c:pt idx="7">
                        <c:v>9874.6630438234315</c:v>
                      </c:pt>
                      <c:pt idx="8">
                        <c:v>10310.197807448129</c:v>
                      </c:pt>
                      <c:pt idx="9">
                        <c:v>9981.884496631832</c:v>
                      </c:pt>
                      <c:pt idx="10">
                        <c:v>9509.4407935550735</c:v>
                      </c:pt>
                      <c:pt idx="11">
                        <c:v>9526.4635074644902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1285-4226-BBF4-BA583D3E403A}"/>
                  </c:ext>
                </c:extLst>
              </c15:ser>
            </c15:filteredLineSeries>
          </c:ext>
        </c:extLst>
      </c:lineChart>
      <c:catAx>
        <c:axId val="23243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32434216"/>
        <c:crosses val="autoZero"/>
        <c:auto val="1"/>
        <c:lblAlgn val="ctr"/>
        <c:lblOffset val="100"/>
        <c:noMultiLvlLbl val="0"/>
      </c:catAx>
      <c:valAx>
        <c:axId val="232434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32433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fr-FR" sz="1800">
                <a:solidFill>
                  <a:schemeClr val="accent1"/>
                </a:solidFill>
              </a:rPr>
              <a:t>Daily Gi</a:t>
            </a:r>
            <a:r>
              <a:rPr lang="fr-FR" sz="1800" baseline="0">
                <a:solidFill>
                  <a:schemeClr val="accent1"/>
                </a:solidFill>
              </a:rPr>
              <a:t> Per vendor Traffic(TB)</a:t>
            </a:r>
            <a:endParaRPr lang="fr-FR" sz="180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strRef>
              <c:f>'01-10 12-10-2026'!$D$1</c:f>
              <c:strCache>
                <c:ptCount val="1"/>
                <c:pt idx="0">
                  <c:v> Huawei GI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'01-10 12-10-2026'!$A$2:$A$13</c:f>
              <c:strCache>
                <c:ptCount val="12"/>
                <c:pt idx="0">
                  <c:v>01-oct</c:v>
                </c:pt>
                <c:pt idx="1">
                  <c:v>02-oct</c:v>
                </c:pt>
                <c:pt idx="2">
                  <c:v>03-oct</c:v>
                </c:pt>
                <c:pt idx="3">
                  <c:v>04-oct</c:v>
                </c:pt>
                <c:pt idx="4">
                  <c:v>05-oct</c:v>
                </c:pt>
                <c:pt idx="5">
                  <c:v>06-oct</c:v>
                </c:pt>
                <c:pt idx="6">
                  <c:v>07-oct</c:v>
                </c:pt>
                <c:pt idx="7">
                  <c:v>08-oct</c:v>
                </c:pt>
                <c:pt idx="8">
                  <c:v>09-oct</c:v>
                </c:pt>
                <c:pt idx="9">
                  <c:v>10-oct</c:v>
                </c:pt>
                <c:pt idx="10">
                  <c:v>11-oct</c:v>
                </c:pt>
                <c:pt idx="11">
                  <c:v>12-oct</c:v>
                </c:pt>
              </c:strCache>
            </c:strRef>
          </c:cat>
          <c:val>
            <c:numRef>
              <c:f>'01-10 12-10-2026'!$D$2:$D$13</c:f>
              <c:numCache>
                <c:formatCode>0</c:formatCode>
                <c:ptCount val="12"/>
                <c:pt idx="0">
                  <c:v>1297.021006364</c:v>
                </c:pt>
                <c:pt idx="1">
                  <c:v>1362.941313067</c:v>
                </c:pt>
                <c:pt idx="2">
                  <c:v>1325.4245534920001</c:v>
                </c:pt>
                <c:pt idx="3">
                  <c:v>1253.883551422</c:v>
                </c:pt>
                <c:pt idx="4">
                  <c:v>1252.3406162649999</c:v>
                </c:pt>
                <c:pt idx="5">
                  <c:v>1281.1091796679998</c:v>
                </c:pt>
                <c:pt idx="6">
                  <c:v>1268.6175810350001</c:v>
                </c:pt>
                <c:pt idx="7">
                  <c:v>1306.1513853919998</c:v>
                </c:pt>
                <c:pt idx="8">
                  <c:v>1369.0827477329999</c:v>
                </c:pt>
                <c:pt idx="9">
                  <c:v>1329.6776335660004</c:v>
                </c:pt>
                <c:pt idx="10">
                  <c:v>1262.078611955</c:v>
                </c:pt>
                <c:pt idx="11">
                  <c:v>1269.5661035949997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9A-4E4D-A183-9D71BF9B529D}"/>
            </c:ext>
          </c:extLst>
        </c:ser>
        <c:ser>
          <c:idx val="3"/>
          <c:order val="3"/>
          <c:tx>
            <c:strRef>
              <c:f>'01-10 12-10-2026'!$E$1</c:f>
              <c:strCache>
                <c:ptCount val="1"/>
                <c:pt idx="0">
                  <c:v>Ericsson GI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'01-10 12-10-2026'!$A$2:$A$13</c:f>
              <c:strCache>
                <c:ptCount val="12"/>
                <c:pt idx="0">
                  <c:v>01-oct</c:v>
                </c:pt>
                <c:pt idx="1">
                  <c:v>02-oct</c:v>
                </c:pt>
                <c:pt idx="2">
                  <c:v>03-oct</c:v>
                </c:pt>
                <c:pt idx="3">
                  <c:v>04-oct</c:v>
                </c:pt>
                <c:pt idx="4">
                  <c:v>05-oct</c:v>
                </c:pt>
                <c:pt idx="5">
                  <c:v>06-oct</c:v>
                </c:pt>
                <c:pt idx="6">
                  <c:v>07-oct</c:v>
                </c:pt>
                <c:pt idx="7">
                  <c:v>08-oct</c:v>
                </c:pt>
                <c:pt idx="8">
                  <c:v>09-oct</c:v>
                </c:pt>
                <c:pt idx="9">
                  <c:v>10-oct</c:v>
                </c:pt>
                <c:pt idx="10">
                  <c:v>11-oct</c:v>
                </c:pt>
                <c:pt idx="11">
                  <c:v>12-oct</c:v>
                </c:pt>
              </c:strCache>
            </c:strRef>
          </c:cat>
          <c:val>
            <c:numRef>
              <c:f>'01-10 12-10-2026'!$E$2:$E$13</c:f>
              <c:numCache>
                <c:formatCode>0</c:formatCode>
                <c:ptCount val="12"/>
                <c:pt idx="0">
                  <c:v>356.06648502276988</c:v>
                </c:pt>
                <c:pt idx="1">
                  <c:v>373.80737961709809</c:v>
                </c:pt>
                <c:pt idx="2">
                  <c:v>363.8515761858431</c:v>
                </c:pt>
                <c:pt idx="3">
                  <c:v>340.84031248403699</c:v>
                </c:pt>
                <c:pt idx="4">
                  <c:v>341.11376761696499</c:v>
                </c:pt>
                <c:pt idx="5">
                  <c:v>349.24598723569608</c:v>
                </c:pt>
                <c:pt idx="6">
                  <c:v>347.92687713948993</c:v>
                </c:pt>
                <c:pt idx="7">
                  <c:v>354.76874051792799</c:v>
                </c:pt>
                <c:pt idx="8">
                  <c:v>371.59496339430802</c:v>
                </c:pt>
                <c:pt idx="9">
                  <c:v>357.58322367122105</c:v>
                </c:pt>
                <c:pt idx="10">
                  <c:v>340.27252630936596</c:v>
                </c:pt>
                <c:pt idx="11">
                  <c:v>342.47569144943412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9A-4E4D-A183-9D71BF9B52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32433888"/>
        <c:axId val="23243421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'01-10 12-10-2026'!$B$1</c15:sqref>
                        </c15:formulaRef>
                      </c:ext>
                    </c:extLst>
                    <c:strCache>
                      <c:ptCount val="1"/>
                      <c:pt idx="0">
                        <c:v>Huawei SGI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'01-10 12-10-2026'!$B$2:$B$13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4565.8526794660002</c:v>
                      </c:pt>
                      <c:pt idx="1">
                        <c:v>4810.6955896869995</c:v>
                      </c:pt>
                      <c:pt idx="2">
                        <c:v>4673.5147812079995</c:v>
                      </c:pt>
                      <c:pt idx="3">
                        <c:v>4428.865768306001</c:v>
                      </c:pt>
                      <c:pt idx="4">
                        <c:v>4420.3650094669993</c:v>
                      </c:pt>
                      <c:pt idx="5">
                        <c:v>4532.1730962110005</c:v>
                      </c:pt>
                      <c:pt idx="6">
                        <c:v>4480.3384987139998</c:v>
                      </c:pt>
                      <c:pt idx="7">
                        <c:v>4625.2432561879996</c:v>
                      </c:pt>
                      <c:pt idx="8">
                        <c:v>4840.690336703</c:v>
                      </c:pt>
                      <c:pt idx="9">
                        <c:v>4667.3132826829997</c:v>
                      </c:pt>
                      <c:pt idx="10">
                        <c:v>4428.9678705940005</c:v>
                      </c:pt>
                      <c:pt idx="11">
                        <c:v>4453.8065516880015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2E9A-4E4D-A183-9D71BF9B529D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12-10-2026'!$C$1</c15:sqref>
                        </c15:formulaRef>
                      </c:ext>
                    </c:extLst>
                    <c:strCache>
                      <c:ptCount val="1"/>
                      <c:pt idx="0">
                        <c:v> Ericsson SGI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12-10-2026'!$C$2:$C$13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3499.0981425595933</c:v>
                      </c:pt>
                      <c:pt idx="1">
                        <c:v>3681.7593028558567</c:v>
                      </c:pt>
                      <c:pt idx="2">
                        <c:v>3616.6409940087165</c:v>
                      </c:pt>
                      <c:pt idx="3">
                        <c:v>3425.6637462153612</c:v>
                      </c:pt>
                      <c:pt idx="4">
                        <c:v>3440.5550571892213</c:v>
                      </c:pt>
                      <c:pt idx="5">
                        <c:v>3556.568511075182</c:v>
                      </c:pt>
                      <c:pt idx="6">
                        <c:v>3500.9909301883772</c:v>
                      </c:pt>
                      <c:pt idx="7">
                        <c:v>3588.4996617255024</c:v>
                      </c:pt>
                      <c:pt idx="8">
                        <c:v>3728.8297596178186</c:v>
                      </c:pt>
                      <c:pt idx="9">
                        <c:v>3627.3103567116113</c:v>
                      </c:pt>
                      <c:pt idx="10">
                        <c:v>3478.1217846967083</c:v>
                      </c:pt>
                      <c:pt idx="11">
                        <c:v>3460.6151607320571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2E9A-4E4D-A183-9D71BF9B529D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12-10-2026'!$F$1</c15:sqref>
                        </c15:formulaRef>
                      </c:ext>
                    </c:extLst>
                    <c:strCache>
                      <c:ptCount val="1"/>
                      <c:pt idx="0">
                        <c:v> SGI Traffic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12-10-2026'!$F$2:$F$13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8064.9508220255939</c:v>
                      </c:pt>
                      <c:pt idx="1">
                        <c:v>8492.4548925428553</c:v>
                      </c:pt>
                      <c:pt idx="2">
                        <c:v>8290.1557752167173</c:v>
                      </c:pt>
                      <c:pt idx="3">
                        <c:v>7854.5295145213604</c:v>
                      </c:pt>
                      <c:pt idx="4">
                        <c:v>7860.920066656221</c:v>
                      </c:pt>
                      <c:pt idx="5">
                        <c:v>8088.7416072861806</c:v>
                      </c:pt>
                      <c:pt idx="6">
                        <c:v>7981.329428902377</c:v>
                      </c:pt>
                      <c:pt idx="7">
                        <c:v>8213.7429179135015</c:v>
                      </c:pt>
                      <c:pt idx="8">
                        <c:v>8569.520096320819</c:v>
                      </c:pt>
                      <c:pt idx="9">
                        <c:v>8294.623639394611</c:v>
                      </c:pt>
                      <c:pt idx="10">
                        <c:v>7907.0896552907088</c:v>
                      </c:pt>
                      <c:pt idx="11">
                        <c:v>7914.4217124200577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2E9A-4E4D-A183-9D71BF9B529D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12-10-2026'!$G$1</c15:sqref>
                        </c15:formulaRef>
                      </c:ext>
                    </c:extLst>
                    <c:strCache>
                      <c:ptCount val="1"/>
                      <c:pt idx="0">
                        <c:v> GI Traffic 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12-10-2026'!$G$2:$G$13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1653.0874913867699</c:v>
                      </c:pt>
                      <c:pt idx="1">
                        <c:v>1736.7486926840982</c:v>
                      </c:pt>
                      <c:pt idx="2">
                        <c:v>1689.2761296778428</c:v>
                      </c:pt>
                      <c:pt idx="3">
                        <c:v>1594.723863906037</c:v>
                      </c:pt>
                      <c:pt idx="4">
                        <c:v>1593.454383881965</c:v>
                      </c:pt>
                      <c:pt idx="5">
                        <c:v>1630.3551669036963</c:v>
                      </c:pt>
                      <c:pt idx="6">
                        <c:v>1616.54445817449</c:v>
                      </c:pt>
                      <c:pt idx="7">
                        <c:v>1660.9201259099277</c:v>
                      </c:pt>
                      <c:pt idx="8">
                        <c:v>1740.6777111273077</c:v>
                      </c:pt>
                      <c:pt idx="9">
                        <c:v>1687.2608572372212</c:v>
                      </c:pt>
                      <c:pt idx="10">
                        <c:v>1602.3511382643658</c:v>
                      </c:pt>
                      <c:pt idx="11">
                        <c:v>1612.0417950444339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2E9A-4E4D-A183-9D71BF9B529D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12-10-2026'!$H$1</c15:sqref>
                        </c15:formulaRef>
                      </c:ext>
                    </c:extLst>
                    <c:strCache>
                      <c:ptCount val="1"/>
                      <c:pt idx="0">
                        <c:v>Huawei 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12-10-2026'!$H$2:$H$13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5862.8736858300008</c:v>
                      </c:pt>
                      <c:pt idx="1">
                        <c:v>6173.6369027539995</c:v>
                      </c:pt>
                      <c:pt idx="2">
                        <c:v>5998.9393347000005</c:v>
                      </c:pt>
                      <c:pt idx="3">
                        <c:v>5682.749319728</c:v>
                      </c:pt>
                      <c:pt idx="4">
                        <c:v>5672.7056257319991</c:v>
                      </c:pt>
                      <c:pt idx="5">
                        <c:v>5813.2822758789998</c:v>
                      </c:pt>
                      <c:pt idx="6">
                        <c:v>5748.9560797490012</c:v>
                      </c:pt>
                      <c:pt idx="7">
                        <c:v>5931.3946415799992</c:v>
                      </c:pt>
                      <c:pt idx="8">
                        <c:v>6209.7730844360003</c:v>
                      </c:pt>
                      <c:pt idx="9">
                        <c:v>5996.9909162489994</c:v>
                      </c:pt>
                      <c:pt idx="10">
                        <c:v>5691.0464825490008</c:v>
                      </c:pt>
                      <c:pt idx="11">
                        <c:v>5723.3726552830012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2E9A-4E4D-A183-9D71BF9B529D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12-10-2026'!$I$1</c15:sqref>
                        </c15:formulaRef>
                      </c:ext>
                    </c:extLst>
                    <c:strCache>
                      <c:ptCount val="1"/>
                      <c:pt idx="0">
                        <c:v>Ericsson 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12-10-2026'!$I$2:$I$13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3855.1646275823632</c:v>
                      </c:pt>
                      <c:pt idx="1">
                        <c:v>4055.5666824729547</c:v>
                      </c:pt>
                      <c:pt idx="2">
                        <c:v>3980.4925701945585</c:v>
                      </c:pt>
                      <c:pt idx="3">
                        <c:v>3766.5040586993978</c:v>
                      </c:pt>
                      <c:pt idx="4">
                        <c:v>3781.6688248061864</c:v>
                      </c:pt>
                      <c:pt idx="5">
                        <c:v>3905.8144983108768</c:v>
                      </c:pt>
                      <c:pt idx="6">
                        <c:v>3848.9178073278676</c:v>
                      </c:pt>
                      <c:pt idx="7">
                        <c:v>3943.2684022434296</c:v>
                      </c:pt>
                      <c:pt idx="8">
                        <c:v>4100.4247230121264</c:v>
                      </c:pt>
                      <c:pt idx="9">
                        <c:v>3984.8935803828322</c:v>
                      </c:pt>
                      <c:pt idx="10">
                        <c:v>3818.3943110060736</c:v>
                      </c:pt>
                      <c:pt idx="11">
                        <c:v>3803.0908521814908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2E9A-4E4D-A183-9D71BF9B529D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12-10-2026'!$J$1</c15:sqref>
                        </c15:formulaRef>
                      </c:ext>
                    </c:extLst>
                    <c:strCache>
                      <c:ptCount val="1"/>
                      <c:pt idx="0">
                        <c:v>Total Traffic </c:v>
                      </c:pt>
                    </c:strCache>
                  </c:strRef>
                </c:tx>
                <c:spPr>
                  <a:ln w="28575" cap="rnd">
                    <a:solidFill>
                      <a:schemeClr val="accent5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12-10-2026'!$A$2:$A$13</c15:sqref>
                        </c15:formulaRef>
                      </c:ext>
                    </c:extLst>
                    <c:strCache>
                      <c:ptCount val="12"/>
                      <c:pt idx="0">
                        <c:v>01-oct</c:v>
                      </c:pt>
                      <c:pt idx="1">
                        <c:v>02-oct</c:v>
                      </c:pt>
                      <c:pt idx="2">
                        <c:v>03-oct</c:v>
                      </c:pt>
                      <c:pt idx="3">
                        <c:v>04-oct</c:v>
                      </c:pt>
                      <c:pt idx="4">
                        <c:v>05-oct</c:v>
                      </c:pt>
                      <c:pt idx="5">
                        <c:v>06-oct</c:v>
                      </c:pt>
                      <c:pt idx="6">
                        <c:v>07-oct</c:v>
                      </c:pt>
                      <c:pt idx="7">
                        <c:v>08-oct</c:v>
                      </c:pt>
                      <c:pt idx="8">
                        <c:v>09-oct</c:v>
                      </c:pt>
                      <c:pt idx="9">
                        <c:v>10-oct</c:v>
                      </c:pt>
                      <c:pt idx="10">
                        <c:v>11-oct</c:v>
                      </c:pt>
                      <c:pt idx="11">
                        <c:v>12-oct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'01-10 12-10-2026'!$J$2:$J$13</c15:sqref>
                        </c15:formulaRef>
                      </c:ext>
                    </c:extLst>
                    <c:numCache>
                      <c:formatCode>0</c:formatCode>
                      <c:ptCount val="12"/>
                      <c:pt idx="0">
                        <c:v>9718.0383134123622</c:v>
                      </c:pt>
                      <c:pt idx="1">
                        <c:v>10229.203585226955</c:v>
                      </c:pt>
                      <c:pt idx="2">
                        <c:v>9979.4319048945599</c:v>
                      </c:pt>
                      <c:pt idx="3">
                        <c:v>9449.2533784273983</c:v>
                      </c:pt>
                      <c:pt idx="4">
                        <c:v>9454.3744505381892</c:v>
                      </c:pt>
                      <c:pt idx="5">
                        <c:v>9719.0967741898785</c:v>
                      </c:pt>
                      <c:pt idx="6">
                        <c:v>9597.8738870768666</c:v>
                      </c:pt>
                      <c:pt idx="7">
                        <c:v>9874.6630438234315</c:v>
                      </c:pt>
                      <c:pt idx="8">
                        <c:v>10310.197807448129</c:v>
                      </c:pt>
                      <c:pt idx="9">
                        <c:v>9981.884496631832</c:v>
                      </c:pt>
                      <c:pt idx="10">
                        <c:v>9509.4407935550735</c:v>
                      </c:pt>
                      <c:pt idx="11">
                        <c:v>9526.4635074644902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2E9A-4E4D-A183-9D71BF9B529D}"/>
                  </c:ext>
                </c:extLst>
              </c15:ser>
            </c15:filteredLineSeries>
          </c:ext>
        </c:extLst>
      </c:lineChart>
      <c:catAx>
        <c:axId val="23243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32434216"/>
        <c:crosses val="autoZero"/>
        <c:auto val="1"/>
        <c:lblAlgn val="ctr"/>
        <c:lblOffset val="100"/>
        <c:noMultiLvlLbl val="0"/>
      </c:catAx>
      <c:valAx>
        <c:axId val="232434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32433888"/>
        <c:crosses val="autoZero"/>
        <c:crossBetween val="between"/>
      </c:valAx>
      <c:spPr>
        <a:noFill/>
        <a:ln>
          <a:solidFill>
            <a:schemeClr val="bg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C0EA1-4EF5-4954-942A-1975C788207E}" type="datetimeFigureOut">
              <a:rPr lang="fr-FR" smtClean="0"/>
              <a:t>20/10/2026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A8F06D-13F9-4DB9-B13D-6E7E658415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8887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0594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0721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1319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8804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1993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304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1118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2884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9628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3331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767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3156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4835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8637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08315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48392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8F06D-13F9-4DB9-B13D-6E7E658415D9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5553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621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EEA0486-2E4B-27AC-422F-CE8F33A1F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671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3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9.xml"/><Relationship Id="rId4" Type="http://schemas.openxmlformats.org/officeDocument/2006/relationships/chart" Target="../charts/char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B68575-7FDF-4130-9087-5064A5DCBF46}"/>
              </a:ext>
            </a:extLst>
          </p:cNvPr>
          <p:cNvSpPr/>
          <p:nvPr/>
        </p:nvSpPr>
        <p:spPr>
          <a:xfrm>
            <a:off x="4401743" y="2175642"/>
            <a:ext cx="4231270" cy="1858476"/>
          </a:xfrm>
          <a:prstGeom prst="rect">
            <a:avLst/>
          </a:prstGeom>
          <a:gradFill rotWithShape="1">
            <a:gsLst>
              <a:gs pos="0">
                <a:srgbClr val="9BBB59">
                  <a:shade val="51000"/>
                  <a:satMod val="130000"/>
                </a:srgbClr>
              </a:gs>
              <a:gs pos="80000">
                <a:srgbClr val="9BBB59">
                  <a:shade val="93000"/>
                  <a:satMod val="130000"/>
                </a:srgbClr>
              </a:gs>
              <a:gs pos="100000">
                <a:srgbClr val="9BBB59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marL="0" marR="0" lvl="0" indent="0" algn="ctr" defTabSz="76811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PS Core Performance Report</a:t>
            </a:r>
          </a:p>
          <a:p>
            <a:pPr lvl="0" algn="ctr" defTabSz="76811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kern="0" dirty="0">
                <a:solidFill>
                  <a:prstClr val="white"/>
                </a:solidFill>
              </a:rPr>
              <a:t> PS Network Performance </a:t>
            </a:r>
            <a:r>
              <a:rPr lang="en-US" sz="2400" b="1" kern="0" dirty="0">
                <a:solidFill>
                  <a:prstClr val="white"/>
                </a:solidFill>
                <a:latin typeface="Calibri"/>
              </a:rPr>
              <a:t> </a:t>
            </a:r>
          </a:p>
          <a:p>
            <a:pPr lvl="0" algn="ctr" defTabSz="76811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prstClr val="white"/>
                </a:solidFill>
              </a:rPr>
              <a:t>01 October 2026 – 12 October 2026</a:t>
            </a:r>
            <a:endParaRPr kumimoji="0" lang="en-US" sz="1588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558399-1586-4B07-AA77-83AD38A410EC}"/>
              </a:ext>
            </a:extLst>
          </p:cNvPr>
          <p:cNvSpPr/>
          <p:nvPr/>
        </p:nvSpPr>
        <p:spPr>
          <a:xfrm>
            <a:off x="1501612" y="4681589"/>
            <a:ext cx="2476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4" indent="-214314" defTabSz="76811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  <a:defRPr/>
            </a:pPr>
            <a:r>
              <a:rPr lang="en-US" altLang="en-US" sz="2000" b="1" dirty="0">
                <a:solidFill>
                  <a:srgbClr val="9BBB59"/>
                </a:solidFill>
                <a:cs typeface="Arial" panose="020B0604020202020204" pitchFamily="34" charset="0"/>
              </a:rPr>
              <a:t>Karima DERRAS</a:t>
            </a:r>
            <a:endParaRPr lang="en-US" sz="2000" b="1" dirty="0">
              <a:solidFill>
                <a:srgbClr val="9BBB59"/>
              </a:solidFill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3345B73-5D05-4FA5-822B-4B7A4CEDD35D}"/>
              </a:ext>
            </a:extLst>
          </p:cNvPr>
          <p:cNvSpPr txBox="1"/>
          <p:nvPr/>
        </p:nvSpPr>
        <p:spPr>
          <a:xfrm>
            <a:off x="1501612" y="5082429"/>
            <a:ext cx="51187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4" indent="-214314" defTabSz="76811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  <a:defRPr/>
            </a:pPr>
            <a:r>
              <a:rPr lang="fr-FR" sz="2000" b="1" dirty="0">
                <a:solidFill>
                  <a:srgbClr val="9BBB59"/>
                </a:solidFill>
                <a:cs typeface="Arial" panose="020B0604020202020204" pitchFamily="34" charset="0"/>
              </a:rPr>
              <a:t>Direction Ingénierie et Développement du Réseau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C8AB0B3-8852-4E7A-A806-89453E608B11}"/>
              </a:ext>
            </a:extLst>
          </p:cNvPr>
          <p:cNvSpPr txBox="1"/>
          <p:nvPr/>
        </p:nvSpPr>
        <p:spPr>
          <a:xfrm>
            <a:off x="1501612" y="5695472"/>
            <a:ext cx="4911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4" indent="-214314" defTabSz="76811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  <a:defRPr/>
            </a:pPr>
            <a:r>
              <a:rPr lang="fr-FR" sz="2000" b="1" dirty="0">
                <a:solidFill>
                  <a:srgbClr val="9BBB59"/>
                </a:solidFill>
                <a:cs typeface="Arial" panose="020B0604020202020204" pitchFamily="34" charset="0"/>
              </a:rPr>
              <a:t>Sous-Direction Architecture Réseau</a:t>
            </a:r>
          </a:p>
        </p:txBody>
      </p:sp>
    </p:spTree>
    <p:extLst>
      <p:ext uri="{BB962C8B-B14F-4D97-AF65-F5344CB8AC3E}">
        <p14:creationId xmlns:p14="http://schemas.microsoft.com/office/powerpoint/2010/main" val="38519884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FF0B769-49C7-4C54-BBB2-C887951B233B}"/>
              </a:ext>
            </a:extLst>
          </p:cNvPr>
          <p:cNvSpPr txBox="1"/>
          <p:nvPr/>
        </p:nvSpPr>
        <p:spPr>
          <a:xfrm>
            <a:off x="1775277" y="1674170"/>
            <a:ext cx="2039982" cy="21865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04108" indent="-204108" defTabSz="768111">
              <a:buFont typeface="Wingdings" panose="05000000000000000000" pitchFamily="2" charset="2"/>
              <a:buChar char="q"/>
              <a:defRPr/>
            </a:pPr>
            <a:r>
              <a:rPr lang="en-US" sz="1512" b="1" dirty="0">
                <a:solidFill>
                  <a:srgbClr val="EEECE1">
                    <a:lumMod val="50000"/>
                  </a:srgbClr>
                </a:solidFill>
                <a:latin typeface="Calibri"/>
              </a:rPr>
              <a:t>Introduction</a:t>
            </a:r>
          </a:p>
          <a:p>
            <a:pPr marL="204108" indent="-204108" defTabSz="768111">
              <a:buFont typeface="Wingdings" panose="05000000000000000000" pitchFamily="2" charset="2"/>
              <a:buChar char="q"/>
              <a:defRPr/>
            </a:pPr>
            <a:r>
              <a:rPr lang="fr-FR" sz="1512" b="1" dirty="0">
                <a:solidFill>
                  <a:srgbClr val="EEECE1">
                    <a:lumMod val="50000"/>
                  </a:srgbClr>
                </a:solidFill>
                <a:latin typeface="Calibri"/>
              </a:rPr>
              <a:t>Availability &amp; Usage </a:t>
            </a:r>
            <a:endParaRPr lang="en-US" sz="1512" b="1" dirty="0">
              <a:solidFill>
                <a:srgbClr val="EEECE1">
                  <a:lumMod val="50000"/>
                </a:srgbClr>
              </a:solidFill>
              <a:latin typeface="Calibri"/>
            </a:endParaRPr>
          </a:p>
          <a:p>
            <a:pPr marL="204108" indent="-204108" defTabSz="768111">
              <a:buFont typeface="Wingdings" panose="05000000000000000000" pitchFamily="2" charset="2"/>
              <a:buChar char="q"/>
              <a:defRPr/>
            </a:pPr>
            <a:r>
              <a:rPr lang="en-US" sz="1512" b="1" dirty="0">
                <a:solidFill>
                  <a:srgbClr val="EEECE1">
                    <a:lumMod val="50000"/>
                  </a:srgbClr>
                </a:solidFill>
                <a:latin typeface="Calibri"/>
              </a:rPr>
              <a:t>Accessibility</a:t>
            </a:r>
          </a:p>
          <a:p>
            <a:pPr marL="204108" indent="-204108" defTabSz="768111">
              <a:buFont typeface="Wingdings" panose="05000000000000000000" pitchFamily="2" charset="2"/>
              <a:buChar char="q"/>
              <a:defRPr/>
            </a:pPr>
            <a:r>
              <a:rPr lang="en-US" sz="1512" b="1" dirty="0">
                <a:solidFill>
                  <a:srgbClr val="EEECE1">
                    <a:lumMod val="50000"/>
                  </a:srgbClr>
                </a:solidFill>
                <a:latin typeface="Calibri"/>
              </a:rPr>
              <a:t>Traffic</a:t>
            </a:r>
          </a:p>
          <a:p>
            <a:pPr marL="204108" indent="-204108" defTabSz="768111">
              <a:buFont typeface="Wingdings" panose="05000000000000000000" pitchFamily="2" charset="2"/>
              <a:buChar char="q"/>
              <a:defRPr/>
            </a:pPr>
            <a:r>
              <a:rPr lang="en-US" sz="1512" b="1" dirty="0">
                <a:solidFill>
                  <a:srgbClr val="EEECE1">
                    <a:lumMod val="50000"/>
                  </a:srgbClr>
                </a:solidFill>
                <a:latin typeface="Calibri"/>
              </a:rPr>
              <a:t>Conclusion</a:t>
            </a:r>
          </a:p>
          <a:p>
            <a:pPr marL="204108" indent="-204108" defTabSz="768111">
              <a:buFont typeface="Wingdings" panose="05000000000000000000" pitchFamily="2" charset="2"/>
              <a:buChar char="q"/>
              <a:defRPr/>
            </a:pPr>
            <a:endParaRPr lang="en-US" sz="1512" b="1" dirty="0">
              <a:solidFill>
                <a:srgbClr val="EEECE1">
                  <a:lumMod val="50000"/>
                </a:srgbClr>
              </a:solidFill>
              <a:latin typeface="Calibri"/>
            </a:endParaRPr>
          </a:p>
          <a:p>
            <a:pPr defTabSz="768111">
              <a:defRPr/>
            </a:pPr>
            <a:endParaRPr lang="en-US" sz="1512" b="1" dirty="0">
              <a:solidFill>
                <a:srgbClr val="EEECE1">
                  <a:lumMod val="50000"/>
                </a:srgbClr>
              </a:solidFill>
              <a:latin typeface="Calibri"/>
            </a:endParaRPr>
          </a:p>
          <a:p>
            <a:pPr defTabSz="768111">
              <a:defRPr/>
            </a:pPr>
            <a:endParaRPr lang="en-US" sz="1512" b="1" dirty="0">
              <a:solidFill>
                <a:srgbClr val="EEECE1">
                  <a:lumMod val="50000"/>
                </a:srgbClr>
              </a:solidFill>
              <a:latin typeface="Calibri"/>
            </a:endParaRPr>
          </a:p>
          <a:p>
            <a:pPr defTabSz="768111">
              <a:defRPr/>
            </a:pPr>
            <a:endParaRPr lang="en-US" sz="1512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F6163E69-14AE-47A5-8213-F158D637E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4143" y="343581"/>
            <a:ext cx="266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defTabSz="768111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457803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511B77-2293-4140-84A3-0E4491B5EE31}"/>
              </a:ext>
            </a:extLst>
          </p:cNvPr>
          <p:cNvSpPr/>
          <p:nvPr/>
        </p:nvSpPr>
        <p:spPr>
          <a:xfrm>
            <a:off x="3047999" y="1920855"/>
            <a:ext cx="63693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The  aim of this report is to show the performance of PS core nodes of MME,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vMME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, Cloud USN, EPG, </a:t>
            </a:r>
            <a:r>
              <a:rPr lang="en-US" sz="2400" b="1" dirty="0" err="1">
                <a:solidFill>
                  <a:schemeClr val="bg2">
                    <a:lumMod val="50000"/>
                  </a:schemeClr>
                </a:solidFill>
              </a:rPr>
              <a:t>vEPG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and Cloud UGW</a:t>
            </a:r>
            <a:endParaRPr lang="fr-FR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5BE1FEF-6226-4D8E-BFAD-4591048CA5A0}"/>
              </a:ext>
            </a:extLst>
          </p:cNvPr>
          <p:cNvSpPr txBox="1"/>
          <p:nvPr/>
        </p:nvSpPr>
        <p:spPr>
          <a:xfrm>
            <a:off x="4863869" y="266931"/>
            <a:ext cx="4451927" cy="548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64" b="1" dirty="0">
                <a:solidFill>
                  <a:schemeClr val="bg2">
                    <a:lumMod val="50000"/>
                  </a:schemeClr>
                </a:solidFill>
              </a:rPr>
              <a:t>Introduction</a:t>
            </a:r>
            <a:r>
              <a:rPr lang="en-US" sz="2800" b="1" i="1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itchFamily="34" charset="0"/>
                <a:cs typeface="Calibri" panose="020F0502020204030204" pitchFamily="34" charset="0"/>
              </a:rPr>
              <a:t> </a:t>
            </a:r>
            <a:endParaRPr lang="x-none" sz="2800" dirty="0"/>
          </a:p>
        </p:txBody>
      </p:sp>
    </p:spTree>
    <p:extLst>
      <p:ext uri="{BB962C8B-B14F-4D97-AF65-F5344CB8AC3E}">
        <p14:creationId xmlns:p14="http://schemas.microsoft.com/office/powerpoint/2010/main" val="3569443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6">
            <a:extLst>
              <a:ext uri="{FF2B5EF4-FFF2-40B4-BE49-F238E27FC236}">
                <a16:creationId xmlns:a16="http://schemas.microsoft.com/office/drawing/2014/main" id="{DD195A5F-B8D4-47EB-9C70-C9E945AFE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" y="1295402"/>
            <a:ext cx="9063892" cy="548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fr-FR" sz="2964" dirty="0"/>
              <a:t>Max Attached Users and Max Active PDP Context by node</a:t>
            </a:r>
            <a:endParaRPr lang="fr-FR" altLang="fr-FR" sz="2964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8A6276-81B3-4195-8569-E2B87A15DDD0}"/>
              </a:ext>
            </a:extLst>
          </p:cNvPr>
          <p:cNvSpPr/>
          <p:nvPr/>
        </p:nvSpPr>
        <p:spPr>
          <a:xfrm>
            <a:off x="4831666" y="255477"/>
            <a:ext cx="3416576" cy="5484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964" b="1" dirty="0">
                <a:solidFill>
                  <a:schemeClr val="bg2">
                    <a:lumMod val="50000"/>
                  </a:schemeClr>
                </a:solidFill>
              </a:rPr>
              <a:t>Availability &amp; Usage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6355EE-1096-4FBA-ACCD-35BAA9186481}"/>
              </a:ext>
            </a:extLst>
          </p:cNvPr>
          <p:cNvSpPr/>
          <p:nvPr/>
        </p:nvSpPr>
        <p:spPr>
          <a:xfrm>
            <a:off x="5462447" y="676335"/>
            <a:ext cx="21550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Attach&amp;PDP Context</a:t>
            </a:r>
            <a:endParaRPr lang="fr-FR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EBF35F5C-09A3-4B85-9F58-DE938B05D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854694"/>
              </p:ext>
            </p:extLst>
          </p:nvPr>
        </p:nvGraphicFramePr>
        <p:xfrm>
          <a:off x="645161" y="2335327"/>
          <a:ext cx="10603537" cy="3923586"/>
        </p:xfrm>
        <a:graphic>
          <a:graphicData uri="http://schemas.openxmlformats.org/drawingml/2006/table">
            <a:tbl>
              <a:tblPr/>
              <a:tblGrid>
                <a:gridCol w="1506009">
                  <a:extLst>
                    <a:ext uri="{9D8B030D-6E8A-4147-A177-3AD203B41FA5}">
                      <a16:colId xmlns:a16="http://schemas.microsoft.com/office/drawing/2014/main" val="2646457813"/>
                    </a:ext>
                  </a:extLst>
                </a:gridCol>
                <a:gridCol w="968149">
                  <a:extLst>
                    <a:ext uri="{9D8B030D-6E8A-4147-A177-3AD203B41FA5}">
                      <a16:colId xmlns:a16="http://schemas.microsoft.com/office/drawing/2014/main" val="4139250666"/>
                    </a:ext>
                  </a:extLst>
                </a:gridCol>
                <a:gridCol w="968149">
                  <a:extLst>
                    <a:ext uri="{9D8B030D-6E8A-4147-A177-3AD203B41FA5}">
                      <a16:colId xmlns:a16="http://schemas.microsoft.com/office/drawing/2014/main" val="2527966780"/>
                    </a:ext>
                  </a:extLst>
                </a:gridCol>
                <a:gridCol w="1060354">
                  <a:extLst>
                    <a:ext uri="{9D8B030D-6E8A-4147-A177-3AD203B41FA5}">
                      <a16:colId xmlns:a16="http://schemas.microsoft.com/office/drawing/2014/main" val="923123226"/>
                    </a:ext>
                  </a:extLst>
                </a:gridCol>
                <a:gridCol w="968149">
                  <a:extLst>
                    <a:ext uri="{9D8B030D-6E8A-4147-A177-3AD203B41FA5}">
                      <a16:colId xmlns:a16="http://schemas.microsoft.com/office/drawing/2014/main" val="4174591847"/>
                    </a:ext>
                  </a:extLst>
                </a:gridCol>
                <a:gridCol w="968149">
                  <a:extLst>
                    <a:ext uri="{9D8B030D-6E8A-4147-A177-3AD203B41FA5}">
                      <a16:colId xmlns:a16="http://schemas.microsoft.com/office/drawing/2014/main" val="3992709420"/>
                    </a:ext>
                  </a:extLst>
                </a:gridCol>
                <a:gridCol w="1152559">
                  <a:extLst>
                    <a:ext uri="{9D8B030D-6E8A-4147-A177-3AD203B41FA5}">
                      <a16:colId xmlns:a16="http://schemas.microsoft.com/office/drawing/2014/main" val="2622887408"/>
                    </a:ext>
                  </a:extLst>
                </a:gridCol>
                <a:gridCol w="1121823">
                  <a:extLst>
                    <a:ext uri="{9D8B030D-6E8A-4147-A177-3AD203B41FA5}">
                      <a16:colId xmlns:a16="http://schemas.microsoft.com/office/drawing/2014/main" val="686041058"/>
                    </a:ext>
                  </a:extLst>
                </a:gridCol>
                <a:gridCol w="1890196">
                  <a:extLst>
                    <a:ext uri="{9D8B030D-6E8A-4147-A177-3AD203B41FA5}">
                      <a16:colId xmlns:a16="http://schemas.microsoft.com/office/drawing/2014/main" val="2932976241"/>
                    </a:ext>
                  </a:extLst>
                </a:gridCol>
              </a:tblGrid>
              <a:tr h="435954"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Node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SAU 2G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SAU 3G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SAU 4G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PDP 2G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PDP 3G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Bearer  4G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Total SAU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PDP/Bearer Context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095055"/>
                  </a:ext>
                </a:extLst>
              </a:tr>
              <a:tr h="435954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BMR_CloudUSN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206 526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596 760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2 269 273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59 599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309 116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2 300 932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3 072 559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2 669 647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805669"/>
                  </a:ext>
                </a:extLst>
              </a:tr>
              <a:tr h="435954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ANB_CloudUSN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200 385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651 441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2 399 962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65 820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337 076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2 433 780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3 251 788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2 836 676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22405"/>
                  </a:ext>
                </a:extLst>
              </a:tr>
              <a:tr h="435954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OUG_CloudUSN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158 933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609 387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2 349 025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55 685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322 039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2 384 184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3 117 345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2 761 908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199803"/>
                  </a:ext>
                </a:extLst>
              </a:tr>
              <a:tr h="435954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MMEMUS1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142 241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349 020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1 627 728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60 164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166 751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1 636 000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2 118 988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1 862 915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11992"/>
                  </a:ext>
                </a:extLst>
              </a:tr>
              <a:tr h="435954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MMEORN1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63 568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392 560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1 784 097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18 965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195 642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1 793 563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2 240 225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2 008 169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324471"/>
                  </a:ext>
                </a:extLst>
              </a:tr>
              <a:tr h="435954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vMMEORN1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48 145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203 287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784 054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15 464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102 492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814 702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1 035 486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932 657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837606"/>
                  </a:ext>
                </a:extLst>
              </a:tr>
              <a:tr h="435954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vMMEBMR1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63 470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192 543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629 918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13 539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78 568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646 261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885 931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738 368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803946"/>
                  </a:ext>
                </a:extLst>
              </a:tr>
              <a:tr h="435954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883 267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2 994 997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11 844 058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289 236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1 511 683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12 009 421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15 722 322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13 810 340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953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358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25C53485-15B4-4E66-BD35-E5E5022F28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2276773"/>
              </p:ext>
            </p:extLst>
          </p:nvPr>
        </p:nvGraphicFramePr>
        <p:xfrm>
          <a:off x="215154" y="1546411"/>
          <a:ext cx="3801036" cy="2389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32A0320B-43D5-48EE-8C0D-45D9C4B991FC}"/>
              </a:ext>
            </a:extLst>
          </p:cNvPr>
          <p:cNvSpPr txBox="1"/>
          <p:nvPr/>
        </p:nvSpPr>
        <p:spPr>
          <a:xfrm>
            <a:off x="5256109" y="294640"/>
            <a:ext cx="2944909" cy="5484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964" b="1" dirty="0">
                <a:solidFill>
                  <a:schemeClr val="bg2">
                    <a:lumMod val="50000"/>
                  </a:schemeClr>
                </a:solidFill>
              </a:rPr>
              <a:t>Dashboard Graph</a:t>
            </a:r>
            <a:endParaRPr lang="fr-FR" sz="2964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16CA0D5-A118-4794-B809-D2A50903B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841" y="1658823"/>
            <a:ext cx="3304318" cy="227668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BB095A6-EA47-4E74-B522-8765E2B2B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16" y="1685885"/>
            <a:ext cx="3316511" cy="224961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B64F55F-997B-4C7D-B2EF-B25222CCE7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1573" y="1681498"/>
            <a:ext cx="3304318" cy="2231329"/>
          </a:xfrm>
          <a:prstGeom prst="rect">
            <a:avLst/>
          </a:prstGeom>
        </p:spPr>
      </p:pic>
      <p:graphicFrame>
        <p:nvGraphicFramePr>
          <p:cNvPr id="9" name="Graphique 8">
            <a:extLst>
              <a:ext uri="{FF2B5EF4-FFF2-40B4-BE49-F238E27FC236}">
                <a16:creationId xmlns:a16="http://schemas.microsoft.com/office/drawing/2014/main" id="{C415E86F-53F1-4B28-91A8-5C0008584E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46331"/>
              </p:ext>
            </p:extLst>
          </p:nvPr>
        </p:nvGraphicFramePr>
        <p:xfrm>
          <a:off x="1342418" y="4168588"/>
          <a:ext cx="4377446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Graphique 13">
            <a:extLst>
              <a:ext uri="{FF2B5EF4-FFF2-40B4-BE49-F238E27FC236}">
                <a16:creationId xmlns:a16="http://schemas.microsoft.com/office/drawing/2014/main" id="{DF8857BF-A94A-413A-AA9B-BAFD0C2AB4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0656081"/>
              </p:ext>
            </p:extLst>
          </p:nvPr>
        </p:nvGraphicFramePr>
        <p:xfrm>
          <a:off x="6828817" y="4168588"/>
          <a:ext cx="4143983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453315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F125EA-891C-4C49-9116-D540E3227C3C}"/>
              </a:ext>
            </a:extLst>
          </p:cNvPr>
          <p:cNvSpPr/>
          <p:nvPr/>
        </p:nvSpPr>
        <p:spPr>
          <a:xfrm>
            <a:off x="928432" y="1264411"/>
            <a:ext cx="4132350" cy="5484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Attached Users  per Node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DE6C34B-6F65-432E-A793-A2EB02B981F0}"/>
              </a:ext>
            </a:extLst>
          </p:cNvPr>
          <p:cNvSpPr txBox="1"/>
          <p:nvPr/>
        </p:nvSpPr>
        <p:spPr>
          <a:xfrm>
            <a:off x="5256109" y="294640"/>
            <a:ext cx="2114681" cy="5484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964" b="1" dirty="0">
                <a:solidFill>
                  <a:schemeClr val="bg2">
                    <a:lumMod val="50000"/>
                  </a:schemeClr>
                </a:solidFill>
              </a:rPr>
              <a:t>Accessibility</a:t>
            </a:r>
            <a:endParaRPr lang="fr-FR" sz="2964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8F19D64-507C-4769-9748-D1CF55E3EC36}"/>
              </a:ext>
            </a:extLst>
          </p:cNvPr>
          <p:cNvSpPr txBox="1"/>
          <p:nvPr/>
        </p:nvSpPr>
        <p:spPr>
          <a:xfrm>
            <a:off x="5853900" y="663471"/>
            <a:ext cx="919098" cy="418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Attach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41D7D68-971B-4E5B-92DA-054ED17A5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97" y="2159876"/>
            <a:ext cx="10466989" cy="430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66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FFC53D4-4944-4C19-B794-DF0BB4596085}"/>
              </a:ext>
            </a:extLst>
          </p:cNvPr>
          <p:cNvSpPr txBox="1"/>
          <p:nvPr/>
        </p:nvSpPr>
        <p:spPr>
          <a:xfrm>
            <a:off x="5256109" y="294640"/>
            <a:ext cx="2114681" cy="5484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964" b="1" dirty="0">
                <a:solidFill>
                  <a:schemeClr val="bg2">
                    <a:lumMod val="50000"/>
                  </a:schemeClr>
                </a:solidFill>
              </a:rPr>
              <a:t>Accessibility</a:t>
            </a:r>
            <a:endParaRPr lang="fr-FR" sz="2964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AD1F205-AF34-4706-B43A-B734857DC799}"/>
              </a:ext>
            </a:extLst>
          </p:cNvPr>
          <p:cNvSpPr txBox="1"/>
          <p:nvPr/>
        </p:nvSpPr>
        <p:spPr>
          <a:xfrm>
            <a:off x="5552388" y="684435"/>
            <a:ext cx="2007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PDP </a:t>
            </a:r>
            <a:r>
              <a:rPr lang="fr-FR" b="1" dirty="0" err="1">
                <a:solidFill>
                  <a:schemeClr val="bg1">
                    <a:lumMod val="85000"/>
                  </a:schemeClr>
                </a:solidFill>
              </a:rPr>
              <a:t>Context</a:t>
            </a:r>
            <a:endParaRPr lang="fr-FR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4DAB5E-AED0-40EA-8347-1C5CCB83296B}"/>
              </a:ext>
            </a:extLst>
          </p:cNvPr>
          <p:cNvSpPr/>
          <p:nvPr/>
        </p:nvSpPr>
        <p:spPr>
          <a:xfrm>
            <a:off x="928432" y="1264411"/>
            <a:ext cx="4661854" cy="8254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Active PDP Context per Node</a:t>
            </a:r>
          </a:p>
          <a:p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E52E85A-6B4F-4385-8487-1A9276FD0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14" y="2175641"/>
            <a:ext cx="10791496" cy="412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25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AD1F205-AF34-4706-B43A-B734857DC799}"/>
              </a:ext>
            </a:extLst>
          </p:cNvPr>
          <p:cNvSpPr txBox="1"/>
          <p:nvPr/>
        </p:nvSpPr>
        <p:spPr>
          <a:xfrm>
            <a:off x="5552388" y="684435"/>
            <a:ext cx="2007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>
                    <a:lumMod val="85000"/>
                  </a:schemeClr>
                </a:solidFill>
              </a:rPr>
              <a:t>PDP </a:t>
            </a:r>
            <a:r>
              <a:rPr lang="fr-FR" b="1" dirty="0" err="1">
                <a:solidFill>
                  <a:schemeClr val="bg1">
                    <a:lumMod val="85000"/>
                  </a:schemeClr>
                </a:solidFill>
              </a:rPr>
              <a:t>Context</a:t>
            </a:r>
            <a:endParaRPr lang="fr-FR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024A39-5050-4F0D-93DE-40BBE21F7C6E}"/>
              </a:ext>
            </a:extLst>
          </p:cNvPr>
          <p:cNvSpPr/>
          <p:nvPr/>
        </p:nvSpPr>
        <p:spPr>
          <a:xfrm>
            <a:off x="928432" y="1264411"/>
            <a:ext cx="3518464" cy="5484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 Total  Attached Users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B45BC8D-C144-4568-B9A4-381D0C509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776" y="2330229"/>
            <a:ext cx="5012520" cy="372831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1E8CCFE-FC5B-4FAD-92A5-90128135D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04" y="2330229"/>
            <a:ext cx="5513297" cy="372831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C2F4FBFD-9499-4D5B-B14D-284759BF76FE}"/>
              </a:ext>
            </a:extLst>
          </p:cNvPr>
          <p:cNvSpPr txBox="1"/>
          <p:nvPr/>
        </p:nvSpPr>
        <p:spPr>
          <a:xfrm>
            <a:off x="5256109" y="294640"/>
            <a:ext cx="2114681" cy="5484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964" b="1" dirty="0">
                <a:solidFill>
                  <a:schemeClr val="bg2">
                    <a:lumMod val="50000"/>
                  </a:schemeClr>
                </a:solidFill>
              </a:rPr>
              <a:t>Accessibility</a:t>
            </a:r>
            <a:endParaRPr lang="fr-FR" sz="2964" dirty="0"/>
          </a:p>
        </p:txBody>
      </p:sp>
    </p:spTree>
    <p:extLst>
      <p:ext uri="{BB962C8B-B14F-4D97-AF65-F5344CB8AC3E}">
        <p14:creationId xmlns:p14="http://schemas.microsoft.com/office/powerpoint/2010/main" val="811109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A16C27B-C061-4FDB-A3AE-920A97449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979" y="533328"/>
            <a:ext cx="1652159" cy="573074"/>
          </a:xfrm>
          <a:prstGeom prst="rect">
            <a:avLst/>
          </a:prstGeom>
        </p:spPr>
      </p:pic>
      <p:sp>
        <p:nvSpPr>
          <p:cNvPr id="5" name="ZoneTexte 5">
            <a:extLst>
              <a:ext uri="{FF2B5EF4-FFF2-40B4-BE49-F238E27FC236}">
                <a16:creationId xmlns:a16="http://schemas.microsoft.com/office/drawing/2014/main" id="{BB8F7C1A-66E1-41C2-A78F-ECECE6BD5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560" y="264682"/>
            <a:ext cx="882999" cy="4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Traffic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B35EC1-A4E1-466C-B1F4-E3430409CDE7}"/>
              </a:ext>
            </a:extLst>
          </p:cNvPr>
          <p:cNvSpPr/>
          <p:nvPr/>
        </p:nvSpPr>
        <p:spPr>
          <a:xfrm>
            <a:off x="928432" y="1264411"/>
            <a:ext cx="4430444" cy="8254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 Peak Throughput Per Node</a:t>
            </a:r>
          </a:p>
          <a:p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C7F401F-C09B-42A6-BBF3-BEC54EC00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28" y="2089893"/>
            <a:ext cx="10368454" cy="390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158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A16C27B-C061-4FDB-A3AE-920A97449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979" y="533328"/>
            <a:ext cx="1652159" cy="573074"/>
          </a:xfrm>
          <a:prstGeom prst="rect">
            <a:avLst/>
          </a:prstGeom>
        </p:spPr>
      </p:pic>
      <p:sp>
        <p:nvSpPr>
          <p:cNvPr id="5" name="ZoneTexte 5">
            <a:extLst>
              <a:ext uri="{FF2B5EF4-FFF2-40B4-BE49-F238E27FC236}">
                <a16:creationId xmlns:a16="http://schemas.microsoft.com/office/drawing/2014/main" id="{BB8F7C1A-66E1-41C2-A78F-ECECE6BD5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560" y="264682"/>
            <a:ext cx="882999" cy="4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Traffic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D4CA97-7AE7-4CA1-A027-DFB80048F6F6}"/>
              </a:ext>
            </a:extLst>
          </p:cNvPr>
          <p:cNvSpPr/>
          <p:nvPr/>
        </p:nvSpPr>
        <p:spPr>
          <a:xfrm>
            <a:off x="928432" y="1264411"/>
            <a:ext cx="6086153" cy="5484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Network DL&amp;UP Throughput in (Gbps)</a:t>
            </a:r>
          </a:p>
        </p:txBody>
      </p:sp>
      <p:graphicFrame>
        <p:nvGraphicFramePr>
          <p:cNvPr id="10" name="Graphique 9">
            <a:extLst>
              <a:ext uri="{FF2B5EF4-FFF2-40B4-BE49-F238E27FC236}">
                <a16:creationId xmlns:a16="http://schemas.microsoft.com/office/drawing/2014/main" id="{7F229DF2-A3BD-4095-A560-189B84E6F6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3373918"/>
              </p:ext>
            </p:extLst>
          </p:nvPr>
        </p:nvGraphicFramePr>
        <p:xfrm>
          <a:off x="928432" y="2057399"/>
          <a:ext cx="10564630" cy="4267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32832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A16C27B-C061-4FDB-A3AE-920A97449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979" y="533328"/>
            <a:ext cx="1652159" cy="573074"/>
          </a:xfrm>
          <a:prstGeom prst="rect">
            <a:avLst/>
          </a:prstGeom>
        </p:spPr>
      </p:pic>
      <p:sp>
        <p:nvSpPr>
          <p:cNvPr id="5" name="ZoneTexte 5">
            <a:extLst>
              <a:ext uri="{FF2B5EF4-FFF2-40B4-BE49-F238E27FC236}">
                <a16:creationId xmlns:a16="http://schemas.microsoft.com/office/drawing/2014/main" id="{BB8F7C1A-66E1-41C2-A78F-ECECE6BD5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560" y="264682"/>
            <a:ext cx="882999" cy="4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Traffic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D4CA97-7AE7-4CA1-A027-DFB80048F6F6}"/>
              </a:ext>
            </a:extLst>
          </p:cNvPr>
          <p:cNvSpPr/>
          <p:nvPr/>
        </p:nvSpPr>
        <p:spPr>
          <a:xfrm>
            <a:off x="928432" y="1264411"/>
            <a:ext cx="5914248" cy="5484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Huawei DL&amp;UP Throughput in (Gbps)</a:t>
            </a:r>
          </a:p>
        </p:txBody>
      </p:sp>
      <p:graphicFrame>
        <p:nvGraphicFramePr>
          <p:cNvPr id="10" name="Graphique 9">
            <a:extLst>
              <a:ext uri="{FF2B5EF4-FFF2-40B4-BE49-F238E27FC236}">
                <a16:creationId xmlns:a16="http://schemas.microsoft.com/office/drawing/2014/main" id="{50A22B1C-2DE5-4C31-BC1E-9C4EDF1166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9503007"/>
              </p:ext>
            </p:extLst>
          </p:nvPr>
        </p:nvGraphicFramePr>
        <p:xfrm>
          <a:off x="928432" y="2057400"/>
          <a:ext cx="10706520" cy="4267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82308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A16C27B-C061-4FDB-A3AE-920A97449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979" y="533328"/>
            <a:ext cx="1652159" cy="573074"/>
          </a:xfrm>
          <a:prstGeom prst="rect">
            <a:avLst/>
          </a:prstGeom>
        </p:spPr>
      </p:pic>
      <p:sp>
        <p:nvSpPr>
          <p:cNvPr id="5" name="ZoneTexte 5">
            <a:extLst>
              <a:ext uri="{FF2B5EF4-FFF2-40B4-BE49-F238E27FC236}">
                <a16:creationId xmlns:a16="http://schemas.microsoft.com/office/drawing/2014/main" id="{BB8F7C1A-66E1-41C2-A78F-ECECE6BD5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560" y="264682"/>
            <a:ext cx="882999" cy="4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Traffic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D4CA97-7AE7-4CA1-A027-DFB80048F6F6}"/>
              </a:ext>
            </a:extLst>
          </p:cNvPr>
          <p:cNvSpPr/>
          <p:nvPr/>
        </p:nvSpPr>
        <p:spPr>
          <a:xfrm>
            <a:off x="928432" y="1264411"/>
            <a:ext cx="6016391" cy="5484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Ericsson DL&amp;UP Throughput in (Gbps)</a:t>
            </a:r>
          </a:p>
        </p:txBody>
      </p:sp>
      <p:graphicFrame>
        <p:nvGraphicFramePr>
          <p:cNvPr id="8" name="Graphique 7">
            <a:extLst>
              <a:ext uri="{FF2B5EF4-FFF2-40B4-BE49-F238E27FC236}">
                <a16:creationId xmlns:a16="http://schemas.microsoft.com/office/drawing/2014/main" id="{B5849ADA-DD33-4322-9914-F05D4876EE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7013080"/>
              </p:ext>
            </p:extLst>
          </p:nvPr>
        </p:nvGraphicFramePr>
        <p:xfrm>
          <a:off x="867103" y="2057399"/>
          <a:ext cx="10602311" cy="4390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9170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5">
            <a:extLst>
              <a:ext uri="{FF2B5EF4-FFF2-40B4-BE49-F238E27FC236}">
                <a16:creationId xmlns:a16="http://schemas.microsoft.com/office/drawing/2014/main" id="{726CAF1B-CBF8-4B46-AB23-906E47B8F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560" y="264682"/>
            <a:ext cx="882999" cy="4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Traffic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2C3B169-16F7-477F-803F-F942D67F5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800" y="474355"/>
            <a:ext cx="1652159" cy="5730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C3F8D80-AC29-45DA-BCC8-BB477738E052}"/>
              </a:ext>
            </a:extLst>
          </p:cNvPr>
          <p:cNvSpPr/>
          <p:nvPr/>
        </p:nvSpPr>
        <p:spPr>
          <a:xfrm>
            <a:off x="928432" y="1264411"/>
            <a:ext cx="5029326" cy="5484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 Throughput per Pool in (Gbps) </a:t>
            </a:r>
            <a:endParaRPr lang="fr-FR" dirty="0"/>
          </a:p>
        </p:txBody>
      </p:sp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41E21B23-8492-42FA-B344-8CFBFBADE5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729517"/>
              </p:ext>
            </p:extLst>
          </p:nvPr>
        </p:nvGraphicFramePr>
        <p:xfrm>
          <a:off x="928432" y="2057400"/>
          <a:ext cx="10540982" cy="4075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68223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5">
            <a:extLst>
              <a:ext uri="{FF2B5EF4-FFF2-40B4-BE49-F238E27FC236}">
                <a16:creationId xmlns:a16="http://schemas.microsoft.com/office/drawing/2014/main" id="{E02B0D02-8ECB-4A0B-8560-D17B3CCA6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560" y="264682"/>
            <a:ext cx="882999" cy="4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Traffic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9358A9E-8F85-4637-B873-010B5AAB8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800" y="474355"/>
            <a:ext cx="1652159" cy="5730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946EC0-6FD7-443B-824F-2000446F1EC0}"/>
              </a:ext>
            </a:extLst>
          </p:cNvPr>
          <p:cNvSpPr/>
          <p:nvPr/>
        </p:nvSpPr>
        <p:spPr>
          <a:xfrm>
            <a:off x="928432" y="1264411"/>
            <a:ext cx="6454459" cy="8254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 Throughput per </a:t>
            </a:r>
            <a:r>
              <a:rPr lang="en-US" altLang="fr-FR" sz="2964" dirty="0" err="1">
                <a:solidFill>
                  <a:prstClr val="black"/>
                </a:solidFill>
              </a:rPr>
              <a:t>Node_Huawei</a:t>
            </a:r>
            <a:r>
              <a:rPr lang="en-US" altLang="fr-FR" sz="2964" dirty="0">
                <a:solidFill>
                  <a:prstClr val="black"/>
                </a:solidFill>
              </a:rPr>
              <a:t> in (Gbps)</a:t>
            </a:r>
          </a:p>
          <a:p>
            <a:endParaRPr lang="fr-FR" dirty="0"/>
          </a:p>
        </p:txBody>
      </p:sp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41E21B23-8492-42FA-B344-8CFBFBADE5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0797143"/>
              </p:ext>
            </p:extLst>
          </p:nvPr>
        </p:nvGraphicFramePr>
        <p:xfrm>
          <a:off x="928432" y="2057399"/>
          <a:ext cx="10580396" cy="41226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23149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5">
            <a:extLst>
              <a:ext uri="{FF2B5EF4-FFF2-40B4-BE49-F238E27FC236}">
                <a16:creationId xmlns:a16="http://schemas.microsoft.com/office/drawing/2014/main" id="{E02B0D02-8ECB-4A0B-8560-D17B3CCA6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560" y="264682"/>
            <a:ext cx="882999" cy="4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Traffic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9358A9E-8F85-4637-B873-010B5AAB8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800" y="474355"/>
            <a:ext cx="1652159" cy="5730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946EC0-6FD7-443B-824F-2000446F1EC0}"/>
              </a:ext>
            </a:extLst>
          </p:cNvPr>
          <p:cNvSpPr/>
          <p:nvPr/>
        </p:nvSpPr>
        <p:spPr>
          <a:xfrm>
            <a:off x="928432" y="1264411"/>
            <a:ext cx="6183616" cy="8254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 Throughput per </a:t>
            </a:r>
            <a:r>
              <a:rPr lang="en-US" altLang="fr-FR" sz="2964" dirty="0" err="1">
                <a:solidFill>
                  <a:prstClr val="black"/>
                </a:solidFill>
              </a:rPr>
              <a:t>Node_Ericsson</a:t>
            </a:r>
            <a:r>
              <a:rPr lang="en-US" altLang="fr-FR" sz="2964" dirty="0">
                <a:solidFill>
                  <a:prstClr val="black"/>
                </a:solidFill>
              </a:rPr>
              <a:t> in (TB)</a:t>
            </a:r>
          </a:p>
          <a:p>
            <a:endParaRPr lang="fr-FR" dirty="0"/>
          </a:p>
        </p:txBody>
      </p:sp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41E21B23-8492-42FA-B344-8CFBFBADE5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2441561"/>
              </p:ext>
            </p:extLst>
          </p:nvPr>
        </p:nvGraphicFramePr>
        <p:xfrm>
          <a:off x="928432" y="2057400"/>
          <a:ext cx="10525216" cy="4130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88733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A16C27B-C061-4FDB-A3AE-920A97449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979" y="533328"/>
            <a:ext cx="1652159" cy="573074"/>
          </a:xfrm>
          <a:prstGeom prst="rect">
            <a:avLst/>
          </a:prstGeom>
        </p:spPr>
      </p:pic>
      <p:sp>
        <p:nvSpPr>
          <p:cNvPr id="5" name="ZoneTexte 5">
            <a:extLst>
              <a:ext uri="{FF2B5EF4-FFF2-40B4-BE49-F238E27FC236}">
                <a16:creationId xmlns:a16="http://schemas.microsoft.com/office/drawing/2014/main" id="{BB8F7C1A-66E1-41C2-A78F-ECECE6BD5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560" y="264682"/>
            <a:ext cx="882999" cy="4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Traffic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D4CA97-7AE7-4CA1-A027-DFB80048F6F6}"/>
              </a:ext>
            </a:extLst>
          </p:cNvPr>
          <p:cNvSpPr/>
          <p:nvPr/>
        </p:nvSpPr>
        <p:spPr>
          <a:xfrm>
            <a:off x="928432" y="1264411"/>
            <a:ext cx="5206938" cy="5484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Network DL&amp;UP Traffic in (Gbps)</a:t>
            </a:r>
          </a:p>
        </p:txBody>
      </p:sp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771CBF7D-6ED6-4228-AC4B-2B0EC722B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4049328"/>
              </p:ext>
            </p:extLst>
          </p:nvPr>
        </p:nvGraphicFramePr>
        <p:xfrm>
          <a:off x="928431" y="2057399"/>
          <a:ext cx="10482113" cy="4267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15963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A16C27B-C061-4FDB-A3AE-920A97449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979" y="533328"/>
            <a:ext cx="1652159" cy="573074"/>
          </a:xfrm>
          <a:prstGeom prst="rect">
            <a:avLst/>
          </a:prstGeom>
        </p:spPr>
      </p:pic>
      <p:sp>
        <p:nvSpPr>
          <p:cNvPr id="5" name="ZoneTexte 5">
            <a:extLst>
              <a:ext uri="{FF2B5EF4-FFF2-40B4-BE49-F238E27FC236}">
                <a16:creationId xmlns:a16="http://schemas.microsoft.com/office/drawing/2014/main" id="{BB8F7C1A-66E1-41C2-A78F-ECECE6BD5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560" y="264682"/>
            <a:ext cx="882999" cy="4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Traffic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D4CA97-7AE7-4CA1-A027-DFB80048F6F6}"/>
              </a:ext>
            </a:extLst>
          </p:cNvPr>
          <p:cNvSpPr/>
          <p:nvPr/>
        </p:nvSpPr>
        <p:spPr>
          <a:xfrm>
            <a:off x="928432" y="1264411"/>
            <a:ext cx="4639347" cy="5484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Huawei DL&amp;UP Traffic in (TB)</a:t>
            </a:r>
          </a:p>
        </p:txBody>
      </p:sp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50A22B1C-2DE5-4C31-BC1E-9C4EDF1166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1348921"/>
              </p:ext>
            </p:extLst>
          </p:nvPr>
        </p:nvGraphicFramePr>
        <p:xfrm>
          <a:off x="928431" y="2057400"/>
          <a:ext cx="10482113" cy="4267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72556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A16C27B-C061-4FDB-A3AE-920A97449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979" y="533328"/>
            <a:ext cx="1652159" cy="573074"/>
          </a:xfrm>
          <a:prstGeom prst="rect">
            <a:avLst/>
          </a:prstGeom>
        </p:spPr>
      </p:pic>
      <p:sp>
        <p:nvSpPr>
          <p:cNvPr id="5" name="ZoneTexte 5">
            <a:extLst>
              <a:ext uri="{FF2B5EF4-FFF2-40B4-BE49-F238E27FC236}">
                <a16:creationId xmlns:a16="http://schemas.microsoft.com/office/drawing/2014/main" id="{BB8F7C1A-66E1-41C2-A78F-ECECE6BD5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560" y="264682"/>
            <a:ext cx="882999" cy="4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Traffic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D4CA97-7AE7-4CA1-A027-DFB80048F6F6}"/>
              </a:ext>
            </a:extLst>
          </p:cNvPr>
          <p:cNvSpPr/>
          <p:nvPr/>
        </p:nvSpPr>
        <p:spPr>
          <a:xfrm>
            <a:off x="928432" y="1264411"/>
            <a:ext cx="4741491" cy="5484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Ericsson DL&amp;UP Traffic in (TB)</a:t>
            </a:r>
          </a:p>
        </p:txBody>
      </p:sp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B5849ADA-DD33-4322-9914-F05D4876EE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6535656"/>
              </p:ext>
            </p:extLst>
          </p:nvPr>
        </p:nvGraphicFramePr>
        <p:xfrm>
          <a:off x="836579" y="2057400"/>
          <a:ext cx="10680970" cy="4267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3830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A16C27B-C061-4FDB-A3AE-920A97449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979" y="533328"/>
            <a:ext cx="1652159" cy="573074"/>
          </a:xfrm>
          <a:prstGeom prst="rect">
            <a:avLst/>
          </a:prstGeom>
        </p:spPr>
      </p:pic>
      <p:sp>
        <p:nvSpPr>
          <p:cNvPr id="5" name="ZoneTexte 5">
            <a:extLst>
              <a:ext uri="{FF2B5EF4-FFF2-40B4-BE49-F238E27FC236}">
                <a16:creationId xmlns:a16="http://schemas.microsoft.com/office/drawing/2014/main" id="{BB8F7C1A-66E1-41C2-A78F-ECECE6BD5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560" y="264682"/>
            <a:ext cx="882999" cy="4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Traffic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D4CA97-7AE7-4CA1-A027-DFB80048F6F6}"/>
              </a:ext>
            </a:extLst>
          </p:cNvPr>
          <p:cNvSpPr/>
          <p:nvPr/>
        </p:nvSpPr>
        <p:spPr>
          <a:xfrm>
            <a:off x="928432" y="1264411"/>
            <a:ext cx="3568862" cy="5484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Traffic Per Pool in (TB)</a:t>
            </a:r>
          </a:p>
        </p:txBody>
      </p:sp>
      <p:graphicFrame>
        <p:nvGraphicFramePr>
          <p:cNvPr id="8" name="Graphique 7">
            <a:extLst>
              <a:ext uri="{FF2B5EF4-FFF2-40B4-BE49-F238E27FC236}">
                <a16:creationId xmlns:a16="http://schemas.microsoft.com/office/drawing/2014/main" id="{DB767893-DCF4-4F4C-9990-EF57F91A1F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4256639"/>
              </p:ext>
            </p:extLst>
          </p:nvPr>
        </p:nvGraphicFramePr>
        <p:xfrm>
          <a:off x="928432" y="2057400"/>
          <a:ext cx="10491840" cy="4012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17513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51621A-1881-45F9-AFB7-B7C4CE947F56}"/>
              </a:ext>
            </a:extLst>
          </p:cNvPr>
          <p:cNvSpPr/>
          <p:nvPr/>
        </p:nvSpPr>
        <p:spPr>
          <a:xfrm>
            <a:off x="928432" y="1264411"/>
            <a:ext cx="6669133" cy="5484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 </a:t>
            </a:r>
            <a:r>
              <a:rPr lang="en-US" altLang="fr-FR" sz="2964" dirty="0" err="1">
                <a:solidFill>
                  <a:prstClr val="black"/>
                </a:solidFill>
              </a:rPr>
              <a:t>SGi</a:t>
            </a:r>
            <a:r>
              <a:rPr lang="en-US" altLang="fr-FR" sz="2964" dirty="0">
                <a:solidFill>
                  <a:prstClr val="black"/>
                </a:solidFill>
              </a:rPr>
              <a:t>(4G)_Gi(2G/3G) Network Traffic in (TB)</a:t>
            </a:r>
            <a:endParaRPr lang="fr-FR" dirty="0"/>
          </a:p>
        </p:txBody>
      </p:sp>
      <p:sp>
        <p:nvSpPr>
          <p:cNvPr id="4" name="ZoneTexte 5">
            <a:extLst>
              <a:ext uri="{FF2B5EF4-FFF2-40B4-BE49-F238E27FC236}">
                <a16:creationId xmlns:a16="http://schemas.microsoft.com/office/drawing/2014/main" id="{FD818F6C-0B3A-4306-96D5-A8F103960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560" y="264682"/>
            <a:ext cx="882999" cy="4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Traffic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24168E-7958-493E-A5DD-DB84AD865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800" y="474355"/>
            <a:ext cx="1652159" cy="573074"/>
          </a:xfrm>
          <a:prstGeom prst="rect">
            <a:avLst/>
          </a:prstGeom>
        </p:spPr>
      </p:pic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DB767893-DCF4-4F4C-9990-EF57F91A1F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6687322"/>
              </p:ext>
            </p:extLst>
          </p:nvPr>
        </p:nvGraphicFramePr>
        <p:xfrm>
          <a:off x="928432" y="2057399"/>
          <a:ext cx="10559934" cy="4326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56041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5">
            <a:extLst>
              <a:ext uri="{FF2B5EF4-FFF2-40B4-BE49-F238E27FC236}">
                <a16:creationId xmlns:a16="http://schemas.microsoft.com/office/drawing/2014/main" id="{7DA10FF7-0B0C-43A4-8249-0E9CDA10B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560" y="264682"/>
            <a:ext cx="882999" cy="4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Traffic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4A307B-79D9-446E-B003-6734C6036601}"/>
              </a:ext>
            </a:extLst>
          </p:cNvPr>
          <p:cNvSpPr/>
          <p:nvPr/>
        </p:nvSpPr>
        <p:spPr>
          <a:xfrm>
            <a:off x="928432" y="1264411"/>
            <a:ext cx="6679906" cy="8254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 </a:t>
            </a:r>
            <a:r>
              <a:rPr lang="en-US" altLang="fr-FR" sz="2964" dirty="0" err="1">
                <a:solidFill>
                  <a:prstClr val="black"/>
                </a:solidFill>
              </a:rPr>
              <a:t>SGi</a:t>
            </a:r>
            <a:r>
              <a:rPr lang="en-US" altLang="fr-FR" sz="2964" dirty="0">
                <a:solidFill>
                  <a:prstClr val="black"/>
                </a:solidFill>
              </a:rPr>
              <a:t>(4G)_Gi(2G/3G) Traffic per Pool in (TB)</a:t>
            </a:r>
          </a:p>
          <a:p>
            <a:endParaRPr lang="fr-FR" dirty="0"/>
          </a:p>
        </p:txBody>
      </p:sp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DB767893-DCF4-4F4C-9990-EF57F91A1F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4204580"/>
              </p:ext>
            </p:extLst>
          </p:nvPr>
        </p:nvGraphicFramePr>
        <p:xfrm>
          <a:off x="928432" y="2089893"/>
          <a:ext cx="5258359" cy="4178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Graphique 7">
            <a:extLst>
              <a:ext uri="{FF2B5EF4-FFF2-40B4-BE49-F238E27FC236}">
                <a16:creationId xmlns:a16="http://schemas.microsoft.com/office/drawing/2014/main" id="{DB767893-DCF4-4F4C-9990-EF57F91A1F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6722039"/>
              </p:ext>
            </p:extLst>
          </p:nvPr>
        </p:nvGraphicFramePr>
        <p:xfrm>
          <a:off x="6465650" y="2089893"/>
          <a:ext cx="4915711" cy="4178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99619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5">
            <a:extLst>
              <a:ext uri="{FF2B5EF4-FFF2-40B4-BE49-F238E27FC236}">
                <a16:creationId xmlns:a16="http://schemas.microsoft.com/office/drawing/2014/main" id="{6C11EF28-2EB9-42F4-8FDD-A66C73A2F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560" y="264682"/>
            <a:ext cx="882999" cy="4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Traffic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0A45219-ABD8-49A1-B5FF-15E02A5BF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800" y="474355"/>
            <a:ext cx="1652159" cy="5730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317907-D43C-43CB-9045-DC308FB70AF7}"/>
              </a:ext>
            </a:extLst>
          </p:cNvPr>
          <p:cNvSpPr/>
          <p:nvPr/>
        </p:nvSpPr>
        <p:spPr>
          <a:xfrm>
            <a:off x="928432" y="1264411"/>
            <a:ext cx="7680629" cy="5484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 Daily </a:t>
            </a:r>
            <a:r>
              <a:rPr lang="en-US" altLang="fr-FR" sz="2964" dirty="0" err="1">
                <a:solidFill>
                  <a:prstClr val="black"/>
                </a:solidFill>
              </a:rPr>
              <a:t>SGi</a:t>
            </a:r>
            <a:r>
              <a:rPr lang="en-US" altLang="fr-FR" sz="2964" dirty="0">
                <a:solidFill>
                  <a:prstClr val="black"/>
                </a:solidFill>
              </a:rPr>
              <a:t>(4G)_Gi(2G/3G)_Network Traffic in (TB)</a:t>
            </a:r>
            <a:endParaRPr lang="fr-FR" dirty="0"/>
          </a:p>
        </p:txBody>
      </p:sp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8DF13F72-D544-44F9-84C3-7692BAE9FE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3186073"/>
              </p:ext>
            </p:extLst>
          </p:nvPr>
        </p:nvGraphicFramePr>
        <p:xfrm>
          <a:off x="803963" y="2057400"/>
          <a:ext cx="10898411" cy="4012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91664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5">
            <a:extLst>
              <a:ext uri="{FF2B5EF4-FFF2-40B4-BE49-F238E27FC236}">
                <a16:creationId xmlns:a16="http://schemas.microsoft.com/office/drawing/2014/main" id="{40EBD17D-684E-4128-A8E2-25D457CE4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560" y="264682"/>
            <a:ext cx="882999" cy="41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Traffic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E4FB247-BA87-4FE2-80DE-AEA864130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800" y="474355"/>
            <a:ext cx="1652159" cy="5730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066BE20-81D7-4ACB-8396-70FAA2D4836D}"/>
              </a:ext>
            </a:extLst>
          </p:cNvPr>
          <p:cNvSpPr/>
          <p:nvPr/>
        </p:nvSpPr>
        <p:spPr>
          <a:xfrm>
            <a:off x="928432" y="1264411"/>
            <a:ext cx="7961026" cy="5484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fr-FR" sz="2964" dirty="0">
                <a:solidFill>
                  <a:prstClr val="black"/>
                </a:solidFill>
              </a:rPr>
              <a:t> Daily </a:t>
            </a:r>
            <a:r>
              <a:rPr lang="en-US" altLang="fr-FR" sz="2964" dirty="0" err="1">
                <a:solidFill>
                  <a:prstClr val="black"/>
                </a:solidFill>
              </a:rPr>
              <a:t>SGi</a:t>
            </a:r>
            <a:r>
              <a:rPr lang="en-US" altLang="fr-FR" sz="2964" dirty="0">
                <a:solidFill>
                  <a:prstClr val="black"/>
                </a:solidFill>
              </a:rPr>
              <a:t>(4G)_Gi(2G/3G) Traffic Per Vendor in (TB)</a:t>
            </a:r>
            <a:endParaRPr lang="fr-FR" dirty="0"/>
          </a:p>
        </p:txBody>
      </p:sp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8DF13F72-D544-44F9-84C3-7692BAE9FE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2741195"/>
              </p:ext>
            </p:extLst>
          </p:nvPr>
        </p:nvGraphicFramePr>
        <p:xfrm>
          <a:off x="928432" y="2057400"/>
          <a:ext cx="10268104" cy="2115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Graphique 10">
            <a:extLst>
              <a:ext uri="{FF2B5EF4-FFF2-40B4-BE49-F238E27FC236}">
                <a16:creationId xmlns:a16="http://schemas.microsoft.com/office/drawing/2014/main" id="{8DF13F72-D544-44F9-84C3-7692BAE9FE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654182"/>
              </p:ext>
            </p:extLst>
          </p:nvPr>
        </p:nvGraphicFramePr>
        <p:xfrm>
          <a:off x="928432" y="4438430"/>
          <a:ext cx="10268104" cy="21157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369537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0B8DA-9AD7-46A1-81B2-5015EA31AE4E}"/>
              </a:ext>
            </a:extLst>
          </p:cNvPr>
          <p:cNvSpPr/>
          <p:nvPr/>
        </p:nvSpPr>
        <p:spPr>
          <a:xfrm>
            <a:off x="457200" y="1312267"/>
            <a:ext cx="1141984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dirty="0">
                <a:cs typeface="Arial" panose="020B0604020202020204" pitchFamily="34" charset="0"/>
              </a:rPr>
              <a:t>In general the major KPIs following normal trend  during the period from 01 October to 12-Octoberber-2026,</a:t>
            </a:r>
          </a:p>
          <a:p>
            <a:pPr>
              <a:defRPr/>
            </a:pPr>
            <a:endParaRPr lang="en-US" sz="1600" dirty="0"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600" dirty="0">
                <a:cs typeface="Arial" panose="020B0604020202020204" pitchFamily="34" charset="0"/>
              </a:rPr>
              <a:t>The PS Core Network performance could be resumed in the bellow points : </a:t>
            </a:r>
          </a:p>
          <a:p>
            <a:pPr>
              <a:defRPr/>
            </a:pPr>
            <a:endParaRPr lang="en-US" sz="1600" dirty="0">
              <a:cs typeface="Arial" panose="020B0604020202020204" pitchFamily="34" charset="0"/>
            </a:endParaRPr>
          </a:p>
          <a:p>
            <a:pPr marL="285750" indent="-285750" fontAlgn="b">
              <a:buFont typeface="Arial" panose="020B0604020202020204" pitchFamily="34" charset="0"/>
              <a:buChar char="•"/>
            </a:pPr>
            <a:r>
              <a:rPr lang="en-US" sz="1600" dirty="0">
                <a:cs typeface="Arial" panose="020B0604020202020204" pitchFamily="34" charset="0"/>
              </a:rPr>
              <a:t>Number of max attached subscribers:                   2G: </a:t>
            </a:r>
            <a:r>
              <a:rPr lang="fr-FR" sz="1600" b="1" dirty="0">
                <a:solidFill>
                  <a:schemeClr val="accent1"/>
                </a:solidFill>
              </a:rPr>
              <a:t>883 267</a:t>
            </a:r>
            <a:r>
              <a:rPr lang="fr-FR" sz="1600" dirty="0"/>
              <a:t> </a:t>
            </a:r>
            <a:r>
              <a:rPr lang="en-US" sz="1600" dirty="0">
                <a:cs typeface="Arial" panose="020B0604020202020204" pitchFamily="34" charset="0"/>
              </a:rPr>
              <a:t>            3G: </a:t>
            </a:r>
            <a:r>
              <a:rPr lang="fr-FR" sz="1600" b="1" dirty="0">
                <a:solidFill>
                  <a:schemeClr val="accent1"/>
                </a:solidFill>
                <a:cs typeface="Arial" panose="020B0604020202020204" pitchFamily="34" charset="0"/>
              </a:rPr>
              <a:t>2 994 997</a:t>
            </a:r>
            <a:r>
              <a:rPr lang="en-US" sz="1600" dirty="0">
                <a:cs typeface="Arial" panose="020B0604020202020204" pitchFamily="34" charset="0"/>
              </a:rPr>
              <a:t>              4G:  </a:t>
            </a:r>
            <a:r>
              <a:rPr lang="fr-FR" sz="1600" b="1" dirty="0">
                <a:solidFill>
                  <a:schemeClr val="accent1"/>
                </a:solidFill>
              </a:rPr>
              <a:t>11 844 058</a:t>
            </a:r>
            <a:r>
              <a:rPr lang="fr-FR" sz="1600" dirty="0"/>
              <a:t> </a:t>
            </a:r>
            <a:r>
              <a:rPr lang="en-US" sz="1600" dirty="0">
                <a:cs typeface="Arial" panose="020B0604020202020204" pitchFamily="34" charset="0"/>
              </a:rPr>
              <a:t>         Total: </a:t>
            </a:r>
            <a:r>
              <a:rPr lang="fr-FR" sz="1600" b="1" dirty="0">
                <a:solidFill>
                  <a:schemeClr val="accent1"/>
                </a:solidFill>
                <a:cs typeface="Arial" panose="020B0604020202020204" pitchFamily="34" charset="0"/>
              </a:rPr>
              <a:t>289 236</a:t>
            </a:r>
            <a:endParaRPr lang="fr-FR" sz="1600" b="1" dirty="0">
              <a:solidFill>
                <a:schemeClr val="accent1"/>
              </a:solidFill>
            </a:endParaRPr>
          </a:p>
          <a:p>
            <a:pPr marL="285750" indent="-285750" fontAlgn="b">
              <a:buFont typeface="Arial" panose="020B0604020202020204" pitchFamily="34" charset="0"/>
              <a:buChar char="•"/>
            </a:pPr>
            <a:endParaRPr lang="en-US" sz="1600" dirty="0">
              <a:cs typeface="Arial" panose="020B0604020202020204" pitchFamily="34" charset="0"/>
            </a:endParaRPr>
          </a:p>
          <a:p>
            <a:pPr marL="285750" indent="-285750" fontAlgn="b">
              <a:buFont typeface="Arial" panose="020B0604020202020204" pitchFamily="34" charset="0"/>
              <a:buChar char="•"/>
            </a:pPr>
            <a:r>
              <a:rPr lang="en-US" sz="1600" dirty="0">
                <a:cs typeface="Arial" panose="020B0604020202020204" pitchFamily="34" charset="0"/>
              </a:rPr>
              <a:t>Number of max active PDP context&amp; bearer:</a:t>
            </a:r>
            <a:r>
              <a:rPr lang="fr-FR" sz="1600" dirty="0">
                <a:cs typeface="Arial" panose="020B0604020202020204" pitchFamily="34" charset="0"/>
              </a:rPr>
              <a:t>      2G: </a:t>
            </a:r>
            <a:r>
              <a:rPr lang="fr-FR" sz="1600" b="1" dirty="0">
                <a:solidFill>
                  <a:schemeClr val="accent1"/>
                </a:solidFill>
              </a:rPr>
              <a:t>15 722 322        </a:t>
            </a:r>
            <a:r>
              <a:rPr lang="fr-FR" sz="1600" dirty="0">
                <a:cs typeface="Arial" panose="020B0604020202020204" pitchFamily="34" charset="0"/>
              </a:rPr>
              <a:t>3G: </a:t>
            </a:r>
            <a:r>
              <a:rPr lang="fr-FR" sz="1600" b="1" dirty="0">
                <a:solidFill>
                  <a:schemeClr val="accent1"/>
                </a:solidFill>
              </a:rPr>
              <a:t>12 009 421</a:t>
            </a:r>
            <a:r>
              <a:rPr lang="fr-FR" sz="1600" dirty="0">
                <a:cs typeface="Arial" panose="020B0604020202020204" pitchFamily="34" charset="0"/>
              </a:rPr>
              <a:t>              4G: </a:t>
            </a:r>
            <a:r>
              <a:rPr lang="fr-FR" sz="1600" b="1" dirty="0">
                <a:solidFill>
                  <a:schemeClr val="accent1"/>
                </a:solidFill>
                <a:cs typeface="Arial" panose="020B0604020202020204" pitchFamily="34" charset="0"/>
              </a:rPr>
              <a:t>15 722 322 </a:t>
            </a:r>
            <a:r>
              <a:rPr lang="fr-FR" sz="1600" b="1" dirty="0">
                <a:solidFill>
                  <a:schemeClr val="accent1"/>
                </a:solidFill>
              </a:rPr>
              <a:t>            </a:t>
            </a:r>
            <a:r>
              <a:rPr lang="fr-FR" sz="1600" dirty="0">
                <a:cs typeface="Arial" panose="020B0604020202020204" pitchFamily="34" charset="0"/>
              </a:rPr>
              <a:t>Total: </a:t>
            </a:r>
            <a:r>
              <a:rPr lang="fr-FR" sz="1600" b="1" dirty="0">
                <a:solidFill>
                  <a:schemeClr val="accent1"/>
                </a:solidFill>
              </a:rPr>
              <a:t>13 810 340</a:t>
            </a:r>
            <a:r>
              <a:rPr lang="fr-FR" sz="1600" dirty="0"/>
              <a:t> </a:t>
            </a:r>
            <a:endParaRPr lang="fr-FR" sz="1600" dirty="0">
              <a:cs typeface="Arial" panose="020B0604020202020204" pitchFamily="34" charset="0"/>
            </a:endParaRPr>
          </a:p>
          <a:p>
            <a:pPr>
              <a:defRPr/>
            </a:pPr>
            <a:r>
              <a:rPr lang="fr-FR" sz="1600" dirty="0">
                <a:cs typeface="Arial" panose="020B0604020202020204" pitchFamily="34" charset="0"/>
              </a:rPr>
              <a:t>      </a:t>
            </a:r>
          </a:p>
          <a:p>
            <a:pPr marL="285750" indent="-285750" fontAlgn="b">
              <a:buFont typeface="Arial" panose="020B0604020202020204" pitchFamily="34" charset="0"/>
              <a:buChar char="•"/>
            </a:pPr>
            <a:r>
              <a:rPr lang="fr-FR" sz="1600" dirty="0" err="1">
                <a:cs typeface="Arial" panose="020B0604020202020204" pitchFamily="34" charset="0"/>
              </a:rPr>
              <a:t>Throughput</a:t>
            </a:r>
            <a:r>
              <a:rPr lang="fr-FR" sz="1600" dirty="0">
                <a:cs typeface="Arial" panose="020B0604020202020204" pitchFamily="34" charset="0"/>
              </a:rPr>
              <a:t> in BH (</a:t>
            </a:r>
            <a:r>
              <a:rPr lang="fr-FR" sz="1600" dirty="0" err="1">
                <a:cs typeface="Arial" panose="020B0604020202020204" pitchFamily="34" charset="0"/>
              </a:rPr>
              <a:t>Gbps</a:t>
            </a:r>
            <a:r>
              <a:rPr lang="fr-FR" sz="1600" dirty="0">
                <a:cs typeface="Arial" panose="020B0604020202020204" pitchFamily="34" charset="0"/>
              </a:rPr>
              <a:t>): </a:t>
            </a:r>
            <a:r>
              <a:rPr lang="fr-FR" sz="1600" b="1" dirty="0">
                <a:solidFill>
                  <a:schemeClr val="accent1"/>
                </a:solidFill>
              </a:rPr>
              <a:t>1494,83</a:t>
            </a:r>
          </a:p>
          <a:p>
            <a:pPr fontAlgn="b"/>
            <a:endParaRPr lang="fr-FR" sz="1600" b="1" dirty="0"/>
          </a:p>
          <a:p>
            <a:pPr marL="285750" indent="-285750" fontAlgn="b"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prstClr val="black"/>
                </a:solidFill>
                <a:cs typeface="Arial" panose="020B0604020202020204" pitchFamily="34" charset="0"/>
              </a:rPr>
              <a:t>SGi</a:t>
            </a: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(4G) </a:t>
            </a:r>
            <a:r>
              <a:rPr lang="fr-FR" sz="1600" dirty="0" err="1">
                <a:solidFill>
                  <a:prstClr val="black"/>
                </a:solidFill>
                <a:cs typeface="Arial" panose="020B0604020202020204" pitchFamily="34" charset="0"/>
              </a:rPr>
              <a:t>Throughput</a:t>
            </a: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 in BH(</a:t>
            </a:r>
            <a:r>
              <a:rPr lang="fr-FR" sz="1600" dirty="0" err="1">
                <a:solidFill>
                  <a:prstClr val="black"/>
                </a:solidFill>
                <a:cs typeface="Arial" panose="020B0604020202020204" pitchFamily="34" charset="0"/>
              </a:rPr>
              <a:t>Gbps</a:t>
            </a: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): </a:t>
            </a:r>
            <a:r>
              <a:rPr lang="fr-FR" sz="1600" b="1" dirty="0">
                <a:solidFill>
                  <a:schemeClr val="accent1"/>
                </a:solidFill>
              </a:rPr>
              <a:t>1361,70</a:t>
            </a:r>
          </a:p>
          <a:p>
            <a:pPr fontAlgn="b"/>
            <a:endParaRPr lang="fr-FR" sz="1600" b="1" dirty="0">
              <a:solidFill>
                <a:schemeClr val="accent1"/>
              </a:solidFill>
            </a:endParaRPr>
          </a:p>
          <a:p>
            <a:pPr marL="285750" indent="-285750" fontAlgn="b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Gi(2G/3G) </a:t>
            </a:r>
            <a:r>
              <a:rPr lang="fr-FR" sz="1600" dirty="0" err="1">
                <a:solidFill>
                  <a:prstClr val="black"/>
                </a:solidFill>
                <a:cs typeface="Arial" panose="020B0604020202020204" pitchFamily="34" charset="0"/>
              </a:rPr>
              <a:t>Throughput</a:t>
            </a: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 in BH(</a:t>
            </a:r>
            <a:r>
              <a:rPr lang="fr-FR" sz="1600" dirty="0" err="1">
                <a:solidFill>
                  <a:prstClr val="black"/>
                </a:solidFill>
                <a:cs typeface="Arial" panose="020B0604020202020204" pitchFamily="34" charset="0"/>
              </a:rPr>
              <a:t>Gbps</a:t>
            </a: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):</a:t>
            </a:r>
            <a:r>
              <a:rPr lang="fr-FR" sz="1600" b="1" dirty="0">
                <a:solidFill>
                  <a:schemeClr val="accent1"/>
                </a:solidFill>
              </a:rPr>
              <a:t> 133,13</a:t>
            </a:r>
          </a:p>
          <a:p>
            <a:pPr marL="342900" indent="-342900" fontAlgn="b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342900" indent="-342900" fontAlgn="b">
              <a:buFont typeface="Arial" panose="020B0604020202020204" pitchFamily="34" charset="0"/>
              <a:buChar char="•"/>
            </a:pPr>
            <a:r>
              <a:rPr lang="fr-FR" sz="1600" dirty="0">
                <a:cs typeface="Arial" panose="020B0604020202020204" pitchFamily="34" charset="0"/>
              </a:rPr>
              <a:t>Max Traffic Volume per </a:t>
            </a:r>
            <a:r>
              <a:rPr lang="fr-FR" sz="1600" dirty="0" err="1">
                <a:cs typeface="Arial" panose="020B0604020202020204" pitchFamily="34" charset="0"/>
              </a:rPr>
              <a:t>Hour</a:t>
            </a:r>
            <a:r>
              <a:rPr lang="fr-FR" sz="1600" dirty="0">
                <a:cs typeface="Arial" panose="020B0604020202020204" pitchFamily="34" charset="0"/>
              </a:rPr>
              <a:t> (TB): </a:t>
            </a:r>
            <a:r>
              <a:rPr lang="fr-FR" sz="1600" b="1" dirty="0">
                <a:solidFill>
                  <a:schemeClr val="accent1"/>
                </a:solidFill>
              </a:rPr>
              <a:t>730</a:t>
            </a:r>
          </a:p>
          <a:p>
            <a:pPr fontAlgn="b"/>
            <a:endParaRPr lang="fr-FR" sz="1600" b="1" dirty="0"/>
          </a:p>
          <a:p>
            <a:pPr marL="285750" lvl="0" indent="-285750" fontAlgn="b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Max SGI Traffic Volume per </a:t>
            </a:r>
            <a:r>
              <a:rPr lang="fr-FR" sz="1600" dirty="0" err="1">
                <a:solidFill>
                  <a:prstClr val="black"/>
                </a:solidFill>
                <a:cs typeface="Arial" panose="020B0604020202020204" pitchFamily="34" charset="0"/>
              </a:rPr>
              <a:t>Hour</a:t>
            </a: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 (TB)</a:t>
            </a:r>
            <a:r>
              <a:rPr lang="fr-FR" sz="1600" b="1" dirty="0">
                <a:solidFill>
                  <a:schemeClr val="accent1"/>
                </a:solidFill>
              </a:rPr>
              <a:t>: 613 </a:t>
            </a:r>
          </a:p>
          <a:p>
            <a:pPr marL="342900" lvl="0" indent="-342900" fontAlgn="b">
              <a:buFont typeface="Arial" panose="020B0604020202020204" pitchFamily="34" charset="0"/>
              <a:buChar char="•"/>
            </a:pPr>
            <a:endParaRPr lang="fr-FR" sz="1600" b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lvl="0" indent="-285750" fontAlgn="b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Max GI Traffic Volume per </a:t>
            </a:r>
            <a:r>
              <a:rPr lang="fr-FR" sz="1600" dirty="0" err="1">
                <a:solidFill>
                  <a:prstClr val="black"/>
                </a:solidFill>
                <a:cs typeface="Arial" panose="020B0604020202020204" pitchFamily="34" charset="0"/>
              </a:rPr>
              <a:t>Hour</a:t>
            </a:r>
            <a:r>
              <a:rPr lang="fr-FR" sz="1600" dirty="0">
                <a:solidFill>
                  <a:prstClr val="black"/>
                </a:solidFill>
                <a:cs typeface="Arial" panose="020B0604020202020204" pitchFamily="34" charset="0"/>
              </a:rPr>
              <a:t> (TB): </a:t>
            </a:r>
            <a:r>
              <a:rPr lang="fr-FR" sz="1600" b="1" dirty="0">
                <a:solidFill>
                  <a:schemeClr val="accent1"/>
                </a:solidFill>
              </a:rPr>
              <a:t>116</a:t>
            </a:r>
          </a:p>
          <a:p>
            <a:pPr lvl="0" fontAlgn="b"/>
            <a:endParaRPr lang="fr-FR" sz="1600" b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85750" lvl="0" indent="-285750" fontAlgn="b">
              <a:buFont typeface="Arial" panose="020B0604020202020204" pitchFamily="34" charset="0"/>
              <a:buChar char="•"/>
            </a:pPr>
            <a:r>
              <a:rPr lang="fr-FR" sz="1600" dirty="0">
                <a:cs typeface="Arial" panose="020B0604020202020204" pitchFamily="34" charset="0"/>
              </a:rPr>
              <a:t>Max Daily Traffic (TB): </a:t>
            </a:r>
            <a:r>
              <a:rPr lang="fr-FR" sz="1600" b="1" dirty="0">
                <a:solidFill>
                  <a:schemeClr val="accent1"/>
                </a:solidFill>
              </a:rPr>
              <a:t>10310</a:t>
            </a:r>
          </a:p>
          <a:p>
            <a:pPr marL="285750" lvl="0" indent="-285750" fontAlgn="b">
              <a:buFont typeface="Arial" panose="020B0604020202020204" pitchFamily="34" charset="0"/>
              <a:buChar char="•"/>
            </a:pPr>
            <a:endParaRPr lang="fr-FR" sz="1600" b="1" dirty="0">
              <a:solidFill>
                <a:schemeClr val="accent1"/>
              </a:solidFill>
            </a:endParaRPr>
          </a:p>
          <a:p>
            <a:pPr marL="285750" lvl="0" indent="-285750" fontAlgn="b">
              <a:buFont typeface="Arial" panose="020B0604020202020204" pitchFamily="34" charset="0"/>
              <a:buChar char="•"/>
            </a:pPr>
            <a:endParaRPr lang="fr-FR" sz="1600" b="1" dirty="0">
              <a:solidFill>
                <a:schemeClr val="accent1"/>
              </a:solidFill>
            </a:endParaRPr>
          </a:p>
        </p:txBody>
      </p:sp>
      <p:sp>
        <p:nvSpPr>
          <p:cNvPr id="3" name="ZoneTexte 5">
            <a:extLst>
              <a:ext uri="{FF2B5EF4-FFF2-40B4-BE49-F238E27FC236}">
                <a16:creationId xmlns:a16="http://schemas.microsoft.com/office/drawing/2014/main" id="{58AE27C0-EF4D-4226-8D2B-0C4F2592B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2737" y="381223"/>
            <a:ext cx="1415772" cy="41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117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917011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3887</TotalTime>
  <Words>782</Words>
  <Application>Microsoft Office PowerPoint</Application>
  <PresentationFormat>Grand écran</PresentationFormat>
  <Paragraphs>206</Paragraphs>
  <Slides>24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Arial</vt:lpstr>
      <vt:lpstr>Calibri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Karima DERRAS</dc:creator>
  <cp:lastModifiedBy>Karima DERRAS</cp:lastModifiedBy>
  <cp:revision>251</cp:revision>
  <dcterms:created xsi:type="dcterms:W3CDTF">2024-11-14T14:53:54Z</dcterms:created>
  <dcterms:modified xsi:type="dcterms:W3CDTF">2026-10-20T10:29:29Z</dcterms:modified>
</cp:coreProperties>
</file>